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5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6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1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2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3.xml" ContentType="application/vnd.openxmlformats-officedocument.themeOverr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notesSlides/notesSlide7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heme/themeOverride4.xml" ContentType="application/vnd.openxmlformats-officedocument.themeOverrid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heme/themeOverride5.xml" ContentType="application/vnd.openxmlformats-officedocument.themeOverr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heme/themeOverride6.xml" ContentType="application/vnd.openxmlformats-officedocument.themeOverrid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theme/themeOverride7.xml" ContentType="application/vnd.openxmlformats-officedocument.themeOverrid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theme/themeOverride8.xml" ContentType="application/vnd.openxmlformats-officedocument.themeOverride+xml"/>
  <Override PartName="/ppt/notesSlides/notesSlide8.xml" ContentType="application/vnd.openxmlformats-officedocument.presentationml.notesSlid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theme/themeOverride9.xml" ContentType="application/vnd.openxmlformats-officedocument.themeOverrid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theme/themeOverride10.xml" ContentType="application/vnd.openxmlformats-officedocument.themeOverrid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heme/themeOverride11.xml" ContentType="application/vnd.openxmlformats-officedocument.themeOverride+xml"/>
  <Override PartName="/ppt/notesSlides/notesSlide9.xml" ContentType="application/vnd.openxmlformats-officedocument.presentationml.notesSlid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heme/themeOverride12.xml" ContentType="application/vnd.openxmlformats-officedocument.themeOverrid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heme/themeOverride13.xml" ContentType="application/vnd.openxmlformats-officedocument.themeOverrid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theme/themeOverride14.xml" ContentType="application/vnd.openxmlformats-officedocument.themeOverride+xml"/>
  <Override PartName="/ppt/notesSlides/notesSlide10.xml" ContentType="application/vnd.openxmlformats-officedocument.presentationml.notesSlid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theme/themeOverride15.xml" ContentType="application/vnd.openxmlformats-officedocument.themeOverride+xml"/>
  <Override PartName="/ppt/notesSlides/notesSlide11.xml" ContentType="application/vnd.openxmlformats-officedocument.presentationml.notesSlid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theme/themeOverride16.xml" ContentType="application/vnd.openxmlformats-officedocument.themeOverride+xml"/>
  <Override PartName="/ppt/notesSlides/notesSlide12.xml" ContentType="application/vnd.openxmlformats-officedocument.presentationml.notesSlid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theme/themeOverride17.xml" ContentType="application/vnd.openxmlformats-officedocument.themeOverrid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theme/themeOverride18.xml" ContentType="application/vnd.openxmlformats-officedocument.themeOverrid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theme/themeOverride19.xml" ContentType="application/vnd.openxmlformats-officedocument.themeOverrid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heme/themeOverride20.xml" ContentType="application/vnd.openxmlformats-officedocument.themeOverride+xml"/>
  <Override PartName="/ppt/notesSlides/notesSlide13.xml" ContentType="application/vnd.openxmlformats-officedocument.presentationml.notesSlid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theme/themeOverride21.xml" ContentType="application/vnd.openxmlformats-officedocument.themeOverrid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theme/themeOverride22.xml" ContentType="application/vnd.openxmlformats-officedocument.themeOverrid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theme/themeOverride23.xml" ContentType="application/vnd.openxmlformats-officedocument.themeOverrid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theme/themeOverride24.xml" ContentType="application/vnd.openxmlformats-officedocument.themeOverride+xml"/>
  <Override PartName="/ppt/notesSlides/notesSlide14.xml" ContentType="application/vnd.openxmlformats-officedocument.presentationml.notesSlid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theme/themeOverride25.xml" ContentType="application/vnd.openxmlformats-officedocument.themeOverride+xml"/>
  <Override PartName="/ppt/notesSlides/notesSlide15.xml" ContentType="application/vnd.openxmlformats-officedocument.presentationml.notesSlid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theme/themeOverride26.xml" ContentType="application/vnd.openxmlformats-officedocument.themeOverr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theme/themeOverride27.xml" ContentType="application/vnd.openxmlformats-officedocument.themeOverrid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theme/themeOverride28.xml" ContentType="application/vnd.openxmlformats-officedocument.themeOverrid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theme/themeOverride29.xml" ContentType="application/vnd.openxmlformats-officedocument.themeOverrid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theme/themeOverride30.xml" ContentType="application/vnd.openxmlformats-officedocument.themeOverride+xml"/>
  <Override PartName="/ppt/notesSlides/notesSlide18.xml" ContentType="application/vnd.openxmlformats-officedocument.presentationml.notesSlid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theme/themeOverride31.xml" ContentType="application/vnd.openxmlformats-officedocument.themeOverrid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theme/themeOverride32.xml" ContentType="application/vnd.openxmlformats-officedocument.themeOverrid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theme/themeOverride33.xml" ContentType="application/vnd.openxmlformats-officedocument.themeOverrid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theme/themeOverride34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"/>
  </p:notesMasterIdLst>
  <p:sldIdLst>
    <p:sldId id="256" r:id="rId2"/>
    <p:sldId id="477" r:id="rId3"/>
    <p:sldId id="490" r:id="rId4"/>
    <p:sldId id="484" r:id="rId5"/>
    <p:sldId id="487" r:id="rId6"/>
    <p:sldId id="485" r:id="rId7"/>
    <p:sldId id="488" r:id="rId8"/>
    <p:sldId id="486" r:id="rId9"/>
    <p:sldId id="496" r:id="rId10"/>
    <p:sldId id="489" r:id="rId11"/>
    <p:sldId id="497" r:id="rId12"/>
    <p:sldId id="494" r:id="rId13"/>
    <p:sldId id="498" r:id="rId14"/>
    <p:sldId id="495" r:id="rId15"/>
    <p:sldId id="499" r:id="rId16"/>
    <p:sldId id="491" r:id="rId17"/>
    <p:sldId id="492" r:id="rId18"/>
    <p:sldId id="493" r:id="rId19"/>
  </p:sldIdLst>
  <p:sldSz cx="12192000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MECHANIC" initials="M" lastIdx="1" clrIdx="0">
    <p:extLst>
      <p:ext uri="{19B8F6BF-5375-455C-9EA6-DF929625EA0E}">
        <p15:presenceInfo xmlns:p15="http://schemas.microsoft.com/office/powerpoint/2012/main" userId="MECHANIC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FABFCF23-3B69-468F-B69F-88F6DE6A72F2}" styleName="Medium Style 1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515" autoAdjust="0"/>
    <p:restoredTop sz="94660" autoAdjust="0"/>
  </p:normalViewPr>
  <p:slideViewPr>
    <p:cSldViewPr>
      <p:cViewPr varScale="1">
        <p:scale>
          <a:sx n="78" d="100"/>
          <a:sy n="78" d="100"/>
        </p:scale>
        <p:origin x="854" y="62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commentAuthors" Target="commentAuthor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2amp_22-23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1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2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1amp_22-23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0vav_22-23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2vav_22-23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5-00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1032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oleObject" Target="file:///C:\Users\Oghi\Downloads\EB\mdotair_22-23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C:\Users\Oghi\Downloads\EB\mdotair_22-23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oleObject" Target="file:///C:\Users\Oghi\Downloads\EB\mdotair_22-23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mdotair_22-23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mdotair_22-23.xlsx" TargetMode="External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oleObject" Target="file:///C:\Users\Oghi\Downloads\EB\mdotair_22-23.xlsx" TargetMode="Externa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oleObject" Target="file:///C:\Users\Oghi\Downloads\EB\mdotair_22-23.xlsx" TargetMode="Externa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16.xml"/><Relationship Id="rId1" Type="http://schemas.microsoft.com/office/2011/relationships/chartStyle" Target="style16.xml"/><Relationship Id="rId4" Type="http://schemas.openxmlformats.org/officeDocument/2006/relationships/oleObject" Target="file:///C:\Users\Oghi\Downloads\EB\mdotair_22-23.xlsx" TargetMode="Externa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oleObject" Target="file:///C:\Users\Oghi\Downloads\EB\mdotair_22-23.xlsx" TargetMode="Externa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oleObject" Target="file:///C:\Users\Oghi\Downloads\EB\mdotair_22-23.xlsx" TargetMode="Externa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Results\df_1035_01.xlsx" TargetMode="External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20.xml"/><Relationship Id="rId1" Type="http://schemas.microsoft.com/office/2011/relationships/chartStyle" Target="style20.xml"/><Relationship Id="rId4" Type="http://schemas.openxmlformats.org/officeDocument/2006/relationships/oleObject" Target="file:///C:\Users\Oghi\Downloads\EB\Results\df_1035_01.xlsx" TargetMode="Externa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oleObject" Target="file:///C:\Users\Oghi\Downloads\EB\Results\df_1035_01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22.xml"/><Relationship Id="rId1" Type="http://schemas.microsoft.com/office/2011/relationships/chartStyle" Target="style22.xml"/><Relationship Id="rId4" Type="http://schemas.openxmlformats.org/officeDocument/2006/relationships/oleObject" Target="file:///C:\Users\Oghi\Downloads\EB\Results\df_1035_01.xlsx" TargetMode="Externa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2.xml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oleObject" Target="file:///C:\Users\Oghi\Downloads\EB\Results\df_1035_01.xlsx" TargetMode="Externa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3.xml"/><Relationship Id="rId2" Type="http://schemas.microsoft.com/office/2011/relationships/chartColorStyle" Target="colors24.xml"/><Relationship Id="rId1" Type="http://schemas.microsoft.com/office/2011/relationships/chartStyle" Target="style24.xml"/><Relationship Id="rId4" Type="http://schemas.openxmlformats.org/officeDocument/2006/relationships/oleObject" Target="file:///C:\Users\Oghi\Downloads\EB\Results\df_1035_01.xlsx" TargetMode="Externa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Oghi\Downloads\EB\Results\df_1035_01.xlsx" TargetMode="External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4.xml"/><Relationship Id="rId2" Type="http://schemas.microsoft.com/office/2011/relationships/chartColorStyle" Target="colors26.xml"/><Relationship Id="rId1" Type="http://schemas.microsoft.com/office/2011/relationships/chartStyle" Target="style26.xml"/><Relationship Id="rId4" Type="http://schemas.openxmlformats.org/officeDocument/2006/relationships/oleObject" Target="file:///C:\Users\Oghi\Downloads\EB\Results\df_1035_01.xlsx" TargetMode="Externa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27.xml"/><Relationship Id="rId1" Type="http://schemas.microsoft.com/office/2011/relationships/chartStyle" Target="style27.xml"/><Relationship Id="rId4" Type="http://schemas.openxmlformats.org/officeDocument/2006/relationships/oleObject" Target="file:///C:\Users\Oghi\Downloads\df_1035_01.xlsx" TargetMode="Externa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6.xml"/><Relationship Id="rId2" Type="http://schemas.microsoft.com/office/2011/relationships/chartColorStyle" Target="colors28.xml"/><Relationship Id="rId1" Type="http://schemas.microsoft.com/office/2011/relationships/chartStyle" Target="style28.xml"/><Relationship Id="rId4" Type="http://schemas.openxmlformats.org/officeDocument/2006/relationships/oleObject" Target="file:///C:\Users\Oghi\Downloads\EB\Results\df_1035_01.xlsx" TargetMode="Externa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7.xml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oleObject" Target="file:///C:\Users\Oghi\Downloads\EB\Results\df_1035_01.xlsx" TargetMode="Externa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8.xml"/><Relationship Id="rId2" Type="http://schemas.microsoft.com/office/2011/relationships/chartColorStyle" Target="colors30.xml"/><Relationship Id="rId1" Type="http://schemas.microsoft.com/office/2011/relationships/chartStyle" Target="style30.xml"/><Relationship Id="rId4" Type="http://schemas.openxmlformats.org/officeDocument/2006/relationships/oleObject" Target="file:///C:\Users\Oghi\Downloads\EB\Results\df_1035_01.xlsx" TargetMode="Externa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9.xml"/><Relationship Id="rId2" Type="http://schemas.microsoft.com/office/2011/relationships/chartColorStyle" Target="colors31.xml"/><Relationship Id="rId1" Type="http://schemas.microsoft.com/office/2011/relationships/chartStyle" Target="style31.xml"/><Relationship Id="rId4" Type="http://schemas.openxmlformats.org/officeDocument/2006/relationships/oleObject" Target="file:///C:\Users\Oghi\Downloads\EB\Results\df_1035_01.xlsx" TargetMode="Externa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0.xml"/><Relationship Id="rId2" Type="http://schemas.microsoft.com/office/2011/relationships/chartColorStyle" Target="colors32.xml"/><Relationship Id="rId1" Type="http://schemas.microsoft.com/office/2011/relationships/chartStyle" Target="style32.xml"/><Relationship Id="rId4" Type="http://schemas.openxmlformats.org/officeDocument/2006/relationships/oleObject" Target="file:///C:\Users\Oghi\Downloads\EB\Results\df_1035_01.xlsx" TargetMode="Externa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1.xml"/><Relationship Id="rId2" Type="http://schemas.microsoft.com/office/2011/relationships/chartColorStyle" Target="colors33.xml"/><Relationship Id="rId1" Type="http://schemas.microsoft.com/office/2011/relationships/chartStyle" Target="style33.xml"/><Relationship Id="rId4" Type="http://schemas.openxmlformats.org/officeDocument/2006/relationships/oleObject" Target="file:///C:\Users\Oghi\Downloads\EB\Results\df_1035_01.xlsx" TargetMode="Externa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2.xml"/><Relationship Id="rId2" Type="http://schemas.microsoft.com/office/2011/relationships/chartColorStyle" Target="colors34.xml"/><Relationship Id="rId1" Type="http://schemas.microsoft.com/office/2011/relationships/chartStyle" Target="style34.xml"/><Relationship Id="rId4" Type="http://schemas.openxmlformats.org/officeDocument/2006/relationships/oleObject" Target="file:///C:\Users\Oghi\Downloads\EB\Results\df_1035_01.xlsx" TargetMode="Externa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3.xml"/><Relationship Id="rId2" Type="http://schemas.microsoft.com/office/2011/relationships/chartColorStyle" Target="colors35.xml"/><Relationship Id="rId1" Type="http://schemas.microsoft.com/office/2011/relationships/chartStyle" Target="style35.xml"/><Relationship Id="rId4" Type="http://schemas.openxmlformats.org/officeDocument/2006/relationships/oleObject" Target="file:///C:\Users\Oghi\Downloads\EB\Results\df_1035_01.xlsx" TargetMode="Externa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4.xml"/><Relationship Id="rId2" Type="http://schemas.microsoft.com/office/2011/relationships/chartColorStyle" Target="colors36.xml"/><Relationship Id="rId1" Type="http://schemas.microsoft.com/office/2011/relationships/chartStyle" Target="style36.xml"/><Relationship Id="rId4" Type="http://schemas.openxmlformats.org/officeDocument/2006/relationships/oleObject" Target="file:///C:\Users\Oghi\Downloads\EB\Results\df_1035_01.xlsx" TargetMode="Externa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5.xml"/><Relationship Id="rId2" Type="http://schemas.microsoft.com/office/2011/relationships/chartColorStyle" Target="colors37.xml"/><Relationship Id="rId1" Type="http://schemas.microsoft.com/office/2011/relationships/chartStyle" Target="style37.xml"/><Relationship Id="rId4" Type="http://schemas.openxmlformats.org/officeDocument/2006/relationships/oleObject" Target="file:///C:\Users\Oghi\Downloads\EB\Results\df_1035_01.xlsx" TargetMode="Externa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6.xml"/><Relationship Id="rId2" Type="http://schemas.microsoft.com/office/2011/relationships/chartColorStyle" Target="colors38.xml"/><Relationship Id="rId1" Type="http://schemas.microsoft.com/office/2011/relationships/chartStyle" Target="style38.xml"/><Relationship Id="rId4" Type="http://schemas.openxmlformats.org/officeDocument/2006/relationships/oleObject" Target="file:///C:\Users\Oghi\Downloads\EB\Results\df_1035_01.xlsx" TargetMode="Externa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7.xml"/><Relationship Id="rId2" Type="http://schemas.microsoft.com/office/2011/relationships/chartColorStyle" Target="colors39.xml"/><Relationship Id="rId1" Type="http://schemas.microsoft.com/office/2011/relationships/chartStyle" Target="style39.xml"/><Relationship Id="rId4" Type="http://schemas.openxmlformats.org/officeDocument/2006/relationships/oleObject" Target="file:///C:\Users\Oghi\Downloads\zone_01.xlsx" TargetMode="Externa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8.xml"/><Relationship Id="rId2" Type="http://schemas.microsoft.com/office/2011/relationships/chartColorStyle" Target="colors40.xml"/><Relationship Id="rId1" Type="http://schemas.microsoft.com/office/2011/relationships/chartStyle" Target="style40.xml"/><Relationship Id="rId4" Type="http://schemas.openxmlformats.org/officeDocument/2006/relationships/oleObject" Target="file:///C:\Users\Oghi\Downloads\zone_01.xlsx" TargetMode="Externa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9.xml"/><Relationship Id="rId2" Type="http://schemas.microsoft.com/office/2011/relationships/chartColorStyle" Target="colors41.xml"/><Relationship Id="rId1" Type="http://schemas.microsoft.com/office/2011/relationships/chartStyle" Target="style41.xml"/><Relationship Id="rId4" Type="http://schemas.openxmlformats.org/officeDocument/2006/relationships/oleObject" Target="file:///C:\Users\Oghi\Downloads\zone_01.xlsx" TargetMode="Externa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0.xml"/><Relationship Id="rId2" Type="http://schemas.microsoft.com/office/2011/relationships/chartColorStyle" Target="colors42.xml"/><Relationship Id="rId1" Type="http://schemas.microsoft.com/office/2011/relationships/chartStyle" Target="style42.xml"/><Relationship Id="rId4" Type="http://schemas.openxmlformats.org/officeDocument/2006/relationships/oleObject" Target="file:///C:\Users\Oghi\Downloads\zone_01.xlsx" TargetMode="Externa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1.xml"/><Relationship Id="rId2" Type="http://schemas.microsoft.com/office/2011/relationships/chartColorStyle" Target="colors43.xml"/><Relationship Id="rId1" Type="http://schemas.microsoft.com/office/2011/relationships/chartStyle" Target="style43.xml"/><Relationship Id="rId4" Type="http://schemas.openxmlformats.org/officeDocument/2006/relationships/oleObject" Target="file:///C:\Users\Oghi\Downloads\zone_01.xlsx" TargetMode="Externa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2.xml"/><Relationship Id="rId2" Type="http://schemas.microsoft.com/office/2011/relationships/chartColorStyle" Target="colors44.xml"/><Relationship Id="rId1" Type="http://schemas.microsoft.com/office/2011/relationships/chartStyle" Target="style44.xml"/><Relationship Id="rId4" Type="http://schemas.openxmlformats.org/officeDocument/2006/relationships/oleObject" Target="file:///C:\Users\Oghi\Downloads\zone_01.xlsx" TargetMode="Externa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3.xml"/><Relationship Id="rId2" Type="http://schemas.microsoft.com/office/2011/relationships/chartColorStyle" Target="colors45.xml"/><Relationship Id="rId1" Type="http://schemas.microsoft.com/office/2011/relationships/chartStyle" Target="style45.xml"/><Relationship Id="rId4" Type="http://schemas.openxmlformats.org/officeDocument/2006/relationships/oleObject" Target="file:///C:\Users\Oghi\Downloads\zone_01.xlsx" TargetMode="Externa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4.xml"/><Relationship Id="rId2" Type="http://schemas.microsoft.com/office/2011/relationships/chartColorStyle" Target="colors46.xml"/><Relationship Id="rId1" Type="http://schemas.microsoft.com/office/2011/relationships/chartStyle" Target="style46.xml"/><Relationship Id="rId4" Type="http://schemas.openxmlformats.org/officeDocument/2006/relationships/oleObject" Target="file:///C:\Users\Oghi\Downloads\zone_01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Value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Sheet1!$A$2:$A$4943</c:f>
              <c:numCache>
                <c:formatCode>[$-409]d/mmm;@</c:formatCode>
                <c:ptCount val="4942"/>
                <c:pt idx="0">
                  <c:v>44993.875</c:v>
                </c:pt>
                <c:pt idx="1">
                  <c:v>44993.916666666657</c:v>
                </c:pt>
                <c:pt idx="2">
                  <c:v>44993.958333333343</c:v>
                </c:pt>
                <c:pt idx="3">
                  <c:v>44994</c:v>
                </c:pt>
                <c:pt idx="4">
                  <c:v>44994.041666666657</c:v>
                </c:pt>
                <c:pt idx="5">
                  <c:v>44994.083333333343</c:v>
                </c:pt>
                <c:pt idx="6">
                  <c:v>44994.125</c:v>
                </c:pt>
                <c:pt idx="7">
                  <c:v>44994.166666666657</c:v>
                </c:pt>
                <c:pt idx="8">
                  <c:v>44994.208333333343</c:v>
                </c:pt>
                <c:pt idx="9">
                  <c:v>44994.25</c:v>
                </c:pt>
                <c:pt idx="10">
                  <c:v>44994.291666666657</c:v>
                </c:pt>
                <c:pt idx="11">
                  <c:v>44994.333333333343</c:v>
                </c:pt>
                <c:pt idx="12">
                  <c:v>44994.375</c:v>
                </c:pt>
                <c:pt idx="13">
                  <c:v>44994.416666666657</c:v>
                </c:pt>
                <c:pt idx="14">
                  <c:v>44994.458333333343</c:v>
                </c:pt>
                <c:pt idx="15">
                  <c:v>44994.5</c:v>
                </c:pt>
                <c:pt idx="16">
                  <c:v>44994.541666666657</c:v>
                </c:pt>
                <c:pt idx="17">
                  <c:v>44994.583333333343</c:v>
                </c:pt>
                <c:pt idx="18">
                  <c:v>44994.625</c:v>
                </c:pt>
                <c:pt idx="19">
                  <c:v>44994.666666666657</c:v>
                </c:pt>
                <c:pt idx="20">
                  <c:v>44994.708333333343</c:v>
                </c:pt>
                <c:pt idx="21">
                  <c:v>44994.75</c:v>
                </c:pt>
                <c:pt idx="22">
                  <c:v>44994.791666666657</c:v>
                </c:pt>
                <c:pt idx="23">
                  <c:v>44994.833333333343</c:v>
                </c:pt>
                <c:pt idx="24">
                  <c:v>44994.875</c:v>
                </c:pt>
                <c:pt idx="25">
                  <c:v>44994.916666666657</c:v>
                </c:pt>
                <c:pt idx="26">
                  <c:v>44994.958333333343</c:v>
                </c:pt>
                <c:pt idx="27">
                  <c:v>44995</c:v>
                </c:pt>
                <c:pt idx="28">
                  <c:v>44995.041666666657</c:v>
                </c:pt>
                <c:pt idx="29">
                  <c:v>44995.083333333343</c:v>
                </c:pt>
                <c:pt idx="30">
                  <c:v>44995.125</c:v>
                </c:pt>
                <c:pt idx="31">
                  <c:v>44995.166666666657</c:v>
                </c:pt>
                <c:pt idx="32">
                  <c:v>44995.208333333343</c:v>
                </c:pt>
                <c:pt idx="33">
                  <c:v>44995.25</c:v>
                </c:pt>
                <c:pt idx="34">
                  <c:v>44995.291666666657</c:v>
                </c:pt>
                <c:pt idx="35">
                  <c:v>44995.333333333343</c:v>
                </c:pt>
                <c:pt idx="36">
                  <c:v>44995.375</c:v>
                </c:pt>
                <c:pt idx="37">
                  <c:v>44995.416666666657</c:v>
                </c:pt>
                <c:pt idx="38">
                  <c:v>44995.458333333343</c:v>
                </c:pt>
                <c:pt idx="39">
                  <c:v>44995.5</c:v>
                </c:pt>
                <c:pt idx="40">
                  <c:v>44995.541666666657</c:v>
                </c:pt>
                <c:pt idx="41">
                  <c:v>44995.583333333343</c:v>
                </c:pt>
                <c:pt idx="42">
                  <c:v>44995.625</c:v>
                </c:pt>
                <c:pt idx="43">
                  <c:v>44995.666666666657</c:v>
                </c:pt>
                <c:pt idx="44">
                  <c:v>44995.708333333343</c:v>
                </c:pt>
                <c:pt idx="45">
                  <c:v>44995.75</c:v>
                </c:pt>
                <c:pt idx="46">
                  <c:v>44995.791666666657</c:v>
                </c:pt>
                <c:pt idx="47">
                  <c:v>44995.833333333343</c:v>
                </c:pt>
                <c:pt idx="48">
                  <c:v>44995.875</c:v>
                </c:pt>
                <c:pt idx="49">
                  <c:v>44995.916666666657</c:v>
                </c:pt>
                <c:pt idx="50">
                  <c:v>44995.958333333343</c:v>
                </c:pt>
                <c:pt idx="51">
                  <c:v>44996</c:v>
                </c:pt>
                <c:pt idx="52">
                  <c:v>44996.041666666657</c:v>
                </c:pt>
                <c:pt idx="53">
                  <c:v>44996.083333333343</c:v>
                </c:pt>
                <c:pt idx="54">
                  <c:v>44996.125</c:v>
                </c:pt>
                <c:pt idx="55">
                  <c:v>44996.166666666657</c:v>
                </c:pt>
                <c:pt idx="56">
                  <c:v>44996.208333333343</c:v>
                </c:pt>
                <c:pt idx="57">
                  <c:v>44996.25</c:v>
                </c:pt>
                <c:pt idx="58">
                  <c:v>44996.291666666657</c:v>
                </c:pt>
                <c:pt idx="59">
                  <c:v>44996.333333333343</c:v>
                </c:pt>
                <c:pt idx="60">
                  <c:v>44996.375</c:v>
                </c:pt>
                <c:pt idx="61">
                  <c:v>44996.416666666657</c:v>
                </c:pt>
                <c:pt idx="62">
                  <c:v>44996.458333333343</c:v>
                </c:pt>
                <c:pt idx="63">
                  <c:v>44996.5</c:v>
                </c:pt>
                <c:pt idx="64">
                  <c:v>44996.541666666657</c:v>
                </c:pt>
                <c:pt idx="65">
                  <c:v>44996.583333333343</c:v>
                </c:pt>
                <c:pt idx="66">
                  <c:v>44996.625</c:v>
                </c:pt>
                <c:pt idx="67">
                  <c:v>44996.666666666657</c:v>
                </c:pt>
                <c:pt idx="68">
                  <c:v>44996.708333333343</c:v>
                </c:pt>
                <c:pt idx="69">
                  <c:v>44996.75</c:v>
                </c:pt>
                <c:pt idx="70">
                  <c:v>44996.791666666657</c:v>
                </c:pt>
                <c:pt idx="71">
                  <c:v>44996.833333333343</c:v>
                </c:pt>
                <c:pt idx="72">
                  <c:v>44996.875</c:v>
                </c:pt>
                <c:pt idx="73">
                  <c:v>44996.916666666657</c:v>
                </c:pt>
                <c:pt idx="74">
                  <c:v>44996.958333333343</c:v>
                </c:pt>
                <c:pt idx="75">
                  <c:v>44997</c:v>
                </c:pt>
                <c:pt idx="76">
                  <c:v>44997.041666666657</c:v>
                </c:pt>
                <c:pt idx="77">
                  <c:v>44997.083333333343</c:v>
                </c:pt>
                <c:pt idx="78">
                  <c:v>44997.125</c:v>
                </c:pt>
                <c:pt idx="79">
                  <c:v>44997.166666666657</c:v>
                </c:pt>
                <c:pt idx="80">
                  <c:v>44997.208333333343</c:v>
                </c:pt>
                <c:pt idx="81">
                  <c:v>44997.25</c:v>
                </c:pt>
                <c:pt idx="82">
                  <c:v>44997.291666666657</c:v>
                </c:pt>
                <c:pt idx="83">
                  <c:v>44997.333333333343</c:v>
                </c:pt>
                <c:pt idx="84">
                  <c:v>44997.375</c:v>
                </c:pt>
                <c:pt idx="85">
                  <c:v>44997.416666666657</c:v>
                </c:pt>
                <c:pt idx="86">
                  <c:v>44997.458333333343</c:v>
                </c:pt>
                <c:pt idx="87">
                  <c:v>44997.5</c:v>
                </c:pt>
                <c:pt idx="88">
                  <c:v>44997.541666666657</c:v>
                </c:pt>
                <c:pt idx="89">
                  <c:v>44997.583333333343</c:v>
                </c:pt>
                <c:pt idx="90">
                  <c:v>44997.625</c:v>
                </c:pt>
                <c:pt idx="91">
                  <c:v>44997.666666666657</c:v>
                </c:pt>
                <c:pt idx="92">
                  <c:v>44997.708333333343</c:v>
                </c:pt>
                <c:pt idx="93">
                  <c:v>44997.75</c:v>
                </c:pt>
                <c:pt idx="94">
                  <c:v>44997.791666666657</c:v>
                </c:pt>
                <c:pt idx="95">
                  <c:v>44997.833333333343</c:v>
                </c:pt>
                <c:pt idx="96">
                  <c:v>44997.875</c:v>
                </c:pt>
                <c:pt idx="97">
                  <c:v>44997.916666666657</c:v>
                </c:pt>
                <c:pt idx="98">
                  <c:v>44997.958333333343</c:v>
                </c:pt>
                <c:pt idx="99">
                  <c:v>44998</c:v>
                </c:pt>
                <c:pt idx="100">
                  <c:v>44998.041666666657</c:v>
                </c:pt>
                <c:pt idx="101">
                  <c:v>44998.083333333343</c:v>
                </c:pt>
                <c:pt idx="102">
                  <c:v>44998.125</c:v>
                </c:pt>
                <c:pt idx="103">
                  <c:v>44998.166666666657</c:v>
                </c:pt>
                <c:pt idx="104">
                  <c:v>44998.208333333343</c:v>
                </c:pt>
                <c:pt idx="105">
                  <c:v>44998.25</c:v>
                </c:pt>
                <c:pt idx="106">
                  <c:v>44998.291666666657</c:v>
                </c:pt>
                <c:pt idx="107">
                  <c:v>44998.333333333343</c:v>
                </c:pt>
                <c:pt idx="108">
                  <c:v>44998.375</c:v>
                </c:pt>
                <c:pt idx="109">
                  <c:v>44998.416666666657</c:v>
                </c:pt>
                <c:pt idx="110">
                  <c:v>44998.458333333343</c:v>
                </c:pt>
                <c:pt idx="111">
                  <c:v>44998.5</c:v>
                </c:pt>
                <c:pt idx="112">
                  <c:v>44998.541666666657</c:v>
                </c:pt>
                <c:pt idx="113">
                  <c:v>44998.583333333343</c:v>
                </c:pt>
                <c:pt idx="114">
                  <c:v>44998.625</c:v>
                </c:pt>
                <c:pt idx="115">
                  <c:v>44998.666666666657</c:v>
                </c:pt>
                <c:pt idx="116">
                  <c:v>44998.708333333343</c:v>
                </c:pt>
                <c:pt idx="117">
                  <c:v>44998.75</c:v>
                </c:pt>
                <c:pt idx="118">
                  <c:v>44998.791666666657</c:v>
                </c:pt>
                <c:pt idx="119">
                  <c:v>44998.833333333343</c:v>
                </c:pt>
                <c:pt idx="120">
                  <c:v>44998.875</c:v>
                </c:pt>
                <c:pt idx="121">
                  <c:v>44998.916666666657</c:v>
                </c:pt>
                <c:pt idx="122">
                  <c:v>44998.958333333343</c:v>
                </c:pt>
                <c:pt idx="123">
                  <c:v>44999</c:v>
                </c:pt>
                <c:pt idx="124">
                  <c:v>44999.041666666657</c:v>
                </c:pt>
                <c:pt idx="125">
                  <c:v>44999.083333333343</c:v>
                </c:pt>
                <c:pt idx="126">
                  <c:v>44999.125</c:v>
                </c:pt>
                <c:pt idx="127">
                  <c:v>44999.166666666657</c:v>
                </c:pt>
                <c:pt idx="128">
                  <c:v>44999.208333333343</c:v>
                </c:pt>
                <c:pt idx="129">
                  <c:v>44999.25</c:v>
                </c:pt>
                <c:pt idx="130">
                  <c:v>44999.291666666657</c:v>
                </c:pt>
                <c:pt idx="131">
                  <c:v>44999.333333333343</c:v>
                </c:pt>
                <c:pt idx="132">
                  <c:v>44999.375</c:v>
                </c:pt>
                <c:pt idx="133">
                  <c:v>44999.416666666657</c:v>
                </c:pt>
                <c:pt idx="134">
                  <c:v>44999.458333333343</c:v>
                </c:pt>
                <c:pt idx="135">
                  <c:v>44999.5</c:v>
                </c:pt>
                <c:pt idx="136">
                  <c:v>44999.541666666657</c:v>
                </c:pt>
                <c:pt idx="137">
                  <c:v>44999.583333333343</c:v>
                </c:pt>
                <c:pt idx="138">
                  <c:v>44999.625</c:v>
                </c:pt>
                <c:pt idx="139">
                  <c:v>44999.666666666657</c:v>
                </c:pt>
                <c:pt idx="140">
                  <c:v>44999.708333333343</c:v>
                </c:pt>
                <c:pt idx="141">
                  <c:v>44999.75</c:v>
                </c:pt>
                <c:pt idx="142">
                  <c:v>44999.791666666657</c:v>
                </c:pt>
                <c:pt idx="143">
                  <c:v>44999.833333333343</c:v>
                </c:pt>
                <c:pt idx="144">
                  <c:v>44999.875</c:v>
                </c:pt>
                <c:pt idx="145">
                  <c:v>44999.916666666657</c:v>
                </c:pt>
                <c:pt idx="146">
                  <c:v>44999.958333333343</c:v>
                </c:pt>
                <c:pt idx="147">
                  <c:v>45000</c:v>
                </c:pt>
                <c:pt idx="148">
                  <c:v>45000.041666666657</c:v>
                </c:pt>
                <c:pt idx="149">
                  <c:v>45000.083333333343</c:v>
                </c:pt>
                <c:pt idx="150">
                  <c:v>45000.125</c:v>
                </c:pt>
                <c:pt idx="151">
                  <c:v>45000.166666666657</c:v>
                </c:pt>
                <c:pt idx="152">
                  <c:v>45000.208333333343</c:v>
                </c:pt>
                <c:pt idx="153">
                  <c:v>45000.25</c:v>
                </c:pt>
                <c:pt idx="154">
                  <c:v>45000.291666666657</c:v>
                </c:pt>
                <c:pt idx="155">
                  <c:v>45000.333333333343</c:v>
                </c:pt>
                <c:pt idx="156">
                  <c:v>45000.375</c:v>
                </c:pt>
                <c:pt idx="157">
                  <c:v>45000.416666666657</c:v>
                </c:pt>
                <c:pt idx="158">
                  <c:v>45000.458333333343</c:v>
                </c:pt>
                <c:pt idx="159">
                  <c:v>45000.5</c:v>
                </c:pt>
                <c:pt idx="160">
                  <c:v>45000.541666666657</c:v>
                </c:pt>
                <c:pt idx="161">
                  <c:v>45000.583333333343</c:v>
                </c:pt>
                <c:pt idx="162">
                  <c:v>45000.625</c:v>
                </c:pt>
                <c:pt idx="163">
                  <c:v>45000.666666666657</c:v>
                </c:pt>
                <c:pt idx="164">
                  <c:v>45000.708333333343</c:v>
                </c:pt>
                <c:pt idx="165">
                  <c:v>45000.75</c:v>
                </c:pt>
                <c:pt idx="166">
                  <c:v>45000.791666666657</c:v>
                </c:pt>
                <c:pt idx="167">
                  <c:v>45000.833333333343</c:v>
                </c:pt>
                <c:pt idx="168">
                  <c:v>45000.875</c:v>
                </c:pt>
                <c:pt idx="169">
                  <c:v>45000.916666666657</c:v>
                </c:pt>
                <c:pt idx="170">
                  <c:v>45000.958333333343</c:v>
                </c:pt>
                <c:pt idx="171">
                  <c:v>45001</c:v>
                </c:pt>
                <c:pt idx="172">
                  <c:v>45001.041666666657</c:v>
                </c:pt>
                <c:pt idx="173">
                  <c:v>45001.083333333343</c:v>
                </c:pt>
                <c:pt idx="174">
                  <c:v>45001.125</c:v>
                </c:pt>
                <c:pt idx="175">
                  <c:v>45001.166666666657</c:v>
                </c:pt>
                <c:pt idx="176">
                  <c:v>45001.208333333343</c:v>
                </c:pt>
                <c:pt idx="177">
                  <c:v>45001.25</c:v>
                </c:pt>
                <c:pt idx="178">
                  <c:v>45001.291666666657</c:v>
                </c:pt>
                <c:pt idx="179">
                  <c:v>45001.333333333343</c:v>
                </c:pt>
                <c:pt idx="180">
                  <c:v>45001.375</c:v>
                </c:pt>
                <c:pt idx="181">
                  <c:v>45001.416666666657</c:v>
                </c:pt>
                <c:pt idx="182">
                  <c:v>45001.458333333343</c:v>
                </c:pt>
                <c:pt idx="183">
                  <c:v>45001.5</c:v>
                </c:pt>
                <c:pt idx="184">
                  <c:v>45001.541666666657</c:v>
                </c:pt>
                <c:pt idx="185">
                  <c:v>45001.583333333343</c:v>
                </c:pt>
                <c:pt idx="186">
                  <c:v>45001.625</c:v>
                </c:pt>
                <c:pt idx="187">
                  <c:v>45001.666666666657</c:v>
                </c:pt>
                <c:pt idx="188">
                  <c:v>45001.708333333343</c:v>
                </c:pt>
                <c:pt idx="189">
                  <c:v>45001.75</c:v>
                </c:pt>
                <c:pt idx="190">
                  <c:v>45001.791666666657</c:v>
                </c:pt>
                <c:pt idx="191">
                  <c:v>45001.833333333343</c:v>
                </c:pt>
                <c:pt idx="192">
                  <c:v>45001.875</c:v>
                </c:pt>
                <c:pt idx="193">
                  <c:v>45001.916666666657</c:v>
                </c:pt>
                <c:pt idx="194">
                  <c:v>45001.958333333343</c:v>
                </c:pt>
                <c:pt idx="195">
                  <c:v>45002</c:v>
                </c:pt>
                <c:pt idx="196">
                  <c:v>45002.041666666657</c:v>
                </c:pt>
                <c:pt idx="197">
                  <c:v>45002.083333333343</c:v>
                </c:pt>
                <c:pt idx="198">
                  <c:v>45002.125</c:v>
                </c:pt>
                <c:pt idx="199">
                  <c:v>45002.166666666657</c:v>
                </c:pt>
                <c:pt idx="200">
                  <c:v>45002.208333333343</c:v>
                </c:pt>
                <c:pt idx="201">
                  <c:v>45002.25</c:v>
                </c:pt>
                <c:pt idx="202">
                  <c:v>45002.291666666657</c:v>
                </c:pt>
                <c:pt idx="203">
                  <c:v>45002.333333333343</c:v>
                </c:pt>
                <c:pt idx="204">
                  <c:v>45002.375</c:v>
                </c:pt>
                <c:pt idx="205">
                  <c:v>45002.416666666657</c:v>
                </c:pt>
                <c:pt idx="206">
                  <c:v>45002.458333333343</c:v>
                </c:pt>
                <c:pt idx="207">
                  <c:v>45002.5</c:v>
                </c:pt>
                <c:pt idx="208">
                  <c:v>45002.541666666657</c:v>
                </c:pt>
                <c:pt idx="209">
                  <c:v>45002.583333333343</c:v>
                </c:pt>
                <c:pt idx="210">
                  <c:v>45002.625</c:v>
                </c:pt>
                <c:pt idx="211">
                  <c:v>45002.666666666657</c:v>
                </c:pt>
                <c:pt idx="212">
                  <c:v>45002.708333333343</c:v>
                </c:pt>
                <c:pt idx="213">
                  <c:v>45002.75</c:v>
                </c:pt>
                <c:pt idx="214">
                  <c:v>45002.791666666657</c:v>
                </c:pt>
                <c:pt idx="215">
                  <c:v>45002.833333333343</c:v>
                </c:pt>
                <c:pt idx="216">
                  <c:v>45002.875</c:v>
                </c:pt>
                <c:pt idx="217">
                  <c:v>45002.916666666657</c:v>
                </c:pt>
                <c:pt idx="218">
                  <c:v>45002.958333333343</c:v>
                </c:pt>
                <c:pt idx="219">
                  <c:v>45003</c:v>
                </c:pt>
                <c:pt idx="220">
                  <c:v>45003.041666666657</c:v>
                </c:pt>
                <c:pt idx="221">
                  <c:v>45003.083333333343</c:v>
                </c:pt>
                <c:pt idx="222">
                  <c:v>45003.125</c:v>
                </c:pt>
                <c:pt idx="223">
                  <c:v>45003.166666666657</c:v>
                </c:pt>
                <c:pt idx="224">
                  <c:v>45003.208333333343</c:v>
                </c:pt>
                <c:pt idx="225">
                  <c:v>45003.25</c:v>
                </c:pt>
                <c:pt idx="226">
                  <c:v>45003.291666666657</c:v>
                </c:pt>
                <c:pt idx="227">
                  <c:v>45003.333333333343</c:v>
                </c:pt>
                <c:pt idx="228">
                  <c:v>45003.375</c:v>
                </c:pt>
                <c:pt idx="229">
                  <c:v>45003.416666666657</c:v>
                </c:pt>
                <c:pt idx="230">
                  <c:v>45003.458333333343</c:v>
                </c:pt>
                <c:pt idx="231">
                  <c:v>45003.5</c:v>
                </c:pt>
                <c:pt idx="232">
                  <c:v>45003.541666666657</c:v>
                </c:pt>
                <c:pt idx="233">
                  <c:v>45003.583333333343</c:v>
                </c:pt>
                <c:pt idx="234">
                  <c:v>45003.625</c:v>
                </c:pt>
                <c:pt idx="235">
                  <c:v>45003.666666666657</c:v>
                </c:pt>
                <c:pt idx="236">
                  <c:v>45003.708333333343</c:v>
                </c:pt>
                <c:pt idx="237">
                  <c:v>45003.75</c:v>
                </c:pt>
                <c:pt idx="238">
                  <c:v>45003.791666666657</c:v>
                </c:pt>
                <c:pt idx="239">
                  <c:v>45003.833333333343</c:v>
                </c:pt>
                <c:pt idx="240">
                  <c:v>45003.875</c:v>
                </c:pt>
                <c:pt idx="241">
                  <c:v>45003.916666666657</c:v>
                </c:pt>
                <c:pt idx="242">
                  <c:v>45003.958333333343</c:v>
                </c:pt>
                <c:pt idx="243">
                  <c:v>45004</c:v>
                </c:pt>
                <c:pt idx="244">
                  <c:v>45004.041666666657</c:v>
                </c:pt>
                <c:pt idx="245">
                  <c:v>45004.083333333343</c:v>
                </c:pt>
                <c:pt idx="246">
                  <c:v>45004.125</c:v>
                </c:pt>
                <c:pt idx="247">
                  <c:v>45004.166666666657</c:v>
                </c:pt>
                <c:pt idx="248">
                  <c:v>45004.208333333343</c:v>
                </c:pt>
                <c:pt idx="249">
                  <c:v>45004.25</c:v>
                </c:pt>
                <c:pt idx="250">
                  <c:v>45004.291666666657</c:v>
                </c:pt>
                <c:pt idx="251">
                  <c:v>45004.333333333343</c:v>
                </c:pt>
                <c:pt idx="252">
                  <c:v>45004.375</c:v>
                </c:pt>
                <c:pt idx="253">
                  <c:v>45004.416666666657</c:v>
                </c:pt>
                <c:pt idx="254">
                  <c:v>45004.458333333343</c:v>
                </c:pt>
                <c:pt idx="255">
                  <c:v>45004.5</c:v>
                </c:pt>
                <c:pt idx="256">
                  <c:v>45004.541666666657</c:v>
                </c:pt>
                <c:pt idx="257">
                  <c:v>45004.583333333343</c:v>
                </c:pt>
                <c:pt idx="258">
                  <c:v>45004.625</c:v>
                </c:pt>
                <c:pt idx="259">
                  <c:v>45004.666666666657</c:v>
                </c:pt>
                <c:pt idx="260">
                  <c:v>45004.708333333343</c:v>
                </c:pt>
                <c:pt idx="261">
                  <c:v>45004.75</c:v>
                </c:pt>
                <c:pt idx="262">
                  <c:v>45004.791666666657</c:v>
                </c:pt>
                <c:pt idx="263">
                  <c:v>45004.833333333343</c:v>
                </c:pt>
                <c:pt idx="264">
                  <c:v>45004.875</c:v>
                </c:pt>
                <c:pt idx="265">
                  <c:v>45004.916666666657</c:v>
                </c:pt>
                <c:pt idx="266">
                  <c:v>45004.958333333343</c:v>
                </c:pt>
                <c:pt idx="267">
                  <c:v>45005</c:v>
                </c:pt>
                <c:pt idx="268">
                  <c:v>45005.041666666657</c:v>
                </c:pt>
                <c:pt idx="269">
                  <c:v>45005.083333333343</c:v>
                </c:pt>
                <c:pt idx="270">
                  <c:v>45005.125</c:v>
                </c:pt>
                <c:pt idx="271">
                  <c:v>45005.166666666657</c:v>
                </c:pt>
                <c:pt idx="272">
                  <c:v>45005.208333333343</c:v>
                </c:pt>
                <c:pt idx="273">
                  <c:v>45005.25</c:v>
                </c:pt>
                <c:pt idx="274">
                  <c:v>45005.291666666657</c:v>
                </c:pt>
                <c:pt idx="275">
                  <c:v>45005.333333333343</c:v>
                </c:pt>
                <c:pt idx="276">
                  <c:v>45005.375</c:v>
                </c:pt>
                <c:pt idx="277">
                  <c:v>45005.416666666657</c:v>
                </c:pt>
                <c:pt idx="278">
                  <c:v>45005.458333333343</c:v>
                </c:pt>
                <c:pt idx="279">
                  <c:v>45005.5</c:v>
                </c:pt>
                <c:pt idx="280">
                  <c:v>45005.541666666657</c:v>
                </c:pt>
                <c:pt idx="281">
                  <c:v>45005.583333333343</c:v>
                </c:pt>
                <c:pt idx="282">
                  <c:v>45005.625</c:v>
                </c:pt>
                <c:pt idx="283">
                  <c:v>45005.666666666657</c:v>
                </c:pt>
                <c:pt idx="284">
                  <c:v>45005.708333333343</c:v>
                </c:pt>
                <c:pt idx="285">
                  <c:v>45005.75</c:v>
                </c:pt>
                <c:pt idx="286">
                  <c:v>45005.791666666657</c:v>
                </c:pt>
                <c:pt idx="287">
                  <c:v>45005.833333333343</c:v>
                </c:pt>
                <c:pt idx="288">
                  <c:v>45005.875</c:v>
                </c:pt>
                <c:pt idx="289">
                  <c:v>45005.916666666657</c:v>
                </c:pt>
                <c:pt idx="290">
                  <c:v>45005.958333333343</c:v>
                </c:pt>
                <c:pt idx="291">
                  <c:v>45006</c:v>
                </c:pt>
                <c:pt idx="292">
                  <c:v>45006.041666666657</c:v>
                </c:pt>
                <c:pt idx="293">
                  <c:v>45006.083333333343</c:v>
                </c:pt>
                <c:pt idx="294">
                  <c:v>45006.125</c:v>
                </c:pt>
                <c:pt idx="295">
                  <c:v>45006.166666666657</c:v>
                </c:pt>
                <c:pt idx="296">
                  <c:v>45006.208333333343</c:v>
                </c:pt>
                <c:pt idx="297">
                  <c:v>45006.25</c:v>
                </c:pt>
                <c:pt idx="298">
                  <c:v>45006.291666666657</c:v>
                </c:pt>
                <c:pt idx="299">
                  <c:v>45006.333333333343</c:v>
                </c:pt>
                <c:pt idx="300">
                  <c:v>45006.375</c:v>
                </c:pt>
                <c:pt idx="301">
                  <c:v>45006.416666666657</c:v>
                </c:pt>
                <c:pt idx="302">
                  <c:v>45006.458333333343</c:v>
                </c:pt>
                <c:pt idx="303">
                  <c:v>45006.5</c:v>
                </c:pt>
                <c:pt idx="304">
                  <c:v>45006.541666666657</c:v>
                </c:pt>
                <c:pt idx="305">
                  <c:v>45006.583333333343</c:v>
                </c:pt>
                <c:pt idx="306">
                  <c:v>45006.625</c:v>
                </c:pt>
                <c:pt idx="307">
                  <c:v>45006.666666666657</c:v>
                </c:pt>
                <c:pt idx="308">
                  <c:v>45006.708333333343</c:v>
                </c:pt>
                <c:pt idx="309">
                  <c:v>45006.75</c:v>
                </c:pt>
                <c:pt idx="310">
                  <c:v>45006.791666666657</c:v>
                </c:pt>
                <c:pt idx="311">
                  <c:v>45006.833333333343</c:v>
                </c:pt>
                <c:pt idx="312">
                  <c:v>45006.875</c:v>
                </c:pt>
                <c:pt idx="313">
                  <c:v>45006.916666666657</c:v>
                </c:pt>
                <c:pt idx="314">
                  <c:v>45006.958333333343</c:v>
                </c:pt>
                <c:pt idx="315">
                  <c:v>45007</c:v>
                </c:pt>
                <c:pt idx="316">
                  <c:v>45007.041666666657</c:v>
                </c:pt>
                <c:pt idx="317">
                  <c:v>45007.083333333343</c:v>
                </c:pt>
                <c:pt idx="318">
                  <c:v>45007.125</c:v>
                </c:pt>
                <c:pt idx="319">
                  <c:v>45007.166666666657</c:v>
                </c:pt>
                <c:pt idx="320">
                  <c:v>45007.208333333343</c:v>
                </c:pt>
                <c:pt idx="321">
                  <c:v>45007.25</c:v>
                </c:pt>
                <c:pt idx="322">
                  <c:v>45007.291666666657</c:v>
                </c:pt>
                <c:pt idx="323">
                  <c:v>45007.333333333343</c:v>
                </c:pt>
                <c:pt idx="324">
                  <c:v>45007.375</c:v>
                </c:pt>
                <c:pt idx="325">
                  <c:v>45007.416666666657</c:v>
                </c:pt>
                <c:pt idx="326">
                  <c:v>45007.458333333343</c:v>
                </c:pt>
                <c:pt idx="327">
                  <c:v>45007.5</c:v>
                </c:pt>
                <c:pt idx="328">
                  <c:v>45007.541666666657</c:v>
                </c:pt>
                <c:pt idx="329">
                  <c:v>45007.583333333343</c:v>
                </c:pt>
                <c:pt idx="330">
                  <c:v>45007.625</c:v>
                </c:pt>
                <c:pt idx="331">
                  <c:v>45007.666666666657</c:v>
                </c:pt>
                <c:pt idx="332">
                  <c:v>45007.708333333343</c:v>
                </c:pt>
                <c:pt idx="333">
                  <c:v>45007.75</c:v>
                </c:pt>
                <c:pt idx="334">
                  <c:v>45007.791666666657</c:v>
                </c:pt>
                <c:pt idx="335">
                  <c:v>45007.833333333343</c:v>
                </c:pt>
                <c:pt idx="336">
                  <c:v>45007.875</c:v>
                </c:pt>
                <c:pt idx="337">
                  <c:v>45007.916666666657</c:v>
                </c:pt>
                <c:pt idx="338">
                  <c:v>45007.958333333343</c:v>
                </c:pt>
                <c:pt idx="339">
                  <c:v>45008</c:v>
                </c:pt>
                <c:pt idx="340">
                  <c:v>45008.041666666657</c:v>
                </c:pt>
                <c:pt idx="341">
                  <c:v>45008.083333333343</c:v>
                </c:pt>
                <c:pt idx="342">
                  <c:v>45008.125</c:v>
                </c:pt>
                <c:pt idx="343">
                  <c:v>45008.166666666657</c:v>
                </c:pt>
                <c:pt idx="344">
                  <c:v>45008.208333333343</c:v>
                </c:pt>
                <c:pt idx="345">
                  <c:v>45008.25</c:v>
                </c:pt>
                <c:pt idx="346">
                  <c:v>45008.291666666657</c:v>
                </c:pt>
                <c:pt idx="347">
                  <c:v>45008.333333333343</c:v>
                </c:pt>
                <c:pt idx="348">
                  <c:v>45008.375</c:v>
                </c:pt>
                <c:pt idx="349">
                  <c:v>45008.416666666657</c:v>
                </c:pt>
                <c:pt idx="350">
                  <c:v>45008.458333333343</c:v>
                </c:pt>
                <c:pt idx="351">
                  <c:v>45008.5</c:v>
                </c:pt>
                <c:pt idx="352">
                  <c:v>45008.541666666657</c:v>
                </c:pt>
                <c:pt idx="353">
                  <c:v>45008.583333333343</c:v>
                </c:pt>
                <c:pt idx="354">
                  <c:v>45008.625</c:v>
                </c:pt>
                <c:pt idx="355">
                  <c:v>45008.666666666657</c:v>
                </c:pt>
                <c:pt idx="356">
                  <c:v>45008.708333333343</c:v>
                </c:pt>
                <c:pt idx="357">
                  <c:v>45008.75</c:v>
                </c:pt>
                <c:pt idx="358">
                  <c:v>45008.791666666657</c:v>
                </c:pt>
                <c:pt idx="359">
                  <c:v>45008.833333333343</c:v>
                </c:pt>
                <c:pt idx="360">
                  <c:v>45008.875</c:v>
                </c:pt>
                <c:pt idx="361">
                  <c:v>45008.916666666657</c:v>
                </c:pt>
                <c:pt idx="362">
                  <c:v>45008.958333333343</c:v>
                </c:pt>
                <c:pt idx="363">
                  <c:v>45009</c:v>
                </c:pt>
                <c:pt idx="364">
                  <c:v>45009.041666666657</c:v>
                </c:pt>
                <c:pt idx="365">
                  <c:v>45009.083333333343</c:v>
                </c:pt>
                <c:pt idx="366">
                  <c:v>45009.125</c:v>
                </c:pt>
                <c:pt idx="367">
                  <c:v>45009.166666666657</c:v>
                </c:pt>
                <c:pt idx="368">
                  <c:v>45009.208333333343</c:v>
                </c:pt>
                <c:pt idx="369">
                  <c:v>45009.25</c:v>
                </c:pt>
                <c:pt idx="370">
                  <c:v>45009.291666666657</c:v>
                </c:pt>
                <c:pt idx="371">
                  <c:v>45009.333333333343</c:v>
                </c:pt>
                <c:pt idx="372">
                  <c:v>45009.375</c:v>
                </c:pt>
                <c:pt idx="373">
                  <c:v>45009.416666666657</c:v>
                </c:pt>
                <c:pt idx="374">
                  <c:v>45009.458333333343</c:v>
                </c:pt>
                <c:pt idx="375">
                  <c:v>45009.5</c:v>
                </c:pt>
                <c:pt idx="376">
                  <c:v>45009.541666666657</c:v>
                </c:pt>
                <c:pt idx="377">
                  <c:v>45009.583333333343</c:v>
                </c:pt>
                <c:pt idx="378">
                  <c:v>45009.625</c:v>
                </c:pt>
                <c:pt idx="379">
                  <c:v>45009.666666666657</c:v>
                </c:pt>
                <c:pt idx="380">
                  <c:v>45009.708333333343</c:v>
                </c:pt>
                <c:pt idx="381">
                  <c:v>45009.75</c:v>
                </c:pt>
                <c:pt idx="382">
                  <c:v>45009.791666666657</c:v>
                </c:pt>
                <c:pt idx="383">
                  <c:v>45009.833333333343</c:v>
                </c:pt>
                <c:pt idx="384">
                  <c:v>45009.875</c:v>
                </c:pt>
                <c:pt idx="385">
                  <c:v>45009.916666666657</c:v>
                </c:pt>
                <c:pt idx="386">
                  <c:v>45009.958333333343</c:v>
                </c:pt>
                <c:pt idx="387">
                  <c:v>45010</c:v>
                </c:pt>
                <c:pt idx="388">
                  <c:v>45010.041666666657</c:v>
                </c:pt>
                <c:pt idx="389">
                  <c:v>45010.083333333343</c:v>
                </c:pt>
                <c:pt idx="390">
                  <c:v>45010.125</c:v>
                </c:pt>
                <c:pt idx="391">
                  <c:v>45010.166666666657</c:v>
                </c:pt>
                <c:pt idx="392">
                  <c:v>45010.208333333343</c:v>
                </c:pt>
                <c:pt idx="393">
                  <c:v>45010.25</c:v>
                </c:pt>
                <c:pt idx="394">
                  <c:v>45010.291666666657</c:v>
                </c:pt>
                <c:pt idx="395">
                  <c:v>45010.333333333343</c:v>
                </c:pt>
                <c:pt idx="396">
                  <c:v>45010.375</c:v>
                </c:pt>
                <c:pt idx="397">
                  <c:v>45010.416666666657</c:v>
                </c:pt>
                <c:pt idx="398">
                  <c:v>45010.458333333343</c:v>
                </c:pt>
                <c:pt idx="399">
                  <c:v>45010.5</c:v>
                </c:pt>
                <c:pt idx="400">
                  <c:v>45010.541666666657</c:v>
                </c:pt>
                <c:pt idx="401">
                  <c:v>45010.583333333343</c:v>
                </c:pt>
                <c:pt idx="402">
                  <c:v>45010.625</c:v>
                </c:pt>
                <c:pt idx="403">
                  <c:v>45010.666666666657</c:v>
                </c:pt>
                <c:pt idx="404">
                  <c:v>45010.708333333343</c:v>
                </c:pt>
                <c:pt idx="405">
                  <c:v>45010.75</c:v>
                </c:pt>
                <c:pt idx="406">
                  <c:v>45010.791666666657</c:v>
                </c:pt>
                <c:pt idx="407">
                  <c:v>45010.833333333343</c:v>
                </c:pt>
                <c:pt idx="408">
                  <c:v>45010.875</c:v>
                </c:pt>
                <c:pt idx="409">
                  <c:v>45010.916666666657</c:v>
                </c:pt>
                <c:pt idx="410">
                  <c:v>45010.958333333343</c:v>
                </c:pt>
                <c:pt idx="411">
                  <c:v>45011</c:v>
                </c:pt>
                <c:pt idx="412">
                  <c:v>45011.041666666657</c:v>
                </c:pt>
                <c:pt idx="413">
                  <c:v>45011.083333333343</c:v>
                </c:pt>
                <c:pt idx="414">
                  <c:v>45011.125</c:v>
                </c:pt>
                <c:pt idx="415">
                  <c:v>45011.166666666657</c:v>
                </c:pt>
                <c:pt idx="416">
                  <c:v>45011.208333333343</c:v>
                </c:pt>
                <c:pt idx="417">
                  <c:v>45011.25</c:v>
                </c:pt>
                <c:pt idx="418">
                  <c:v>45011.291666666657</c:v>
                </c:pt>
                <c:pt idx="419">
                  <c:v>45011.333333333343</c:v>
                </c:pt>
                <c:pt idx="420">
                  <c:v>45011.375</c:v>
                </c:pt>
                <c:pt idx="421">
                  <c:v>45011.416666666657</c:v>
                </c:pt>
                <c:pt idx="422">
                  <c:v>45011.458333333343</c:v>
                </c:pt>
                <c:pt idx="423">
                  <c:v>45011.5</c:v>
                </c:pt>
                <c:pt idx="424">
                  <c:v>45011.541666666657</c:v>
                </c:pt>
                <c:pt idx="425">
                  <c:v>45011.583333333343</c:v>
                </c:pt>
                <c:pt idx="426">
                  <c:v>45011.625</c:v>
                </c:pt>
                <c:pt idx="427">
                  <c:v>45011.666666666657</c:v>
                </c:pt>
                <c:pt idx="428">
                  <c:v>45011.708333333343</c:v>
                </c:pt>
                <c:pt idx="429">
                  <c:v>45011.75</c:v>
                </c:pt>
                <c:pt idx="430">
                  <c:v>45011.791666666657</c:v>
                </c:pt>
                <c:pt idx="431">
                  <c:v>45011.833333333343</c:v>
                </c:pt>
                <c:pt idx="432">
                  <c:v>45011.875</c:v>
                </c:pt>
                <c:pt idx="433">
                  <c:v>45011.916666666657</c:v>
                </c:pt>
                <c:pt idx="434">
                  <c:v>45011.958333333343</c:v>
                </c:pt>
                <c:pt idx="435">
                  <c:v>45012</c:v>
                </c:pt>
                <c:pt idx="436">
                  <c:v>45012.041666666657</c:v>
                </c:pt>
                <c:pt idx="437">
                  <c:v>45012.083333333343</c:v>
                </c:pt>
                <c:pt idx="438">
                  <c:v>45012.125</c:v>
                </c:pt>
                <c:pt idx="439">
                  <c:v>45012.166666666657</c:v>
                </c:pt>
                <c:pt idx="440">
                  <c:v>45012.208333333343</c:v>
                </c:pt>
                <c:pt idx="441">
                  <c:v>45012.25</c:v>
                </c:pt>
                <c:pt idx="442">
                  <c:v>45012.291666666657</c:v>
                </c:pt>
                <c:pt idx="443">
                  <c:v>45012.333333333343</c:v>
                </c:pt>
                <c:pt idx="444">
                  <c:v>45012.375</c:v>
                </c:pt>
                <c:pt idx="445">
                  <c:v>45012.416666666657</c:v>
                </c:pt>
                <c:pt idx="446">
                  <c:v>45012.458333333343</c:v>
                </c:pt>
                <c:pt idx="447">
                  <c:v>45012.5</c:v>
                </c:pt>
                <c:pt idx="448">
                  <c:v>45012.541666666657</c:v>
                </c:pt>
                <c:pt idx="449">
                  <c:v>45012.583333333343</c:v>
                </c:pt>
                <c:pt idx="450">
                  <c:v>45012.625</c:v>
                </c:pt>
                <c:pt idx="451">
                  <c:v>45012.666666666657</c:v>
                </c:pt>
                <c:pt idx="452">
                  <c:v>45012.708333333343</c:v>
                </c:pt>
                <c:pt idx="453">
                  <c:v>45012.75</c:v>
                </c:pt>
                <c:pt idx="454">
                  <c:v>45012.791666666657</c:v>
                </c:pt>
                <c:pt idx="455">
                  <c:v>45012.833333333343</c:v>
                </c:pt>
                <c:pt idx="456">
                  <c:v>45012.875</c:v>
                </c:pt>
                <c:pt idx="457">
                  <c:v>45012.916666666657</c:v>
                </c:pt>
                <c:pt idx="458">
                  <c:v>45012.958333333343</c:v>
                </c:pt>
                <c:pt idx="459">
                  <c:v>45013</c:v>
                </c:pt>
                <c:pt idx="460">
                  <c:v>45013.041666666657</c:v>
                </c:pt>
                <c:pt idx="461">
                  <c:v>45013.083333333343</c:v>
                </c:pt>
                <c:pt idx="462">
                  <c:v>45013.125</c:v>
                </c:pt>
                <c:pt idx="463">
                  <c:v>45013.166666666657</c:v>
                </c:pt>
                <c:pt idx="464">
                  <c:v>45013.208333333343</c:v>
                </c:pt>
                <c:pt idx="465">
                  <c:v>45013.25</c:v>
                </c:pt>
                <c:pt idx="466">
                  <c:v>45013.291666666657</c:v>
                </c:pt>
                <c:pt idx="467">
                  <c:v>45013.333333333343</c:v>
                </c:pt>
                <c:pt idx="468">
                  <c:v>45013.375</c:v>
                </c:pt>
                <c:pt idx="469">
                  <c:v>45013.416666666657</c:v>
                </c:pt>
                <c:pt idx="470">
                  <c:v>45013.458333333343</c:v>
                </c:pt>
                <c:pt idx="471">
                  <c:v>45013.5</c:v>
                </c:pt>
                <c:pt idx="472">
                  <c:v>45013.541666666657</c:v>
                </c:pt>
                <c:pt idx="473">
                  <c:v>45013.583333333343</c:v>
                </c:pt>
                <c:pt idx="474">
                  <c:v>45013.625</c:v>
                </c:pt>
                <c:pt idx="475">
                  <c:v>45013.666666666657</c:v>
                </c:pt>
                <c:pt idx="476">
                  <c:v>45013.708333333343</c:v>
                </c:pt>
                <c:pt idx="477">
                  <c:v>45013.75</c:v>
                </c:pt>
                <c:pt idx="478">
                  <c:v>45013.791666666657</c:v>
                </c:pt>
                <c:pt idx="479">
                  <c:v>45013.833333333343</c:v>
                </c:pt>
                <c:pt idx="480">
                  <c:v>45013.875</c:v>
                </c:pt>
                <c:pt idx="481">
                  <c:v>45013.916666666657</c:v>
                </c:pt>
                <c:pt idx="482">
                  <c:v>45013.958333333343</c:v>
                </c:pt>
                <c:pt idx="483">
                  <c:v>45014</c:v>
                </c:pt>
                <c:pt idx="484">
                  <c:v>45014.041666666657</c:v>
                </c:pt>
                <c:pt idx="485">
                  <c:v>45014.083333333343</c:v>
                </c:pt>
                <c:pt idx="486">
                  <c:v>45014.125</c:v>
                </c:pt>
                <c:pt idx="487">
                  <c:v>45014.166666666657</c:v>
                </c:pt>
                <c:pt idx="488">
                  <c:v>45014.208333333343</c:v>
                </c:pt>
                <c:pt idx="489">
                  <c:v>45014.25</c:v>
                </c:pt>
                <c:pt idx="490">
                  <c:v>45014.291666666657</c:v>
                </c:pt>
                <c:pt idx="491">
                  <c:v>45014.333333333343</c:v>
                </c:pt>
                <c:pt idx="492">
                  <c:v>45014.375</c:v>
                </c:pt>
                <c:pt idx="493">
                  <c:v>45014.416666666657</c:v>
                </c:pt>
                <c:pt idx="494">
                  <c:v>45014.458333333343</c:v>
                </c:pt>
                <c:pt idx="495">
                  <c:v>45014.5</c:v>
                </c:pt>
                <c:pt idx="496">
                  <c:v>45014.541666666657</c:v>
                </c:pt>
                <c:pt idx="497">
                  <c:v>45014.583333333343</c:v>
                </c:pt>
                <c:pt idx="498">
                  <c:v>45014.625</c:v>
                </c:pt>
                <c:pt idx="499">
                  <c:v>45014.666666666657</c:v>
                </c:pt>
                <c:pt idx="500">
                  <c:v>45014.708333333343</c:v>
                </c:pt>
                <c:pt idx="501">
                  <c:v>45014.75</c:v>
                </c:pt>
                <c:pt idx="502">
                  <c:v>45014.791666666657</c:v>
                </c:pt>
                <c:pt idx="503">
                  <c:v>45014.833333333343</c:v>
                </c:pt>
                <c:pt idx="504">
                  <c:v>45014.875</c:v>
                </c:pt>
                <c:pt idx="505">
                  <c:v>45014.916666666657</c:v>
                </c:pt>
                <c:pt idx="506">
                  <c:v>45014.958333333343</c:v>
                </c:pt>
                <c:pt idx="507">
                  <c:v>45015</c:v>
                </c:pt>
                <c:pt idx="508">
                  <c:v>45015.041666666657</c:v>
                </c:pt>
                <c:pt idx="509">
                  <c:v>45015.083333333343</c:v>
                </c:pt>
                <c:pt idx="510">
                  <c:v>45015.125</c:v>
                </c:pt>
                <c:pt idx="511">
                  <c:v>45015.166666666657</c:v>
                </c:pt>
                <c:pt idx="512">
                  <c:v>45015.208333333343</c:v>
                </c:pt>
                <c:pt idx="513">
                  <c:v>45015.25</c:v>
                </c:pt>
                <c:pt idx="514">
                  <c:v>45015.291666666657</c:v>
                </c:pt>
                <c:pt idx="515">
                  <c:v>45015.333333333343</c:v>
                </c:pt>
                <c:pt idx="516">
                  <c:v>45015.375</c:v>
                </c:pt>
                <c:pt idx="517">
                  <c:v>45015.416666666657</c:v>
                </c:pt>
                <c:pt idx="518">
                  <c:v>45015.458333333343</c:v>
                </c:pt>
                <c:pt idx="519">
                  <c:v>45015.5</c:v>
                </c:pt>
                <c:pt idx="520">
                  <c:v>45015.541666666657</c:v>
                </c:pt>
                <c:pt idx="521">
                  <c:v>45015.583333333343</c:v>
                </c:pt>
                <c:pt idx="522">
                  <c:v>45015.625</c:v>
                </c:pt>
                <c:pt idx="523">
                  <c:v>45015.666666666657</c:v>
                </c:pt>
                <c:pt idx="524">
                  <c:v>45015.708333333343</c:v>
                </c:pt>
                <c:pt idx="525">
                  <c:v>45015.75</c:v>
                </c:pt>
                <c:pt idx="526">
                  <c:v>45015.791666666657</c:v>
                </c:pt>
                <c:pt idx="527">
                  <c:v>45015.833333333343</c:v>
                </c:pt>
                <c:pt idx="528">
                  <c:v>45015.875</c:v>
                </c:pt>
                <c:pt idx="529">
                  <c:v>45015.916666666657</c:v>
                </c:pt>
                <c:pt idx="530">
                  <c:v>45015.958333333343</c:v>
                </c:pt>
                <c:pt idx="531">
                  <c:v>45016</c:v>
                </c:pt>
                <c:pt idx="532">
                  <c:v>45016.041666666657</c:v>
                </c:pt>
                <c:pt idx="533">
                  <c:v>45016.083333333343</c:v>
                </c:pt>
                <c:pt idx="534">
                  <c:v>45016.125</c:v>
                </c:pt>
                <c:pt idx="535">
                  <c:v>45016.166666666657</c:v>
                </c:pt>
                <c:pt idx="536">
                  <c:v>45016.208333333343</c:v>
                </c:pt>
                <c:pt idx="537">
                  <c:v>45016.25</c:v>
                </c:pt>
                <c:pt idx="538">
                  <c:v>45016.291666666657</c:v>
                </c:pt>
                <c:pt idx="539">
                  <c:v>45016.333333333343</c:v>
                </c:pt>
                <c:pt idx="540">
                  <c:v>45016.375</c:v>
                </c:pt>
                <c:pt idx="541">
                  <c:v>45016.416666666657</c:v>
                </c:pt>
                <c:pt idx="542">
                  <c:v>45016.458333333343</c:v>
                </c:pt>
                <c:pt idx="543">
                  <c:v>45016.5</c:v>
                </c:pt>
                <c:pt idx="544">
                  <c:v>45016.541666666657</c:v>
                </c:pt>
                <c:pt idx="545">
                  <c:v>45016.583333333343</c:v>
                </c:pt>
                <c:pt idx="546">
                  <c:v>45016.625</c:v>
                </c:pt>
                <c:pt idx="547">
                  <c:v>45016.666666666657</c:v>
                </c:pt>
                <c:pt idx="548">
                  <c:v>45016.708333333343</c:v>
                </c:pt>
                <c:pt idx="549">
                  <c:v>45016.75</c:v>
                </c:pt>
                <c:pt idx="550">
                  <c:v>45016.791666666657</c:v>
                </c:pt>
                <c:pt idx="551">
                  <c:v>45016.833333333343</c:v>
                </c:pt>
                <c:pt idx="552">
                  <c:v>45016.875</c:v>
                </c:pt>
                <c:pt idx="553">
                  <c:v>45016.916666666657</c:v>
                </c:pt>
                <c:pt idx="554">
                  <c:v>45016.958333333343</c:v>
                </c:pt>
                <c:pt idx="555">
                  <c:v>45017</c:v>
                </c:pt>
                <c:pt idx="556">
                  <c:v>45017.041666666657</c:v>
                </c:pt>
                <c:pt idx="557">
                  <c:v>45017.083333333343</c:v>
                </c:pt>
                <c:pt idx="558">
                  <c:v>45017.125</c:v>
                </c:pt>
                <c:pt idx="559">
                  <c:v>45017.166666666657</c:v>
                </c:pt>
                <c:pt idx="560">
                  <c:v>45017.208333333343</c:v>
                </c:pt>
                <c:pt idx="561">
                  <c:v>45017.25</c:v>
                </c:pt>
                <c:pt idx="562">
                  <c:v>45017.291666666657</c:v>
                </c:pt>
                <c:pt idx="563">
                  <c:v>45017.333333333343</c:v>
                </c:pt>
                <c:pt idx="564">
                  <c:v>45017.375</c:v>
                </c:pt>
                <c:pt idx="565">
                  <c:v>45017.416666666657</c:v>
                </c:pt>
                <c:pt idx="566">
                  <c:v>45017.458333333343</c:v>
                </c:pt>
                <c:pt idx="567">
                  <c:v>45017.5</c:v>
                </c:pt>
                <c:pt idx="568">
                  <c:v>45017.541666666657</c:v>
                </c:pt>
                <c:pt idx="569">
                  <c:v>45017.583333333343</c:v>
                </c:pt>
                <c:pt idx="570">
                  <c:v>45017.625</c:v>
                </c:pt>
                <c:pt idx="571">
                  <c:v>45017.666666666657</c:v>
                </c:pt>
                <c:pt idx="572">
                  <c:v>45017.708333333343</c:v>
                </c:pt>
                <c:pt idx="573">
                  <c:v>45017.75</c:v>
                </c:pt>
                <c:pt idx="574">
                  <c:v>45017.791666666657</c:v>
                </c:pt>
                <c:pt idx="575">
                  <c:v>45017.833333333343</c:v>
                </c:pt>
                <c:pt idx="576">
                  <c:v>45017.875</c:v>
                </c:pt>
                <c:pt idx="577">
                  <c:v>45017.916666666657</c:v>
                </c:pt>
                <c:pt idx="578">
                  <c:v>45017.958333333343</c:v>
                </c:pt>
                <c:pt idx="579">
                  <c:v>45018</c:v>
                </c:pt>
                <c:pt idx="580">
                  <c:v>45018.041666666657</c:v>
                </c:pt>
                <c:pt idx="581">
                  <c:v>45018.083333333343</c:v>
                </c:pt>
                <c:pt idx="582">
                  <c:v>45018.125</c:v>
                </c:pt>
                <c:pt idx="583">
                  <c:v>45018.166666666657</c:v>
                </c:pt>
                <c:pt idx="584">
                  <c:v>45018.208333333343</c:v>
                </c:pt>
                <c:pt idx="585">
                  <c:v>45018.25</c:v>
                </c:pt>
                <c:pt idx="586">
                  <c:v>45018.291666666657</c:v>
                </c:pt>
                <c:pt idx="587">
                  <c:v>45018.333333333343</c:v>
                </c:pt>
                <c:pt idx="588">
                  <c:v>45018.375</c:v>
                </c:pt>
                <c:pt idx="589">
                  <c:v>45018.416666666657</c:v>
                </c:pt>
                <c:pt idx="590">
                  <c:v>45018.458333333343</c:v>
                </c:pt>
                <c:pt idx="591">
                  <c:v>45018.5</c:v>
                </c:pt>
                <c:pt idx="592">
                  <c:v>45018.541666666657</c:v>
                </c:pt>
                <c:pt idx="593">
                  <c:v>45018.583333333343</c:v>
                </c:pt>
                <c:pt idx="594">
                  <c:v>45018.625</c:v>
                </c:pt>
                <c:pt idx="595">
                  <c:v>45018.666666666657</c:v>
                </c:pt>
                <c:pt idx="596">
                  <c:v>45018.708333333343</c:v>
                </c:pt>
                <c:pt idx="597">
                  <c:v>45018.75</c:v>
                </c:pt>
                <c:pt idx="598">
                  <c:v>45018.791666666657</c:v>
                </c:pt>
                <c:pt idx="599">
                  <c:v>45018.833333333343</c:v>
                </c:pt>
                <c:pt idx="600">
                  <c:v>45018.875</c:v>
                </c:pt>
                <c:pt idx="601">
                  <c:v>45018.916666666657</c:v>
                </c:pt>
                <c:pt idx="602">
                  <c:v>45018.958333333343</c:v>
                </c:pt>
                <c:pt idx="603">
                  <c:v>45019</c:v>
                </c:pt>
                <c:pt idx="604">
                  <c:v>45019.041666666657</c:v>
                </c:pt>
                <c:pt idx="605">
                  <c:v>45019.083333333343</c:v>
                </c:pt>
                <c:pt idx="606">
                  <c:v>45019.125</c:v>
                </c:pt>
                <c:pt idx="607">
                  <c:v>45019.166666666657</c:v>
                </c:pt>
                <c:pt idx="608">
                  <c:v>45019.208333333343</c:v>
                </c:pt>
                <c:pt idx="609">
                  <c:v>45019.25</c:v>
                </c:pt>
                <c:pt idx="610">
                  <c:v>45019.291666666657</c:v>
                </c:pt>
                <c:pt idx="611">
                  <c:v>45019.333333333343</c:v>
                </c:pt>
                <c:pt idx="612">
                  <c:v>45019.375</c:v>
                </c:pt>
                <c:pt idx="613">
                  <c:v>45019.416666666657</c:v>
                </c:pt>
                <c:pt idx="614">
                  <c:v>45019.458333333343</c:v>
                </c:pt>
                <c:pt idx="615">
                  <c:v>45019.5</c:v>
                </c:pt>
                <c:pt idx="616">
                  <c:v>45019.541666666657</c:v>
                </c:pt>
                <c:pt idx="617">
                  <c:v>45019.583333333343</c:v>
                </c:pt>
                <c:pt idx="618">
                  <c:v>45019.625</c:v>
                </c:pt>
                <c:pt idx="619">
                  <c:v>45019.666666666657</c:v>
                </c:pt>
                <c:pt idx="620">
                  <c:v>45019.708333333343</c:v>
                </c:pt>
                <c:pt idx="621">
                  <c:v>45019.75</c:v>
                </c:pt>
                <c:pt idx="622">
                  <c:v>45019.791666666657</c:v>
                </c:pt>
                <c:pt idx="623">
                  <c:v>45019.833333333343</c:v>
                </c:pt>
                <c:pt idx="624">
                  <c:v>45019.875</c:v>
                </c:pt>
                <c:pt idx="625">
                  <c:v>45019.916666666657</c:v>
                </c:pt>
                <c:pt idx="626">
                  <c:v>45019.958333333343</c:v>
                </c:pt>
                <c:pt idx="627">
                  <c:v>45020</c:v>
                </c:pt>
                <c:pt idx="628">
                  <c:v>45020.041666666657</c:v>
                </c:pt>
                <c:pt idx="629">
                  <c:v>45020.083333333343</c:v>
                </c:pt>
                <c:pt idx="630">
                  <c:v>45020.125</c:v>
                </c:pt>
                <c:pt idx="631">
                  <c:v>45020.166666666657</c:v>
                </c:pt>
                <c:pt idx="632">
                  <c:v>45020.208333333343</c:v>
                </c:pt>
                <c:pt idx="633">
                  <c:v>45020.25</c:v>
                </c:pt>
                <c:pt idx="634">
                  <c:v>45020.291666666657</c:v>
                </c:pt>
                <c:pt idx="635">
                  <c:v>45020.333333333343</c:v>
                </c:pt>
                <c:pt idx="636">
                  <c:v>45020.375</c:v>
                </c:pt>
                <c:pt idx="637">
                  <c:v>45020.416666666657</c:v>
                </c:pt>
                <c:pt idx="638">
                  <c:v>45020.458333333343</c:v>
                </c:pt>
                <c:pt idx="639">
                  <c:v>45020.5</c:v>
                </c:pt>
                <c:pt idx="640">
                  <c:v>45020.541666666657</c:v>
                </c:pt>
                <c:pt idx="641">
                  <c:v>45020.583333333343</c:v>
                </c:pt>
                <c:pt idx="642">
                  <c:v>45020.625</c:v>
                </c:pt>
                <c:pt idx="643">
                  <c:v>45020.666666666657</c:v>
                </c:pt>
                <c:pt idx="644">
                  <c:v>45020.708333333343</c:v>
                </c:pt>
                <c:pt idx="645">
                  <c:v>45020.75</c:v>
                </c:pt>
                <c:pt idx="646">
                  <c:v>45020.791666666657</c:v>
                </c:pt>
                <c:pt idx="647">
                  <c:v>45020.833333333343</c:v>
                </c:pt>
                <c:pt idx="648">
                  <c:v>45020.875</c:v>
                </c:pt>
                <c:pt idx="649">
                  <c:v>45020.916666666657</c:v>
                </c:pt>
                <c:pt idx="650">
                  <c:v>45020.958333333343</c:v>
                </c:pt>
                <c:pt idx="651">
                  <c:v>45021</c:v>
                </c:pt>
                <c:pt idx="652">
                  <c:v>45021.041666666657</c:v>
                </c:pt>
                <c:pt idx="653">
                  <c:v>45021.083333333343</c:v>
                </c:pt>
                <c:pt idx="654">
                  <c:v>45021.125</c:v>
                </c:pt>
                <c:pt idx="655">
                  <c:v>45021.166666666657</c:v>
                </c:pt>
                <c:pt idx="656">
                  <c:v>45021.208333333343</c:v>
                </c:pt>
                <c:pt idx="657">
                  <c:v>45021.25</c:v>
                </c:pt>
                <c:pt idx="658">
                  <c:v>45021.291666666657</c:v>
                </c:pt>
                <c:pt idx="659">
                  <c:v>45021.333333333343</c:v>
                </c:pt>
                <c:pt idx="660">
                  <c:v>45021.375</c:v>
                </c:pt>
                <c:pt idx="661">
                  <c:v>45021.416666666657</c:v>
                </c:pt>
                <c:pt idx="662">
                  <c:v>45021.458333333343</c:v>
                </c:pt>
                <c:pt idx="663">
                  <c:v>45021.5</c:v>
                </c:pt>
                <c:pt idx="664">
                  <c:v>45021.541666666657</c:v>
                </c:pt>
                <c:pt idx="665">
                  <c:v>45021.583333333343</c:v>
                </c:pt>
                <c:pt idx="666">
                  <c:v>45021.625</c:v>
                </c:pt>
                <c:pt idx="667">
                  <c:v>45021.666666666657</c:v>
                </c:pt>
                <c:pt idx="668">
                  <c:v>45021.708333333343</c:v>
                </c:pt>
                <c:pt idx="669">
                  <c:v>45021.75</c:v>
                </c:pt>
                <c:pt idx="670">
                  <c:v>45021.791666666657</c:v>
                </c:pt>
                <c:pt idx="671">
                  <c:v>45021.833333333343</c:v>
                </c:pt>
                <c:pt idx="672">
                  <c:v>45021.875</c:v>
                </c:pt>
                <c:pt idx="673">
                  <c:v>45021.916666666657</c:v>
                </c:pt>
                <c:pt idx="674">
                  <c:v>45021.958333333343</c:v>
                </c:pt>
                <c:pt idx="675">
                  <c:v>45022</c:v>
                </c:pt>
                <c:pt idx="676">
                  <c:v>45022.041666666657</c:v>
                </c:pt>
                <c:pt idx="677">
                  <c:v>45022.083333333343</c:v>
                </c:pt>
                <c:pt idx="678">
                  <c:v>45022.125</c:v>
                </c:pt>
                <c:pt idx="679">
                  <c:v>45022.166666666657</c:v>
                </c:pt>
                <c:pt idx="680">
                  <c:v>45022.208333333343</c:v>
                </c:pt>
                <c:pt idx="681">
                  <c:v>45022.25</c:v>
                </c:pt>
                <c:pt idx="682">
                  <c:v>45022.291666666657</c:v>
                </c:pt>
                <c:pt idx="683">
                  <c:v>45022.333333333343</c:v>
                </c:pt>
                <c:pt idx="684">
                  <c:v>45022.375</c:v>
                </c:pt>
                <c:pt idx="685">
                  <c:v>45022.416666666657</c:v>
                </c:pt>
                <c:pt idx="686">
                  <c:v>45022.458333333343</c:v>
                </c:pt>
                <c:pt idx="687">
                  <c:v>45022.5</c:v>
                </c:pt>
                <c:pt idx="688">
                  <c:v>45022.541666666657</c:v>
                </c:pt>
                <c:pt idx="689">
                  <c:v>45022.583333333343</c:v>
                </c:pt>
                <c:pt idx="690">
                  <c:v>45022.625</c:v>
                </c:pt>
                <c:pt idx="691">
                  <c:v>45022.666666666657</c:v>
                </c:pt>
                <c:pt idx="692">
                  <c:v>45022.708333333343</c:v>
                </c:pt>
                <c:pt idx="693">
                  <c:v>45022.75</c:v>
                </c:pt>
                <c:pt idx="694">
                  <c:v>45022.791666666657</c:v>
                </c:pt>
                <c:pt idx="695">
                  <c:v>45022.833333333343</c:v>
                </c:pt>
                <c:pt idx="696">
                  <c:v>45022.875</c:v>
                </c:pt>
                <c:pt idx="697">
                  <c:v>45022.916666666657</c:v>
                </c:pt>
                <c:pt idx="698">
                  <c:v>45022.958333333343</c:v>
                </c:pt>
                <c:pt idx="699">
                  <c:v>45023</c:v>
                </c:pt>
                <c:pt idx="700">
                  <c:v>45023.041666666657</c:v>
                </c:pt>
                <c:pt idx="701">
                  <c:v>45023.083333333343</c:v>
                </c:pt>
                <c:pt idx="702">
                  <c:v>45023.125</c:v>
                </c:pt>
                <c:pt idx="703">
                  <c:v>45023.166666666657</c:v>
                </c:pt>
                <c:pt idx="704">
                  <c:v>45023.208333333343</c:v>
                </c:pt>
                <c:pt idx="705">
                  <c:v>45023.25</c:v>
                </c:pt>
                <c:pt idx="706">
                  <c:v>45023.291666666657</c:v>
                </c:pt>
                <c:pt idx="707">
                  <c:v>45023.333333333343</c:v>
                </c:pt>
                <c:pt idx="708">
                  <c:v>45023.375</c:v>
                </c:pt>
                <c:pt idx="709">
                  <c:v>45023.416666666657</c:v>
                </c:pt>
                <c:pt idx="710">
                  <c:v>45023.458333333343</c:v>
                </c:pt>
                <c:pt idx="711">
                  <c:v>45023.5</c:v>
                </c:pt>
                <c:pt idx="712">
                  <c:v>45023.541666666657</c:v>
                </c:pt>
                <c:pt idx="713">
                  <c:v>45023.583333333343</c:v>
                </c:pt>
                <c:pt idx="714">
                  <c:v>45023.625</c:v>
                </c:pt>
                <c:pt idx="715">
                  <c:v>45023.666666666657</c:v>
                </c:pt>
                <c:pt idx="716">
                  <c:v>45023.708333333343</c:v>
                </c:pt>
                <c:pt idx="717">
                  <c:v>45023.75</c:v>
                </c:pt>
                <c:pt idx="718">
                  <c:v>45023.791666666657</c:v>
                </c:pt>
                <c:pt idx="719">
                  <c:v>45023.833333333343</c:v>
                </c:pt>
                <c:pt idx="720">
                  <c:v>45023.875</c:v>
                </c:pt>
                <c:pt idx="721">
                  <c:v>45023.916666666657</c:v>
                </c:pt>
                <c:pt idx="722">
                  <c:v>45023.958333333343</c:v>
                </c:pt>
                <c:pt idx="723">
                  <c:v>45024</c:v>
                </c:pt>
                <c:pt idx="724">
                  <c:v>45024.041666666657</c:v>
                </c:pt>
                <c:pt idx="725">
                  <c:v>45024.083333333343</c:v>
                </c:pt>
                <c:pt idx="726">
                  <c:v>45024.125</c:v>
                </c:pt>
                <c:pt idx="727">
                  <c:v>45024.166666666657</c:v>
                </c:pt>
                <c:pt idx="728">
                  <c:v>45024.208333333343</c:v>
                </c:pt>
                <c:pt idx="729">
                  <c:v>45024.25</c:v>
                </c:pt>
                <c:pt idx="730">
                  <c:v>45024.291666666657</c:v>
                </c:pt>
                <c:pt idx="731">
                  <c:v>45024.333333333343</c:v>
                </c:pt>
                <c:pt idx="732">
                  <c:v>45024.375</c:v>
                </c:pt>
                <c:pt idx="733">
                  <c:v>45024.416666666657</c:v>
                </c:pt>
                <c:pt idx="734">
                  <c:v>45024.458333333343</c:v>
                </c:pt>
                <c:pt idx="735">
                  <c:v>45024.5</c:v>
                </c:pt>
                <c:pt idx="736">
                  <c:v>45024.541666666657</c:v>
                </c:pt>
                <c:pt idx="737">
                  <c:v>45024.583333333343</c:v>
                </c:pt>
                <c:pt idx="738">
                  <c:v>45024.625</c:v>
                </c:pt>
                <c:pt idx="739">
                  <c:v>45024.666666666657</c:v>
                </c:pt>
                <c:pt idx="740">
                  <c:v>45024.708333333343</c:v>
                </c:pt>
                <c:pt idx="741">
                  <c:v>45024.75</c:v>
                </c:pt>
                <c:pt idx="742">
                  <c:v>45024.791666666657</c:v>
                </c:pt>
                <c:pt idx="743">
                  <c:v>45024.833333333343</c:v>
                </c:pt>
                <c:pt idx="744">
                  <c:v>45024.875</c:v>
                </c:pt>
                <c:pt idx="745">
                  <c:v>45024.916666666657</c:v>
                </c:pt>
                <c:pt idx="746">
                  <c:v>45024.958333333343</c:v>
                </c:pt>
                <c:pt idx="747">
                  <c:v>45025</c:v>
                </c:pt>
                <c:pt idx="748">
                  <c:v>45025.041666666657</c:v>
                </c:pt>
                <c:pt idx="749">
                  <c:v>45025.083333333343</c:v>
                </c:pt>
                <c:pt idx="750">
                  <c:v>45025.125</c:v>
                </c:pt>
                <c:pt idx="751">
                  <c:v>45025.166666666657</c:v>
                </c:pt>
                <c:pt idx="752">
                  <c:v>45025.208333333343</c:v>
                </c:pt>
                <c:pt idx="753">
                  <c:v>45025.25</c:v>
                </c:pt>
                <c:pt idx="754">
                  <c:v>45025.291666666657</c:v>
                </c:pt>
                <c:pt idx="755">
                  <c:v>45025.333333333343</c:v>
                </c:pt>
                <c:pt idx="756">
                  <c:v>45025.375</c:v>
                </c:pt>
                <c:pt idx="757">
                  <c:v>45025.416666666657</c:v>
                </c:pt>
                <c:pt idx="758">
                  <c:v>45025.458333333343</c:v>
                </c:pt>
                <c:pt idx="759">
                  <c:v>45025.5</c:v>
                </c:pt>
                <c:pt idx="760">
                  <c:v>45025.541666666657</c:v>
                </c:pt>
                <c:pt idx="761">
                  <c:v>45025.583333333343</c:v>
                </c:pt>
                <c:pt idx="762">
                  <c:v>45025.625</c:v>
                </c:pt>
                <c:pt idx="763">
                  <c:v>45025.666666666657</c:v>
                </c:pt>
                <c:pt idx="764">
                  <c:v>45025.708333333343</c:v>
                </c:pt>
                <c:pt idx="765">
                  <c:v>45025.75</c:v>
                </c:pt>
                <c:pt idx="766">
                  <c:v>45025.791666666657</c:v>
                </c:pt>
                <c:pt idx="767">
                  <c:v>45025.833333333343</c:v>
                </c:pt>
                <c:pt idx="768">
                  <c:v>45025.875</c:v>
                </c:pt>
                <c:pt idx="769">
                  <c:v>45025.916666666657</c:v>
                </c:pt>
                <c:pt idx="770">
                  <c:v>45025.958333333343</c:v>
                </c:pt>
                <c:pt idx="771">
                  <c:v>45026</c:v>
                </c:pt>
                <c:pt idx="772">
                  <c:v>45026.041666666657</c:v>
                </c:pt>
                <c:pt idx="773">
                  <c:v>45026.083333333343</c:v>
                </c:pt>
                <c:pt idx="774">
                  <c:v>45026.125</c:v>
                </c:pt>
                <c:pt idx="775">
                  <c:v>45026.166666666657</c:v>
                </c:pt>
                <c:pt idx="776">
                  <c:v>45026.208333333343</c:v>
                </c:pt>
                <c:pt idx="777">
                  <c:v>45026.25</c:v>
                </c:pt>
                <c:pt idx="778">
                  <c:v>45026.291666666657</c:v>
                </c:pt>
                <c:pt idx="779">
                  <c:v>45026.333333333343</c:v>
                </c:pt>
                <c:pt idx="780">
                  <c:v>45026.375</c:v>
                </c:pt>
                <c:pt idx="781">
                  <c:v>45026.416666666657</c:v>
                </c:pt>
                <c:pt idx="782">
                  <c:v>45026.458333333343</c:v>
                </c:pt>
                <c:pt idx="783">
                  <c:v>45026.5</c:v>
                </c:pt>
                <c:pt idx="784">
                  <c:v>45026.541666666657</c:v>
                </c:pt>
                <c:pt idx="785">
                  <c:v>45026.583333333343</c:v>
                </c:pt>
                <c:pt idx="786">
                  <c:v>45026.625</c:v>
                </c:pt>
                <c:pt idx="787">
                  <c:v>45026.666666666657</c:v>
                </c:pt>
                <c:pt idx="788">
                  <c:v>45026.708333333343</c:v>
                </c:pt>
                <c:pt idx="789">
                  <c:v>45026.75</c:v>
                </c:pt>
                <c:pt idx="790">
                  <c:v>45026.791666666657</c:v>
                </c:pt>
                <c:pt idx="791">
                  <c:v>45026.833333333343</c:v>
                </c:pt>
                <c:pt idx="792">
                  <c:v>45026.875</c:v>
                </c:pt>
                <c:pt idx="793">
                  <c:v>45026.916666666657</c:v>
                </c:pt>
                <c:pt idx="794">
                  <c:v>45026.958333333343</c:v>
                </c:pt>
                <c:pt idx="795">
                  <c:v>45027</c:v>
                </c:pt>
                <c:pt idx="796">
                  <c:v>45027.041666666657</c:v>
                </c:pt>
                <c:pt idx="797">
                  <c:v>45027.083333333343</c:v>
                </c:pt>
                <c:pt idx="798">
                  <c:v>45027.125</c:v>
                </c:pt>
                <c:pt idx="799">
                  <c:v>45027.166666666657</c:v>
                </c:pt>
                <c:pt idx="800">
                  <c:v>45027.208333333343</c:v>
                </c:pt>
                <c:pt idx="801">
                  <c:v>45027.25</c:v>
                </c:pt>
                <c:pt idx="802">
                  <c:v>45027.291666666657</c:v>
                </c:pt>
                <c:pt idx="803">
                  <c:v>45027.333333333343</c:v>
                </c:pt>
                <c:pt idx="804">
                  <c:v>45027.375</c:v>
                </c:pt>
                <c:pt idx="805">
                  <c:v>45027.416666666657</c:v>
                </c:pt>
                <c:pt idx="806">
                  <c:v>45027.458333333343</c:v>
                </c:pt>
                <c:pt idx="807">
                  <c:v>45027.5</c:v>
                </c:pt>
                <c:pt idx="808">
                  <c:v>45027.541666666657</c:v>
                </c:pt>
                <c:pt idx="809">
                  <c:v>45027.583333333343</c:v>
                </c:pt>
                <c:pt idx="810">
                  <c:v>45027.625</c:v>
                </c:pt>
                <c:pt idx="811">
                  <c:v>45027.666666666657</c:v>
                </c:pt>
                <c:pt idx="812">
                  <c:v>45027.708333333343</c:v>
                </c:pt>
                <c:pt idx="813">
                  <c:v>45027.75</c:v>
                </c:pt>
                <c:pt idx="814">
                  <c:v>45027.791666666657</c:v>
                </c:pt>
                <c:pt idx="815">
                  <c:v>45027.833333333343</c:v>
                </c:pt>
                <c:pt idx="816">
                  <c:v>45027.875</c:v>
                </c:pt>
                <c:pt idx="817">
                  <c:v>45027.916666666657</c:v>
                </c:pt>
                <c:pt idx="818">
                  <c:v>45027.958333333343</c:v>
                </c:pt>
                <c:pt idx="819">
                  <c:v>45028</c:v>
                </c:pt>
                <c:pt idx="820">
                  <c:v>45028.041666666657</c:v>
                </c:pt>
                <c:pt idx="821">
                  <c:v>45028.083333333343</c:v>
                </c:pt>
                <c:pt idx="822">
                  <c:v>45028.125</c:v>
                </c:pt>
                <c:pt idx="823">
                  <c:v>45028.166666666657</c:v>
                </c:pt>
                <c:pt idx="824">
                  <c:v>45028.208333333343</c:v>
                </c:pt>
                <c:pt idx="825">
                  <c:v>45028.25</c:v>
                </c:pt>
                <c:pt idx="826">
                  <c:v>45028.291666666657</c:v>
                </c:pt>
                <c:pt idx="827">
                  <c:v>45028.333333333343</c:v>
                </c:pt>
                <c:pt idx="828">
                  <c:v>45028.375</c:v>
                </c:pt>
                <c:pt idx="829">
                  <c:v>45028.416666666657</c:v>
                </c:pt>
                <c:pt idx="830">
                  <c:v>45028.458333333343</c:v>
                </c:pt>
                <c:pt idx="831">
                  <c:v>45028.5</c:v>
                </c:pt>
                <c:pt idx="832">
                  <c:v>45028.541666666657</c:v>
                </c:pt>
                <c:pt idx="833">
                  <c:v>45028.583333333343</c:v>
                </c:pt>
                <c:pt idx="834">
                  <c:v>45028.625</c:v>
                </c:pt>
                <c:pt idx="835">
                  <c:v>45028.666666666657</c:v>
                </c:pt>
                <c:pt idx="836">
                  <c:v>45028.708333333343</c:v>
                </c:pt>
                <c:pt idx="837">
                  <c:v>45028.75</c:v>
                </c:pt>
                <c:pt idx="838">
                  <c:v>45028.791666666657</c:v>
                </c:pt>
                <c:pt idx="839">
                  <c:v>45028.833333333343</c:v>
                </c:pt>
                <c:pt idx="840">
                  <c:v>45028.875</c:v>
                </c:pt>
                <c:pt idx="841">
                  <c:v>45028.916666666657</c:v>
                </c:pt>
                <c:pt idx="842">
                  <c:v>45028.958333333343</c:v>
                </c:pt>
                <c:pt idx="843">
                  <c:v>45029</c:v>
                </c:pt>
                <c:pt idx="844">
                  <c:v>45029.041666666657</c:v>
                </c:pt>
                <c:pt idx="845">
                  <c:v>45029.083333333343</c:v>
                </c:pt>
                <c:pt idx="846">
                  <c:v>45029.125</c:v>
                </c:pt>
                <c:pt idx="847">
                  <c:v>45029.166666666657</c:v>
                </c:pt>
                <c:pt idx="848">
                  <c:v>45029.208333333343</c:v>
                </c:pt>
                <c:pt idx="849">
                  <c:v>45029.25</c:v>
                </c:pt>
                <c:pt idx="850">
                  <c:v>45029.291666666657</c:v>
                </c:pt>
                <c:pt idx="851">
                  <c:v>45029.333333333343</c:v>
                </c:pt>
                <c:pt idx="852">
                  <c:v>45029.375</c:v>
                </c:pt>
                <c:pt idx="853">
                  <c:v>45029.416666666657</c:v>
                </c:pt>
                <c:pt idx="854">
                  <c:v>45029.458333333343</c:v>
                </c:pt>
                <c:pt idx="855">
                  <c:v>45029.5</c:v>
                </c:pt>
                <c:pt idx="856">
                  <c:v>45029.541666666657</c:v>
                </c:pt>
                <c:pt idx="857">
                  <c:v>45029.583333333343</c:v>
                </c:pt>
                <c:pt idx="858">
                  <c:v>45029.625</c:v>
                </c:pt>
                <c:pt idx="859">
                  <c:v>45029.666666666657</c:v>
                </c:pt>
                <c:pt idx="860">
                  <c:v>45029.708333333343</c:v>
                </c:pt>
                <c:pt idx="861">
                  <c:v>45029.75</c:v>
                </c:pt>
                <c:pt idx="862">
                  <c:v>45029.791666666657</c:v>
                </c:pt>
                <c:pt idx="863">
                  <c:v>45029.833333333343</c:v>
                </c:pt>
                <c:pt idx="864">
                  <c:v>45029.875</c:v>
                </c:pt>
                <c:pt idx="865">
                  <c:v>45029.916666666657</c:v>
                </c:pt>
                <c:pt idx="866">
                  <c:v>45029.958333333343</c:v>
                </c:pt>
                <c:pt idx="867">
                  <c:v>45030</c:v>
                </c:pt>
                <c:pt idx="868">
                  <c:v>45030.041666666657</c:v>
                </c:pt>
                <c:pt idx="869">
                  <c:v>45030.083333333343</c:v>
                </c:pt>
                <c:pt idx="870">
                  <c:v>45030.125</c:v>
                </c:pt>
                <c:pt idx="871">
                  <c:v>45030.166666666657</c:v>
                </c:pt>
                <c:pt idx="872">
                  <c:v>45030.208333333343</c:v>
                </c:pt>
                <c:pt idx="873">
                  <c:v>45030.25</c:v>
                </c:pt>
                <c:pt idx="874">
                  <c:v>45030.291666666657</c:v>
                </c:pt>
                <c:pt idx="875">
                  <c:v>45030.333333333343</c:v>
                </c:pt>
                <c:pt idx="876">
                  <c:v>45030.375</c:v>
                </c:pt>
                <c:pt idx="877">
                  <c:v>45030.416666666657</c:v>
                </c:pt>
                <c:pt idx="878">
                  <c:v>45030.458333333343</c:v>
                </c:pt>
                <c:pt idx="879">
                  <c:v>45030.5</c:v>
                </c:pt>
                <c:pt idx="880">
                  <c:v>45030.541666666657</c:v>
                </c:pt>
                <c:pt idx="881">
                  <c:v>45030.583333333343</c:v>
                </c:pt>
                <c:pt idx="882">
                  <c:v>45030.625</c:v>
                </c:pt>
                <c:pt idx="883">
                  <c:v>45030.666666666657</c:v>
                </c:pt>
                <c:pt idx="884">
                  <c:v>45030.708333333343</c:v>
                </c:pt>
                <c:pt idx="885">
                  <c:v>45030.75</c:v>
                </c:pt>
                <c:pt idx="886">
                  <c:v>45030.791666666657</c:v>
                </c:pt>
                <c:pt idx="887">
                  <c:v>45030.833333333343</c:v>
                </c:pt>
                <c:pt idx="888">
                  <c:v>45030.875</c:v>
                </c:pt>
                <c:pt idx="889">
                  <c:v>45030.916666666657</c:v>
                </c:pt>
                <c:pt idx="890">
                  <c:v>45030.958333333343</c:v>
                </c:pt>
                <c:pt idx="891">
                  <c:v>45031</c:v>
                </c:pt>
                <c:pt idx="892">
                  <c:v>45031.041666666657</c:v>
                </c:pt>
                <c:pt idx="893">
                  <c:v>45031.083333333343</c:v>
                </c:pt>
                <c:pt idx="894">
                  <c:v>45031.125</c:v>
                </c:pt>
                <c:pt idx="895">
                  <c:v>45031.166666666657</c:v>
                </c:pt>
                <c:pt idx="896">
                  <c:v>45031.208333333343</c:v>
                </c:pt>
                <c:pt idx="897">
                  <c:v>45031.25</c:v>
                </c:pt>
                <c:pt idx="898">
                  <c:v>45031.291666666657</c:v>
                </c:pt>
                <c:pt idx="899">
                  <c:v>45031.333333333343</c:v>
                </c:pt>
                <c:pt idx="900">
                  <c:v>45031.375</c:v>
                </c:pt>
                <c:pt idx="901">
                  <c:v>45031.416666666657</c:v>
                </c:pt>
                <c:pt idx="902">
                  <c:v>45031.458333333343</c:v>
                </c:pt>
                <c:pt idx="903">
                  <c:v>45031.5</c:v>
                </c:pt>
                <c:pt idx="904">
                  <c:v>45031.541666666657</c:v>
                </c:pt>
                <c:pt idx="905">
                  <c:v>45031.583333333343</c:v>
                </c:pt>
                <c:pt idx="906">
                  <c:v>45031.625</c:v>
                </c:pt>
                <c:pt idx="907">
                  <c:v>45031.666666666657</c:v>
                </c:pt>
                <c:pt idx="908">
                  <c:v>45031.708333333343</c:v>
                </c:pt>
                <c:pt idx="909">
                  <c:v>45031.75</c:v>
                </c:pt>
                <c:pt idx="910">
                  <c:v>45031.791666666657</c:v>
                </c:pt>
                <c:pt idx="911">
                  <c:v>45031.833333333343</c:v>
                </c:pt>
                <c:pt idx="912">
                  <c:v>45031.875</c:v>
                </c:pt>
                <c:pt idx="913">
                  <c:v>45031.916666666657</c:v>
                </c:pt>
                <c:pt idx="914">
                  <c:v>45031.958333333343</c:v>
                </c:pt>
                <c:pt idx="915">
                  <c:v>45032</c:v>
                </c:pt>
                <c:pt idx="916">
                  <c:v>45032.041666666657</c:v>
                </c:pt>
                <c:pt idx="917">
                  <c:v>45032.083333333343</c:v>
                </c:pt>
                <c:pt idx="918">
                  <c:v>45032.125</c:v>
                </c:pt>
                <c:pt idx="919">
                  <c:v>45032.166666666657</c:v>
                </c:pt>
                <c:pt idx="920">
                  <c:v>45032.208333333343</c:v>
                </c:pt>
                <c:pt idx="921">
                  <c:v>45032.25</c:v>
                </c:pt>
                <c:pt idx="922">
                  <c:v>45032.291666666657</c:v>
                </c:pt>
                <c:pt idx="923">
                  <c:v>45032.333333333343</c:v>
                </c:pt>
                <c:pt idx="924">
                  <c:v>45032.375</c:v>
                </c:pt>
                <c:pt idx="925">
                  <c:v>45032.416666666657</c:v>
                </c:pt>
                <c:pt idx="926">
                  <c:v>45032.458333333343</c:v>
                </c:pt>
                <c:pt idx="927">
                  <c:v>45032.5</c:v>
                </c:pt>
                <c:pt idx="928">
                  <c:v>45032.541666666657</c:v>
                </c:pt>
                <c:pt idx="929">
                  <c:v>45032.583333333343</c:v>
                </c:pt>
                <c:pt idx="930">
                  <c:v>45032.625</c:v>
                </c:pt>
                <c:pt idx="931">
                  <c:v>45032.666666666657</c:v>
                </c:pt>
                <c:pt idx="932">
                  <c:v>45032.708333333343</c:v>
                </c:pt>
                <c:pt idx="933">
                  <c:v>45032.75</c:v>
                </c:pt>
                <c:pt idx="934">
                  <c:v>45032.791666666657</c:v>
                </c:pt>
                <c:pt idx="935">
                  <c:v>45032.833333333343</c:v>
                </c:pt>
                <c:pt idx="936">
                  <c:v>45032.875</c:v>
                </c:pt>
                <c:pt idx="937">
                  <c:v>45032.916666666657</c:v>
                </c:pt>
                <c:pt idx="938">
                  <c:v>45032.958333333343</c:v>
                </c:pt>
                <c:pt idx="939">
                  <c:v>45033</c:v>
                </c:pt>
                <c:pt idx="940">
                  <c:v>45033.041666666657</c:v>
                </c:pt>
                <c:pt idx="941">
                  <c:v>45033.083333333343</c:v>
                </c:pt>
                <c:pt idx="942">
                  <c:v>45033.125</c:v>
                </c:pt>
                <c:pt idx="943">
                  <c:v>45033.166666666657</c:v>
                </c:pt>
                <c:pt idx="944">
                  <c:v>45033.208333333343</c:v>
                </c:pt>
                <c:pt idx="945">
                  <c:v>45033.25</c:v>
                </c:pt>
                <c:pt idx="946">
                  <c:v>45033.291666666657</c:v>
                </c:pt>
                <c:pt idx="947">
                  <c:v>45033.333333333343</c:v>
                </c:pt>
                <c:pt idx="948">
                  <c:v>45033.375</c:v>
                </c:pt>
                <c:pt idx="949">
                  <c:v>45033.416666666657</c:v>
                </c:pt>
                <c:pt idx="950">
                  <c:v>45033.458333333343</c:v>
                </c:pt>
                <c:pt idx="951">
                  <c:v>45033.5</c:v>
                </c:pt>
                <c:pt idx="952">
                  <c:v>45033.541666666657</c:v>
                </c:pt>
                <c:pt idx="953">
                  <c:v>45033.583333333343</c:v>
                </c:pt>
                <c:pt idx="954">
                  <c:v>45033.625</c:v>
                </c:pt>
                <c:pt idx="955">
                  <c:v>45033.666666666657</c:v>
                </c:pt>
                <c:pt idx="956">
                  <c:v>45033.708333333343</c:v>
                </c:pt>
                <c:pt idx="957">
                  <c:v>45033.75</c:v>
                </c:pt>
                <c:pt idx="958">
                  <c:v>45033.791666666657</c:v>
                </c:pt>
                <c:pt idx="959">
                  <c:v>45033.833333333343</c:v>
                </c:pt>
                <c:pt idx="960">
                  <c:v>45033.875</c:v>
                </c:pt>
                <c:pt idx="961">
                  <c:v>45033.916666666657</c:v>
                </c:pt>
                <c:pt idx="962">
                  <c:v>45033.958333333343</c:v>
                </c:pt>
                <c:pt idx="963">
                  <c:v>45034</c:v>
                </c:pt>
                <c:pt idx="964">
                  <c:v>45034.041666666657</c:v>
                </c:pt>
                <c:pt idx="965">
                  <c:v>45034.083333333343</c:v>
                </c:pt>
                <c:pt idx="966">
                  <c:v>45034.125</c:v>
                </c:pt>
                <c:pt idx="967">
                  <c:v>45034.166666666657</c:v>
                </c:pt>
                <c:pt idx="968">
                  <c:v>45034.208333333343</c:v>
                </c:pt>
                <c:pt idx="969">
                  <c:v>45034.25</c:v>
                </c:pt>
                <c:pt idx="970">
                  <c:v>45034.291666666657</c:v>
                </c:pt>
                <c:pt idx="971">
                  <c:v>45034.333333333343</c:v>
                </c:pt>
                <c:pt idx="972">
                  <c:v>45034.375</c:v>
                </c:pt>
                <c:pt idx="973">
                  <c:v>45034.416666666657</c:v>
                </c:pt>
                <c:pt idx="974">
                  <c:v>45034.458333333343</c:v>
                </c:pt>
                <c:pt idx="975">
                  <c:v>45034.5</c:v>
                </c:pt>
                <c:pt idx="976">
                  <c:v>45034.541666666657</c:v>
                </c:pt>
                <c:pt idx="977">
                  <c:v>45034.583333333343</c:v>
                </c:pt>
                <c:pt idx="978">
                  <c:v>45034.625</c:v>
                </c:pt>
                <c:pt idx="979">
                  <c:v>45034.666666666657</c:v>
                </c:pt>
                <c:pt idx="980">
                  <c:v>45034.708333333343</c:v>
                </c:pt>
                <c:pt idx="981">
                  <c:v>45034.75</c:v>
                </c:pt>
                <c:pt idx="982">
                  <c:v>45034.791666666657</c:v>
                </c:pt>
                <c:pt idx="983">
                  <c:v>45034.833333333343</c:v>
                </c:pt>
                <c:pt idx="984">
                  <c:v>45034.875</c:v>
                </c:pt>
                <c:pt idx="985">
                  <c:v>45034.916666666657</c:v>
                </c:pt>
                <c:pt idx="986">
                  <c:v>45034.958333333343</c:v>
                </c:pt>
                <c:pt idx="987">
                  <c:v>45035</c:v>
                </c:pt>
                <c:pt idx="988">
                  <c:v>45035.041666666657</c:v>
                </c:pt>
                <c:pt idx="989">
                  <c:v>45035.083333333343</c:v>
                </c:pt>
                <c:pt idx="990">
                  <c:v>45035.125</c:v>
                </c:pt>
                <c:pt idx="991">
                  <c:v>45035.166666666657</c:v>
                </c:pt>
                <c:pt idx="992">
                  <c:v>45035.208333333343</c:v>
                </c:pt>
                <c:pt idx="993">
                  <c:v>45035.25</c:v>
                </c:pt>
                <c:pt idx="994">
                  <c:v>45035.291666666657</c:v>
                </c:pt>
                <c:pt idx="995">
                  <c:v>45035.333333333343</c:v>
                </c:pt>
                <c:pt idx="996">
                  <c:v>45035.375</c:v>
                </c:pt>
                <c:pt idx="997">
                  <c:v>45035.416666666657</c:v>
                </c:pt>
                <c:pt idx="998">
                  <c:v>45035.458333333343</c:v>
                </c:pt>
                <c:pt idx="999">
                  <c:v>45035.5</c:v>
                </c:pt>
                <c:pt idx="1000">
                  <c:v>45035.541666666657</c:v>
                </c:pt>
                <c:pt idx="1001">
                  <c:v>45035.583333333343</c:v>
                </c:pt>
                <c:pt idx="1002">
                  <c:v>45035.625</c:v>
                </c:pt>
                <c:pt idx="1003">
                  <c:v>45035.666666666657</c:v>
                </c:pt>
                <c:pt idx="1004">
                  <c:v>45035.708333333343</c:v>
                </c:pt>
                <c:pt idx="1005">
                  <c:v>45035.75</c:v>
                </c:pt>
                <c:pt idx="1006">
                  <c:v>45035.791666666657</c:v>
                </c:pt>
                <c:pt idx="1007">
                  <c:v>45035.833333333343</c:v>
                </c:pt>
                <c:pt idx="1008">
                  <c:v>45035.875</c:v>
                </c:pt>
                <c:pt idx="1009">
                  <c:v>45035.916666666657</c:v>
                </c:pt>
                <c:pt idx="1010">
                  <c:v>45035.958333333343</c:v>
                </c:pt>
                <c:pt idx="1011">
                  <c:v>45036</c:v>
                </c:pt>
                <c:pt idx="1012">
                  <c:v>45036.041666666657</c:v>
                </c:pt>
                <c:pt idx="1013">
                  <c:v>45036.083333333343</c:v>
                </c:pt>
                <c:pt idx="1014">
                  <c:v>45036.125</c:v>
                </c:pt>
                <c:pt idx="1015">
                  <c:v>45036.166666666657</c:v>
                </c:pt>
                <c:pt idx="1016">
                  <c:v>45036.208333333343</c:v>
                </c:pt>
                <c:pt idx="1017">
                  <c:v>45036.25</c:v>
                </c:pt>
                <c:pt idx="1018">
                  <c:v>45036.291666666657</c:v>
                </c:pt>
                <c:pt idx="1019">
                  <c:v>45036.333333333343</c:v>
                </c:pt>
                <c:pt idx="1020">
                  <c:v>45036.375</c:v>
                </c:pt>
                <c:pt idx="1021">
                  <c:v>45036.416666666657</c:v>
                </c:pt>
                <c:pt idx="1022">
                  <c:v>45036.458333333343</c:v>
                </c:pt>
                <c:pt idx="1023">
                  <c:v>45036.5</c:v>
                </c:pt>
                <c:pt idx="1024">
                  <c:v>45036.541666666657</c:v>
                </c:pt>
                <c:pt idx="1025">
                  <c:v>45036.583333333343</c:v>
                </c:pt>
                <c:pt idx="1026">
                  <c:v>45036.625</c:v>
                </c:pt>
                <c:pt idx="1027">
                  <c:v>45036.666666666657</c:v>
                </c:pt>
                <c:pt idx="1028">
                  <c:v>45036.708333333343</c:v>
                </c:pt>
                <c:pt idx="1029">
                  <c:v>45036.75</c:v>
                </c:pt>
                <c:pt idx="1030">
                  <c:v>45036.791666666657</c:v>
                </c:pt>
                <c:pt idx="1031">
                  <c:v>45036.833333333343</c:v>
                </c:pt>
                <c:pt idx="1032">
                  <c:v>45036.875</c:v>
                </c:pt>
                <c:pt idx="1033">
                  <c:v>45036.916666666657</c:v>
                </c:pt>
                <c:pt idx="1034">
                  <c:v>45036.958333333343</c:v>
                </c:pt>
                <c:pt idx="1035">
                  <c:v>45037</c:v>
                </c:pt>
                <c:pt idx="1036">
                  <c:v>45037.041666666657</c:v>
                </c:pt>
                <c:pt idx="1037">
                  <c:v>45037.083333333343</c:v>
                </c:pt>
                <c:pt idx="1038">
                  <c:v>45037.125</c:v>
                </c:pt>
                <c:pt idx="1039">
                  <c:v>45037.166666666657</c:v>
                </c:pt>
                <c:pt idx="1040">
                  <c:v>45037.208333333343</c:v>
                </c:pt>
                <c:pt idx="1041">
                  <c:v>45037.25</c:v>
                </c:pt>
                <c:pt idx="1042">
                  <c:v>45037.291666666657</c:v>
                </c:pt>
                <c:pt idx="1043">
                  <c:v>45037.333333333343</c:v>
                </c:pt>
                <c:pt idx="1044">
                  <c:v>45037.375</c:v>
                </c:pt>
                <c:pt idx="1045">
                  <c:v>45037.416666666657</c:v>
                </c:pt>
                <c:pt idx="1046">
                  <c:v>45037.458333333343</c:v>
                </c:pt>
                <c:pt idx="1047">
                  <c:v>45037.5</c:v>
                </c:pt>
                <c:pt idx="1048">
                  <c:v>45037.541666666657</c:v>
                </c:pt>
                <c:pt idx="1049">
                  <c:v>45037.583333333343</c:v>
                </c:pt>
                <c:pt idx="1050">
                  <c:v>45037.625</c:v>
                </c:pt>
                <c:pt idx="1051">
                  <c:v>45037.666666666657</c:v>
                </c:pt>
                <c:pt idx="1052">
                  <c:v>45037.708333333343</c:v>
                </c:pt>
                <c:pt idx="1053">
                  <c:v>45037.75</c:v>
                </c:pt>
                <c:pt idx="1054">
                  <c:v>45037.791666666657</c:v>
                </c:pt>
                <c:pt idx="1055">
                  <c:v>45037.833333333343</c:v>
                </c:pt>
                <c:pt idx="1056">
                  <c:v>45037.875</c:v>
                </c:pt>
                <c:pt idx="1057">
                  <c:v>45037.916666666657</c:v>
                </c:pt>
                <c:pt idx="1058">
                  <c:v>45037.958333333343</c:v>
                </c:pt>
                <c:pt idx="1059">
                  <c:v>45038</c:v>
                </c:pt>
                <c:pt idx="1060">
                  <c:v>45038.041666666657</c:v>
                </c:pt>
                <c:pt idx="1061">
                  <c:v>45038.083333333343</c:v>
                </c:pt>
                <c:pt idx="1062">
                  <c:v>45038.125</c:v>
                </c:pt>
                <c:pt idx="1063">
                  <c:v>45038.166666666657</c:v>
                </c:pt>
                <c:pt idx="1064">
                  <c:v>45038.208333333343</c:v>
                </c:pt>
                <c:pt idx="1065">
                  <c:v>45038.25</c:v>
                </c:pt>
                <c:pt idx="1066">
                  <c:v>45038.291666666657</c:v>
                </c:pt>
                <c:pt idx="1067">
                  <c:v>45038.333333333343</c:v>
                </c:pt>
                <c:pt idx="1068">
                  <c:v>45038.375</c:v>
                </c:pt>
                <c:pt idx="1069">
                  <c:v>45038.416666666657</c:v>
                </c:pt>
                <c:pt idx="1070">
                  <c:v>45038.458333333343</c:v>
                </c:pt>
                <c:pt idx="1071">
                  <c:v>45038.5</c:v>
                </c:pt>
                <c:pt idx="1072">
                  <c:v>45038.541666666657</c:v>
                </c:pt>
                <c:pt idx="1073">
                  <c:v>45038.583333333343</c:v>
                </c:pt>
                <c:pt idx="1074">
                  <c:v>45038.625</c:v>
                </c:pt>
                <c:pt idx="1075">
                  <c:v>45038.666666666657</c:v>
                </c:pt>
                <c:pt idx="1076">
                  <c:v>45038.708333333343</c:v>
                </c:pt>
                <c:pt idx="1077">
                  <c:v>45038.75</c:v>
                </c:pt>
                <c:pt idx="1078">
                  <c:v>45038.791666666657</c:v>
                </c:pt>
                <c:pt idx="1079">
                  <c:v>45038.833333333343</c:v>
                </c:pt>
                <c:pt idx="1080">
                  <c:v>45038.875</c:v>
                </c:pt>
                <c:pt idx="1081">
                  <c:v>45038.916666666657</c:v>
                </c:pt>
                <c:pt idx="1082">
                  <c:v>45038.958333333343</c:v>
                </c:pt>
                <c:pt idx="1083">
                  <c:v>45039</c:v>
                </c:pt>
                <c:pt idx="1084">
                  <c:v>45039.041666666657</c:v>
                </c:pt>
                <c:pt idx="1085">
                  <c:v>45039.083333333343</c:v>
                </c:pt>
                <c:pt idx="1086">
                  <c:v>45039.125</c:v>
                </c:pt>
                <c:pt idx="1087">
                  <c:v>45039.166666666657</c:v>
                </c:pt>
                <c:pt idx="1088">
                  <c:v>45039.208333333343</c:v>
                </c:pt>
                <c:pt idx="1089">
                  <c:v>45039.25</c:v>
                </c:pt>
                <c:pt idx="1090">
                  <c:v>45039.291666666657</c:v>
                </c:pt>
                <c:pt idx="1091">
                  <c:v>45039.333333333343</c:v>
                </c:pt>
                <c:pt idx="1092">
                  <c:v>45039.375</c:v>
                </c:pt>
                <c:pt idx="1093">
                  <c:v>45039.416666666657</c:v>
                </c:pt>
                <c:pt idx="1094">
                  <c:v>45039.458333333343</c:v>
                </c:pt>
                <c:pt idx="1095">
                  <c:v>45039.5</c:v>
                </c:pt>
                <c:pt idx="1096">
                  <c:v>45039.541666666657</c:v>
                </c:pt>
                <c:pt idx="1097">
                  <c:v>45039.583333333343</c:v>
                </c:pt>
                <c:pt idx="1098">
                  <c:v>45039.625</c:v>
                </c:pt>
                <c:pt idx="1099">
                  <c:v>45039.666666666657</c:v>
                </c:pt>
                <c:pt idx="1100">
                  <c:v>45039.708333333343</c:v>
                </c:pt>
                <c:pt idx="1101">
                  <c:v>45039.75</c:v>
                </c:pt>
                <c:pt idx="1102">
                  <c:v>45039.791666666657</c:v>
                </c:pt>
                <c:pt idx="1103">
                  <c:v>45039.833333333343</c:v>
                </c:pt>
                <c:pt idx="1104">
                  <c:v>45039.875</c:v>
                </c:pt>
                <c:pt idx="1105">
                  <c:v>45039.916666666657</c:v>
                </c:pt>
                <c:pt idx="1106">
                  <c:v>45039.958333333343</c:v>
                </c:pt>
                <c:pt idx="1107">
                  <c:v>45040</c:v>
                </c:pt>
                <c:pt idx="1108">
                  <c:v>45040.041666666657</c:v>
                </c:pt>
                <c:pt idx="1109">
                  <c:v>45040.083333333343</c:v>
                </c:pt>
                <c:pt idx="1110">
                  <c:v>45040.125</c:v>
                </c:pt>
                <c:pt idx="1111">
                  <c:v>45040.166666666657</c:v>
                </c:pt>
                <c:pt idx="1112">
                  <c:v>45040.208333333343</c:v>
                </c:pt>
                <c:pt idx="1113">
                  <c:v>45040.25</c:v>
                </c:pt>
                <c:pt idx="1114">
                  <c:v>45040.291666666657</c:v>
                </c:pt>
                <c:pt idx="1115">
                  <c:v>45040.333333333343</c:v>
                </c:pt>
                <c:pt idx="1116">
                  <c:v>45040.375</c:v>
                </c:pt>
                <c:pt idx="1117">
                  <c:v>45040.416666666657</c:v>
                </c:pt>
                <c:pt idx="1118">
                  <c:v>45040.458333333343</c:v>
                </c:pt>
                <c:pt idx="1119">
                  <c:v>45040.5</c:v>
                </c:pt>
                <c:pt idx="1120">
                  <c:v>45040.541666666657</c:v>
                </c:pt>
                <c:pt idx="1121">
                  <c:v>45040.583333333343</c:v>
                </c:pt>
                <c:pt idx="1122">
                  <c:v>45040.625</c:v>
                </c:pt>
                <c:pt idx="1123">
                  <c:v>45040.666666666657</c:v>
                </c:pt>
                <c:pt idx="1124">
                  <c:v>45040.708333333343</c:v>
                </c:pt>
                <c:pt idx="1125">
                  <c:v>45040.75</c:v>
                </c:pt>
                <c:pt idx="1126">
                  <c:v>45040.791666666657</c:v>
                </c:pt>
                <c:pt idx="1127">
                  <c:v>45040.833333333343</c:v>
                </c:pt>
                <c:pt idx="1128">
                  <c:v>45040.875</c:v>
                </c:pt>
                <c:pt idx="1129">
                  <c:v>45040.916666666657</c:v>
                </c:pt>
                <c:pt idx="1130">
                  <c:v>45040.958333333343</c:v>
                </c:pt>
                <c:pt idx="1131">
                  <c:v>45041</c:v>
                </c:pt>
                <c:pt idx="1132">
                  <c:v>45041.041666666657</c:v>
                </c:pt>
                <c:pt idx="1133">
                  <c:v>45041.083333333343</c:v>
                </c:pt>
                <c:pt idx="1134">
                  <c:v>45041.125</c:v>
                </c:pt>
                <c:pt idx="1135">
                  <c:v>45041.166666666657</c:v>
                </c:pt>
                <c:pt idx="1136">
                  <c:v>45041.208333333343</c:v>
                </c:pt>
                <c:pt idx="1137">
                  <c:v>45041.25</c:v>
                </c:pt>
                <c:pt idx="1138">
                  <c:v>45041.291666666657</c:v>
                </c:pt>
                <c:pt idx="1139">
                  <c:v>45041.333333333343</c:v>
                </c:pt>
                <c:pt idx="1140">
                  <c:v>45041.375</c:v>
                </c:pt>
                <c:pt idx="1141">
                  <c:v>45041.416666666657</c:v>
                </c:pt>
                <c:pt idx="1142">
                  <c:v>45041.458333333343</c:v>
                </c:pt>
                <c:pt idx="1143">
                  <c:v>45041.5</c:v>
                </c:pt>
                <c:pt idx="1144">
                  <c:v>45041.541666666657</c:v>
                </c:pt>
                <c:pt idx="1145">
                  <c:v>45041.583333333343</c:v>
                </c:pt>
                <c:pt idx="1146">
                  <c:v>45041.625</c:v>
                </c:pt>
                <c:pt idx="1147">
                  <c:v>45041.666666666657</c:v>
                </c:pt>
                <c:pt idx="1148">
                  <c:v>45041.708333333343</c:v>
                </c:pt>
                <c:pt idx="1149">
                  <c:v>45041.75</c:v>
                </c:pt>
                <c:pt idx="1150">
                  <c:v>45041.791666666657</c:v>
                </c:pt>
                <c:pt idx="1151">
                  <c:v>45041.833333333343</c:v>
                </c:pt>
                <c:pt idx="1152">
                  <c:v>45041.875</c:v>
                </c:pt>
                <c:pt idx="1153">
                  <c:v>45041.916666666657</c:v>
                </c:pt>
                <c:pt idx="1154">
                  <c:v>45041.958333333343</c:v>
                </c:pt>
                <c:pt idx="1155">
                  <c:v>45042</c:v>
                </c:pt>
                <c:pt idx="1156">
                  <c:v>45042.041666666657</c:v>
                </c:pt>
                <c:pt idx="1157">
                  <c:v>45042.083333333343</c:v>
                </c:pt>
                <c:pt idx="1158">
                  <c:v>45042.125</c:v>
                </c:pt>
                <c:pt idx="1159">
                  <c:v>45042.166666666657</c:v>
                </c:pt>
                <c:pt idx="1160">
                  <c:v>45042.208333333343</c:v>
                </c:pt>
                <c:pt idx="1161">
                  <c:v>45042.25</c:v>
                </c:pt>
                <c:pt idx="1162">
                  <c:v>45042.291666666657</c:v>
                </c:pt>
                <c:pt idx="1163">
                  <c:v>45042.333333333343</c:v>
                </c:pt>
                <c:pt idx="1164">
                  <c:v>45042.375</c:v>
                </c:pt>
                <c:pt idx="1165">
                  <c:v>45042.416666666657</c:v>
                </c:pt>
                <c:pt idx="1166">
                  <c:v>45042.458333333343</c:v>
                </c:pt>
                <c:pt idx="1167">
                  <c:v>45042.5</c:v>
                </c:pt>
                <c:pt idx="1168">
                  <c:v>45042.541666666657</c:v>
                </c:pt>
                <c:pt idx="1169">
                  <c:v>45042.583333333343</c:v>
                </c:pt>
                <c:pt idx="1170">
                  <c:v>45042.625</c:v>
                </c:pt>
                <c:pt idx="1171">
                  <c:v>45042.666666666657</c:v>
                </c:pt>
                <c:pt idx="1172">
                  <c:v>45042.708333333343</c:v>
                </c:pt>
                <c:pt idx="1173">
                  <c:v>45042.75</c:v>
                </c:pt>
                <c:pt idx="1174">
                  <c:v>45042.791666666657</c:v>
                </c:pt>
                <c:pt idx="1175">
                  <c:v>45042.833333333343</c:v>
                </c:pt>
                <c:pt idx="1176">
                  <c:v>45042.875</c:v>
                </c:pt>
                <c:pt idx="1177">
                  <c:v>45042.916666666657</c:v>
                </c:pt>
                <c:pt idx="1178">
                  <c:v>45042.958333333343</c:v>
                </c:pt>
                <c:pt idx="1179">
                  <c:v>45043</c:v>
                </c:pt>
                <c:pt idx="1180">
                  <c:v>45043.041666666657</c:v>
                </c:pt>
                <c:pt idx="1181">
                  <c:v>45043.083333333343</c:v>
                </c:pt>
                <c:pt idx="1182">
                  <c:v>45043.125</c:v>
                </c:pt>
                <c:pt idx="1183">
                  <c:v>45043.166666666657</c:v>
                </c:pt>
                <c:pt idx="1184">
                  <c:v>45043.208333333343</c:v>
                </c:pt>
                <c:pt idx="1185">
                  <c:v>45043.25</c:v>
                </c:pt>
                <c:pt idx="1186">
                  <c:v>45043.291666666657</c:v>
                </c:pt>
                <c:pt idx="1187">
                  <c:v>45043.333333333343</c:v>
                </c:pt>
                <c:pt idx="1188">
                  <c:v>45043.375</c:v>
                </c:pt>
                <c:pt idx="1189">
                  <c:v>45043.416666666657</c:v>
                </c:pt>
                <c:pt idx="1190">
                  <c:v>45043.458333333343</c:v>
                </c:pt>
                <c:pt idx="1191">
                  <c:v>45043.5</c:v>
                </c:pt>
                <c:pt idx="1192">
                  <c:v>45043.541666666657</c:v>
                </c:pt>
                <c:pt idx="1193">
                  <c:v>45043.583333333343</c:v>
                </c:pt>
                <c:pt idx="1194">
                  <c:v>45043.625</c:v>
                </c:pt>
                <c:pt idx="1195">
                  <c:v>45043.666666666657</c:v>
                </c:pt>
                <c:pt idx="1196">
                  <c:v>45043.708333333343</c:v>
                </c:pt>
                <c:pt idx="1197">
                  <c:v>45043.75</c:v>
                </c:pt>
                <c:pt idx="1198">
                  <c:v>45043.791666666657</c:v>
                </c:pt>
                <c:pt idx="1199">
                  <c:v>45043.833333333343</c:v>
                </c:pt>
                <c:pt idx="1200">
                  <c:v>45043.875</c:v>
                </c:pt>
                <c:pt idx="1201">
                  <c:v>45043.916666666657</c:v>
                </c:pt>
                <c:pt idx="1202">
                  <c:v>45043.958333333343</c:v>
                </c:pt>
                <c:pt idx="1203">
                  <c:v>45044</c:v>
                </c:pt>
                <c:pt idx="1204">
                  <c:v>45044.041666666657</c:v>
                </c:pt>
                <c:pt idx="1205">
                  <c:v>45044.083333333343</c:v>
                </c:pt>
                <c:pt idx="1206">
                  <c:v>45044.125</c:v>
                </c:pt>
                <c:pt idx="1207">
                  <c:v>45044.166666666657</c:v>
                </c:pt>
                <c:pt idx="1208">
                  <c:v>45044.208333333343</c:v>
                </c:pt>
                <c:pt idx="1209">
                  <c:v>45044.25</c:v>
                </c:pt>
                <c:pt idx="1210">
                  <c:v>45044.291666666657</c:v>
                </c:pt>
                <c:pt idx="1211">
                  <c:v>45044.333333333343</c:v>
                </c:pt>
                <c:pt idx="1212">
                  <c:v>45044.375</c:v>
                </c:pt>
                <c:pt idx="1213">
                  <c:v>45044.416666666657</c:v>
                </c:pt>
                <c:pt idx="1214">
                  <c:v>45044.458333333343</c:v>
                </c:pt>
                <c:pt idx="1215">
                  <c:v>45044.5</c:v>
                </c:pt>
                <c:pt idx="1216">
                  <c:v>45044.541666666657</c:v>
                </c:pt>
                <c:pt idx="1217">
                  <c:v>45044.583333333343</c:v>
                </c:pt>
                <c:pt idx="1218">
                  <c:v>45044.625</c:v>
                </c:pt>
                <c:pt idx="1219">
                  <c:v>45044.666666666657</c:v>
                </c:pt>
                <c:pt idx="1220">
                  <c:v>45044.708333333343</c:v>
                </c:pt>
                <c:pt idx="1221">
                  <c:v>45044.75</c:v>
                </c:pt>
                <c:pt idx="1222">
                  <c:v>45044.791666666657</c:v>
                </c:pt>
                <c:pt idx="1223">
                  <c:v>45044.833333333343</c:v>
                </c:pt>
                <c:pt idx="1224">
                  <c:v>45044.875</c:v>
                </c:pt>
                <c:pt idx="1225">
                  <c:v>45044.916666666657</c:v>
                </c:pt>
                <c:pt idx="1226">
                  <c:v>45044.958333333343</c:v>
                </c:pt>
                <c:pt idx="1227">
                  <c:v>45045</c:v>
                </c:pt>
                <c:pt idx="1228">
                  <c:v>45045.041666666657</c:v>
                </c:pt>
                <c:pt idx="1229">
                  <c:v>45045.083333333343</c:v>
                </c:pt>
                <c:pt idx="1230">
                  <c:v>45045.125</c:v>
                </c:pt>
                <c:pt idx="1231">
                  <c:v>45045.166666666657</c:v>
                </c:pt>
                <c:pt idx="1232">
                  <c:v>45045.208333333343</c:v>
                </c:pt>
                <c:pt idx="1233">
                  <c:v>45045.25</c:v>
                </c:pt>
                <c:pt idx="1234">
                  <c:v>45045.291666666657</c:v>
                </c:pt>
                <c:pt idx="1235">
                  <c:v>45045.333333333343</c:v>
                </c:pt>
                <c:pt idx="1236">
                  <c:v>45045.375</c:v>
                </c:pt>
                <c:pt idx="1237">
                  <c:v>45045.416666666657</c:v>
                </c:pt>
                <c:pt idx="1238">
                  <c:v>45045.458333333343</c:v>
                </c:pt>
                <c:pt idx="1239">
                  <c:v>45045.5</c:v>
                </c:pt>
                <c:pt idx="1240">
                  <c:v>45045.541666666657</c:v>
                </c:pt>
                <c:pt idx="1241">
                  <c:v>45045.583333333343</c:v>
                </c:pt>
                <c:pt idx="1242">
                  <c:v>45045.625</c:v>
                </c:pt>
                <c:pt idx="1243">
                  <c:v>45045.666666666657</c:v>
                </c:pt>
                <c:pt idx="1244">
                  <c:v>45045.708333333343</c:v>
                </c:pt>
                <c:pt idx="1245">
                  <c:v>45045.75</c:v>
                </c:pt>
                <c:pt idx="1246">
                  <c:v>45045.791666666657</c:v>
                </c:pt>
                <c:pt idx="1247">
                  <c:v>45045.833333333343</c:v>
                </c:pt>
                <c:pt idx="1248">
                  <c:v>45045.875</c:v>
                </c:pt>
                <c:pt idx="1249">
                  <c:v>45045.916666666657</c:v>
                </c:pt>
                <c:pt idx="1250">
                  <c:v>45045.958333333343</c:v>
                </c:pt>
                <c:pt idx="1251">
                  <c:v>45046</c:v>
                </c:pt>
                <c:pt idx="1252">
                  <c:v>45046.041666666657</c:v>
                </c:pt>
                <c:pt idx="1253">
                  <c:v>45046.083333333343</c:v>
                </c:pt>
                <c:pt idx="1254">
                  <c:v>45046.125</c:v>
                </c:pt>
                <c:pt idx="1255">
                  <c:v>45046.166666666657</c:v>
                </c:pt>
                <c:pt idx="1256">
                  <c:v>45046.208333333343</c:v>
                </c:pt>
                <c:pt idx="1257">
                  <c:v>45046.25</c:v>
                </c:pt>
                <c:pt idx="1258">
                  <c:v>45046.291666666657</c:v>
                </c:pt>
                <c:pt idx="1259">
                  <c:v>45046.333333333343</c:v>
                </c:pt>
                <c:pt idx="1260">
                  <c:v>45046.375</c:v>
                </c:pt>
                <c:pt idx="1261">
                  <c:v>45046.416666666657</c:v>
                </c:pt>
                <c:pt idx="1262">
                  <c:v>45046.458333333343</c:v>
                </c:pt>
                <c:pt idx="1263">
                  <c:v>45046.5</c:v>
                </c:pt>
                <c:pt idx="1264">
                  <c:v>45046.541666666657</c:v>
                </c:pt>
                <c:pt idx="1265">
                  <c:v>45046.583333333343</c:v>
                </c:pt>
                <c:pt idx="1266">
                  <c:v>45046.625</c:v>
                </c:pt>
                <c:pt idx="1267">
                  <c:v>45046.666666666657</c:v>
                </c:pt>
                <c:pt idx="1268">
                  <c:v>45046.708333333343</c:v>
                </c:pt>
                <c:pt idx="1269">
                  <c:v>45046.75</c:v>
                </c:pt>
                <c:pt idx="1270">
                  <c:v>45046.791666666657</c:v>
                </c:pt>
                <c:pt idx="1271">
                  <c:v>45046.833333333343</c:v>
                </c:pt>
                <c:pt idx="1272">
                  <c:v>45046.875</c:v>
                </c:pt>
                <c:pt idx="1273">
                  <c:v>45046.916666666657</c:v>
                </c:pt>
                <c:pt idx="1274">
                  <c:v>45046.958333333343</c:v>
                </c:pt>
                <c:pt idx="1275">
                  <c:v>45047</c:v>
                </c:pt>
                <c:pt idx="1276">
                  <c:v>45047.041666666657</c:v>
                </c:pt>
                <c:pt idx="1277">
                  <c:v>45047.083333333343</c:v>
                </c:pt>
                <c:pt idx="1278">
                  <c:v>45047.125</c:v>
                </c:pt>
                <c:pt idx="1279">
                  <c:v>45047.166666666657</c:v>
                </c:pt>
                <c:pt idx="1280">
                  <c:v>45047.208333333343</c:v>
                </c:pt>
                <c:pt idx="1281">
                  <c:v>45047.25</c:v>
                </c:pt>
                <c:pt idx="1282">
                  <c:v>45047.291666666657</c:v>
                </c:pt>
                <c:pt idx="1283">
                  <c:v>45047.333333333343</c:v>
                </c:pt>
                <c:pt idx="1284">
                  <c:v>45047.375</c:v>
                </c:pt>
                <c:pt idx="1285">
                  <c:v>45047.416666666657</c:v>
                </c:pt>
                <c:pt idx="1286">
                  <c:v>45047.458333333343</c:v>
                </c:pt>
                <c:pt idx="1287">
                  <c:v>45047.5</c:v>
                </c:pt>
                <c:pt idx="1288">
                  <c:v>45047.541666666657</c:v>
                </c:pt>
                <c:pt idx="1289">
                  <c:v>45047.583333333343</c:v>
                </c:pt>
                <c:pt idx="1290">
                  <c:v>45047.625</c:v>
                </c:pt>
                <c:pt idx="1291">
                  <c:v>45047.666666666657</c:v>
                </c:pt>
                <c:pt idx="1292">
                  <c:v>45047.708333333343</c:v>
                </c:pt>
                <c:pt idx="1293">
                  <c:v>45047.75</c:v>
                </c:pt>
                <c:pt idx="1294">
                  <c:v>45047.791666666657</c:v>
                </c:pt>
                <c:pt idx="1295">
                  <c:v>45047.833333333343</c:v>
                </c:pt>
                <c:pt idx="1296">
                  <c:v>45047.875</c:v>
                </c:pt>
                <c:pt idx="1297">
                  <c:v>45047.916666666657</c:v>
                </c:pt>
                <c:pt idx="1298">
                  <c:v>45047.958333333343</c:v>
                </c:pt>
                <c:pt idx="1299">
                  <c:v>45048</c:v>
                </c:pt>
                <c:pt idx="1300">
                  <c:v>45048.041666666657</c:v>
                </c:pt>
                <c:pt idx="1301">
                  <c:v>45048.083333333343</c:v>
                </c:pt>
                <c:pt idx="1302">
                  <c:v>45048.125</c:v>
                </c:pt>
                <c:pt idx="1303">
                  <c:v>45048.166666666657</c:v>
                </c:pt>
                <c:pt idx="1304">
                  <c:v>45048.208333333343</c:v>
                </c:pt>
                <c:pt idx="1305">
                  <c:v>45048.25</c:v>
                </c:pt>
                <c:pt idx="1306">
                  <c:v>45048.291666666657</c:v>
                </c:pt>
                <c:pt idx="1307">
                  <c:v>45048.333333333343</c:v>
                </c:pt>
                <c:pt idx="1308">
                  <c:v>45048.375</c:v>
                </c:pt>
                <c:pt idx="1309">
                  <c:v>45048.416666666657</c:v>
                </c:pt>
                <c:pt idx="1310">
                  <c:v>45048.458333333343</c:v>
                </c:pt>
                <c:pt idx="1311">
                  <c:v>45048.5</c:v>
                </c:pt>
                <c:pt idx="1312">
                  <c:v>45048.541666666657</c:v>
                </c:pt>
                <c:pt idx="1313">
                  <c:v>45048.583333333343</c:v>
                </c:pt>
                <c:pt idx="1314">
                  <c:v>45048.625</c:v>
                </c:pt>
                <c:pt idx="1315">
                  <c:v>45048.666666666657</c:v>
                </c:pt>
                <c:pt idx="1316">
                  <c:v>45048.708333333343</c:v>
                </c:pt>
                <c:pt idx="1317">
                  <c:v>45048.75</c:v>
                </c:pt>
                <c:pt idx="1318">
                  <c:v>45048.791666666657</c:v>
                </c:pt>
                <c:pt idx="1319">
                  <c:v>45048.833333333343</c:v>
                </c:pt>
                <c:pt idx="1320">
                  <c:v>45048.875</c:v>
                </c:pt>
                <c:pt idx="1321">
                  <c:v>45048.916666666657</c:v>
                </c:pt>
                <c:pt idx="1322">
                  <c:v>45048.958333333343</c:v>
                </c:pt>
                <c:pt idx="1323">
                  <c:v>45049</c:v>
                </c:pt>
                <c:pt idx="1324">
                  <c:v>45049.041666666657</c:v>
                </c:pt>
                <c:pt idx="1325">
                  <c:v>45049.083333333343</c:v>
                </c:pt>
                <c:pt idx="1326">
                  <c:v>45049.125</c:v>
                </c:pt>
                <c:pt idx="1327">
                  <c:v>45049.166666666657</c:v>
                </c:pt>
                <c:pt idx="1328">
                  <c:v>45049.208333333343</c:v>
                </c:pt>
                <c:pt idx="1329">
                  <c:v>45049.25</c:v>
                </c:pt>
                <c:pt idx="1330">
                  <c:v>45049.291666666657</c:v>
                </c:pt>
                <c:pt idx="1331">
                  <c:v>45049.333333333343</c:v>
                </c:pt>
                <c:pt idx="1332">
                  <c:v>45049.375</c:v>
                </c:pt>
                <c:pt idx="1333">
                  <c:v>45049.416666666657</c:v>
                </c:pt>
                <c:pt idx="1334">
                  <c:v>45049.458333333343</c:v>
                </c:pt>
                <c:pt idx="1335">
                  <c:v>45049.5</c:v>
                </c:pt>
                <c:pt idx="1336">
                  <c:v>45049.541666666657</c:v>
                </c:pt>
                <c:pt idx="1337">
                  <c:v>45049.583333333343</c:v>
                </c:pt>
                <c:pt idx="1338">
                  <c:v>45049.625</c:v>
                </c:pt>
                <c:pt idx="1339">
                  <c:v>45049.666666666657</c:v>
                </c:pt>
                <c:pt idx="1340">
                  <c:v>45049.708333333343</c:v>
                </c:pt>
                <c:pt idx="1341">
                  <c:v>45049.75</c:v>
                </c:pt>
                <c:pt idx="1342">
                  <c:v>45049.791666666657</c:v>
                </c:pt>
                <c:pt idx="1343">
                  <c:v>45049.833333333343</c:v>
                </c:pt>
                <c:pt idx="1344">
                  <c:v>45049.875</c:v>
                </c:pt>
                <c:pt idx="1345">
                  <c:v>45049.916666666657</c:v>
                </c:pt>
                <c:pt idx="1346">
                  <c:v>45049.958333333343</c:v>
                </c:pt>
                <c:pt idx="1347">
                  <c:v>45050</c:v>
                </c:pt>
                <c:pt idx="1348">
                  <c:v>45050.041666666657</c:v>
                </c:pt>
                <c:pt idx="1349">
                  <c:v>45050.083333333343</c:v>
                </c:pt>
                <c:pt idx="1350">
                  <c:v>45050.125</c:v>
                </c:pt>
                <c:pt idx="1351">
                  <c:v>45050.166666666657</c:v>
                </c:pt>
                <c:pt idx="1352">
                  <c:v>45050.208333333343</c:v>
                </c:pt>
                <c:pt idx="1353">
                  <c:v>45050.25</c:v>
                </c:pt>
                <c:pt idx="1354">
                  <c:v>45050.291666666657</c:v>
                </c:pt>
                <c:pt idx="1355">
                  <c:v>45050.333333333343</c:v>
                </c:pt>
                <c:pt idx="1356">
                  <c:v>45050.375</c:v>
                </c:pt>
                <c:pt idx="1357">
                  <c:v>45050.416666666657</c:v>
                </c:pt>
                <c:pt idx="1358">
                  <c:v>45050.458333333343</c:v>
                </c:pt>
                <c:pt idx="1359">
                  <c:v>45050.5</c:v>
                </c:pt>
                <c:pt idx="1360">
                  <c:v>45050.541666666657</c:v>
                </c:pt>
                <c:pt idx="1361">
                  <c:v>45050.583333333343</c:v>
                </c:pt>
                <c:pt idx="1362">
                  <c:v>45050.625</c:v>
                </c:pt>
                <c:pt idx="1363">
                  <c:v>45050.666666666657</c:v>
                </c:pt>
                <c:pt idx="1364">
                  <c:v>45050.708333333343</c:v>
                </c:pt>
                <c:pt idx="1365">
                  <c:v>45050.75</c:v>
                </c:pt>
                <c:pt idx="1366">
                  <c:v>45050.791666666657</c:v>
                </c:pt>
                <c:pt idx="1367">
                  <c:v>45050.833333333343</c:v>
                </c:pt>
                <c:pt idx="1368">
                  <c:v>45050.875</c:v>
                </c:pt>
                <c:pt idx="1369">
                  <c:v>45050.916666666657</c:v>
                </c:pt>
                <c:pt idx="1370">
                  <c:v>45050.958333333343</c:v>
                </c:pt>
                <c:pt idx="1371">
                  <c:v>45051</c:v>
                </c:pt>
                <c:pt idx="1372">
                  <c:v>45051.041666666657</c:v>
                </c:pt>
                <c:pt idx="1373">
                  <c:v>45051.083333333343</c:v>
                </c:pt>
                <c:pt idx="1374">
                  <c:v>45051.125</c:v>
                </c:pt>
                <c:pt idx="1375">
                  <c:v>45051.166666666657</c:v>
                </c:pt>
                <c:pt idx="1376">
                  <c:v>45051.208333333343</c:v>
                </c:pt>
                <c:pt idx="1377">
                  <c:v>45051.25</c:v>
                </c:pt>
                <c:pt idx="1378">
                  <c:v>45051.291666666657</c:v>
                </c:pt>
                <c:pt idx="1379">
                  <c:v>45051.333333333343</c:v>
                </c:pt>
                <c:pt idx="1380">
                  <c:v>45051.375</c:v>
                </c:pt>
                <c:pt idx="1381">
                  <c:v>45051.416666666657</c:v>
                </c:pt>
                <c:pt idx="1382">
                  <c:v>45051.458333333343</c:v>
                </c:pt>
                <c:pt idx="1383">
                  <c:v>45051.5</c:v>
                </c:pt>
                <c:pt idx="1384">
                  <c:v>45051.541666666657</c:v>
                </c:pt>
                <c:pt idx="1385">
                  <c:v>45051.583333333343</c:v>
                </c:pt>
                <c:pt idx="1386">
                  <c:v>45051.625</c:v>
                </c:pt>
                <c:pt idx="1387">
                  <c:v>45051.666666666657</c:v>
                </c:pt>
                <c:pt idx="1388">
                  <c:v>45051.708333333343</c:v>
                </c:pt>
                <c:pt idx="1389">
                  <c:v>45051.75</c:v>
                </c:pt>
                <c:pt idx="1390">
                  <c:v>45051.791666666657</c:v>
                </c:pt>
                <c:pt idx="1391">
                  <c:v>45051.833333333343</c:v>
                </c:pt>
                <c:pt idx="1392">
                  <c:v>45051.875</c:v>
                </c:pt>
                <c:pt idx="1393">
                  <c:v>45051.916666666657</c:v>
                </c:pt>
                <c:pt idx="1394">
                  <c:v>45051.958333333343</c:v>
                </c:pt>
                <c:pt idx="1395">
                  <c:v>45052</c:v>
                </c:pt>
                <c:pt idx="1396">
                  <c:v>45052.041666666657</c:v>
                </c:pt>
                <c:pt idx="1397">
                  <c:v>45052.083333333343</c:v>
                </c:pt>
                <c:pt idx="1398">
                  <c:v>45052.125</c:v>
                </c:pt>
                <c:pt idx="1399">
                  <c:v>45052.166666666657</c:v>
                </c:pt>
                <c:pt idx="1400">
                  <c:v>45052.208333333343</c:v>
                </c:pt>
                <c:pt idx="1401">
                  <c:v>45052.25</c:v>
                </c:pt>
                <c:pt idx="1402">
                  <c:v>45052.291666666657</c:v>
                </c:pt>
                <c:pt idx="1403">
                  <c:v>45052.333333333343</c:v>
                </c:pt>
                <c:pt idx="1404">
                  <c:v>45052.375</c:v>
                </c:pt>
                <c:pt idx="1405">
                  <c:v>45052.416666666657</c:v>
                </c:pt>
                <c:pt idx="1406">
                  <c:v>45052.458333333343</c:v>
                </c:pt>
                <c:pt idx="1407">
                  <c:v>45052.5</c:v>
                </c:pt>
                <c:pt idx="1408">
                  <c:v>45052.541666666657</c:v>
                </c:pt>
                <c:pt idx="1409">
                  <c:v>45052.583333333343</c:v>
                </c:pt>
                <c:pt idx="1410">
                  <c:v>45052.625</c:v>
                </c:pt>
                <c:pt idx="1411">
                  <c:v>45052.666666666657</c:v>
                </c:pt>
                <c:pt idx="1412">
                  <c:v>45052.708333333343</c:v>
                </c:pt>
                <c:pt idx="1413">
                  <c:v>45052.75</c:v>
                </c:pt>
                <c:pt idx="1414">
                  <c:v>45052.791666666657</c:v>
                </c:pt>
                <c:pt idx="1415">
                  <c:v>45052.833333333343</c:v>
                </c:pt>
                <c:pt idx="1416">
                  <c:v>45052.875</c:v>
                </c:pt>
                <c:pt idx="1417">
                  <c:v>45052.916666666657</c:v>
                </c:pt>
                <c:pt idx="1418">
                  <c:v>45052.958333333343</c:v>
                </c:pt>
                <c:pt idx="1419">
                  <c:v>45053</c:v>
                </c:pt>
                <c:pt idx="1420">
                  <c:v>45053.041666666657</c:v>
                </c:pt>
                <c:pt idx="1421">
                  <c:v>45053.083333333343</c:v>
                </c:pt>
                <c:pt idx="1422">
                  <c:v>45053.125</c:v>
                </c:pt>
                <c:pt idx="1423">
                  <c:v>45053.166666666657</c:v>
                </c:pt>
                <c:pt idx="1424">
                  <c:v>45053.208333333343</c:v>
                </c:pt>
                <c:pt idx="1425">
                  <c:v>45053.25</c:v>
                </c:pt>
                <c:pt idx="1426">
                  <c:v>45053.291666666657</c:v>
                </c:pt>
                <c:pt idx="1427">
                  <c:v>45053.333333333343</c:v>
                </c:pt>
                <c:pt idx="1428">
                  <c:v>45053.375</c:v>
                </c:pt>
                <c:pt idx="1429">
                  <c:v>45053.416666666657</c:v>
                </c:pt>
                <c:pt idx="1430">
                  <c:v>45053.458333333343</c:v>
                </c:pt>
                <c:pt idx="1431">
                  <c:v>45053.5</c:v>
                </c:pt>
                <c:pt idx="1432">
                  <c:v>45053.541666666657</c:v>
                </c:pt>
                <c:pt idx="1433">
                  <c:v>45053.583333333343</c:v>
                </c:pt>
                <c:pt idx="1434">
                  <c:v>45053.625</c:v>
                </c:pt>
                <c:pt idx="1435">
                  <c:v>45053.666666666657</c:v>
                </c:pt>
                <c:pt idx="1436">
                  <c:v>45053.708333333343</c:v>
                </c:pt>
                <c:pt idx="1437">
                  <c:v>45053.75</c:v>
                </c:pt>
                <c:pt idx="1438">
                  <c:v>45053.791666666657</c:v>
                </c:pt>
                <c:pt idx="1439">
                  <c:v>45053.833333333343</c:v>
                </c:pt>
                <c:pt idx="1440">
                  <c:v>45053.875</c:v>
                </c:pt>
                <c:pt idx="1441">
                  <c:v>45053.916666666657</c:v>
                </c:pt>
                <c:pt idx="1442">
                  <c:v>45053.958333333343</c:v>
                </c:pt>
                <c:pt idx="1443">
                  <c:v>45054</c:v>
                </c:pt>
                <c:pt idx="1444">
                  <c:v>45054.041666666657</c:v>
                </c:pt>
                <c:pt idx="1445">
                  <c:v>45054.083333333343</c:v>
                </c:pt>
                <c:pt idx="1446">
                  <c:v>45054.125</c:v>
                </c:pt>
                <c:pt idx="1447">
                  <c:v>45054.166666666657</c:v>
                </c:pt>
                <c:pt idx="1448">
                  <c:v>45054.208333333343</c:v>
                </c:pt>
                <c:pt idx="1449">
                  <c:v>45054.25</c:v>
                </c:pt>
                <c:pt idx="1450">
                  <c:v>45054.291666666657</c:v>
                </c:pt>
                <c:pt idx="1451">
                  <c:v>45054.333333333343</c:v>
                </c:pt>
                <c:pt idx="1452">
                  <c:v>45054.375</c:v>
                </c:pt>
                <c:pt idx="1453">
                  <c:v>45054.416666666657</c:v>
                </c:pt>
                <c:pt idx="1454">
                  <c:v>45054.458333333343</c:v>
                </c:pt>
                <c:pt idx="1455">
                  <c:v>45054.5</c:v>
                </c:pt>
                <c:pt idx="1456">
                  <c:v>45054.541666666657</c:v>
                </c:pt>
                <c:pt idx="1457">
                  <c:v>45054.583333333343</c:v>
                </c:pt>
                <c:pt idx="1458">
                  <c:v>45054.625</c:v>
                </c:pt>
                <c:pt idx="1459">
                  <c:v>45054.666666666657</c:v>
                </c:pt>
                <c:pt idx="1460">
                  <c:v>45054.708333333343</c:v>
                </c:pt>
                <c:pt idx="1461">
                  <c:v>45054.75</c:v>
                </c:pt>
                <c:pt idx="1462">
                  <c:v>45054.791666666657</c:v>
                </c:pt>
                <c:pt idx="1463">
                  <c:v>45054.833333333343</c:v>
                </c:pt>
                <c:pt idx="1464">
                  <c:v>45054.875</c:v>
                </c:pt>
                <c:pt idx="1465">
                  <c:v>45054.916666666657</c:v>
                </c:pt>
                <c:pt idx="1466">
                  <c:v>45054.958333333343</c:v>
                </c:pt>
                <c:pt idx="1467">
                  <c:v>45055</c:v>
                </c:pt>
                <c:pt idx="1468">
                  <c:v>45055.041666666657</c:v>
                </c:pt>
                <c:pt idx="1469">
                  <c:v>45055.083333333343</c:v>
                </c:pt>
                <c:pt idx="1470">
                  <c:v>45055.125</c:v>
                </c:pt>
                <c:pt idx="1471">
                  <c:v>45055.166666666657</c:v>
                </c:pt>
                <c:pt idx="1472">
                  <c:v>45055.208333333343</c:v>
                </c:pt>
                <c:pt idx="1473">
                  <c:v>45055.25</c:v>
                </c:pt>
                <c:pt idx="1474">
                  <c:v>45055.291666666657</c:v>
                </c:pt>
                <c:pt idx="1475">
                  <c:v>45055.333333333343</c:v>
                </c:pt>
                <c:pt idx="1476">
                  <c:v>45055.375</c:v>
                </c:pt>
                <c:pt idx="1477">
                  <c:v>45055.416666666657</c:v>
                </c:pt>
                <c:pt idx="1478">
                  <c:v>45055.458333333343</c:v>
                </c:pt>
                <c:pt idx="1479">
                  <c:v>45055.5</c:v>
                </c:pt>
                <c:pt idx="1480">
                  <c:v>45055.541666666657</c:v>
                </c:pt>
                <c:pt idx="1481">
                  <c:v>45055.583333333343</c:v>
                </c:pt>
                <c:pt idx="1482">
                  <c:v>45055.625</c:v>
                </c:pt>
                <c:pt idx="1483">
                  <c:v>45055.666666666657</c:v>
                </c:pt>
                <c:pt idx="1484">
                  <c:v>45055.708333333343</c:v>
                </c:pt>
                <c:pt idx="1485">
                  <c:v>45055.75</c:v>
                </c:pt>
                <c:pt idx="1486">
                  <c:v>45055.791666666657</c:v>
                </c:pt>
                <c:pt idx="1487">
                  <c:v>45055.833333333343</c:v>
                </c:pt>
                <c:pt idx="1488">
                  <c:v>45055.875</c:v>
                </c:pt>
                <c:pt idx="1489">
                  <c:v>45055.916666666657</c:v>
                </c:pt>
                <c:pt idx="1490">
                  <c:v>45055.958333333343</c:v>
                </c:pt>
                <c:pt idx="1491">
                  <c:v>45056</c:v>
                </c:pt>
                <c:pt idx="1492">
                  <c:v>45056.041666666657</c:v>
                </c:pt>
                <c:pt idx="1493">
                  <c:v>45056.083333333343</c:v>
                </c:pt>
                <c:pt idx="1494">
                  <c:v>45056.125</c:v>
                </c:pt>
                <c:pt idx="1495">
                  <c:v>45056.166666666657</c:v>
                </c:pt>
                <c:pt idx="1496">
                  <c:v>45056.208333333343</c:v>
                </c:pt>
                <c:pt idx="1497">
                  <c:v>45056.25</c:v>
                </c:pt>
                <c:pt idx="1498">
                  <c:v>45056.291666666657</c:v>
                </c:pt>
                <c:pt idx="1499">
                  <c:v>45056.333333333343</c:v>
                </c:pt>
                <c:pt idx="1500">
                  <c:v>45056.375</c:v>
                </c:pt>
                <c:pt idx="1501">
                  <c:v>45056.416666666657</c:v>
                </c:pt>
                <c:pt idx="1502">
                  <c:v>45056.458333333343</c:v>
                </c:pt>
                <c:pt idx="1503">
                  <c:v>45056.5</c:v>
                </c:pt>
                <c:pt idx="1504">
                  <c:v>45056.541666666657</c:v>
                </c:pt>
                <c:pt idx="1505">
                  <c:v>45056.583333333343</c:v>
                </c:pt>
                <c:pt idx="1506">
                  <c:v>45056.625</c:v>
                </c:pt>
                <c:pt idx="1507">
                  <c:v>45056.666666666657</c:v>
                </c:pt>
                <c:pt idx="1508">
                  <c:v>45056.708333333343</c:v>
                </c:pt>
                <c:pt idx="1509">
                  <c:v>45056.75</c:v>
                </c:pt>
                <c:pt idx="1510">
                  <c:v>45056.791666666657</c:v>
                </c:pt>
                <c:pt idx="1511">
                  <c:v>45056.833333333343</c:v>
                </c:pt>
                <c:pt idx="1512">
                  <c:v>45056.875</c:v>
                </c:pt>
                <c:pt idx="1513">
                  <c:v>45056.916666666657</c:v>
                </c:pt>
                <c:pt idx="1514">
                  <c:v>45056.958333333343</c:v>
                </c:pt>
                <c:pt idx="1515">
                  <c:v>45057</c:v>
                </c:pt>
                <c:pt idx="1516">
                  <c:v>45057.041666666657</c:v>
                </c:pt>
                <c:pt idx="1517">
                  <c:v>45057.083333333343</c:v>
                </c:pt>
                <c:pt idx="1518">
                  <c:v>45057.125</c:v>
                </c:pt>
                <c:pt idx="1519">
                  <c:v>45057.166666666657</c:v>
                </c:pt>
                <c:pt idx="1520">
                  <c:v>45057.208333333343</c:v>
                </c:pt>
                <c:pt idx="1521">
                  <c:v>45057.25</c:v>
                </c:pt>
                <c:pt idx="1522">
                  <c:v>45057.291666666657</c:v>
                </c:pt>
                <c:pt idx="1523">
                  <c:v>45057.333333333343</c:v>
                </c:pt>
                <c:pt idx="1524">
                  <c:v>45057.375</c:v>
                </c:pt>
                <c:pt idx="1525">
                  <c:v>45057.416666666657</c:v>
                </c:pt>
                <c:pt idx="1526">
                  <c:v>45057.458333333343</c:v>
                </c:pt>
                <c:pt idx="1527">
                  <c:v>45057.5</c:v>
                </c:pt>
                <c:pt idx="1528">
                  <c:v>45057.541666666657</c:v>
                </c:pt>
                <c:pt idx="1529">
                  <c:v>45057.583333333343</c:v>
                </c:pt>
                <c:pt idx="1530">
                  <c:v>45057.625</c:v>
                </c:pt>
                <c:pt idx="1531">
                  <c:v>45057.666666666657</c:v>
                </c:pt>
                <c:pt idx="1532">
                  <c:v>45057.708333333343</c:v>
                </c:pt>
                <c:pt idx="1533">
                  <c:v>45057.75</c:v>
                </c:pt>
                <c:pt idx="1534">
                  <c:v>45057.791666666657</c:v>
                </c:pt>
                <c:pt idx="1535">
                  <c:v>45057.833333333343</c:v>
                </c:pt>
                <c:pt idx="1536">
                  <c:v>45057.875</c:v>
                </c:pt>
                <c:pt idx="1537">
                  <c:v>45057.916666666657</c:v>
                </c:pt>
                <c:pt idx="1538">
                  <c:v>45057.958333333343</c:v>
                </c:pt>
                <c:pt idx="1539">
                  <c:v>45058</c:v>
                </c:pt>
                <c:pt idx="1540">
                  <c:v>45058.041666666657</c:v>
                </c:pt>
                <c:pt idx="1541">
                  <c:v>45058.083333333343</c:v>
                </c:pt>
                <c:pt idx="1542">
                  <c:v>45058.125</c:v>
                </c:pt>
                <c:pt idx="1543">
                  <c:v>45058.166666666657</c:v>
                </c:pt>
                <c:pt idx="1544">
                  <c:v>45058.208333333343</c:v>
                </c:pt>
                <c:pt idx="1545">
                  <c:v>45058.25</c:v>
                </c:pt>
                <c:pt idx="1546">
                  <c:v>45058.291666666657</c:v>
                </c:pt>
                <c:pt idx="1547">
                  <c:v>45058.333333333343</c:v>
                </c:pt>
                <c:pt idx="1548">
                  <c:v>45058.375</c:v>
                </c:pt>
                <c:pt idx="1549">
                  <c:v>45058.416666666657</c:v>
                </c:pt>
                <c:pt idx="1550">
                  <c:v>45058.458333333343</c:v>
                </c:pt>
                <c:pt idx="1551">
                  <c:v>45058.5</c:v>
                </c:pt>
                <c:pt idx="1552">
                  <c:v>45058.541666666657</c:v>
                </c:pt>
                <c:pt idx="1553">
                  <c:v>45058.583333333343</c:v>
                </c:pt>
                <c:pt idx="1554">
                  <c:v>45058.625</c:v>
                </c:pt>
                <c:pt idx="1555">
                  <c:v>45058.666666666657</c:v>
                </c:pt>
                <c:pt idx="1556">
                  <c:v>45058.708333333343</c:v>
                </c:pt>
                <c:pt idx="1557">
                  <c:v>45058.75</c:v>
                </c:pt>
                <c:pt idx="1558">
                  <c:v>45058.791666666657</c:v>
                </c:pt>
                <c:pt idx="1559">
                  <c:v>45058.833333333343</c:v>
                </c:pt>
                <c:pt idx="1560">
                  <c:v>45058.875</c:v>
                </c:pt>
                <c:pt idx="1561">
                  <c:v>45058.916666666657</c:v>
                </c:pt>
                <c:pt idx="1562">
                  <c:v>45058.958333333343</c:v>
                </c:pt>
                <c:pt idx="1563">
                  <c:v>45059</c:v>
                </c:pt>
                <c:pt idx="1564">
                  <c:v>45059.041666666657</c:v>
                </c:pt>
                <c:pt idx="1565">
                  <c:v>45059.083333333343</c:v>
                </c:pt>
                <c:pt idx="1566">
                  <c:v>45059.125</c:v>
                </c:pt>
                <c:pt idx="1567">
                  <c:v>45059.166666666657</c:v>
                </c:pt>
                <c:pt idx="1568">
                  <c:v>45059.208333333343</c:v>
                </c:pt>
                <c:pt idx="1569">
                  <c:v>45059.25</c:v>
                </c:pt>
                <c:pt idx="1570">
                  <c:v>45059.291666666657</c:v>
                </c:pt>
                <c:pt idx="1571">
                  <c:v>45059.333333333343</c:v>
                </c:pt>
                <c:pt idx="1572">
                  <c:v>45059.375</c:v>
                </c:pt>
                <c:pt idx="1573">
                  <c:v>45059.416666666657</c:v>
                </c:pt>
                <c:pt idx="1574">
                  <c:v>45059.458333333343</c:v>
                </c:pt>
                <c:pt idx="1575">
                  <c:v>45059.5</c:v>
                </c:pt>
                <c:pt idx="1576">
                  <c:v>45059.541666666657</c:v>
                </c:pt>
                <c:pt idx="1577">
                  <c:v>45059.583333333343</c:v>
                </c:pt>
                <c:pt idx="1578">
                  <c:v>45059.625</c:v>
                </c:pt>
                <c:pt idx="1579">
                  <c:v>45059.666666666657</c:v>
                </c:pt>
                <c:pt idx="1580">
                  <c:v>45059.708333333343</c:v>
                </c:pt>
                <c:pt idx="1581">
                  <c:v>45059.75</c:v>
                </c:pt>
                <c:pt idx="1582">
                  <c:v>45059.791666666657</c:v>
                </c:pt>
                <c:pt idx="1583">
                  <c:v>45059.833333333343</c:v>
                </c:pt>
                <c:pt idx="1584">
                  <c:v>45059.875</c:v>
                </c:pt>
                <c:pt idx="1585">
                  <c:v>45059.916666666657</c:v>
                </c:pt>
                <c:pt idx="1586">
                  <c:v>45059.958333333343</c:v>
                </c:pt>
                <c:pt idx="1587">
                  <c:v>45060</c:v>
                </c:pt>
                <c:pt idx="1588">
                  <c:v>45060.041666666657</c:v>
                </c:pt>
                <c:pt idx="1589">
                  <c:v>45060.083333333343</c:v>
                </c:pt>
                <c:pt idx="1590">
                  <c:v>45060.125</c:v>
                </c:pt>
                <c:pt idx="1591">
                  <c:v>45060.166666666657</c:v>
                </c:pt>
                <c:pt idx="1592">
                  <c:v>45060.208333333343</c:v>
                </c:pt>
                <c:pt idx="1593">
                  <c:v>45060.25</c:v>
                </c:pt>
                <c:pt idx="1594">
                  <c:v>45060.291666666657</c:v>
                </c:pt>
                <c:pt idx="1595">
                  <c:v>45060.333333333343</c:v>
                </c:pt>
                <c:pt idx="1596">
                  <c:v>45060.375</c:v>
                </c:pt>
                <c:pt idx="1597">
                  <c:v>45060.416666666657</c:v>
                </c:pt>
                <c:pt idx="1598">
                  <c:v>45060.458333333343</c:v>
                </c:pt>
                <c:pt idx="1599">
                  <c:v>45060.5</c:v>
                </c:pt>
                <c:pt idx="1600">
                  <c:v>45060.541666666657</c:v>
                </c:pt>
                <c:pt idx="1601">
                  <c:v>45060.583333333343</c:v>
                </c:pt>
                <c:pt idx="1602">
                  <c:v>45060.625</c:v>
                </c:pt>
                <c:pt idx="1603">
                  <c:v>45060.666666666657</c:v>
                </c:pt>
                <c:pt idx="1604">
                  <c:v>45060.708333333343</c:v>
                </c:pt>
                <c:pt idx="1605">
                  <c:v>45060.75</c:v>
                </c:pt>
                <c:pt idx="1606">
                  <c:v>45060.791666666657</c:v>
                </c:pt>
                <c:pt idx="1607">
                  <c:v>45060.833333333343</c:v>
                </c:pt>
                <c:pt idx="1608">
                  <c:v>45060.875</c:v>
                </c:pt>
                <c:pt idx="1609">
                  <c:v>45060.916666666657</c:v>
                </c:pt>
                <c:pt idx="1610">
                  <c:v>45060.958333333343</c:v>
                </c:pt>
                <c:pt idx="1611">
                  <c:v>45061</c:v>
                </c:pt>
                <c:pt idx="1612">
                  <c:v>45061.041666666657</c:v>
                </c:pt>
                <c:pt idx="1613">
                  <c:v>45061.083333333343</c:v>
                </c:pt>
                <c:pt idx="1614">
                  <c:v>45061.125</c:v>
                </c:pt>
                <c:pt idx="1615">
                  <c:v>45061.166666666657</c:v>
                </c:pt>
                <c:pt idx="1616">
                  <c:v>45061.208333333343</c:v>
                </c:pt>
                <c:pt idx="1617">
                  <c:v>45061.25</c:v>
                </c:pt>
                <c:pt idx="1618">
                  <c:v>45061.291666666657</c:v>
                </c:pt>
                <c:pt idx="1619">
                  <c:v>45061.333333333343</c:v>
                </c:pt>
                <c:pt idx="1620">
                  <c:v>45061.375</c:v>
                </c:pt>
                <c:pt idx="1621">
                  <c:v>45061.416666666657</c:v>
                </c:pt>
                <c:pt idx="1622">
                  <c:v>45061.458333333343</c:v>
                </c:pt>
                <c:pt idx="1623">
                  <c:v>45061.5</c:v>
                </c:pt>
                <c:pt idx="1624">
                  <c:v>45061.541666666657</c:v>
                </c:pt>
                <c:pt idx="1625">
                  <c:v>45061.583333333343</c:v>
                </c:pt>
                <c:pt idx="1626">
                  <c:v>45061.625</c:v>
                </c:pt>
                <c:pt idx="1627">
                  <c:v>45061.666666666657</c:v>
                </c:pt>
                <c:pt idx="1628">
                  <c:v>45061.708333333343</c:v>
                </c:pt>
                <c:pt idx="1629">
                  <c:v>45061.75</c:v>
                </c:pt>
                <c:pt idx="1630">
                  <c:v>45061.791666666657</c:v>
                </c:pt>
                <c:pt idx="1631">
                  <c:v>45061.833333333343</c:v>
                </c:pt>
                <c:pt idx="1632">
                  <c:v>45061.875</c:v>
                </c:pt>
                <c:pt idx="1633">
                  <c:v>45061.916666666657</c:v>
                </c:pt>
                <c:pt idx="1634">
                  <c:v>45061.958333333343</c:v>
                </c:pt>
                <c:pt idx="1635">
                  <c:v>45062</c:v>
                </c:pt>
                <c:pt idx="1636">
                  <c:v>45062.041666666657</c:v>
                </c:pt>
                <c:pt idx="1637">
                  <c:v>45062.083333333343</c:v>
                </c:pt>
                <c:pt idx="1638">
                  <c:v>45062.125</c:v>
                </c:pt>
                <c:pt idx="1639">
                  <c:v>45062.166666666657</c:v>
                </c:pt>
                <c:pt idx="1640">
                  <c:v>45062.208333333343</c:v>
                </c:pt>
                <c:pt idx="1641">
                  <c:v>45062.25</c:v>
                </c:pt>
                <c:pt idx="1642">
                  <c:v>45062.291666666657</c:v>
                </c:pt>
                <c:pt idx="1643">
                  <c:v>45062.333333333343</c:v>
                </c:pt>
                <c:pt idx="1644">
                  <c:v>45062.375</c:v>
                </c:pt>
                <c:pt idx="1645">
                  <c:v>45062.416666666657</c:v>
                </c:pt>
                <c:pt idx="1646">
                  <c:v>45062.458333333343</c:v>
                </c:pt>
                <c:pt idx="1647">
                  <c:v>45062.5</c:v>
                </c:pt>
                <c:pt idx="1648">
                  <c:v>45062.541666666657</c:v>
                </c:pt>
                <c:pt idx="1649">
                  <c:v>45062.583333333343</c:v>
                </c:pt>
                <c:pt idx="1650">
                  <c:v>45062.625</c:v>
                </c:pt>
                <c:pt idx="1651">
                  <c:v>45062.666666666657</c:v>
                </c:pt>
                <c:pt idx="1652">
                  <c:v>45062.708333333343</c:v>
                </c:pt>
                <c:pt idx="1653">
                  <c:v>45062.75</c:v>
                </c:pt>
                <c:pt idx="1654">
                  <c:v>45062.791666666657</c:v>
                </c:pt>
                <c:pt idx="1655">
                  <c:v>45062.833333333343</c:v>
                </c:pt>
                <c:pt idx="1656">
                  <c:v>45062.875</c:v>
                </c:pt>
                <c:pt idx="1657">
                  <c:v>45062.916666666657</c:v>
                </c:pt>
                <c:pt idx="1658">
                  <c:v>45062.958333333343</c:v>
                </c:pt>
                <c:pt idx="1659">
                  <c:v>45063</c:v>
                </c:pt>
                <c:pt idx="1660">
                  <c:v>45063.041666666657</c:v>
                </c:pt>
                <c:pt idx="1661">
                  <c:v>45063.083333333343</c:v>
                </c:pt>
                <c:pt idx="1662">
                  <c:v>45063.125</c:v>
                </c:pt>
                <c:pt idx="1663">
                  <c:v>45063.166666666657</c:v>
                </c:pt>
                <c:pt idx="1664">
                  <c:v>45063.208333333343</c:v>
                </c:pt>
                <c:pt idx="1665">
                  <c:v>45063.25</c:v>
                </c:pt>
                <c:pt idx="1666">
                  <c:v>45063.291666666657</c:v>
                </c:pt>
                <c:pt idx="1667">
                  <c:v>45063.333333333343</c:v>
                </c:pt>
                <c:pt idx="1668">
                  <c:v>45063.375</c:v>
                </c:pt>
                <c:pt idx="1669">
                  <c:v>45063.416666666657</c:v>
                </c:pt>
                <c:pt idx="1670">
                  <c:v>45063.458333333343</c:v>
                </c:pt>
                <c:pt idx="1671">
                  <c:v>45063.5</c:v>
                </c:pt>
                <c:pt idx="1672">
                  <c:v>45063.541666666657</c:v>
                </c:pt>
                <c:pt idx="1673">
                  <c:v>45063.583333333343</c:v>
                </c:pt>
                <c:pt idx="1674">
                  <c:v>45063.625</c:v>
                </c:pt>
                <c:pt idx="1675">
                  <c:v>45063.666666666657</c:v>
                </c:pt>
                <c:pt idx="1676">
                  <c:v>45063.708333333343</c:v>
                </c:pt>
                <c:pt idx="1677">
                  <c:v>45063.75</c:v>
                </c:pt>
                <c:pt idx="1678">
                  <c:v>45063.791666666657</c:v>
                </c:pt>
                <c:pt idx="1679">
                  <c:v>45063.833333333343</c:v>
                </c:pt>
                <c:pt idx="1680">
                  <c:v>45063.875</c:v>
                </c:pt>
                <c:pt idx="1681">
                  <c:v>45063.916666666657</c:v>
                </c:pt>
                <c:pt idx="1682">
                  <c:v>45063.958333333343</c:v>
                </c:pt>
                <c:pt idx="1683">
                  <c:v>45064</c:v>
                </c:pt>
                <c:pt idx="1684">
                  <c:v>45064.041666666657</c:v>
                </c:pt>
                <c:pt idx="1685">
                  <c:v>45064.083333333343</c:v>
                </c:pt>
                <c:pt idx="1686">
                  <c:v>45064.125</c:v>
                </c:pt>
                <c:pt idx="1687">
                  <c:v>45064.166666666657</c:v>
                </c:pt>
                <c:pt idx="1688">
                  <c:v>45064.208333333343</c:v>
                </c:pt>
                <c:pt idx="1689">
                  <c:v>45064.25</c:v>
                </c:pt>
                <c:pt idx="1690">
                  <c:v>45064.291666666657</c:v>
                </c:pt>
                <c:pt idx="1691">
                  <c:v>45064.333333333343</c:v>
                </c:pt>
                <c:pt idx="1692">
                  <c:v>45064.375</c:v>
                </c:pt>
                <c:pt idx="1693">
                  <c:v>45064.416666666657</c:v>
                </c:pt>
                <c:pt idx="1694">
                  <c:v>45064.458333333343</c:v>
                </c:pt>
                <c:pt idx="1695">
                  <c:v>45064.5</c:v>
                </c:pt>
                <c:pt idx="1696">
                  <c:v>45064.541666666657</c:v>
                </c:pt>
                <c:pt idx="1697">
                  <c:v>45064.583333333343</c:v>
                </c:pt>
                <c:pt idx="1698">
                  <c:v>45064.625</c:v>
                </c:pt>
                <c:pt idx="1699">
                  <c:v>45064.666666666657</c:v>
                </c:pt>
                <c:pt idx="1700">
                  <c:v>45064.708333333343</c:v>
                </c:pt>
                <c:pt idx="1701">
                  <c:v>45064.75</c:v>
                </c:pt>
                <c:pt idx="1702">
                  <c:v>45064.791666666657</c:v>
                </c:pt>
                <c:pt idx="1703">
                  <c:v>45064.833333333343</c:v>
                </c:pt>
                <c:pt idx="1704">
                  <c:v>45064.875</c:v>
                </c:pt>
                <c:pt idx="1705">
                  <c:v>45064.916666666657</c:v>
                </c:pt>
                <c:pt idx="1706">
                  <c:v>45064.958333333343</c:v>
                </c:pt>
                <c:pt idx="1707">
                  <c:v>45065</c:v>
                </c:pt>
                <c:pt idx="1708">
                  <c:v>45065.041666666657</c:v>
                </c:pt>
                <c:pt idx="1709">
                  <c:v>45065.083333333343</c:v>
                </c:pt>
                <c:pt idx="1710">
                  <c:v>45065.125</c:v>
                </c:pt>
                <c:pt idx="1711">
                  <c:v>45065.166666666657</c:v>
                </c:pt>
                <c:pt idx="1712">
                  <c:v>45065.208333333343</c:v>
                </c:pt>
                <c:pt idx="1713">
                  <c:v>45065.25</c:v>
                </c:pt>
                <c:pt idx="1714">
                  <c:v>45065.291666666657</c:v>
                </c:pt>
                <c:pt idx="1715">
                  <c:v>45065.333333333343</c:v>
                </c:pt>
                <c:pt idx="1716">
                  <c:v>45065.375</c:v>
                </c:pt>
                <c:pt idx="1717">
                  <c:v>45065.416666666657</c:v>
                </c:pt>
                <c:pt idx="1718">
                  <c:v>45065.458333333343</c:v>
                </c:pt>
                <c:pt idx="1719">
                  <c:v>45065.5</c:v>
                </c:pt>
                <c:pt idx="1720">
                  <c:v>45065.541666666657</c:v>
                </c:pt>
                <c:pt idx="1721">
                  <c:v>45065.583333333343</c:v>
                </c:pt>
                <c:pt idx="1722">
                  <c:v>45065.625</c:v>
                </c:pt>
                <c:pt idx="1723">
                  <c:v>45065.666666666657</c:v>
                </c:pt>
                <c:pt idx="1724">
                  <c:v>45065.708333333343</c:v>
                </c:pt>
                <c:pt idx="1725">
                  <c:v>45065.75</c:v>
                </c:pt>
                <c:pt idx="1726">
                  <c:v>45065.791666666657</c:v>
                </c:pt>
                <c:pt idx="1727">
                  <c:v>45065.833333333343</c:v>
                </c:pt>
                <c:pt idx="1728">
                  <c:v>45065.875</c:v>
                </c:pt>
                <c:pt idx="1729">
                  <c:v>45065.916666666657</c:v>
                </c:pt>
                <c:pt idx="1730">
                  <c:v>45065.958333333343</c:v>
                </c:pt>
                <c:pt idx="1731">
                  <c:v>45066</c:v>
                </c:pt>
                <c:pt idx="1732">
                  <c:v>45066.041666666657</c:v>
                </c:pt>
                <c:pt idx="1733">
                  <c:v>45066.083333333343</c:v>
                </c:pt>
                <c:pt idx="1734">
                  <c:v>45066.125</c:v>
                </c:pt>
                <c:pt idx="1735">
                  <c:v>45066.166666666657</c:v>
                </c:pt>
                <c:pt idx="1736">
                  <c:v>45066.208333333343</c:v>
                </c:pt>
                <c:pt idx="1737">
                  <c:v>45066.25</c:v>
                </c:pt>
                <c:pt idx="1738">
                  <c:v>45066.291666666657</c:v>
                </c:pt>
                <c:pt idx="1739">
                  <c:v>45066.333333333343</c:v>
                </c:pt>
                <c:pt idx="1740">
                  <c:v>45066.375</c:v>
                </c:pt>
                <c:pt idx="1741">
                  <c:v>45066.416666666657</c:v>
                </c:pt>
                <c:pt idx="1742">
                  <c:v>45066.458333333343</c:v>
                </c:pt>
                <c:pt idx="1743">
                  <c:v>45066.5</c:v>
                </c:pt>
                <c:pt idx="1744">
                  <c:v>45066.541666666657</c:v>
                </c:pt>
                <c:pt idx="1745">
                  <c:v>45066.583333333343</c:v>
                </c:pt>
                <c:pt idx="1746">
                  <c:v>45066.625</c:v>
                </c:pt>
                <c:pt idx="1747">
                  <c:v>45066.666666666657</c:v>
                </c:pt>
                <c:pt idx="1748">
                  <c:v>45066.708333333343</c:v>
                </c:pt>
                <c:pt idx="1749">
                  <c:v>45066.75</c:v>
                </c:pt>
                <c:pt idx="1750">
                  <c:v>45066.791666666657</c:v>
                </c:pt>
                <c:pt idx="1751">
                  <c:v>45066.833333333343</c:v>
                </c:pt>
                <c:pt idx="1752">
                  <c:v>45066.875</c:v>
                </c:pt>
                <c:pt idx="1753">
                  <c:v>45066.916666666657</c:v>
                </c:pt>
                <c:pt idx="1754">
                  <c:v>45066.958333333343</c:v>
                </c:pt>
                <c:pt idx="1755">
                  <c:v>45067</c:v>
                </c:pt>
                <c:pt idx="1756">
                  <c:v>45067.041666666657</c:v>
                </c:pt>
                <c:pt idx="1757">
                  <c:v>45067.083333333343</c:v>
                </c:pt>
                <c:pt idx="1758">
                  <c:v>45067.125</c:v>
                </c:pt>
                <c:pt idx="1759">
                  <c:v>45067.166666666657</c:v>
                </c:pt>
                <c:pt idx="1760">
                  <c:v>45067.208333333343</c:v>
                </c:pt>
                <c:pt idx="1761">
                  <c:v>45067.25</c:v>
                </c:pt>
                <c:pt idx="1762">
                  <c:v>45067.291666666657</c:v>
                </c:pt>
                <c:pt idx="1763">
                  <c:v>45067.333333333343</c:v>
                </c:pt>
                <c:pt idx="1764">
                  <c:v>45067.375</c:v>
                </c:pt>
                <c:pt idx="1765">
                  <c:v>45067.416666666657</c:v>
                </c:pt>
                <c:pt idx="1766">
                  <c:v>45067.458333333343</c:v>
                </c:pt>
                <c:pt idx="1767">
                  <c:v>45067.5</c:v>
                </c:pt>
                <c:pt idx="1768">
                  <c:v>45067.541666666657</c:v>
                </c:pt>
                <c:pt idx="1769">
                  <c:v>45067.583333333343</c:v>
                </c:pt>
                <c:pt idx="1770">
                  <c:v>45067.625</c:v>
                </c:pt>
                <c:pt idx="1771">
                  <c:v>45067.666666666657</c:v>
                </c:pt>
                <c:pt idx="1772">
                  <c:v>45067.708333333343</c:v>
                </c:pt>
                <c:pt idx="1773">
                  <c:v>45067.75</c:v>
                </c:pt>
                <c:pt idx="1774">
                  <c:v>45067.791666666657</c:v>
                </c:pt>
                <c:pt idx="1775">
                  <c:v>45067.833333333343</c:v>
                </c:pt>
                <c:pt idx="1776">
                  <c:v>45067.875</c:v>
                </c:pt>
                <c:pt idx="1777">
                  <c:v>45067.916666666657</c:v>
                </c:pt>
                <c:pt idx="1778">
                  <c:v>45067.958333333343</c:v>
                </c:pt>
                <c:pt idx="1779">
                  <c:v>45068</c:v>
                </c:pt>
                <c:pt idx="1780">
                  <c:v>45068.041666666657</c:v>
                </c:pt>
                <c:pt idx="1781">
                  <c:v>45068.083333333343</c:v>
                </c:pt>
                <c:pt idx="1782">
                  <c:v>45068.125</c:v>
                </c:pt>
                <c:pt idx="1783">
                  <c:v>45068.166666666657</c:v>
                </c:pt>
                <c:pt idx="1784">
                  <c:v>45068.208333333343</c:v>
                </c:pt>
                <c:pt idx="1785">
                  <c:v>45068.25</c:v>
                </c:pt>
                <c:pt idx="1786">
                  <c:v>45068.291666666657</c:v>
                </c:pt>
                <c:pt idx="1787">
                  <c:v>45068.333333333343</c:v>
                </c:pt>
                <c:pt idx="1788">
                  <c:v>45068.375</c:v>
                </c:pt>
                <c:pt idx="1789">
                  <c:v>45068.416666666657</c:v>
                </c:pt>
                <c:pt idx="1790">
                  <c:v>45068.458333333343</c:v>
                </c:pt>
                <c:pt idx="1791">
                  <c:v>45068.5</c:v>
                </c:pt>
                <c:pt idx="1792">
                  <c:v>45068.541666666657</c:v>
                </c:pt>
                <c:pt idx="1793">
                  <c:v>45068.583333333343</c:v>
                </c:pt>
                <c:pt idx="1794">
                  <c:v>45068.625</c:v>
                </c:pt>
                <c:pt idx="1795">
                  <c:v>45068.666666666657</c:v>
                </c:pt>
                <c:pt idx="1796">
                  <c:v>45068.708333333343</c:v>
                </c:pt>
                <c:pt idx="1797">
                  <c:v>45068.75</c:v>
                </c:pt>
                <c:pt idx="1798">
                  <c:v>45068.791666666657</c:v>
                </c:pt>
                <c:pt idx="1799">
                  <c:v>45068.833333333343</c:v>
                </c:pt>
                <c:pt idx="1800">
                  <c:v>45068.875</c:v>
                </c:pt>
                <c:pt idx="1801">
                  <c:v>45068.916666666657</c:v>
                </c:pt>
                <c:pt idx="1802">
                  <c:v>45068.958333333343</c:v>
                </c:pt>
                <c:pt idx="1803">
                  <c:v>45069</c:v>
                </c:pt>
                <c:pt idx="1804">
                  <c:v>45069.041666666657</c:v>
                </c:pt>
                <c:pt idx="1805">
                  <c:v>45069.083333333343</c:v>
                </c:pt>
                <c:pt idx="1806">
                  <c:v>45069.125</c:v>
                </c:pt>
                <c:pt idx="1807">
                  <c:v>45069.166666666657</c:v>
                </c:pt>
                <c:pt idx="1808">
                  <c:v>45069.208333333343</c:v>
                </c:pt>
                <c:pt idx="1809">
                  <c:v>45069.25</c:v>
                </c:pt>
                <c:pt idx="1810">
                  <c:v>45069.291666666657</c:v>
                </c:pt>
                <c:pt idx="1811">
                  <c:v>45069.333333333343</c:v>
                </c:pt>
                <c:pt idx="1812">
                  <c:v>45069.375</c:v>
                </c:pt>
                <c:pt idx="1813">
                  <c:v>45069.416666666657</c:v>
                </c:pt>
                <c:pt idx="1814">
                  <c:v>45069.458333333343</c:v>
                </c:pt>
                <c:pt idx="1815">
                  <c:v>45069.5</c:v>
                </c:pt>
                <c:pt idx="1816">
                  <c:v>45069.541666666657</c:v>
                </c:pt>
                <c:pt idx="1817">
                  <c:v>45069.583333333343</c:v>
                </c:pt>
                <c:pt idx="1818">
                  <c:v>45069.625</c:v>
                </c:pt>
                <c:pt idx="1819">
                  <c:v>45069.666666666657</c:v>
                </c:pt>
                <c:pt idx="1820">
                  <c:v>45069.708333333343</c:v>
                </c:pt>
                <c:pt idx="1821">
                  <c:v>45069.75</c:v>
                </c:pt>
                <c:pt idx="1822">
                  <c:v>45069.791666666657</c:v>
                </c:pt>
                <c:pt idx="1823">
                  <c:v>45069.833333333343</c:v>
                </c:pt>
                <c:pt idx="1824">
                  <c:v>45069.875</c:v>
                </c:pt>
                <c:pt idx="1825">
                  <c:v>45069.916666666657</c:v>
                </c:pt>
                <c:pt idx="1826">
                  <c:v>45069.958333333343</c:v>
                </c:pt>
                <c:pt idx="1827">
                  <c:v>45070</c:v>
                </c:pt>
                <c:pt idx="1828">
                  <c:v>45070.041666666657</c:v>
                </c:pt>
                <c:pt idx="1829">
                  <c:v>45070.083333333343</c:v>
                </c:pt>
                <c:pt idx="1830">
                  <c:v>45070.125</c:v>
                </c:pt>
                <c:pt idx="1831">
                  <c:v>45070.166666666657</c:v>
                </c:pt>
                <c:pt idx="1832">
                  <c:v>45070.208333333343</c:v>
                </c:pt>
                <c:pt idx="1833">
                  <c:v>45070.25</c:v>
                </c:pt>
                <c:pt idx="1834">
                  <c:v>45070.291666666657</c:v>
                </c:pt>
                <c:pt idx="1835">
                  <c:v>45070.333333333343</c:v>
                </c:pt>
                <c:pt idx="1836">
                  <c:v>45070.375</c:v>
                </c:pt>
                <c:pt idx="1837">
                  <c:v>45070.416666666657</c:v>
                </c:pt>
                <c:pt idx="1838">
                  <c:v>45070.458333333343</c:v>
                </c:pt>
                <c:pt idx="1839">
                  <c:v>45070.5</c:v>
                </c:pt>
                <c:pt idx="1840">
                  <c:v>45070.541666666657</c:v>
                </c:pt>
                <c:pt idx="1841">
                  <c:v>45070.583333333343</c:v>
                </c:pt>
                <c:pt idx="1842">
                  <c:v>45070.625</c:v>
                </c:pt>
                <c:pt idx="1843">
                  <c:v>45070.666666666657</c:v>
                </c:pt>
                <c:pt idx="1844">
                  <c:v>45070.708333333343</c:v>
                </c:pt>
                <c:pt idx="1845">
                  <c:v>45070.75</c:v>
                </c:pt>
                <c:pt idx="1846">
                  <c:v>45070.791666666657</c:v>
                </c:pt>
                <c:pt idx="1847">
                  <c:v>45070.833333333343</c:v>
                </c:pt>
                <c:pt idx="1848">
                  <c:v>45070.875</c:v>
                </c:pt>
                <c:pt idx="1849">
                  <c:v>45070.916666666657</c:v>
                </c:pt>
                <c:pt idx="1850">
                  <c:v>45070.958333333343</c:v>
                </c:pt>
                <c:pt idx="1851">
                  <c:v>45071</c:v>
                </c:pt>
                <c:pt idx="1852">
                  <c:v>45071.041666666657</c:v>
                </c:pt>
                <c:pt idx="1853">
                  <c:v>45071.083333333343</c:v>
                </c:pt>
                <c:pt idx="1854">
                  <c:v>45071.125</c:v>
                </c:pt>
                <c:pt idx="1855">
                  <c:v>45071.166666666657</c:v>
                </c:pt>
                <c:pt idx="1856">
                  <c:v>45071.208333333343</c:v>
                </c:pt>
                <c:pt idx="1857">
                  <c:v>45071.25</c:v>
                </c:pt>
                <c:pt idx="1858">
                  <c:v>45071.291666666657</c:v>
                </c:pt>
                <c:pt idx="1859">
                  <c:v>45071.333333333343</c:v>
                </c:pt>
                <c:pt idx="1860">
                  <c:v>45071.375</c:v>
                </c:pt>
                <c:pt idx="1861">
                  <c:v>45071.416666666657</c:v>
                </c:pt>
                <c:pt idx="1862">
                  <c:v>45071.458333333343</c:v>
                </c:pt>
                <c:pt idx="1863">
                  <c:v>45071.5</c:v>
                </c:pt>
                <c:pt idx="1864">
                  <c:v>45071.541666666657</c:v>
                </c:pt>
                <c:pt idx="1865">
                  <c:v>45071.583333333343</c:v>
                </c:pt>
                <c:pt idx="1866">
                  <c:v>45071.625</c:v>
                </c:pt>
                <c:pt idx="1867">
                  <c:v>45071.666666666657</c:v>
                </c:pt>
                <c:pt idx="1868">
                  <c:v>45071.708333333343</c:v>
                </c:pt>
                <c:pt idx="1869">
                  <c:v>45071.75</c:v>
                </c:pt>
                <c:pt idx="1870">
                  <c:v>45071.791666666657</c:v>
                </c:pt>
                <c:pt idx="1871">
                  <c:v>45071.833333333343</c:v>
                </c:pt>
                <c:pt idx="1872">
                  <c:v>45071.875</c:v>
                </c:pt>
                <c:pt idx="1873">
                  <c:v>45071.916666666657</c:v>
                </c:pt>
                <c:pt idx="1874">
                  <c:v>45071.958333333343</c:v>
                </c:pt>
                <c:pt idx="1875">
                  <c:v>45072</c:v>
                </c:pt>
                <c:pt idx="1876">
                  <c:v>45072.041666666657</c:v>
                </c:pt>
                <c:pt idx="1877">
                  <c:v>45072.083333333343</c:v>
                </c:pt>
                <c:pt idx="1878">
                  <c:v>45072.125</c:v>
                </c:pt>
                <c:pt idx="1879">
                  <c:v>45072.166666666657</c:v>
                </c:pt>
                <c:pt idx="1880">
                  <c:v>45072.208333333343</c:v>
                </c:pt>
                <c:pt idx="1881">
                  <c:v>45072.25</c:v>
                </c:pt>
                <c:pt idx="1882">
                  <c:v>45072.291666666657</c:v>
                </c:pt>
                <c:pt idx="1883">
                  <c:v>45072.333333333343</c:v>
                </c:pt>
                <c:pt idx="1884">
                  <c:v>45072.375</c:v>
                </c:pt>
                <c:pt idx="1885">
                  <c:v>45072.416666666657</c:v>
                </c:pt>
                <c:pt idx="1886">
                  <c:v>45072.458333333343</c:v>
                </c:pt>
                <c:pt idx="1887">
                  <c:v>45072.5</c:v>
                </c:pt>
                <c:pt idx="1888">
                  <c:v>45072.541666666657</c:v>
                </c:pt>
                <c:pt idx="1889">
                  <c:v>45072.583333333343</c:v>
                </c:pt>
                <c:pt idx="1890">
                  <c:v>45072.625</c:v>
                </c:pt>
                <c:pt idx="1891">
                  <c:v>45072.666666666657</c:v>
                </c:pt>
                <c:pt idx="1892">
                  <c:v>45072.708333333343</c:v>
                </c:pt>
                <c:pt idx="1893">
                  <c:v>45072.75</c:v>
                </c:pt>
                <c:pt idx="1894">
                  <c:v>45072.791666666657</c:v>
                </c:pt>
                <c:pt idx="1895">
                  <c:v>45072.833333333343</c:v>
                </c:pt>
                <c:pt idx="1896">
                  <c:v>45072.875</c:v>
                </c:pt>
                <c:pt idx="1897">
                  <c:v>45072.916666666657</c:v>
                </c:pt>
                <c:pt idx="1898">
                  <c:v>45072.958333333343</c:v>
                </c:pt>
                <c:pt idx="1899">
                  <c:v>45073</c:v>
                </c:pt>
                <c:pt idx="1900">
                  <c:v>45073.041666666657</c:v>
                </c:pt>
                <c:pt idx="1901">
                  <c:v>45073.083333333343</c:v>
                </c:pt>
                <c:pt idx="1902">
                  <c:v>45073.125</c:v>
                </c:pt>
                <c:pt idx="1903">
                  <c:v>45073.166666666657</c:v>
                </c:pt>
                <c:pt idx="1904">
                  <c:v>45073.208333333343</c:v>
                </c:pt>
                <c:pt idx="1905">
                  <c:v>45073.25</c:v>
                </c:pt>
                <c:pt idx="1906">
                  <c:v>45073.291666666657</c:v>
                </c:pt>
                <c:pt idx="1907">
                  <c:v>45073.333333333343</c:v>
                </c:pt>
                <c:pt idx="1908">
                  <c:v>45073.375</c:v>
                </c:pt>
                <c:pt idx="1909">
                  <c:v>45073.416666666657</c:v>
                </c:pt>
                <c:pt idx="1910">
                  <c:v>45073.458333333343</c:v>
                </c:pt>
                <c:pt idx="1911">
                  <c:v>45073.5</c:v>
                </c:pt>
                <c:pt idx="1912">
                  <c:v>45073.541666666657</c:v>
                </c:pt>
                <c:pt idx="1913">
                  <c:v>45073.583333333343</c:v>
                </c:pt>
                <c:pt idx="1914">
                  <c:v>45073.625</c:v>
                </c:pt>
                <c:pt idx="1915">
                  <c:v>45073.666666666657</c:v>
                </c:pt>
                <c:pt idx="1916">
                  <c:v>45073.708333333343</c:v>
                </c:pt>
                <c:pt idx="1917">
                  <c:v>45073.75</c:v>
                </c:pt>
                <c:pt idx="1918">
                  <c:v>45073.791666666657</c:v>
                </c:pt>
                <c:pt idx="1919">
                  <c:v>45073.833333333343</c:v>
                </c:pt>
                <c:pt idx="1920">
                  <c:v>45073.875</c:v>
                </c:pt>
                <c:pt idx="1921">
                  <c:v>45073.916666666657</c:v>
                </c:pt>
                <c:pt idx="1922">
                  <c:v>45073.958333333343</c:v>
                </c:pt>
                <c:pt idx="1923">
                  <c:v>45074</c:v>
                </c:pt>
                <c:pt idx="1924">
                  <c:v>45074.041666666657</c:v>
                </c:pt>
                <c:pt idx="1925">
                  <c:v>45074.083333333343</c:v>
                </c:pt>
                <c:pt idx="1926">
                  <c:v>45074.125</c:v>
                </c:pt>
                <c:pt idx="1927">
                  <c:v>45074.166666666657</c:v>
                </c:pt>
                <c:pt idx="1928">
                  <c:v>45074.208333333343</c:v>
                </c:pt>
                <c:pt idx="1929">
                  <c:v>45074.25</c:v>
                </c:pt>
                <c:pt idx="1930">
                  <c:v>45074.291666666657</c:v>
                </c:pt>
                <c:pt idx="1931">
                  <c:v>45074.333333333343</c:v>
                </c:pt>
                <c:pt idx="1932">
                  <c:v>45074.375</c:v>
                </c:pt>
                <c:pt idx="1933">
                  <c:v>45074.416666666657</c:v>
                </c:pt>
                <c:pt idx="1934">
                  <c:v>45074.458333333343</c:v>
                </c:pt>
                <c:pt idx="1935">
                  <c:v>45074.5</c:v>
                </c:pt>
                <c:pt idx="1936">
                  <c:v>45074.541666666657</c:v>
                </c:pt>
                <c:pt idx="1937">
                  <c:v>45074.583333333343</c:v>
                </c:pt>
                <c:pt idx="1938">
                  <c:v>45074.625</c:v>
                </c:pt>
                <c:pt idx="1939">
                  <c:v>45074.666666666657</c:v>
                </c:pt>
                <c:pt idx="1940">
                  <c:v>45074.708333333343</c:v>
                </c:pt>
                <c:pt idx="1941">
                  <c:v>45074.75</c:v>
                </c:pt>
                <c:pt idx="1942">
                  <c:v>45074.791666666657</c:v>
                </c:pt>
                <c:pt idx="1943">
                  <c:v>45074.833333333343</c:v>
                </c:pt>
                <c:pt idx="1944">
                  <c:v>45074.875</c:v>
                </c:pt>
                <c:pt idx="1945">
                  <c:v>45074.916666666657</c:v>
                </c:pt>
                <c:pt idx="1946">
                  <c:v>45074.958333333343</c:v>
                </c:pt>
                <c:pt idx="1947">
                  <c:v>45075</c:v>
                </c:pt>
                <c:pt idx="1948">
                  <c:v>45075.041666666657</c:v>
                </c:pt>
                <c:pt idx="1949">
                  <c:v>45075.083333333343</c:v>
                </c:pt>
                <c:pt idx="1950">
                  <c:v>45075.125</c:v>
                </c:pt>
                <c:pt idx="1951">
                  <c:v>45075.166666666657</c:v>
                </c:pt>
                <c:pt idx="1952">
                  <c:v>45075.208333333343</c:v>
                </c:pt>
                <c:pt idx="1953">
                  <c:v>45075.25</c:v>
                </c:pt>
                <c:pt idx="1954">
                  <c:v>45075.291666666657</c:v>
                </c:pt>
                <c:pt idx="1955">
                  <c:v>45075.333333333343</c:v>
                </c:pt>
                <c:pt idx="1956">
                  <c:v>45075.375</c:v>
                </c:pt>
                <c:pt idx="1957">
                  <c:v>45075.416666666657</c:v>
                </c:pt>
                <c:pt idx="1958">
                  <c:v>45075.458333333343</c:v>
                </c:pt>
                <c:pt idx="1959">
                  <c:v>45075.5</c:v>
                </c:pt>
                <c:pt idx="1960">
                  <c:v>45075.541666666657</c:v>
                </c:pt>
                <c:pt idx="1961">
                  <c:v>45075.583333333343</c:v>
                </c:pt>
                <c:pt idx="1962">
                  <c:v>45075.625</c:v>
                </c:pt>
                <c:pt idx="1963">
                  <c:v>45075.666666666657</c:v>
                </c:pt>
                <c:pt idx="1964">
                  <c:v>45075.708333333343</c:v>
                </c:pt>
                <c:pt idx="1965">
                  <c:v>45075.75</c:v>
                </c:pt>
                <c:pt idx="1966">
                  <c:v>45075.791666666657</c:v>
                </c:pt>
                <c:pt idx="1967">
                  <c:v>45075.833333333343</c:v>
                </c:pt>
                <c:pt idx="1968">
                  <c:v>45075.875</c:v>
                </c:pt>
                <c:pt idx="1969">
                  <c:v>45075.916666666657</c:v>
                </c:pt>
                <c:pt idx="1970">
                  <c:v>45075.958333333343</c:v>
                </c:pt>
                <c:pt idx="1971">
                  <c:v>45076</c:v>
                </c:pt>
                <c:pt idx="1972">
                  <c:v>45076.041666666657</c:v>
                </c:pt>
                <c:pt idx="1973">
                  <c:v>45076.083333333343</c:v>
                </c:pt>
                <c:pt idx="1974">
                  <c:v>45076.125</c:v>
                </c:pt>
                <c:pt idx="1975">
                  <c:v>45076.166666666657</c:v>
                </c:pt>
                <c:pt idx="1976">
                  <c:v>45076.208333333343</c:v>
                </c:pt>
                <c:pt idx="1977">
                  <c:v>45076.25</c:v>
                </c:pt>
                <c:pt idx="1978">
                  <c:v>45076.291666666657</c:v>
                </c:pt>
                <c:pt idx="1979">
                  <c:v>45076.333333333343</c:v>
                </c:pt>
                <c:pt idx="1980">
                  <c:v>45076.375</c:v>
                </c:pt>
                <c:pt idx="1981">
                  <c:v>45076.416666666657</c:v>
                </c:pt>
                <c:pt idx="1982">
                  <c:v>45076.458333333343</c:v>
                </c:pt>
                <c:pt idx="1983">
                  <c:v>45076.5</c:v>
                </c:pt>
                <c:pt idx="1984">
                  <c:v>45076.541666666657</c:v>
                </c:pt>
                <c:pt idx="1985">
                  <c:v>45076.583333333343</c:v>
                </c:pt>
                <c:pt idx="1986">
                  <c:v>45076.625</c:v>
                </c:pt>
                <c:pt idx="1987">
                  <c:v>45076.666666666657</c:v>
                </c:pt>
                <c:pt idx="1988">
                  <c:v>45076.708333333343</c:v>
                </c:pt>
                <c:pt idx="1989">
                  <c:v>45076.75</c:v>
                </c:pt>
                <c:pt idx="1990">
                  <c:v>45076.791666666657</c:v>
                </c:pt>
                <c:pt idx="1991">
                  <c:v>45076.833333333343</c:v>
                </c:pt>
                <c:pt idx="1992">
                  <c:v>45076.875</c:v>
                </c:pt>
                <c:pt idx="1993">
                  <c:v>45076.916666666657</c:v>
                </c:pt>
                <c:pt idx="1994">
                  <c:v>45076.958333333343</c:v>
                </c:pt>
                <c:pt idx="1995">
                  <c:v>45077</c:v>
                </c:pt>
                <c:pt idx="1996">
                  <c:v>45077.041666666657</c:v>
                </c:pt>
                <c:pt idx="1997">
                  <c:v>45077.083333333343</c:v>
                </c:pt>
                <c:pt idx="1998">
                  <c:v>45077.125</c:v>
                </c:pt>
                <c:pt idx="1999">
                  <c:v>45077.166666666657</c:v>
                </c:pt>
                <c:pt idx="2000">
                  <c:v>45077.208333333343</c:v>
                </c:pt>
                <c:pt idx="2001">
                  <c:v>45077.25</c:v>
                </c:pt>
                <c:pt idx="2002">
                  <c:v>45077.291666666657</c:v>
                </c:pt>
                <c:pt idx="2003">
                  <c:v>45077.333333333343</c:v>
                </c:pt>
                <c:pt idx="2004">
                  <c:v>45077.375</c:v>
                </c:pt>
                <c:pt idx="2005">
                  <c:v>45077.416666666657</c:v>
                </c:pt>
                <c:pt idx="2006">
                  <c:v>45077.458333333343</c:v>
                </c:pt>
                <c:pt idx="2007">
                  <c:v>45077.5</c:v>
                </c:pt>
                <c:pt idx="2008">
                  <c:v>45077.541666666657</c:v>
                </c:pt>
                <c:pt idx="2009">
                  <c:v>45077.583333333343</c:v>
                </c:pt>
                <c:pt idx="2010">
                  <c:v>45077.625</c:v>
                </c:pt>
                <c:pt idx="2011">
                  <c:v>45077.666666666657</c:v>
                </c:pt>
                <c:pt idx="2012">
                  <c:v>45077.708333333343</c:v>
                </c:pt>
                <c:pt idx="2013">
                  <c:v>45077.75</c:v>
                </c:pt>
                <c:pt idx="2014">
                  <c:v>45077.791666666657</c:v>
                </c:pt>
                <c:pt idx="2015">
                  <c:v>45077.833333333343</c:v>
                </c:pt>
                <c:pt idx="2016">
                  <c:v>45077.875</c:v>
                </c:pt>
                <c:pt idx="2017">
                  <c:v>45077.916666666657</c:v>
                </c:pt>
                <c:pt idx="2018">
                  <c:v>45077.958333333343</c:v>
                </c:pt>
                <c:pt idx="2019">
                  <c:v>45078</c:v>
                </c:pt>
                <c:pt idx="2020">
                  <c:v>45078.041666666657</c:v>
                </c:pt>
                <c:pt idx="2021">
                  <c:v>45078.083333333343</c:v>
                </c:pt>
                <c:pt idx="2022">
                  <c:v>45078.125</c:v>
                </c:pt>
                <c:pt idx="2023">
                  <c:v>45078.166666666657</c:v>
                </c:pt>
                <c:pt idx="2024">
                  <c:v>45078.208333333343</c:v>
                </c:pt>
                <c:pt idx="2025">
                  <c:v>45078.25</c:v>
                </c:pt>
                <c:pt idx="2026">
                  <c:v>45078.291666666657</c:v>
                </c:pt>
                <c:pt idx="2027">
                  <c:v>45078.333333333343</c:v>
                </c:pt>
                <c:pt idx="2028">
                  <c:v>45078.375</c:v>
                </c:pt>
                <c:pt idx="2029">
                  <c:v>45078.416666666657</c:v>
                </c:pt>
                <c:pt idx="2030">
                  <c:v>45078.458333333343</c:v>
                </c:pt>
                <c:pt idx="2031">
                  <c:v>45078.5</c:v>
                </c:pt>
                <c:pt idx="2032">
                  <c:v>45078.541666666657</c:v>
                </c:pt>
                <c:pt idx="2033">
                  <c:v>45078.583333333343</c:v>
                </c:pt>
                <c:pt idx="2034">
                  <c:v>45078.625</c:v>
                </c:pt>
                <c:pt idx="2035">
                  <c:v>45078.666666666657</c:v>
                </c:pt>
                <c:pt idx="2036">
                  <c:v>45078.708333333343</c:v>
                </c:pt>
                <c:pt idx="2037">
                  <c:v>45078.75</c:v>
                </c:pt>
                <c:pt idx="2038">
                  <c:v>45078.791666666657</c:v>
                </c:pt>
                <c:pt idx="2039">
                  <c:v>45078.833333333343</c:v>
                </c:pt>
                <c:pt idx="2040">
                  <c:v>45078.875</c:v>
                </c:pt>
                <c:pt idx="2041">
                  <c:v>45078.916666666657</c:v>
                </c:pt>
                <c:pt idx="2042">
                  <c:v>45078.958333333343</c:v>
                </c:pt>
                <c:pt idx="2043">
                  <c:v>45079</c:v>
                </c:pt>
                <c:pt idx="2044">
                  <c:v>45079.041666666657</c:v>
                </c:pt>
                <c:pt idx="2045">
                  <c:v>45079.083333333343</c:v>
                </c:pt>
                <c:pt idx="2046">
                  <c:v>45079.125</c:v>
                </c:pt>
                <c:pt idx="2047">
                  <c:v>45079.166666666657</c:v>
                </c:pt>
                <c:pt idx="2048">
                  <c:v>45079.208333333343</c:v>
                </c:pt>
                <c:pt idx="2049">
                  <c:v>45079.25</c:v>
                </c:pt>
                <c:pt idx="2050">
                  <c:v>45079.291666666657</c:v>
                </c:pt>
                <c:pt idx="2051">
                  <c:v>45079.333333333343</c:v>
                </c:pt>
                <c:pt idx="2052">
                  <c:v>45079.375</c:v>
                </c:pt>
                <c:pt idx="2053">
                  <c:v>45079.416666666657</c:v>
                </c:pt>
                <c:pt idx="2054">
                  <c:v>45079.458333333343</c:v>
                </c:pt>
                <c:pt idx="2055">
                  <c:v>45079.5</c:v>
                </c:pt>
                <c:pt idx="2056">
                  <c:v>45079.541666666657</c:v>
                </c:pt>
                <c:pt idx="2057">
                  <c:v>45079.583333333343</c:v>
                </c:pt>
                <c:pt idx="2058">
                  <c:v>45079.625</c:v>
                </c:pt>
                <c:pt idx="2059">
                  <c:v>45079.666666666657</c:v>
                </c:pt>
                <c:pt idx="2060">
                  <c:v>45079.708333333343</c:v>
                </c:pt>
                <c:pt idx="2061">
                  <c:v>45079.75</c:v>
                </c:pt>
                <c:pt idx="2062">
                  <c:v>45079.791666666657</c:v>
                </c:pt>
                <c:pt idx="2063">
                  <c:v>45079.833333333343</c:v>
                </c:pt>
                <c:pt idx="2064">
                  <c:v>45079.875</c:v>
                </c:pt>
                <c:pt idx="2065">
                  <c:v>45079.916666666657</c:v>
                </c:pt>
                <c:pt idx="2066">
                  <c:v>45079.958333333343</c:v>
                </c:pt>
                <c:pt idx="2067">
                  <c:v>45080</c:v>
                </c:pt>
                <c:pt idx="2068">
                  <c:v>45080.041666666657</c:v>
                </c:pt>
                <c:pt idx="2069">
                  <c:v>45080.083333333343</c:v>
                </c:pt>
                <c:pt idx="2070">
                  <c:v>45080.125</c:v>
                </c:pt>
                <c:pt idx="2071">
                  <c:v>45080.166666666657</c:v>
                </c:pt>
                <c:pt idx="2072">
                  <c:v>45080.208333333343</c:v>
                </c:pt>
                <c:pt idx="2073">
                  <c:v>45080.25</c:v>
                </c:pt>
                <c:pt idx="2074">
                  <c:v>45080.291666666657</c:v>
                </c:pt>
                <c:pt idx="2075">
                  <c:v>45080.333333333343</c:v>
                </c:pt>
                <c:pt idx="2076">
                  <c:v>45080.375</c:v>
                </c:pt>
                <c:pt idx="2077">
                  <c:v>45080.416666666657</c:v>
                </c:pt>
                <c:pt idx="2078">
                  <c:v>45080.458333333343</c:v>
                </c:pt>
                <c:pt idx="2079">
                  <c:v>45080.5</c:v>
                </c:pt>
                <c:pt idx="2080">
                  <c:v>45080.541666666657</c:v>
                </c:pt>
                <c:pt idx="2081">
                  <c:v>45080.583333333343</c:v>
                </c:pt>
                <c:pt idx="2082">
                  <c:v>45080.625</c:v>
                </c:pt>
                <c:pt idx="2083">
                  <c:v>45080.666666666657</c:v>
                </c:pt>
                <c:pt idx="2084">
                  <c:v>45080.708333333343</c:v>
                </c:pt>
                <c:pt idx="2085">
                  <c:v>45080.75</c:v>
                </c:pt>
                <c:pt idx="2086">
                  <c:v>45080.791666666657</c:v>
                </c:pt>
                <c:pt idx="2087">
                  <c:v>45080.833333333343</c:v>
                </c:pt>
                <c:pt idx="2088">
                  <c:v>45080.875</c:v>
                </c:pt>
                <c:pt idx="2089">
                  <c:v>45080.916666666657</c:v>
                </c:pt>
                <c:pt idx="2090">
                  <c:v>45080.958333333343</c:v>
                </c:pt>
                <c:pt idx="2091">
                  <c:v>45081</c:v>
                </c:pt>
                <c:pt idx="2092">
                  <c:v>45081.041666666657</c:v>
                </c:pt>
                <c:pt idx="2093">
                  <c:v>45081.083333333343</c:v>
                </c:pt>
                <c:pt idx="2094">
                  <c:v>45081.125</c:v>
                </c:pt>
                <c:pt idx="2095">
                  <c:v>45081.166666666657</c:v>
                </c:pt>
                <c:pt idx="2096">
                  <c:v>45081.208333333343</c:v>
                </c:pt>
                <c:pt idx="2097">
                  <c:v>45081.25</c:v>
                </c:pt>
                <c:pt idx="2098">
                  <c:v>45081.291666666657</c:v>
                </c:pt>
                <c:pt idx="2099">
                  <c:v>45081.333333333343</c:v>
                </c:pt>
                <c:pt idx="2100">
                  <c:v>45081.375</c:v>
                </c:pt>
                <c:pt idx="2101">
                  <c:v>45081.416666666657</c:v>
                </c:pt>
                <c:pt idx="2102">
                  <c:v>45081.458333333343</c:v>
                </c:pt>
                <c:pt idx="2103">
                  <c:v>45081.5</c:v>
                </c:pt>
                <c:pt idx="2104">
                  <c:v>45081.541666666657</c:v>
                </c:pt>
                <c:pt idx="2105">
                  <c:v>45081.583333333343</c:v>
                </c:pt>
                <c:pt idx="2106">
                  <c:v>45081.625</c:v>
                </c:pt>
                <c:pt idx="2107">
                  <c:v>45081.666666666657</c:v>
                </c:pt>
                <c:pt idx="2108">
                  <c:v>45081.708333333343</c:v>
                </c:pt>
                <c:pt idx="2109">
                  <c:v>45081.75</c:v>
                </c:pt>
                <c:pt idx="2110">
                  <c:v>45081.791666666657</c:v>
                </c:pt>
                <c:pt idx="2111">
                  <c:v>45081.833333333343</c:v>
                </c:pt>
                <c:pt idx="2112">
                  <c:v>45081.875</c:v>
                </c:pt>
                <c:pt idx="2113">
                  <c:v>45081.916666666657</c:v>
                </c:pt>
                <c:pt idx="2114">
                  <c:v>45081.958333333343</c:v>
                </c:pt>
                <c:pt idx="2115">
                  <c:v>45082</c:v>
                </c:pt>
                <c:pt idx="2116">
                  <c:v>45082.041666666657</c:v>
                </c:pt>
                <c:pt idx="2117">
                  <c:v>45082.083333333343</c:v>
                </c:pt>
                <c:pt idx="2118">
                  <c:v>45082.125</c:v>
                </c:pt>
                <c:pt idx="2119">
                  <c:v>45082.166666666657</c:v>
                </c:pt>
                <c:pt idx="2120">
                  <c:v>45082.208333333343</c:v>
                </c:pt>
                <c:pt idx="2121">
                  <c:v>45082.25</c:v>
                </c:pt>
                <c:pt idx="2122">
                  <c:v>45082.291666666657</c:v>
                </c:pt>
                <c:pt idx="2123">
                  <c:v>45082.333333333343</c:v>
                </c:pt>
                <c:pt idx="2124">
                  <c:v>45082.375</c:v>
                </c:pt>
                <c:pt idx="2125">
                  <c:v>45082.416666666657</c:v>
                </c:pt>
                <c:pt idx="2126">
                  <c:v>45082.458333333343</c:v>
                </c:pt>
                <c:pt idx="2127">
                  <c:v>45082.5</c:v>
                </c:pt>
                <c:pt idx="2128">
                  <c:v>45082.541666666657</c:v>
                </c:pt>
                <c:pt idx="2129">
                  <c:v>45082.583333333343</c:v>
                </c:pt>
                <c:pt idx="2130">
                  <c:v>45082.625</c:v>
                </c:pt>
                <c:pt idx="2131">
                  <c:v>45082.666666666657</c:v>
                </c:pt>
                <c:pt idx="2132">
                  <c:v>45082.708333333343</c:v>
                </c:pt>
                <c:pt idx="2133">
                  <c:v>45082.75</c:v>
                </c:pt>
                <c:pt idx="2134">
                  <c:v>45082.791666666657</c:v>
                </c:pt>
                <c:pt idx="2135">
                  <c:v>45082.833333333343</c:v>
                </c:pt>
                <c:pt idx="2136">
                  <c:v>45082.875</c:v>
                </c:pt>
                <c:pt idx="2137">
                  <c:v>45082.916666666657</c:v>
                </c:pt>
                <c:pt idx="2138">
                  <c:v>45082.958333333343</c:v>
                </c:pt>
                <c:pt idx="2139">
                  <c:v>45083</c:v>
                </c:pt>
                <c:pt idx="2140">
                  <c:v>45083.041666666657</c:v>
                </c:pt>
                <c:pt idx="2141">
                  <c:v>45083.083333333343</c:v>
                </c:pt>
                <c:pt idx="2142">
                  <c:v>45083.125</c:v>
                </c:pt>
                <c:pt idx="2143">
                  <c:v>45083.166666666657</c:v>
                </c:pt>
                <c:pt idx="2144">
                  <c:v>45083.208333333343</c:v>
                </c:pt>
                <c:pt idx="2145">
                  <c:v>45083.25</c:v>
                </c:pt>
                <c:pt idx="2146">
                  <c:v>45083.291666666657</c:v>
                </c:pt>
                <c:pt idx="2147">
                  <c:v>45083.333333333343</c:v>
                </c:pt>
                <c:pt idx="2148">
                  <c:v>45083.375</c:v>
                </c:pt>
                <c:pt idx="2149">
                  <c:v>45083.416666666657</c:v>
                </c:pt>
                <c:pt idx="2150">
                  <c:v>45083.458333333343</c:v>
                </c:pt>
                <c:pt idx="2151">
                  <c:v>45083.5</c:v>
                </c:pt>
                <c:pt idx="2152">
                  <c:v>45083.541666666657</c:v>
                </c:pt>
                <c:pt idx="2153">
                  <c:v>45083.583333333343</c:v>
                </c:pt>
                <c:pt idx="2154">
                  <c:v>45083.625</c:v>
                </c:pt>
                <c:pt idx="2155">
                  <c:v>45083.666666666657</c:v>
                </c:pt>
                <c:pt idx="2156">
                  <c:v>45083.708333333343</c:v>
                </c:pt>
                <c:pt idx="2157">
                  <c:v>45083.75</c:v>
                </c:pt>
                <c:pt idx="2158">
                  <c:v>45083.791666666657</c:v>
                </c:pt>
                <c:pt idx="2159">
                  <c:v>45083.833333333343</c:v>
                </c:pt>
                <c:pt idx="2160">
                  <c:v>45083.875</c:v>
                </c:pt>
                <c:pt idx="2161">
                  <c:v>45083.916666666657</c:v>
                </c:pt>
                <c:pt idx="2162">
                  <c:v>45083.958333333343</c:v>
                </c:pt>
                <c:pt idx="2163">
                  <c:v>45084</c:v>
                </c:pt>
                <c:pt idx="2164">
                  <c:v>45084.041666666657</c:v>
                </c:pt>
                <c:pt idx="2165">
                  <c:v>45084.083333333343</c:v>
                </c:pt>
                <c:pt idx="2166">
                  <c:v>45084.125</c:v>
                </c:pt>
                <c:pt idx="2167">
                  <c:v>45084.166666666657</c:v>
                </c:pt>
                <c:pt idx="2168">
                  <c:v>45084.208333333343</c:v>
                </c:pt>
                <c:pt idx="2169">
                  <c:v>45084.25</c:v>
                </c:pt>
                <c:pt idx="2170">
                  <c:v>45084.291666666657</c:v>
                </c:pt>
                <c:pt idx="2171">
                  <c:v>45084.333333333343</c:v>
                </c:pt>
                <c:pt idx="2172">
                  <c:v>45084.375</c:v>
                </c:pt>
                <c:pt idx="2173">
                  <c:v>45084.416666666657</c:v>
                </c:pt>
                <c:pt idx="2174">
                  <c:v>45084.458333333343</c:v>
                </c:pt>
                <c:pt idx="2175">
                  <c:v>45084.5</c:v>
                </c:pt>
                <c:pt idx="2176">
                  <c:v>45084.541666666657</c:v>
                </c:pt>
                <c:pt idx="2177">
                  <c:v>45084.583333333343</c:v>
                </c:pt>
                <c:pt idx="2178">
                  <c:v>45084.625</c:v>
                </c:pt>
                <c:pt idx="2179">
                  <c:v>45084.666666666657</c:v>
                </c:pt>
                <c:pt idx="2180">
                  <c:v>45084.708333333343</c:v>
                </c:pt>
                <c:pt idx="2181">
                  <c:v>45084.75</c:v>
                </c:pt>
                <c:pt idx="2182">
                  <c:v>45084.791666666657</c:v>
                </c:pt>
                <c:pt idx="2183">
                  <c:v>45084.833333333343</c:v>
                </c:pt>
                <c:pt idx="2184">
                  <c:v>45084.875</c:v>
                </c:pt>
                <c:pt idx="2185">
                  <c:v>45084.916666666657</c:v>
                </c:pt>
                <c:pt idx="2186">
                  <c:v>45084.958333333343</c:v>
                </c:pt>
                <c:pt idx="2187">
                  <c:v>45085</c:v>
                </c:pt>
                <c:pt idx="2188">
                  <c:v>45085.041666666657</c:v>
                </c:pt>
                <c:pt idx="2189">
                  <c:v>45085.083333333343</c:v>
                </c:pt>
                <c:pt idx="2190">
                  <c:v>45085.125</c:v>
                </c:pt>
                <c:pt idx="2191">
                  <c:v>45085.166666666657</c:v>
                </c:pt>
                <c:pt idx="2192">
                  <c:v>45085.208333333343</c:v>
                </c:pt>
                <c:pt idx="2193">
                  <c:v>45085.25</c:v>
                </c:pt>
                <c:pt idx="2194">
                  <c:v>45085.291666666657</c:v>
                </c:pt>
                <c:pt idx="2195">
                  <c:v>45085.333333333343</c:v>
                </c:pt>
                <c:pt idx="2196">
                  <c:v>45085.375</c:v>
                </c:pt>
                <c:pt idx="2197">
                  <c:v>45085.416666666657</c:v>
                </c:pt>
                <c:pt idx="2198">
                  <c:v>45085.458333333343</c:v>
                </c:pt>
                <c:pt idx="2199">
                  <c:v>45085.5</c:v>
                </c:pt>
                <c:pt idx="2200">
                  <c:v>45085.541666666657</c:v>
                </c:pt>
                <c:pt idx="2201">
                  <c:v>45085.583333333343</c:v>
                </c:pt>
                <c:pt idx="2202">
                  <c:v>45085.625</c:v>
                </c:pt>
                <c:pt idx="2203">
                  <c:v>45085.666666666657</c:v>
                </c:pt>
                <c:pt idx="2204">
                  <c:v>45085.708333333343</c:v>
                </c:pt>
                <c:pt idx="2205">
                  <c:v>45085.75</c:v>
                </c:pt>
                <c:pt idx="2206">
                  <c:v>45085.791666666657</c:v>
                </c:pt>
                <c:pt idx="2207">
                  <c:v>45085.833333333343</c:v>
                </c:pt>
                <c:pt idx="2208">
                  <c:v>45085.875</c:v>
                </c:pt>
                <c:pt idx="2209">
                  <c:v>45085.916666666657</c:v>
                </c:pt>
                <c:pt idx="2210">
                  <c:v>45085.958333333343</c:v>
                </c:pt>
                <c:pt idx="2211">
                  <c:v>45086</c:v>
                </c:pt>
                <c:pt idx="2212">
                  <c:v>45086.041666666657</c:v>
                </c:pt>
                <c:pt idx="2213">
                  <c:v>45086.083333333343</c:v>
                </c:pt>
                <c:pt idx="2214">
                  <c:v>45086.125</c:v>
                </c:pt>
                <c:pt idx="2215">
                  <c:v>45086.166666666657</c:v>
                </c:pt>
                <c:pt idx="2216">
                  <c:v>45086.208333333343</c:v>
                </c:pt>
                <c:pt idx="2217">
                  <c:v>45086.25</c:v>
                </c:pt>
                <c:pt idx="2218">
                  <c:v>45086.291666666657</c:v>
                </c:pt>
                <c:pt idx="2219">
                  <c:v>45086.333333333343</c:v>
                </c:pt>
                <c:pt idx="2220">
                  <c:v>45086.375</c:v>
                </c:pt>
                <c:pt idx="2221">
                  <c:v>45086.416666666657</c:v>
                </c:pt>
                <c:pt idx="2222">
                  <c:v>45086.458333333343</c:v>
                </c:pt>
                <c:pt idx="2223">
                  <c:v>45086.5</c:v>
                </c:pt>
                <c:pt idx="2224">
                  <c:v>45086.541666666657</c:v>
                </c:pt>
                <c:pt idx="2225">
                  <c:v>45086.583333333343</c:v>
                </c:pt>
                <c:pt idx="2226">
                  <c:v>45086.625</c:v>
                </c:pt>
                <c:pt idx="2227">
                  <c:v>45086.666666666657</c:v>
                </c:pt>
                <c:pt idx="2228">
                  <c:v>45086.708333333343</c:v>
                </c:pt>
                <c:pt idx="2229">
                  <c:v>45086.75</c:v>
                </c:pt>
                <c:pt idx="2230">
                  <c:v>45086.791666666657</c:v>
                </c:pt>
                <c:pt idx="2231">
                  <c:v>45086.833333333343</c:v>
                </c:pt>
                <c:pt idx="2232">
                  <c:v>45086.875</c:v>
                </c:pt>
                <c:pt idx="2233">
                  <c:v>45086.916666666657</c:v>
                </c:pt>
                <c:pt idx="2234">
                  <c:v>45086.958333333343</c:v>
                </c:pt>
                <c:pt idx="2235">
                  <c:v>45087</c:v>
                </c:pt>
                <c:pt idx="2236">
                  <c:v>45087.041666666657</c:v>
                </c:pt>
                <c:pt idx="2237">
                  <c:v>45087.083333333343</c:v>
                </c:pt>
                <c:pt idx="2238">
                  <c:v>45087.125</c:v>
                </c:pt>
                <c:pt idx="2239">
                  <c:v>45087.166666666657</c:v>
                </c:pt>
                <c:pt idx="2240">
                  <c:v>45087.208333333343</c:v>
                </c:pt>
                <c:pt idx="2241">
                  <c:v>45087.25</c:v>
                </c:pt>
                <c:pt idx="2242">
                  <c:v>45087.291666666657</c:v>
                </c:pt>
                <c:pt idx="2243">
                  <c:v>45087.333333333343</c:v>
                </c:pt>
                <c:pt idx="2244">
                  <c:v>45087.375</c:v>
                </c:pt>
                <c:pt idx="2245">
                  <c:v>45087.416666666657</c:v>
                </c:pt>
                <c:pt idx="2246">
                  <c:v>45087.458333333343</c:v>
                </c:pt>
                <c:pt idx="2247">
                  <c:v>45087.5</c:v>
                </c:pt>
                <c:pt idx="2248">
                  <c:v>45087.541666666657</c:v>
                </c:pt>
                <c:pt idx="2249">
                  <c:v>45087.583333333343</c:v>
                </c:pt>
                <c:pt idx="2250">
                  <c:v>45087.625</c:v>
                </c:pt>
                <c:pt idx="2251">
                  <c:v>45087.666666666657</c:v>
                </c:pt>
                <c:pt idx="2252">
                  <c:v>45087.708333333343</c:v>
                </c:pt>
                <c:pt idx="2253">
                  <c:v>45087.75</c:v>
                </c:pt>
                <c:pt idx="2254">
                  <c:v>45087.791666666657</c:v>
                </c:pt>
                <c:pt idx="2255">
                  <c:v>45087.833333333343</c:v>
                </c:pt>
                <c:pt idx="2256">
                  <c:v>45087.875</c:v>
                </c:pt>
                <c:pt idx="2257">
                  <c:v>45087.916666666657</c:v>
                </c:pt>
                <c:pt idx="2258">
                  <c:v>45087.958333333343</c:v>
                </c:pt>
                <c:pt idx="2259">
                  <c:v>45088</c:v>
                </c:pt>
                <c:pt idx="2260">
                  <c:v>45088.041666666657</c:v>
                </c:pt>
                <c:pt idx="2261">
                  <c:v>45088.083333333343</c:v>
                </c:pt>
                <c:pt idx="2262">
                  <c:v>45088.125</c:v>
                </c:pt>
                <c:pt idx="2263">
                  <c:v>45088.166666666657</c:v>
                </c:pt>
                <c:pt idx="2264">
                  <c:v>45088.208333333343</c:v>
                </c:pt>
                <c:pt idx="2265">
                  <c:v>45088.25</c:v>
                </c:pt>
                <c:pt idx="2266">
                  <c:v>45088.291666666657</c:v>
                </c:pt>
                <c:pt idx="2267">
                  <c:v>45088.333333333343</c:v>
                </c:pt>
                <c:pt idx="2268">
                  <c:v>45088.375</c:v>
                </c:pt>
                <c:pt idx="2269">
                  <c:v>45088.416666666657</c:v>
                </c:pt>
                <c:pt idx="2270">
                  <c:v>45088.458333333343</c:v>
                </c:pt>
                <c:pt idx="2271">
                  <c:v>45088.5</c:v>
                </c:pt>
                <c:pt idx="2272">
                  <c:v>45088.541666666657</c:v>
                </c:pt>
                <c:pt idx="2273">
                  <c:v>45088.583333333343</c:v>
                </c:pt>
                <c:pt idx="2274">
                  <c:v>45088.625</c:v>
                </c:pt>
                <c:pt idx="2275">
                  <c:v>45088.666666666657</c:v>
                </c:pt>
                <c:pt idx="2276">
                  <c:v>45088.708333333343</c:v>
                </c:pt>
                <c:pt idx="2277">
                  <c:v>45088.75</c:v>
                </c:pt>
                <c:pt idx="2278">
                  <c:v>45088.791666666657</c:v>
                </c:pt>
                <c:pt idx="2279">
                  <c:v>45088.833333333343</c:v>
                </c:pt>
                <c:pt idx="2280">
                  <c:v>45088.875</c:v>
                </c:pt>
                <c:pt idx="2281">
                  <c:v>45088.916666666657</c:v>
                </c:pt>
                <c:pt idx="2282">
                  <c:v>45088.958333333343</c:v>
                </c:pt>
                <c:pt idx="2283">
                  <c:v>45089</c:v>
                </c:pt>
                <c:pt idx="2284">
                  <c:v>45089.041666666657</c:v>
                </c:pt>
                <c:pt idx="2285">
                  <c:v>45089.083333333343</c:v>
                </c:pt>
                <c:pt idx="2286">
                  <c:v>45089.125</c:v>
                </c:pt>
                <c:pt idx="2287">
                  <c:v>45089.166666666657</c:v>
                </c:pt>
                <c:pt idx="2288">
                  <c:v>45089.208333333343</c:v>
                </c:pt>
                <c:pt idx="2289">
                  <c:v>45089.25</c:v>
                </c:pt>
                <c:pt idx="2290">
                  <c:v>45089.291666666657</c:v>
                </c:pt>
                <c:pt idx="2291">
                  <c:v>45089.333333333343</c:v>
                </c:pt>
                <c:pt idx="2292">
                  <c:v>45089.375</c:v>
                </c:pt>
                <c:pt idx="2293">
                  <c:v>45089.416666666657</c:v>
                </c:pt>
                <c:pt idx="2294">
                  <c:v>45089.458333333343</c:v>
                </c:pt>
                <c:pt idx="2295">
                  <c:v>45089.5</c:v>
                </c:pt>
                <c:pt idx="2296">
                  <c:v>45089.541666666657</c:v>
                </c:pt>
                <c:pt idx="2297">
                  <c:v>45089.583333333343</c:v>
                </c:pt>
                <c:pt idx="2298">
                  <c:v>45089.625</c:v>
                </c:pt>
                <c:pt idx="2299">
                  <c:v>45089.666666666657</c:v>
                </c:pt>
                <c:pt idx="2300">
                  <c:v>45089.708333333343</c:v>
                </c:pt>
                <c:pt idx="2301">
                  <c:v>45089.75</c:v>
                </c:pt>
                <c:pt idx="2302">
                  <c:v>45089.791666666657</c:v>
                </c:pt>
                <c:pt idx="2303">
                  <c:v>45089.833333333343</c:v>
                </c:pt>
                <c:pt idx="2304">
                  <c:v>45089.875</c:v>
                </c:pt>
                <c:pt idx="2305">
                  <c:v>45089.916666666657</c:v>
                </c:pt>
                <c:pt idx="2306">
                  <c:v>45089.958333333343</c:v>
                </c:pt>
                <c:pt idx="2307">
                  <c:v>45090</c:v>
                </c:pt>
                <c:pt idx="2308">
                  <c:v>45090.041666666657</c:v>
                </c:pt>
                <c:pt idx="2309">
                  <c:v>45090.083333333343</c:v>
                </c:pt>
                <c:pt idx="2310">
                  <c:v>45090.125</c:v>
                </c:pt>
                <c:pt idx="2311">
                  <c:v>45090.166666666657</c:v>
                </c:pt>
                <c:pt idx="2312">
                  <c:v>45090.208333333343</c:v>
                </c:pt>
                <c:pt idx="2313">
                  <c:v>45090.25</c:v>
                </c:pt>
                <c:pt idx="2314">
                  <c:v>45090.291666666657</c:v>
                </c:pt>
                <c:pt idx="2315">
                  <c:v>45090.333333333343</c:v>
                </c:pt>
                <c:pt idx="2316">
                  <c:v>45090.375</c:v>
                </c:pt>
                <c:pt idx="2317">
                  <c:v>45090.416666666657</c:v>
                </c:pt>
                <c:pt idx="2318">
                  <c:v>45090.458333333343</c:v>
                </c:pt>
                <c:pt idx="2319">
                  <c:v>45090.5</c:v>
                </c:pt>
                <c:pt idx="2320">
                  <c:v>45090.541666666657</c:v>
                </c:pt>
                <c:pt idx="2321">
                  <c:v>45090.583333333343</c:v>
                </c:pt>
                <c:pt idx="2322">
                  <c:v>45090.625</c:v>
                </c:pt>
                <c:pt idx="2323">
                  <c:v>45090.666666666657</c:v>
                </c:pt>
                <c:pt idx="2324">
                  <c:v>45090.708333333343</c:v>
                </c:pt>
                <c:pt idx="2325">
                  <c:v>45090.75</c:v>
                </c:pt>
                <c:pt idx="2326">
                  <c:v>45090.791666666657</c:v>
                </c:pt>
                <c:pt idx="2327">
                  <c:v>45090.833333333343</c:v>
                </c:pt>
                <c:pt idx="2328">
                  <c:v>45090.875</c:v>
                </c:pt>
                <c:pt idx="2329">
                  <c:v>45090.916666666657</c:v>
                </c:pt>
                <c:pt idx="2330">
                  <c:v>45090.958333333343</c:v>
                </c:pt>
                <c:pt idx="2331">
                  <c:v>45091</c:v>
                </c:pt>
                <c:pt idx="2332">
                  <c:v>45091.041666666657</c:v>
                </c:pt>
                <c:pt idx="2333">
                  <c:v>45091.083333333343</c:v>
                </c:pt>
                <c:pt idx="2334">
                  <c:v>45091.125</c:v>
                </c:pt>
                <c:pt idx="2335">
                  <c:v>45091.166666666657</c:v>
                </c:pt>
                <c:pt idx="2336">
                  <c:v>45091.208333333343</c:v>
                </c:pt>
                <c:pt idx="2337">
                  <c:v>45091.25</c:v>
                </c:pt>
                <c:pt idx="2338">
                  <c:v>45091.291666666657</c:v>
                </c:pt>
                <c:pt idx="2339">
                  <c:v>45091.333333333343</c:v>
                </c:pt>
                <c:pt idx="2340">
                  <c:v>45091.375</c:v>
                </c:pt>
                <c:pt idx="2341">
                  <c:v>45091.416666666657</c:v>
                </c:pt>
                <c:pt idx="2342">
                  <c:v>45091.458333333343</c:v>
                </c:pt>
                <c:pt idx="2343">
                  <c:v>45091.5</c:v>
                </c:pt>
                <c:pt idx="2344">
                  <c:v>45091.541666666657</c:v>
                </c:pt>
                <c:pt idx="2345">
                  <c:v>45091.583333333343</c:v>
                </c:pt>
                <c:pt idx="2346">
                  <c:v>45091.625</c:v>
                </c:pt>
                <c:pt idx="2347">
                  <c:v>45091.666666666657</c:v>
                </c:pt>
                <c:pt idx="2348">
                  <c:v>45091.708333333343</c:v>
                </c:pt>
                <c:pt idx="2349">
                  <c:v>45091.75</c:v>
                </c:pt>
                <c:pt idx="2350">
                  <c:v>45091.791666666657</c:v>
                </c:pt>
                <c:pt idx="2351">
                  <c:v>45091.833333333343</c:v>
                </c:pt>
                <c:pt idx="2352">
                  <c:v>45091.875</c:v>
                </c:pt>
                <c:pt idx="2353">
                  <c:v>45091.916666666657</c:v>
                </c:pt>
                <c:pt idx="2354">
                  <c:v>45091.958333333343</c:v>
                </c:pt>
                <c:pt idx="2355">
                  <c:v>45092</c:v>
                </c:pt>
                <c:pt idx="2356">
                  <c:v>45092.041666666657</c:v>
                </c:pt>
                <c:pt idx="2357">
                  <c:v>45092.083333333343</c:v>
                </c:pt>
                <c:pt idx="2358">
                  <c:v>45092.125</c:v>
                </c:pt>
                <c:pt idx="2359">
                  <c:v>45092.166666666657</c:v>
                </c:pt>
                <c:pt idx="2360">
                  <c:v>45092.208333333343</c:v>
                </c:pt>
                <c:pt idx="2361">
                  <c:v>45092.25</c:v>
                </c:pt>
                <c:pt idx="2362">
                  <c:v>45092.291666666657</c:v>
                </c:pt>
                <c:pt idx="2363">
                  <c:v>45092.333333333343</c:v>
                </c:pt>
                <c:pt idx="2364">
                  <c:v>45092.375</c:v>
                </c:pt>
                <c:pt idx="2365">
                  <c:v>45092.416666666657</c:v>
                </c:pt>
                <c:pt idx="2366">
                  <c:v>45092.458333333343</c:v>
                </c:pt>
                <c:pt idx="2367">
                  <c:v>45092.5</c:v>
                </c:pt>
                <c:pt idx="2368">
                  <c:v>45092.541666666657</c:v>
                </c:pt>
                <c:pt idx="2369">
                  <c:v>45092.583333333343</c:v>
                </c:pt>
                <c:pt idx="2370">
                  <c:v>45092.625</c:v>
                </c:pt>
                <c:pt idx="2371">
                  <c:v>45092.666666666657</c:v>
                </c:pt>
                <c:pt idx="2372">
                  <c:v>45092.708333333343</c:v>
                </c:pt>
                <c:pt idx="2373">
                  <c:v>45092.75</c:v>
                </c:pt>
                <c:pt idx="2374">
                  <c:v>45092.791666666657</c:v>
                </c:pt>
                <c:pt idx="2375">
                  <c:v>45092.833333333343</c:v>
                </c:pt>
                <c:pt idx="2376">
                  <c:v>45092.875</c:v>
                </c:pt>
                <c:pt idx="2377">
                  <c:v>45092.916666666657</c:v>
                </c:pt>
                <c:pt idx="2378">
                  <c:v>45092.958333333343</c:v>
                </c:pt>
                <c:pt idx="2379">
                  <c:v>45093</c:v>
                </c:pt>
                <c:pt idx="2380">
                  <c:v>45093.041666666657</c:v>
                </c:pt>
                <c:pt idx="2381">
                  <c:v>45093.083333333343</c:v>
                </c:pt>
                <c:pt idx="2382">
                  <c:v>45093.125</c:v>
                </c:pt>
                <c:pt idx="2383">
                  <c:v>45093.166666666657</c:v>
                </c:pt>
                <c:pt idx="2384">
                  <c:v>45093.208333333343</c:v>
                </c:pt>
                <c:pt idx="2385">
                  <c:v>45093.25</c:v>
                </c:pt>
                <c:pt idx="2386">
                  <c:v>45093.291666666657</c:v>
                </c:pt>
                <c:pt idx="2387">
                  <c:v>45093.333333333343</c:v>
                </c:pt>
                <c:pt idx="2388">
                  <c:v>45093.375</c:v>
                </c:pt>
                <c:pt idx="2389">
                  <c:v>45093.416666666657</c:v>
                </c:pt>
                <c:pt idx="2390">
                  <c:v>45093.458333333343</c:v>
                </c:pt>
                <c:pt idx="2391">
                  <c:v>45093.5</c:v>
                </c:pt>
                <c:pt idx="2392">
                  <c:v>45093.541666666657</c:v>
                </c:pt>
                <c:pt idx="2393">
                  <c:v>45093.583333333343</c:v>
                </c:pt>
                <c:pt idx="2394">
                  <c:v>45093.625</c:v>
                </c:pt>
                <c:pt idx="2395">
                  <c:v>45093.666666666657</c:v>
                </c:pt>
                <c:pt idx="2396">
                  <c:v>45093.708333333343</c:v>
                </c:pt>
                <c:pt idx="2397">
                  <c:v>45093.75</c:v>
                </c:pt>
                <c:pt idx="2398">
                  <c:v>45093.791666666657</c:v>
                </c:pt>
                <c:pt idx="2399">
                  <c:v>45093.833333333343</c:v>
                </c:pt>
                <c:pt idx="2400">
                  <c:v>45093.875</c:v>
                </c:pt>
                <c:pt idx="2401">
                  <c:v>45093.916666666657</c:v>
                </c:pt>
                <c:pt idx="2402">
                  <c:v>45093.958333333343</c:v>
                </c:pt>
                <c:pt idx="2403">
                  <c:v>45094</c:v>
                </c:pt>
                <c:pt idx="2404">
                  <c:v>45094.041666666657</c:v>
                </c:pt>
                <c:pt idx="2405">
                  <c:v>45094.083333333343</c:v>
                </c:pt>
                <c:pt idx="2406">
                  <c:v>45094.125</c:v>
                </c:pt>
                <c:pt idx="2407">
                  <c:v>45094.166666666657</c:v>
                </c:pt>
                <c:pt idx="2408">
                  <c:v>45094.208333333343</c:v>
                </c:pt>
                <c:pt idx="2409">
                  <c:v>45094.25</c:v>
                </c:pt>
                <c:pt idx="2410">
                  <c:v>45094.291666666657</c:v>
                </c:pt>
                <c:pt idx="2411">
                  <c:v>45094.333333333343</c:v>
                </c:pt>
                <c:pt idx="2412">
                  <c:v>45094.375</c:v>
                </c:pt>
                <c:pt idx="2413">
                  <c:v>45094.416666666657</c:v>
                </c:pt>
                <c:pt idx="2414">
                  <c:v>45094.458333333343</c:v>
                </c:pt>
                <c:pt idx="2415">
                  <c:v>45094.5</c:v>
                </c:pt>
                <c:pt idx="2416">
                  <c:v>45094.541666666657</c:v>
                </c:pt>
                <c:pt idx="2417">
                  <c:v>45094.583333333343</c:v>
                </c:pt>
                <c:pt idx="2418">
                  <c:v>45094.625</c:v>
                </c:pt>
                <c:pt idx="2419">
                  <c:v>45094.666666666657</c:v>
                </c:pt>
                <c:pt idx="2420">
                  <c:v>45094.708333333343</c:v>
                </c:pt>
                <c:pt idx="2421">
                  <c:v>45094.75</c:v>
                </c:pt>
                <c:pt idx="2422">
                  <c:v>45094.791666666657</c:v>
                </c:pt>
                <c:pt idx="2423">
                  <c:v>45094.833333333343</c:v>
                </c:pt>
                <c:pt idx="2424">
                  <c:v>45094.875</c:v>
                </c:pt>
                <c:pt idx="2425">
                  <c:v>45094.916666666657</c:v>
                </c:pt>
                <c:pt idx="2426">
                  <c:v>45094.958333333343</c:v>
                </c:pt>
                <c:pt idx="2427">
                  <c:v>45095</c:v>
                </c:pt>
                <c:pt idx="2428">
                  <c:v>45095.041666666657</c:v>
                </c:pt>
                <c:pt idx="2429">
                  <c:v>45095.083333333343</c:v>
                </c:pt>
                <c:pt idx="2430">
                  <c:v>45095.125</c:v>
                </c:pt>
                <c:pt idx="2431">
                  <c:v>45095.166666666657</c:v>
                </c:pt>
                <c:pt idx="2432">
                  <c:v>45095.208333333343</c:v>
                </c:pt>
                <c:pt idx="2433">
                  <c:v>45095.25</c:v>
                </c:pt>
                <c:pt idx="2434">
                  <c:v>45095.291666666657</c:v>
                </c:pt>
                <c:pt idx="2435">
                  <c:v>45095.333333333343</c:v>
                </c:pt>
                <c:pt idx="2436">
                  <c:v>45095.375</c:v>
                </c:pt>
                <c:pt idx="2437">
                  <c:v>45095.416666666657</c:v>
                </c:pt>
                <c:pt idx="2438">
                  <c:v>45095.458333333343</c:v>
                </c:pt>
                <c:pt idx="2439">
                  <c:v>45095.5</c:v>
                </c:pt>
                <c:pt idx="2440">
                  <c:v>45095.541666666657</c:v>
                </c:pt>
                <c:pt idx="2441">
                  <c:v>45095.583333333343</c:v>
                </c:pt>
                <c:pt idx="2442">
                  <c:v>45095.625</c:v>
                </c:pt>
                <c:pt idx="2443">
                  <c:v>45095.666666666657</c:v>
                </c:pt>
                <c:pt idx="2444">
                  <c:v>45095.708333333343</c:v>
                </c:pt>
                <c:pt idx="2445">
                  <c:v>45095.75</c:v>
                </c:pt>
                <c:pt idx="2446">
                  <c:v>45095.791666666657</c:v>
                </c:pt>
                <c:pt idx="2447">
                  <c:v>45095.833333333343</c:v>
                </c:pt>
                <c:pt idx="2448">
                  <c:v>45095.875</c:v>
                </c:pt>
                <c:pt idx="2449">
                  <c:v>45095.916666666657</c:v>
                </c:pt>
                <c:pt idx="2450">
                  <c:v>45095.958333333343</c:v>
                </c:pt>
                <c:pt idx="2451">
                  <c:v>45096</c:v>
                </c:pt>
                <c:pt idx="2452">
                  <c:v>45096.041666666657</c:v>
                </c:pt>
                <c:pt idx="2453">
                  <c:v>45096.083333333343</c:v>
                </c:pt>
                <c:pt idx="2454">
                  <c:v>45096.125</c:v>
                </c:pt>
                <c:pt idx="2455">
                  <c:v>45096.166666666657</c:v>
                </c:pt>
                <c:pt idx="2456">
                  <c:v>45096.208333333343</c:v>
                </c:pt>
                <c:pt idx="2457">
                  <c:v>45096.25</c:v>
                </c:pt>
                <c:pt idx="2458">
                  <c:v>45096.291666666657</c:v>
                </c:pt>
                <c:pt idx="2459">
                  <c:v>45096.333333333343</c:v>
                </c:pt>
                <c:pt idx="2460">
                  <c:v>45096.375</c:v>
                </c:pt>
                <c:pt idx="2461">
                  <c:v>45096.416666666657</c:v>
                </c:pt>
                <c:pt idx="2462">
                  <c:v>45096.458333333343</c:v>
                </c:pt>
                <c:pt idx="2463">
                  <c:v>45096.5</c:v>
                </c:pt>
                <c:pt idx="2464">
                  <c:v>45096.541666666657</c:v>
                </c:pt>
                <c:pt idx="2465">
                  <c:v>45096.583333333343</c:v>
                </c:pt>
                <c:pt idx="2466">
                  <c:v>45096.625</c:v>
                </c:pt>
                <c:pt idx="2467">
                  <c:v>45096.666666666657</c:v>
                </c:pt>
                <c:pt idx="2468">
                  <c:v>45096.708333333343</c:v>
                </c:pt>
                <c:pt idx="2469">
                  <c:v>45096.75</c:v>
                </c:pt>
                <c:pt idx="2470">
                  <c:v>45096.791666666657</c:v>
                </c:pt>
                <c:pt idx="2471">
                  <c:v>45096.833333333343</c:v>
                </c:pt>
                <c:pt idx="2472">
                  <c:v>45096.875</c:v>
                </c:pt>
                <c:pt idx="2473">
                  <c:v>45096.916666666657</c:v>
                </c:pt>
                <c:pt idx="2474">
                  <c:v>45096.958333333343</c:v>
                </c:pt>
                <c:pt idx="2475">
                  <c:v>45097</c:v>
                </c:pt>
                <c:pt idx="2476">
                  <c:v>45097.041666666657</c:v>
                </c:pt>
                <c:pt idx="2477">
                  <c:v>45097.083333333343</c:v>
                </c:pt>
                <c:pt idx="2478">
                  <c:v>45097.125</c:v>
                </c:pt>
                <c:pt idx="2479">
                  <c:v>45097.166666666657</c:v>
                </c:pt>
                <c:pt idx="2480">
                  <c:v>45097.208333333343</c:v>
                </c:pt>
                <c:pt idx="2481">
                  <c:v>45097.25</c:v>
                </c:pt>
                <c:pt idx="2482">
                  <c:v>45097.291666666657</c:v>
                </c:pt>
                <c:pt idx="2483">
                  <c:v>45097.333333333343</c:v>
                </c:pt>
                <c:pt idx="2484">
                  <c:v>45097.375</c:v>
                </c:pt>
                <c:pt idx="2485">
                  <c:v>45097.416666666657</c:v>
                </c:pt>
                <c:pt idx="2486">
                  <c:v>45097.458333333343</c:v>
                </c:pt>
                <c:pt idx="2487">
                  <c:v>45097.5</c:v>
                </c:pt>
                <c:pt idx="2488">
                  <c:v>45097.541666666657</c:v>
                </c:pt>
                <c:pt idx="2489">
                  <c:v>45097.583333333343</c:v>
                </c:pt>
                <c:pt idx="2490">
                  <c:v>45097.625</c:v>
                </c:pt>
                <c:pt idx="2491">
                  <c:v>45097.666666666657</c:v>
                </c:pt>
                <c:pt idx="2492">
                  <c:v>45097.708333333343</c:v>
                </c:pt>
                <c:pt idx="2493">
                  <c:v>45097.75</c:v>
                </c:pt>
                <c:pt idx="2494">
                  <c:v>45097.791666666657</c:v>
                </c:pt>
                <c:pt idx="2495">
                  <c:v>45097.833333333343</c:v>
                </c:pt>
                <c:pt idx="2496">
                  <c:v>45097.875</c:v>
                </c:pt>
                <c:pt idx="2497">
                  <c:v>45097.916666666657</c:v>
                </c:pt>
                <c:pt idx="2498">
                  <c:v>45097.958333333343</c:v>
                </c:pt>
                <c:pt idx="2499">
                  <c:v>45098</c:v>
                </c:pt>
                <c:pt idx="2500">
                  <c:v>45098.041666666657</c:v>
                </c:pt>
                <c:pt idx="2501">
                  <c:v>45098.083333333343</c:v>
                </c:pt>
                <c:pt idx="2502">
                  <c:v>45098.125</c:v>
                </c:pt>
                <c:pt idx="2503">
                  <c:v>45098.166666666657</c:v>
                </c:pt>
                <c:pt idx="2504">
                  <c:v>45098.208333333343</c:v>
                </c:pt>
                <c:pt idx="2505">
                  <c:v>45098.25</c:v>
                </c:pt>
                <c:pt idx="2506">
                  <c:v>45098.291666666657</c:v>
                </c:pt>
                <c:pt idx="2507">
                  <c:v>45098.333333333343</c:v>
                </c:pt>
                <c:pt idx="2508">
                  <c:v>45098.375</c:v>
                </c:pt>
                <c:pt idx="2509">
                  <c:v>45098.416666666657</c:v>
                </c:pt>
                <c:pt idx="2510">
                  <c:v>45098.458333333343</c:v>
                </c:pt>
                <c:pt idx="2511">
                  <c:v>45098.5</c:v>
                </c:pt>
                <c:pt idx="2512">
                  <c:v>45098.541666666657</c:v>
                </c:pt>
                <c:pt idx="2513">
                  <c:v>45098.583333333343</c:v>
                </c:pt>
                <c:pt idx="2514">
                  <c:v>45098.625</c:v>
                </c:pt>
                <c:pt idx="2515">
                  <c:v>45098.666666666657</c:v>
                </c:pt>
                <c:pt idx="2516">
                  <c:v>45098.708333333343</c:v>
                </c:pt>
                <c:pt idx="2517">
                  <c:v>45098.75</c:v>
                </c:pt>
                <c:pt idx="2518">
                  <c:v>45098.791666666657</c:v>
                </c:pt>
                <c:pt idx="2519">
                  <c:v>45098.833333333343</c:v>
                </c:pt>
                <c:pt idx="2520">
                  <c:v>45098.875</c:v>
                </c:pt>
                <c:pt idx="2521">
                  <c:v>45098.916666666657</c:v>
                </c:pt>
                <c:pt idx="2522">
                  <c:v>45098.958333333343</c:v>
                </c:pt>
                <c:pt idx="2523">
                  <c:v>45099</c:v>
                </c:pt>
                <c:pt idx="2524">
                  <c:v>45099.041666666657</c:v>
                </c:pt>
                <c:pt idx="2525">
                  <c:v>45099.083333333343</c:v>
                </c:pt>
                <c:pt idx="2526">
                  <c:v>45099.125</c:v>
                </c:pt>
                <c:pt idx="2527">
                  <c:v>45099.166666666657</c:v>
                </c:pt>
                <c:pt idx="2528">
                  <c:v>45099.208333333343</c:v>
                </c:pt>
                <c:pt idx="2529">
                  <c:v>45099.25</c:v>
                </c:pt>
                <c:pt idx="2530">
                  <c:v>45099.291666666657</c:v>
                </c:pt>
                <c:pt idx="2531">
                  <c:v>45099.333333333343</c:v>
                </c:pt>
                <c:pt idx="2532">
                  <c:v>45099.375</c:v>
                </c:pt>
                <c:pt idx="2533">
                  <c:v>45099.416666666657</c:v>
                </c:pt>
                <c:pt idx="2534">
                  <c:v>45099.458333333343</c:v>
                </c:pt>
                <c:pt idx="2535">
                  <c:v>45099.5</c:v>
                </c:pt>
                <c:pt idx="2536">
                  <c:v>45099.541666666657</c:v>
                </c:pt>
                <c:pt idx="2537">
                  <c:v>45099.583333333343</c:v>
                </c:pt>
                <c:pt idx="2538">
                  <c:v>45099.625</c:v>
                </c:pt>
                <c:pt idx="2539">
                  <c:v>45099.666666666657</c:v>
                </c:pt>
                <c:pt idx="2540">
                  <c:v>45099.708333333343</c:v>
                </c:pt>
                <c:pt idx="2541">
                  <c:v>45099.75</c:v>
                </c:pt>
                <c:pt idx="2542">
                  <c:v>45099.791666666657</c:v>
                </c:pt>
                <c:pt idx="2543">
                  <c:v>45099.833333333343</c:v>
                </c:pt>
                <c:pt idx="2544">
                  <c:v>45099.875</c:v>
                </c:pt>
                <c:pt idx="2545">
                  <c:v>45099.916666666657</c:v>
                </c:pt>
                <c:pt idx="2546">
                  <c:v>45099.958333333343</c:v>
                </c:pt>
                <c:pt idx="2547">
                  <c:v>45100</c:v>
                </c:pt>
                <c:pt idx="2548">
                  <c:v>45100.041666666657</c:v>
                </c:pt>
                <c:pt idx="2549">
                  <c:v>45100.083333333343</c:v>
                </c:pt>
                <c:pt idx="2550">
                  <c:v>45100.125</c:v>
                </c:pt>
                <c:pt idx="2551">
                  <c:v>45100.166666666657</c:v>
                </c:pt>
                <c:pt idx="2552">
                  <c:v>45100.208333333343</c:v>
                </c:pt>
                <c:pt idx="2553">
                  <c:v>45100.25</c:v>
                </c:pt>
                <c:pt idx="2554">
                  <c:v>45100.291666666657</c:v>
                </c:pt>
                <c:pt idx="2555">
                  <c:v>45100.333333333343</c:v>
                </c:pt>
                <c:pt idx="2556">
                  <c:v>45100.375</c:v>
                </c:pt>
                <c:pt idx="2557">
                  <c:v>45100.416666666657</c:v>
                </c:pt>
                <c:pt idx="2558">
                  <c:v>45100.458333333343</c:v>
                </c:pt>
                <c:pt idx="2559">
                  <c:v>45100.5</c:v>
                </c:pt>
                <c:pt idx="2560">
                  <c:v>45100.541666666657</c:v>
                </c:pt>
                <c:pt idx="2561">
                  <c:v>45100.583333333343</c:v>
                </c:pt>
                <c:pt idx="2562">
                  <c:v>45100.625</c:v>
                </c:pt>
                <c:pt idx="2563">
                  <c:v>45100.666666666657</c:v>
                </c:pt>
                <c:pt idx="2564">
                  <c:v>45100.708333333343</c:v>
                </c:pt>
                <c:pt idx="2565">
                  <c:v>45100.75</c:v>
                </c:pt>
                <c:pt idx="2566">
                  <c:v>45100.791666666657</c:v>
                </c:pt>
                <c:pt idx="2567">
                  <c:v>45100.833333333343</c:v>
                </c:pt>
                <c:pt idx="2568">
                  <c:v>45100.875</c:v>
                </c:pt>
                <c:pt idx="2569">
                  <c:v>45100.916666666657</c:v>
                </c:pt>
                <c:pt idx="2570">
                  <c:v>45100.958333333343</c:v>
                </c:pt>
                <c:pt idx="2571">
                  <c:v>45101</c:v>
                </c:pt>
                <c:pt idx="2572">
                  <c:v>45101.041666666657</c:v>
                </c:pt>
                <c:pt idx="2573">
                  <c:v>45101.083333333343</c:v>
                </c:pt>
                <c:pt idx="2574">
                  <c:v>45101.125</c:v>
                </c:pt>
                <c:pt idx="2575">
                  <c:v>45101.166666666657</c:v>
                </c:pt>
                <c:pt idx="2576">
                  <c:v>45101.208333333343</c:v>
                </c:pt>
                <c:pt idx="2577">
                  <c:v>45101.25</c:v>
                </c:pt>
                <c:pt idx="2578">
                  <c:v>45101.291666666657</c:v>
                </c:pt>
                <c:pt idx="2579">
                  <c:v>45101.333333333343</c:v>
                </c:pt>
                <c:pt idx="2580">
                  <c:v>45101.375</c:v>
                </c:pt>
                <c:pt idx="2581">
                  <c:v>45101.416666666657</c:v>
                </c:pt>
                <c:pt idx="2582">
                  <c:v>45101.458333333343</c:v>
                </c:pt>
                <c:pt idx="2583">
                  <c:v>45101.5</c:v>
                </c:pt>
                <c:pt idx="2584">
                  <c:v>45101.541666666657</c:v>
                </c:pt>
                <c:pt idx="2585">
                  <c:v>45101.583333333343</c:v>
                </c:pt>
                <c:pt idx="2586">
                  <c:v>45101.625</c:v>
                </c:pt>
                <c:pt idx="2587">
                  <c:v>45101.666666666657</c:v>
                </c:pt>
                <c:pt idx="2588">
                  <c:v>45101.708333333343</c:v>
                </c:pt>
                <c:pt idx="2589">
                  <c:v>45101.75</c:v>
                </c:pt>
                <c:pt idx="2590">
                  <c:v>45101.791666666657</c:v>
                </c:pt>
                <c:pt idx="2591">
                  <c:v>45101.833333333343</c:v>
                </c:pt>
                <c:pt idx="2592">
                  <c:v>45101.875</c:v>
                </c:pt>
                <c:pt idx="2593">
                  <c:v>45101.916666666657</c:v>
                </c:pt>
                <c:pt idx="2594">
                  <c:v>45101.958333333343</c:v>
                </c:pt>
                <c:pt idx="2595">
                  <c:v>45102</c:v>
                </c:pt>
                <c:pt idx="2596">
                  <c:v>45102.041666666657</c:v>
                </c:pt>
                <c:pt idx="2597">
                  <c:v>45102.083333333343</c:v>
                </c:pt>
                <c:pt idx="2598">
                  <c:v>45102.125</c:v>
                </c:pt>
                <c:pt idx="2599">
                  <c:v>45102.166666666657</c:v>
                </c:pt>
                <c:pt idx="2600">
                  <c:v>45102.208333333343</c:v>
                </c:pt>
                <c:pt idx="2601">
                  <c:v>45102.25</c:v>
                </c:pt>
                <c:pt idx="2602">
                  <c:v>45102.291666666657</c:v>
                </c:pt>
                <c:pt idx="2603">
                  <c:v>45102.333333333343</c:v>
                </c:pt>
                <c:pt idx="2604">
                  <c:v>45102.375</c:v>
                </c:pt>
                <c:pt idx="2605">
                  <c:v>45102.416666666657</c:v>
                </c:pt>
                <c:pt idx="2606">
                  <c:v>45102.458333333343</c:v>
                </c:pt>
                <c:pt idx="2607">
                  <c:v>45102.5</c:v>
                </c:pt>
                <c:pt idx="2608">
                  <c:v>45102.541666666657</c:v>
                </c:pt>
                <c:pt idx="2609">
                  <c:v>45102.583333333343</c:v>
                </c:pt>
                <c:pt idx="2610">
                  <c:v>45102.625</c:v>
                </c:pt>
                <c:pt idx="2611">
                  <c:v>45102.666666666657</c:v>
                </c:pt>
                <c:pt idx="2612">
                  <c:v>45102.708333333343</c:v>
                </c:pt>
                <c:pt idx="2613">
                  <c:v>45102.75</c:v>
                </c:pt>
                <c:pt idx="2614">
                  <c:v>45102.791666666657</c:v>
                </c:pt>
                <c:pt idx="2615">
                  <c:v>45102.833333333343</c:v>
                </c:pt>
                <c:pt idx="2616">
                  <c:v>45102.875</c:v>
                </c:pt>
                <c:pt idx="2617">
                  <c:v>45102.916666666657</c:v>
                </c:pt>
                <c:pt idx="2618">
                  <c:v>45102.958333333343</c:v>
                </c:pt>
                <c:pt idx="2619">
                  <c:v>45103</c:v>
                </c:pt>
                <c:pt idx="2620">
                  <c:v>45103.041666666657</c:v>
                </c:pt>
                <c:pt idx="2621">
                  <c:v>45103.083333333343</c:v>
                </c:pt>
                <c:pt idx="2622">
                  <c:v>45103.125</c:v>
                </c:pt>
                <c:pt idx="2623">
                  <c:v>45103.166666666657</c:v>
                </c:pt>
                <c:pt idx="2624">
                  <c:v>45103.208333333343</c:v>
                </c:pt>
                <c:pt idx="2625">
                  <c:v>45103.25</c:v>
                </c:pt>
                <c:pt idx="2626">
                  <c:v>45103.291666666657</c:v>
                </c:pt>
                <c:pt idx="2627">
                  <c:v>45103.333333333343</c:v>
                </c:pt>
                <c:pt idx="2628">
                  <c:v>45103.375</c:v>
                </c:pt>
                <c:pt idx="2629">
                  <c:v>45103.416666666657</c:v>
                </c:pt>
                <c:pt idx="2630">
                  <c:v>45103.458333333343</c:v>
                </c:pt>
                <c:pt idx="2631">
                  <c:v>45103.5</c:v>
                </c:pt>
                <c:pt idx="2632">
                  <c:v>45103.541666666657</c:v>
                </c:pt>
                <c:pt idx="2633">
                  <c:v>45103.583333333343</c:v>
                </c:pt>
                <c:pt idx="2634">
                  <c:v>45103.625</c:v>
                </c:pt>
                <c:pt idx="2635">
                  <c:v>45103.666666666657</c:v>
                </c:pt>
                <c:pt idx="2636">
                  <c:v>45103.708333333343</c:v>
                </c:pt>
                <c:pt idx="2637">
                  <c:v>45103.75</c:v>
                </c:pt>
                <c:pt idx="2638">
                  <c:v>45103.791666666657</c:v>
                </c:pt>
                <c:pt idx="2639">
                  <c:v>45103.833333333343</c:v>
                </c:pt>
                <c:pt idx="2640">
                  <c:v>45103.875</c:v>
                </c:pt>
                <c:pt idx="2641">
                  <c:v>45103.916666666657</c:v>
                </c:pt>
                <c:pt idx="2642">
                  <c:v>45103.958333333343</c:v>
                </c:pt>
                <c:pt idx="2643">
                  <c:v>45104</c:v>
                </c:pt>
                <c:pt idx="2644">
                  <c:v>45104.041666666657</c:v>
                </c:pt>
                <c:pt idx="2645">
                  <c:v>45104.083333333343</c:v>
                </c:pt>
                <c:pt idx="2646">
                  <c:v>45104.125</c:v>
                </c:pt>
                <c:pt idx="2647">
                  <c:v>45104.166666666657</c:v>
                </c:pt>
                <c:pt idx="2648">
                  <c:v>45104.208333333343</c:v>
                </c:pt>
                <c:pt idx="2649">
                  <c:v>45104.25</c:v>
                </c:pt>
                <c:pt idx="2650">
                  <c:v>45104.291666666657</c:v>
                </c:pt>
                <c:pt idx="2651">
                  <c:v>45104.333333333343</c:v>
                </c:pt>
                <c:pt idx="2652">
                  <c:v>45104.375</c:v>
                </c:pt>
                <c:pt idx="2653">
                  <c:v>45104.416666666657</c:v>
                </c:pt>
                <c:pt idx="2654">
                  <c:v>45104.458333333343</c:v>
                </c:pt>
                <c:pt idx="2655">
                  <c:v>45104.5</c:v>
                </c:pt>
                <c:pt idx="2656">
                  <c:v>45104.541666666657</c:v>
                </c:pt>
                <c:pt idx="2657">
                  <c:v>45104.583333333343</c:v>
                </c:pt>
                <c:pt idx="2658">
                  <c:v>45104.625</c:v>
                </c:pt>
                <c:pt idx="2659">
                  <c:v>45104.666666666657</c:v>
                </c:pt>
                <c:pt idx="2660">
                  <c:v>45104.708333333343</c:v>
                </c:pt>
                <c:pt idx="2661">
                  <c:v>45104.75</c:v>
                </c:pt>
                <c:pt idx="2662">
                  <c:v>45104.791666666657</c:v>
                </c:pt>
                <c:pt idx="2663">
                  <c:v>45104.833333333343</c:v>
                </c:pt>
                <c:pt idx="2664">
                  <c:v>45104.875</c:v>
                </c:pt>
                <c:pt idx="2665">
                  <c:v>45104.916666666657</c:v>
                </c:pt>
                <c:pt idx="2666">
                  <c:v>45104.958333333343</c:v>
                </c:pt>
                <c:pt idx="2667">
                  <c:v>45105</c:v>
                </c:pt>
                <c:pt idx="2668">
                  <c:v>45105.041666666657</c:v>
                </c:pt>
                <c:pt idx="2669">
                  <c:v>45105.083333333343</c:v>
                </c:pt>
                <c:pt idx="2670">
                  <c:v>45105.125</c:v>
                </c:pt>
                <c:pt idx="2671">
                  <c:v>45105.166666666657</c:v>
                </c:pt>
                <c:pt idx="2672">
                  <c:v>45105.208333333343</c:v>
                </c:pt>
                <c:pt idx="2673">
                  <c:v>45105.25</c:v>
                </c:pt>
                <c:pt idx="2674">
                  <c:v>45105.291666666657</c:v>
                </c:pt>
                <c:pt idx="2675">
                  <c:v>45105.333333333343</c:v>
                </c:pt>
                <c:pt idx="2676">
                  <c:v>45105.375</c:v>
                </c:pt>
                <c:pt idx="2677">
                  <c:v>45105.416666666657</c:v>
                </c:pt>
                <c:pt idx="2678">
                  <c:v>45105.458333333343</c:v>
                </c:pt>
                <c:pt idx="2679">
                  <c:v>45105.5</c:v>
                </c:pt>
                <c:pt idx="2680">
                  <c:v>45105.541666666657</c:v>
                </c:pt>
                <c:pt idx="2681">
                  <c:v>45105.583333333343</c:v>
                </c:pt>
                <c:pt idx="2682">
                  <c:v>45105.625</c:v>
                </c:pt>
                <c:pt idx="2683">
                  <c:v>45105.666666666657</c:v>
                </c:pt>
                <c:pt idx="2684">
                  <c:v>45105.708333333343</c:v>
                </c:pt>
                <c:pt idx="2685">
                  <c:v>45105.75</c:v>
                </c:pt>
                <c:pt idx="2686">
                  <c:v>45105.791666666657</c:v>
                </c:pt>
                <c:pt idx="2687">
                  <c:v>45105.833333333343</c:v>
                </c:pt>
                <c:pt idx="2688">
                  <c:v>45105.875</c:v>
                </c:pt>
                <c:pt idx="2689">
                  <c:v>45105.916666666657</c:v>
                </c:pt>
                <c:pt idx="2690">
                  <c:v>45105.958333333343</c:v>
                </c:pt>
                <c:pt idx="2691">
                  <c:v>45106</c:v>
                </c:pt>
                <c:pt idx="2692">
                  <c:v>45106.041666666657</c:v>
                </c:pt>
                <c:pt idx="2693">
                  <c:v>45106.083333333343</c:v>
                </c:pt>
                <c:pt idx="2694">
                  <c:v>45106.125</c:v>
                </c:pt>
                <c:pt idx="2695">
                  <c:v>45106.166666666657</c:v>
                </c:pt>
                <c:pt idx="2696">
                  <c:v>45106.208333333343</c:v>
                </c:pt>
                <c:pt idx="2697">
                  <c:v>45106.25</c:v>
                </c:pt>
                <c:pt idx="2698">
                  <c:v>45106.291666666657</c:v>
                </c:pt>
                <c:pt idx="2699">
                  <c:v>45106.333333333343</c:v>
                </c:pt>
                <c:pt idx="2700">
                  <c:v>45106.375</c:v>
                </c:pt>
                <c:pt idx="2701">
                  <c:v>45106.416666666657</c:v>
                </c:pt>
                <c:pt idx="2702">
                  <c:v>45106.458333333343</c:v>
                </c:pt>
                <c:pt idx="2703">
                  <c:v>45106.5</c:v>
                </c:pt>
                <c:pt idx="2704">
                  <c:v>45106.541666666657</c:v>
                </c:pt>
                <c:pt idx="2705">
                  <c:v>45106.583333333343</c:v>
                </c:pt>
                <c:pt idx="2706">
                  <c:v>45106.625</c:v>
                </c:pt>
                <c:pt idx="2707">
                  <c:v>45106.666666666657</c:v>
                </c:pt>
                <c:pt idx="2708">
                  <c:v>45106.708333333343</c:v>
                </c:pt>
                <c:pt idx="2709">
                  <c:v>45106.75</c:v>
                </c:pt>
                <c:pt idx="2710">
                  <c:v>45106.791666666657</c:v>
                </c:pt>
                <c:pt idx="2711">
                  <c:v>45106.833333333343</c:v>
                </c:pt>
                <c:pt idx="2712">
                  <c:v>45106.875</c:v>
                </c:pt>
                <c:pt idx="2713">
                  <c:v>45106.916666666657</c:v>
                </c:pt>
                <c:pt idx="2714">
                  <c:v>45106.958333333343</c:v>
                </c:pt>
                <c:pt idx="2715">
                  <c:v>45107</c:v>
                </c:pt>
                <c:pt idx="2716">
                  <c:v>45107.041666666657</c:v>
                </c:pt>
                <c:pt idx="2717">
                  <c:v>45107.083333333343</c:v>
                </c:pt>
                <c:pt idx="2718">
                  <c:v>45107.125</c:v>
                </c:pt>
                <c:pt idx="2719">
                  <c:v>45107.166666666657</c:v>
                </c:pt>
                <c:pt idx="2720">
                  <c:v>45107.208333333343</c:v>
                </c:pt>
                <c:pt idx="2721">
                  <c:v>45107.25</c:v>
                </c:pt>
                <c:pt idx="2722">
                  <c:v>45107.291666666657</c:v>
                </c:pt>
                <c:pt idx="2723">
                  <c:v>45107.333333333343</c:v>
                </c:pt>
                <c:pt idx="2724">
                  <c:v>45107.375</c:v>
                </c:pt>
                <c:pt idx="2725">
                  <c:v>45107.416666666657</c:v>
                </c:pt>
                <c:pt idx="2726">
                  <c:v>45107.458333333343</c:v>
                </c:pt>
                <c:pt idx="2727">
                  <c:v>45107.5</c:v>
                </c:pt>
                <c:pt idx="2728">
                  <c:v>45107.541666666657</c:v>
                </c:pt>
                <c:pt idx="2729">
                  <c:v>45107.583333333343</c:v>
                </c:pt>
                <c:pt idx="2730">
                  <c:v>45107.625</c:v>
                </c:pt>
                <c:pt idx="2731">
                  <c:v>45107.666666666657</c:v>
                </c:pt>
                <c:pt idx="2732">
                  <c:v>45107.708333333343</c:v>
                </c:pt>
                <c:pt idx="2733">
                  <c:v>45107.75</c:v>
                </c:pt>
                <c:pt idx="2734">
                  <c:v>45107.791666666657</c:v>
                </c:pt>
                <c:pt idx="2735">
                  <c:v>45107.833333333343</c:v>
                </c:pt>
                <c:pt idx="2736">
                  <c:v>45107.875</c:v>
                </c:pt>
                <c:pt idx="2737">
                  <c:v>45107.916666666657</c:v>
                </c:pt>
                <c:pt idx="2738">
                  <c:v>45107.958333333343</c:v>
                </c:pt>
                <c:pt idx="2739">
                  <c:v>45108</c:v>
                </c:pt>
                <c:pt idx="2740">
                  <c:v>45108.041666666657</c:v>
                </c:pt>
                <c:pt idx="2741">
                  <c:v>45108.083333333343</c:v>
                </c:pt>
                <c:pt idx="2742">
                  <c:v>45108.125</c:v>
                </c:pt>
                <c:pt idx="2743">
                  <c:v>45108.166666666657</c:v>
                </c:pt>
                <c:pt idx="2744">
                  <c:v>45108.208333333343</c:v>
                </c:pt>
                <c:pt idx="2745">
                  <c:v>45108.25</c:v>
                </c:pt>
                <c:pt idx="2746">
                  <c:v>45108.291666666657</c:v>
                </c:pt>
                <c:pt idx="2747">
                  <c:v>45108.333333333343</c:v>
                </c:pt>
                <c:pt idx="2748">
                  <c:v>45108.375</c:v>
                </c:pt>
                <c:pt idx="2749">
                  <c:v>45108.416666666657</c:v>
                </c:pt>
                <c:pt idx="2750">
                  <c:v>45108.458333333343</c:v>
                </c:pt>
                <c:pt idx="2751">
                  <c:v>45108.5</c:v>
                </c:pt>
                <c:pt idx="2752">
                  <c:v>45108.541666666657</c:v>
                </c:pt>
                <c:pt idx="2753">
                  <c:v>45108.583333333343</c:v>
                </c:pt>
                <c:pt idx="2754">
                  <c:v>45108.625</c:v>
                </c:pt>
                <c:pt idx="2755">
                  <c:v>45108.666666666657</c:v>
                </c:pt>
                <c:pt idx="2756">
                  <c:v>45108.708333333343</c:v>
                </c:pt>
                <c:pt idx="2757">
                  <c:v>45108.75</c:v>
                </c:pt>
                <c:pt idx="2758">
                  <c:v>45108.791666666657</c:v>
                </c:pt>
                <c:pt idx="2759">
                  <c:v>45108.833333333343</c:v>
                </c:pt>
                <c:pt idx="2760">
                  <c:v>45108.875</c:v>
                </c:pt>
                <c:pt idx="2761">
                  <c:v>45108.916666666657</c:v>
                </c:pt>
                <c:pt idx="2762">
                  <c:v>45108.958333333343</c:v>
                </c:pt>
                <c:pt idx="2763">
                  <c:v>45109</c:v>
                </c:pt>
                <c:pt idx="2764">
                  <c:v>45109.041666666657</c:v>
                </c:pt>
                <c:pt idx="2765">
                  <c:v>45109.083333333343</c:v>
                </c:pt>
                <c:pt idx="2766">
                  <c:v>45109.125</c:v>
                </c:pt>
                <c:pt idx="2767">
                  <c:v>45109.166666666657</c:v>
                </c:pt>
                <c:pt idx="2768">
                  <c:v>45109.208333333343</c:v>
                </c:pt>
                <c:pt idx="2769">
                  <c:v>45109.25</c:v>
                </c:pt>
                <c:pt idx="2770">
                  <c:v>45109.291666666657</c:v>
                </c:pt>
                <c:pt idx="2771">
                  <c:v>45109.333333333343</c:v>
                </c:pt>
                <c:pt idx="2772">
                  <c:v>45109.375</c:v>
                </c:pt>
                <c:pt idx="2773">
                  <c:v>45109.416666666657</c:v>
                </c:pt>
                <c:pt idx="2774">
                  <c:v>45109.458333333343</c:v>
                </c:pt>
                <c:pt idx="2775">
                  <c:v>45109.5</c:v>
                </c:pt>
                <c:pt idx="2776">
                  <c:v>45109.541666666657</c:v>
                </c:pt>
                <c:pt idx="2777">
                  <c:v>45109.583333333343</c:v>
                </c:pt>
                <c:pt idx="2778">
                  <c:v>45109.625</c:v>
                </c:pt>
                <c:pt idx="2779">
                  <c:v>45109.666666666657</c:v>
                </c:pt>
                <c:pt idx="2780">
                  <c:v>45109.708333333343</c:v>
                </c:pt>
                <c:pt idx="2781">
                  <c:v>45109.75</c:v>
                </c:pt>
                <c:pt idx="2782">
                  <c:v>45109.791666666657</c:v>
                </c:pt>
                <c:pt idx="2783">
                  <c:v>45109.833333333343</c:v>
                </c:pt>
                <c:pt idx="2784">
                  <c:v>45109.875</c:v>
                </c:pt>
                <c:pt idx="2785">
                  <c:v>45109.916666666657</c:v>
                </c:pt>
                <c:pt idx="2786">
                  <c:v>45109.958333333343</c:v>
                </c:pt>
                <c:pt idx="2787">
                  <c:v>45110</c:v>
                </c:pt>
                <c:pt idx="2788">
                  <c:v>45110.041666666657</c:v>
                </c:pt>
                <c:pt idx="2789">
                  <c:v>45110.083333333343</c:v>
                </c:pt>
                <c:pt idx="2790">
                  <c:v>45110.125</c:v>
                </c:pt>
                <c:pt idx="2791">
                  <c:v>45110.166666666657</c:v>
                </c:pt>
                <c:pt idx="2792">
                  <c:v>45110.208333333343</c:v>
                </c:pt>
                <c:pt idx="2793">
                  <c:v>45110.25</c:v>
                </c:pt>
                <c:pt idx="2794">
                  <c:v>45110.291666666657</c:v>
                </c:pt>
                <c:pt idx="2795">
                  <c:v>45110.333333333343</c:v>
                </c:pt>
                <c:pt idx="2796">
                  <c:v>45110.375</c:v>
                </c:pt>
                <c:pt idx="2797">
                  <c:v>45110.416666666657</c:v>
                </c:pt>
                <c:pt idx="2798">
                  <c:v>45110.458333333343</c:v>
                </c:pt>
                <c:pt idx="2799">
                  <c:v>45110.5</c:v>
                </c:pt>
                <c:pt idx="2800">
                  <c:v>45110.541666666657</c:v>
                </c:pt>
                <c:pt idx="2801">
                  <c:v>45110.583333333343</c:v>
                </c:pt>
                <c:pt idx="2802">
                  <c:v>45110.625</c:v>
                </c:pt>
                <c:pt idx="2803">
                  <c:v>45110.666666666657</c:v>
                </c:pt>
                <c:pt idx="2804">
                  <c:v>45110.708333333343</c:v>
                </c:pt>
                <c:pt idx="2805">
                  <c:v>45110.75</c:v>
                </c:pt>
                <c:pt idx="2806">
                  <c:v>45110.791666666657</c:v>
                </c:pt>
                <c:pt idx="2807">
                  <c:v>45110.833333333343</c:v>
                </c:pt>
                <c:pt idx="2808">
                  <c:v>45110.875</c:v>
                </c:pt>
                <c:pt idx="2809">
                  <c:v>45110.916666666657</c:v>
                </c:pt>
                <c:pt idx="2810">
                  <c:v>45110.958333333343</c:v>
                </c:pt>
                <c:pt idx="2811">
                  <c:v>45111</c:v>
                </c:pt>
                <c:pt idx="2812">
                  <c:v>45111.041666666657</c:v>
                </c:pt>
                <c:pt idx="2813">
                  <c:v>45111.083333333343</c:v>
                </c:pt>
                <c:pt idx="2814">
                  <c:v>45111.125</c:v>
                </c:pt>
                <c:pt idx="2815">
                  <c:v>45111.166666666657</c:v>
                </c:pt>
                <c:pt idx="2816">
                  <c:v>45111.208333333343</c:v>
                </c:pt>
                <c:pt idx="2817">
                  <c:v>45111.25</c:v>
                </c:pt>
                <c:pt idx="2818">
                  <c:v>45111.291666666657</c:v>
                </c:pt>
                <c:pt idx="2819">
                  <c:v>45111.333333333343</c:v>
                </c:pt>
                <c:pt idx="2820">
                  <c:v>45111.375</c:v>
                </c:pt>
                <c:pt idx="2821">
                  <c:v>45111.416666666657</c:v>
                </c:pt>
                <c:pt idx="2822">
                  <c:v>45111.458333333343</c:v>
                </c:pt>
                <c:pt idx="2823">
                  <c:v>45111.5</c:v>
                </c:pt>
                <c:pt idx="2824">
                  <c:v>45111.541666666657</c:v>
                </c:pt>
                <c:pt idx="2825">
                  <c:v>45111.583333333343</c:v>
                </c:pt>
                <c:pt idx="2826">
                  <c:v>45111.625</c:v>
                </c:pt>
                <c:pt idx="2827">
                  <c:v>45111.666666666657</c:v>
                </c:pt>
                <c:pt idx="2828">
                  <c:v>45111.708333333343</c:v>
                </c:pt>
                <c:pt idx="2829">
                  <c:v>45111.75</c:v>
                </c:pt>
                <c:pt idx="2830">
                  <c:v>45111.791666666657</c:v>
                </c:pt>
                <c:pt idx="2831">
                  <c:v>45111.833333333343</c:v>
                </c:pt>
                <c:pt idx="2832">
                  <c:v>45111.875</c:v>
                </c:pt>
                <c:pt idx="2833">
                  <c:v>45111.916666666657</c:v>
                </c:pt>
                <c:pt idx="2834">
                  <c:v>45111.958333333343</c:v>
                </c:pt>
                <c:pt idx="2835">
                  <c:v>45112</c:v>
                </c:pt>
                <c:pt idx="2836">
                  <c:v>45112.041666666657</c:v>
                </c:pt>
                <c:pt idx="2837">
                  <c:v>45112.083333333343</c:v>
                </c:pt>
                <c:pt idx="2838">
                  <c:v>45112.125</c:v>
                </c:pt>
                <c:pt idx="2839">
                  <c:v>45112.166666666657</c:v>
                </c:pt>
                <c:pt idx="2840">
                  <c:v>45112.208333333343</c:v>
                </c:pt>
                <c:pt idx="2841">
                  <c:v>45112.25</c:v>
                </c:pt>
                <c:pt idx="2842">
                  <c:v>45112.291666666657</c:v>
                </c:pt>
                <c:pt idx="2843">
                  <c:v>45112.333333333343</c:v>
                </c:pt>
                <c:pt idx="2844">
                  <c:v>45112.375</c:v>
                </c:pt>
                <c:pt idx="2845">
                  <c:v>45112.416666666657</c:v>
                </c:pt>
                <c:pt idx="2846">
                  <c:v>45112.458333333343</c:v>
                </c:pt>
                <c:pt idx="2847">
                  <c:v>45112.5</c:v>
                </c:pt>
                <c:pt idx="2848">
                  <c:v>45112.541666666657</c:v>
                </c:pt>
                <c:pt idx="2849">
                  <c:v>45112.583333333343</c:v>
                </c:pt>
                <c:pt idx="2850">
                  <c:v>45112.625</c:v>
                </c:pt>
                <c:pt idx="2851">
                  <c:v>45112.666666666657</c:v>
                </c:pt>
                <c:pt idx="2852">
                  <c:v>45112.708333333343</c:v>
                </c:pt>
                <c:pt idx="2853">
                  <c:v>45112.75</c:v>
                </c:pt>
                <c:pt idx="2854">
                  <c:v>45112.791666666657</c:v>
                </c:pt>
                <c:pt idx="2855">
                  <c:v>45112.833333333343</c:v>
                </c:pt>
                <c:pt idx="2856">
                  <c:v>45112.875</c:v>
                </c:pt>
                <c:pt idx="2857">
                  <c:v>45112.916666666657</c:v>
                </c:pt>
                <c:pt idx="2858">
                  <c:v>45112.958333333343</c:v>
                </c:pt>
                <c:pt idx="2859">
                  <c:v>45113</c:v>
                </c:pt>
                <c:pt idx="2860">
                  <c:v>45113.041666666657</c:v>
                </c:pt>
                <c:pt idx="2861">
                  <c:v>45113.083333333343</c:v>
                </c:pt>
                <c:pt idx="2862">
                  <c:v>45113.125</c:v>
                </c:pt>
                <c:pt idx="2863">
                  <c:v>45113.166666666657</c:v>
                </c:pt>
                <c:pt idx="2864">
                  <c:v>45113.208333333343</c:v>
                </c:pt>
                <c:pt idx="2865">
                  <c:v>45113.25</c:v>
                </c:pt>
                <c:pt idx="2866">
                  <c:v>45113.291666666657</c:v>
                </c:pt>
                <c:pt idx="2867">
                  <c:v>45113.333333333343</c:v>
                </c:pt>
                <c:pt idx="2868">
                  <c:v>45113.375</c:v>
                </c:pt>
                <c:pt idx="2869">
                  <c:v>45113.416666666657</c:v>
                </c:pt>
                <c:pt idx="2870">
                  <c:v>45113.458333333343</c:v>
                </c:pt>
                <c:pt idx="2871">
                  <c:v>45113.5</c:v>
                </c:pt>
                <c:pt idx="2872">
                  <c:v>45113.541666666657</c:v>
                </c:pt>
                <c:pt idx="2873">
                  <c:v>45113.583333333343</c:v>
                </c:pt>
                <c:pt idx="2874">
                  <c:v>45113.625</c:v>
                </c:pt>
                <c:pt idx="2875">
                  <c:v>45113.666666666657</c:v>
                </c:pt>
                <c:pt idx="2876">
                  <c:v>45113.708333333343</c:v>
                </c:pt>
                <c:pt idx="2877">
                  <c:v>45113.75</c:v>
                </c:pt>
                <c:pt idx="2878">
                  <c:v>45113.791666666657</c:v>
                </c:pt>
                <c:pt idx="2879">
                  <c:v>45113.833333333343</c:v>
                </c:pt>
                <c:pt idx="2880">
                  <c:v>45113.875</c:v>
                </c:pt>
                <c:pt idx="2881">
                  <c:v>45113.916666666657</c:v>
                </c:pt>
                <c:pt idx="2882">
                  <c:v>45113.958333333343</c:v>
                </c:pt>
                <c:pt idx="2883">
                  <c:v>45114</c:v>
                </c:pt>
                <c:pt idx="2884">
                  <c:v>45114.041666666657</c:v>
                </c:pt>
                <c:pt idx="2885">
                  <c:v>45114.083333333343</c:v>
                </c:pt>
                <c:pt idx="2886">
                  <c:v>45114.125</c:v>
                </c:pt>
                <c:pt idx="2887">
                  <c:v>45114.166666666657</c:v>
                </c:pt>
                <c:pt idx="2888">
                  <c:v>45114.208333333343</c:v>
                </c:pt>
                <c:pt idx="2889">
                  <c:v>45114.25</c:v>
                </c:pt>
                <c:pt idx="2890">
                  <c:v>45114.291666666657</c:v>
                </c:pt>
                <c:pt idx="2891">
                  <c:v>45114.333333333343</c:v>
                </c:pt>
                <c:pt idx="2892">
                  <c:v>45114.375</c:v>
                </c:pt>
                <c:pt idx="2893">
                  <c:v>45114.416666666657</c:v>
                </c:pt>
                <c:pt idx="2894">
                  <c:v>45114.458333333343</c:v>
                </c:pt>
                <c:pt idx="2895">
                  <c:v>45114.5</c:v>
                </c:pt>
                <c:pt idx="2896">
                  <c:v>45114.541666666657</c:v>
                </c:pt>
                <c:pt idx="2897">
                  <c:v>45114.583333333343</c:v>
                </c:pt>
                <c:pt idx="2898">
                  <c:v>45114.625</c:v>
                </c:pt>
                <c:pt idx="2899">
                  <c:v>45114.666666666657</c:v>
                </c:pt>
                <c:pt idx="2900">
                  <c:v>45114.708333333343</c:v>
                </c:pt>
                <c:pt idx="2901">
                  <c:v>45114.75</c:v>
                </c:pt>
                <c:pt idx="2902">
                  <c:v>45114.791666666657</c:v>
                </c:pt>
                <c:pt idx="2903">
                  <c:v>45114.833333333343</c:v>
                </c:pt>
                <c:pt idx="2904">
                  <c:v>45114.875</c:v>
                </c:pt>
                <c:pt idx="2905">
                  <c:v>45114.916666666657</c:v>
                </c:pt>
                <c:pt idx="2906">
                  <c:v>45114.958333333343</c:v>
                </c:pt>
                <c:pt idx="2907">
                  <c:v>45115</c:v>
                </c:pt>
                <c:pt idx="2908">
                  <c:v>45115.041666666657</c:v>
                </c:pt>
                <c:pt idx="2909">
                  <c:v>45115.083333333343</c:v>
                </c:pt>
                <c:pt idx="2910">
                  <c:v>45115.125</c:v>
                </c:pt>
                <c:pt idx="2911">
                  <c:v>45115.166666666657</c:v>
                </c:pt>
                <c:pt idx="2912">
                  <c:v>45115.208333333343</c:v>
                </c:pt>
                <c:pt idx="2913">
                  <c:v>45115.25</c:v>
                </c:pt>
                <c:pt idx="2914">
                  <c:v>45115.291666666657</c:v>
                </c:pt>
                <c:pt idx="2915">
                  <c:v>45115.333333333343</c:v>
                </c:pt>
                <c:pt idx="2916">
                  <c:v>45115.375</c:v>
                </c:pt>
                <c:pt idx="2917">
                  <c:v>45115.416666666657</c:v>
                </c:pt>
                <c:pt idx="2918">
                  <c:v>45115.458333333343</c:v>
                </c:pt>
                <c:pt idx="2919">
                  <c:v>45115.5</c:v>
                </c:pt>
                <c:pt idx="2920">
                  <c:v>45115.541666666657</c:v>
                </c:pt>
                <c:pt idx="2921">
                  <c:v>45115.583333333343</c:v>
                </c:pt>
                <c:pt idx="2922">
                  <c:v>45115.625</c:v>
                </c:pt>
                <c:pt idx="2923">
                  <c:v>45115.666666666657</c:v>
                </c:pt>
                <c:pt idx="2924">
                  <c:v>45115.708333333343</c:v>
                </c:pt>
                <c:pt idx="2925">
                  <c:v>45115.75</c:v>
                </c:pt>
                <c:pt idx="2926">
                  <c:v>45115.791666666657</c:v>
                </c:pt>
                <c:pt idx="2927">
                  <c:v>45115.833333333343</c:v>
                </c:pt>
                <c:pt idx="2928">
                  <c:v>45115.875</c:v>
                </c:pt>
                <c:pt idx="2929">
                  <c:v>45115.916666666657</c:v>
                </c:pt>
                <c:pt idx="2930">
                  <c:v>45115.958333333343</c:v>
                </c:pt>
                <c:pt idx="2931">
                  <c:v>45116</c:v>
                </c:pt>
                <c:pt idx="2932">
                  <c:v>45116.041666666657</c:v>
                </c:pt>
                <c:pt idx="2933">
                  <c:v>45116.083333333343</c:v>
                </c:pt>
                <c:pt idx="2934">
                  <c:v>45116.125</c:v>
                </c:pt>
                <c:pt idx="2935">
                  <c:v>45116.166666666657</c:v>
                </c:pt>
                <c:pt idx="2936">
                  <c:v>45116.208333333343</c:v>
                </c:pt>
                <c:pt idx="2937">
                  <c:v>45116.25</c:v>
                </c:pt>
                <c:pt idx="2938">
                  <c:v>45116.291666666657</c:v>
                </c:pt>
                <c:pt idx="2939">
                  <c:v>45116.333333333343</c:v>
                </c:pt>
                <c:pt idx="2940">
                  <c:v>45116.375</c:v>
                </c:pt>
                <c:pt idx="2941">
                  <c:v>45116.416666666657</c:v>
                </c:pt>
                <c:pt idx="2942">
                  <c:v>45116.458333333343</c:v>
                </c:pt>
                <c:pt idx="2943">
                  <c:v>45116.5</c:v>
                </c:pt>
                <c:pt idx="2944">
                  <c:v>45116.541666666657</c:v>
                </c:pt>
                <c:pt idx="2945">
                  <c:v>45116.583333333343</c:v>
                </c:pt>
                <c:pt idx="2946">
                  <c:v>45116.625</c:v>
                </c:pt>
                <c:pt idx="2947">
                  <c:v>45116.666666666657</c:v>
                </c:pt>
                <c:pt idx="2948">
                  <c:v>45116.708333333343</c:v>
                </c:pt>
                <c:pt idx="2949">
                  <c:v>45116.75</c:v>
                </c:pt>
                <c:pt idx="2950">
                  <c:v>45116.791666666657</c:v>
                </c:pt>
                <c:pt idx="2951">
                  <c:v>45116.833333333343</c:v>
                </c:pt>
                <c:pt idx="2952">
                  <c:v>45116.875</c:v>
                </c:pt>
                <c:pt idx="2953">
                  <c:v>45116.916666666657</c:v>
                </c:pt>
                <c:pt idx="2954">
                  <c:v>45116.958333333343</c:v>
                </c:pt>
                <c:pt idx="2955">
                  <c:v>45117</c:v>
                </c:pt>
                <c:pt idx="2956">
                  <c:v>45117.041666666657</c:v>
                </c:pt>
                <c:pt idx="2957">
                  <c:v>45117.083333333343</c:v>
                </c:pt>
                <c:pt idx="2958">
                  <c:v>45117.125</c:v>
                </c:pt>
                <c:pt idx="2959">
                  <c:v>45117.166666666657</c:v>
                </c:pt>
                <c:pt idx="2960">
                  <c:v>45117.208333333343</c:v>
                </c:pt>
                <c:pt idx="2961">
                  <c:v>45117.25</c:v>
                </c:pt>
                <c:pt idx="2962">
                  <c:v>45117.291666666657</c:v>
                </c:pt>
                <c:pt idx="2963">
                  <c:v>45117.333333333343</c:v>
                </c:pt>
                <c:pt idx="2964">
                  <c:v>45117.375</c:v>
                </c:pt>
                <c:pt idx="2965">
                  <c:v>45117.416666666657</c:v>
                </c:pt>
                <c:pt idx="2966">
                  <c:v>45117.458333333343</c:v>
                </c:pt>
                <c:pt idx="2967">
                  <c:v>45117.5</c:v>
                </c:pt>
                <c:pt idx="2968">
                  <c:v>45117.541666666657</c:v>
                </c:pt>
                <c:pt idx="2969">
                  <c:v>45117.583333333343</c:v>
                </c:pt>
                <c:pt idx="2970">
                  <c:v>45117.625</c:v>
                </c:pt>
                <c:pt idx="2971">
                  <c:v>45117.666666666657</c:v>
                </c:pt>
                <c:pt idx="2972">
                  <c:v>45117.708333333343</c:v>
                </c:pt>
                <c:pt idx="2973">
                  <c:v>45117.75</c:v>
                </c:pt>
                <c:pt idx="2974">
                  <c:v>45117.791666666657</c:v>
                </c:pt>
                <c:pt idx="2975">
                  <c:v>45117.833333333343</c:v>
                </c:pt>
                <c:pt idx="2976">
                  <c:v>45117.875</c:v>
                </c:pt>
                <c:pt idx="2977">
                  <c:v>45117.916666666657</c:v>
                </c:pt>
                <c:pt idx="2978">
                  <c:v>45117.958333333343</c:v>
                </c:pt>
                <c:pt idx="2979">
                  <c:v>45118</c:v>
                </c:pt>
                <c:pt idx="2980">
                  <c:v>45118.041666666657</c:v>
                </c:pt>
                <c:pt idx="2981">
                  <c:v>45118.083333333343</c:v>
                </c:pt>
                <c:pt idx="2982">
                  <c:v>45118.125</c:v>
                </c:pt>
                <c:pt idx="2983">
                  <c:v>45118.166666666657</c:v>
                </c:pt>
                <c:pt idx="2984">
                  <c:v>45118.208333333343</c:v>
                </c:pt>
                <c:pt idx="2985">
                  <c:v>45118.25</c:v>
                </c:pt>
                <c:pt idx="2986">
                  <c:v>45118.291666666657</c:v>
                </c:pt>
                <c:pt idx="2987">
                  <c:v>45118.333333333343</c:v>
                </c:pt>
                <c:pt idx="2988">
                  <c:v>45118.375</c:v>
                </c:pt>
                <c:pt idx="2989">
                  <c:v>45118.416666666657</c:v>
                </c:pt>
                <c:pt idx="2990">
                  <c:v>45118.458333333343</c:v>
                </c:pt>
                <c:pt idx="2991">
                  <c:v>45118.5</c:v>
                </c:pt>
                <c:pt idx="2992">
                  <c:v>45118.541666666657</c:v>
                </c:pt>
                <c:pt idx="2993">
                  <c:v>45118.583333333343</c:v>
                </c:pt>
                <c:pt idx="2994">
                  <c:v>45118.625</c:v>
                </c:pt>
                <c:pt idx="2995">
                  <c:v>45118.666666666657</c:v>
                </c:pt>
                <c:pt idx="2996">
                  <c:v>45118.708333333343</c:v>
                </c:pt>
                <c:pt idx="2997">
                  <c:v>45118.75</c:v>
                </c:pt>
                <c:pt idx="2998">
                  <c:v>45118.791666666657</c:v>
                </c:pt>
                <c:pt idx="2999">
                  <c:v>45118.833333333343</c:v>
                </c:pt>
                <c:pt idx="3000">
                  <c:v>45118.875</c:v>
                </c:pt>
                <c:pt idx="3001">
                  <c:v>45118.916666666657</c:v>
                </c:pt>
                <c:pt idx="3002">
                  <c:v>45118.958333333343</c:v>
                </c:pt>
                <c:pt idx="3003">
                  <c:v>45119</c:v>
                </c:pt>
                <c:pt idx="3004">
                  <c:v>45119.041666666657</c:v>
                </c:pt>
                <c:pt idx="3005">
                  <c:v>45119.083333333343</c:v>
                </c:pt>
                <c:pt idx="3006">
                  <c:v>45119.125</c:v>
                </c:pt>
                <c:pt idx="3007">
                  <c:v>45119.166666666657</c:v>
                </c:pt>
                <c:pt idx="3008">
                  <c:v>45119.208333333343</c:v>
                </c:pt>
                <c:pt idx="3009">
                  <c:v>45119.25</c:v>
                </c:pt>
                <c:pt idx="3010">
                  <c:v>45119.291666666657</c:v>
                </c:pt>
                <c:pt idx="3011">
                  <c:v>45119.333333333343</c:v>
                </c:pt>
                <c:pt idx="3012">
                  <c:v>45119.375</c:v>
                </c:pt>
                <c:pt idx="3013">
                  <c:v>45119.416666666657</c:v>
                </c:pt>
                <c:pt idx="3014">
                  <c:v>45119.458333333343</c:v>
                </c:pt>
                <c:pt idx="3015">
                  <c:v>45119.5</c:v>
                </c:pt>
                <c:pt idx="3016">
                  <c:v>45119.541666666657</c:v>
                </c:pt>
                <c:pt idx="3017">
                  <c:v>45119.583333333343</c:v>
                </c:pt>
                <c:pt idx="3018">
                  <c:v>45119.625</c:v>
                </c:pt>
                <c:pt idx="3019">
                  <c:v>45119.666666666657</c:v>
                </c:pt>
                <c:pt idx="3020">
                  <c:v>45119.708333333343</c:v>
                </c:pt>
                <c:pt idx="3021">
                  <c:v>45119.75</c:v>
                </c:pt>
                <c:pt idx="3022">
                  <c:v>45119.791666666657</c:v>
                </c:pt>
                <c:pt idx="3023">
                  <c:v>45119.833333333343</c:v>
                </c:pt>
                <c:pt idx="3024">
                  <c:v>45119.875</c:v>
                </c:pt>
                <c:pt idx="3025">
                  <c:v>45119.916666666657</c:v>
                </c:pt>
                <c:pt idx="3026">
                  <c:v>45119.958333333343</c:v>
                </c:pt>
                <c:pt idx="3027">
                  <c:v>45120</c:v>
                </c:pt>
                <c:pt idx="3028">
                  <c:v>45120.041666666657</c:v>
                </c:pt>
                <c:pt idx="3029">
                  <c:v>45120.083333333343</c:v>
                </c:pt>
                <c:pt idx="3030">
                  <c:v>45120.125</c:v>
                </c:pt>
                <c:pt idx="3031">
                  <c:v>45120.166666666657</c:v>
                </c:pt>
                <c:pt idx="3032">
                  <c:v>45120.208333333343</c:v>
                </c:pt>
                <c:pt idx="3033">
                  <c:v>45120.25</c:v>
                </c:pt>
                <c:pt idx="3034">
                  <c:v>45120.291666666657</c:v>
                </c:pt>
                <c:pt idx="3035">
                  <c:v>45120.333333333343</c:v>
                </c:pt>
                <c:pt idx="3036">
                  <c:v>45120.375</c:v>
                </c:pt>
                <c:pt idx="3037">
                  <c:v>45120.416666666657</c:v>
                </c:pt>
                <c:pt idx="3038">
                  <c:v>45120.458333333343</c:v>
                </c:pt>
                <c:pt idx="3039">
                  <c:v>45120.5</c:v>
                </c:pt>
                <c:pt idx="3040">
                  <c:v>45120.541666666657</c:v>
                </c:pt>
                <c:pt idx="3041">
                  <c:v>45120.583333333343</c:v>
                </c:pt>
                <c:pt idx="3042">
                  <c:v>45120.625</c:v>
                </c:pt>
                <c:pt idx="3043">
                  <c:v>45120.666666666657</c:v>
                </c:pt>
                <c:pt idx="3044">
                  <c:v>45120.708333333343</c:v>
                </c:pt>
                <c:pt idx="3045">
                  <c:v>45120.75</c:v>
                </c:pt>
                <c:pt idx="3046">
                  <c:v>45120.791666666657</c:v>
                </c:pt>
                <c:pt idx="3047">
                  <c:v>45120.833333333343</c:v>
                </c:pt>
                <c:pt idx="3048">
                  <c:v>45120.875</c:v>
                </c:pt>
                <c:pt idx="3049">
                  <c:v>45120.916666666657</c:v>
                </c:pt>
                <c:pt idx="3050">
                  <c:v>45120.958333333343</c:v>
                </c:pt>
                <c:pt idx="3051">
                  <c:v>45121</c:v>
                </c:pt>
                <c:pt idx="3052">
                  <c:v>45121.041666666657</c:v>
                </c:pt>
                <c:pt idx="3053">
                  <c:v>45121.083333333343</c:v>
                </c:pt>
                <c:pt idx="3054">
                  <c:v>45121.125</c:v>
                </c:pt>
                <c:pt idx="3055">
                  <c:v>45121.166666666657</c:v>
                </c:pt>
                <c:pt idx="3056">
                  <c:v>45121.208333333343</c:v>
                </c:pt>
                <c:pt idx="3057">
                  <c:v>45121.25</c:v>
                </c:pt>
                <c:pt idx="3058">
                  <c:v>45121.291666666657</c:v>
                </c:pt>
                <c:pt idx="3059">
                  <c:v>45121.333333333343</c:v>
                </c:pt>
                <c:pt idx="3060">
                  <c:v>45121.375</c:v>
                </c:pt>
                <c:pt idx="3061">
                  <c:v>45121.416666666657</c:v>
                </c:pt>
                <c:pt idx="3062">
                  <c:v>45121.458333333343</c:v>
                </c:pt>
                <c:pt idx="3063">
                  <c:v>45121.5</c:v>
                </c:pt>
                <c:pt idx="3064">
                  <c:v>45121.541666666657</c:v>
                </c:pt>
                <c:pt idx="3065">
                  <c:v>45121.583333333343</c:v>
                </c:pt>
                <c:pt idx="3066">
                  <c:v>45121.625</c:v>
                </c:pt>
                <c:pt idx="3067">
                  <c:v>45121.666666666657</c:v>
                </c:pt>
                <c:pt idx="3068">
                  <c:v>45121.708333333343</c:v>
                </c:pt>
                <c:pt idx="3069">
                  <c:v>45121.75</c:v>
                </c:pt>
                <c:pt idx="3070">
                  <c:v>45121.791666666657</c:v>
                </c:pt>
                <c:pt idx="3071">
                  <c:v>45121.833333333343</c:v>
                </c:pt>
                <c:pt idx="3072">
                  <c:v>45121.875</c:v>
                </c:pt>
                <c:pt idx="3073">
                  <c:v>45121.916666666657</c:v>
                </c:pt>
                <c:pt idx="3074">
                  <c:v>45121.958333333343</c:v>
                </c:pt>
                <c:pt idx="3075">
                  <c:v>45122</c:v>
                </c:pt>
                <c:pt idx="3076">
                  <c:v>45122.041666666657</c:v>
                </c:pt>
                <c:pt idx="3077">
                  <c:v>45122.083333333343</c:v>
                </c:pt>
                <c:pt idx="3078">
                  <c:v>45122.125</c:v>
                </c:pt>
                <c:pt idx="3079">
                  <c:v>45122.166666666657</c:v>
                </c:pt>
                <c:pt idx="3080">
                  <c:v>45122.208333333343</c:v>
                </c:pt>
                <c:pt idx="3081">
                  <c:v>45122.25</c:v>
                </c:pt>
                <c:pt idx="3082">
                  <c:v>45122.291666666657</c:v>
                </c:pt>
                <c:pt idx="3083">
                  <c:v>45122.333333333343</c:v>
                </c:pt>
                <c:pt idx="3084">
                  <c:v>45122.375</c:v>
                </c:pt>
                <c:pt idx="3085">
                  <c:v>45122.416666666657</c:v>
                </c:pt>
                <c:pt idx="3086">
                  <c:v>45122.458333333343</c:v>
                </c:pt>
                <c:pt idx="3087">
                  <c:v>45122.5</c:v>
                </c:pt>
                <c:pt idx="3088">
                  <c:v>45122.541666666657</c:v>
                </c:pt>
                <c:pt idx="3089">
                  <c:v>45122.583333333343</c:v>
                </c:pt>
                <c:pt idx="3090">
                  <c:v>45122.625</c:v>
                </c:pt>
                <c:pt idx="3091">
                  <c:v>45122.666666666657</c:v>
                </c:pt>
                <c:pt idx="3092">
                  <c:v>45122.708333333343</c:v>
                </c:pt>
                <c:pt idx="3093">
                  <c:v>45122.75</c:v>
                </c:pt>
                <c:pt idx="3094">
                  <c:v>45122.791666666657</c:v>
                </c:pt>
                <c:pt idx="3095">
                  <c:v>45122.833333333343</c:v>
                </c:pt>
                <c:pt idx="3096">
                  <c:v>45122.875</c:v>
                </c:pt>
                <c:pt idx="3097">
                  <c:v>45122.916666666657</c:v>
                </c:pt>
                <c:pt idx="3098">
                  <c:v>45122.958333333343</c:v>
                </c:pt>
                <c:pt idx="3099">
                  <c:v>45123</c:v>
                </c:pt>
                <c:pt idx="3100">
                  <c:v>45123.041666666657</c:v>
                </c:pt>
                <c:pt idx="3101">
                  <c:v>45123.083333333343</c:v>
                </c:pt>
                <c:pt idx="3102">
                  <c:v>45123.125</c:v>
                </c:pt>
                <c:pt idx="3103">
                  <c:v>45123.166666666657</c:v>
                </c:pt>
                <c:pt idx="3104">
                  <c:v>45123.208333333343</c:v>
                </c:pt>
                <c:pt idx="3105">
                  <c:v>45123.25</c:v>
                </c:pt>
                <c:pt idx="3106">
                  <c:v>45123.291666666657</c:v>
                </c:pt>
                <c:pt idx="3107">
                  <c:v>45123.333333333343</c:v>
                </c:pt>
                <c:pt idx="3108">
                  <c:v>45123.375</c:v>
                </c:pt>
                <c:pt idx="3109">
                  <c:v>45123.416666666657</c:v>
                </c:pt>
                <c:pt idx="3110">
                  <c:v>45123.458333333343</c:v>
                </c:pt>
                <c:pt idx="3111">
                  <c:v>45123.5</c:v>
                </c:pt>
                <c:pt idx="3112">
                  <c:v>45123.541666666657</c:v>
                </c:pt>
                <c:pt idx="3113">
                  <c:v>45123.583333333343</c:v>
                </c:pt>
                <c:pt idx="3114">
                  <c:v>45123.625</c:v>
                </c:pt>
                <c:pt idx="3115">
                  <c:v>45123.666666666657</c:v>
                </c:pt>
                <c:pt idx="3116">
                  <c:v>45123.708333333343</c:v>
                </c:pt>
                <c:pt idx="3117">
                  <c:v>45123.75</c:v>
                </c:pt>
                <c:pt idx="3118">
                  <c:v>45123.791666666657</c:v>
                </c:pt>
                <c:pt idx="3119">
                  <c:v>45123.833333333343</c:v>
                </c:pt>
                <c:pt idx="3120">
                  <c:v>45123.875</c:v>
                </c:pt>
                <c:pt idx="3121">
                  <c:v>45123.916666666657</c:v>
                </c:pt>
                <c:pt idx="3122">
                  <c:v>45123.958333333343</c:v>
                </c:pt>
                <c:pt idx="3123">
                  <c:v>45124</c:v>
                </c:pt>
                <c:pt idx="3124">
                  <c:v>45124.041666666657</c:v>
                </c:pt>
                <c:pt idx="3125">
                  <c:v>45124.083333333343</c:v>
                </c:pt>
                <c:pt idx="3126">
                  <c:v>45124.125</c:v>
                </c:pt>
                <c:pt idx="3127">
                  <c:v>45124.166666666657</c:v>
                </c:pt>
                <c:pt idx="3128">
                  <c:v>45124.208333333343</c:v>
                </c:pt>
                <c:pt idx="3129">
                  <c:v>45124.25</c:v>
                </c:pt>
                <c:pt idx="3130">
                  <c:v>45124.291666666657</c:v>
                </c:pt>
                <c:pt idx="3131">
                  <c:v>45124.333333333343</c:v>
                </c:pt>
                <c:pt idx="3132">
                  <c:v>45124.375</c:v>
                </c:pt>
                <c:pt idx="3133">
                  <c:v>45124.416666666657</c:v>
                </c:pt>
                <c:pt idx="3134">
                  <c:v>45124.458333333343</c:v>
                </c:pt>
                <c:pt idx="3135">
                  <c:v>45124.5</c:v>
                </c:pt>
                <c:pt idx="3136">
                  <c:v>45124.541666666657</c:v>
                </c:pt>
                <c:pt idx="3137">
                  <c:v>45124.583333333343</c:v>
                </c:pt>
                <c:pt idx="3138">
                  <c:v>45124.625</c:v>
                </c:pt>
                <c:pt idx="3139">
                  <c:v>45124.666666666657</c:v>
                </c:pt>
                <c:pt idx="3140">
                  <c:v>45124.708333333343</c:v>
                </c:pt>
                <c:pt idx="3141">
                  <c:v>45124.75</c:v>
                </c:pt>
                <c:pt idx="3142">
                  <c:v>45124.791666666657</c:v>
                </c:pt>
                <c:pt idx="3143">
                  <c:v>45124.833333333343</c:v>
                </c:pt>
                <c:pt idx="3144">
                  <c:v>45124.875</c:v>
                </c:pt>
                <c:pt idx="3145">
                  <c:v>45124.916666666657</c:v>
                </c:pt>
                <c:pt idx="3146">
                  <c:v>45124.958333333343</c:v>
                </c:pt>
                <c:pt idx="3147">
                  <c:v>45125</c:v>
                </c:pt>
                <c:pt idx="3148">
                  <c:v>45125.041666666657</c:v>
                </c:pt>
                <c:pt idx="3149">
                  <c:v>45125.083333333343</c:v>
                </c:pt>
                <c:pt idx="3150">
                  <c:v>45125.125</c:v>
                </c:pt>
                <c:pt idx="3151">
                  <c:v>45125.166666666657</c:v>
                </c:pt>
                <c:pt idx="3152">
                  <c:v>45125.208333333343</c:v>
                </c:pt>
                <c:pt idx="3153">
                  <c:v>45125.25</c:v>
                </c:pt>
                <c:pt idx="3154">
                  <c:v>45125.291666666657</c:v>
                </c:pt>
                <c:pt idx="3155">
                  <c:v>45125.333333333343</c:v>
                </c:pt>
                <c:pt idx="3156">
                  <c:v>45125.375</c:v>
                </c:pt>
                <c:pt idx="3157">
                  <c:v>45125.416666666657</c:v>
                </c:pt>
                <c:pt idx="3158">
                  <c:v>45125.458333333343</c:v>
                </c:pt>
                <c:pt idx="3159">
                  <c:v>45125.5</c:v>
                </c:pt>
                <c:pt idx="3160">
                  <c:v>45125.541666666657</c:v>
                </c:pt>
                <c:pt idx="3161">
                  <c:v>45125.583333333343</c:v>
                </c:pt>
                <c:pt idx="3162">
                  <c:v>45125.625</c:v>
                </c:pt>
                <c:pt idx="3163">
                  <c:v>45125.666666666657</c:v>
                </c:pt>
                <c:pt idx="3164">
                  <c:v>45125.708333333343</c:v>
                </c:pt>
                <c:pt idx="3165">
                  <c:v>45125.75</c:v>
                </c:pt>
                <c:pt idx="3166">
                  <c:v>45125.791666666657</c:v>
                </c:pt>
                <c:pt idx="3167">
                  <c:v>45125.833333333343</c:v>
                </c:pt>
                <c:pt idx="3168">
                  <c:v>45125.875</c:v>
                </c:pt>
                <c:pt idx="3169">
                  <c:v>45125.916666666657</c:v>
                </c:pt>
                <c:pt idx="3170">
                  <c:v>45125.958333333343</c:v>
                </c:pt>
                <c:pt idx="3171">
                  <c:v>45126</c:v>
                </c:pt>
                <c:pt idx="3172">
                  <c:v>45126.041666666657</c:v>
                </c:pt>
                <c:pt idx="3173">
                  <c:v>45126.083333333343</c:v>
                </c:pt>
                <c:pt idx="3174">
                  <c:v>45126.125</c:v>
                </c:pt>
                <c:pt idx="3175">
                  <c:v>45126.166666666657</c:v>
                </c:pt>
                <c:pt idx="3176">
                  <c:v>45126.208333333343</c:v>
                </c:pt>
                <c:pt idx="3177">
                  <c:v>45126.25</c:v>
                </c:pt>
                <c:pt idx="3178">
                  <c:v>45126.291666666657</c:v>
                </c:pt>
                <c:pt idx="3179">
                  <c:v>45126.333333333343</c:v>
                </c:pt>
                <c:pt idx="3180">
                  <c:v>45126.375</c:v>
                </c:pt>
                <c:pt idx="3181">
                  <c:v>45126.416666666657</c:v>
                </c:pt>
                <c:pt idx="3182">
                  <c:v>45126.458333333343</c:v>
                </c:pt>
                <c:pt idx="3183">
                  <c:v>45126.5</c:v>
                </c:pt>
                <c:pt idx="3184">
                  <c:v>45126.541666666657</c:v>
                </c:pt>
                <c:pt idx="3185">
                  <c:v>45126.583333333343</c:v>
                </c:pt>
                <c:pt idx="3186">
                  <c:v>45126.625</c:v>
                </c:pt>
                <c:pt idx="3187">
                  <c:v>45126.666666666657</c:v>
                </c:pt>
                <c:pt idx="3188">
                  <c:v>45126.708333333343</c:v>
                </c:pt>
                <c:pt idx="3189">
                  <c:v>45126.75</c:v>
                </c:pt>
                <c:pt idx="3190">
                  <c:v>45126.791666666657</c:v>
                </c:pt>
                <c:pt idx="3191">
                  <c:v>45126.833333333343</c:v>
                </c:pt>
                <c:pt idx="3192">
                  <c:v>45126.875</c:v>
                </c:pt>
                <c:pt idx="3193">
                  <c:v>45126.916666666657</c:v>
                </c:pt>
                <c:pt idx="3194">
                  <c:v>45126.958333333343</c:v>
                </c:pt>
                <c:pt idx="3195">
                  <c:v>45127</c:v>
                </c:pt>
                <c:pt idx="3196">
                  <c:v>45127.041666666657</c:v>
                </c:pt>
                <c:pt idx="3197">
                  <c:v>45127.083333333343</c:v>
                </c:pt>
                <c:pt idx="3198">
                  <c:v>45127.125</c:v>
                </c:pt>
                <c:pt idx="3199">
                  <c:v>45127.166666666657</c:v>
                </c:pt>
                <c:pt idx="3200">
                  <c:v>45127.208333333343</c:v>
                </c:pt>
                <c:pt idx="3201">
                  <c:v>45127.25</c:v>
                </c:pt>
                <c:pt idx="3202">
                  <c:v>45127.291666666657</c:v>
                </c:pt>
                <c:pt idx="3203">
                  <c:v>45127.333333333343</c:v>
                </c:pt>
                <c:pt idx="3204">
                  <c:v>45127.375</c:v>
                </c:pt>
                <c:pt idx="3205">
                  <c:v>45127.416666666657</c:v>
                </c:pt>
                <c:pt idx="3206">
                  <c:v>45127.458333333343</c:v>
                </c:pt>
                <c:pt idx="3207">
                  <c:v>45127.5</c:v>
                </c:pt>
                <c:pt idx="3208">
                  <c:v>45127.541666666657</c:v>
                </c:pt>
                <c:pt idx="3209">
                  <c:v>45127.583333333343</c:v>
                </c:pt>
                <c:pt idx="3210">
                  <c:v>45127.625</c:v>
                </c:pt>
                <c:pt idx="3211">
                  <c:v>45127.666666666657</c:v>
                </c:pt>
                <c:pt idx="3212">
                  <c:v>45127.708333333343</c:v>
                </c:pt>
                <c:pt idx="3213">
                  <c:v>45127.75</c:v>
                </c:pt>
                <c:pt idx="3214">
                  <c:v>45127.791666666657</c:v>
                </c:pt>
                <c:pt idx="3215">
                  <c:v>45127.833333333343</c:v>
                </c:pt>
                <c:pt idx="3216">
                  <c:v>45127.875</c:v>
                </c:pt>
                <c:pt idx="3217">
                  <c:v>45127.916666666657</c:v>
                </c:pt>
                <c:pt idx="3218">
                  <c:v>45127.958333333343</c:v>
                </c:pt>
                <c:pt idx="3219">
                  <c:v>45128</c:v>
                </c:pt>
                <c:pt idx="3220">
                  <c:v>45128.041666666657</c:v>
                </c:pt>
                <c:pt idx="3221">
                  <c:v>45128.083333333343</c:v>
                </c:pt>
                <c:pt idx="3222">
                  <c:v>45128.125</c:v>
                </c:pt>
                <c:pt idx="3223">
                  <c:v>45128.166666666657</c:v>
                </c:pt>
                <c:pt idx="3224">
                  <c:v>45128.208333333343</c:v>
                </c:pt>
                <c:pt idx="3225">
                  <c:v>45128.25</c:v>
                </c:pt>
                <c:pt idx="3226">
                  <c:v>45128.291666666657</c:v>
                </c:pt>
                <c:pt idx="3227">
                  <c:v>45128.333333333343</c:v>
                </c:pt>
                <c:pt idx="3228">
                  <c:v>45128.375</c:v>
                </c:pt>
                <c:pt idx="3229">
                  <c:v>45128.416666666657</c:v>
                </c:pt>
                <c:pt idx="3230">
                  <c:v>45128.458333333343</c:v>
                </c:pt>
                <c:pt idx="3231">
                  <c:v>45128.5</c:v>
                </c:pt>
                <c:pt idx="3232">
                  <c:v>45128.541666666657</c:v>
                </c:pt>
                <c:pt idx="3233">
                  <c:v>45128.583333333343</c:v>
                </c:pt>
                <c:pt idx="3234">
                  <c:v>45128.625</c:v>
                </c:pt>
                <c:pt idx="3235">
                  <c:v>45128.666666666657</c:v>
                </c:pt>
                <c:pt idx="3236">
                  <c:v>45128.708333333343</c:v>
                </c:pt>
                <c:pt idx="3237">
                  <c:v>45128.75</c:v>
                </c:pt>
                <c:pt idx="3238">
                  <c:v>45128.791666666657</c:v>
                </c:pt>
                <c:pt idx="3239">
                  <c:v>45128.833333333343</c:v>
                </c:pt>
                <c:pt idx="3240">
                  <c:v>45128.875</c:v>
                </c:pt>
                <c:pt idx="3241">
                  <c:v>45128.916666666657</c:v>
                </c:pt>
                <c:pt idx="3242">
                  <c:v>45128.958333333343</c:v>
                </c:pt>
                <c:pt idx="3243">
                  <c:v>45129</c:v>
                </c:pt>
                <c:pt idx="3244">
                  <c:v>45129.041666666657</c:v>
                </c:pt>
                <c:pt idx="3245">
                  <c:v>45129.083333333343</c:v>
                </c:pt>
                <c:pt idx="3246">
                  <c:v>45129.125</c:v>
                </c:pt>
                <c:pt idx="3247">
                  <c:v>45129.166666666657</c:v>
                </c:pt>
                <c:pt idx="3248">
                  <c:v>45129.208333333343</c:v>
                </c:pt>
                <c:pt idx="3249">
                  <c:v>45129.25</c:v>
                </c:pt>
                <c:pt idx="3250">
                  <c:v>45129.291666666657</c:v>
                </c:pt>
                <c:pt idx="3251">
                  <c:v>45129.333333333343</c:v>
                </c:pt>
                <c:pt idx="3252">
                  <c:v>45129.375</c:v>
                </c:pt>
                <c:pt idx="3253">
                  <c:v>45129.416666666657</c:v>
                </c:pt>
                <c:pt idx="3254">
                  <c:v>45129.458333333343</c:v>
                </c:pt>
                <c:pt idx="3255">
                  <c:v>45129.5</c:v>
                </c:pt>
                <c:pt idx="3256">
                  <c:v>45129.541666666657</c:v>
                </c:pt>
                <c:pt idx="3257">
                  <c:v>45129.583333333343</c:v>
                </c:pt>
                <c:pt idx="3258">
                  <c:v>45129.625</c:v>
                </c:pt>
                <c:pt idx="3259">
                  <c:v>45129.666666666657</c:v>
                </c:pt>
                <c:pt idx="3260">
                  <c:v>45129.708333333343</c:v>
                </c:pt>
                <c:pt idx="3261">
                  <c:v>45129.75</c:v>
                </c:pt>
                <c:pt idx="3262">
                  <c:v>45129.791666666657</c:v>
                </c:pt>
                <c:pt idx="3263">
                  <c:v>45129.833333333343</c:v>
                </c:pt>
                <c:pt idx="3264">
                  <c:v>45129.875</c:v>
                </c:pt>
                <c:pt idx="3265">
                  <c:v>45129.916666666657</c:v>
                </c:pt>
                <c:pt idx="3266">
                  <c:v>45129.958333333343</c:v>
                </c:pt>
                <c:pt idx="3267">
                  <c:v>45130</c:v>
                </c:pt>
                <c:pt idx="3268">
                  <c:v>45130.041666666657</c:v>
                </c:pt>
                <c:pt idx="3269">
                  <c:v>45130.083333333343</c:v>
                </c:pt>
                <c:pt idx="3270">
                  <c:v>45130.125</c:v>
                </c:pt>
                <c:pt idx="3271">
                  <c:v>45130.166666666657</c:v>
                </c:pt>
                <c:pt idx="3272">
                  <c:v>45130.208333333343</c:v>
                </c:pt>
                <c:pt idx="3273">
                  <c:v>45130.25</c:v>
                </c:pt>
                <c:pt idx="3274">
                  <c:v>45130.291666666657</c:v>
                </c:pt>
                <c:pt idx="3275">
                  <c:v>45130.333333333343</c:v>
                </c:pt>
                <c:pt idx="3276">
                  <c:v>45130.375</c:v>
                </c:pt>
                <c:pt idx="3277">
                  <c:v>45130.416666666657</c:v>
                </c:pt>
                <c:pt idx="3278">
                  <c:v>45130.458333333343</c:v>
                </c:pt>
                <c:pt idx="3279">
                  <c:v>45130.5</c:v>
                </c:pt>
                <c:pt idx="3280">
                  <c:v>45130.541666666657</c:v>
                </c:pt>
                <c:pt idx="3281">
                  <c:v>45130.583333333343</c:v>
                </c:pt>
                <c:pt idx="3282">
                  <c:v>45130.625</c:v>
                </c:pt>
                <c:pt idx="3283">
                  <c:v>45130.666666666657</c:v>
                </c:pt>
                <c:pt idx="3284">
                  <c:v>45130.708333333343</c:v>
                </c:pt>
                <c:pt idx="3285">
                  <c:v>45130.75</c:v>
                </c:pt>
                <c:pt idx="3286">
                  <c:v>45130.791666666657</c:v>
                </c:pt>
                <c:pt idx="3287">
                  <c:v>45130.833333333343</c:v>
                </c:pt>
                <c:pt idx="3288">
                  <c:v>45130.875</c:v>
                </c:pt>
                <c:pt idx="3289">
                  <c:v>45130.916666666657</c:v>
                </c:pt>
                <c:pt idx="3290">
                  <c:v>45130.958333333343</c:v>
                </c:pt>
                <c:pt idx="3291">
                  <c:v>45131</c:v>
                </c:pt>
                <c:pt idx="3292">
                  <c:v>45131.041666666657</c:v>
                </c:pt>
                <c:pt idx="3293">
                  <c:v>45131.083333333343</c:v>
                </c:pt>
                <c:pt idx="3294">
                  <c:v>45131.125</c:v>
                </c:pt>
                <c:pt idx="3295">
                  <c:v>45131.166666666657</c:v>
                </c:pt>
                <c:pt idx="3296">
                  <c:v>45131.208333333343</c:v>
                </c:pt>
                <c:pt idx="3297">
                  <c:v>45131.25</c:v>
                </c:pt>
                <c:pt idx="3298">
                  <c:v>45131.291666666657</c:v>
                </c:pt>
                <c:pt idx="3299">
                  <c:v>45131.333333333343</c:v>
                </c:pt>
                <c:pt idx="3300">
                  <c:v>45131.375</c:v>
                </c:pt>
                <c:pt idx="3301">
                  <c:v>45131.416666666657</c:v>
                </c:pt>
                <c:pt idx="3302">
                  <c:v>45131.458333333343</c:v>
                </c:pt>
                <c:pt idx="3303">
                  <c:v>45131.5</c:v>
                </c:pt>
                <c:pt idx="3304">
                  <c:v>45131.541666666657</c:v>
                </c:pt>
                <c:pt idx="3305">
                  <c:v>45131.583333333343</c:v>
                </c:pt>
                <c:pt idx="3306">
                  <c:v>45131.625</c:v>
                </c:pt>
                <c:pt idx="3307">
                  <c:v>45131.666666666657</c:v>
                </c:pt>
                <c:pt idx="3308">
                  <c:v>45131.708333333343</c:v>
                </c:pt>
                <c:pt idx="3309">
                  <c:v>45131.75</c:v>
                </c:pt>
                <c:pt idx="3310">
                  <c:v>45131.791666666657</c:v>
                </c:pt>
                <c:pt idx="3311">
                  <c:v>45131.833333333343</c:v>
                </c:pt>
                <c:pt idx="3312">
                  <c:v>45131.875</c:v>
                </c:pt>
                <c:pt idx="3313">
                  <c:v>45131.916666666657</c:v>
                </c:pt>
                <c:pt idx="3314">
                  <c:v>45131.958333333343</c:v>
                </c:pt>
                <c:pt idx="3315">
                  <c:v>45132</c:v>
                </c:pt>
                <c:pt idx="3316">
                  <c:v>45132.041666666657</c:v>
                </c:pt>
                <c:pt idx="3317">
                  <c:v>45132.083333333343</c:v>
                </c:pt>
                <c:pt idx="3318">
                  <c:v>45132.125</c:v>
                </c:pt>
                <c:pt idx="3319">
                  <c:v>45132.166666666657</c:v>
                </c:pt>
                <c:pt idx="3320">
                  <c:v>45132.208333333343</c:v>
                </c:pt>
                <c:pt idx="3321">
                  <c:v>45132.25</c:v>
                </c:pt>
                <c:pt idx="3322">
                  <c:v>45132.291666666657</c:v>
                </c:pt>
                <c:pt idx="3323">
                  <c:v>45132.333333333343</c:v>
                </c:pt>
                <c:pt idx="3324">
                  <c:v>45132.375</c:v>
                </c:pt>
                <c:pt idx="3325">
                  <c:v>45132.416666666657</c:v>
                </c:pt>
                <c:pt idx="3326">
                  <c:v>45132.458333333343</c:v>
                </c:pt>
                <c:pt idx="3327">
                  <c:v>45132.5</c:v>
                </c:pt>
                <c:pt idx="3328">
                  <c:v>45132.541666666657</c:v>
                </c:pt>
                <c:pt idx="3329">
                  <c:v>45132.583333333343</c:v>
                </c:pt>
                <c:pt idx="3330">
                  <c:v>45132.625</c:v>
                </c:pt>
                <c:pt idx="3331">
                  <c:v>45132.666666666657</c:v>
                </c:pt>
                <c:pt idx="3332">
                  <c:v>45132.708333333343</c:v>
                </c:pt>
                <c:pt idx="3333">
                  <c:v>45132.75</c:v>
                </c:pt>
                <c:pt idx="3334">
                  <c:v>45132.791666666657</c:v>
                </c:pt>
                <c:pt idx="3335">
                  <c:v>45132.833333333343</c:v>
                </c:pt>
                <c:pt idx="3336">
                  <c:v>45132.875</c:v>
                </c:pt>
                <c:pt idx="3337">
                  <c:v>45132.916666666657</c:v>
                </c:pt>
                <c:pt idx="3338">
                  <c:v>45132.958333333343</c:v>
                </c:pt>
                <c:pt idx="3339">
                  <c:v>45133</c:v>
                </c:pt>
                <c:pt idx="3340">
                  <c:v>45133.041666666657</c:v>
                </c:pt>
                <c:pt idx="3341">
                  <c:v>45133.083333333343</c:v>
                </c:pt>
                <c:pt idx="3342">
                  <c:v>45133.125</c:v>
                </c:pt>
                <c:pt idx="3343">
                  <c:v>45133.166666666657</c:v>
                </c:pt>
                <c:pt idx="3344">
                  <c:v>45133.208333333343</c:v>
                </c:pt>
                <c:pt idx="3345">
                  <c:v>45133.25</c:v>
                </c:pt>
                <c:pt idx="3346">
                  <c:v>45133.291666666657</c:v>
                </c:pt>
                <c:pt idx="3347">
                  <c:v>45133.333333333343</c:v>
                </c:pt>
                <c:pt idx="3348">
                  <c:v>45133.375</c:v>
                </c:pt>
                <c:pt idx="3349">
                  <c:v>45133.416666666657</c:v>
                </c:pt>
                <c:pt idx="3350">
                  <c:v>45133.458333333343</c:v>
                </c:pt>
                <c:pt idx="3351">
                  <c:v>45133.5</c:v>
                </c:pt>
                <c:pt idx="3352">
                  <c:v>45133.541666666657</c:v>
                </c:pt>
                <c:pt idx="3353">
                  <c:v>45133.583333333343</c:v>
                </c:pt>
                <c:pt idx="3354">
                  <c:v>45133.625</c:v>
                </c:pt>
                <c:pt idx="3355">
                  <c:v>45133.666666666657</c:v>
                </c:pt>
                <c:pt idx="3356">
                  <c:v>45133.708333333343</c:v>
                </c:pt>
                <c:pt idx="3357">
                  <c:v>45133.75</c:v>
                </c:pt>
                <c:pt idx="3358">
                  <c:v>45133.791666666657</c:v>
                </c:pt>
                <c:pt idx="3359">
                  <c:v>45133.833333333343</c:v>
                </c:pt>
                <c:pt idx="3360">
                  <c:v>45133.875</c:v>
                </c:pt>
                <c:pt idx="3361">
                  <c:v>45133.916666666657</c:v>
                </c:pt>
                <c:pt idx="3362">
                  <c:v>45133.958333333343</c:v>
                </c:pt>
                <c:pt idx="3363">
                  <c:v>45134</c:v>
                </c:pt>
                <c:pt idx="3364">
                  <c:v>45134.041666666657</c:v>
                </c:pt>
                <c:pt idx="3365">
                  <c:v>45134.083333333343</c:v>
                </c:pt>
                <c:pt idx="3366">
                  <c:v>45134.125</c:v>
                </c:pt>
                <c:pt idx="3367">
                  <c:v>45134.166666666657</c:v>
                </c:pt>
                <c:pt idx="3368">
                  <c:v>45134.208333333343</c:v>
                </c:pt>
                <c:pt idx="3369">
                  <c:v>45134.25</c:v>
                </c:pt>
                <c:pt idx="3370">
                  <c:v>45134.291666666657</c:v>
                </c:pt>
                <c:pt idx="3371">
                  <c:v>45134.333333333343</c:v>
                </c:pt>
                <c:pt idx="3372">
                  <c:v>45134.375</c:v>
                </c:pt>
                <c:pt idx="3373">
                  <c:v>45134.416666666657</c:v>
                </c:pt>
                <c:pt idx="3374">
                  <c:v>45134.458333333343</c:v>
                </c:pt>
                <c:pt idx="3375">
                  <c:v>45134.5</c:v>
                </c:pt>
                <c:pt idx="3376">
                  <c:v>45134.541666666657</c:v>
                </c:pt>
                <c:pt idx="3377">
                  <c:v>45134.583333333343</c:v>
                </c:pt>
                <c:pt idx="3378">
                  <c:v>45134.625</c:v>
                </c:pt>
                <c:pt idx="3379">
                  <c:v>45134.666666666657</c:v>
                </c:pt>
                <c:pt idx="3380">
                  <c:v>45134.708333333343</c:v>
                </c:pt>
                <c:pt idx="3381">
                  <c:v>45134.75</c:v>
                </c:pt>
                <c:pt idx="3382">
                  <c:v>45134.791666666657</c:v>
                </c:pt>
                <c:pt idx="3383">
                  <c:v>45134.833333333343</c:v>
                </c:pt>
                <c:pt idx="3384">
                  <c:v>45134.875</c:v>
                </c:pt>
                <c:pt idx="3385">
                  <c:v>45134.916666666657</c:v>
                </c:pt>
                <c:pt idx="3386">
                  <c:v>45134.958333333343</c:v>
                </c:pt>
                <c:pt idx="3387">
                  <c:v>45135</c:v>
                </c:pt>
                <c:pt idx="3388">
                  <c:v>45135.041666666657</c:v>
                </c:pt>
                <c:pt idx="3389">
                  <c:v>45135.083333333343</c:v>
                </c:pt>
                <c:pt idx="3390">
                  <c:v>45135.125</c:v>
                </c:pt>
                <c:pt idx="3391">
                  <c:v>45135.166666666657</c:v>
                </c:pt>
                <c:pt idx="3392">
                  <c:v>45135.208333333343</c:v>
                </c:pt>
                <c:pt idx="3393">
                  <c:v>45135.25</c:v>
                </c:pt>
                <c:pt idx="3394">
                  <c:v>45135.291666666657</c:v>
                </c:pt>
                <c:pt idx="3395">
                  <c:v>45135.333333333343</c:v>
                </c:pt>
                <c:pt idx="3396">
                  <c:v>45135.375</c:v>
                </c:pt>
                <c:pt idx="3397">
                  <c:v>45135.416666666657</c:v>
                </c:pt>
                <c:pt idx="3398">
                  <c:v>45135.458333333343</c:v>
                </c:pt>
                <c:pt idx="3399">
                  <c:v>45135.5</c:v>
                </c:pt>
                <c:pt idx="3400">
                  <c:v>45135.541666666657</c:v>
                </c:pt>
                <c:pt idx="3401">
                  <c:v>45135.583333333343</c:v>
                </c:pt>
                <c:pt idx="3402">
                  <c:v>45135.625</c:v>
                </c:pt>
                <c:pt idx="3403">
                  <c:v>45135.666666666657</c:v>
                </c:pt>
                <c:pt idx="3404">
                  <c:v>45135.708333333343</c:v>
                </c:pt>
                <c:pt idx="3405">
                  <c:v>45135.75</c:v>
                </c:pt>
                <c:pt idx="3406">
                  <c:v>45135.791666666657</c:v>
                </c:pt>
                <c:pt idx="3407">
                  <c:v>45135.833333333343</c:v>
                </c:pt>
                <c:pt idx="3408">
                  <c:v>45135.875</c:v>
                </c:pt>
                <c:pt idx="3409">
                  <c:v>45135.916666666657</c:v>
                </c:pt>
                <c:pt idx="3410">
                  <c:v>45135.958333333343</c:v>
                </c:pt>
                <c:pt idx="3411">
                  <c:v>45136</c:v>
                </c:pt>
                <c:pt idx="3412">
                  <c:v>45136.041666666657</c:v>
                </c:pt>
                <c:pt idx="3413">
                  <c:v>45136.083333333343</c:v>
                </c:pt>
                <c:pt idx="3414">
                  <c:v>45136.125</c:v>
                </c:pt>
                <c:pt idx="3415">
                  <c:v>45136.166666666657</c:v>
                </c:pt>
                <c:pt idx="3416">
                  <c:v>45136.208333333343</c:v>
                </c:pt>
                <c:pt idx="3417">
                  <c:v>45136.25</c:v>
                </c:pt>
                <c:pt idx="3418">
                  <c:v>45136.291666666657</c:v>
                </c:pt>
                <c:pt idx="3419">
                  <c:v>45136.333333333343</c:v>
                </c:pt>
                <c:pt idx="3420">
                  <c:v>45136.375</c:v>
                </c:pt>
                <c:pt idx="3421">
                  <c:v>45136.416666666657</c:v>
                </c:pt>
                <c:pt idx="3422">
                  <c:v>45136.458333333343</c:v>
                </c:pt>
                <c:pt idx="3423">
                  <c:v>45136.5</c:v>
                </c:pt>
                <c:pt idx="3424">
                  <c:v>45136.541666666657</c:v>
                </c:pt>
                <c:pt idx="3425">
                  <c:v>45136.583333333343</c:v>
                </c:pt>
                <c:pt idx="3426">
                  <c:v>45136.625</c:v>
                </c:pt>
                <c:pt idx="3427">
                  <c:v>45136.666666666657</c:v>
                </c:pt>
                <c:pt idx="3428">
                  <c:v>45136.708333333343</c:v>
                </c:pt>
                <c:pt idx="3429">
                  <c:v>45136.75</c:v>
                </c:pt>
                <c:pt idx="3430">
                  <c:v>45136.791666666657</c:v>
                </c:pt>
                <c:pt idx="3431">
                  <c:v>45136.833333333343</c:v>
                </c:pt>
                <c:pt idx="3432">
                  <c:v>45136.875</c:v>
                </c:pt>
                <c:pt idx="3433">
                  <c:v>45136.916666666657</c:v>
                </c:pt>
                <c:pt idx="3434">
                  <c:v>45136.958333333343</c:v>
                </c:pt>
                <c:pt idx="3435">
                  <c:v>45137</c:v>
                </c:pt>
                <c:pt idx="3436">
                  <c:v>45137.041666666657</c:v>
                </c:pt>
                <c:pt idx="3437">
                  <c:v>45137.083333333343</c:v>
                </c:pt>
                <c:pt idx="3438">
                  <c:v>45137.125</c:v>
                </c:pt>
                <c:pt idx="3439">
                  <c:v>45137.166666666657</c:v>
                </c:pt>
                <c:pt idx="3440">
                  <c:v>45137.208333333343</c:v>
                </c:pt>
                <c:pt idx="3441">
                  <c:v>45137.25</c:v>
                </c:pt>
                <c:pt idx="3442">
                  <c:v>45137.291666666657</c:v>
                </c:pt>
                <c:pt idx="3443">
                  <c:v>45137.333333333343</c:v>
                </c:pt>
                <c:pt idx="3444">
                  <c:v>45137.375</c:v>
                </c:pt>
                <c:pt idx="3445">
                  <c:v>45137.416666666657</c:v>
                </c:pt>
                <c:pt idx="3446">
                  <c:v>45137.458333333343</c:v>
                </c:pt>
                <c:pt idx="3447">
                  <c:v>45137.5</c:v>
                </c:pt>
                <c:pt idx="3448">
                  <c:v>45137.541666666657</c:v>
                </c:pt>
                <c:pt idx="3449">
                  <c:v>45137.583333333343</c:v>
                </c:pt>
                <c:pt idx="3450">
                  <c:v>45137.625</c:v>
                </c:pt>
                <c:pt idx="3451">
                  <c:v>45137.666666666657</c:v>
                </c:pt>
                <c:pt idx="3452">
                  <c:v>45137.708333333343</c:v>
                </c:pt>
                <c:pt idx="3453">
                  <c:v>45137.75</c:v>
                </c:pt>
                <c:pt idx="3454">
                  <c:v>45137.791666666657</c:v>
                </c:pt>
                <c:pt idx="3455">
                  <c:v>45137.833333333343</c:v>
                </c:pt>
                <c:pt idx="3456">
                  <c:v>45137.875</c:v>
                </c:pt>
                <c:pt idx="3457">
                  <c:v>45137.916666666657</c:v>
                </c:pt>
                <c:pt idx="3458">
                  <c:v>45137.958333333343</c:v>
                </c:pt>
                <c:pt idx="3459">
                  <c:v>45138</c:v>
                </c:pt>
                <c:pt idx="3460">
                  <c:v>45138.041666666657</c:v>
                </c:pt>
                <c:pt idx="3461">
                  <c:v>45138.083333333343</c:v>
                </c:pt>
                <c:pt idx="3462">
                  <c:v>45138.125</c:v>
                </c:pt>
                <c:pt idx="3463">
                  <c:v>45138.166666666657</c:v>
                </c:pt>
                <c:pt idx="3464">
                  <c:v>45138.208333333343</c:v>
                </c:pt>
                <c:pt idx="3465">
                  <c:v>45138.25</c:v>
                </c:pt>
                <c:pt idx="3466">
                  <c:v>45138.291666666657</c:v>
                </c:pt>
                <c:pt idx="3467">
                  <c:v>45138.333333333343</c:v>
                </c:pt>
                <c:pt idx="3468">
                  <c:v>45138.375</c:v>
                </c:pt>
                <c:pt idx="3469">
                  <c:v>45138.416666666657</c:v>
                </c:pt>
                <c:pt idx="3470">
                  <c:v>45138.458333333343</c:v>
                </c:pt>
                <c:pt idx="3471">
                  <c:v>45138.5</c:v>
                </c:pt>
                <c:pt idx="3472">
                  <c:v>45138.541666666657</c:v>
                </c:pt>
                <c:pt idx="3473">
                  <c:v>45138.583333333343</c:v>
                </c:pt>
                <c:pt idx="3474">
                  <c:v>45138.625</c:v>
                </c:pt>
                <c:pt idx="3475">
                  <c:v>45138.666666666657</c:v>
                </c:pt>
                <c:pt idx="3476">
                  <c:v>45138.708333333343</c:v>
                </c:pt>
                <c:pt idx="3477">
                  <c:v>45138.75</c:v>
                </c:pt>
                <c:pt idx="3478">
                  <c:v>45138.791666666657</c:v>
                </c:pt>
                <c:pt idx="3479">
                  <c:v>45138.833333333343</c:v>
                </c:pt>
                <c:pt idx="3480">
                  <c:v>45138.875</c:v>
                </c:pt>
                <c:pt idx="3481">
                  <c:v>45138.916666666657</c:v>
                </c:pt>
                <c:pt idx="3482">
                  <c:v>45138.958333333343</c:v>
                </c:pt>
                <c:pt idx="3483">
                  <c:v>45139</c:v>
                </c:pt>
                <c:pt idx="3484">
                  <c:v>45139.041666666657</c:v>
                </c:pt>
                <c:pt idx="3485">
                  <c:v>45139.083333333343</c:v>
                </c:pt>
                <c:pt idx="3486">
                  <c:v>45139.125</c:v>
                </c:pt>
                <c:pt idx="3487">
                  <c:v>45139.166666666657</c:v>
                </c:pt>
                <c:pt idx="3488">
                  <c:v>45139.208333333343</c:v>
                </c:pt>
                <c:pt idx="3489">
                  <c:v>45139.25</c:v>
                </c:pt>
                <c:pt idx="3490">
                  <c:v>45139.291666666657</c:v>
                </c:pt>
                <c:pt idx="3491">
                  <c:v>45139.333333333343</c:v>
                </c:pt>
                <c:pt idx="3492">
                  <c:v>45139.375</c:v>
                </c:pt>
                <c:pt idx="3493">
                  <c:v>45139.416666666657</c:v>
                </c:pt>
                <c:pt idx="3494">
                  <c:v>45139.458333333343</c:v>
                </c:pt>
                <c:pt idx="3495">
                  <c:v>45139.5</c:v>
                </c:pt>
                <c:pt idx="3496">
                  <c:v>45139.541666666657</c:v>
                </c:pt>
                <c:pt idx="3497">
                  <c:v>45139.583333333343</c:v>
                </c:pt>
                <c:pt idx="3498">
                  <c:v>45139.625</c:v>
                </c:pt>
                <c:pt idx="3499">
                  <c:v>45139.666666666657</c:v>
                </c:pt>
                <c:pt idx="3500">
                  <c:v>45139.708333333343</c:v>
                </c:pt>
                <c:pt idx="3501">
                  <c:v>45139.75</c:v>
                </c:pt>
                <c:pt idx="3502">
                  <c:v>45139.791666666657</c:v>
                </c:pt>
                <c:pt idx="3503">
                  <c:v>45139.833333333343</c:v>
                </c:pt>
                <c:pt idx="3504">
                  <c:v>45139.875</c:v>
                </c:pt>
                <c:pt idx="3505">
                  <c:v>45139.916666666657</c:v>
                </c:pt>
                <c:pt idx="3506">
                  <c:v>45139.958333333343</c:v>
                </c:pt>
                <c:pt idx="3507">
                  <c:v>45140</c:v>
                </c:pt>
                <c:pt idx="3508">
                  <c:v>45140.041666666657</c:v>
                </c:pt>
                <c:pt idx="3509">
                  <c:v>45140.083333333343</c:v>
                </c:pt>
                <c:pt idx="3510">
                  <c:v>45140.125</c:v>
                </c:pt>
                <c:pt idx="3511">
                  <c:v>45140.166666666657</c:v>
                </c:pt>
                <c:pt idx="3512">
                  <c:v>45140.208333333343</c:v>
                </c:pt>
                <c:pt idx="3513">
                  <c:v>45140.25</c:v>
                </c:pt>
                <c:pt idx="3514">
                  <c:v>45140.291666666657</c:v>
                </c:pt>
                <c:pt idx="3515">
                  <c:v>45140.333333333343</c:v>
                </c:pt>
                <c:pt idx="3516">
                  <c:v>45140.375</c:v>
                </c:pt>
                <c:pt idx="3517">
                  <c:v>45140.416666666657</c:v>
                </c:pt>
                <c:pt idx="3518">
                  <c:v>45140.458333333343</c:v>
                </c:pt>
                <c:pt idx="3519">
                  <c:v>45140.5</c:v>
                </c:pt>
                <c:pt idx="3520">
                  <c:v>45140.541666666657</c:v>
                </c:pt>
                <c:pt idx="3521">
                  <c:v>45140.583333333343</c:v>
                </c:pt>
                <c:pt idx="3522">
                  <c:v>45140.625</c:v>
                </c:pt>
                <c:pt idx="3523">
                  <c:v>45140.666666666657</c:v>
                </c:pt>
                <c:pt idx="3524">
                  <c:v>45140.708333333343</c:v>
                </c:pt>
                <c:pt idx="3525">
                  <c:v>45140.75</c:v>
                </c:pt>
                <c:pt idx="3526">
                  <c:v>45140.791666666657</c:v>
                </c:pt>
                <c:pt idx="3527">
                  <c:v>45140.833333333343</c:v>
                </c:pt>
                <c:pt idx="3528">
                  <c:v>45140.875</c:v>
                </c:pt>
                <c:pt idx="3529">
                  <c:v>45140.916666666657</c:v>
                </c:pt>
                <c:pt idx="3530">
                  <c:v>45140.958333333343</c:v>
                </c:pt>
                <c:pt idx="3531">
                  <c:v>45141</c:v>
                </c:pt>
                <c:pt idx="3532">
                  <c:v>45141.041666666657</c:v>
                </c:pt>
                <c:pt idx="3533">
                  <c:v>45141.083333333343</c:v>
                </c:pt>
                <c:pt idx="3534">
                  <c:v>45141.125</c:v>
                </c:pt>
                <c:pt idx="3535">
                  <c:v>45141.166666666657</c:v>
                </c:pt>
                <c:pt idx="3536">
                  <c:v>45141.208333333343</c:v>
                </c:pt>
                <c:pt idx="3537">
                  <c:v>45141.25</c:v>
                </c:pt>
                <c:pt idx="3538">
                  <c:v>45141.291666666657</c:v>
                </c:pt>
                <c:pt idx="3539">
                  <c:v>45141.333333333343</c:v>
                </c:pt>
                <c:pt idx="3540">
                  <c:v>45141.375</c:v>
                </c:pt>
                <c:pt idx="3541">
                  <c:v>45141.416666666657</c:v>
                </c:pt>
                <c:pt idx="3542">
                  <c:v>45141.458333333343</c:v>
                </c:pt>
                <c:pt idx="3543">
                  <c:v>45141.5</c:v>
                </c:pt>
                <c:pt idx="3544">
                  <c:v>45141.541666666657</c:v>
                </c:pt>
                <c:pt idx="3545">
                  <c:v>45141.583333333343</c:v>
                </c:pt>
                <c:pt idx="3546">
                  <c:v>45141.625</c:v>
                </c:pt>
                <c:pt idx="3547">
                  <c:v>45141.666666666657</c:v>
                </c:pt>
                <c:pt idx="3548">
                  <c:v>45141.708333333343</c:v>
                </c:pt>
                <c:pt idx="3549">
                  <c:v>45141.75</c:v>
                </c:pt>
                <c:pt idx="3550">
                  <c:v>45141.791666666657</c:v>
                </c:pt>
                <c:pt idx="3551">
                  <c:v>45141.833333333343</c:v>
                </c:pt>
                <c:pt idx="3552">
                  <c:v>45141.875</c:v>
                </c:pt>
                <c:pt idx="3553">
                  <c:v>45141.916666666657</c:v>
                </c:pt>
                <c:pt idx="3554">
                  <c:v>45141.958333333343</c:v>
                </c:pt>
                <c:pt idx="3555">
                  <c:v>45142</c:v>
                </c:pt>
                <c:pt idx="3556">
                  <c:v>45142.041666666657</c:v>
                </c:pt>
                <c:pt idx="3557">
                  <c:v>45142.083333333343</c:v>
                </c:pt>
                <c:pt idx="3558">
                  <c:v>45142.125</c:v>
                </c:pt>
                <c:pt idx="3559">
                  <c:v>45142.166666666657</c:v>
                </c:pt>
                <c:pt idx="3560">
                  <c:v>45142.208333333343</c:v>
                </c:pt>
                <c:pt idx="3561">
                  <c:v>45142.25</c:v>
                </c:pt>
                <c:pt idx="3562">
                  <c:v>45142.291666666657</c:v>
                </c:pt>
                <c:pt idx="3563">
                  <c:v>45142.333333333343</c:v>
                </c:pt>
                <c:pt idx="3564">
                  <c:v>45142.375</c:v>
                </c:pt>
                <c:pt idx="3565">
                  <c:v>45142.416666666657</c:v>
                </c:pt>
                <c:pt idx="3566">
                  <c:v>45142.458333333343</c:v>
                </c:pt>
                <c:pt idx="3567">
                  <c:v>45142.5</c:v>
                </c:pt>
                <c:pt idx="3568">
                  <c:v>45142.541666666657</c:v>
                </c:pt>
                <c:pt idx="3569">
                  <c:v>45142.583333333343</c:v>
                </c:pt>
                <c:pt idx="3570">
                  <c:v>45142.625</c:v>
                </c:pt>
                <c:pt idx="3571">
                  <c:v>45142.666666666657</c:v>
                </c:pt>
                <c:pt idx="3572">
                  <c:v>45142.708333333343</c:v>
                </c:pt>
                <c:pt idx="3573">
                  <c:v>45142.75</c:v>
                </c:pt>
                <c:pt idx="3574">
                  <c:v>45142.791666666657</c:v>
                </c:pt>
                <c:pt idx="3575">
                  <c:v>45142.833333333343</c:v>
                </c:pt>
                <c:pt idx="3576">
                  <c:v>45142.875</c:v>
                </c:pt>
                <c:pt idx="3577">
                  <c:v>45142.916666666657</c:v>
                </c:pt>
                <c:pt idx="3578">
                  <c:v>45142.958333333343</c:v>
                </c:pt>
                <c:pt idx="3579">
                  <c:v>45143</c:v>
                </c:pt>
                <c:pt idx="3580">
                  <c:v>45143.041666666657</c:v>
                </c:pt>
                <c:pt idx="3581">
                  <c:v>45143.083333333343</c:v>
                </c:pt>
                <c:pt idx="3582">
                  <c:v>45143.125</c:v>
                </c:pt>
                <c:pt idx="3583">
                  <c:v>45143.166666666657</c:v>
                </c:pt>
                <c:pt idx="3584">
                  <c:v>45143.208333333343</c:v>
                </c:pt>
                <c:pt idx="3585">
                  <c:v>45143.25</c:v>
                </c:pt>
                <c:pt idx="3586">
                  <c:v>45143.291666666657</c:v>
                </c:pt>
                <c:pt idx="3587">
                  <c:v>45143.333333333343</c:v>
                </c:pt>
                <c:pt idx="3588">
                  <c:v>45143.375</c:v>
                </c:pt>
                <c:pt idx="3589">
                  <c:v>45143.416666666657</c:v>
                </c:pt>
                <c:pt idx="3590">
                  <c:v>45143.458333333343</c:v>
                </c:pt>
                <c:pt idx="3591">
                  <c:v>45143.5</c:v>
                </c:pt>
                <c:pt idx="3592">
                  <c:v>45143.541666666657</c:v>
                </c:pt>
                <c:pt idx="3593">
                  <c:v>45143.583333333343</c:v>
                </c:pt>
                <c:pt idx="3594">
                  <c:v>45143.625</c:v>
                </c:pt>
                <c:pt idx="3595">
                  <c:v>45143.666666666657</c:v>
                </c:pt>
                <c:pt idx="3596">
                  <c:v>45143.708333333343</c:v>
                </c:pt>
                <c:pt idx="3597">
                  <c:v>45143.75</c:v>
                </c:pt>
                <c:pt idx="3598">
                  <c:v>45143.791666666657</c:v>
                </c:pt>
                <c:pt idx="3599">
                  <c:v>45143.833333333343</c:v>
                </c:pt>
                <c:pt idx="3600">
                  <c:v>45143.875</c:v>
                </c:pt>
                <c:pt idx="3601">
                  <c:v>45143.916666666657</c:v>
                </c:pt>
                <c:pt idx="3602">
                  <c:v>45143.958333333343</c:v>
                </c:pt>
                <c:pt idx="3603">
                  <c:v>45144</c:v>
                </c:pt>
                <c:pt idx="3604">
                  <c:v>45144.041666666657</c:v>
                </c:pt>
                <c:pt idx="3605">
                  <c:v>45144.083333333343</c:v>
                </c:pt>
                <c:pt idx="3606">
                  <c:v>45144.125</c:v>
                </c:pt>
                <c:pt idx="3607">
                  <c:v>45144.166666666657</c:v>
                </c:pt>
                <c:pt idx="3608">
                  <c:v>45144.208333333343</c:v>
                </c:pt>
                <c:pt idx="3609">
                  <c:v>45144.25</c:v>
                </c:pt>
                <c:pt idx="3610">
                  <c:v>45144.291666666657</c:v>
                </c:pt>
                <c:pt idx="3611">
                  <c:v>45144.333333333343</c:v>
                </c:pt>
                <c:pt idx="3612">
                  <c:v>45144.375</c:v>
                </c:pt>
                <c:pt idx="3613">
                  <c:v>45144.416666666657</c:v>
                </c:pt>
                <c:pt idx="3614">
                  <c:v>45144.458333333343</c:v>
                </c:pt>
                <c:pt idx="3615">
                  <c:v>45144.5</c:v>
                </c:pt>
                <c:pt idx="3616">
                  <c:v>45144.541666666657</c:v>
                </c:pt>
                <c:pt idx="3617">
                  <c:v>45144.583333333343</c:v>
                </c:pt>
                <c:pt idx="3618">
                  <c:v>45144.625</c:v>
                </c:pt>
                <c:pt idx="3619">
                  <c:v>45144.666666666657</c:v>
                </c:pt>
                <c:pt idx="3620">
                  <c:v>45144.708333333343</c:v>
                </c:pt>
                <c:pt idx="3621">
                  <c:v>45144.75</c:v>
                </c:pt>
                <c:pt idx="3622">
                  <c:v>45144.791666666657</c:v>
                </c:pt>
                <c:pt idx="3623">
                  <c:v>45144.833333333343</c:v>
                </c:pt>
                <c:pt idx="3624">
                  <c:v>45144.875</c:v>
                </c:pt>
                <c:pt idx="3625">
                  <c:v>45144.916666666657</c:v>
                </c:pt>
                <c:pt idx="3626">
                  <c:v>45144.958333333343</c:v>
                </c:pt>
                <c:pt idx="3627">
                  <c:v>45145</c:v>
                </c:pt>
                <c:pt idx="3628">
                  <c:v>45145.041666666657</c:v>
                </c:pt>
                <c:pt idx="3629">
                  <c:v>45145.083333333343</c:v>
                </c:pt>
                <c:pt idx="3630">
                  <c:v>45145.125</c:v>
                </c:pt>
                <c:pt idx="3631">
                  <c:v>45145.166666666657</c:v>
                </c:pt>
                <c:pt idx="3632">
                  <c:v>45145.208333333343</c:v>
                </c:pt>
                <c:pt idx="3633">
                  <c:v>45145.25</c:v>
                </c:pt>
                <c:pt idx="3634">
                  <c:v>45145.291666666657</c:v>
                </c:pt>
                <c:pt idx="3635">
                  <c:v>45145.333333333343</c:v>
                </c:pt>
                <c:pt idx="3636">
                  <c:v>45145.375</c:v>
                </c:pt>
                <c:pt idx="3637">
                  <c:v>45145.416666666657</c:v>
                </c:pt>
                <c:pt idx="3638">
                  <c:v>45145.458333333343</c:v>
                </c:pt>
                <c:pt idx="3639">
                  <c:v>45145.5</c:v>
                </c:pt>
                <c:pt idx="3640">
                  <c:v>45145.541666666657</c:v>
                </c:pt>
                <c:pt idx="3641">
                  <c:v>45145.583333333343</c:v>
                </c:pt>
                <c:pt idx="3642">
                  <c:v>45145.625</c:v>
                </c:pt>
                <c:pt idx="3643">
                  <c:v>45145.666666666657</c:v>
                </c:pt>
                <c:pt idx="3644">
                  <c:v>45145.708333333343</c:v>
                </c:pt>
                <c:pt idx="3645">
                  <c:v>45145.75</c:v>
                </c:pt>
                <c:pt idx="3646">
                  <c:v>45145.791666666657</c:v>
                </c:pt>
                <c:pt idx="3647">
                  <c:v>45145.833333333343</c:v>
                </c:pt>
                <c:pt idx="3648">
                  <c:v>45145.875</c:v>
                </c:pt>
                <c:pt idx="3649">
                  <c:v>45145.916666666657</c:v>
                </c:pt>
                <c:pt idx="3650">
                  <c:v>45145.958333333343</c:v>
                </c:pt>
                <c:pt idx="3651">
                  <c:v>45146</c:v>
                </c:pt>
                <c:pt idx="3652">
                  <c:v>45146.041666666657</c:v>
                </c:pt>
                <c:pt idx="3653">
                  <c:v>45146.083333333343</c:v>
                </c:pt>
                <c:pt idx="3654">
                  <c:v>45146.125</c:v>
                </c:pt>
                <c:pt idx="3655">
                  <c:v>45146.166666666657</c:v>
                </c:pt>
                <c:pt idx="3656">
                  <c:v>45146.208333333343</c:v>
                </c:pt>
                <c:pt idx="3657">
                  <c:v>45146.25</c:v>
                </c:pt>
                <c:pt idx="3658">
                  <c:v>45146.291666666657</c:v>
                </c:pt>
                <c:pt idx="3659">
                  <c:v>45146.333333333343</c:v>
                </c:pt>
                <c:pt idx="3660">
                  <c:v>45146.375</c:v>
                </c:pt>
                <c:pt idx="3661">
                  <c:v>45146.416666666657</c:v>
                </c:pt>
                <c:pt idx="3662">
                  <c:v>45146.458333333343</c:v>
                </c:pt>
                <c:pt idx="3663">
                  <c:v>45146.5</c:v>
                </c:pt>
                <c:pt idx="3664">
                  <c:v>45146.541666666657</c:v>
                </c:pt>
                <c:pt idx="3665">
                  <c:v>45146.583333333343</c:v>
                </c:pt>
                <c:pt idx="3666">
                  <c:v>45146.625</c:v>
                </c:pt>
                <c:pt idx="3667">
                  <c:v>45146.666666666657</c:v>
                </c:pt>
                <c:pt idx="3668">
                  <c:v>45146.708333333343</c:v>
                </c:pt>
                <c:pt idx="3669">
                  <c:v>45146.75</c:v>
                </c:pt>
                <c:pt idx="3670">
                  <c:v>45146.791666666657</c:v>
                </c:pt>
                <c:pt idx="3671">
                  <c:v>45146.833333333343</c:v>
                </c:pt>
                <c:pt idx="3672">
                  <c:v>45146.875</c:v>
                </c:pt>
                <c:pt idx="3673">
                  <c:v>45146.916666666657</c:v>
                </c:pt>
                <c:pt idx="3674">
                  <c:v>45146.958333333343</c:v>
                </c:pt>
                <c:pt idx="3675">
                  <c:v>45147</c:v>
                </c:pt>
                <c:pt idx="3676">
                  <c:v>45147.041666666657</c:v>
                </c:pt>
                <c:pt idx="3677">
                  <c:v>45147.083333333343</c:v>
                </c:pt>
                <c:pt idx="3678">
                  <c:v>45147.125</c:v>
                </c:pt>
                <c:pt idx="3679">
                  <c:v>45147.166666666657</c:v>
                </c:pt>
                <c:pt idx="3680">
                  <c:v>45147.208333333343</c:v>
                </c:pt>
                <c:pt idx="3681">
                  <c:v>45147.25</c:v>
                </c:pt>
                <c:pt idx="3682">
                  <c:v>45147.291666666657</c:v>
                </c:pt>
                <c:pt idx="3683">
                  <c:v>45147.333333333343</c:v>
                </c:pt>
                <c:pt idx="3684">
                  <c:v>45147.375</c:v>
                </c:pt>
                <c:pt idx="3685">
                  <c:v>45147.416666666657</c:v>
                </c:pt>
                <c:pt idx="3686">
                  <c:v>45147.458333333343</c:v>
                </c:pt>
                <c:pt idx="3687">
                  <c:v>45147.5</c:v>
                </c:pt>
                <c:pt idx="3688">
                  <c:v>45147.541666666657</c:v>
                </c:pt>
                <c:pt idx="3689">
                  <c:v>45147.583333333343</c:v>
                </c:pt>
                <c:pt idx="3690">
                  <c:v>45147.625</c:v>
                </c:pt>
                <c:pt idx="3691">
                  <c:v>45147.666666666657</c:v>
                </c:pt>
                <c:pt idx="3692">
                  <c:v>45147.708333333343</c:v>
                </c:pt>
                <c:pt idx="3693">
                  <c:v>45147.75</c:v>
                </c:pt>
                <c:pt idx="3694">
                  <c:v>45147.791666666657</c:v>
                </c:pt>
                <c:pt idx="3695">
                  <c:v>45147.833333333343</c:v>
                </c:pt>
                <c:pt idx="3696">
                  <c:v>45147.875</c:v>
                </c:pt>
                <c:pt idx="3697">
                  <c:v>45147.916666666657</c:v>
                </c:pt>
                <c:pt idx="3698">
                  <c:v>45147.958333333343</c:v>
                </c:pt>
                <c:pt idx="3699">
                  <c:v>45148</c:v>
                </c:pt>
                <c:pt idx="3700">
                  <c:v>45148.041666666657</c:v>
                </c:pt>
                <c:pt idx="3701">
                  <c:v>45148.083333333343</c:v>
                </c:pt>
                <c:pt idx="3702">
                  <c:v>45148.125</c:v>
                </c:pt>
                <c:pt idx="3703">
                  <c:v>45148.166666666657</c:v>
                </c:pt>
                <c:pt idx="3704">
                  <c:v>45148.208333333343</c:v>
                </c:pt>
                <c:pt idx="3705">
                  <c:v>45148.25</c:v>
                </c:pt>
                <c:pt idx="3706">
                  <c:v>45148.291666666657</c:v>
                </c:pt>
                <c:pt idx="3707">
                  <c:v>45148.333333333343</c:v>
                </c:pt>
                <c:pt idx="3708">
                  <c:v>45148.375</c:v>
                </c:pt>
                <c:pt idx="3709">
                  <c:v>45148.416666666657</c:v>
                </c:pt>
                <c:pt idx="3710">
                  <c:v>45148.458333333343</c:v>
                </c:pt>
                <c:pt idx="3711">
                  <c:v>45148.5</c:v>
                </c:pt>
                <c:pt idx="3712">
                  <c:v>45148.541666666657</c:v>
                </c:pt>
                <c:pt idx="3713">
                  <c:v>45148.583333333343</c:v>
                </c:pt>
                <c:pt idx="3714">
                  <c:v>45148.625</c:v>
                </c:pt>
                <c:pt idx="3715">
                  <c:v>45148.666666666657</c:v>
                </c:pt>
                <c:pt idx="3716">
                  <c:v>45148.708333333343</c:v>
                </c:pt>
                <c:pt idx="3717">
                  <c:v>45148.75</c:v>
                </c:pt>
                <c:pt idx="3718">
                  <c:v>45148.791666666657</c:v>
                </c:pt>
                <c:pt idx="3719">
                  <c:v>45148.833333333343</c:v>
                </c:pt>
                <c:pt idx="3720">
                  <c:v>45148.875</c:v>
                </c:pt>
                <c:pt idx="3721">
                  <c:v>45148.916666666657</c:v>
                </c:pt>
                <c:pt idx="3722">
                  <c:v>45148.958333333343</c:v>
                </c:pt>
                <c:pt idx="3723">
                  <c:v>45149</c:v>
                </c:pt>
                <c:pt idx="3724">
                  <c:v>45149.041666666657</c:v>
                </c:pt>
                <c:pt idx="3725">
                  <c:v>45149.083333333343</c:v>
                </c:pt>
                <c:pt idx="3726">
                  <c:v>45149.125</c:v>
                </c:pt>
                <c:pt idx="3727">
                  <c:v>45149.166666666657</c:v>
                </c:pt>
                <c:pt idx="3728">
                  <c:v>45149.208333333343</c:v>
                </c:pt>
                <c:pt idx="3729">
                  <c:v>45149.25</c:v>
                </c:pt>
                <c:pt idx="3730">
                  <c:v>45149.291666666657</c:v>
                </c:pt>
                <c:pt idx="3731">
                  <c:v>45149.333333333343</c:v>
                </c:pt>
                <c:pt idx="3732">
                  <c:v>45149.375</c:v>
                </c:pt>
                <c:pt idx="3733">
                  <c:v>45149.416666666657</c:v>
                </c:pt>
                <c:pt idx="3734">
                  <c:v>45149.458333333343</c:v>
                </c:pt>
                <c:pt idx="3735">
                  <c:v>45149.5</c:v>
                </c:pt>
                <c:pt idx="3736">
                  <c:v>45149.541666666657</c:v>
                </c:pt>
                <c:pt idx="3737">
                  <c:v>45149.583333333343</c:v>
                </c:pt>
                <c:pt idx="3738">
                  <c:v>45149.625</c:v>
                </c:pt>
                <c:pt idx="3739">
                  <c:v>45149.666666666657</c:v>
                </c:pt>
                <c:pt idx="3740">
                  <c:v>45149.708333333343</c:v>
                </c:pt>
                <c:pt idx="3741">
                  <c:v>45149.75</c:v>
                </c:pt>
                <c:pt idx="3742">
                  <c:v>45149.791666666657</c:v>
                </c:pt>
                <c:pt idx="3743">
                  <c:v>45149.833333333343</c:v>
                </c:pt>
                <c:pt idx="3744">
                  <c:v>45149.875</c:v>
                </c:pt>
                <c:pt idx="3745">
                  <c:v>45149.916666666657</c:v>
                </c:pt>
                <c:pt idx="3746">
                  <c:v>45149.958333333343</c:v>
                </c:pt>
                <c:pt idx="3747">
                  <c:v>45150</c:v>
                </c:pt>
                <c:pt idx="3748">
                  <c:v>45150.041666666657</c:v>
                </c:pt>
                <c:pt idx="3749">
                  <c:v>45150.083333333343</c:v>
                </c:pt>
                <c:pt idx="3750">
                  <c:v>45150.125</c:v>
                </c:pt>
                <c:pt idx="3751">
                  <c:v>45150.166666666657</c:v>
                </c:pt>
                <c:pt idx="3752">
                  <c:v>45150.208333333343</c:v>
                </c:pt>
                <c:pt idx="3753">
                  <c:v>45150.25</c:v>
                </c:pt>
                <c:pt idx="3754">
                  <c:v>45150.291666666657</c:v>
                </c:pt>
                <c:pt idx="3755">
                  <c:v>45150.333333333343</c:v>
                </c:pt>
                <c:pt idx="3756">
                  <c:v>45150.375</c:v>
                </c:pt>
                <c:pt idx="3757">
                  <c:v>45150.416666666657</c:v>
                </c:pt>
                <c:pt idx="3758">
                  <c:v>45150.458333333343</c:v>
                </c:pt>
                <c:pt idx="3759">
                  <c:v>45150.5</c:v>
                </c:pt>
                <c:pt idx="3760">
                  <c:v>45150.541666666657</c:v>
                </c:pt>
                <c:pt idx="3761">
                  <c:v>45150.583333333343</c:v>
                </c:pt>
                <c:pt idx="3762">
                  <c:v>45150.625</c:v>
                </c:pt>
                <c:pt idx="3763">
                  <c:v>45150.666666666657</c:v>
                </c:pt>
                <c:pt idx="3764">
                  <c:v>45150.708333333343</c:v>
                </c:pt>
                <c:pt idx="3765">
                  <c:v>45150.75</c:v>
                </c:pt>
                <c:pt idx="3766">
                  <c:v>45150.791666666657</c:v>
                </c:pt>
                <c:pt idx="3767">
                  <c:v>45150.833333333343</c:v>
                </c:pt>
                <c:pt idx="3768">
                  <c:v>45150.875</c:v>
                </c:pt>
                <c:pt idx="3769">
                  <c:v>45150.916666666657</c:v>
                </c:pt>
                <c:pt idx="3770">
                  <c:v>45150.958333333343</c:v>
                </c:pt>
                <c:pt idx="3771">
                  <c:v>45151</c:v>
                </c:pt>
                <c:pt idx="3772">
                  <c:v>45151.041666666657</c:v>
                </c:pt>
                <c:pt idx="3773">
                  <c:v>45151.083333333343</c:v>
                </c:pt>
                <c:pt idx="3774">
                  <c:v>45151.125</c:v>
                </c:pt>
                <c:pt idx="3775">
                  <c:v>45151.166666666657</c:v>
                </c:pt>
                <c:pt idx="3776">
                  <c:v>45151.208333333343</c:v>
                </c:pt>
                <c:pt idx="3777">
                  <c:v>45151.25</c:v>
                </c:pt>
                <c:pt idx="3778">
                  <c:v>45151.291666666657</c:v>
                </c:pt>
                <c:pt idx="3779">
                  <c:v>45151.333333333343</c:v>
                </c:pt>
                <c:pt idx="3780">
                  <c:v>45151.375</c:v>
                </c:pt>
                <c:pt idx="3781">
                  <c:v>45151.416666666657</c:v>
                </c:pt>
                <c:pt idx="3782">
                  <c:v>45151.458333333343</c:v>
                </c:pt>
                <c:pt idx="3783">
                  <c:v>45151.5</c:v>
                </c:pt>
                <c:pt idx="3784">
                  <c:v>45151.541666666657</c:v>
                </c:pt>
                <c:pt idx="3785">
                  <c:v>45151.583333333343</c:v>
                </c:pt>
                <c:pt idx="3786">
                  <c:v>45151.625</c:v>
                </c:pt>
                <c:pt idx="3787">
                  <c:v>45151.666666666657</c:v>
                </c:pt>
                <c:pt idx="3788">
                  <c:v>45151.708333333343</c:v>
                </c:pt>
                <c:pt idx="3789">
                  <c:v>45151.75</c:v>
                </c:pt>
                <c:pt idx="3790">
                  <c:v>45151.791666666657</c:v>
                </c:pt>
                <c:pt idx="3791">
                  <c:v>45151.833333333343</c:v>
                </c:pt>
                <c:pt idx="3792">
                  <c:v>45151.875</c:v>
                </c:pt>
                <c:pt idx="3793">
                  <c:v>45151.916666666657</c:v>
                </c:pt>
                <c:pt idx="3794">
                  <c:v>45151.958333333343</c:v>
                </c:pt>
                <c:pt idx="3795">
                  <c:v>45152</c:v>
                </c:pt>
                <c:pt idx="3796">
                  <c:v>45152.041666666657</c:v>
                </c:pt>
                <c:pt idx="3797">
                  <c:v>45152.083333333343</c:v>
                </c:pt>
                <c:pt idx="3798">
                  <c:v>45152.125</c:v>
                </c:pt>
                <c:pt idx="3799">
                  <c:v>45152.166666666657</c:v>
                </c:pt>
                <c:pt idx="3800">
                  <c:v>45152.208333333343</c:v>
                </c:pt>
                <c:pt idx="3801">
                  <c:v>45152.25</c:v>
                </c:pt>
                <c:pt idx="3802">
                  <c:v>45152.291666666657</c:v>
                </c:pt>
                <c:pt idx="3803">
                  <c:v>45152.333333333343</c:v>
                </c:pt>
                <c:pt idx="3804">
                  <c:v>45152.375</c:v>
                </c:pt>
                <c:pt idx="3805">
                  <c:v>45152.416666666657</c:v>
                </c:pt>
                <c:pt idx="3806">
                  <c:v>45152.458333333343</c:v>
                </c:pt>
                <c:pt idx="3807">
                  <c:v>45152.5</c:v>
                </c:pt>
                <c:pt idx="3808">
                  <c:v>45152.541666666657</c:v>
                </c:pt>
                <c:pt idx="3809">
                  <c:v>45152.583333333343</c:v>
                </c:pt>
                <c:pt idx="3810">
                  <c:v>45152.625</c:v>
                </c:pt>
                <c:pt idx="3811">
                  <c:v>45152.666666666657</c:v>
                </c:pt>
                <c:pt idx="3812">
                  <c:v>45152.708333333343</c:v>
                </c:pt>
                <c:pt idx="3813">
                  <c:v>45152.75</c:v>
                </c:pt>
                <c:pt idx="3814">
                  <c:v>45152.791666666657</c:v>
                </c:pt>
                <c:pt idx="3815">
                  <c:v>45152.833333333343</c:v>
                </c:pt>
                <c:pt idx="3816">
                  <c:v>45152.875</c:v>
                </c:pt>
                <c:pt idx="3817">
                  <c:v>45152.916666666657</c:v>
                </c:pt>
                <c:pt idx="3818">
                  <c:v>45152.958333333343</c:v>
                </c:pt>
                <c:pt idx="3819">
                  <c:v>45153</c:v>
                </c:pt>
                <c:pt idx="3820">
                  <c:v>45153.041666666657</c:v>
                </c:pt>
                <c:pt idx="3821">
                  <c:v>45153.083333333343</c:v>
                </c:pt>
                <c:pt idx="3822">
                  <c:v>45153.125</c:v>
                </c:pt>
                <c:pt idx="3823">
                  <c:v>45153.166666666657</c:v>
                </c:pt>
                <c:pt idx="3824">
                  <c:v>45153.208333333343</c:v>
                </c:pt>
                <c:pt idx="3825">
                  <c:v>45153.25</c:v>
                </c:pt>
                <c:pt idx="3826">
                  <c:v>45153.291666666657</c:v>
                </c:pt>
                <c:pt idx="3827">
                  <c:v>45153.333333333343</c:v>
                </c:pt>
                <c:pt idx="3828">
                  <c:v>45153.375</c:v>
                </c:pt>
                <c:pt idx="3829">
                  <c:v>45153.416666666657</c:v>
                </c:pt>
                <c:pt idx="3830">
                  <c:v>45153.458333333343</c:v>
                </c:pt>
                <c:pt idx="3831">
                  <c:v>45153.5</c:v>
                </c:pt>
                <c:pt idx="3832">
                  <c:v>45153.541666666657</c:v>
                </c:pt>
                <c:pt idx="3833">
                  <c:v>45153.583333333343</c:v>
                </c:pt>
                <c:pt idx="3834">
                  <c:v>45153.625</c:v>
                </c:pt>
                <c:pt idx="3835">
                  <c:v>45153.666666666657</c:v>
                </c:pt>
                <c:pt idx="3836">
                  <c:v>45153.708333333343</c:v>
                </c:pt>
                <c:pt idx="3837">
                  <c:v>45153.75</c:v>
                </c:pt>
                <c:pt idx="3838">
                  <c:v>45153.791666666657</c:v>
                </c:pt>
                <c:pt idx="3839">
                  <c:v>45153.833333333343</c:v>
                </c:pt>
                <c:pt idx="3840">
                  <c:v>45153.875</c:v>
                </c:pt>
                <c:pt idx="3841">
                  <c:v>45153.916666666657</c:v>
                </c:pt>
                <c:pt idx="3842">
                  <c:v>45153.958333333343</c:v>
                </c:pt>
                <c:pt idx="3843">
                  <c:v>45154</c:v>
                </c:pt>
                <c:pt idx="3844">
                  <c:v>45154.041666666657</c:v>
                </c:pt>
                <c:pt idx="3845">
                  <c:v>45154.083333333343</c:v>
                </c:pt>
                <c:pt idx="3846">
                  <c:v>45154.125</c:v>
                </c:pt>
                <c:pt idx="3847">
                  <c:v>45154.166666666657</c:v>
                </c:pt>
                <c:pt idx="3848">
                  <c:v>45154.208333333343</c:v>
                </c:pt>
                <c:pt idx="3849">
                  <c:v>45154.25</c:v>
                </c:pt>
                <c:pt idx="3850">
                  <c:v>45154.291666666657</c:v>
                </c:pt>
                <c:pt idx="3851">
                  <c:v>45154.333333333343</c:v>
                </c:pt>
                <c:pt idx="3852">
                  <c:v>45154.375</c:v>
                </c:pt>
                <c:pt idx="3853">
                  <c:v>45154.416666666657</c:v>
                </c:pt>
                <c:pt idx="3854">
                  <c:v>45154.458333333343</c:v>
                </c:pt>
                <c:pt idx="3855">
                  <c:v>45154.5</c:v>
                </c:pt>
                <c:pt idx="3856">
                  <c:v>45154.541666666657</c:v>
                </c:pt>
                <c:pt idx="3857">
                  <c:v>45154.583333333343</c:v>
                </c:pt>
                <c:pt idx="3858">
                  <c:v>45154.625</c:v>
                </c:pt>
                <c:pt idx="3859">
                  <c:v>45154.666666666657</c:v>
                </c:pt>
                <c:pt idx="3860">
                  <c:v>45154.708333333343</c:v>
                </c:pt>
                <c:pt idx="3861">
                  <c:v>45154.75</c:v>
                </c:pt>
                <c:pt idx="3862">
                  <c:v>45154.791666666657</c:v>
                </c:pt>
                <c:pt idx="3863">
                  <c:v>45154.833333333343</c:v>
                </c:pt>
                <c:pt idx="3864">
                  <c:v>45154.875</c:v>
                </c:pt>
                <c:pt idx="3865">
                  <c:v>45154.916666666657</c:v>
                </c:pt>
                <c:pt idx="3866">
                  <c:v>45154.958333333343</c:v>
                </c:pt>
                <c:pt idx="3867">
                  <c:v>45155</c:v>
                </c:pt>
                <c:pt idx="3868">
                  <c:v>45155.041666666657</c:v>
                </c:pt>
                <c:pt idx="3869">
                  <c:v>45155.083333333343</c:v>
                </c:pt>
                <c:pt idx="3870">
                  <c:v>45155.125</c:v>
                </c:pt>
                <c:pt idx="3871">
                  <c:v>45155.166666666657</c:v>
                </c:pt>
                <c:pt idx="3872">
                  <c:v>45155.208333333343</c:v>
                </c:pt>
                <c:pt idx="3873">
                  <c:v>45155.25</c:v>
                </c:pt>
                <c:pt idx="3874">
                  <c:v>45155.291666666657</c:v>
                </c:pt>
                <c:pt idx="3875">
                  <c:v>45155.333333333343</c:v>
                </c:pt>
                <c:pt idx="3876">
                  <c:v>45155.375</c:v>
                </c:pt>
                <c:pt idx="3877">
                  <c:v>45155.416666666657</c:v>
                </c:pt>
                <c:pt idx="3878">
                  <c:v>45155.458333333343</c:v>
                </c:pt>
                <c:pt idx="3879">
                  <c:v>45155.5</c:v>
                </c:pt>
                <c:pt idx="3880">
                  <c:v>45155.541666666657</c:v>
                </c:pt>
                <c:pt idx="3881">
                  <c:v>45155.583333333343</c:v>
                </c:pt>
                <c:pt idx="3882">
                  <c:v>45155.625</c:v>
                </c:pt>
                <c:pt idx="3883">
                  <c:v>45155.666666666657</c:v>
                </c:pt>
                <c:pt idx="3884">
                  <c:v>45155.708333333343</c:v>
                </c:pt>
                <c:pt idx="3885">
                  <c:v>45155.75</c:v>
                </c:pt>
                <c:pt idx="3886">
                  <c:v>45155.791666666657</c:v>
                </c:pt>
                <c:pt idx="3887">
                  <c:v>45155.833333333343</c:v>
                </c:pt>
                <c:pt idx="3888">
                  <c:v>45155.875</c:v>
                </c:pt>
                <c:pt idx="3889">
                  <c:v>45155.916666666657</c:v>
                </c:pt>
                <c:pt idx="3890">
                  <c:v>45155.958333333343</c:v>
                </c:pt>
                <c:pt idx="3891">
                  <c:v>45156</c:v>
                </c:pt>
                <c:pt idx="3892">
                  <c:v>45156.041666666657</c:v>
                </c:pt>
                <c:pt idx="3893">
                  <c:v>45156.083333333343</c:v>
                </c:pt>
                <c:pt idx="3894">
                  <c:v>45156.125</c:v>
                </c:pt>
                <c:pt idx="3895">
                  <c:v>45156.166666666657</c:v>
                </c:pt>
                <c:pt idx="3896">
                  <c:v>45156.208333333343</c:v>
                </c:pt>
                <c:pt idx="3897">
                  <c:v>45156.25</c:v>
                </c:pt>
                <c:pt idx="3898">
                  <c:v>45156.291666666657</c:v>
                </c:pt>
                <c:pt idx="3899">
                  <c:v>45156.333333333343</c:v>
                </c:pt>
                <c:pt idx="3900">
                  <c:v>45156.375</c:v>
                </c:pt>
                <c:pt idx="3901">
                  <c:v>45156.416666666657</c:v>
                </c:pt>
                <c:pt idx="3902">
                  <c:v>45156.458333333343</c:v>
                </c:pt>
                <c:pt idx="3903">
                  <c:v>45156.5</c:v>
                </c:pt>
                <c:pt idx="3904">
                  <c:v>45156.541666666657</c:v>
                </c:pt>
                <c:pt idx="3905">
                  <c:v>45156.583333333343</c:v>
                </c:pt>
                <c:pt idx="3906">
                  <c:v>45156.625</c:v>
                </c:pt>
                <c:pt idx="3907">
                  <c:v>45156.666666666657</c:v>
                </c:pt>
                <c:pt idx="3908">
                  <c:v>45156.708333333343</c:v>
                </c:pt>
                <c:pt idx="3909">
                  <c:v>45156.75</c:v>
                </c:pt>
                <c:pt idx="3910">
                  <c:v>45156.791666666657</c:v>
                </c:pt>
                <c:pt idx="3911">
                  <c:v>45156.833333333343</c:v>
                </c:pt>
                <c:pt idx="3912">
                  <c:v>45156.875</c:v>
                </c:pt>
                <c:pt idx="3913">
                  <c:v>45156.916666666657</c:v>
                </c:pt>
                <c:pt idx="3914">
                  <c:v>45156.958333333343</c:v>
                </c:pt>
                <c:pt idx="3915">
                  <c:v>45157</c:v>
                </c:pt>
                <c:pt idx="3916">
                  <c:v>45157.041666666657</c:v>
                </c:pt>
                <c:pt idx="3917">
                  <c:v>45157.083333333343</c:v>
                </c:pt>
                <c:pt idx="3918">
                  <c:v>45157.125</c:v>
                </c:pt>
                <c:pt idx="3919">
                  <c:v>45157.166666666657</c:v>
                </c:pt>
                <c:pt idx="3920">
                  <c:v>45157.208333333343</c:v>
                </c:pt>
                <c:pt idx="3921">
                  <c:v>45157.25</c:v>
                </c:pt>
                <c:pt idx="3922">
                  <c:v>45157.291666666657</c:v>
                </c:pt>
                <c:pt idx="3923">
                  <c:v>45157.333333333343</c:v>
                </c:pt>
                <c:pt idx="3924">
                  <c:v>45157.375</c:v>
                </c:pt>
                <c:pt idx="3925">
                  <c:v>45157.416666666657</c:v>
                </c:pt>
                <c:pt idx="3926">
                  <c:v>45157.458333333343</c:v>
                </c:pt>
                <c:pt idx="3927">
                  <c:v>45157.5</c:v>
                </c:pt>
                <c:pt idx="3928">
                  <c:v>45157.541666666657</c:v>
                </c:pt>
                <c:pt idx="3929">
                  <c:v>45157.583333333343</c:v>
                </c:pt>
                <c:pt idx="3930">
                  <c:v>45157.625</c:v>
                </c:pt>
                <c:pt idx="3931">
                  <c:v>45157.666666666657</c:v>
                </c:pt>
                <c:pt idx="3932">
                  <c:v>45157.708333333343</c:v>
                </c:pt>
                <c:pt idx="3933">
                  <c:v>45157.75</c:v>
                </c:pt>
                <c:pt idx="3934">
                  <c:v>45157.791666666657</c:v>
                </c:pt>
                <c:pt idx="3935">
                  <c:v>45157.833333333343</c:v>
                </c:pt>
                <c:pt idx="3936">
                  <c:v>45157.875</c:v>
                </c:pt>
                <c:pt idx="3937">
                  <c:v>45157.916666666657</c:v>
                </c:pt>
                <c:pt idx="3938">
                  <c:v>45157.958333333343</c:v>
                </c:pt>
                <c:pt idx="3939">
                  <c:v>45158</c:v>
                </c:pt>
                <c:pt idx="3940">
                  <c:v>45158.041666666657</c:v>
                </c:pt>
                <c:pt idx="3941">
                  <c:v>45158.083333333343</c:v>
                </c:pt>
                <c:pt idx="3942">
                  <c:v>45158.125</c:v>
                </c:pt>
                <c:pt idx="3943">
                  <c:v>45158.166666666657</c:v>
                </c:pt>
                <c:pt idx="3944">
                  <c:v>45158.208333333343</c:v>
                </c:pt>
                <c:pt idx="3945">
                  <c:v>45158.25</c:v>
                </c:pt>
                <c:pt idx="3946">
                  <c:v>45158.291666666657</c:v>
                </c:pt>
                <c:pt idx="3947">
                  <c:v>45158.333333333343</c:v>
                </c:pt>
                <c:pt idx="3948">
                  <c:v>45158.375</c:v>
                </c:pt>
                <c:pt idx="3949">
                  <c:v>45158.416666666657</c:v>
                </c:pt>
                <c:pt idx="3950">
                  <c:v>45158.458333333343</c:v>
                </c:pt>
                <c:pt idx="3951">
                  <c:v>45158.5</c:v>
                </c:pt>
                <c:pt idx="3952">
                  <c:v>45158.541666666657</c:v>
                </c:pt>
                <c:pt idx="3953">
                  <c:v>45158.583333333343</c:v>
                </c:pt>
                <c:pt idx="3954">
                  <c:v>45158.625</c:v>
                </c:pt>
                <c:pt idx="3955">
                  <c:v>45158.666666666657</c:v>
                </c:pt>
                <c:pt idx="3956">
                  <c:v>45158.708333333343</c:v>
                </c:pt>
                <c:pt idx="3957">
                  <c:v>45158.75</c:v>
                </c:pt>
                <c:pt idx="3958">
                  <c:v>45158.791666666657</c:v>
                </c:pt>
                <c:pt idx="3959">
                  <c:v>45158.833333333343</c:v>
                </c:pt>
                <c:pt idx="3960">
                  <c:v>45158.875</c:v>
                </c:pt>
                <c:pt idx="3961">
                  <c:v>45158.916666666657</c:v>
                </c:pt>
                <c:pt idx="3962">
                  <c:v>45158.958333333343</c:v>
                </c:pt>
                <c:pt idx="3963">
                  <c:v>45159</c:v>
                </c:pt>
                <c:pt idx="3964">
                  <c:v>45159.041666666657</c:v>
                </c:pt>
                <c:pt idx="3965">
                  <c:v>45159.083333333343</c:v>
                </c:pt>
                <c:pt idx="3966">
                  <c:v>45159.125</c:v>
                </c:pt>
                <c:pt idx="3967">
                  <c:v>45159.166666666657</c:v>
                </c:pt>
                <c:pt idx="3968">
                  <c:v>45159.208333333343</c:v>
                </c:pt>
                <c:pt idx="3969">
                  <c:v>45159.25</c:v>
                </c:pt>
                <c:pt idx="3970">
                  <c:v>45159.291666666657</c:v>
                </c:pt>
                <c:pt idx="3971">
                  <c:v>45159.333333333343</c:v>
                </c:pt>
                <c:pt idx="3972">
                  <c:v>45159.375</c:v>
                </c:pt>
                <c:pt idx="3973">
                  <c:v>45159.416666666657</c:v>
                </c:pt>
                <c:pt idx="3974">
                  <c:v>45159.458333333343</c:v>
                </c:pt>
                <c:pt idx="3975">
                  <c:v>45159.5</c:v>
                </c:pt>
                <c:pt idx="3976">
                  <c:v>45159.541666666657</c:v>
                </c:pt>
                <c:pt idx="3977">
                  <c:v>45159.583333333343</c:v>
                </c:pt>
                <c:pt idx="3978">
                  <c:v>45159.625</c:v>
                </c:pt>
                <c:pt idx="3979">
                  <c:v>45159.666666666657</c:v>
                </c:pt>
                <c:pt idx="3980">
                  <c:v>45159.708333333343</c:v>
                </c:pt>
                <c:pt idx="3981">
                  <c:v>45159.75</c:v>
                </c:pt>
                <c:pt idx="3982">
                  <c:v>45159.791666666657</c:v>
                </c:pt>
                <c:pt idx="3983">
                  <c:v>45159.833333333343</c:v>
                </c:pt>
                <c:pt idx="3984">
                  <c:v>45159.875</c:v>
                </c:pt>
                <c:pt idx="3985">
                  <c:v>45159.916666666657</c:v>
                </c:pt>
                <c:pt idx="3986">
                  <c:v>45159.958333333343</c:v>
                </c:pt>
                <c:pt idx="3987">
                  <c:v>45160</c:v>
                </c:pt>
                <c:pt idx="3988">
                  <c:v>45160.041666666657</c:v>
                </c:pt>
                <c:pt idx="3989">
                  <c:v>45160.083333333343</c:v>
                </c:pt>
                <c:pt idx="3990">
                  <c:v>45160.125</c:v>
                </c:pt>
                <c:pt idx="3991">
                  <c:v>45160.166666666657</c:v>
                </c:pt>
                <c:pt idx="3992">
                  <c:v>45160.208333333343</c:v>
                </c:pt>
                <c:pt idx="3993">
                  <c:v>45160.25</c:v>
                </c:pt>
                <c:pt idx="3994">
                  <c:v>45160.291666666657</c:v>
                </c:pt>
                <c:pt idx="3995">
                  <c:v>45160.333333333343</c:v>
                </c:pt>
                <c:pt idx="3996">
                  <c:v>45160.375</c:v>
                </c:pt>
                <c:pt idx="3997">
                  <c:v>45160.416666666657</c:v>
                </c:pt>
                <c:pt idx="3998">
                  <c:v>45160.458333333343</c:v>
                </c:pt>
                <c:pt idx="3999">
                  <c:v>45160.5</c:v>
                </c:pt>
                <c:pt idx="4000">
                  <c:v>45160.541666666657</c:v>
                </c:pt>
                <c:pt idx="4001">
                  <c:v>45160.583333333343</c:v>
                </c:pt>
                <c:pt idx="4002">
                  <c:v>45160.625</c:v>
                </c:pt>
                <c:pt idx="4003">
                  <c:v>45160.666666666657</c:v>
                </c:pt>
                <c:pt idx="4004">
                  <c:v>45160.708333333343</c:v>
                </c:pt>
                <c:pt idx="4005">
                  <c:v>45160.75</c:v>
                </c:pt>
                <c:pt idx="4006">
                  <c:v>45160.791666666657</c:v>
                </c:pt>
                <c:pt idx="4007">
                  <c:v>45160.833333333343</c:v>
                </c:pt>
                <c:pt idx="4008">
                  <c:v>45160.875</c:v>
                </c:pt>
                <c:pt idx="4009">
                  <c:v>45160.916666666657</c:v>
                </c:pt>
                <c:pt idx="4010">
                  <c:v>45160.958333333343</c:v>
                </c:pt>
                <c:pt idx="4011">
                  <c:v>45161</c:v>
                </c:pt>
                <c:pt idx="4012">
                  <c:v>45161.041666666657</c:v>
                </c:pt>
                <c:pt idx="4013">
                  <c:v>45161.083333333343</c:v>
                </c:pt>
                <c:pt idx="4014">
                  <c:v>45161.125</c:v>
                </c:pt>
                <c:pt idx="4015">
                  <c:v>45161.166666666657</c:v>
                </c:pt>
                <c:pt idx="4016">
                  <c:v>45161.208333333343</c:v>
                </c:pt>
                <c:pt idx="4017">
                  <c:v>45161.25</c:v>
                </c:pt>
                <c:pt idx="4018">
                  <c:v>45161.291666666657</c:v>
                </c:pt>
                <c:pt idx="4019">
                  <c:v>45161.333333333343</c:v>
                </c:pt>
                <c:pt idx="4020">
                  <c:v>45161.375</c:v>
                </c:pt>
                <c:pt idx="4021">
                  <c:v>45161.416666666657</c:v>
                </c:pt>
                <c:pt idx="4022">
                  <c:v>45161.458333333343</c:v>
                </c:pt>
                <c:pt idx="4023">
                  <c:v>45161.5</c:v>
                </c:pt>
                <c:pt idx="4024">
                  <c:v>45161.541666666657</c:v>
                </c:pt>
                <c:pt idx="4025">
                  <c:v>45161.583333333343</c:v>
                </c:pt>
                <c:pt idx="4026">
                  <c:v>45161.625</c:v>
                </c:pt>
                <c:pt idx="4027">
                  <c:v>45161.666666666657</c:v>
                </c:pt>
                <c:pt idx="4028">
                  <c:v>45161.708333333343</c:v>
                </c:pt>
                <c:pt idx="4029">
                  <c:v>45161.75</c:v>
                </c:pt>
                <c:pt idx="4030">
                  <c:v>45161.791666666657</c:v>
                </c:pt>
                <c:pt idx="4031">
                  <c:v>45161.833333333343</c:v>
                </c:pt>
                <c:pt idx="4032">
                  <c:v>45161.875</c:v>
                </c:pt>
                <c:pt idx="4033">
                  <c:v>45161.916666666657</c:v>
                </c:pt>
                <c:pt idx="4034">
                  <c:v>45161.958333333343</c:v>
                </c:pt>
                <c:pt idx="4035">
                  <c:v>45162</c:v>
                </c:pt>
                <c:pt idx="4036">
                  <c:v>45162.041666666657</c:v>
                </c:pt>
                <c:pt idx="4037">
                  <c:v>45162.083333333343</c:v>
                </c:pt>
                <c:pt idx="4038">
                  <c:v>45162.125</c:v>
                </c:pt>
                <c:pt idx="4039">
                  <c:v>45162.166666666657</c:v>
                </c:pt>
                <c:pt idx="4040">
                  <c:v>45162.208333333343</c:v>
                </c:pt>
                <c:pt idx="4041">
                  <c:v>45162.25</c:v>
                </c:pt>
                <c:pt idx="4042">
                  <c:v>45162.291666666657</c:v>
                </c:pt>
                <c:pt idx="4043">
                  <c:v>45162.333333333343</c:v>
                </c:pt>
                <c:pt idx="4044">
                  <c:v>45162.375</c:v>
                </c:pt>
                <c:pt idx="4045">
                  <c:v>45162.416666666657</c:v>
                </c:pt>
                <c:pt idx="4046">
                  <c:v>45162.458333333343</c:v>
                </c:pt>
                <c:pt idx="4047">
                  <c:v>45162.5</c:v>
                </c:pt>
                <c:pt idx="4048">
                  <c:v>45162.541666666657</c:v>
                </c:pt>
                <c:pt idx="4049">
                  <c:v>45162.583333333343</c:v>
                </c:pt>
                <c:pt idx="4050">
                  <c:v>45162.625</c:v>
                </c:pt>
                <c:pt idx="4051">
                  <c:v>45162.666666666657</c:v>
                </c:pt>
                <c:pt idx="4052">
                  <c:v>45162.708333333343</c:v>
                </c:pt>
                <c:pt idx="4053">
                  <c:v>45162.75</c:v>
                </c:pt>
                <c:pt idx="4054">
                  <c:v>45162.791666666657</c:v>
                </c:pt>
                <c:pt idx="4055">
                  <c:v>45162.833333333343</c:v>
                </c:pt>
                <c:pt idx="4056">
                  <c:v>45162.875</c:v>
                </c:pt>
                <c:pt idx="4057">
                  <c:v>45162.916666666657</c:v>
                </c:pt>
                <c:pt idx="4058">
                  <c:v>45162.958333333343</c:v>
                </c:pt>
                <c:pt idx="4059">
                  <c:v>45163</c:v>
                </c:pt>
                <c:pt idx="4060">
                  <c:v>45163.041666666657</c:v>
                </c:pt>
                <c:pt idx="4061">
                  <c:v>45163.083333333343</c:v>
                </c:pt>
                <c:pt idx="4062">
                  <c:v>45163.125</c:v>
                </c:pt>
                <c:pt idx="4063">
                  <c:v>45163.166666666657</c:v>
                </c:pt>
                <c:pt idx="4064">
                  <c:v>45163.208333333343</c:v>
                </c:pt>
                <c:pt idx="4065">
                  <c:v>45163.25</c:v>
                </c:pt>
                <c:pt idx="4066">
                  <c:v>45163.291666666657</c:v>
                </c:pt>
                <c:pt idx="4067">
                  <c:v>45163.333333333343</c:v>
                </c:pt>
                <c:pt idx="4068">
                  <c:v>45163.375</c:v>
                </c:pt>
                <c:pt idx="4069">
                  <c:v>45163.416666666657</c:v>
                </c:pt>
                <c:pt idx="4070">
                  <c:v>45163.458333333343</c:v>
                </c:pt>
                <c:pt idx="4071">
                  <c:v>45163.5</c:v>
                </c:pt>
                <c:pt idx="4072">
                  <c:v>45163.541666666657</c:v>
                </c:pt>
                <c:pt idx="4073">
                  <c:v>45163.583333333343</c:v>
                </c:pt>
                <c:pt idx="4074">
                  <c:v>45163.625</c:v>
                </c:pt>
                <c:pt idx="4075">
                  <c:v>45163.666666666657</c:v>
                </c:pt>
                <c:pt idx="4076">
                  <c:v>45163.708333333343</c:v>
                </c:pt>
                <c:pt idx="4077">
                  <c:v>45163.75</c:v>
                </c:pt>
                <c:pt idx="4078">
                  <c:v>45163.791666666657</c:v>
                </c:pt>
                <c:pt idx="4079">
                  <c:v>45163.833333333343</c:v>
                </c:pt>
                <c:pt idx="4080">
                  <c:v>45163.875</c:v>
                </c:pt>
                <c:pt idx="4081">
                  <c:v>45163.916666666657</c:v>
                </c:pt>
                <c:pt idx="4082">
                  <c:v>45163.958333333343</c:v>
                </c:pt>
                <c:pt idx="4083">
                  <c:v>45164</c:v>
                </c:pt>
                <c:pt idx="4084">
                  <c:v>45164.041666666657</c:v>
                </c:pt>
                <c:pt idx="4085">
                  <c:v>45164.083333333343</c:v>
                </c:pt>
                <c:pt idx="4086">
                  <c:v>45164.125</c:v>
                </c:pt>
                <c:pt idx="4087">
                  <c:v>45164.166666666657</c:v>
                </c:pt>
                <c:pt idx="4088">
                  <c:v>45164.208333333343</c:v>
                </c:pt>
                <c:pt idx="4089">
                  <c:v>45164.25</c:v>
                </c:pt>
                <c:pt idx="4090">
                  <c:v>45164.291666666657</c:v>
                </c:pt>
                <c:pt idx="4091">
                  <c:v>45164.333333333343</c:v>
                </c:pt>
                <c:pt idx="4092">
                  <c:v>45164.375</c:v>
                </c:pt>
                <c:pt idx="4093">
                  <c:v>45164.416666666657</c:v>
                </c:pt>
                <c:pt idx="4094">
                  <c:v>45164.458333333343</c:v>
                </c:pt>
                <c:pt idx="4095">
                  <c:v>45164.5</c:v>
                </c:pt>
                <c:pt idx="4096">
                  <c:v>45164.541666666657</c:v>
                </c:pt>
                <c:pt idx="4097">
                  <c:v>45164.583333333343</c:v>
                </c:pt>
                <c:pt idx="4098">
                  <c:v>45164.625</c:v>
                </c:pt>
                <c:pt idx="4099">
                  <c:v>45164.666666666657</c:v>
                </c:pt>
                <c:pt idx="4100">
                  <c:v>45164.708333333343</c:v>
                </c:pt>
                <c:pt idx="4101">
                  <c:v>45164.75</c:v>
                </c:pt>
                <c:pt idx="4102">
                  <c:v>45164.791666666657</c:v>
                </c:pt>
                <c:pt idx="4103">
                  <c:v>45164.833333333343</c:v>
                </c:pt>
                <c:pt idx="4104">
                  <c:v>45164.875</c:v>
                </c:pt>
                <c:pt idx="4105">
                  <c:v>45164.916666666657</c:v>
                </c:pt>
                <c:pt idx="4106">
                  <c:v>45164.958333333343</c:v>
                </c:pt>
                <c:pt idx="4107">
                  <c:v>45165</c:v>
                </c:pt>
                <c:pt idx="4108">
                  <c:v>45165.041666666657</c:v>
                </c:pt>
                <c:pt idx="4109">
                  <c:v>45165.083333333343</c:v>
                </c:pt>
                <c:pt idx="4110">
                  <c:v>45165.125</c:v>
                </c:pt>
                <c:pt idx="4111">
                  <c:v>45165.166666666657</c:v>
                </c:pt>
                <c:pt idx="4112">
                  <c:v>45165.208333333343</c:v>
                </c:pt>
                <c:pt idx="4113">
                  <c:v>45165.25</c:v>
                </c:pt>
                <c:pt idx="4114">
                  <c:v>45165.291666666657</c:v>
                </c:pt>
                <c:pt idx="4115">
                  <c:v>45165.333333333343</c:v>
                </c:pt>
                <c:pt idx="4116">
                  <c:v>45165.375</c:v>
                </c:pt>
                <c:pt idx="4117">
                  <c:v>45165.416666666657</c:v>
                </c:pt>
                <c:pt idx="4118">
                  <c:v>45165.458333333343</c:v>
                </c:pt>
                <c:pt idx="4119">
                  <c:v>45165.5</c:v>
                </c:pt>
                <c:pt idx="4120">
                  <c:v>45165.541666666657</c:v>
                </c:pt>
                <c:pt idx="4121">
                  <c:v>45165.583333333343</c:v>
                </c:pt>
                <c:pt idx="4122">
                  <c:v>45165.625</c:v>
                </c:pt>
                <c:pt idx="4123">
                  <c:v>45165.666666666657</c:v>
                </c:pt>
                <c:pt idx="4124">
                  <c:v>45165.708333333343</c:v>
                </c:pt>
                <c:pt idx="4125">
                  <c:v>45165.75</c:v>
                </c:pt>
                <c:pt idx="4126">
                  <c:v>45165.791666666657</c:v>
                </c:pt>
                <c:pt idx="4127">
                  <c:v>45165.833333333343</c:v>
                </c:pt>
                <c:pt idx="4128">
                  <c:v>45165.875</c:v>
                </c:pt>
                <c:pt idx="4129">
                  <c:v>45165.916666666657</c:v>
                </c:pt>
                <c:pt idx="4130">
                  <c:v>45165.958333333343</c:v>
                </c:pt>
                <c:pt idx="4131">
                  <c:v>45166</c:v>
                </c:pt>
                <c:pt idx="4132">
                  <c:v>45166.041666666657</c:v>
                </c:pt>
                <c:pt idx="4133">
                  <c:v>45166.083333333343</c:v>
                </c:pt>
                <c:pt idx="4134">
                  <c:v>45166.125</c:v>
                </c:pt>
                <c:pt idx="4135">
                  <c:v>45166.166666666657</c:v>
                </c:pt>
                <c:pt idx="4136">
                  <c:v>45166.208333333343</c:v>
                </c:pt>
                <c:pt idx="4137">
                  <c:v>45166.25</c:v>
                </c:pt>
                <c:pt idx="4138">
                  <c:v>45166.291666666657</c:v>
                </c:pt>
                <c:pt idx="4139">
                  <c:v>45166.333333333343</c:v>
                </c:pt>
                <c:pt idx="4140">
                  <c:v>45166.375</c:v>
                </c:pt>
                <c:pt idx="4141">
                  <c:v>45166.416666666657</c:v>
                </c:pt>
                <c:pt idx="4142">
                  <c:v>45166.458333333343</c:v>
                </c:pt>
                <c:pt idx="4143">
                  <c:v>45166.5</c:v>
                </c:pt>
                <c:pt idx="4144">
                  <c:v>45166.541666666657</c:v>
                </c:pt>
                <c:pt idx="4145">
                  <c:v>45166.583333333343</c:v>
                </c:pt>
                <c:pt idx="4146">
                  <c:v>45166.625</c:v>
                </c:pt>
                <c:pt idx="4147">
                  <c:v>45166.666666666657</c:v>
                </c:pt>
                <c:pt idx="4148">
                  <c:v>45166.708333333343</c:v>
                </c:pt>
                <c:pt idx="4149">
                  <c:v>45166.75</c:v>
                </c:pt>
                <c:pt idx="4150">
                  <c:v>45166.791666666657</c:v>
                </c:pt>
                <c:pt idx="4151">
                  <c:v>45166.833333333343</c:v>
                </c:pt>
                <c:pt idx="4152">
                  <c:v>45166.875</c:v>
                </c:pt>
                <c:pt idx="4153">
                  <c:v>45166.916666666657</c:v>
                </c:pt>
                <c:pt idx="4154">
                  <c:v>45166.958333333343</c:v>
                </c:pt>
                <c:pt idx="4155">
                  <c:v>45167</c:v>
                </c:pt>
                <c:pt idx="4156">
                  <c:v>45167.041666666657</c:v>
                </c:pt>
                <c:pt idx="4157">
                  <c:v>45167.083333333343</c:v>
                </c:pt>
                <c:pt idx="4158">
                  <c:v>45167.125</c:v>
                </c:pt>
                <c:pt idx="4159">
                  <c:v>45167.166666666657</c:v>
                </c:pt>
                <c:pt idx="4160">
                  <c:v>45167.208333333343</c:v>
                </c:pt>
                <c:pt idx="4161">
                  <c:v>45167.25</c:v>
                </c:pt>
                <c:pt idx="4162">
                  <c:v>45167.291666666657</c:v>
                </c:pt>
                <c:pt idx="4163">
                  <c:v>45167.333333333343</c:v>
                </c:pt>
                <c:pt idx="4164">
                  <c:v>45167.375</c:v>
                </c:pt>
                <c:pt idx="4165">
                  <c:v>45167.416666666657</c:v>
                </c:pt>
                <c:pt idx="4166">
                  <c:v>45167.458333333343</c:v>
                </c:pt>
                <c:pt idx="4167">
                  <c:v>45167.5</c:v>
                </c:pt>
                <c:pt idx="4168">
                  <c:v>45167.541666666657</c:v>
                </c:pt>
                <c:pt idx="4169">
                  <c:v>45167.583333333343</c:v>
                </c:pt>
                <c:pt idx="4170">
                  <c:v>45167.625</c:v>
                </c:pt>
                <c:pt idx="4171">
                  <c:v>45167.666666666657</c:v>
                </c:pt>
                <c:pt idx="4172">
                  <c:v>45167.708333333343</c:v>
                </c:pt>
                <c:pt idx="4173">
                  <c:v>45167.75</c:v>
                </c:pt>
                <c:pt idx="4174">
                  <c:v>45167.791666666657</c:v>
                </c:pt>
                <c:pt idx="4175">
                  <c:v>45167.833333333343</c:v>
                </c:pt>
                <c:pt idx="4176">
                  <c:v>45167.875</c:v>
                </c:pt>
                <c:pt idx="4177">
                  <c:v>45167.916666666657</c:v>
                </c:pt>
                <c:pt idx="4178">
                  <c:v>45167.958333333343</c:v>
                </c:pt>
                <c:pt idx="4179">
                  <c:v>45168</c:v>
                </c:pt>
                <c:pt idx="4180">
                  <c:v>45168.041666666657</c:v>
                </c:pt>
                <c:pt idx="4181">
                  <c:v>45168.083333333343</c:v>
                </c:pt>
                <c:pt idx="4182">
                  <c:v>45168.125</c:v>
                </c:pt>
                <c:pt idx="4183">
                  <c:v>45168.166666666657</c:v>
                </c:pt>
                <c:pt idx="4184">
                  <c:v>45168.208333333343</c:v>
                </c:pt>
                <c:pt idx="4185">
                  <c:v>45168.25</c:v>
                </c:pt>
                <c:pt idx="4186">
                  <c:v>45168.291666666657</c:v>
                </c:pt>
                <c:pt idx="4187">
                  <c:v>45168.333333333343</c:v>
                </c:pt>
                <c:pt idx="4188">
                  <c:v>45168.375</c:v>
                </c:pt>
                <c:pt idx="4189">
                  <c:v>45168.416666666657</c:v>
                </c:pt>
                <c:pt idx="4190">
                  <c:v>45168.458333333343</c:v>
                </c:pt>
                <c:pt idx="4191">
                  <c:v>45168.5</c:v>
                </c:pt>
                <c:pt idx="4192">
                  <c:v>45168.541666666657</c:v>
                </c:pt>
                <c:pt idx="4193">
                  <c:v>45168.583333333343</c:v>
                </c:pt>
                <c:pt idx="4194">
                  <c:v>45168.625</c:v>
                </c:pt>
                <c:pt idx="4195">
                  <c:v>45168.666666666657</c:v>
                </c:pt>
                <c:pt idx="4196">
                  <c:v>45168.708333333343</c:v>
                </c:pt>
                <c:pt idx="4197">
                  <c:v>45168.75</c:v>
                </c:pt>
                <c:pt idx="4198">
                  <c:v>45168.791666666657</c:v>
                </c:pt>
                <c:pt idx="4199">
                  <c:v>45168.833333333343</c:v>
                </c:pt>
                <c:pt idx="4200">
                  <c:v>45168.875</c:v>
                </c:pt>
                <c:pt idx="4201">
                  <c:v>45168.916666666657</c:v>
                </c:pt>
                <c:pt idx="4202">
                  <c:v>45168.958333333343</c:v>
                </c:pt>
                <c:pt idx="4203">
                  <c:v>45169</c:v>
                </c:pt>
                <c:pt idx="4204">
                  <c:v>45169.041666666657</c:v>
                </c:pt>
                <c:pt idx="4205">
                  <c:v>45169.083333333343</c:v>
                </c:pt>
                <c:pt idx="4206">
                  <c:v>45169.125</c:v>
                </c:pt>
                <c:pt idx="4207">
                  <c:v>45169.166666666657</c:v>
                </c:pt>
                <c:pt idx="4208">
                  <c:v>45169.208333333343</c:v>
                </c:pt>
                <c:pt idx="4209">
                  <c:v>45169.25</c:v>
                </c:pt>
                <c:pt idx="4210">
                  <c:v>45169.291666666657</c:v>
                </c:pt>
                <c:pt idx="4211">
                  <c:v>45169.333333333343</c:v>
                </c:pt>
                <c:pt idx="4212">
                  <c:v>45169.375</c:v>
                </c:pt>
                <c:pt idx="4213">
                  <c:v>45169.416666666657</c:v>
                </c:pt>
                <c:pt idx="4214">
                  <c:v>45169.458333333343</c:v>
                </c:pt>
                <c:pt idx="4215">
                  <c:v>45169.5</c:v>
                </c:pt>
                <c:pt idx="4216">
                  <c:v>45169.541666666657</c:v>
                </c:pt>
                <c:pt idx="4217">
                  <c:v>45169.583333333343</c:v>
                </c:pt>
                <c:pt idx="4218">
                  <c:v>45169.625</c:v>
                </c:pt>
                <c:pt idx="4219">
                  <c:v>45169.666666666657</c:v>
                </c:pt>
                <c:pt idx="4220">
                  <c:v>45169.708333333343</c:v>
                </c:pt>
                <c:pt idx="4221">
                  <c:v>45169.75</c:v>
                </c:pt>
                <c:pt idx="4222">
                  <c:v>45169.791666666657</c:v>
                </c:pt>
                <c:pt idx="4223">
                  <c:v>45169.833333333343</c:v>
                </c:pt>
                <c:pt idx="4224">
                  <c:v>45169.875</c:v>
                </c:pt>
                <c:pt idx="4225">
                  <c:v>45169.916666666657</c:v>
                </c:pt>
                <c:pt idx="4226">
                  <c:v>45169.958333333343</c:v>
                </c:pt>
                <c:pt idx="4227">
                  <c:v>45170</c:v>
                </c:pt>
                <c:pt idx="4228">
                  <c:v>45170.041666666657</c:v>
                </c:pt>
                <c:pt idx="4229">
                  <c:v>45170.083333333343</c:v>
                </c:pt>
                <c:pt idx="4230">
                  <c:v>45170.125</c:v>
                </c:pt>
                <c:pt idx="4231">
                  <c:v>45170.166666666657</c:v>
                </c:pt>
                <c:pt idx="4232">
                  <c:v>45170.208333333343</c:v>
                </c:pt>
                <c:pt idx="4233">
                  <c:v>45170.25</c:v>
                </c:pt>
                <c:pt idx="4234">
                  <c:v>45170.291666666657</c:v>
                </c:pt>
                <c:pt idx="4235">
                  <c:v>45170.333333333343</c:v>
                </c:pt>
                <c:pt idx="4236">
                  <c:v>45170.375</c:v>
                </c:pt>
                <c:pt idx="4237">
                  <c:v>45170.416666666657</c:v>
                </c:pt>
                <c:pt idx="4238">
                  <c:v>45170.458333333343</c:v>
                </c:pt>
                <c:pt idx="4239">
                  <c:v>45170.5</c:v>
                </c:pt>
                <c:pt idx="4240">
                  <c:v>45170.541666666657</c:v>
                </c:pt>
                <c:pt idx="4241">
                  <c:v>45170.583333333343</c:v>
                </c:pt>
                <c:pt idx="4242">
                  <c:v>45170.625</c:v>
                </c:pt>
                <c:pt idx="4243">
                  <c:v>45170.666666666657</c:v>
                </c:pt>
                <c:pt idx="4244">
                  <c:v>45170.708333333343</c:v>
                </c:pt>
                <c:pt idx="4245">
                  <c:v>45170.75</c:v>
                </c:pt>
                <c:pt idx="4246">
                  <c:v>45170.791666666657</c:v>
                </c:pt>
                <c:pt idx="4247">
                  <c:v>45170.833333333343</c:v>
                </c:pt>
                <c:pt idx="4248">
                  <c:v>45170.875</c:v>
                </c:pt>
                <c:pt idx="4249">
                  <c:v>45170.916666666657</c:v>
                </c:pt>
                <c:pt idx="4250">
                  <c:v>45170.958333333343</c:v>
                </c:pt>
                <c:pt idx="4251">
                  <c:v>45171</c:v>
                </c:pt>
                <c:pt idx="4252">
                  <c:v>45171.041666666657</c:v>
                </c:pt>
                <c:pt idx="4253">
                  <c:v>45171.083333333343</c:v>
                </c:pt>
                <c:pt idx="4254">
                  <c:v>45171.125</c:v>
                </c:pt>
                <c:pt idx="4255">
                  <c:v>45171.166666666657</c:v>
                </c:pt>
                <c:pt idx="4256">
                  <c:v>45171.208333333343</c:v>
                </c:pt>
                <c:pt idx="4257">
                  <c:v>45171.25</c:v>
                </c:pt>
                <c:pt idx="4258">
                  <c:v>45171.291666666657</c:v>
                </c:pt>
                <c:pt idx="4259">
                  <c:v>45171.333333333343</c:v>
                </c:pt>
                <c:pt idx="4260">
                  <c:v>45171.375</c:v>
                </c:pt>
                <c:pt idx="4261">
                  <c:v>45171.416666666657</c:v>
                </c:pt>
                <c:pt idx="4262">
                  <c:v>45171.458333333343</c:v>
                </c:pt>
                <c:pt idx="4263">
                  <c:v>45171.5</c:v>
                </c:pt>
                <c:pt idx="4264">
                  <c:v>45171.541666666657</c:v>
                </c:pt>
                <c:pt idx="4265">
                  <c:v>45171.583333333343</c:v>
                </c:pt>
                <c:pt idx="4266">
                  <c:v>45171.625</c:v>
                </c:pt>
                <c:pt idx="4267">
                  <c:v>45171.666666666657</c:v>
                </c:pt>
                <c:pt idx="4268">
                  <c:v>45171.708333333343</c:v>
                </c:pt>
                <c:pt idx="4269">
                  <c:v>45171.75</c:v>
                </c:pt>
                <c:pt idx="4270">
                  <c:v>45171.791666666657</c:v>
                </c:pt>
                <c:pt idx="4271">
                  <c:v>45171.833333333343</c:v>
                </c:pt>
                <c:pt idx="4272">
                  <c:v>45171.875</c:v>
                </c:pt>
                <c:pt idx="4273">
                  <c:v>45171.916666666657</c:v>
                </c:pt>
                <c:pt idx="4274">
                  <c:v>45171.958333333343</c:v>
                </c:pt>
                <c:pt idx="4275">
                  <c:v>45172</c:v>
                </c:pt>
                <c:pt idx="4276">
                  <c:v>45172.041666666657</c:v>
                </c:pt>
                <c:pt idx="4277">
                  <c:v>45172.083333333343</c:v>
                </c:pt>
                <c:pt idx="4278">
                  <c:v>45172.125</c:v>
                </c:pt>
                <c:pt idx="4279">
                  <c:v>45172.166666666657</c:v>
                </c:pt>
                <c:pt idx="4280">
                  <c:v>45172.208333333343</c:v>
                </c:pt>
                <c:pt idx="4281">
                  <c:v>45172.25</c:v>
                </c:pt>
                <c:pt idx="4282">
                  <c:v>45172.291666666657</c:v>
                </c:pt>
                <c:pt idx="4283">
                  <c:v>45172.333333333343</c:v>
                </c:pt>
                <c:pt idx="4284">
                  <c:v>45172.375</c:v>
                </c:pt>
                <c:pt idx="4285">
                  <c:v>45172.416666666657</c:v>
                </c:pt>
                <c:pt idx="4286">
                  <c:v>45172.458333333343</c:v>
                </c:pt>
                <c:pt idx="4287">
                  <c:v>45172.5</c:v>
                </c:pt>
                <c:pt idx="4288">
                  <c:v>45172.541666666657</c:v>
                </c:pt>
                <c:pt idx="4289">
                  <c:v>45172.583333333343</c:v>
                </c:pt>
                <c:pt idx="4290">
                  <c:v>45172.625</c:v>
                </c:pt>
                <c:pt idx="4291">
                  <c:v>45172.666666666657</c:v>
                </c:pt>
                <c:pt idx="4292">
                  <c:v>45172.708333333343</c:v>
                </c:pt>
                <c:pt idx="4293">
                  <c:v>45172.75</c:v>
                </c:pt>
                <c:pt idx="4294">
                  <c:v>45172.791666666657</c:v>
                </c:pt>
                <c:pt idx="4295">
                  <c:v>45172.833333333343</c:v>
                </c:pt>
                <c:pt idx="4296">
                  <c:v>45172.875</c:v>
                </c:pt>
                <c:pt idx="4297">
                  <c:v>45172.916666666657</c:v>
                </c:pt>
                <c:pt idx="4298">
                  <c:v>45172.958333333343</c:v>
                </c:pt>
                <c:pt idx="4299">
                  <c:v>45173</c:v>
                </c:pt>
                <c:pt idx="4300">
                  <c:v>45173.041666666657</c:v>
                </c:pt>
                <c:pt idx="4301">
                  <c:v>45173.083333333343</c:v>
                </c:pt>
                <c:pt idx="4302">
                  <c:v>45173.125</c:v>
                </c:pt>
                <c:pt idx="4303">
                  <c:v>45173.166666666657</c:v>
                </c:pt>
                <c:pt idx="4304">
                  <c:v>45173.208333333343</c:v>
                </c:pt>
                <c:pt idx="4305">
                  <c:v>45173.25</c:v>
                </c:pt>
                <c:pt idx="4306">
                  <c:v>45173.291666666657</c:v>
                </c:pt>
                <c:pt idx="4307">
                  <c:v>45173.333333333343</c:v>
                </c:pt>
                <c:pt idx="4308">
                  <c:v>45173.375</c:v>
                </c:pt>
                <c:pt idx="4309">
                  <c:v>45173.416666666657</c:v>
                </c:pt>
                <c:pt idx="4310">
                  <c:v>45173.458333333343</c:v>
                </c:pt>
                <c:pt idx="4311">
                  <c:v>45173.5</c:v>
                </c:pt>
                <c:pt idx="4312">
                  <c:v>45173.541666666657</c:v>
                </c:pt>
                <c:pt idx="4313">
                  <c:v>45173.583333333343</c:v>
                </c:pt>
                <c:pt idx="4314">
                  <c:v>45173.625</c:v>
                </c:pt>
                <c:pt idx="4315">
                  <c:v>45173.666666666657</c:v>
                </c:pt>
                <c:pt idx="4316">
                  <c:v>45173.708333333343</c:v>
                </c:pt>
                <c:pt idx="4317">
                  <c:v>45173.75</c:v>
                </c:pt>
                <c:pt idx="4318">
                  <c:v>45173.791666666657</c:v>
                </c:pt>
                <c:pt idx="4319">
                  <c:v>45173.833333333343</c:v>
                </c:pt>
                <c:pt idx="4320">
                  <c:v>45173.875</c:v>
                </c:pt>
                <c:pt idx="4321">
                  <c:v>45173.916666666657</c:v>
                </c:pt>
                <c:pt idx="4322">
                  <c:v>45173.958333333343</c:v>
                </c:pt>
                <c:pt idx="4323">
                  <c:v>45174</c:v>
                </c:pt>
                <c:pt idx="4324">
                  <c:v>45174.041666666657</c:v>
                </c:pt>
                <c:pt idx="4325">
                  <c:v>45174.083333333343</c:v>
                </c:pt>
                <c:pt idx="4326">
                  <c:v>45174.125</c:v>
                </c:pt>
                <c:pt idx="4327">
                  <c:v>45174.166666666657</c:v>
                </c:pt>
                <c:pt idx="4328">
                  <c:v>45174.208333333343</c:v>
                </c:pt>
                <c:pt idx="4329">
                  <c:v>45174.25</c:v>
                </c:pt>
                <c:pt idx="4330">
                  <c:v>45174.291666666657</c:v>
                </c:pt>
                <c:pt idx="4331">
                  <c:v>45174.333333333343</c:v>
                </c:pt>
                <c:pt idx="4332">
                  <c:v>45174.375</c:v>
                </c:pt>
                <c:pt idx="4333">
                  <c:v>45174.416666666657</c:v>
                </c:pt>
                <c:pt idx="4334">
                  <c:v>45174.458333333343</c:v>
                </c:pt>
                <c:pt idx="4335">
                  <c:v>45174.5</c:v>
                </c:pt>
                <c:pt idx="4336">
                  <c:v>45174.541666666657</c:v>
                </c:pt>
                <c:pt idx="4337">
                  <c:v>45174.583333333343</c:v>
                </c:pt>
                <c:pt idx="4338">
                  <c:v>45174.625</c:v>
                </c:pt>
                <c:pt idx="4339">
                  <c:v>45174.666666666657</c:v>
                </c:pt>
                <c:pt idx="4340">
                  <c:v>45174.708333333343</c:v>
                </c:pt>
                <c:pt idx="4341">
                  <c:v>45174.75</c:v>
                </c:pt>
                <c:pt idx="4342">
                  <c:v>45174.791666666657</c:v>
                </c:pt>
                <c:pt idx="4343">
                  <c:v>45174.833333333343</c:v>
                </c:pt>
                <c:pt idx="4344">
                  <c:v>45174.875</c:v>
                </c:pt>
                <c:pt idx="4345">
                  <c:v>45174.916666666657</c:v>
                </c:pt>
                <c:pt idx="4346">
                  <c:v>45174.958333333343</c:v>
                </c:pt>
                <c:pt idx="4347">
                  <c:v>45175</c:v>
                </c:pt>
                <c:pt idx="4348">
                  <c:v>45175.041666666657</c:v>
                </c:pt>
                <c:pt idx="4349">
                  <c:v>45175.083333333343</c:v>
                </c:pt>
                <c:pt idx="4350">
                  <c:v>45175.125</c:v>
                </c:pt>
                <c:pt idx="4351">
                  <c:v>45175.166666666657</c:v>
                </c:pt>
                <c:pt idx="4352">
                  <c:v>45175.208333333343</c:v>
                </c:pt>
                <c:pt idx="4353">
                  <c:v>45175.25</c:v>
                </c:pt>
                <c:pt idx="4354">
                  <c:v>45175.291666666657</c:v>
                </c:pt>
                <c:pt idx="4355">
                  <c:v>45175.333333333343</c:v>
                </c:pt>
                <c:pt idx="4356">
                  <c:v>45175.375</c:v>
                </c:pt>
                <c:pt idx="4357">
                  <c:v>45175.416666666657</c:v>
                </c:pt>
                <c:pt idx="4358">
                  <c:v>45175.458333333343</c:v>
                </c:pt>
                <c:pt idx="4359">
                  <c:v>45175.5</c:v>
                </c:pt>
                <c:pt idx="4360">
                  <c:v>45175.541666666657</c:v>
                </c:pt>
                <c:pt idx="4361">
                  <c:v>45175.583333333343</c:v>
                </c:pt>
                <c:pt idx="4362">
                  <c:v>45175.625</c:v>
                </c:pt>
                <c:pt idx="4363">
                  <c:v>45175.666666666657</c:v>
                </c:pt>
                <c:pt idx="4364">
                  <c:v>45175.708333333343</c:v>
                </c:pt>
                <c:pt idx="4365">
                  <c:v>45175.75</c:v>
                </c:pt>
                <c:pt idx="4366">
                  <c:v>45175.791666666657</c:v>
                </c:pt>
                <c:pt idx="4367">
                  <c:v>45175.833333333343</c:v>
                </c:pt>
                <c:pt idx="4368">
                  <c:v>45175.875</c:v>
                </c:pt>
                <c:pt idx="4369">
                  <c:v>45175.916666666657</c:v>
                </c:pt>
                <c:pt idx="4370">
                  <c:v>45175.958333333343</c:v>
                </c:pt>
                <c:pt idx="4371">
                  <c:v>45176</c:v>
                </c:pt>
                <c:pt idx="4372">
                  <c:v>45176.041666666657</c:v>
                </c:pt>
                <c:pt idx="4373">
                  <c:v>45176.083333333343</c:v>
                </c:pt>
                <c:pt idx="4374">
                  <c:v>45176.125</c:v>
                </c:pt>
                <c:pt idx="4375">
                  <c:v>45176.166666666657</c:v>
                </c:pt>
                <c:pt idx="4376">
                  <c:v>45176.208333333343</c:v>
                </c:pt>
                <c:pt idx="4377">
                  <c:v>45176.25</c:v>
                </c:pt>
                <c:pt idx="4378">
                  <c:v>45176.291666666657</c:v>
                </c:pt>
                <c:pt idx="4379">
                  <c:v>45176.333333333343</c:v>
                </c:pt>
                <c:pt idx="4380">
                  <c:v>45176.375</c:v>
                </c:pt>
                <c:pt idx="4381">
                  <c:v>45176.416666666657</c:v>
                </c:pt>
                <c:pt idx="4382">
                  <c:v>45176.458333333343</c:v>
                </c:pt>
                <c:pt idx="4383">
                  <c:v>45176.5</c:v>
                </c:pt>
                <c:pt idx="4384">
                  <c:v>45176.541666666657</c:v>
                </c:pt>
                <c:pt idx="4385">
                  <c:v>45176.583333333343</c:v>
                </c:pt>
                <c:pt idx="4386">
                  <c:v>45176.625</c:v>
                </c:pt>
                <c:pt idx="4387">
                  <c:v>45176.666666666657</c:v>
                </c:pt>
                <c:pt idx="4388">
                  <c:v>45176.708333333343</c:v>
                </c:pt>
                <c:pt idx="4389">
                  <c:v>45176.75</c:v>
                </c:pt>
                <c:pt idx="4390">
                  <c:v>45176.791666666657</c:v>
                </c:pt>
                <c:pt idx="4391">
                  <c:v>45176.833333333343</c:v>
                </c:pt>
                <c:pt idx="4392">
                  <c:v>45176.875</c:v>
                </c:pt>
                <c:pt idx="4393">
                  <c:v>45176.916666666657</c:v>
                </c:pt>
                <c:pt idx="4394">
                  <c:v>45176.958333333343</c:v>
                </c:pt>
                <c:pt idx="4395">
                  <c:v>45177</c:v>
                </c:pt>
                <c:pt idx="4396">
                  <c:v>45177.041666666657</c:v>
                </c:pt>
                <c:pt idx="4397">
                  <c:v>45177.083333333343</c:v>
                </c:pt>
                <c:pt idx="4398">
                  <c:v>45177.125</c:v>
                </c:pt>
                <c:pt idx="4399">
                  <c:v>45177.166666666657</c:v>
                </c:pt>
                <c:pt idx="4400">
                  <c:v>45177.208333333343</c:v>
                </c:pt>
                <c:pt idx="4401">
                  <c:v>45177.25</c:v>
                </c:pt>
                <c:pt idx="4402">
                  <c:v>45177.291666666657</c:v>
                </c:pt>
                <c:pt idx="4403">
                  <c:v>45177.333333333343</c:v>
                </c:pt>
                <c:pt idx="4404">
                  <c:v>45177.375</c:v>
                </c:pt>
                <c:pt idx="4405">
                  <c:v>45177.416666666657</c:v>
                </c:pt>
                <c:pt idx="4406">
                  <c:v>45177.458333333343</c:v>
                </c:pt>
                <c:pt idx="4407">
                  <c:v>45177.5</c:v>
                </c:pt>
                <c:pt idx="4408">
                  <c:v>45177.541666666657</c:v>
                </c:pt>
                <c:pt idx="4409">
                  <c:v>45177.583333333343</c:v>
                </c:pt>
                <c:pt idx="4410">
                  <c:v>45177.625</c:v>
                </c:pt>
                <c:pt idx="4411">
                  <c:v>45177.666666666657</c:v>
                </c:pt>
                <c:pt idx="4412">
                  <c:v>45177.708333333343</c:v>
                </c:pt>
                <c:pt idx="4413">
                  <c:v>45177.75</c:v>
                </c:pt>
                <c:pt idx="4414">
                  <c:v>45177.791666666657</c:v>
                </c:pt>
                <c:pt idx="4415">
                  <c:v>45177.833333333343</c:v>
                </c:pt>
                <c:pt idx="4416">
                  <c:v>45177.875</c:v>
                </c:pt>
                <c:pt idx="4417">
                  <c:v>45177.916666666657</c:v>
                </c:pt>
                <c:pt idx="4418">
                  <c:v>45177.958333333343</c:v>
                </c:pt>
                <c:pt idx="4419">
                  <c:v>45178</c:v>
                </c:pt>
                <c:pt idx="4420">
                  <c:v>45178.041666666657</c:v>
                </c:pt>
                <c:pt idx="4421">
                  <c:v>45178.083333333343</c:v>
                </c:pt>
                <c:pt idx="4422">
                  <c:v>45178.125</c:v>
                </c:pt>
                <c:pt idx="4423">
                  <c:v>45178.166666666657</c:v>
                </c:pt>
                <c:pt idx="4424">
                  <c:v>45178.208333333343</c:v>
                </c:pt>
                <c:pt idx="4425">
                  <c:v>45178.25</c:v>
                </c:pt>
                <c:pt idx="4426">
                  <c:v>45178.291666666657</c:v>
                </c:pt>
                <c:pt idx="4427">
                  <c:v>45178.333333333343</c:v>
                </c:pt>
                <c:pt idx="4428">
                  <c:v>45178.375</c:v>
                </c:pt>
                <c:pt idx="4429">
                  <c:v>45178.416666666657</c:v>
                </c:pt>
                <c:pt idx="4430">
                  <c:v>45178.458333333343</c:v>
                </c:pt>
                <c:pt idx="4431">
                  <c:v>45178.5</c:v>
                </c:pt>
                <c:pt idx="4432">
                  <c:v>45178.541666666657</c:v>
                </c:pt>
                <c:pt idx="4433">
                  <c:v>45178.583333333343</c:v>
                </c:pt>
                <c:pt idx="4434">
                  <c:v>45178.625</c:v>
                </c:pt>
                <c:pt idx="4435">
                  <c:v>45178.666666666657</c:v>
                </c:pt>
                <c:pt idx="4436">
                  <c:v>45178.708333333343</c:v>
                </c:pt>
                <c:pt idx="4437">
                  <c:v>45178.75</c:v>
                </c:pt>
                <c:pt idx="4438">
                  <c:v>45178.791666666657</c:v>
                </c:pt>
                <c:pt idx="4439">
                  <c:v>45178.833333333343</c:v>
                </c:pt>
                <c:pt idx="4440">
                  <c:v>45178.875</c:v>
                </c:pt>
                <c:pt idx="4441">
                  <c:v>45178.916666666657</c:v>
                </c:pt>
                <c:pt idx="4442">
                  <c:v>45178.958333333343</c:v>
                </c:pt>
                <c:pt idx="4443">
                  <c:v>45179</c:v>
                </c:pt>
                <c:pt idx="4444">
                  <c:v>45179.041666666657</c:v>
                </c:pt>
                <c:pt idx="4445">
                  <c:v>45179.083333333343</c:v>
                </c:pt>
                <c:pt idx="4446">
                  <c:v>45179.125</c:v>
                </c:pt>
                <c:pt idx="4447">
                  <c:v>45179.166666666657</c:v>
                </c:pt>
                <c:pt idx="4448">
                  <c:v>45179.208333333343</c:v>
                </c:pt>
                <c:pt idx="4449">
                  <c:v>45179.25</c:v>
                </c:pt>
                <c:pt idx="4450">
                  <c:v>45179.291666666657</c:v>
                </c:pt>
                <c:pt idx="4451">
                  <c:v>45179.333333333343</c:v>
                </c:pt>
                <c:pt idx="4452">
                  <c:v>45179.375</c:v>
                </c:pt>
                <c:pt idx="4453">
                  <c:v>45179.416666666657</c:v>
                </c:pt>
                <c:pt idx="4454">
                  <c:v>45179.458333333343</c:v>
                </c:pt>
                <c:pt idx="4455">
                  <c:v>45179.5</c:v>
                </c:pt>
                <c:pt idx="4456">
                  <c:v>45179.541666666657</c:v>
                </c:pt>
                <c:pt idx="4457">
                  <c:v>45179.583333333343</c:v>
                </c:pt>
                <c:pt idx="4458">
                  <c:v>45179.625</c:v>
                </c:pt>
                <c:pt idx="4459">
                  <c:v>45179.666666666657</c:v>
                </c:pt>
                <c:pt idx="4460">
                  <c:v>45179.708333333343</c:v>
                </c:pt>
                <c:pt idx="4461">
                  <c:v>45179.75</c:v>
                </c:pt>
                <c:pt idx="4462">
                  <c:v>45179.791666666657</c:v>
                </c:pt>
                <c:pt idx="4463">
                  <c:v>45179.833333333343</c:v>
                </c:pt>
                <c:pt idx="4464">
                  <c:v>45179.875</c:v>
                </c:pt>
                <c:pt idx="4465">
                  <c:v>45179.916666666657</c:v>
                </c:pt>
                <c:pt idx="4466">
                  <c:v>45179.958333333343</c:v>
                </c:pt>
                <c:pt idx="4467">
                  <c:v>45180</c:v>
                </c:pt>
                <c:pt idx="4468">
                  <c:v>45180.041666666657</c:v>
                </c:pt>
                <c:pt idx="4469">
                  <c:v>45180.083333333343</c:v>
                </c:pt>
                <c:pt idx="4470">
                  <c:v>45180.125</c:v>
                </c:pt>
                <c:pt idx="4471">
                  <c:v>45180.166666666657</c:v>
                </c:pt>
                <c:pt idx="4472">
                  <c:v>45180.208333333343</c:v>
                </c:pt>
                <c:pt idx="4473">
                  <c:v>45180.25</c:v>
                </c:pt>
                <c:pt idx="4474">
                  <c:v>45180.291666666657</c:v>
                </c:pt>
                <c:pt idx="4475">
                  <c:v>45180.333333333343</c:v>
                </c:pt>
                <c:pt idx="4476">
                  <c:v>45180.375</c:v>
                </c:pt>
                <c:pt idx="4477">
                  <c:v>45180.416666666657</c:v>
                </c:pt>
                <c:pt idx="4478">
                  <c:v>45180.458333333343</c:v>
                </c:pt>
                <c:pt idx="4479">
                  <c:v>45180.5</c:v>
                </c:pt>
                <c:pt idx="4480">
                  <c:v>45180.541666666657</c:v>
                </c:pt>
                <c:pt idx="4481">
                  <c:v>45180.583333333343</c:v>
                </c:pt>
                <c:pt idx="4482">
                  <c:v>45180.625</c:v>
                </c:pt>
                <c:pt idx="4483">
                  <c:v>45180.666666666657</c:v>
                </c:pt>
                <c:pt idx="4484">
                  <c:v>45180.708333333343</c:v>
                </c:pt>
                <c:pt idx="4485">
                  <c:v>45180.75</c:v>
                </c:pt>
                <c:pt idx="4486">
                  <c:v>45180.791666666657</c:v>
                </c:pt>
                <c:pt idx="4487">
                  <c:v>45180.833333333343</c:v>
                </c:pt>
                <c:pt idx="4488">
                  <c:v>45180.875</c:v>
                </c:pt>
                <c:pt idx="4489">
                  <c:v>45180.916666666657</c:v>
                </c:pt>
                <c:pt idx="4490">
                  <c:v>45180.958333333343</c:v>
                </c:pt>
                <c:pt idx="4491">
                  <c:v>45181</c:v>
                </c:pt>
                <c:pt idx="4492">
                  <c:v>45181.041666666657</c:v>
                </c:pt>
                <c:pt idx="4493">
                  <c:v>45181.083333333343</c:v>
                </c:pt>
                <c:pt idx="4494">
                  <c:v>45181.125</c:v>
                </c:pt>
                <c:pt idx="4495">
                  <c:v>45181.166666666657</c:v>
                </c:pt>
                <c:pt idx="4496">
                  <c:v>45181.208333333343</c:v>
                </c:pt>
                <c:pt idx="4497">
                  <c:v>45181.25</c:v>
                </c:pt>
                <c:pt idx="4498">
                  <c:v>45181.291666666657</c:v>
                </c:pt>
                <c:pt idx="4499">
                  <c:v>45181.333333333343</c:v>
                </c:pt>
                <c:pt idx="4500">
                  <c:v>45181.375</c:v>
                </c:pt>
                <c:pt idx="4501">
                  <c:v>45181.416666666657</c:v>
                </c:pt>
                <c:pt idx="4502">
                  <c:v>45181.458333333343</c:v>
                </c:pt>
                <c:pt idx="4503">
                  <c:v>45181.5</c:v>
                </c:pt>
                <c:pt idx="4504">
                  <c:v>45181.541666666657</c:v>
                </c:pt>
                <c:pt idx="4505">
                  <c:v>45181.583333333343</c:v>
                </c:pt>
                <c:pt idx="4506">
                  <c:v>45181.625</c:v>
                </c:pt>
                <c:pt idx="4507">
                  <c:v>45181.666666666657</c:v>
                </c:pt>
                <c:pt idx="4508">
                  <c:v>45181.708333333343</c:v>
                </c:pt>
                <c:pt idx="4509">
                  <c:v>45181.75</c:v>
                </c:pt>
                <c:pt idx="4510">
                  <c:v>45181.791666666657</c:v>
                </c:pt>
                <c:pt idx="4511">
                  <c:v>45181.833333333343</c:v>
                </c:pt>
                <c:pt idx="4512">
                  <c:v>45181.875</c:v>
                </c:pt>
                <c:pt idx="4513">
                  <c:v>45181.916666666657</c:v>
                </c:pt>
                <c:pt idx="4514">
                  <c:v>45181.958333333343</c:v>
                </c:pt>
                <c:pt idx="4515">
                  <c:v>45182</c:v>
                </c:pt>
                <c:pt idx="4516">
                  <c:v>45182.041666666657</c:v>
                </c:pt>
                <c:pt idx="4517">
                  <c:v>45182.083333333343</c:v>
                </c:pt>
                <c:pt idx="4518">
                  <c:v>45182.125</c:v>
                </c:pt>
                <c:pt idx="4519">
                  <c:v>45182.166666666657</c:v>
                </c:pt>
                <c:pt idx="4520">
                  <c:v>45182.208333333343</c:v>
                </c:pt>
                <c:pt idx="4521">
                  <c:v>45182.25</c:v>
                </c:pt>
                <c:pt idx="4522">
                  <c:v>45182.291666666657</c:v>
                </c:pt>
                <c:pt idx="4523">
                  <c:v>45182.333333333343</c:v>
                </c:pt>
                <c:pt idx="4524">
                  <c:v>45182.375</c:v>
                </c:pt>
                <c:pt idx="4525">
                  <c:v>45182.416666666657</c:v>
                </c:pt>
                <c:pt idx="4526">
                  <c:v>45182.458333333343</c:v>
                </c:pt>
                <c:pt idx="4527">
                  <c:v>45182.5</c:v>
                </c:pt>
                <c:pt idx="4528">
                  <c:v>45182.541666666657</c:v>
                </c:pt>
                <c:pt idx="4529">
                  <c:v>45182.583333333343</c:v>
                </c:pt>
                <c:pt idx="4530">
                  <c:v>45182.625</c:v>
                </c:pt>
                <c:pt idx="4531">
                  <c:v>45182.666666666657</c:v>
                </c:pt>
                <c:pt idx="4532">
                  <c:v>45182.708333333343</c:v>
                </c:pt>
                <c:pt idx="4533">
                  <c:v>45182.75</c:v>
                </c:pt>
                <c:pt idx="4534">
                  <c:v>45182.791666666657</c:v>
                </c:pt>
                <c:pt idx="4535">
                  <c:v>45182.833333333343</c:v>
                </c:pt>
                <c:pt idx="4536">
                  <c:v>45182.875</c:v>
                </c:pt>
                <c:pt idx="4537">
                  <c:v>45182.916666666657</c:v>
                </c:pt>
                <c:pt idx="4538">
                  <c:v>45182.958333333343</c:v>
                </c:pt>
                <c:pt idx="4539">
                  <c:v>45183</c:v>
                </c:pt>
                <c:pt idx="4540">
                  <c:v>45183.041666666657</c:v>
                </c:pt>
                <c:pt idx="4541">
                  <c:v>45183.083333333343</c:v>
                </c:pt>
                <c:pt idx="4542">
                  <c:v>45183.125</c:v>
                </c:pt>
                <c:pt idx="4543">
                  <c:v>45183.166666666657</c:v>
                </c:pt>
                <c:pt idx="4544">
                  <c:v>45183.208333333343</c:v>
                </c:pt>
                <c:pt idx="4545">
                  <c:v>45183.25</c:v>
                </c:pt>
                <c:pt idx="4546">
                  <c:v>45183.291666666657</c:v>
                </c:pt>
                <c:pt idx="4547">
                  <c:v>45183.333333333343</c:v>
                </c:pt>
                <c:pt idx="4548">
                  <c:v>45183.375</c:v>
                </c:pt>
                <c:pt idx="4549">
                  <c:v>45183.416666666657</c:v>
                </c:pt>
                <c:pt idx="4550">
                  <c:v>45183.458333333343</c:v>
                </c:pt>
                <c:pt idx="4551">
                  <c:v>45183.5</c:v>
                </c:pt>
                <c:pt idx="4552">
                  <c:v>45183.541666666657</c:v>
                </c:pt>
                <c:pt idx="4553">
                  <c:v>45183.583333333343</c:v>
                </c:pt>
                <c:pt idx="4554">
                  <c:v>45183.625</c:v>
                </c:pt>
                <c:pt idx="4555">
                  <c:v>45183.666666666657</c:v>
                </c:pt>
                <c:pt idx="4556">
                  <c:v>45183.708333333343</c:v>
                </c:pt>
                <c:pt idx="4557">
                  <c:v>45183.75</c:v>
                </c:pt>
                <c:pt idx="4558">
                  <c:v>45183.791666666657</c:v>
                </c:pt>
                <c:pt idx="4559">
                  <c:v>45183.833333333343</c:v>
                </c:pt>
                <c:pt idx="4560">
                  <c:v>45183.875</c:v>
                </c:pt>
                <c:pt idx="4561">
                  <c:v>45183.916666666657</c:v>
                </c:pt>
                <c:pt idx="4562">
                  <c:v>45183.958333333343</c:v>
                </c:pt>
                <c:pt idx="4563">
                  <c:v>45184</c:v>
                </c:pt>
                <c:pt idx="4564">
                  <c:v>45184.041666666657</c:v>
                </c:pt>
                <c:pt idx="4565">
                  <c:v>45184.083333333343</c:v>
                </c:pt>
                <c:pt idx="4566">
                  <c:v>45184.125</c:v>
                </c:pt>
                <c:pt idx="4567">
                  <c:v>45184.166666666657</c:v>
                </c:pt>
                <c:pt idx="4568">
                  <c:v>45184.208333333343</c:v>
                </c:pt>
                <c:pt idx="4569">
                  <c:v>45184.25</c:v>
                </c:pt>
                <c:pt idx="4570">
                  <c:v>45184.291666666657</c:v>
                </c:pt>
                <c:pt idx="4571">
                  <c:v>45184.333333333343</c:v>
                </c:pt>
                <c:pt idx="4572">
                  <c:v>45184.375</c:v>
                </c:pt>
                <c:pt idx="4573">
                  <c:v>45184.416666666657</c:v>
                </c:pt>
                <c:pt idx="4574">
                  <c:v>45184.458333333343</c:v>
                </c:pt>
                <c:pt idx="4575">
                  <c:v>45184.5</c:v>
                </c:pt>
                <c:pt idx="4576">
                  <c:v>45184.541666666657</c:v>
                </c:pt>
                <c:pt idx="4577">
                  <c:v>45184.583333333343</c:v>
                </c:pt>
                <c:pt idx="4578">
                  <c:v>45184.625</c:v>
                </c:pt>
                <c:pt idx="4579">
                  <c:v>45184.666666666657</c:v>
                </c:pt>
                <c:pt idx="4580">
                  <c:v>45184.708333333343</c:v>
                </c:pt>
                <c:pt idx="4581">
                  <c:v>45184.75</c:v>
                </c:pt>
                <c:pt idx="4582">
                  <c:v>45184.791666666657</c:v>
                </c:pt>
                <c:pt idx="4583">
                  <c:v>45184.833333333343</c:v>
                </c:pt>
                <c:pt idx="4584">
                  <c:v>45184.875</c:v>
                </c:pt>
                <c:pt idx="4585">
                  <c:v>45184.916666666657</c:v>
                </c:pt>
                <c:pt idx="4586">
                  <c:v>45184.958333333343</c:v>
                </c:pt>
                <c:pt idx="4587">
                  <c:v>45185</c:v>
                </c:pt>
                <c:pt idx="4588">
                  <c:v>45185.041666666657</c:v>
                </c:pt>
                <c:pt idx="4589">
                  <c:v>45185.083333333343</c:v>
                </c:pt>
                <c:pt idx="4590">
                  <c:v>45185.125</c:v>
                </c:pt>
                <c:pt idx="4591">
                  <c:v>45185.166666666657</c:v>
                </c:pt>
                <c:pt idx="4592">
                  <c:v>45185.208333333343</c:v>
                </c:pt>
                <c:pt idx="4593">
                  <c:v>45185.25</c:v>
                </c:pt>
                <c:pt idx="4594">
                  <c:v>45185.291666666657</c:v>
                </c:pt>
                <c:pt idx="4595">
                  <c:v>45185.333333333343</c:v>
                </c:pt>
                <c:pt idx="4596">
                  <c:v>45185.375</c:v>
                </c:pt>
                <c:pt idx="4597">
                  <c:v>45185.416666666657</c:v>
                </c:pt>
                <c:pt idx="4598">
                  <c:v>45185.458333333343</c:v>
                </c:pt>
                <c:pt idx="4599">
                  <c:v>45185.5</c:v>
                </c:pt>
                <c:pt idx="4600">
                  <c:v>45185.541666666657</c:v>
                </c:pt>
                <c:pt idx="4601">
                  <c:v>45185.583333333343</c:v>
                </c:pt>
                <c:pt idx="4602">
                  <c:v>45185.625</c:v>
                </c:pt>
                <c:pt idx="4603">
                  <c:v>45185.666666666657</c:v>
                </c:pt>
                <c:pt idx="4604">
                  <c:v>45185.708333333343</c:v>
                </c:pt>
                <c:pt idx="4605">
                  <c:v>45185.75</c:v>
                </c:pt>
                <c:pt idx="4606">
                  <c:v>45185.791666666657</c:v>
                </c:pt>
                <c:pt idx="4607">
                  <c:v>45185.833333333343</c:v>
                </c:pt>
                <c:pt idx="4608">
                  <c:v>45185.875</c:v>
                </c:pt>
                <c:pt idx="4609">
                  <c:v>45185.916666666657</c:v>
                </c:pt>
                <c:pt idx="4610">
                  <c:v>45185.958333333343</c:v>
                </c:pt>
                <c:pt idx="4611">
                  <c:v>45186</c:v>
                </c:pt>
                <c:pt idx="4612">
                  <c:v>45186.041666666657</c:v>
                </c:pt>
                <c:pt idx="4613">
                  <c:v>45186.083333333343</c:v>
                </c:pt>
                <c:pt idx="4614">
                  <c:v>45186.125</c:v>
                </c:pt>
                <c:pt idx="4615">
                  <c:v>45186.166666666657</c:v>
                </c:pt>
                <c:pt idx="4616">
                  <c:v>45186.208333333343</c:v>
                </c:pt>
                <c:pt idx="4617">
                  <c:v>45186.25</c:v>
                </c:pt>
                <c:pt idx="4618">
                  <c:v>45186.291666666657</c:v>
                </c:pt>
                <c:pt idx="4619">
                  <c:v>45186.333333333343</c:v>
                </c:pt>
                <c:pt idx="4620">
                  <c:v>45186.375</c:v>
                </c:pt>
                <c:pt idx="4621">
                  <c:v>45186.416666666657</c:v>
                </c:pt>
                <c:pt idx="4622">
                  <c:v>45186.458333333343</c:v>
                </c:pt>
                <c:pt idx="4623">
                  <c:v>45186.5</c:v>
                </c:pt>
                <c:pt idx="4624">
                  <c:v>45186.541666666657</c:v>
                </c:pt>
                <c:pt idx="4625">
                  <c:v>45186.583333333343</c:v>
                </c:pt>
                <c:pt idx="4626">
                  <c:v>45186.625</c:v>
                </c:pt>
                <c:pt idx="4627">
                  <c:v>45186.666666666657</c:v>
                </c:pt>
                <c:pt idx="4628">
                  <c:v>45186.708333333343</c:v>
                </c:pt>
                <c:pt idx="4629">
                  <c:v>45186.75</c:v>
                </c:pt>
                <c:pt idx="4630">
                  <c:v>45186.791666666657</c:v>
                </c:pt>
                <c:pt idx="4631">
                  <c:v>45186.833333333343</c:v>
                </c:pt>
                <c:pt idx="4632">
                  <c:v>45186.875</c:v>
                </c:pt>
                <c:pt idx="4633">
                  <c:v>45186.916666666657</c:v>
                </c:pt>
                <c:pt idx="4634">
                  <c:v>45186.958333333343</c:v>
                </c:pt>
                <c:pt idx="4635">
                  <c:v>45187</c:v>
                </c:pt>
                <c:pt idx="4636">
                  <c:v>45187.041666666657</c:v>
                </c:pt>
                <c:pt idx="4637">
                  <c:v>45187.083333333343</c:v>
                </c:pt>
                <c:pt idx="4638">
                  <c:v>45187.125</c:v>
                </c:pt>
                <c:pt idx="4639">
                  <c:v>45187.166666666657</c:v>
                </c:pt>
                <c:pt idx="4640">
                  <c:v>45187.208333333343</c:v>
                </c:pt>
                <c:pt idx="4641">
                  <c:v>45187.25</c:v>
                </c:pt>
                <c:pt idx="4642">
                  <c:v>45187.291666666657</c:v>
                </c:pt>
                <c:pt idx="4643">
                  <c:v>45187.333333333343</c:v>
                </c:pt>
                <c:pt idx="4644">
                  <c:v>45187.375</c:v>
                </c:pt>
                <c:pt idx="4645">
                  <c:v>45187.416666666657</c:v>
                </c:pt>
                <c:pt idx="4646">
                  <c:v>45187.458333333343</c:v>
                </c:pt>
                <c:pt idx="4647">
                  <c:v>45187.5</c:v>
                </c:pt>
                <c:pt idx="4648">
                  <c:v>45187.541666666657</c:v>
                </c:pt>
                <c:pt idx="4649">
                  <c:v>45187.583333333343</c:v>
                </c:pt>
                <c:pt idx="4650">
                  <c:v>45187.625</c:v>
                </c:pt>
                <c:pt idx="4651">
                  <c:v>45187.666666666657</c:v>
                </c:pt>
                <c:pt idx="4652">
                  <c:v>45187.708333333343</c:v>
                </c:pt>
                <c:pt idx="4653">
                  <c:v>45187.75</c:v>
                </c:pt>
                <c:pt idx="4654">
                  <c:v>45187.791666666657</c:v>
                </c:pt>
                <c:pt idx="4655">
                  <c:v>45187.833333333343</c:v>
                </c:pt>
                <c:pt idx="4656">
                  <c:v>45187.875</c:v>
                </c:pt>
                <c:pt idx="4657">
                  <c:v>45187.916666666657</c:v>
                </c:pt>
                <c:pt idx="4658">
                  <c:v>45187.958333333343</c:v>
                </c:pt>
                <c:pt idx="4659">
                  <c:v>45188</c:v>
                </c:pt>
                <c:pt idx="4660">
                  <c:v>45188.041666666657</c:v>
                </c:pt>
                <c:pt idx="4661">
                  <c:v>45188.083333333343</c:v>
                </c:pt>
                <c:pt idx="4662">
                  <c:v>45188.125</c:v>
                </c:pt>
                <c:pt idx="4663">
                  <c:v>45188.166666666657</c:v>
                </c:pt>
                <c:pt idx="4664">
                  <c:v>45188.208333333343</c:v>
                </c:pt>
                <c:pt idx="4665">
                  <c:v>45188.25</c:v>
                </c:pt>
                <c:pt idx="4666">
                  <c:v>45188.291666666657</c:v>
                </c:pt>
                <c:pt idx="4667">
                  <c:v>45188.333333333343</c:v>
                </c:pt>
                <c:pt idx="4668">
                  <c:v>45188.375</c:v>
                </c:pt>
                <c:pt idx="4669">
                  <c:v>45188.416666666657</c:v>
                </c:pt>
                <c:pt idx="4670">
                  <c:v>45188.458333333343</c:v>
                </c:pt>
                <c:pt idx="4671">
                  <c:v>45188.5</c:v>
                </c:pt>
                <c:pt idx="4672">
                  <c:v>45188.541666666657</c:v>
                </c:pt>
                <c:pt idx="4673">
                  <c:v>45188.583333333343</c:v>
                </c:pt>
                <c:pt idx="4674">
                  <c:v>45188.625</c:v>
                </c:pt>
                <c:pt idx="4675">
                  <c:v>45188.666666666657</c:v>
                </c:pt>
                <c:pt idx="4676">
                  <c:v>45188.708333333343</c:v>
                </c:pt>
                <c:pt idx="4677">
                  <c:v>45188.75</c:v>
                </c:pt>
                <c:pt idx="4678">
                  <c:v>45188.791666666657</c:v>
                </c:pt>
                <c:pt idx="4679">
                  <c:v>45188.833333333343</c:v>
                </c:pt>
                <c:pt idx="4680">
                  <c:v>45188.875</c:v>
                </c:pt>
                <c:pt idx="4681">
                  <c:v>45188.916666666657</c:v>
                </c:pt>
                <c:pt idx="4682">
                  <c:v>45188.958333333343</c:v>
                </c:pt>
                <c:pt idx="4683">
                  <c:v>45189</c:v>
                </c:pt>
                <c:pt idx="4684">
                  <c:v>45189.041666666657</c:v>
                </c:pt>
                <c:pt idx="4685">
                  <c:v>45189.083333333343</c:v>
                </c:pt>
                <c:pt idx="4686">
                  <c:v>45189.125</c:v>
                </c:pt>
                <c:pt idx="4687">
                  <c:v>45189.166666666657</c:v>
                </c:pt>
                <c:pt idx="4688">
                  <c:v>45189.208333333343</c:v>
                </c:pt>
                <c:pt idx="4689">
                  <c:v>45189.25</c:v>
                </c:pt>
                <c:pt idx="4690">
                  <c:v>45189.291666666657</c:v>
                </c:pt>
                <c:pt idx="4691">
                  <c:v>45189.333333333343</c:v>
                </c:pt>
                <c:pt idx="4692">
                  <c:v>45189.375</c:v>
                </c:pt>
                <c:pt idx="4693">
                  <c:v>45189.416666666657</c:v>
                </c:pt>
                <c:pt idx="4694">
                  <c:v>45189.458333333343</c:v>
                </c:pt>
                <c:pt idx="4695">
                  <c:v>45189.5</c:v>
                </c:pt>
                <c:pt idx="4696">
                  <c:v>45189.541666666657</c:v>
                </c:pt>
                <c:pt idx="4697">
                  <c:v>45189.583333333343</c:v>
                </c:pt>
                <c:pt idx="4698">
                  <c:v>45189.625</c:v>
                </c:pt>
                <c:pt idx="4699">
                  <c:v>45189.666666666657</c:v>
                </c:pt>
                <c:pt idx="4700">
                  <c:v>45189.708333333343</c:v>
                </c:pt>
                <c:pt idx="4701">
                  <c:v>45189.75</c:v>
                </c:pt>
                <c:pt idx="4702">
                  <c:v>45189.791666666657</c:v>
                </c:pt>
                <c:pt idx="4703">
                  <c:v>45189.833333333343</c:v>
                </c:pt>
                <c:pt idx="4704">
                  <c:v>45189.875</c:v>
                </c:pt>
                <c:pt idx="4705">
                  <c:v>45189.916666666657</c:v>
                </c:pt>
                <c:pt idx="4706">
                  <c:v>45189.958333333343</c:v>
                </c:pt>
                <c:pt idx="4707">
                  <c:v>45190</c:v>
                </c:pt>
                <c:pt idx="4708">
                  <c:v>45190.041666666657</c:v>
                </c:pt>
                <c:pt idx="4709">
                  <c:v>45190.083333333343</c:v>
                </c:pt>
                <c:pt idx="4710">
                  <c:v>45190.125</c:v>
                </c:pt>
                <c:pt idx="4711">
                  <c:v>45190.166666666657</c:v>
                </c:pt>
                <c:pt idx="4712">
                  <c:v>45190.208333333343</c:v>
                </c:pt>
                <c:pt idx="4713">
                  <c:v>45190.25</c:v>
                </c:pt>
                <c:pt idx="4714">
                  <c:v>45190.291666666657</c:v>
                </c:pt>
                <c:pt idx="4715">
                  <c:v>45190.333333333343</c:v>
                </c:pt>
                <c:pt idx="4716">
                  <c:v>45190.375</c:v>
                </c:pt>
                <c:pt idx="4717">
                  <c:v>45190.416666666657</c:v>
                </c:pt>
                <c:pt idx="4718">
                  <c:v>45190.458333333343</c:v>
                </c:pt>
                <c:pt idx="4719">
                  <c:v>45190.5</c:v>
                </c:pt>
                <c:pt idx="4720">
                  <c:v>45190.541666666657</c:v>
                </c:pt>
                <c:pt idx="4721">
                  <c:v>45190.583333333343</c:v>
                </c:pt>
                <c:pt idx="4722">
                  <c:v>45190.625</c:v>
                </c:pt>
                <c:pt idx="4723">
                  <c:v>45190.666666666657</c:v>
                </c:pt>
                <c:pt idx="4724">
                  <c:v>45190.708333333343</c:v>
                </c:pt>
                <c:pt idx="4725">
                  <c:v>45190.75</c:v>
                </c:pt>
                <c:pt idx="4726">
                  <c:v>45190.791666666657</c:v>
                </c:pt>
                <c:pt idx="4727">
                  <c:v>45190.833333333343</c:v>
                </c:pt>
                <c:pt idx="4728">
                  <c:v>45190.875</c:v>
                </c:pt>
                <c:pt idx="4729">
                  <c:v>45190.916666666657</c:v>
                </c:pt>
                <c:pt idx="4730">
                  <c:v>45190.958333333343</c:v>
                </c:pt>
                <c:pt idx="4731">
                  <c:v>45191</c:v>
                </c:pt>
                <c:pt idx="4732">
                  <c:v>45191.041666666657</c:v>
                </c:pt>
                <c:pt idx="4733">
                  <c:v>45191.083333333343</c:v>
                </c:pt>
                <c:pt idx="4734">
                  <c:v>45191.125</c:v>
                </c:pt>
                <c:pt idx="4735">
                  <c:v>45191.166666666657</c:v>
                </c:pt>
                <c:pt idx="4736">
                  <c:v>45191.208333333343</c:v>
                </c:pt>
                <c:pt idx="4737">
                  <c:v>45191.25</c:v>
                </c:pt>
                <c:pt idx="4738">
                  <c:v>45191.291666666657</c:v>
                </c:pt>
                <c:pt idx="4739">
                  <c:v>45191.333333333343</c:v>
                </c:pt>
                <c:pt idx="4740">
                  <c:v>45191.375</c:v>
                </c:pt>
                <c:pt idx="4741">
                  <c:v>45191.416666666657</c:v>
                </c:pt>
                <c:pt idx="4742">
                  <c:v>45191.458333333343</c:v>
                </c:pt>
                <c:pt idx="4743">
                  <c:v>45191.5</c:v>
                </c:pt>
                <c:pt idx="4744">
                  <c:v>45191.541666666657</c:v>
                </c:pt>
                <c:pt idx="4745">
                  <c:v>45191.583333333343</c:v>
                </c:pt>
                <c:pt idx="4746">
                  <c:v>45191.625</c:v>
                </c:pt>
                <c:pt idx="4747">
                  <c:v>45191.666666666657</c:v>
                </c:pt>
                <c:pt idx="4748">
                  <c:v>45191.708333333343</c:v>
                </c:pt>
                <c:pt idx="4749">
                  <c:v>45191.75</c:v>
                </c:pt>
                <c:pt idx="4750">
                  <c:v>45191.791666666657</c:v>
                </c:pt>
                <c:pt idx="4751">
                  <c:v>45191.833333333343</c:v>
                </c:pt>
                <c:pt idx="4752">
                  <c:v>45191.875</c:v>
                </c:pt>
                <c:pt idx="4753">
                  <c:v>45191.916666666657</c:v>
                </c:pt>
                <c:pt idx="4754">
                  <c:v>45191.958333333343</c:v>
                </c:pt>
                <c:pt idx="4755">
                  <c:v>45192</c:v>
                </c:pt>
                <c:pt idx="4756">
                  <c:v>45192.041666666657</c:v>
                </c:pt>
                <c:pt idx="4757">
                  <c:v>45192.083333333343</c:v>
                </c:pt>
                <c:pt idx="4758">
                  <c:v>45192.125</c:v>
                </c:pt>
                <c:pt idx="4759">
                  <c:v>45192.166666666657</c:v>
                </c:pt>
                <c:pt idx="4760">
                  <c:v>45192.208333333343</c:v>
                </c:pt>
                <c:pt idx="4761">
                  <c:v>45192.25</c:v>
                </c:pt>
                <c:pt idx="4762">
                  <c:v>45192.291666666657</c:v>
                </c:pt>
                <c:pt idx="4763">
                  <c:v>45192.333333333343</c:v>
                </c:pt>
                <c:pt idx="4764">
                  <c:v>45192.375</c:v>
                </c:pt>
                <c:pt idx="4765">
                  <c:v>45192.416666666657</c:v>
                </c:pt>
                <c:pt idx="4766">
                  <c:v>45192.458333333343</c:v>
                </c:pt>
                <c:pt idx="4767">
                  <c:v>45192.5</c:v>
                </c:pt>
                <c:pt idx="4768">
                  <c:v>45192.541666666657</c:v>
                </c:pt>
                <c:pt idx="4769">
                  <c:v>45192.583333333343</c:v>
                </c:pt>
                <c:pt idx="4770">
                  <c:v>45192.625</c:v>
                </c:pt>
                <c:pt idx="4771">
                  <c:v>45192.666666666657</c:v>
                </c:pt>
                <c:pt idx="4772">
                  <c:v>45192.708333333343</c:v>
                </c:pt>
                <c:pt idx="4773">
                  <c:v>45192.75</c:v>
                </c:pt>
                <c:pt idx="4774">
                  <c:v>45192.791666666657</c:v>
                </c:pt>
                <c:pt idx="4775">
                  <c:v>45192.833333333343</c:v>
                </c:pt>
                <c:pt idx="4776">
                  <c:v>45192.875</c:v>
                </c:pt>
                <c:pt idx="4777">
                  <c:v>45192.916666666657</c:v>
                </c:pt>
                <c:pt idx="4778">
                  <c:v>45192.958333333343</c:v>
                </c:pt>
                <c:pt idx="4779">
                  <c:v>45193</c:v>
                </c:pt>
                <c:pt idx="4780">
                  <c:v>45193.041666666657</c:v>
                </c:pt>
                <c:pt idx="4781">
                  <c:v>45193.083333333343</c:v>
                </c:pt>
                <c:pt idx="4782">
                  <c:v>45193.125</c:v>
                </c:pt>
                <c:pt idx="4783">
                  <c:v>45193.166666666657</c:v>
                </c:pt>
                <c:pt idx="4784">
                  <c:v>45193.208333333343</c:v>
                </c:pt>
                <c:pt idx="4785">
                  <c:v>45193.25</c:v>
                </c:pt>
                <c:pt idx="4786">
                  <c:v>45193.291666666657</c:v>
                </c:pt>
                <c:pt idx="4787">
                  <c:v>45193.333333333343</c:v>
                </c:pt>
                <c:pt idx="4788">
                  <c:v>45193.375</c:v>
                </c:pt>
                <c:pt idx="4789">
                  <c:v>45193.416666666657</c:v>
                </c:pt>
                <c:pt idx="4790">
                  <c:v>45193.458333333343</c:v>
                </c:pt>
                <c:pt idx="4791">
                  <c:v>45193.5</c:v>
                </c:pt>
                <c:pt idx="4792">
                  <c:v>45193.541666666657</c:v>
                </c:pt>
                <c:pt idx="4793">
                  <c:v>45193.583333333343</c:v>
                </c:pt>
                <c:pt idx="4794">
                  <c:v>45193.625</c:v>
                </c:pt>
                <c:pt idx="4795">
                  <c:v>45193.666666666657</c:v>
                </c:pt>
                <c:pt idx="4796">
                  <c:v>45193.708333333343</c:v>
                </c:pt>
                <c:pt idx="4797">
                  <c:v>45193.75</c:v>
                </c:pt>
                <c:pt idx="4798">
                  <c:v>45193.791666666657</c:v>
                </c:pt>
                <c:pt idx="4799">
                  <c:v>45193.833333333343</c:v>
                </c:pt>
                <c:pt idx="4800">
                  <c:v>45193.875</c:v>
                </c:pt>
                <c:pt idx="4801">
                  <c:v>45193.916666666657</c:v>
                </c:pt>
                <c:pt idx="4802">
                  <c:v>45193.958333333343</c:v>
                </c:pt>
                <c:pt idx="4803">
                  <c:v>45194</c:v>
                </c:pt>
                <c:pt idx="4804">
                  <c:v>45194.041666666657</c:v>
                </c:pt>
                <c:pt idx="4805">
                  <c:v>45194.083333333343</c:v>
                </c:pt>
                <c:pt idx="4806">
                  <c:v>45194.125</c:v>
                </c:pt>
                <c:pt idx="4807">
                  <c:v>45194.166666666657</c:v>
                </c:pt>
                <c:pt idx="4808">
                  <c:v>45194.208333333343</c:v>
                </c:pt>
                <c:pt idx="4809">
                  <c:v>45194.25</c:v>
                </c:pt>
                <c:pt idx="4810">
                  <c:v>45194.291666666657</c:v>
                </c:pt>
                <c:pt idx="4811">
                  <c:v>45194.333333333343</c:v>
                </c:pt>
                <c:pt idx="4812">
                  <c:v>45194.375</c:v>
                </c:pt>
                <c:pt idx="4813">
                  <c:v>45194.416666666657</c:v>
                </c:pt>
                <c:pt idx="4814">
                  <c:v>45194.458333333343</c:v>
                </c:pt>
                <c:pt idx="4815">
                  <c:v>45194.5</c:v>
                </c:pt>
                <c:pt idx="4816">
                  <c:v>45194.541666666657</c:v>
                </c:pt>
                <c:pt idx="4817">
                  <c:v>45194.583333333343</c:v>
                </c:pt>
                <c:pt idx="4818">
                  <c:v>45194.625</c:v>
                </c:pt>
                <c:pt idx="4819">
                  <c:v>45194.666666666657</c:v>
                </c:pt>
                <c:pt idx="4820">
                  <c:v>45194.708333333343</c:v>
                </c:pt>
                <c:pt idx="4821">
                  <c:v>45194.75</c:v>
                </c:pt>
                <c:pt idx="4822">
                  <c:v>45194.791666666657</c:v>
                </c:pt>
                <c:pt idx="4823">
                  <c:v>45194.833333333343</c:v>
                </c:pt>
                <c:pt idx="4824">
                  <c:v>45194.875</c:v>
                </c:pt>
                <c:pt idx="4825">
                  <c:v>45194.916666666657</c:v>
                </c:pt>
                <c:pt idx="4826">
                  <c:v>45194.958333333343</c:v>
                </c:pt>
                <c:pt idx="4827">
                  <c:v>45195</c:v>
                </c:pt>
                <c:pt idx="4828">
                  <c:v>45195.041666666657</c:v>
                </c:pt>
                <c:pt idx="4829">
                  <c:v>45195.083333333343</c:v>
                </c:pt>
                <c:pt idx="4830">
                  <c:v>45195.125</c:v>
                </c:pt>
                <c:pt idx="4831">
                  <c:v>45195.166666666657</c:v>
                </c:pt>
                <c:pt idx="4832">
                  <c:v>45195.208333333343</c:v>
                </c:pt>
                <c:pt idx="4833">
                  <c:v>45195.25</c:v>
                </c:pt>
                <c:pt idx="4834">
                  <c:v>45195.291666666657</c:v>
                </c:pt>
                <c:pt idx="4835">
                  <c:v>45195.333333333343</c:v>
                </c:pt>
                <c:pt idx="4836">
                  <c:v>45195.375</c:v>
                </c:pt>
                <c:pt idx="4837">
                  <c:v>45195.416666666657</c:v>
                </c:pt>
                <c:pt idx="4838">
                  <c:v>45195.458333333343</c:v>
                </c:pt>
                <c:pt idx="4839">
                  <c:v>45195.5</c:v>
                </c:pt>
                <c:pt idx="4840">
                  <c:v>45195.541666666657</c:v>
                </c:pt>
                <c:pt idx="4841">
                  <c:v>45195.583333333343</c:v>
                </c:pt>
                <c:pt idx="4842">
                  <c:v>45195.625</c:v>
                </c:pt>
                <c:pt idx="4843">
                  <c:v>45195.666666666657</c:v>
                </c:pt>
                <c:pt idx="4844">
                  <c:v>45195.708333333343</c:v>
                </c:pt>
                <c:pt idx="4845">
                  <c:v>45195.75</c:v>
                </c:pt>
                <c:pt idx="4846">
                  <c:v>45195.791666666657</c:v>
                </c:pt>
                <c:pt idx="4847">
                  <c:v>45195.833333333343</c:v>
                </c:pt>
                <c:pt idx="4848">
                  <c:v>45195.875</c:v>
                </c:pt>
                <c:pt idx="4849">
                  <c:v>45195.916666666657</c:v>
                </c:pt>
                <c:pt idx="4850">
                  <c:v>45195.958333333343</c:v>
                </c:pt>
                <c:pt idx="4851">
                  <c:v>45196</c:v>
                </c:pt>
                <c:pt idx="4852">
                  <c:v>45196.041666666657</c:v>
                </c:pt>
                <c:pt idx="4853">
                  <c:v>45196.083333333343</c:v>
                </c:pt>
                <c:pt idx="4854">
                  <c:v>45196.125</c:v>
                </c:pt>
                <c:pt idx="4855">
                  <c:v>45196.166666666657</c:v>
                </c:pt>
                <c:pt idx="4856">
                  <c:v>45196.208333333343</c:v>
                </c:pt>
                <c:pt idx="4857">
                  <c:v>45196.25</c:v>
                </c:pt>
                <c:pt idx="4858">
                  <c:v>45196.291666666657</c:v>
                </c:pt>
                <c:pt idx="4859">
                  <c:v>45196.333333333343</c:v>
                </c:pt>
                <c:pt idx="4860">
                  <c:v>45196.375</c:v>
                </c:pt>
                <c:pt idx="4861">
                  <c:v>45196.416666666657</c:v>
                </c:pt>
                <c:pt idx="4862">
                  <c:v>45196.458333333343</c:v>
                </c:pt>
                <c:pt idx="4863">
                  <c:v>45196.5</c:v>
                </c:pt>
                <c:pt idx="4864">
                  <c:v>45196.541666666657</c:v>
                </c:pt>
                <c:pt idx="4865">
                  <c:v>45196.583333333343</c:v>
                </c:pt>
                <c:pt idx="4866">
                  <c:v>45196.625</c:v>
                </c:pt>
                <c:pt idx="4867">
                  <c:v>45196.666666666657</c:v>
                </c:pt>
                <c:pt idx="4868">
                  <c:v>45196.708333333343</c:v>
                </c:pt>
                <c:pt idx="4869">
                  <c:v>45196.75</c:v>
                </c:pt>
                <c:pt idx="4870">
                  <c:v>45196.791666666657</c:v>
                </c:pt>
                <c:pt idx="4871">
                  <c:v>45196.833333333343</c:v>
                </c:pt>
                <c:pt idx="4872">
                  <c:v>45196.875</c:v>
                </c:pt>
                <c:pt idx="4873">
                  <c:v>45196.916666666657</c:v>
                </c:pt>
                <c:pt idx="4874">
                  <c:v>45196.958333333343</c:v>
                </c:pt>
                <c:pt idx="4875">
                  <c:v>45197</c:v>
                </c:pt>
                <c:pt idx="4876">
                  <c:v>45197.041666666657</c:v>
                </c:pt>
                <c:pt idx="4877">
                  <c:v>45197.083333333343</c:v>
                </c:pt>
                <c:pt idx="4878">
                  <c:v>45197.125</c:v>
                </c:pt>
                <c:pt idx="4879">
                  <c:v>45197.166666666657</c:v>
                </c:pt>
                <c:pt idx="4880">
                  <c:v>45197.208333333343</c:v>
                </c:pt>
                <c:pt idx="4881">
                  <c:v>45197.25</c:v>
                </c:pt>
                <c:pt idx="4882">
                  <c:v>45197.291666666657</c:v>
                </c:pt>
                <c:pt idx="4883">
                  <c:v>45197.333333333343</c:v>
                </c:pt>
                <c:pt idx="4884">
                  <c:v>45197.375</c:v>
                </c:pt>
                <c:pt idx="4885">
                  <c:v>45197.416666666657</c:v>
                </c:pt>
                <c:pt idx="4886">
                  <c:v>45197.458333333343</c:v>
                </c:pt>
                <c:pt idx="4887">
                  <c:v>45197.5</c:v>
                </c:pt>
                <c:pt idx="4888">
                  <c:v>45197.541666666657</c:v>
                </c:pt>
                <c:pt idx="4889">
                  <c:v>45197.583333333343</c:v>
                </c:pt>
                <c:pt idx="4890">
                  <c:v>45197.625</c:v>
                </c:pt>
                <c:pt idx="4891">
                  <c:v>45197.666666666657</c:v>
                </c:pt>
                <c:pt idx="4892">
                  <c:v>45197.708333333343</c:v>
                </c:pt>
                <c:pt idx="4893">
                  <c:v>45197.75</c:v>
                </c:pt>
                <c:pt idx="4894">
                  <c:v>45197.791666666657</c:v>
                </c:pt>
                <c:pt idx="4895">
                  <c:v>45197.833333333343</c:v>
                </c:pt>
                <c:pt idx="4896">
                  <c:v>45197.875</c:v>
                </c:pt>
                <c:pt idx="4897">
                  <c:v>45197.916666666657</c:v>
                </c:pt>
                <c:pt idx="4898">
                  <c:v>45197.958333333343</c:v>
                </c:pt>
                <c:pt idx="4899">
                  <c:v>45198</c:v>
                </c:pt>
                <c:pt idx="4900">
                  <c:v>45198.041666666657</c:v>
                </c:pt>
                <c:pt idx="4901">
                  <c:v>45198.083333333343</c:v>
                </c:pt>
                <c:pt idx="4902">
                  <c:v>45198.125</c:v>
                </c:pt>
                <c:pt idx="4903">
                  <c:v>45198.166666666657</c:v>
                </c:pt>
                <c:pt idx="4904">
                  <c:v>45198.208333333343</c:v>
                </c:pt>
                <c:pt idx="4905">
                  <c:v>45198.25</c:v>
                </c:pt>
                <c:pt idx="4906">
                  <c:v>45198.291666666657</c:v>
                </c:pt>
                <c:pt idx="4907">
                  <c:v>45198.333333333343</c:v>
                </c:pt>
                <c:pt idx="4908">
                  <c:v>45198.375</c:v>
                </c:pt>
                <c:pt idx="4909">
                  <c:v>45198.416666666657</c:v>
                </c:pt>
                <c:pt idx="4910">
                  <c:v>45198.458333333343</c:v>
                </c:pt>
                <c:pt idx="4911">
                  <c:v>45198.5</c:v>
                </c:pt>
                <c:pt idx="4912">
                  <c:v>45198.541666666657</c:v>
                </c:pt>
                <c:pt idx="4913">
                  <c:v>45198.583333333343</c:v>
                </c:pt>
                <c:pt idx="4914">
                  <c:v>45198.625</c:v>
                </c:pt>
                <c:pt idx="4915">
                  <c:v>45198.666666666657</c:v>
                </c:pt>
                <c:pt idx="4916">
                  <c:v>45198.708333333343</c:v>
                </c:pt>
                <c:pt idx="4917">
                  <c:v>45198.75</c:v>
                </c:pt>
                <c:pt idx="4918">
                  <c:v>45198.791666666657</c:v>
                </c:pt>
                <c:pt idx="4919">
                  <c:v>45198.833333333343</c:v>
                </c:pt>
                <c:pt idx="4920">
                  <c:v>45198.875</c:v>
                </c:pt>
                <c:pt idx="4921">
                  <c:v>45198.916666666657</c:v>
                </c:pt>
                <c:pt idx="4922">
                  <c:v>45198.958333333343</c:v>
                </c:pt>
                <c:pt idx="4923">
                  <c:v>45199</c:v>
                </c:pt>
                <c:pt idx="4924">
                  <c:v>45199.041666666657</c:v>
                </c:pt>
                <c:pt idx="4925">
                  <c:v>45199.083333333343</c:v>
                </c:pt>
                <c:pt idx="4926">
                  <c:v>45199.125</c:v>
                </c:pt>
                <c:pt idx="4927">
                  <c:v>45199.166666666657</c:v>
                </c:pt>
                <c:pt idx="4928">
                  <c:v>45199.208333333343</c:v>
                </c:pt>
                <c:pt idx="4929">
                  <c:v>45199.25</c:v>
                </c:pt>
                <c:pt idx="4930">
                  <c:v>45199.291666666657</c:v>
                </c:pt>
                <c:pt idx="4931">
                  <c:v>45199.333333333343</c:v>
                </c:pt>
                <c:pt idx="4932">
                  <c:v>45199.375</c:v>
                </c:pt>
                <c:pt idx="4933">
                  <c:v>45199.416666666657</c:v>
                </c:pt>
                <c:pt idx="4934">
                  <c:v>45199.458333333343</c:v>
                </c:pt>
                <c:pt idx="4935">
                  <c:v>45199.5</c:v>
                </c:pt>
                <c:pt idx="4936">
                  <c:v>45199.541666666657</c:v>
                </c:pt>
                <c:pt idx="4937">
                  <c:v>45199.583333333343</c:v>
                </c:pt>
                <c:pt idx="4938">
                  <c:v>45199.625</c:v>
                </c:pt>
                <c:pt idx="4939">
                  <c:v>45199.666666666657</c:v>
                </c:pt>
                <c:pt idx="4940">
                  <c:v>45199.708333333343</c:v>
                </c:pt>
                <c:pt idx="4941">
                  <c:v>45199.75</c:v>
                </c:pt>
              </c:numCache>
            </c:numRef>
          </c:xVal>
          <c:yVal>
            <c:numRef>
              <c:f>Sheet1!$B$2:$B$4943</c:f>
              <c:numCache>
                <c:formatCode>General</c:formatCode>
                <c:ptCount val="4942"/>
                <c:pt idx="0">
                  <c:v>6.1556339263916002E-2</c:v>
                </c:pt>
                <c:pt idx="1">
                  <c:v>0.10293531417846701</c:v>
                </c:pt>
                <c:pt idx="2">
                  <c:v>0.1818411350250245</c:v>
                </c:pt>
                <c:pt idx="3">
                  <c:v>0.26074695587158198</c:v>
                </c:pt>
                <c:pt idx="4">
                  <c:v>0.18969917297363301</c:v>
                </c:pt>
                <c:pt idx="5">
                  <c:v>7.6126337051391699E-2</c:v>
                </c:pt>
                <c:pt idx="6">
                  <c:v>-3.7446498870849602E-2</c:v>
                </c:pt>
                <c:pt idx="7">
                  <c:v>0.209915161132813</c:v>
                </c:pt>
                <c:pt idx="8">
                  <c:v>0.24375581741333049</c:v>
                </c:pt>
                <c:pt idx="9">
                  <c:v>0.27759647369384799</c:v>
                </c:pt>
                <c:pt idx="10">
                  <c:v>-3.05371284484863E-2</c:v>
                </c:pt>
                <c:pt idx="11">
                  <c:v>1.666545867919925E-2</c:v>
                </c:pt>
                <c:pt idx="12">
                  <c:v>6.3868045806884793E-2</c:v>
                </c:pt>
                <c:pt idx="13">
                  <c:v>0.13470458984375</c:v>
                </c:pt>
                <c:pt idx="14">
                  <c:v>6.9287300109863281E-2</c:v>
                </c:pt>
                <c:pt idx="15">
                  <c:v>3.8700103759765599E-3</c:v>
                </c:pt>
                <c:pt idx="16">
                  <c:v>0.16811943054199199</c:v>
                </c:pt>
                <c:pt idx="17">
                  <c:v>0.1088793277740477</c:v>
                </c:pt>
                <c:pt idx="18">
                  <c:v>4.9639225006103502E-2</c:v>
                </c:pt>
                <c:pt idx="19">
                  <c:v>-4.3453693389892599E-2</c:v>
                </c:pt>
                <c:pt idx="20">
                  <c:v>5.5997371673584054E-3</c:v>
                </c:pt>
                <c:pt idx="21">
                  <c:v>5.4653167724609403E-2</c:v>
                </c:pt>
                <c:pt idx="22">
                  <c:v>0.14423894882202101</c:v>
                </c:pt>
                <c:pt idx="23">
                  <c:v>0.1063160896301267</c:v>
                </c:pt>
                <c:pt idx="24">
                  <c:v>6.8393230438232394E-2</c:v>
                </c:pt>
                <c:pt idx="25">
                  <c:v>0.1161823272705077</c:v>
                </c:pt>
                <c:pt idx="26">
                  <c:v>0.16397142410278301</c:v>
                </c:pt>
                <c:pt idx="27">
                  <c:v>0.339170932769775</c:v>
                </c:pt>
                <c:pt idx="28">
                  <c:v>0.25252270698547352</c:v>
                </c:pt>
                <c:pt idx="29">
                  <c:v>0.16587448120117201</c:v>
                </c:pt>
                <c:pt idx="30">
                  <c:v>4.9042224884033203E-2</c:v>
                </c:pt>
                <c:pt idx="31">
                  <c:v>-5.6800842285156528E-3</c:v>
                </c:pt>
                <c:pt idx="32">
                  <c:v>-6.0402393341064502E-2</c:v>
                </c:pt>
                <c:pt idx="33">
                  <c:v>1.58390998840332E-2</c:v>
                </c:pt>
                <c:pt idx="34">
                  <c:v>8.6619853973388602E-2</c:v>
                </c:pt>
                <c:pt idx="35">
                  <c:v>0.157400608062744</c:v>
                </c:pt>
                <c:pt idx="36">
                  <c:v>7.6292991638183594E-2</c:v>
                </c:pt>
                <c:pt idx="37">
                  <c:v>1.4918565750122041E-2</c:v>
                </c:pt>
                <c:pt idx="38">
                  <c:v>-4.6455860137939502E-2</c:v>
                </c:pt>
                <c:pt idx="39">
                  <c:v>-2.4202346801757799E-2</c:v>
                </c:pt>
                <c:pt idx="40">
                  <c:v>0.1186950206756591</c:v>
                </c:pt>
                <c:pt idx="41">
                  <c:v>0.26159238815307601</c:v>
                </c:pt>
                <c:pt idx="42">
                  <c:v>-3.8990020751953097E-2</c:v>
                </c:pt>
                <c:pt idx="43">
                  <c:v>5.3634405136108447E-2</c:v>
                </c:pt>
                <c:pt idx="44">
                  <c:v>0.14625883102417001</c:v>
                </c:pt>
                <c:pt idx="45">
                  <c:v>0.313157558441162</c:v>
                </c:pt>
                <c:pt idx="46">
                  <c:v>0.230642795562744</c:v>
                </c:pt>
                <c:pt idx="47">
                  <c:v>0.14812803268432601</c:v>
                </c:pt>
                <c:pt idx="48">
                  <c:v>-3.6177635192871101E-2</c:v>
                </c:pt>
                <c:pt idx="49">
                  <c:v>-4.3038368225097649E-2</c:v>
                </c:pt>
                <c:pt idx="50">
                  <c:v>-4.9899101257324198E-2</c:v>
                </c:pt>
                <c:pt idx="51">
                  <c:v>2.9411315917968802E-3</c:v>
                </c:pt>
                <c:pt idx="52">
                  <c:v>5.1358699798583991E-2</c:v>
                </c:pt>
                <c:pt idx="53">
                  <c:v>9.9776268005371094E-2</c:v>
                </c:pt>
                <c:pt idx="54">
                  <c:v>0.13702058792114299</c:v>
                </c:pt>
                <c:pt idx="55">
                  <c:v>9.8869562149048046E-2</c:v>
                </c:pt>
                <c:pt idx="56">
                  <c:v>6.0718536376953097E-2</c:v>
                </c:pt>
                <c:pt idx="57">
                  <c:v>0.128962516784668</c:v>
                </c:pt>
                <c:pt idx="58">
                  <c:v>0.11358785629272471</c:v>
                </c:pt>
                <c:pt idx="59">
                  <c:v>9.8213195800781306E-2</c:v>
                </c:pt>
                <c:pt idx="60">
                  <c:v>0.14138603210449199</c:v>
                </c:pt>
                <c:pt idx="61">
                  <c:v>4.0203809738159103E-2</c:v>
                </c:pt>
                <c:pt idx="62">
                  <c:v>-6.09784126281738E-2</c:v>
                </c:pt>
                <c:pt idx="63">
                  <c:v>7.9018115997314495E-2</c:v>
                </c:pt>
                <c:pt idx="64">
                  <c:v>0.1222898960113528</c:v>
                </c:pt>
                <c:pt idx="65">
                  <c:v>0.16556167602539101</c:v>
                </c:pt>
                <c:pt idx="66">
                  <c:v>0.158294677734375</c:v>
                </c:pt>
                <c:pt idx="67">
                  <c:v>0.15102767944335899</c:v>
                </c:pt>
                <c:pt idx="68">
                  <c:v>8.7934970855712905E-2</c:v>
                </c:pt>
                <c:pt idx="69">
                  <c:v>7.7420234680175809E-2</c:v>
                </c:pt>
                <c:pt idx="70">
                  <c:v>6.69054985046387E-2</c:v>
                </c:pt>
                <c:pt idx="71">
                  <c:v>-3.1711101531982401E-2</c:v>
                </c:pt>
                <c:pt idx="72">
                  <c:v>6.0291290283202986E-3</c:v>
                </c:pt>
                <c:pt idx="73">
                  <c:v>4.3769359588622998E-2</c:v>
                </c:pt>
                <c:pt idx="74">
                  <c:v>-8.5940361022949201E-3</c:v>
                </c:pt>
                <c:pt idx="75">
                  <c:v>2.8002500534057641E-2</c:v>
                </c:pt>
                <c:pt idx="76">
                  <c:v>6.4599037170410198E-2</c:v>
                </c:pt>
                <c:pt idx="77">
                  <c:v>7.3992490768432645E-2</c:v>
                </c:pt>
                <c:pt idx="78">
                  <c:v>8.3385944366455106E-2</c:v>
                </c:pt>
                <c:pt idx="79">
                  <c:v>7.7637195587158203E-2</c:v>
                </c:pt>
                <c:pt idx="80">
                  <c:v>7.18884468078613E-2</c:v>
                </c:pt>
                <c:pt idx="81">
                  <c:v>0.1451416015625</c:v>
                </c:pt>
                <c:pt idx="82">
                  <c:v>9.2792034149169894E-2</c:v>
                </c:pt>
                <c:pt idx="83">
                  <c:v>4.0442466735839802E-2</c:v>
                </c:pt>
                <c:pt idx="84">
                  <c:v>0.11071348190307601</c:v>
                </c:pt>
                <c:pt idx="85">
                  <c:v>0.16800999641418449</c:v>
                </c:pt>
                <c:pt idx="86">
                  <c:v>0.225306510925293</c:v>
                </c:pt>
                <c:pt idx="87">
                  <c:v>0.297303676605225</c:v>
                </c:pt>
                <c:pt idx="88">
                  <c:v>0.14314818382263211</c:v>
                </c:pt>
                <c:pt idx="89">
                  <c:v>-1.1007308959960899E-2</c:v>
                </c:pt>
                <c:pt idx="90">
                  <c:v>-4.8815727233886698E-2</c:v>
                </c:pt>
                <c:pt idx="91">
                  <c:v>7.8620195388794167E-2</c:v>
                </c:pt>
                <c:pt idx="92">
                  <c:v>0.206056118011475</c:v>
                </c:pt>
                <c:pt idx="93">
                  <c:v>0.31884527206420898</c:v>
                </c:pt>
                <c:pt idx="94">
                  <c:v>0.17380428314208979</c:v>
                </c:pt>
                <c:pt idx="95">
                  <c:v>2.87632942199707E-2</c:v>
                </c:pt>
                <c:pt idx="96">
                  <c:v>-6.2078475952148403E-2</c:v>
                </c:pt>
                <c:pt idx="97">
                  <c:v>-3.7714481353759752E-2</c:v>
                </c:pt>
                <c:pt idx="98">
                  <c:v>-1.3350486755371101E-2</c:v>
                </c:pt>
                <c:pt idx="99">
                  <c:v>0.10281038284301799</c:v>
                </c:pt>
                <c:pt idx="100">
                  <c:v>0.1113777160644535</c:v>
                </c:pt>
                <c:pt idx="101">
                  <c:v>0.119945049285889</c:v>
                </c:pt>
                <c:pt idx="102">
                  <c:v>6.47540092468262E-2</c:v>
                </c:pt>
                <c:pt idx="103">
                  <c:v>4.2941808700561551E-2</c:v>
                </c:pt>
                <c:pt idx="104">
                  <c:v>2.1129608154296899E-2</c:v>
                </c:pt>
                <c:pt idx="105">
                  <c:v>0.32057142257690402</c:v>
                </c:pt>
                <c:pt idx="106">
                  <c:v>0.19166731834411599</c:v>
                </c:pt>
                <c:pt idx="107">
                  <c:v>6.2763214111328097E-2</c:v>
                </c:pt>
                <c:pt idx="108">
                  <c:v>9.51690673828125E-2</c:v>
                </c:pt>
                <c:pt idx="109">
                  <c:v>0.19886565208435081</c:v>
                </c:pt>
                <c:pt idx="110">
                  <c:v>0.302562236785889</c:v>
                </c:pt>
                <c:pt idx="111">
                  <c:v>0.22911024093627949</c:v>
                </c:pt>
                <c:pt idx="112">
                  <c:v>0.15565824508667001</c:v>
                </c:pt>
                <c:pt idx="113">
                  <c:v>-3.2289505004882799E-2</c:v>
                </c:pt>
                <c:pt idx="114">
                  <c:v>0.14509105682373061</c:v>
                </c:pt>
                <c:pt idx="115">
                  <c:v>0.32247161865234403</c:v>
                </c:pt>
                <c:pt idx="116">
                  <c:v>-5.8737277984619099E-2</c:v>
                </c:pt>
                <c:pt idx="117">
                  <c:v>7.7369213104248463E-3</c:v>
                </c:pt>
                <c:pt idx="118">
                  <c:v>7.4211120605468806E-2</c:v>
                </c:pt>
                <c:pt idx="119">
                  <c:v>6.3740730285644503E-2</c:v>
                </c:pt>
                <c:pt idx="120">
                  <c:v>0.18069148063659671</c:v>
                </c:pt>
                <c:pt idx="121">
                  <c:v>0.29764223098754899</c:v>
                </c:pt>
                <c:pt idx="122">
                  <c:v>0.16836452484130901</c:v>
                </c:pt>
                <c:pt idx="123">
                  <c:v>0.16401004791259799</c:v>
                </c:pt>
                <c:pt idx="124">
                  <c:v>0.159655570983887</c:v>
                </c:pt>
                <c:pt idx="125">
                  <c:v>0.16937780380249001</c:v>
                </c:pt>
                <c:pt idx="126">
                  <c:v>0.1116464138031005</c:v>
                </c:pt>
                <c:pt idx="127">
                  <c:v>5.3915023803710903E-2</c:v>
                </c:pt>
                <c:pt idx="128">
                  <c:v>0.28998517990112299</c:v>
                </c:pt>
                <c:pt idx="129">
                  <c:v>0.12829828262329099</c:v>
                </c:pt>
                <c:pt idx="130">
                  <c:v>-3.3388614654541002E-2</c:v>
                </c:pt>
                <c:pt idx="131">
                  <c:v>-3.5802841186523403E-2</c:v>
                </c:pt>
                <c:pt idx="132">
                  <c:v>2.7200460433959999E-2</c:v>
                </c:pt>
                <c:pt idx="133">
                  <c:v>9.0203762054443401E-2</c:v>
                </c:pt>
                <c:pt idx="134">
                  <c:v>0.101778984069824</c:v>
                </c:pt>
                <c:pt idx="135">
                  <c:v>7.9715013504028195E-2</c:v>
                </c:pt>
                <c:pt idx="136">
                  <c:v>5.7651042938232401E-2</c:v>
                </c:pt>
                <c:pt idx="137">
                  <c:v>0.33104753494262701</c:v>
                </c:pt>
                <c:pt idx="138">
                  <c:v>0.14776444435119629</c:v>
                </c:pt>
                <c:pt idx="139">
                  <c:v>-3.5518646240234403E-2</c:v>
                </c:pt>
                <c:pt idx="140">
                  <c:v>0.18061780929565399</c:v>
                </c:pt>
                <c:pt idx="141">
                  <c:v>9.2378139495849457E-2</c:v>
                </c:pt>
                <c:pt idx="142">
                  <c:v>4.1384696960449201E-3</c:v>
                </c:pt>
                <c:pt idx="143">
                  <c:v>5.4785251617431599E-2</c:v>
                </c:pt>
                <c:pt idx="144">
                  <c:v>9.41205024719238E-2</c:v>
                </c:pt>
                <c:pt idx="145">
                  <c:v>0.13345575332641599</c:v>
                </c:pt>
                <c:pt idx="146">
                  <c:v>0.23515367507934601</c:v>
                </c:pt>
                <c:pt idx="147">
                  <c:v>0.17009544372558599</c:v>
                </c:pt>
                <c:pt idx="148">
                  <c:v>0.10503721237182601</c:v>
                </c:pt>
                <c:pt idx="149">
                  <c:v>-1.3066291809082E-2</c:v>
                </c:pt>
                <c:pt idx="150">
                  <c:v>8.5427761077880998E-2</c:v>
                </c:pt>
                <c:pt idx="151">
                  <c:v>0.183921813964844</c:v>
                </c:pt>
                <c:pt idx="152">
                  <c:v>7.354235649108902E-2</c:v>
                </c:pt>
                <c:pt idx="153">
                  <c:v>-3.6837100982666002E-2</c:v>
                </c:pt>
                <c:pt idx="154">
                  <c:v>4.8915863037109403E-2</c:v>
                </c:pt>
                <c:pt idx="155">
                  <c:v>5.5851936340332052E-2</c:v>
                </c:pt>
                <c:pt idx="156">
                  <c:v>6.2788009643554701E-2</c:v>
                </c:pt>
                <c:pt idx="157">
                  <c:v>0.32939958572387701</c:v>
                </c:pt>
                <c:pt idx="158">
                  <c:v>0.21806788444519051</c:v>
                </c:pt>
                <c:pt idx="159">
                  <c:v>0.106736183166504</c:v>
                </c:pt>
                <c:pt idx="160">
                  <c:v>2.3084640502929701E-2</c:v>
                </c:pt>
                <c:pt idx="161">
                  <c:v>6.4461946487426841E-2</c:v>
                </c:pt>
                <c:pt idx="162">
                  <c:v>0.10583925247192399</c:v>
                </c:pt>
                <c:pt idx="163">
                  <c:v>0.14585685729980499</c:v>
                </c:pt>
                <c:pt idx="164">
                  <c:v>0.14817357063293449</c:v>
                </c:pt>
                <c:pt idx="165">
                  <c:v>0.15049028396606401</c:v>
                </c:pt>
                <c:pt idx="166">
                  <c:v>0.14402675628662101</c:v>
                </c:pt>
                <c:pt idx="167">
                  <c:v>0.14207887649536149</c:v>
                </c:pt>
                <c:pt idx="168">
                  <c:v>0.14013099670410201</c:v>
                </c:pt>
                <c:pt idx="169">
                  <c:v>-3.1335830688476597E-2</c:v>
                </c:pt>
                <c:pt idx="170">
                  <c:v>3.5297870635986203E-2</c:v>
                </c:pt>
                <c:pt idx="171">
                  <c:v>0.101931571960449</c:v>
                </c:pt>
                <c:pt idx="172">
                  <c:v>9.4820499420166002E-2</c:v>
                </c:pt>
                <c:pt idx="173">
                  <c:v>0.103527784347534</c:v>
                </c:pt>
                <c:pt idx="174">
                  <c:v>0.112235069274902</c:v>
                </c:pt>
                <c:pt idx="175">
                  <c:v>-1.1373996734619101E-2</c:v>
                </c:pt>
                <c:pt idx="176">
                  <c:v>3.4657716751098647E-2</c:v>
                </c:pt>
                <c:pt idx="177">
                  <c:v>8.0689430236816406E-2</c:v>
                </c:pt>
                <c:pt idx="178">
                  <c:v>-6.1110019683837898E-2</c:v>
                </c:pt>
                <c:pt idx="179">
                  <c:v>9.3696355819702065E-2</c:v>
                </c:pt>
                <c:pt idx="180">
                  <c:v>0.24850273132324199</c:v>
                </c:pt>
                <c:pt idx="181">
                  <c:v>0.15147495269775399</c:v>
                </c:pt>
                <c:pt idx="182">
                  <c:v>4.4344186782836942E-2</c:v>
                </c:pt>
                <c:pt idx="183">
                  <c:v>-6.2786579132080106E-2</c:v>
                </c:pt>
                <c:pt idx="184">
                  <c:v>0.26041936874389598</c:v>
                </c:pt>
                <c:pt idx="185">
                  <c:v>0.1222138404846189</c:v>
                </c:pt>
                <c:pt idx="186">
                  <c:v>-1.59916877746582E-2</c:v>
                </c:pt>
                <c:pt idx="187">
                  <c:v>8.4625244140625E-2</c:v>
                </c:pt>
                <c:pt idx="188">
                  <c:v>-4.0502548217773403E-2</c:v>
                </c:pt>
                <c:pt idx="189">
                  <c:v>2.3866176605224599E-2</c:v>
                </c:pt>
                <c:pt idx="190">
                  <c:v>5.1958084106445299E-2</c:v>
                </c:pt>
                <c:pt idx="191">
                  <c:v>0.15723371505737321</c:v>
                </c:pt>
                <c:pt idx="192">
                  <c:v>0.262509346008301</c:v>
                </c:pt>
                <c:pt idx="193">
                  <c:v>0.17439866065979021</c:v>
                </c:pt>
                <c:pt idx="194">
                  <c:v>8.6287975311279297E-2</c:v>
                </c:pt>
                <c:pt idx="195">
                  <c:v>-1.05977058410645E-2</c:v>
                </c:pt>
                <c:pt idx="196">
                  <c:v>5.0698757171630748E-2</c:v>
                </c:pt>
                <c:pt idx="197">
                  <c:v>0.11199522018432601</c:v>
                </c:pt>
                <c:pt idx="198">
                  <c:v>-1.6318798065185498E-2</c:v>
                </c:pt>
                <c:pt idx="199">
                  <c:v>-4.1619062423706048E-2</c:v>
                </c:pt>
                <c:pt idx="200">
                  <c:v>-6.6919326782226604E-2</c:v>
                </c:pt>
                <c:pt idx="201">
                  <c:v>0.31362199783325201</c:v>
                </c:pt>
                <c:pt idx="202">
                  <c:v>0.21551513671875</c:v>
                </c:pt>
                <c:pt idx="203">
                  <c:v>0.11740827560424801</c:v>
                </c:pt>
                <c:pt idx="204">
                  <c:v>0.157940864562988</c:v>
                </c:pt>
                <c:pt idx="205">
                  <c:v>0.140960693359375</c:v>
                </c:pt>
                <c:pt idx="206">
                  <c:v>0.123980522155762</c:v>
                </c:pt>
                <c:pt idx="207">
                  <c:v>3.78527641296387E-2</c:v>
                </c:pt>
                <c:pt idx="208">
                  <c:v>0.15868639945983889</c:v>
                </c:pt>
                <c:pt idx="209">
                  <c:v>0.27952003479003901</c:v>
                </c:pt>
                <c:pt idx="210">
                  <c:v>0.111436367034912</c:v>
                </c:pt>
                <c:pt idx="211">
                  <c:v>3.3989191055297803E-2</c:v>
                </c:pt>
                <c:pt idx="212">
                  <c:v>-4.3457984924316399E-2</c:v>
                </c:pt>
                <c:pt idx="213">
                  <c:v>0.12541580200195299</c:v>
                </c:pt>
                <c:pt idx="214">
                  <c:v>0.1085054874420165</c:v>
                </c:pt>
                <c:pt idx="215">
                  <c:v>9.1595172882080106E-2</c:v>
                </c:pt>
                <c:pt idx="216">
                  <c:v>6.12597465515137E-2</c:v>
                </c:pt>
                <c:pt idx="217">
                  <c:v>1.3536214828491201E-2</c:v>
                </c:pt>
                <c:pt idx="218">
                  <c:v>-3.4187316894531299E-2</c:v>
                </c:pt>
                <c:pt idx="219">
                  <c:v>8.2871437072753906E-2</c:v>
                </c:pt>
                <c:pt idx="220">
                  <c:v>9.0909481048584012E-2</c:v>
                </c:pt>
                <c:pt idx="221">
                  <c:v>9.8947525024414104E-2</c:v>
                </c:pt>
                <c:pt idx="222">
                  <c:v>-5.0844192504882799E-2</c:v>
                </c:pt>
                <c:pt idx="223">
                  <c:v>3.2109260559082101E-2</c:v>
                </c:pt>
                <c:pt idx="224">
                  <c:v>0.115062713623047</c:v>
                </c:pt>
                <c:pt idx="225">
                  <c:v>0.34561491012573198</c:v>
                </c:pt>
                <c:pt idx="226">
                  <c:v>0.15864181518554671</c:v>
                </c:pt>
                <c:pt idx="227">
                  <c:v>-2.83312797546387E-2</c:v>
                </c:pt>
                <c:pt idx="228">
                  <c:v>-3.9547443389892599E-2</c:v>
                </c:pt>
                <c:pt idx="229">
                  <c:v>9.6921920776366979E-3</c:v>
                </c:pt>
                <c:pt idx="230">
                  <c:v>5.8931827545166002E-2</c:v>
                </c:pt>
                <c:pt idx="231">
                  <c:v>-6.24237060546875E-2</c:v>
                </c:pt>
                <c:pt idx="232">
                  <c:v>1.6748189926147451E-2</c:v>
                </c:pt>
                <c:pt idx="233">
                  <c:v>9.5920085906982394E-2</c:v>
                </c:pt>
                <c:pt idx="234">
                  <c:v>6.4923286437988295E-2</c:v>
                </c:pt>
                <c:pt idx="235">
                  <c:v>0.1809923648834226</c:v>
                </c:pt>
                <c:pt idx="236">
                  <c:v>0.29706144332885698</c:v>
                </c:pt>
                <c:pt idx="237">
                  <c:v>0.1291494369506834</c:v>
                </c:pt>
                <c:pt idx="238">
                  <c:v>-3.87625694274902E-2</c:v>
                </c:pt>
                <c:pt idx="239">
                  <c:v>0.30588817596435502</c:v>
                </c:pt>
                <c:pt idx="240">
                  <c:v>0.21551847457885701</c:v>
                </c:pt>
                <c:pt idx="241">
                  <c:v>0.12514877319335899</c:v>
                </c:pt>
                <c:pt idx="242">
                  <c:v>-5.6414604187011701E-3</c:v>
                </c:pt>
                <c:pt idx="243">
                  <c:v>-1.531457901000978E-2</c:v>
                </c:pt>
                <c:pt idx="244">
                  <c:v>-2.4987697601318401E-2</c:v>
                </c:pt>
                <c:pt idx="245">
                  <c:v>0.19090080261230499</c:v>
                </c:pt>
                <c:pt idx="246">
                  <c:v>0.18294477462768549</c:v>
                </c:pt>
                <c:pt idx="247">
                  <c:v>0.17498874664306599</c:v>
                </c:pt>
                <c:pt idx="248">
                  <c:v>9.2673778533935505E-2</c:v>
                </c:pt>
                <c:pt idx="249">
                  <c:v>4.1211128234863247E-2</c:v>
                </c:pt>
                <c:pt idx="250">
                  <c:v>-1.0251522064209E-2</c:v>
                </c:pt>
                <c:pt idx="251">
                  <c:v>0.103699684143066</c:v>
                </c:pt>
                <c:pt idx="252">
                  <c:v>9.8644733428954912E-2</c:v>
                </c:pt>
                <c:pt idx="253">
                  <c:v>9.3589782714843806E-2</c:v>
                </c:pt>
                <c:pt idx="254">
                  <c:v>8.7996959686279297E-2</c:v>
                </c:pt>
                <c:pt idx="255">
                  <c:v>0.14351701736450209</c:v>
                </c:pt>
                <c:pt idx="256">
                  <c:v>0.199037075042725</c:v>
                </c:pt>
                <c:pt idx="257">
                  <c:v>0.33181524276733398</c:v>
                </c:pt>
                <c:pt idx="258">
                  <c:v>0.23241949081420901</c:v>
                </c:pt>
                <c:pt idx="259">
                  <c:v>0.13302373886108401</c:v>
                </c:pt>
                <c:pt idx="260">
                  <c:v>4.3395519256591797E-2</c:v>
                </c:pt>
                <c:pt idx="261">
                  <c:v>5.7022809982299798E-2</c:v>
                </c:pt>
                <c:pt idx="262">
                  <c:v>7.0650100708007799E-2</c:v>
                </c:pt>
                <c:pt idx="263">
                  <c:v>0.10867881774902299</c:v>
                </c:pt>
                <c:pt idx="264">
                  <c:v>0.72552316433915442</c:v>
                </c:pt>
                <c:pt idx="265">
                  <c:v>1.3423675109292861</c:v>
                </c:pt>
                <c:pt idx="266">
                  <c:v>-4.9962997436523403E-2</c:v>
                </c:pt>
                <c:pt idx="267">
                  <c:v>-3.7416934967041002E-2</c:v>
                </c:pt>
                <c:pt idx="268">
                  <c:v>-2.4870872497558601E-2</c:v>
                </c:pt>
                <c:pt idx="269">
                  <c:v>1.5735149383544901E-2</c:v>
                </c:pt>
                <c:pt idx="270">
                  <c:v>4.7494649887084947E-2</c:v>
                </c:pt>
                <c:pt idx="271">
                  <c:v>7.9254150390625E-2</c:v>
                </c:pt>
                <c:pt idx="272">
                  <c:v>0.16700696945190399</c:v>
                </c:pt>
                <c:pt idx="273">
                  <c:v>0.138721942901611</c:v>
                </c:pt>
                <c:pt idx="274">
                  <c:v>0.110436916351318</c:v>
                </c:pt>
                <c:pt idx="275">
                  <c:v>-4.25362586975098E-2</c:v>
                </c:pt>
                <c:pt idx="276">
                  <c:v>-5.5928230285644462E-3</c:v>
                </c:pt>
                <c:pt idx="277">
                  <c:v>3.1350612640380901E-2</c:v>
                </c:pt>
                <c:pt idx="278">
                  <c:v>9.918928146362295E-2</c:v>
                </c:pt>
                <c:pt idx="279">
                  <c:v>0.16702795028686501</c:v>
                </c:pt>
                <c:pt idx="280">
                  <c:v>6.8243980407714802E-2</c:v>
                </c:pt>
                <c:pt idx="281">
                  <c:v>-6.3967704772950607E-4</c:v>
                </c:pt>
                <c:pt idx="282">
                  <c:v>-6.95233345031738E-2</c:v>
                </c:pt>
                <c:pt idx="283">
                  <c:v>0.32580661773681602</c:v>
                </c:pt>
                <c:pt idx="284">
                  <c:v>0.1518805027008055</c:v>
                </c:pt>
                <c:pt idx="285">
                  <c:v>-2.2045612335205099E-2</c:v>
                </c:pt>
                <c:pt idx="286">
                  <c:v>0.16792631149292001</c:v>
                </c:pt>
                <c:pt idx="287">
                  <c:v>0.12543153762817391</c:v>
                </c:pt>
                <c:pt idx="288">
                  <c:v>8.2936763763427707E-2</c:v>
                </c:pt>
                <c:pt idx="289">
                  <c:v>-4.47998046875E-2</c:v>
                </c:pt>
                <c:pt idx="290">
                  <c:v>4.4225215911864998E-2</c:v>
                </c:pt>
                <c:pt idx="291">
                  <c:v>0.13325023651123</c:v>
                </c:pt>
                <c:pt idx="292">
                  <c:v>0.28492784500122098</c:v>
                </c:pt>
                <c:pt idx="293">
                  <c:v>0.1192197799682618</c:v>
                </c:pt>
                <c:pt idx="294">
                  <c:v>-4.64882850646973E-2</c:v>
                </c:pt>
                <c:pt idx="295">
                  <c:v>3.2680511474609403E-2</c:v>
                </c:pt>
                <c:pt idx="296">
                  <c:v>7.2030305862426702E-2</c:v>
                </c:pt>
                <c:pt idx="297">
                  <c:v>0.111380100250244</c:v>
                </c:pt>
                <c:pt idx="298">
                  <c:v>1.53722763061523E-2</c:v>
                </c:pt>
                <c:pt idx="299">
                  <c:v>6.9375991821289146E-2</c:v>
                </c:pt>
                <c:pt idx="300">
                  <c:v>0.123379707336426</c:v>
                </c:pt>
                <c:pt idx="301">
                  <c:v>0.10297584533691399</c:v>
                </c:pt>
                <c:pt idx="302">
                  <c:v>0.21112370491027849</c:v>
                </c:pt>
                <c:pt idx="303">
                  <c:v>0.31927156448364302</c:v>
                </c:pt>
                <c:pt idx="304">
                  <c:v>0.106838226318359</c:v>
                </c:pt>
                <c:pt idx="305">
                  <c:v>0.18072414398193351</c:v>
                </c:pt>
                <c:pt idx="306">
                  <c:v>0.25461006164550798</c:v>
                </c:pt>
                <c:pt idx="307">
                  <c:v>0.14450216293335</c:v>
                </c:pt>
                <c:pt idx="308">
                  <c:v>0.1223719120025635</c:v>
                </c:pt>
                <c:pt idx="309">
                  <c:v>0.100241661071777</c:v>
                </c:pt>
                <c:pt idx="310">
                  <c:v>6.1311244964599602E-2</c:v>
                </c:pt>
                <c:pt idx="311">
                  <c:v>7.4743270874023451E-2</c:v>
                </c:pt>
                <c:pt idx="312">
                  <c:v>8.8175296783447293E-2</c:v>
                </c:pt>
                <c:pt idx="313">
                  <c:v>7.8958034515380901E-2</c:v>
                </c:pt>
                <c:pt idx="314">
                  <c:v>0.1061508655548094</c:v>
                </c:pt>
                <c:pt idx="315">
                  <c:v>0.133343696594238</c:v>
                </c:pt>
                <c:pt idx="316">
                  <c:v>0.33425045013427701</c:v>
                </c:pt>
                <c:pt idx="317">
                  <c:v>0.20279812812805159</c:v>
                </c:pt>
                <c:pt idx="318">
                  <c:v>7.13458061218262E-2</c:v>
                </c:pt>
                <c:pt idx="319">
                  <c:v>-5.6749343872070299E-2</c:v>
                </c:pt>
                <c:pt idx="320">
                  <c:v>-3.2240152359008789E-2</c:v>
                </c:pt>
                <c:pt idx="321">
                  <c:v>-7.73096084594727E-3</c:v>
                </c:pt>
                <c:pt idx="322">
                  <c:v>0.1101231575012209</c:v>
                </c:pt>
                <c:pt idx="323">
                  <c:v>0.227977275848389</c:v>
                </c:pt>
                <c:pt idx="324">
                  <c:v>-2.46434211730957E-2</c:v>
                </c:pt>
                <c:pt idx="325">
                  <c:v>3.8929224014282143E-2</c:v>
                </c:pt>
                <c:pt idx="326">
                  <c:v>0.10250186920166</c:v>
                </c:pt>
                <c:pt idx="327">
                  <c:v>2.4879455566406299E-2</c:v>
                </c:pt>
                <c:pt idx="328">
                  <c:v>6.4724445343017661E-2</c:v>
                </c:pt>
                <c:pt idx="329">
                  <c:v>0.104569435119629</c:v>
                </c:pt>
                <c:pt idx="330">
                  <c:v>0.163198947906494</c:v>
                </c:pt>
                <c:pt idx="331">
                  <c:v>0.12500286102294919</c:v>
                </c:pt>
                <c:pt idx="332">
                  <c:v>8.6806774139404297E-2</c:v>
                </c:pt>
                <c:pt idx="333">
                  <c:v>-5.21140098571777E-2</c:v>
                </c:pt>
                <c:pt idx="334">
                  <c:v>-3.4883499145507799E-2</c:v>
                </c:pt>
                <c:pt idx="335">
                  <c:v>-1.7652988433837901E-2</c:v>
                </c:pt>
                <c:pt idx="336">
                  <c:v>0.17108821868896501</c:v>
                </c:pt>
                <c:pt idx="337">
                  <c:v>0.13296484947204601</c:v>
                </c:pt>
                <c:pt idx="338">
                  <c:v>9.4841480255126995E-2</c:v>
                </c:pt>
                <c:pt idx="339">
                  <c:v>-6.8759918212890603E-4</c:v>
                </c:pt>
                <c:pt idx="340">
                  <c:v>-1.9639253616333001E-2</c:v>
                </c:pt>
                <c:pt idx="341">
                  <c:v>-3.8590908050537102E-2</c:v>
                </c:pt>
                <c:pt idx="342">
                  <c:v>-5.5068016052246101E-2</c:v>
                </c:pt>
                <c:pt idx="343">
                  <c:v>-3.97207736968994E-2</c:v>
                </c:pt>
                <c:pt idx="344">
                  <c:v>-2.43735313415527E-2</c:v>
                </c:pt>
                <c:pt idx="345">
                  <c:v>3.6067008972168003E-2</c:v>
                </c:pt>
                <c:pt idx="346">
                  <c:v>4.2127609252929701E-2</c:v>
                </c:pt>
                <c:pt idx="347">
                  <c:v>4.8188209533691399E-2</c:v>
                </c:pt>
                <c:pt idx="348">
                  <c:v>-5.1410198211669901E-2</c:v>
                </c:pt>
                <c:pt idx="349">
                  <c:v>-3.2843351364135749E-2</c:v>
                </c:pt>
                <c:pt idx="350">
                  <c:v>-1.4276504516601601E-2</c:v>
                </c:pt>
                <c:pt idx="351">
                  <c:v>7.0856094360351604E-2</c:v>
                </c:pt>
                <c:pt idx="352">
                  <c:v>1.7495632171630891E-2</c:v>
                </c:pt>
                <c:pt idx="353">
                  <c:v>-3.5864830017089802E-2</c:v>
                </c:pt>
                <c:pt idx="354">
                  <c:v>0.11296892166137699</c:v>
                </c:pt>
                <c:pt idx="355">
                  <c:v>9.9888801574707045E-2</c:v>
                </c:pt>
                <c:pt idx="356">
                  <c:v>8.6808681488037095E-2</c:v>
                </c:pt>
                <c:pt idx="357">
                  <c:v>-7.6756477355956997E-3</c:v>
                </c:pt>
                <c:pt idx="358">
                  <c:v>2.28908061981201E-2</c:v>
                </c:pt>
                <c:pt idx="359">
                  <c:v>5.3457260131835903E-2</c:v>
                </c:pt>
                <c:pt idx="360">
                  <c:v>0.20411300659179701</c:v>
                </c:pt>
                <c:pt idx="361">
                  <c:v>9.6377372741699302E-2</c:v>
                </c:pt>
                <c:pt idx="362">
                  <c:v>-1.1358261108398399E-2</c:v>
                </c:pt>
                <c:pt idx="363">
                  <c:v>2.525830268859865E-2</c:v>
                </c:pt>
                <c:pt idx="364">
                  <c:v>6.1874866485595703E-2</c:v>
                </c:pt>
                <c:pt idx="365">
                  <c:v>0.111040592193604</c:v>
                </c:pt>
                <c:pt idx="366">
                  <c:v>0.204304695129395</c:v>
                </c:pt>
                <c:pt idx="367">
                  <c:v>0.29756879806518599</c:v>
                </c:pt>
                <c:pt idx="368">
                  <c:v>-5.8277130126953097E-2</c:v>
                </c:pt>
                <c:pt idx="369">
                  <c:v>-4.1957855224609347E-2</c:v>
                </c:pt>
                <c:pt idx="370">
                  <c:v>-2.5638580322265601E-2</c:v>
                </c:pt>
                <c:pt idx="371">
                  <c:v>-1.8062591552734401E-3</c:v>
                </c:pt>
                <c:pt idx="372">
                  <c:v>5.3912162780761767E-2</c:v>
                </c:pt>
                <c:pt idx="373">
                  <c:v>0.109630584716797</c:v>
                </c:pt>
                <c:pt idx="374">
                  <c:v>0.14644193649292001</c:v>
                </c:pt>
                <c:pt idx="375">
                  <c:v>0.13216900825500499</c:v>
                </c:pt>
                <c:pt idx="376">
                  <c:v>0.11789608001709</c:v>
                </c:pt>
                <c:pt idx="377">
                  <c:v>8.8395595550537095E-2</c:v>
                </c:pt>
                <c:pt idx="378">
                  <c:v>0.20371556282043449</c:v>
                </c:pt>
                <c:pt idx="379">
                  <c:v>0.31903553009033198</c:v>
                </c:pt>
                <c:pt idx="380">
                  <c:v>4.7316074371337898E-2</c:v>
                </c:pt>
                <c:pt idx="381">
                  <c:v>4.3971776962280301E-2</c:v>
                </c:pt>
                <c:pt idx="382">
                  <c:v>4.0627479553222698E-2</c:v>
                </c:pt>
                <c:pt idx="383">
                  <c:v>-3.2968044281005901E-2</c:v>
                </c:pt>
                <c:pt idx="384">
                  <c:v>-3.9836168289184598E-2</c:v>
                </c:pt>
                <c:pt idx="385">
                  <c:v>-4.6704292297363302E-2</c:v>
                </c:pt>
                <c:pt idx="386">
                  <c:v>0.221678256988525</c:v>
                </c:pt>
                <c:pt idx="387">
                  <c:v>0.16680860519409149</c:v>
                </c:pt>
                <c:pt idx="388">
                  <c:v>0.11193895339965799</c:v>
                </c:pt>
                <c:pt idx="389">
                  <c:v>-2.5557041168212901E-2</c:v>
                </c:pt>
                <c:pt idx="390">
                  <c:v>0.11575198173522951</c:v>
                </c:pt>
                <c:pt idx="391">
                  <c:v>0.25706100463867199</c:v>
                </c:pt>
                <c:pt idx="392">
                  <c:v>9.9632263183593806E-2</c:v>
                </c:pt>
                <c:pt idx="393">
                  <c:v>0.1002292633056639</c:v>
                </c:pt>
                <c:pt idx="394">
                  <c:v>0.100826263427734</c:v>
                </c:pt>
                <c:pt idx="395">
                  <c:v>8.5293769836425795E-2</c:v>
                </c:pt>
                <c:pt idx="396">
                  <c:v>0.1093559265136719</c:v>
                </c:pt>
                <c:pt idx="397">
                  <c:v>0.133418083190918</c:v>
                </c:pt>
                <c:pt idx="398">
                  <c:v>6.1011791229247998E-2</c:v>
                </c:pt>
                <c:pt idx="399">
                  <c:v>0.10380363464355449</c:v>
                </c:pt>
                <c:pt idx="400">
                  <c:v>0.146595478057861</c:v>
                </c:pt>
                <c:pt idx="401">
                  <c:v>0.31263065338134799</c:v>
                </c:pt>
                <c:pt idx="402">
                  <c:v>0.2290732860565185</c:v>
                </c:pt>
                <c:pt idx="403">
                  <c:v>0.14551591873168901</c:v>
                </c:pt>
                <c:pt idx="404">
                  <c:v>6.5880775451660198E-2</c:v>
                </c:pt>
                <c:pt idx="405">
                  <c:v>9.5163583755493109E-2</c:v>
                </c:pt>
                <c:pt idx="406">
                  <c:v>0.12444639205932601</c:v>
                </c:pt>
                <c:pt idx="407">
                  <c:v>9.5123052597045801E-2</c:v>
                </c:pt>
                <c:pt idx="408">
                  <c:v>6.5799713134765597E-2</c:v>
                </c:pt>
                <c:pt idx="409">
                  <c:v>0.14401292800903301</c:v>
                </c:pt>
                <c:pt idx="410">
                  <c:v>4.9335002899169811E-2</c:v>
                </c:pt>
                <c:pt idx="411">
                  <c:v>-4.5342922210693401E-2</c:v>
                </c:pt>
                <c:pt idx="412">
                  <c:v>0.21645259857177701</c:v>
                </c:pt>
                <c:pt idx="413">
                  <c:v>9.2049360275268402E-2</c:v>
                </c:pt>
                <c:pt idx="414">
                  <c:v>-3.23538780212402E-2</c:v>
                </c:pt>
                <c:pt idx="415">
                  <c:v>0.109745979309082</c:v>
                </c:pt>
                <c:pt idx="416">
                  <c:v>9.0003728866577148E-2</c:v>
                </c:pt>
                <c:pt idx="417">
                  <c:v>7.0261478424072293E-2</c:v>
                </c:pt>
                <c:pt idx="418">
                  <c:v>9.5542907714843806E-2</c:v>
                </c:pt>
                <c:pt idx="419">
                  <c:v>9.8973274230956892E-2</c:v>
                </c:pt>
                <c:pt idx="420">
                  <c:v>0.10240364074706999</c:v>
                </c:pt>
                <c:pt idx="421">
                  <c:v>0.27650976181030301</c:v>
                </c:pt>
                <c:pt idx="422">
                  <c:v>0.16646599769592299</c:v>
                </c:pt>
                <c:pt idx="423">
                  <c:v>5.6422233581543003E-2</c:v>
                </c:pt>
                <c:pt idx="424">
                  <c:v>0.127450466156006</c:v>
                </c:pt>
                <c:pt idx="425">
                  <c:v>0.119197130203247</c:v>
                </c:pt>
                <c:pt idx="426">
                  <c:v>0.110943794250488</c:v>
                </c:pt>
                <c:pt idx="427">
                  <c:v>6.8785190582275405E-2</c:v>
                </c:pt>
                <c:pt idx="428">
                  <c:v>4.0292501449584947E-2</c:v>
                </c:pt>
                <c:pt idx="429">
                  <c:v>1.17998123168945E-2</c:v>
                </c:pt>
                <c:pt idx="430">
                  <c:v>-6.8293571472167997E-2</c:v>
                </c:pt>
                <c:pt idx="431">
                  <c:v>-3.248238563537599E-2</c:v>
                </c:pt>
                <c:pt idx="432">
                  <c:v>3.32880020141602E-3</c:v>
                </c:pt>
                <c:pt idx="433">
                  <c:v>1.8085479736328101E-2</c:v>
                </c:pt>
                <c:pt idx="434">
                  <c:v>-2.2460222244262699E-2</c:v>
                </c:pt>
                <c:pt idx="435">
                  <c:v>-6.3005924224853502E-2</c:v>
                </c:pt>
                <c:pt idx="436">
                  <c:v>0.16096019744873</c:v>
                </c:pt>
                <c:pt idx="437">
                  <c:v>0.14241003990173301</c:v>
                </c:pt>
                <c:pt idx="438">
                  <c:v>0.123859882354736</c:v>
                </c:pt>
                <c:pt idx="439">
                  <c:v>4.5979499816894497E-2</c:v>
                </c:pt>
                <c:pt idx="440">
                  <c:v>1.978254318237303E-2</c:v>
                </c:pt>
                <c:pt idx="441">
                  <c:v>-6.4144134521484401E-3</c:v>
                </c:pt>
                <c:pt idx="442">
                  <c:v>8.1533432006835896E-2</c:v>
                </c:pt>
                <c:pt idx="443">
                  <c:v>0.16768145561218251</c:v>
                </c:pt>
                <c:pt idx="444">
                  <c:v>0.25382947921752902</c:v>
                </c:pt>
                <c:pt idx="445">
                  <c:v>-4.2961597442627002E-2</c:v>
                </c:pt>
                <c:pt idx="446">
                  <c:v>1.5726566314697241E-2</c:v>
                </c:pt>
                <c:pt idx="447">
                  <c:v>7.4414730072021498E-2</c:v>
                </c:pt>
                <c:pt idx="448">
                  <c:v>1.5475988388061549E-2</c:v>
                </c:pt>
                <c:pt idx="449">
                  <c:v>-4.3462753295898403E-2</c:v>
                </c:pt>
                <c:pt idx="450">
                  <c:v>0.27673673629760698</c:v>
                </c:pt>
                <c:pt idx="451">
                  <c:v>0.2162683010101315</c:v>
                </c:pt>
                <c:pt idx="452">
                  <c:v>0.155799865722656</c:v>
                </c:pt>
                <c:pt idx="453">
                  <c:v>2.60815620422363E-2</c:v>
                </c:pt>
                <c:pt idx="454">
                  <c:v>3.3066272735595491E-3</c:v>
                </c:pt>
                <c:pt idx="455">
                  <c:v>-1.9468307495117201E-2</c:v>
                </c:pt>
                <c:pt idx="456">
                  <c:v>-2.74505615234375E-2</c:v>
                </c:pt>
                <c:pt idx="457">
                  <c:v>0.13320469856262221</c:v>
                </c:pt>
                <c:pt idx="458">
                  <c:v>0.29385995864868197</c:v>
                </c:pt>
                <c:pt idx="459">
                  <c:v>8.5845470428466797E-2</c:v>
                </c:pt>
                <c:pt idx="460">
                  <c:v>0.1205105781555174</c:v>
                </c:pt>
                <c:pt idx="461">
                  <c:v>0.155175685882568</c:v>
                </c:pt>
                <c:pt idx="462">
                  <c:v>0.139411926269531</c:v>
                </c:pt>
                <c:pt idx="463">
                  <c:v>0.124467372894287</c:v>
                </c:pt>
                <c:pt idx="464">
                  <c:v>0.109522819519043</c:v>
                </c:pt>
                <c:pt idx="465">
                  <c:v>0.19176673889160201</c:v>
                </c:pt>
                <c:pt idx="466">
                  <c:v>8.6382627487182853E-2</c:v>
                </c:pt>
                <c:pt idx="467">
                  <c:v>-1.90014839172363E-2</c:v>
                </c:pt>
                <c:pt idx="468">
                  <c:v>-2.4789333343505901E-2</c:v>
                </c:pt>
                <c:pt idx="469">
                  <c:v>7.149624824523905E-2</c:v>
                </c:pt>
                <c:pt idx="470">
                  <c:v>0.16778182983398399</c:v>
                </c:pt>
                <c:pt idx="471">
                  <c:v>-4.3638229370117201E-2</c:v>
                </c:pt>
                <c:pt idx="472">
                  <c:v>3.7051677703857408E-2</c:v>
                </c:pt>
                <c:pt idx="473">
                  <c:v>0.117741584777832</c:v>
                </c:pt>
                <c:pt idx="474">
                  <c:v>-2.60920524597168E-2</c:v>
                </c:pt>
                <c:pt idx="475">
                  <c:v>-3.0044317245483398E-2</c:v>
                </c:pt>
                <c:pt idx="476">
                  <c:v>-3.399658203125E-2</c:v>
                </c:pt>
                <c:pt idx="477">
                  <c:v>0.13809108734130901</c:v>
                </c:pt>
                <c:pt idx="478">
                  <c:v>3.806185722351095E-2</c:v>
                </c:pt>
                <c:pt idx="479">
                  <c:v>-6.1967372894287102E-2</c:v>
                </c:pt>
                <c:pt idx="480">
                  <c:v>3.31368446350098E-2</c:v>
                </c:pt>
                <c:pt idx="481">
                  <c:v>9.1633558273315402E-2</c:v>
                </c:pt>
                <c:pt idx="482">
                  <c:v>0.15013027191162101</c:v>
                </c:pt>
                <c:pt idx="483">
                  <c:v>8.9587211608886705E-2</c:v>
                </c:pt>
                <c:pt idx="484">
                  <c:v>0.18118262290954579</c:v>
                </c:pt>
                <c:pt idx="485">
                  <c:v>0.27277803421020502</c:v>
                </c:pt>
                <c:pt idx="486">
                  <c:v>0.14560174942016599</c:v>
                </c:pt>
                <c:pt idx="487">
                  <c:v>5.6446790695190402E-2</c:v>
                </c:pt>
                <c:pt idx="488">
                  <c:v>-3.2708168029785198E-2</c:v>
                </c:pt>
                <c:pt idx="489">
                  <c:v>-3.714323043823245E-2</c:v>
                </c:pt>
                <c:pt idx="490">
                  <c:v>-4.1578292846679701E-2</c:v>
                </c:pt>
                <c:pt idx="491">
                  <c:v>6.1556339263916002E-2</c:v>
                </c:pt>
                <c:pt idx="492">
                  <c:v>7.9337358474731445E-2</c:v>
                </c:pt>
                <c:pt idx="493">
                  <c:v>9.7118377685546903E-2</c:v>
                </c:pt>
                <c:pt idx="494">
                  <c:v>-5.6615829467773403E-2</c:v>
                </c:pt>
                <c:pt idx="495">
                  <c:v>7.1635007858276284E-2</c:v>
                </c:pt>
                <c:pt idx="496">
                  <c:v>0.19988584518432601</c:v>
                </c:pt>
                <c:pt idx="497">
                  <c:v>0.15159559249877899</c:v>
                </c:pt>
                <c:pt idx="498">
                  <c:v>0.1176335811614989</c:v>
                </c:pt>
                <c:pt idx="499">
                  <c:v>8.3671569824218806E-2</c:v>
                </c:pt>
                <c:pt idx="500">
                  <c:v>2.5348186492919901E-2</c:v>
                </c:pt>
                <c:pt idx="501">
                  <c:v>6.8427324295043945E-2</c:v>
                </c:pt>
                <c:pt idx="502">
                  <c:v>0.111506462097168</c:v>
                </c:pt>
                <c:pt idx="503">
                  <c:v>-4.0608406066894497E-2</c:v>
                </c:pt>
                <c:pt idx="504">
                  <c:v>5.5827379226684758E-2</c:v>
                </c:pt>
                <c:pt idx="505">
                  <c:v>0.152263164520264</c:v>
                </c:pt>
                <c:pt idx="506">
                  <c:v>0.112112522125244</c:v>
                </c:pt>
                <c:pt idx="507">
                  <c:v>0.17384982109069799</c:v>
                </c:pt>
                <c:pt idx="508">
                  <c:v>0.23558712005615201</c:v>
                </c:pt>
                <c:pt idx="509">
                  <c:v>4.2995452880859403E-2</c:v>
                </c:pt>
                <c:pt idx="510">
                  <c:v>5.0399541854858398E-2</c:v>
                </c:pt>
                <c:pt idx="511">
                  <c:v>5.7803630828857401E-2</c:v>
                </c:pt>
                <c:pt idx="512">
                  <c:v>9.29980278015137E-2</c:v>
                </c:pt>
                <c:pt idx="513">
                  <c:v>1.218375196059545</c:v>
                </c:pt>
                <c:pt idx="514">
                  <c:v>-6.4922809600830106E-2</c:v>
                </c:pt>
                <c:pt idx="515">
                  <c:v>1.8079757690429701E-2</c:v>
                </c:pt>
                <c:pt idx="516">
                  <c:v>0.1411461830139159</c:v>
                </c:pt>
                <c:pt idx="517">
                  <c:v>0.26421260833740201</c:v>
                </c:pt>
                <c:pt idx="518">
                  <c:v>0.101799011230469</c:v>
                </c:pt>
                <c:pt idx="519">
                  <c:v>0.16092562675476099</c:v>
                </c:pt>
                <c:pt idx="520">
                  <c:v>0.22005224227905301</c:v>
                </c:pt>
                <c:pt idx="521">
                  <c:v>-1.9721508026122998E-2</c:v>
                </c:pt>
                <c:pt idx="522">
                  <c:v>-3.6346435546875E-2</c:v>
                </c:pt>
                <c:pt idx="523">
                  <c:v>-5.2971363067627002E-2</c:v>
                </c:pt>
                <c:pt idx="524">
                  <c:v>-5.3741931915283203E-2</c:v>
                </c:pt>
                <c:pt idx="525">
                  <c:v>1.4721393585205109E-2</c:v>
                </c:pt>
                <c:pt idx="526">
                  <c:v>8.3184719085693401E-2</c:v>
                </c:pt>
                <c:pt idx="527">
                  <c:v>3.2311677932739299E-2</c:v>
                </c:pt>
                <c:pt idx="528">
                  <c:v>-1.8561363220214799E-2</c:v>
                </c:pt>
                <c:pt idx="529">
                  <c:v>-1.44200325012207E-2</c:v>
                </c:pt>
                <c:pt idx="530">
                  <c:v>0.1243996620178222</c:v>
                </c:pt>
                <c:pt idx="531">
                  <c:v>0.26321935653686501</c:v>
                </c:pt>
                <c:pt idx="532">
                  <c:v>0.31477022171020502</c:v>
                </c:pt>
                <c:pt idx="533">
                  <c:v>0.23819756507873549</c:v>
                </c:pt>
                <c:pt idx="534">
                  <c:v>0.16162490844726601</c:v>
                </c:pt>
                <c:pt idx="535">
                  <c:v>-3.9625644683837898E-2</c:v>
                </c:pt>
                <c:pt idx="536">
                  <c:v>2.6521682739257809E-2</c:v>
                </c:pt>
                <c:pt idx="537">
                  <c:v>9.2669010162353502E-2</c:v>
                </c:pt>
                <c:pt idx="538">
                  <c:v>1.36466026306152E-2</c:v>
                </c:pt>
                <c:pt idx="539">
                  <c:v>7.27403163909911E-2</c:v>
                </c:pt>
                <c:pt idx="540">
                  <c:v>0.13183403015136699</c:v>
                </c:pt>
                <c:pt idx="541">
                  <c:v>-5.5951595306396498E-2</c:v>
                </c:pt>
                <c:pt idx="542">
                  <c:v>0.14272427558898931</c:v>
                </c:pt>
                <c:pt idx="543">
                  <c:v>0.341400146484375</c:v>
                </c:pt>
                <c:pt idx="544">
                  <c:v>-4.98394966125488E-2</c:v>
                </c:pt>
                <c:pt idx="545">
                  <c:v>-2.6382923126220689E-2</c:v>
                </c:pt>
                <c:pt idx="546">
                  <c:v>-2.9263496398925799E-3</c:v>
                </c:pt>
                <c:pt idx="547">
                  <c:v>0.28719139099121099</c:v>
                </c:pt>
                <c:pt idx="548">
                  <c:v>0.11694717407226569</c:v>
                </c:pt>
                <c:pt idx="549">
                  <c:v>-5.3297042846679701E-2</c:v>
                </c:pt>
                <c:pt idx="550">
                  <c:v>0.20810079574585</c:v>
                </c:pt>
                <c:pt idx="551">
                  <c:v>8.4181070327758997E-2</c:v>
                </c:pt>
                <c:pt idx="552">
                  <c:v>-3.9738655090331997E-2</c:v>
                </c:pt>
                <c:pt idx="553">
                  <c:v>0.24062108993530301</c:v>
                </c:pt>
                <c:pt idx="554">
                  <c:v>9.0488433837890764E-2</c:v>
                </c:pt>
                <c:pt idx="555">
                  <c:v>-5.9644222259521498E-2</c:v>
                </c:pt>
                <c:pt idx="556">
                  <c:v>0.28519248962402299</c:v>
                </c:pt>
                <c:pt idx="557">
                  <c:v>0.14315629005432109</c:v>
                </c:pt>
                <c:pt idx="558">
                  <c:v>1.12009048461914E-3</c:v>
                </c:pt>
                <c:pt idx="559">
                  <c:v>-3.8525104522705099E-2</c:v>
                </c:pt>
                <c:pt idx="560">
                  <c:v>4.4873952865600447E-2</c:v>
                </c:pt>
                <c:pt idx="561">
                  <c:v>0.128273010253906</c:v>
                </c:pt>
                <c:pt idx="562">
                  <c:v>-2.59547233581543E-2</c:v>
                </c:pt>
                <c:pt idx="563">
                  <c:v>-2.8138637542724599E-2</c:v>
                </c:pt>
                <c:pt idx="564">
                  <c:v>-3.0322551727294901E-2</c:v>
                </c:pt>
                <c:pt idx="565">
                  <c:v>5.3300857543945541E-2</c:v>
                </c:pt>
                <c:pt idx="566">
                  <c:v>0.13692426681518599</c:v>
                </c:pt>
                <c:pt idx="567">
                  <c:v>-6.32238388061523E-3</c:v>
                </c:pt>
                <c:pt idx="568">
                  <c:v>5.8975934982299881E-2</c:v>
                </c:pt>
                <c:pt idx="569">
                  <c:v>0.124274253845215</c:v>
                </c:pt>
                <c:pt idx="570">
                  <c:v>-3.0630588531494099E-2</c:v>
                </c:pt>
                <c:pt idx="571">
                  <c:v>-3.5768508911132799E-2</c:v>
                </c:pt>
                <c:pt idx="572">
                  <c:v>-4.0906429290771498E-2</c:v>
                </c:pt>
                <c:pt idx="573">
                  <c:v>0.17160987854003901</c:v>
                </c:pt>
                <c:pt idx="574">
                  <c:v>0.16619348526000949</c:v>
                </c:pt>
                <c:pt idx="575">
                  <c:v>0.16077709197998</c:v>
                </c:pt>
                <c:pt idx="576">
                  <c:v>1.1285305023193399E-2</c:v>
                </c:pt>
                <c:pt idx="577">
                  <c:v>0.11253356933593769</c:v>
                </c:pt>
                <c:pt idx="578">
                  <c:v>0.213781833648682</c:v>
                </c:pt>
                <c:pt idx="579">
                  <c:v>6.8340301513671901E-3</c:v>
                </c:pt>
                <c:pt idx="580">
                  <c:v>7.37130641937256E-2</c:v>
                </c:pt>
                <c:pt idx="581">
                  <c:v>0.14059209823608401</c:v>
                </c:pt>
                <c:pt idx="582">
                  <c:v>5.9335708618164097E-2</c:v>
                </c:pt>
                <c:pt idx="583">
                  <c:v>9.4034194946289063E-2</c:v>
                </c:pt>
                <c:pt idx="584">
                  <c:v>0.12873268127441401</c:v>
                </c:pt>
                <c:pt idx="585">
                  <c:v>3.2561302185058601E-2</c:v>
                </c:pt>
                <c:pt idx="586">
                  <c:v>5.214262008666995E-2</c:v>
                </c:pt>
                <c:pt idx="587">
                  <c:v>7.1723937988281306E-2</c:v>
                </c:pt>
                <c:pt idx="588">
                  <c:v>0.242813110351563</c:v>
                </c:pt>
                <c:pt idx="589">
                  <c:v>0.15088319778442411</c:v>
                </c:pt>
                <c:pt idx="590">
                  <c:v>5.8953285217285198E-2</c:v>
                </c:pt>
                <c:pt idx="591">
                  <c:v>0.28914499282836897</c:v>
                </c:pt>
                <c:pt idx="592">
                  <c:v>0.21502566337585449</c:v>
                </c:pt>
                <c:pt idx="593">
                  <c:v>0.14090633392334001</c:v>
                </c:pt>
                <c:pt idx="594">
                  <c:v>-2.5528907775878899E-2</c:v>
                </c:pt>
                <c:pt idx="595">
                  <c:v>5.3759813308716049E-2</c:v>
                </c:pt>
                <c:pt idx="596">
                  <c:v>0.13304853439331099</c:v>
                </c:pt>
                <c:pt idx="597">
                  <c:v>-2.5063991546630901E-2</c:v>
                </c:pt>
                <c:pt idx="598">
                  <c:v>-3.1947135925293003E-2</c:v>
                </c:pt>
                <c:pt idx="599">
                  <c:v>-3.8830280303955099E-2</c:v>
                </c:pt>
                <c:pt idx="600">
                  <c:v>8.5526943206787095E-2</c:v>
                </c:pt>
                <c:pt idx="601">
                  <c:v>8.284544944763185E-2</c:v>
                </c:pt>
                <c:pt idx="602">
                  <c:v>8.0163955688476604E-2</c:v>
                </c:pt>
                <c:pt idx="603">
                  <c:v>-4.5139312744140597E-2</c:v>
                </c:pt>
                <c:pt idx="604">
                  <c:v>1.586961746215821E-2</c:v>
                </c:pt>
                <c:pt idx="605">
                  <c:v>7.6878547668457003E-2</c:v>
                </c:pt>
                <c:pt idx="606">
                  <c:v>4.2046546936035198E-2</c:v>
                </c:pt>
                <c:pt idx="607">
                  <c:v>-3.1704902648925499E-3</c:v>
                </c:pt>
                <c:pt idx="608">
                  <c:v>-4.8387527465820299E-2</c:v>
                </c:pt>
                <c:pt idx="609">
                  <c:v>9.9205017089843806E-2</c:v>
                </c:pt>
                <c:pt idx="610">
                  <c:v>4.2561292648315457E-2</c:v>
                </c:pt>
                <c:pt idx="611">
                  <c:v>-1.4082431793212899E-2</c:v>
                </c:pt>
                <c:pt idx="612">
                  <c:v>7.5806140899658203E-2</c:v>
                </c:pt>
                <c:pt idx="613">
                  <c:v>0.16570639610290511</c:v>
                </c:pt>
                <c:pt idx="614">
                  <c:v>0.25560665130615201</c:v>
                </c:pt>
                <c:pt idx="615">
                  <c:v>-1.0646820068359399E-2</c:v>
                </c:pt>
                <c:pt idx="616">
                  <c:v>2.8593063354492201E-2</c:v>
                </c:pt>
                <c:pt idx="617">
                  <c:v>6.7832946777343806E-2</c:v>
                </c:pt>
                <c:pt idx="618">
                  <c:v>1.1125087738037101E-2</c:v>
                </c:pt>
                <c:pt idx="619">
                  <c:v>3.5511970520019552E-2</c:v>
                </c:pt>
                <c:pt idx="620">
                  <c:v>5.9898853302002002E-2</c:v>
                </c:pt>
                <c:pt idx="621">
                  <c:v>2.7246236801147489E-2</c:v>
                </c:pt>
                <c:pt idx="622">
                  <c:v>-5.4063796997070304E-3</c:v>
                </c:pt>
                <c:pt idx="623">
                  <c:v>-2.7204036712646502E-2</c:v>
                </c:pt>
                <c:pt idx="624">
                  <c:v>1.6002178192138651E-2</c:v>
                </c:pt>
                <c:pt idx="625">
                  <c:v>5.92083930969238E-2</c:v>
                </c:pt>
                <c:pt idx="626">
                  <c:v>9.5715999603271498E-2</c:v>
                </c:pt>
                <c:pt idx="627">
                  <c:v>7.071685791015625E-2</c:v>
                </c:pt>
                <c:pt idx="628">
                  <c:v>4.5717716217041002E-2</c:v>
                </c:pt>
                <c:pt idx="629">
                  <c:v>0.197891235351563</c:v>
                </c:pt>
                <c:pt idx="630">
                  <c:v>0.12533879280090349</c:v>
                </c:pt>
                <c:pt idx="631">
                  <c:v>5.2786350250244099E-2</c:v>
                </c:pt>
                <c:pt idx="632">
                  <c:v>7.4445247650146498E-2</c:v>
                </c:pt>
                <c:pt idx="633">
                  <c:v>8.9895486831665247E-2</c:v>
                </c:pt>
                <c:pt idx="634">
                  <c:v>0.105345726013184</c:v>
                </c:pt>
                <c:pt idx="635">
                  <c:v>0.30035352706909202</c:v>
                </c:pt>
                <c:pt idx="636">
                  <c:v>0.18463921546936049</c:v>
                </c:pt>
                <c:pt idx="637">
                  <c:v>6.8924903869628906E-2</c:v>
                </c:pt>
                <c:pt idx="638">
                  <c:v>0.163649082183838</c:v>
                </c:pt>
                <c:pt idx="639">
                  <c:v>8.6084365844726618E-2</c:v>
                </c:pt>
                <c:pt idx="640">
                  <c:v>8.5196495056152292E-3</c:v>
                </c:pt>
                <c:pt idx="641">
                  <c:v>-4.34918403625488E-2</c:v>
                </c:pt>
                <c:pt idx="642">
                  <c:v>5.6832313537597601E-2</c:v>
                </c:pt>
                <c:pt idx="643">
                  <c:v>0.157156467437744</c:v>
                </c:pt>
                <c:pt idx="644">
                  <c:v>-3.8894176483154297E-2</c:v>
                </c:pt>
                <c:pt idx="645">
                  <c:v>-4.526305198669435E-2</c:v>
                </c:pt>
                <c:pt idx="646">
                  <c:v>-5.1631927490234403E-2</c:v>
                </c:pt>
                <c:pt idx="647">
                  <c:v>0.15106868743896501</c:v>
                </c:pt>
                <c:pt idx="648">
                  <c:v>5.0919294357299902E-2</c:v>
                </c:pt>
                <c:pt idx="649">
                  <c:v>-4.92300987243652E-2</c:v>
                </c:pt>
                <c:pt idx="650">
                  <c:v>-2.9264926910400401E-2</c:v>
                </c:pt>
                <c:pt idx="651">
                  <c:v>0.15410995483398429</c:v>
                </c:pt>
                <c:pt idx="652">
                  <c:v>0.33748483657836897</c:v>
                </c:pt>
                <c:pt idx="653">
                  <c:v>-5.7417392730712898E-2</c:v>
                </c:pt>
                <c:pt idx="654">
                  <c:v>6.6472053527832059E-2</c:v>
                </c:pt>
                <c:pt idx="655">
                  <c:v>0.19036149978637701</c:v>
                </c:pt>
                <c:pt idx="656">
                  <c:v>-5.5874824523925802E-2</c:v>
                </c:pt>
                <c:pt idx="657">
                  <c:v>3.4595966339111099E-2</c:v>
                </c:pt>
                <c:pt idx="658">
                  <c:v>0.12506675720214799</c:v>
                </c:pt>
                <c:pt idx="659">
                  <c:v>-3.5737037658691399E-2</c:v>
                </c:pt>
                <c:pt idx="660">
                  <c:v>-2.7309179306030249E-2</c:v>
                </c:pt>
                <c:pt idx="661">
                  <c:v>-1.8881320953369099E-2</c:v>
                </c:pt>
                <c:pt idx="662">
                  <c:v>0.147178649902344</c:v>
                </c:pt>
                <c:pt idx="663">
                  <c:v>4.5140504837036237E-2</c:v>
                </c:pt>
                <c:pt idx="664">
                  <c:v>-5.6897640228271498E-2</c:v>
                </c:pt>
                <c:pt idx="665">
                  <c:v>0.14745521545410201</c:v>
                </c:pt>
                <c:pt idx="666">
                  <c:v>7.1153163909912331E-2</c:v>
                </c:pt>
                <c:pt idx="667">
                  <c:v>-5.1488876342773403E-3</c:v>
                </c:pt>
                <c:pt idx="668">
                  <c:v>3.8827896118164097E-2</c:v>
                </c:pt>
                <c:pt idx="669">
                  <c:v>0.13046526908874509</c:v>
                </c:pt>
                <c:pt idx="670">
                  <c:v>0.22210264205932601</c:v>
                </c:pt>
                <c:pt idx="671">
                  <c:v>8.0204010009765603E-4</c:v>
                </c:pt>
                <c:pt idx="672">
                  <c:v>4.0299654006958029E-2</c:v>
                </c:pt>
                <c:pt idx="673">
                  <c:v>7.9797267913818401E-2</c:v>
                </c:pt>
                <c:pt idx="674">
                  <c:v>2.8398275375366249E-2</c:v>
                </c:pt>
                <c:pt idx="675">
                  <c:v>-2.3000717163085899E-2</c:v>
                </c:pt>
                <c:pt idx="676">
                  <c:v>0.11461687088012699</c:v>
                </c:pt>
                <c:pt idx="677">
                  <c:v>0.16064190864562999</c:v>
                </c:pt>
                <c:pt idx="678">
                  <c:v>0.20666694641113301</c:v>
                </c:pt>
                <c:pt idx="679">
                  <c:v>6.2371730804443401E-2</c:v>
                </c:pt>
                <c:pt idx="680">
                  <c:v>4.4460296630859403E-2</c:v>
                </c:pt>
                <c:pt idx="681">
                  <c:v>2.6548862457275401E-2</c:v>
                </c:pt>
                <c:pt idx="682">
                  <c:v>0.14603805541992201</c:v>
                </c:pt>
                <c:pt idx="683">
                  <c:v>0.1048738956451417</c:v>
                </c:pt>
                <c:pt idx="684">
                  <c:v>6.37097358703613E-2</c:v>
                </c:pt>
                <c:pt idx="685">
                  <c:v>0.15058565139770499</c:v>
                </c:pt>
                <c:pt idx="686">
                  <c:v>0.15297865867614749</c:v>
                </c:pt>
                <c:pt idx="687">
                  <c:v>0.15537166595459001</c:v>
                </c:pt>
                <c:pt idx="688">
                  <c:v>-3.6941051483154297E-2</c:v>
                </c:pt>
                <c:pt idx="689">
                  <c:v>3.945708274841285E-2</c:v>
                </c:pt>
                <c:pt idx="690">
                  <c:v>0.11585521697998</c:v>
                </c:pt>
                <c:pt idx="691">
                  <c:v>0.178596496582031</c:v>
                </c:pt>
                <c:pt idx="692">
                  <c:v>0.16370773315429701</c:v>
                </c:pt>
                <c:pt idx="693">
                  <c:v>0.148818969726563</c:v>
                </c:pt>
                <c:pt idx="694">
                  <c:v>0.100100517272949</c:v>
                </c:pt>
                <c:pt idx="695">
                  <c:v>1.7575979232787999E-2</c:v>
                </c:pt>
                <c:pt idx="696">
                  <c:v>-6.4948558807373005E-2</c:v>
                </c:pt>
                <c:pt idx="697">
                  <c:v>-3.1177520751953101E-2</c:v>
                </c:pt>
                <c:pt idx="698">
                  <c:v>8.8521718978881947E-2</c:v>
                </c:pt>
                <c:pt idx="699">
                  <c:v>0.20822095870971699</c:v>
                </c:pt>
                <c:pt idx="700">
                  <c:v>0.25005674362182601</c:v>
                </c:pt>
                <c:pt idx="701">
                  <c:v>0.1234254837036132</c:v>
                </c:pt>
                <c:pt idx="702">
                  <c:v>-3.2057762145996098E-3</c:v>
                </c:pt>
                <c:pt idx="703">
                  <c:v>0.10305738449096701</c:v>
                </c:pt>
                <c:pt idx="704">
                  <c:v>9.1065406799316503E-2</c:v>
                </c:pt>
                <c:pt idx="705">
                  <c:v>7.9073429107666002E-2</c:v>
                </c:pt>
                <c:pt idx="706">
                  <c:v>0.103479862213135</c:v>
                </c:pt>
                <c:pt idx="707">
                  <c:v>0.1325669288635255</c:v>
                </c:pt>
                <c:pt idx="708">
                  <c:v>0.16165399551391599</c:v>
                </c:pt>
                <c:pt idx="709">
                  <c:v>0.103995323181152</c:v>
                </c:pt>
                <c:pt idx="710">
                  <c:v>0.16183853149414049</c:v>
                </c:pt>
                <c:pt idx="711">
                  <c:v>0.21968173980712899</c:v>
                </c:pt>
                <c:pt idx="712">
                  <c:v>0.130618095397949</c:v>
                </c:pt>
                <c:pt idx="713">
                  <c:v>0.13353991508483901</c:v>
                </c:pt>
                <c:pt idx="714">
                  <c:v>0.13646173477172899</c:v>
                </c:pt>
                <c:pt idx="715">
                  <c:v>0.13983201980590801</c:v>
                </c:pt>
                <c:pt idx="716">
                  <c:v>5.5567979812621959E-2</c:v>
                </c:pt>
                <c:pt idx="717">
                  <c:v>-2.8696060180664101E-2</c:v>
                </c:pt>
                <c:pt idx="718">
                  <c:v>-2.2321701049804701E-2</c:v>
                </c:pt>
                <c:pt idx="719">
                  <c:v>6.0265302658081152E-2</c:v>
                </c:pt>
                <c:pt idx="720">
                  <c:v>0.14285230636596699</c:v>
                </c:pt>
                <c:pt idx="721">
                  <c:v>-5.9440135955810498E-2</c:v>
                </c:pt>
                <c:pt idx="722">
                  <c:v>-1.3513326644897451E-2</c:v>
                </c:pt>
                <c:pt idx="723">
                  <c:v>3.2413482666015597E-2</c:v>
                </c:pt>
                <c:pt idx="724">
                  <c:v>-2.8236389160156299E-2</c:v>
                </c:pt>
                <c:pt idx="725">
                  <c:v>-3.2818078994750997E-2</c:v>
                </c:pt>
                <c:pt idx="726">
                  <c:v>-3.7399768829345703E-2</c:v>
                </c:pt>
                <c:pt idx="727">
                  <c:v>6.89501762390137E-2</c:v>
                </c:pt>
                <c:pt idx="728">
                  <c:v>1.535367965698245E-2</c:v>
                </c:pt>
                <c:pt idx="729">
                  <c:v>-3.82428169250488E-2</c:v>
                </c:pt>
                <c:pt idx="730">
                  <c:v>7.3999166488647586E-2</c:v>
                </c:pt>
                <c:pt idx="731">
                  <c:v>0.186241149902344</c:v>
                </c:pt>
                <c:pt idx="732">
                  <c:v>0.29394197463989302</c:v>
                </c:pt>
                <c:pt idx="733">
                  <c:v>0.130093574523926</c:v>
                </c:pt>
                <c:pt idx="734">
                  <c:v>-3.3754825592041002E-2</c:v>
                </c:pt>
                <c:pt idx="735">
                  <c:v>0.117420196533203</c:v>
                </c:pt>
                <c:pt idx="736">
                  <c:v>0.18615603446960449</c:v>
                </c:pt>
                <c:pt idx="737">
                  <c:v>0.25489187240600603</c:v>
                </c:pt>
                <c:pt idx="738">
                  <c:v>0.21115159988403301</c:v>
                </c:pt>
                <c:pt idx="739">
                  <c:v>0.14155054092407221</c:v>
                </c:pt>
                <c:pt idx="740">
                  <c:v>7.19494819641113E-2</c:v>
                </c:pt>
                <c:pt idx="741">
                  <c:v>0.155137538909912</c:v>
                </c:pt>
                <c:pt idx="742">
                  <c:v>0.155656337738037</c:v>
                </c:pt>
                <c:pt idx="743">
                  <c:v>0.156175136566162</c:v>
                </c:pt>
                <c:pt idx="744">
                  <c:v>4.4840812683105503E-2</c:v>
                </c:pt>
                <c:pt idx="745">
                  <c:v>8.2145929336547741E-2</c:v>
                </c:pt>
                <c:pt idx="746">
                  <c:v>0.11945104598999</c:v>
                </c:pt>
                <c:pt idx="747">
                  <c:v>0.11154603958129899</c:v>
                </c:pt>
                <c:pt idx="748">
                  <c:v>8.8492155075073353E-2</c:v>
                </c:pt>
                <c:pt idx="749">
                  <c:v>6.5438270568847698E-2</c:v>
                </c:pt>
                <c:pt idx="750">
                  <c:v>0.101548671722412</c:v>
                </c:pt>
                <c:pt idx="751">
                  <c:v>0.21142458915710449</c:v>
                </c:pt>
                <c:pt idx="752">
                  <c:v>0.32130050659179699</c:v>
                </c:pt>
                <c:pt idx="753">
                  <c:v>5.7843685150146498E-2</c:v>
                </c:pt>
                <c:pt idx="754">
                  <c:v>9.1203212738037248E-2</c:v>
                </c:pt>
                <c:pt idx="755">
                  <c:v>0.124562740325928</c:v>
                </c:pt>
                <c:pt idx="756">
                  <c:v>0.33013486862182601</c:v>
                </c:pt>
                <c:pt idx="757">
                  <c:v>0.15125513076782221</c:v>
                </c:pt>
                <c:pt idx="758">
                  <c:v>-2.7624607086181599E-2</c:v>
                </c:pt>
                <c:pt idx="759">
                  <c:v>0.19546365737915</c:v>
                </c:pt>
                <c:pt idx="760">
                  <c:v>0.20372104644775349</c:v>
                </c:pt>
                <c:pt idx="761">
                  <c:v>0.21197843551635701</c:v>
                </c:pt>
                <c:pt idx="762">
                  <c:v>-4.2237281799316399E-2</c:v>
                </c:pt>
                <c:pt idx="763">
                  <c:v>-3.0397891998290998E-2</c:v>
                </c:pt>
                <c:pt idx="764">
                  <c:v>-1.8558502197265601E-2</c:v>
                </c:pt>
                <c:pt idx="765">
                  <c:v>0.177566528320313</c:v>
                </c:pt>
                <c:pt idx="766">
                  <c:v>6.6466569900512945E-2</c:v>
                </c:pt>
                <c:pt idx="767">
                  <c:v>-4.4633388519287102E-2</c:v>
                </c:pt>
                <c:pt idx="768">
                  <c:v>-3.35540771484375E-2</c:v>
                </c:pt>
                <c:pt idx="769">
                  <c:v>8.5454940795898243E-2</c:v>
                </c:pt>
                <c:pt idx="770">
                  <c:v>0.20446395874023399</c:v>
                </c:pt>
                <c:pt idx="771">
                  <c:v>8.7303161621093806E-2</c:v>
                </c:pt>
                <c:pt idx="772">
                  <c:v>9.3365907669067411E-2</c:v>
                </c:pt>
                <c:pt idx="773">
                  <c:v>9.9428653717041002E-2</c:v>
                </c:pt>
                <c:pt idx="774">
                  <c:v>8.8634967803955106E-2</c:v>
                </c:pt>
                <c:pt idx="775">
                  <c:v>0.11553525924682601</c:v>
                </c:pt>
                <c:pt idx="776">
                  <c:v>0.14243555068969699</c:v>
                </c:pt>
                <c:pt idx="777">
                  <c:v>0.13935375213623</c:v>
                </c:pt>
                <c:pt idx="778">
                  <c:v>0.1226096153259275</c:v>
                </c:pt>
                <c:pt idx="779">
                  <c:v>0.105865478515625</c:v>
                </c:pt>
                <c:pt idx="780">
                  <c:v>0.343304634094238</c:v>
                </c:pt>
                <c:pt idx="781">
                  <c:v>0.2139403820037841</c:v>
                </c:pt>
                <c:pt idx="782">
                  <c:v>8.4576129913330106E-2</c:v>
                </c:pt>
                <c:pt idx="783">
                  <c:v>0.14041948318481401</c:v>
                </c:pt>
                <c:pt idx="784">
                  <c:v>0.1632032394409175</c:v>
                </c:pt>
                <c:pt idx="785">
                  <c:v>0.18598699569702101</c:v>
                </c:pt>
                <c:pt idx="786">
                  <c:v>0.12854146957397439</c:v>
                </c:pt>
                <c:pt idx="787">
                  <c:v>7.1095943450927707E-2</c:v>
                </c:pt>
                <c:pt idx="788">
                  <c:v>0.120437622070313</c:v>
                </c:pt>
                <c:pt idx="789">
                  <c:v>0.22384405136108401</c:v>
                </c:pt>
                <c:pt idx="790">
                  <c:v>0.32725048065185502</c:v>
                </c:pt>
                <c:pt idx="791">
                  <c:v>0.26044464111328097</c:v>
                </c:pt>
                <c:pt idx="792">
                  <c:v>0.209841728210449</c:v>
                </c:pt>
                <c:pt idx="793">
                  <c:v>0.15923881530761699</c:v>
                </c:pt>
                <c:pt idx="794">
                  <c:v>-4.1862010955810498E-2</c:v>
                </c:pt>
                <c:pt idx="795">
                  <c:v>-2.9285430908203101E-2</c:v>
                </c:pt>
                <c:pt idx="796">
                  <c:v>-1.67088508605957E-2</c:v>
                </c:pt>
                <c:pt idx="797">
                  <c:v>0.10581636428832999</c:v>
                </c:pt>
                <c:pt idx="798">
                  <c:v>0.13617897033691401</c:v>
                </c:pt>
                <c:pt idx="799">
                  <c:v>0.16654157638549799</c:v>
                </c:pt>
                <c:pt idx="800">
                  <c:v>0.11119651794433601</c:v>
                </c:pt>
                <c:pt idx="801">
                  <c:v>3.8208007812500062E-2</c:v>
                </c:pt>
                <c:pt idx="802">
                  <c:v>-3.4780502319335903E-2</c:v>
                </c:pt>
                <c:pt idx="803">
                  <c:v>-4.3187141418456997E-3</c:v>
                </c:pt>
                <c:pt idx="804">
                  <c:v>6.381440162658715E-2</c:v>
                </c:pt>
                <c:pt idx="805">
                  <c:v>0.13194751739502</c:v>
                </c:pt>
                <c:pt idx="806">
                  <c:v>7.3033332824707003E-2</c:v>
                </c:pt>
                <c:pt idx="807">
                  <c:v>0.129434823989868</c:v>
                </c:pt>
                <c:pt idx="808">
                  <c:v>0.18583631515502899</c:v>
                </c:pt>
                <c:pt idx="809">
                  <c:v>-4.6256065368652302E-2</c:v>
                </c:pt>
                <c:pt idx="810">
                  <c:v>8.6140632629394531E-4</c:v>
                </c:pt>
                <c:pt idx="811">
                  <c:v>4.79788780212402E-2</c:v>
                </c:pt>
                <c:pt idx="812">
                  <c:v>0.126103401184082</c:v>
                </c:pt>
                <c:pt idx="813">
                  <c:v>0.16282224655151351</c:v>
                </c:pt>
                <c:pt idx="814">
                  <c:v>0.19954109191894501</c:v>
                </c:pt>
                <c:pt idx="815">
                  <c:v>1.2122631072998E-2</c:v>
                </c:pt>
                <c:pt idx="816">
                  <c:v>0.1097617149353025</c:v>
                </c:pt>
                <c:pt idx="817">
                  <c:v>0.20740079879760701</c:v>
                </c:pt>
                <c:pt idx="818">
                  <c:v>0.12210512161254899</c:v>
                </c:pt>
                <c:pt idx="819">
                  <c:v>7.2090864181518638E-2</c:v>
                </c:pt>
                <c:pt idx="820">
                  <c:v>2.2076606750488299E-2</c:v>
                </c:pt>
                <c:pt idx="821">
                  <c:v>0.13483333587646501</c:v>
                </c:pt>
                <c:pt idx="822">
                  <c:v>4.2226076126098702E-2</c:v>
                </c:pt>
                <c:pt idx="823">
                  <c:v>-5.0381183624267599E-2</c:v>
                </c:pt>
                <c:pt idx="824">
                  <c:v>0.195539951324463</c:v>
                </c:pt>
                <c:pt idx="825">
                  <c:v>0.1123332977294923</c:v>
                </c:pt>
                <c:pt idx="826">
                  <c:v>2.9126644134521502E-2</c:v>
                </c:pt>
                <c:pt idx="827">
                  <c:v>0.1114182472229</c:v>
                </c:pt>
                <c:pt idx="828">
                  <c:v>3.7716388702392398E-2</c:v>
                </c:pt>
                <c:pt idx="829">
                  <c:v>-3.59854698181152E-2</c:v>
                </c:pt>
                <c:pt idx="830">
                  <c:v>0.16230392456054701</c:v>
                </c:pt>
                <c:pt idx="831">
                  <c:v>0.20637083053588851</c:v>
                </c:pt>
                <c:pt idx="832">
                  <c:v>0.25043773651123002</c:v>
                </c:pt>
                <c:pt idx="833">
                  <c:v>0.194619655609131</c:v>
                </c:pt>
                <c:pt idx="834">
                  <c:v>0.17419528961181649</c:v>
                </c:pt>
                <c:pt idx="835">
                  <c:v>0.15377092361450201</c:v>
                </c:pt>
                <c:pt idx="836">
                  <c:v>-7.0087432861328097E-2</c:v>
                </c:pt>
                <c:pt idx="837">
                  <c:v>-5.9687137603759752E-2</c:v>
                </c:pt>
                <c:pt idx="838">
                  <c:v>-4.9286842346191399E-2</c:v>
                </c:pt>
                <c:pt idx="839">
                  <c:v>3.029751777648931E-2</c:v>
                </c:pt>
                <c:pt idx="840">
                  <c:v>0.10988187789917001</c:v>
                </c:pt>
                <c:pt idx="841">
                  <c:v>0.23281288146972701</c:v>
                </c:pt>
                <c:pt idx="842">
                  <c:v>0.26773476600647</c:v>
                </c:pt>
                <c:pt idx="843">
                  <c:v>0.302656650543213</c:v>
                </c:pt>
                <c:pt idx="844">
                  <c:v>3.9867401123046903E-2</c:v>
                </c:pt>
                <c:pt idx="845">
                  <c:v>3.2009124755859403E-2</c:v>
                </c:pt>
                <c:pt idx="846">
                  <c:v>2.4150848388671899E-2</c:v>
                </c:pt>
                <c:pt idx="847">
                  <c:v>1.39660835266113E-2</c:v>
                </c:pt>
                <c:pt idx="848">
                  <c:v>6.6128969192504633E-2</c:v>
                </c:pt>
                <c:pt idx="849">
                  <c:v>0.11829185485839799</c:v>
                </c:pt>
                <c:pt idx="850">
                  <c:v>-6.0980796813964802E-2</c:v>
                </c:pt>
                <c:pt idx="851">
                  <c:v>-3.1685829162597591E-3</c:v>
                </c:pt>
                <c:pt idx="852">
                  <c:v>5.4643630981445299E-2</c:v>
                </c:pt>
                <c:pt idx="853">
                  <c:v>6.2511444091796903E-2</c:v>
                </c:pt>
                <c:pt idx="854">
                  <c:v>2.699375152587898E-3</c:v>
                </c:pt>
                <c:pt idx="855">
                  <c:v>-5.7112693786621101E-2</c:v>
                </c:pt>
                <c:pt idx="856">
                  <c:v>0.22714328765869099</c:v>
                </c:pt>
                <c:pt idx="857">
                  <c:v>0.171189785003662</c:v>
                </c:pt>
                <c:pt idx="858">
                  <c:v>0.11523628234863301</c:v>
                </c:pt>
                <c:pt idx="859">
                  <c:v>0.15731763839721699</c:v>
                </c:pt>
                <c:pt idx="860">
                  <c:v>0.1131610870361329</c:v>
                </c:pt>
                <c:pt idx="861">
                  <c:v>6.90045356750488E-2</c:v>
                </c:pt>
                <c:pt idx="862">
                  <c:v>0.11132860183715799</c:v>
                </c:pt>
                <c:pt idx="863">
                  <c:v>0.106729030609131</c:v>
                </c:pt>
                <c:pt idx="864">
                  <c:v>0.102129459381104</c:v>
                </c:pt>
                <c:pt idx="865">
                  <c:v>0.103024959564209</c:v>
                </c:pt>
                <c:pt idx="866">
                  <c:v>9.9722623825073242E-2</c:v>
                </c:pt>
                <c:pt idx="867">
                  <c:v>9.64202880859375E-2</c:v>
                </c:pt>
                <c:pt idx="868">
                  <c:v>-4.7706127166747998E-2</c:v>
                </c:pt>
                <c:pt idx="869">
                  <c:v>-1.8881082534790011E-2</c:v>
                </c:pt>
                <c:pt idx="870">
                  <c:v>9.9439620971679705E-3</c:v>
                </c:pt>
                <c:pt idx="871">
                  <c:v>-4.33449745178223E-2</c:v>
                </c:pt>
                <c:pt idx="872">
                  <c:v>0.1147205829620364</c:v>
                </c:pt>
                <c:pt idx="873">
                  <c:v>0.27278614044189498</c:v>
                </c:pt>
                <c:pt idx="874">
                  <c:v>0.33122158050537098</c:v>
                </c:pt>
                <c:pt idx="875">
                  <c:v>0.23580527305603</c:v>
                </c:pt>
                <c:pt idx="876">
                  <c:v>0.14038896560668901</c:v>
                </c:pt>
                <c:pt idx="877">
                  <c:v>0.15304517745971699</c:v>
                </c:pt>
                <c:pt idx="878">
                  <c:v>0.18397402763366699</c:v>
                </c:pt>
                <c:pt idx="879">
                  <c:v>0.21490287780761699</c:v>
                </c:pt>
                <c:pt idx="880">
                  <c:v>0.14657926559448201</c:v>
                </c:pt>
                <c:pt idx="881">
                  <c:v>0.15601921081542949</c:v>
                </c:pt>
                <c:pt idx="882">
                  <c:v>0.16545915603637701</c:v>
                </c:pt>
                <c:pt idx="883">
                  <c:v>0.20270633697509799</c:v>
                </c:pt>
                <c:pt idx="884">
                  <c:v>0.2639422416687015</c:v>
                </c:pt>
                <c:pt idx="885">
                  <c:v>0.32517814636230502</c:v>
                </c:pt>
                <c:pt idx="886">
                  <c:v>3.03759574890137E-2</c:v>
                </c:pt>
                <c:pt idx="887">
                  <c:v>-7.1320533752441554E-3</c:v>
                </c:pt>
                <c:pt idx="888">
                  <c:v>-4.4640064239502002E-2</c:v>
                </c:pt>
                <c:pt idx="889">
                  <c:v>5.8327198028564502E-2</c:v>
                </c:pt>
                <c:pt idx="890">
                  <c:v>3.082561492919924E-2</c:v>
                </c:pt>
                <c:pt idx="891">
                  <c:v>3.32403182983398E-3</c:v>
                </c:pt>
                <c:pt idx="892">
                  <c:v>0.11017036437988301</c:v>
                </c:pt>
                <c:pt idx="893">
                  <c:v>4.2066574096679799E-2</c:v>
                </c:pt>
                <c:pt idx="894">
                  <c:v>-2.6037216186523399E-2</c:v>
                </c:pt>
                <c:pt idx="895">
                  <c:v>1.779985427856445E-2</c:v>
                </c:pt>
                <c:pt idx="896">
                  <c:v>6.1636924743652302E-2</c:v>
                </c:pt>
                <c:pt idx="897">
                  <c:v>1.3820863738656051</c:v>
                </c:pt>
                <c:pt idx="898">
                  <c:v>1.3738698398365701</c:v>
                </c:pt>
                <c:pt idx="899">
                  <c:v>1.2134218920627839</c:v>
                </c:pt>
                <c:pt idx="900">
                  <c:v>-6.1503410339355503E-2</c:v>
                </c:pt>
                <c:pt idx="901">
                  <c:v>9.7446441650390417E-3</c:v>
                </c:pt>
                <c:pt idx="902">
                  <c:v>8.0992698669433594E-2</c:v>
                </c:pt>
                <c:pt idx="903">
                  <c:v>0.165030002593994</c:v>
                </c:pt>
                <c:pt idx="904">
                  <c:v>0.13247942924499509</c:v>
                </c:pt>
                <c:pt idx="905">
                  <c:v>9.9928855895996094E-2</c:v>
                </c:pt>
                <c:pt idx="906">
                  <c:v>0.16662502288818401</c:v>
                </c:pt>
                <c:pt idx="907">
                  <c:v>0.11035609245300319</c:v>
                </c:pt>
                <c:pt idx="908">
                  <c:v>5.40871620178223E-2</c:v>
                </c:pt>
                <c:pt idx="909">
                  <c:v>-1.47161483764648E-2</c:v>
                </c:pt>
                <c:pt idx="910">
                  <c:v>0.12316942214965811</c:v>
                </c:pt>
                <c:pt idx="911">
                  <c:v>0.26105499267578097</c:v>
                </c:pt>
                <c:pt idx="912">
                  <c:v>7.8676223754882799E-2</c:v>
                </c:pt>
                <c:pt idx="913">
                  <c:v>7.1518898010253906E-2</c:v>
                </c:pt>
                <c:pt idx="914">
                  <c:v>6.4361572265625E-2</c:v>
                </c:pt>
                <c:pt idx="915">
                  <c:v>-6.3055515289306599E-2</c:v>
                </c:pt>
                <c:pt idx="916">
                  <c:v>-5.6403398513793952E-2</c:v>
                </c:pt>
                <c:pt idx="917">
                  <c:v>-4.9751281738281299E-2</c:v>
                </c:pt>
                <c:pt idx="918">
                  <c:v>-3.12752723693848E-2</c:v>
                </c:pt>
                <c:pt idx="919">
                  <c:v>2.5053977966308601E-2</c:v>
                </c:pt>
                <c:pt idx="920">
                  <c:v>8.1383228302001995E-2</c:v>
                </c:pt>
                <c:pt idx="921">
                  <c:v>-2.4975299835205099E-2</c:v>
                </c:pt>
                <c:pt idx="922">
                  <c:v>4.1059732437133949E-2</c:v>
                </c:pt>
                <c:pt idx="923">
                  <c:v>0.107094764709473</c:v>
                </c:pt>
                <c:pt idx="924">
                  <c:v>0.15423345565795901</c:v>
                </c:pt>
                <c:pt idx="925">
                  <c:v>0.18525600433349601</c:v>
                </c:pt>
                <c:pt idx="926">
                  <c:v>0.21627855300903301</c:v>
                </c:pt>
                <c:pt idx="927">
                  <c:v>0.223483085632324</c:v>
                </c:pt>
                <c:pt idx="928">
                  <c:v>0.15694236755371091</c:v>
                </c:pt>
                <c:pt idx="929">
                  <c:v>9.0401649475097698E-2</c:v>
                </c:pt>
                <c:pt idx="930">
                  <c:v>-3.4608364105224602E-2</c:v>
                </c:pt>
                <c:pt idx="931">
                  <c:v>4.5515298843383699E-2</c:v>
                </c:pt>
                <c:pt idx="932">
                  <c:v>0.12563896179199199</c:v>
                </c:pt>
                <c:pt idx="933">
                  <c:v>-4.0163993835449198E-2</c:v>
                </c:pt>
                <c:pt idx="934">
                  <c:v>-1.2749671936035149E-2</c:v>
                </c:pt>
                <c:pt idx="935">
                  <c:v>1.4664649963378899E-2</c:v>
                </c:pt>
                <c:pt idx="936">
                  <c:v>0.2608962059021</c:v>
                </c:pt>
                <c:pt idx="937">
                  <c:v>0.15694403648376479</c:v>
                </c:pt>
                <c:pt idx="938">
                  <c:v>5.2991867065429701E-2</c:v>
                </c:pt>
                <c:pt idx="939">
                  <c:v>0.24496698379516599</c:v>
                </c:pt>
                <c:pt idx="940">
                  <c:v>9.5689535140991183E-2</c:v>
                </c:pt>
                <c:pt idx="941">
                  <c:v>-5.3587913513183601E-2</c:v>
                </c:pt>
                <c:pt idx="942">
                  <c:v>0.27258968353271501</c:v>
                </c:pt>
                <c:pt idx="943">
                  <c:v>0.14863634109497079</c:v>
                </c:pt>
                <c:pt idx="944">
                  <c:v>2.4682998657226601E-2</c:v>
                </c:pt>
                <c:pt idx="945">
                  <c:v>0.14167833328247101</c:v>
                </c:pt>
                <c:pt idx="946">
                  <c:v>0.2086265087127685</c:v>
                </c:pt>
                <c:pt idx="947">
                  <c:v>0.27557468414306602</c:v>
                </c:pt>
                <c:pt idx="948">
                  <c:v>-4.4765949249267599E-2</c:v>
                </c:pt>
                <c:pt idx="949">
                  <c:v>9.7424507141113198E-2</c:v>
                </c:pt>
                <c:pt idx="950">
                  <c:v>0.239614963531494</c:v>
                </c:pt>
                <c:pt idx="951">
                  <c:v>0.18687057495117201</c:v>
                </c:pt>
                <c:pt idx="952">
                  <c:v>0.13412618637085</c:v>
                </c:pt>
                <c:pt idx="953">
                  <c:v>0.102077484130859</c:v>
                </c:pt>
                <c:pt idx="954">
                  <c:v>7.0125579833984208E-2</c:v>
                </c:pt>
                <c:pt idx="955">
                  <c:v>3.8173675537109403E-2</c:v>
                </c:pt>
                <c:pt idx="956">
                  <c:v>6.8362236022949205E-2</c:v>
                </c:pt>
                <c:pt idx="957">
                  <c:v>5.6798219680786112E-2</c:v>
                </c:pt>
                <c:pt idx="958">
                  <c:v>4.5234203338622998E-2</c:v>
                </c:pt>
                <c:pt idx="959">
                  <c:v>7.7702522277832003E-2</c:v>
                </c:pt>
                <c:pt idx="960">
                  <c:v>0.70995017460414356</c:v>
                </c:pt>
                <c:pt idx="961">
                  <c:v>1.3421978269304551</c:v>
                </c:pt>
                <c:pt idx="962">
                  <c:v>1.240052806629854</c:v>
                </c:pt>
                <c:pt idx="963">
                  <c:v>1.2408066262972599</c:v>
                </c:pt>
                <c:pt idx="964">
                  <c:v>1.2415604459646661</c:v>
                </c:pt>
                <c:pt idx="965">
                  <c:v>0.86070998509724983</c:v>
                </c:pt>
                <c:pt idx="966">
                  <c:v>1.2640792715306191</c:v>
                </c:pt>
                <c:pt idx="967">
                  <c:v>-3.0294895172119099E-2</c:v>
                </c:pt>
                <c:pt idx="968">
                  <c:v>1.3554712554155759</c:v>
                </c:pt>
                <c:pt idx="969">
                  <c:v>1.4322444677352899</c:v>
                </c:pt>
                <c:pt idx="970">
                  <c:v>1.2506358516750049</c:v>
                </c:pt>
                <c:pt idx="971">
                  <c:v>8.3252906799316406E-2</c:v>
                </c:pt>
                <c:pt idx="972">
                  <c:v>0.1109807491302492</c:v>
                </c:pt>
                <c:pt idx="973">
                  <c:v>0.138708591461182</c:v>
                </c:pt>
                <c:pt idx="974">
                  <c:v>5.2212238311767599E-2</c:v>
                </c:pt>
                <c:pt idx="975">
                  <c:v>0.20144581794738781</c:v>
                </c:pt>
                <c:pt idx="976">
                  <c:v>0.35067939758300798</c:v>
                </c:pt>
                <c:pt idx="977">
                  <c:v>1.1518130869670431</c:v>
                </c:pt>
                <c:pt idx="978">
                  <c:v>0.70528533910730107</c:v>
                </c:pt>
                <c:pt idx="979">
                  <c:v>0.25875759124755898</c:v>
                </c:pt>
                <c:pt idx="980">
                  <c:v>1.46255493164063E-2</c:v>
                </c:pt>
                <c:pt idx="981">
                  <c:v>1.1990326803626741</c:v>
                </c:pt>
                <c:pt idx="982">
                  <c:v>1.0473683808979231</c:v>
                </c:pt>
                <c:pt idx="983">
                  <c:v>1.2190727835218309</c:v>
                </c:pt>
                <c:pt idx="984">
                  <c:v>1.420058294023786</c:v>
                </c:pt>
                <c:pt idx="985">
                  <c:v>0.92931991153293203</c:v>
                </c:pt>
                <c:pt idx="986">
                  <c:v>1.0776009098176029</c:v>
                </c:pt>
                <c:pt idx="987">
                  <c:v>1.3686860915153261</c:v>
                </c:pt>
                <c:pt idx="988">
                  <c:v>1.4306152437487221</c:v>
                </c:pt>
                <c:pt idx="989">
                  <c:v>1.354248016838014</c:v>
                </c:pt>
                <c:pt idx="990">
                  <c:v>1.308168675719189</c:v>
                </c:pt>
                <c:pt idx="991">
                  <c:v>1.2401564238501379</c:v>
                </c:pt>
                <c:pt idx="992">
                  <c:v>1.2312476803558039</c:v>
                </c:pt>
                <c:pt idx="993">
                  <c:v>1.3355645610575091</c:v>
                </c:pt>
                <c:pt idx="994">
                  <c:v>1.4422357729239059</c:v>
                </c:pt>
                <c:pt idx="995">
                  <c:v>0.18896436691284199</c:v>
                </c:pt>
                <c:pt idx="996">
                  <c:v>1.0924809629266909</c:v>
                </c:pt>
                <c:pt idx="997">
                  <c:v>0.3441286087036135</c:v>
                </c:pt>
                <c:pt idx="998">
                  <c:v>-2.7124404907226601E-2</c:v>
                </c:pt>
                <c:pt idx="999">
                  <c:v>-3.6684989929199253E-2</c:v>
                </c:pt>
                <c:pt idx="1000">
                  <c:v>-4.6245574951171903E-2</c:v>
                </c:pt>
                <c:pt idx="1001">
                  <c:v>0.10006046295166</c:v>
                </c:pt>
                <c:pt idx="1002">
                  <c:v>8.3487749099731362E-2</c:v>
                </c:pt>
                <c:pt idx="1003">
                  <c:v>6.6915035247802707E-2</c:v>
                </c:pt>
                <c:pt idx="1004">
                  <c:v>1.0344266891479451E-2</c:v>
                </c:pt>
                <c:pt idx="1005">
                  <c:v>-4.6226501464843799E-2</c:v>
                </c:pt>
                <c:pt idx="1006">
                  <c:v>1.2805186730844009</c:v>
                </c:pt>
                <c:pt idx="1007">
                  <c:v>1.3779023461422679</c:v>
                </c:pt>
                <c:pt idx="1008">
                  <c:v>1.2803978779736691</c:v>
                </c:pt>
                <c:pt idx="1009">
                  <c:v>1.1586035146009199</c:v>
                </c:pt>
                <c:pt idx="1010">
                  <c:v>1.346755025792419</c:v>
                </c:pt>
                <c:pt idx="1011">
                  <c:v>1.341358047595127</c:v>
                </c:pt>
                <c:pt idx="1012">
                  <c:v>1.380836595700482</c:v>
                </c:pt>
                <c:pt idx="1013">
                  <c:v>1.3291490942239761</c:v>
                </c:pt>
                <c:pt idx="1014">
                  <c:v>0.96759462356567338</c:v>
                </c:pt>
                <c:pt idx="1015">
                  <c:v>1.193501849826291</c:v>
                </c:pt>
                <c:pt idx="1016">
                  <c:v>1.2121729031662269</c:v>
                </c:pt>
                <c:pt idx="1017">
                  <c:v>1.2744757626205681</c:v>
                </c:pt>
                <c:pt idx="1018">
                  <c:v>1.37742266989058</c:v>
                </c:pt>
                <c:pt idx="1019">
                  <c:v>1.3083592402307609</c:v>
                </c:pt>
                <c:pt idx="1020">
                  <c:v>7.8399658203125E-2</c:v>
                </c:pt>
                <c:pt idx="1021">
                  <c:v>0.20396614074707001</c:v>
                </c:pt>
                <c:pt idx="1022">
                  <c:v>8.9688539505004772E-2</c:v>
                </c:pt>
                <c:pt idx="1023">
                  <c:v>-2.4589061737060498E-2</c:v>
                </c:pt>
                <c:pt idx="1024">
                  <c:v>0.120021820068359</c:v>
                </c:pt>
                <c:pt idx="1025">
                  <c:v>8.5639476776122853E-2</c:v>
                </c:pt>
                <c:pt idx="1026">
                  <c:v>5.1257133483886698E-2</c:v>
                </c:pt>
                <c:pt idx="1027">
                  <c:v>-1.2497901916503899E-2</c:v>
                </c:pt>
                <c:pt idx="1028">
                  <c:v>3.8072347640991197E-2</c:v>
                </c:pt>
                <c:pt idx="1029">
                  <c:v>8.86425971984863E-2</c:v>
                </c:pt>
                <c:pt idx="1030">
                  <c:v>-2.4524688720703101E-2</c:v>
                </c:pt>
                <c:pt idx="1031">
                  <c:v>4.3248176574706948E-2</c:v>
                </c:pt>
                <c:pt idx="1032">
                  <c:v>0.11102104187011699</c:v>
                </c:pt>
                <c:pt idx="1033">
                  <c:v>-2.8438568115234399E-2</c:v>
                </c:pt>
                <c:pt idx="1034">
                  <c:v>5.1411867141723799E-2</c:v>
                </c:pt>
                <c:pt idx="1035">
                  <c:v>0.131262302398682</c:v>
                </c:pt>
                <c:pt idx="1036">
                  <c:v>0.18992710113525399</c:v>
                </c:pt>
                <c:pt idx="1037">
                  <c:v>1.3190326462740201</c:v>
                </c:pt>
                <c:pt idx="1038">
                  <c:v>1.347811819536413</c:v>
                </c:pt>
                <c:pt idx="1039">
                  <c:v>5.0608634948730503E-2</c:v>
                </c:pt>
                <c:pt idx="1040">
                  <c:v>1.3369813909133279</c:v>
                </c:pt>
                <c:pt idx="1041">
                  <c:v>1.360799384566973</c:v>
                </c:pt>
                <c:pt idx="1042">
                  <c:v>1.4056272266291769</c:v>
                </c:pt>
                <c:pt idx="1043">
                  <c:v>1.3275318462236789</c:v>
                </c:pt>
                <c:pt idx="1044">
                  <c:v>0.145102024078369</c:v>
                </c:pt>
                <c:pt idx="1045">
                  <c:v>-4.7872543334960903E-2</c:v>
                </c:pt>
                <c:pt idx="1046">
                  <c:v>4.4428110122680553E-2</c:v>
                </c:pt>
                <c:pt idx="1047">
                  <c:v>0.13672876358032199</c:v>
                </c:pt>
                <c:pt idx="1048">
                  <c:v>-2.44193077087402E-2</c:v>
                </c:pt>
                <c:pt idx="1049">
                  <c:v>1.7396211624145549E-2</c:v>
                </c:pt>
                <c:pt idx="1050">
                  <c:v>5.9211730957031299E-2</c:v>
                </c:pt>
                <c:pt idx="1051">
                  <c:v>0.20170640945434601</c:v>
                </c:pt>
                <c:pt idx="1052">
                  <c:v>0.20171046257019051</c:v>
                </c:pt>
                <c:pt idx="1053">
                  <c:v>0.20171451568603499</c:v>
                </c:pt>
                <c:pt idx="1054">
                  <c:v>-4.1406631469726597E-2</c:v>
                </c:pt>
                <c:pt idx="1055">
                  <c:v>-3.6574125289916999E-2</c:v>
                </c:pt>
                <c:pt idx="1056">
                  <c:v>-3.1741619110107401E-2</c:v>
                </c:pt>
                <c:pt idx="1057">
                  <c:v>0.15178251266479501</c:v>
                </c:pt>
                <c:pt idx="1058">
                  <c:v>0.251543998718262</c:v>
                </c:pt>
                <c:pt idx="1059">
                  <c:v>0.35130548477172902</c:v>
                </c:pt>
                <c:pt idx="1060">
                  <c:v>0.19900608062744171</c:v>
                </c:pt>
                <c:pt idx="1061">
                  <c:v>4.6706676483154297E-2</c:v>
                </c:pt>
                <c:pt idx="1062">
                  <c:v>0.23848199844360399</c:v>
                </c:pt>
                <c:pt idx="1063">
                  <c:v>0.18078589439392101</c:v>
                </c:pt>
                <c:pt idx="1064">
                  <c:v>0.123089790344238</c:v>
                </c:pt>
                <c:pt idx="1065">
                  <c:v>-2.1363735198974599E-2</c:v>
                </c:pt>
                <c:pt idx="1066">
                  <c:v>-3.0179023742675799E-2</c:v>
                </c:pt>
                <c:pt idx="1067">
                  <c:v>-3.8994312286377002E-2</c:v>
                </c:pt>
                <c:pt idx="1068">
                  <c:v>0.18227958679199199</c:v>
                </c:pt>
                <c:pt idx="1069">
                  <c:v>0.218266487121582</c:v>
                </c:pt>
                <c:pt idx="1070">
                  <c:v>0.25425338745117199</c:v>
                </c:pt>
                <c:pt idx="1071">
                  <c:v>0.13989353179931599</c:v>
                </c:pt>
                <c:pt idx="1072">
                  <c:v>4.3927431106567189E-2</c:v>
                </c:pt>
                <c:pt idx="1073">
                  <c:v>-5.2038669586181599E-2</c:v>
                </c:pt>
                <c:pt idx="1074">
                  <c:v>0.30837011337280301</c:v>
                </c:pt>
                <c:pt idx="1075">
                  <c:v>0.12758541107177751</c:v>
                </c:pt>
                <c:pt idx="1076">
                  <c:v>-5.3199291229247998E-2</c:v>
                </c:pt>
                <c:pt idx="1077">
                  <c:v>0.35184478759765597</c:v>
                </c:pt>
                <c:pt idx="1078">
                  <c:v>0.22104740142822249</c:v>
                </c:pt>
                <c:pt idx="1079">
                  <c:v>9.0250015258789104E-2</c:v>
                </c:pt>
                <c:pt idx="1080">
                  <c:v>9.3175411224365207E-2</c:v>
                </c:pt>
                <c:pt idx="1081">
                  <c:v>8.1993818283081055E-2</c:v>
                </c:pt>
                <c:pt idx="1082">
                  <c:v>7.0812225341796903E-2</c:v>
                </c:pt>
                <c:pt idx="1083">
                  <c:v>-2.5429248809814502E-2</c:v>
                </c:pt>
                <c:pt idx="1084">
                  <c:v>7.4208974838256753E-2</c:v>
                </c:pt>
                <c:pt idx="1085">
                  <c:v>0.17384719848632799</c:v>
                </c:pt>
                <c:pt idx="1086">
                  <c:v>0.14393663406372101</c:v>
                </c:pt>
                <c:pt idx="1087">
                  <c:v>0.11146044731140151</c:v>
                </c:pt>
                <c:pt idx="1088">
                  <c:v>7.8984260559082003E-2</c:v>
                </c:pt>
                <c:pt idx="1089">
                  <c:v>8.58263969421387E-2</c:v>
                </c:pt>
                <c:pt idx="1090">
                  <c:v>1.431584358215335E-2</c:v>
                </c:pt>
                <c:pt idx="1091">
                  <c:v>-5.7194709777831997E-2</c:v>
                </c:pt>
                <c:pt idx="1092">
                  <c:v>0.32618331909179699</c:v>
                </c:pt>
                <c:pt idx="1093">
                  <c:v>0.14290404319763189</c:v>
                </c:pt>
                <c:pt idx="1094">
                  <c:v>-4.0375232696533203E-2</c:v>
                </c:pt>
                <c:pt idx="1095">
                  <c:v>1.7066955566406299E-2</c:v>
                </c:pt>
                <c:pt idx="1096">
                  <c:v>-1.6565322875976559E-2</c:v>
                </c:pt>
                <c:pt idx="1097">
                  <c:v>-5.0197601318359403E-2</c:v>
                </c:pt>
                <c:pt idx="1098">
                  <c:v>0.16163158416748</c:v>
                </c:pt>
                <c:pt idx="1099">
                  <c:v>0.1246173381805417</c:v>
                </c:pt>
                <c:pt idx="1100">
                  <c:v>8.7603092193603502E-2</c:v>
                </c:pt>
                <c:pt idx="1101">
                  <c:v>0.15402650833129899</c:v>
                </c:pt>
                <c:pt idx="1102">
                  <c:v>7.3343753814697349E-2</c:v>
                </c:pt>
                <c:pt idx="1103">
                  <c:v>-7.3390007019043003E-3</c:v>
                </c:pt>
                <c:pt idx="1104">
                  <c:v>0.15190219879150399</c:v>
                </c:pt>
                <c:pt idx="1105">
                  <c:v>6.4792633056640639E-2</c:v>
                </c:pt>
                <c:pt idx="1106">
                  <c:v>-2.2316932678222701E-2</c:v>
                </c:pt>
                <c:pt idx="1107">
                  <c:v>7.7829837799072293E-2</c:v>
                </c:pt>
                <c:pt idx="1108">
                  <c:v>0.13151884078979509</c:v>
                </c:pt>
                <c:pt idx="1109">
                  <c:v>0.18520784378051799</c:v>
                </c:pt>
                <c:pt idx="1110">
                  <c:v>0.160760402679443</c:v>
                </c:pt>
                <c:pt idx="1111">
                  <c:v>0.70773267745971691</c:v>
                </c:pt>
                <c:pt idx="1112">
                  <c:v>1.2547049522399909</c:v>
                </c:pt>
                <c:pt idx="1113">
                  <c:v>1.223774010239683</c:v>
                </c:pt>
                <c:pt idx="1114">
                  <c:v>1.225518473633775</c:v>
                </c:pt>
                <c:pt idx="1115">
                  <c:v>-3.9490699768066399E-2</c:v>
                </c:pt>
                <c:pt idx="1116">
                  <c:v>6.4555406570434792E-2</c:v>
                </c:pt>
                <c:pt idx="1117">
                  <c:v>0.16860151290893599</c:v>
                </c:pt>
                <c:pt idx="1118">
                  <c:v>0.15457248687744099</c:v>
                </c:pt>
                <c:pt idx="1119">
                  <c:v>5.3804874420165787E-2</c:v>
                </c:pt>
                <c:pt idx="1120">
                  <c:v>-4.6962738037109403E-2</c:v>
                </c:pt>
                <c:pt idx="1121">
                  <c:v>0.191372871398926</c:v>
                </c:pt>
                <c:pt idx="1122">
                  <c:v>0.26540875434875499</c:v>
                </c:pt>
                <c:pt idx="1123">
                  <c:v>0.33944463729858398</c:v>
                </c:pt>
                <c:pt idx="1124">
                  <c:v>8.6004257202148396E-2</c:v>
                </c:pt>
                <c:pt idx="1125">
                  <c:v>0.69879629943944221</c:v>
                </c:pt>
                <c:pt idx="1126">
                  <c:v>1.311588341676736</c:v>
                </c:pt>
                <c:pt idx="1127">
                  <c:v>0.170883178710938</c:v>
                </c:pt>
                <c:pt idx="1128">
                  <c:v>0.6970524922856749</c:v>
                </c:pt>
                <c:pt idx="1129">
                  <c:v>1.2232218058604121</c:v>
                </c:pt>
                <c:pt idx="1130">
                  <c:v>1.3381466681698719</c:v>
                </c:pt>
                <c:pt idx="1131">
                  <c:v>0.64939950977463334</c:v>
                </c:pt>
                <c:pt idx="1132">
                  <c:v>-3.9347648620605503E-2</c:v>
                </c:pt>
                <c:pt idx="1133">
                  <c:v>1.2387814413826419</c:v>
                </c:pt>
                <c:pt idx="1134">
                  <c:v>1.30267323558911</c:v>
                </c:pt>
                <c:pt idx="1135">
                  <c:v>1.3665650297955769</c:v>
                </c:pt>
                <c:pt idx="1136">
                  <c:v>1.3230485188142029</c:v>
                </c:pt>
                <c:pt idx="1137">
                  <c:v>1.2720253952478959</c:v>
                </c:pt>
                <c:pt idx="1138">
                  <c:v>1.280439843856749</c:v>
                </c:pt>
                <c:pt idx="1139">
                  <c:v>0.25988864898681602</c:v>
                </c:pt>
                <c:pt idx="1140">
                  <c:v>0.30409193038940402</c:v>
                </c:pt>
                <c:pt idx="1141">
                  <c:v>0.34829521179199202</c:v>
                </c:pt>
                <c:pt idx="1142">
                  <c:v>0.13643598556518599</c:v>
                </c:pt>
                <c:pt idx="1143">
                  <c:v>4.00226116180422E-2</c:v>
                </c:pt>
                <c:pt idx="1144">
                  <c:v>-5.6390762329101597E-2</c:v>
                </c:pt>
                <c:pt idx="1145">
                  <c:v>-5.6159496307372998E-2</c:v>
                </c:pt>
                <c:pt idx="1146">
                  <c:v>1.3633012771606451E-2</c:v>
                </c:pt>
                <c:pt idx="1147">
                  <c:v>8.3425521850585896E-2</c:v>
                </c:pt>
                <c:pt idx="1148">
                  <c:v>-2.9315948486328101E-2</c:v>
                </c:pt>
                <c:pt idx="1149">
                  <c:v>-3.6159276962280253E-2</c:v>
                </c:pt>
                <c:pt idx="1150">
                  <c:v>-4.3002605438232401E-2</c:v>
                </c:pt>
                <c:pt idx="1151">
                  <c:v>0.12294197082519499</c:v>
                </c:pt>
                <c:pt idx="1152">
                  <c:v>0.62439061447426103</c:v>
                </c:pt>
                <c:pt idx="1153">
                  <c:v>1.125839258123327</c:v>
                </c:pt>
                <c:pt idx="1154">
                  <c:v>0.97915610773810058</c:v>
                </c:pt>
                <c:pt idx="1155">
                  <c:v>1.1521165370941151</c:v>
                </c:pt>
                <c:pt idx="1156">
                  <c:v>1.402879390163698</c:v>
                </c:pt>
                <c:pt idx="1157">
                  <c:v>1.243048735742289</c:v>
                </c:pt>
                <c:pt idx="1158">
                  <c:v>1.3439694604566019</c:v>
                </c:pt>
                <c:pt idx="1159">
                  <c:v>1.251399075543439</c:v>
                </c:pt>
                <c:pt idx="1160">
                  <c:v>1.357348558379383</c:v>
                </c:pt>
                <c:pt idx="1161">
                  <c:v>1.2721269295570701</c:v>
                </c:pt>
                <c:pt idx="1162">
                  <c:v>0.25567960739135698</c:v>
                </c:pt>
                <c:pt idx="1163">
                  <c:v>0.12274122238159201</c:v>
                </c:pt>
                <c:pt idx="1164">
                  <c:v>7.1813583374023549E-2</c:v>
                </c:pt>
                <c:pt idx="1165">
                  <c:v>2.0885944366455099E-2</c:v>
                </c:pt>
                <c:pt idx="1166">
                  <c:v>0.18289136886596699</c:v>
                </c:pt>
                <c:pt idx="1167">
                  <c:v>7.8960895538330175E-2</c:v>
                </c:pt>
                <c:pt idx="1168">
                  <c:v>-2.4969577789306599E-2</c:v>
                </c:pt>
                <c:pt idx="1169">
                  <c:v>-5.9054851531982401E-2</c:v>
                </c:pt>
                <c:pt idx="1170">
                  <c:v>-3.0722618103027001E-3</c:v>
                </c:pt>
                <c:pt idx="1171">
                  <c:v>5.2910327911377002E-2</c:v>
                </c:pt>
                <c:pt idx="1172">
                  <c:v>5.4817914962768603E-2</c:v>
                </c:pt>
                <c:pt idx="1173">
                  <c:v>5.6725502014160198E-2</c:v>
                </c:pt>
                <c:pt idx="1174">
                  <c:v>-4.5012474060058601E-2</c:v>
                </c:pt>
                <c:pt idx="1175">
                  <c:v>-4.4509410858154297E-2</c:v>
                </c:pt>
                <c:pt idx="1176">
                  <c:v>-4.400634765625E-2</c:v>
                </c:pt>
                <c:pt idx="1177">
                  <c:v>7.6725959777832003E-2</c:v>
                </c:pt>
                <c:pt idx="1178">
                  <c:v>7.5948953628540011E-2</c:v>
                </c:pt>
                <c:pt idx="1179">
                  <c:v>7.5171947479248005E-2</c:v>
                </c:pt>
                <c:pt idx="1180">
                  <c:v>-4.9523830413818401E-2</c:v>
                </c:pt>
                <c:pt idx="1181">
                  <c:v>0.24597986539204919</c:v>
                </c:pt>
                <c:pt idx="1182">
                  <c:v>0.54148356119791685</c:v>
                </c:pt>
                <c:pt idx="1183">
                  <c:v>-3.8069248199462898E-2</c:v>
                </c:pt>
                <c:pt idx="1184">
                  <c:v>1.425385488782611</c:v>
                </c:pt>
                <c:pt idx="1185">
                  <c:v>1.4155101587276651</c:v>
                </c:pt>
                <c:pt idx="1186">
                  <c:v>1.197292771832696</c:v>
                </c:pt>
                <c:pt idx="1187">
                  <c:v>0.57354520107137752</c:v>
                </c:pt>
                <c:pt idx="1188">
                  <c:v>-5.0202369689941399E-2</c:v>
                </c:pt>
                <c:pt idx="1189">
                  <c:v>0.11963081359863301</c:v>
                </c:pt>
                <c:pt idx="1190">
                  <c:v>6.6132783889770605E-2</c:v>
                </c:pt>
                <c:pt idx="1191">
                  <c:v>1.26347541809082E-2</c:v>
                </c:pt>
                <c:pt idx="1192">
                  <c:v>0.30304765701293901</c:v>
                </c:pt>
                <c:pt idx="1193">
                  <c:v>0.28232598304748502</c:v>
                </c:pt>
                <c:pt idx="1194">
                  <c:v>0.26160430908203097</c:v>
                </c:pt>
                <c:pt idx="1195">
                  <c:v>6.4915657043457003E-2</c:v>
                </c:pt>
                <c:pt idx="1196">
                  <c:v>2.9060125350952131E-2</c:v>
                </c:pt>
                <c:pt idx="1197">
                  <c:v>-6.79540634155273E-3</c:v>
                </c:pt>
                <c:pt idx="1198">
                  <c:v>0.10563325881957999</c:v>
                </c:pt>
                <c:pt idx="1199">
                  <c:v>1.6256093978881791E-2</c:v>
                </c:pt>
                <c:pt idx="1200">
                  <c:v>-7.3121070861816406E-2</c:v>
                </c:pt>
                <c:pt idx="1201">
                  <c:v>7.9816341400146498E-2</c:v>
                </c:pt>
                <c:pt idx="1202">
                  <c:v>1.285654783248902</c:v>
                </c:pt>
                <c:pt idx="1203">
                  <c:v>0.15313529968261699</c:v>
                </c:pt>
                <c:pt idx="1204">
                  <c:v>1.2399944122591171</c:v>
                </c:pt>
                <c:pt idx="1205">
                  <c:v>1.2470603074346269</c:v>
                </c:pt>
                <c:pt idx="1206">
                  <c:v>1.340047417460261</c:v>
                </c:pt>
                <c:pt idx="1207">
                  <c:v>1.421278643608094</c:v>
                </c:pt>
                <c:pt idx="1208">
                  <c:v>1.321346079446599</c:v>
                </c:pt>
                <c:pt idx="1209">
                  <c:v>1.221413515285104</c:v>
                </c:pt>
                <c:pt idx="1210">
                  <c:v>-2.2819519042968799E-2</c:v>
                </c:pt>
                <c:pt idx="1211">
                  <c:v>6.9431304931640597E-2</c:v>
                </c:pt>
                <c:pt idx="1212">
                  <c:v>0.16168212890625</c:v>
                </c:pt>
                <c:pt idx="1213">
                  <c:v>3.9025306701660198E-2</c:v>
                </c:pt>
                <c:pt idx="1214">
                  <c:v>0.14019274711608909</c:v>
                </c:pt>
                <c:pt idx="1215">
                  <c:v>0.24136018753051799</c:v>
                </c:pt>
                <c:pt idx="1216">
                  <c:v>2.2676944732665998E-2</c:v>
                </c:pt>
                <c:pt idx="1217">
                  <c:v>4.2847633361816392E-2</c:v>
                </c:pt>
                <c:pt idx="1218">
                  <c:v>6.3018321990966797E-2</c:v>
                </c:pt>
                <c:pt idx="1219">
                  <c:v>6.4234733581543003E-3</c:v>
                </c:pt>
                <c:pt idx="1220">
                  <c:v>8.3461523056030149E-2</c:v>
                </c:pt>
                <c:pt idx="1221">
                  <c:v>0.160499572753906</c:v>
                </c:pt>
                <c:pt idx="1222">
                  <c:v>-4.6878814697265597E-2</c:v>
                </c:pt>
                <c:pt idx="1223">
                  <c:v>-4.5551061630249003E-2</c:v>
                </c:pt>
                <c:pt idx="1224">
                  <c:v>-4.4223308563232401E-2</c:v>
                </c:pt>
                <c:pt idx="1225">
                  <c:v>8.8977813720702986E-3</c:v>
                </c:pt>
                <c:pt idx="1226">
                  <c:v>6.2018871307372998E-2</c:v>
                </c:pt>
                <c:pt idx="1227">
                  <c:v>0.121303558349609</c:v>
                </c:pt>
                <c:pt idx="1228">
                  <c:v>8.2434415817260548E-2</c:v>
                </c:pt>
                <c:pt idx="1229">
                  <c:v>4.3565273284912102E-2</c:v>
                </c:pt>
                <c:pt idx="1230">
                  <c:v>0.21999979019165</c:v>
                </c:pt>
                <c:pt idx="1231">
                  <c:v>0.197592258453369</c:v>
                </c:pt>
                <c:pt idx="1232">
                  <c:v>0.175184726715088</c:v>
                </c:pt>
                <c:pt idx="1233">
                  <c:v>0.16240453720092801</c:v>
                </c:pt>
                <c:pt idx="1234">
                  <c:v>0.24488449096679701</c:v>
                </c:pt>
                <c:pt idx="1235">
                  <c:v>0.32736444473266602</c:v>
                </c:pt>
                <c:pt idx="1236">
                  <c:v>0.108417510986328</c:v>
                </c:pt>
                <c:pt idx="1237">
                  <c:v>6.8843364715576102E-2</c:v>
                </c:pt>
                <c:pt idx="1238">
                  <c:v>2.9269218444824201E-2</c:v>
                </c:pt>
                <c:pt idx="1239">
                  <c:v>0.197424411773682</c:v>
                </c:pt>
                <c:pt idx="1240">
                  <c:v>8.8025093078613448E-2</c:v>
                </c:pt>
                <c:pt idx="1241">
                  <c:v>-2.1374225616455099E-2</c:v>
                </c:pt>
                <c:pt idx="1242">
                  <c:v>0.10100889205932601</c:v>
                </c:pt>
                <c:pt idx="1243">
                  <c:v>8.397412300109855E-2</c:v>
                </c:pt>
                <c:pt idx="1244">
                  <c:v>6.6939353942871094E-2</c:v>
                </c:pt>
                <c:pt idx="1245">
                  <c:v>-5.76281547546387E-2</c:v>
                </c:pt>
                <c:pt idx="1246">
                  <c:v>5.259895324707016E-2</c:v>
                </c:pt>
                <c:pt idx="1247">
                  <c:v>0.16282606124877899</c:v>
                </c:pt>
                <c:pt idx="1248">
                  <c:v>0.21545362472534199</c:v>
                </c:pt>
                <c:pt idx="1249">
                  <c:v>0.189119577407837</c:v>
                </c:pt>
                <c:pt idx="1250">
                  <c:v>0.162785530090332</c:v>
                </c:pt>
                <c:pt idx="1251">
                  <c:v>-3.8858413696289097E-2</c:v>
                </c:pt>
                <c:pt idx="1252">
                  <c:v>-4.4024705886840848E-2</c:v>
                </c:pt>
                <c:pt idx="1253">
                  <c:v>-4.9190998077392599E-2</c:v>
                </c:pt>
                <c:pt idx="1254">
                  <c:v>0.26964998245239302</c:v>
                </c:pt>
                <c:pt idx="1255">
                  <c:v>0.205685615539551</c:v>
                </c:pt>
                <c:pt idx="1256">
                  <c:v>0.14172124862670901</c:v>
                </c:pt>
                <c:pt idx="1257">
                  <c:v>5.6582927703857401E-2</c:v>
                </c:pt>
                <c:pt idx="1258">
                  <c:v>1.7910003662109351E-2</c:v>
                </c:pt>
                <c:pt idx="1259">
                  <c:v>-2.07629203796387E-2</c:v>
                </c:pt>
                <c:pt idx="1260">
                  <c:v>0.25354576110839799</c:v>
                </c:pt>
                <c:pt idx="1261">
                  <c:v>0.1093630790710447</c:v>
                </c:pt>
                <c:pt idx="1262">
                  <c:v>-3.4819602966308601E-2</c:v>
                </c:pt>
                <c:pt idx="1263">
                  <c:v>-4.0935516357421903E-2</c:v>
                </c:pt>
                <c:pt idx="1264">
                  <c:v>7.3885917663574038E-2</c:v>
                </c:pt>
                <c:pt idx="1265">
                  <c:v>0.18870735168457001</c:v>
                </c:pt>
                <c:pt idx="1266">
                  <c:v>0.101788997650146</c:v>
                </c:pt>
                <c:pt idx="1267">
                  <c:v>0.21657538414001451</c:v>
                </c:pt>
                <c:pt idx="1268">
                  <c:v>0.33136177062988298</c:v>
                </c:pt>
                <c:pt idx="1269">
                  <c:v>7.5668811798095703E-2</c:v>
                </c:pt>
                <c:pt idx="1270">
                  <c:v>0.16469383239746091</c:v>
                </c:pt>
                <c:pt idx="1271">
                  <c:v>0.25371885299682601</c:v>
                </c:pt>
                <c:pt idx="1272">
                  <c:v>-5.7455539703369099E-2</c:v>
                </c:pt>
                <c:pt idx="1273">
                  <c:v>0.1337285041809084</c:v>
                </c:pt>
                <c:pt idx="1274">
                  <c:v>0.32491254806518599</c:v>
                </c:pt>
                <c:pt idx="1275">
                  <c:v>8.6228370666503906E-2</c:v>
                </c:pt>
                <c:pt idx="1276">
                  <c:v>0.1153779029846189</c:v>
                </c:pt>
                <c:pt idx="1277">
                  <c:v>0.14452743530273399</c:v>
                </c:pt>
                <c:pt idx="1278">
                  <c:v>-5.0386428833007799E-2</c:v>
                </c:pt>
                <c:pt idx="1279">
                  <c:v>4.7056436538696109E-2</c:v>
                </c:pt>
                <c:pt idx="1280">
                  <c:v>0.1444993019104</c:v>
                </c:pt>
                <c:pt idx="1281">
                  <c:v>6.3353538513183399E-2</c:v>
                </c:pt>
                <c:pt idx="1282">
                  <c:v>-1.77922248840332E-2</c:v>
                </c:pt>
                <c:pt idx="1283">
                  <c:v>-4.2964935302734403E-2</c:v>
                </c:pt>
                <c:pt idx="1284">
                  <c:v>3.0847311019897291E-2</c:v>
                </c:pt>
                <c:pt idx="1285">
                  <c:v>0.10465955734252901</c:v>
                </c:pt>
                <c:pt idx="1286">
                  <c:v>-2.06904411315918E-2</c:v>
                </c:pt>
                <c:pt idx="1287">
                  <c:v>-3.1065702438354499E-2</c:v>
                </c:pt>
                <c:pt idx="1288">
                  <c:v>-4.1440963745117201E-2</c:v>
                </c:pt>
                <c:pt idx="1289">
                  <c:v>0.34023237228393599</c:v>
                </c:pt>
                <c:pt idx="1290">
                  <c:v>0.14818286895751981</c:v>
                </c:pt>
                <c:pt idx="1291">
                  <c:v>-4.3866634368896498E-2</c:v>
                </c:pt>
                <c:pt idx="1292">
                  <c:v>0.232668876647949</c:v>
                </c:pt>
                <c:pt idx="1293">
                  <c:v>0.16254448890686021</c:v>
                </c:pt>
                <c:pt idx="1294">
                  <c:v>9.2420101165771498E-2</c:v>
                </c:pt>
                <c:pt idx="1295">
                  <c:v>-1.3520240783691399E-2</c:v>
                </c:pt>
                <c:pt idx="1296">
                  <c:v>6.42666816711428E-2</c:v>
                </c:pt>
                <c:pt idx="1297">
                  <c:v>0.14205360412597701</c:v>
                </c:pt>
                <c:pt idx="1298">
                  <c:v>-4.6284675598144497E-2</c:v>
                </c:pt>
                <c:pt idx="1299">
                  <c:v>-5.1221609115600537E-2</c:v>
                </c:pt>
                <c:pt idx="1300">
                  <c:v>-5.6158542633056599E-2</c:v>
                </c:pt>
                <c:pt idx="1301">
                  <c:v>0.132626533508301</c:v>
                </c:pt>
                <c:pt idx="1302">
                  <c:v>1.478294888138771</c:v>
                </c:pt>
                <c:pt idx="1303">
                  <c:v>0.237504482269287</c:v>
                </c:pt>
                <c:pt idx="1304">
                  <c:v>1.3102915346921991</c:v>
                </c:pt>
                <c:pt idx="1305">
                  <c:v>0.73225081266470304</c:v>
                </c:pt>
                <c:pt idx="1306">
                  <c:v>0.154210090637207</c:v>
                </c:pt>
                <c:pt idx="1307">
                  <c:v>8.1964969635009793E-2</c:v>
                </c:pt>
                <c:pt idx="1308">
                  <c:v>2.7321577072143551E-2</c:v>
                </c:pt>
                <c:pt idx="1309">
                  <c:v>-2.7321815490722701E-2</c:v>
                </c:pt>
                <c:pt idx="1310">
                  <c:v>6.0686588287353502E-2</c:v>
                </c:pt>
                <c:pt idx="1311">
                  <c:v>1.7119169235229499E-2</c:v>
                </c:pt>
                <c:pt idx="1312">
                  <c:v>-2.64482498168945E-2</c:v>
                </c:pt>
                <c:pt idx="1313">
                  <c:v>0.171772480010986</c:v>
                </c:pt>
                <c:pt idx="1314">
                  <c:v>0.15784621238708499</c:v>
                </c:pt>
                <c:pt idx="1315">
                  <c:v>0.14391994476318401</c:v>
                </c:pt>
                <c:pt idx="1316">
                  <c:v>-4.02932167053223E-2</c:v>
                </c:pt>
                <c:pt idx="1317">
                  <c:v>5.7890415191650044E-3</c:v>
                </c:pt>
                <c:pt idx="1318">
                  <c:v>5.1871299743652302E-2</c:v>
                </c:pt>
                <c:pt idx="1319">
                  <c:v>-4.2424201965331997E-2</c:v>
                </c:pt>
                <c:pt idx="1320">
                  <c:v>-2.600049972534178E-2</c:v>
                </c:pt>
                <c:pt idx="1321">
                  <c:v>-9.5767974853515608E-3</c:v>
                </c:pt>
                <c:pt idx="1322">
                  <c:v>0.15330696105957001</c:v>
                </c:pt>
                <c:pt idx="1323">
                  <c:v>0.73762604395548503</c:v>
                </c:pt>
                <c:pt idx="1324">
                  <c:v>1.3219451268514</c:v>
                </c:pt>
                <c:pt idx="1325">
                  <c:v>1.4411213716883571</c:v>
                </c:pt>
                <c:pt idx="1326">
                  <c:v>0.87074627086615108</c:v>
                </c:pt>
                <c:pt idx="1327">
                  <c:v>0.30037117004394498</c:v>
                </c:pt>
                <c:pt idx="1328">
                  <c:v>-5.4294109344482401E-2</c:v>
                </c:pt>
                <c:pt idx="1329">
                  <c:v>1.333192920684813</c:v>
                </c:pt>
                <c:pt idx="1330">
                  <c:v>1.3912276052079109</c:v>
                </c:pt>
                <c:pt idx="1331">
                  <c:v>0.94528011175302318</c:v>
                </c:pt>
                <c:pt idx="1332">
                  <c:v>0.59407545970036413</c:v>
                </c:pt>
                <c:pt idx="1333">
                  <c:v>0.24287080764770499</c:v>
                </c:pt>
                <c:pt idx="1334">
                  <c:v>-5.1003932952880901E-2</c:v>
                </c:pt>
                <c:pt idx="1335">
                  <c:v>0.13247799873352059</c:v>
                </c:pt>
                <c:pt idx="1336">
                  <c:v>0.31595993041992199</c:v>
                </c:pt>
                <c:pt idx="1337">
                  <c:v>0.14783048629760751</c:v>
                </c:pt>
                <c:pt idx="1338">
                  <c:v>-2.0298957824707E-2</c:v>
                </c:pt>
                <c:pt idx="1339">
                  <c:v>0.16793441772460899</c:v>
                </c:pt>
                <c:pt idx="1340">
                  <c:v>0.40879543622334757</c:v>
                </c:pt>
                <c:pt idx="1341">
                  <c:v>0.64965645472208633</c:v>
                </c:pt>
                <c:pt idx="1342">
                  <c:v>0.6291569073994957</c:v>
                </c:pt>
                <c:pt idx="1343">
                  <c:v>1.063723397254944</c:v>
                </c:pt>
                <c:pt idx="1344">
                  <c:v>1.0196611086527501</c:v>
                </c:pt>
                <c:pt idx="1345">
                  <c:v>0.79030168056488104</c:v>
                </c:pt>
                <c:pt idx="1346">
                  <c:v>0.76152716080347793</c:v>
                </c:pt>
                <c:pt idx="1347">
                  <c:v>0.73275264104207494</c:v>
                </c:pt>
                <c:pt idx="1348">
                  <c:v>0.82477254867553673</c:v>
                </c:pt>
                <c:pt idx="1349">
                  <c:v>1.3034223488398959</c:v>
                </c:pt>
                <c:pt idx="1350">
                  <c:v>0.87930142879486062</c:v>
                </c:pt>
                <c:pt idx="1351">
                  <c:v>1.2624261663594381</c:v>
                </c:pt>
                <c:pt idx="1352">
                  <c:v>1.442969441413879</c:v>
                </c:pt>
                <c:pt idx="1353">
                  <c:v>1.3661866845755739</c:v>
                </c:pt>
                <c:pt idx="1354">
                  <c:v>3.79738807678223E-2</c:v>
                </c:pt>
                <c:pt idx="1355">
                  <c:v>1.4677335827849629</c:v>
                </c:pt>
                <c:pt idx="1356">
                  <c:v>-2.4701595306396502E-2</c:v>
                </c:pt>
                <c:pt idx="1357">
                  <c:v>7.6543331146240207E-2</c:v>
                </c:pt>
                <c:pt idx="1358">
                  <c:v>4.5777797698974609E-2</c:v>
                </c:pt>
                <c:pt idx="1359">
                  <c:v>1.5012264251709E-2</c:v>
                </c:pt>
                <c:pt idx="1360">
                  <c:v>0.28029966354370101</c:v>
                </c:pt>
                <c:pt idx="1361">
                  <c:v>0.19524765014648451</c:v>
                </c:pt>
                <c:pt idx="1362">
                  <c:v>0.11019563674926799</c:v>
                </c:pt>
                <c:pt idx="1363">
                  <c:v>-5.7615280151367201E-2</c:v>
                </c:pt>
                <c:pt idx="1364">
                  <c:v>3.9847135543823388E-2</c:v>
                </c:pt>
                <c:pt idx="1365">
                  <c:v>0.137309551239014</c:v>
                </c:pt>
                <c:pt idx="1366">
                  <c:v>0.21102857589721699</c:v>
                </c:pt>
                <c:pt idx="1367">
                  <c:v>0.17511081695556649</c:v>
                </c:pt>
                <c:pt idx="1368">
                  <c:v>0.13919305801391599</c:v>
                </c:pt>
                <c:pt idx="1369">
                  <c:v>0.104693412780762</c:v>
                </c:pt>
                <c:pt idx="1370">
                  <c:v>1.314894785983957</c:v>
                </c:pt>
                <c:pt idx="1371">
                  <c:v>1.2280464746333939</c:v>
                </c:pt>
                <c:pt idx="1372">
                  <c:v>0.90739459991455029</c:v>
                </c:pt>
                <c:pt idx="1373">
                  <c:v>1.032716910044353</c:v>
                </c:pt>
                <c:pt idx="1374">
                  <c:v>1.365718472082883</c:v>
                </c:pt>
                <c:pt idx="1375">
                  <c:v>1.226099341662962</c:v>
                </c:pt>
                <c:pt idx="1376">
                  <c:v>1.312059238039214</c:v>
                </c:pt>
                <c:pt idx="1377">
                  <c:v>0.34389543533325201</c:v>
                </c:pt>
                <c:pt idx="1378">
                  <c:v>0.165987968444824</c:v>
                </c:pt>
                <c:pt idx="1379">
                  <c:v>0.11318349838256821</c:v>
                </c:pt>
                <c:pt idx="1380">
                  <c:v>6.03790283203125E-2</c:v>
                </c:pt>
                <c:pt idx="1381">
                  <c:v>-2.0999908447265599E-3</c:v>
                </c:pt>
                <c:pt idx="1382">
                  <c:v>3.7924051284790018E-2</c:v>
                </c:pt>
                <c:pt idx="1383">
                  <c:v>7.7948093414306599E-2</c:v>
                </c:pt>
                <c:pt idx="1384">
                  <c:v>-3.5751819610595703E-2</c:v>
                </c:pt>
                <c:pt idx="1385">
                  <c:v>4.9067020416259648E-2</c:v>
                </c:pt>
                <c:pt idx="1386">
                  <c:v>0.13388586044311501</c:v>
                </c:pt>
                <c:pt idx="1387">
                  <c:v>0.26174354553222701</c:v>
                </c:pt>
                <c:pt idx="1388">
                  <c:v>0.2082061767578125</c:v>
                </c:pt>
                <c:pt idx="1389">
                  <c:v>0.15466880798339799</c:v>
                </c:pt>
                <c:pt idx="1390">
                  <c:v>0.101987361907959</c:v>
                </c:pt>
                <c:pt idx="1391">
                  <c:v>2.121853828430174E-2</c:v>
                </c:pt>
                <c:pt idx="1392">
                  <c:v>-5.9550285339355503E-2</c:v>
                </c:pt>
                <c:pt idx="1393">
                  <c:v>6.1537742614746253E-2</c:v>
                </c:pt>
                <c:pt idx="1394">
                  <c:v>0.18262577056884799</c:v>
                </c:pt>
                <c:pt idx="1395">
                  <c:v>0.29571628570556602</c:v>
                </c:pt>
                <c:pt idx="1396">
                  <c:v>0.22560024261474601</c:v>
                </c:pt>
                <c:pt idx="1397">
                  <c:v>0.155484199523926</c:v>
                </c:pt>
                <c:pt idx="1398">
                  <c:v>-3.6366462707519497E-2</c:v>
                </c:pt>
                <c:pt idx="1399">
                  <c:v>4.0624856948852747E-2</c:v>
                </c:pt>
                <c:pt idx="1400">
                  <c:v>0.117616176605225</c:v>
                </c:pt>
                <c:pt idx="1401">
                  <c:v>0.31758689880371099</c:v>
                </c:pt>
                <c:pt idx="1402">
                  <c:v>0.30945873260498052</c:v>
                </c:pt>
                <c:pt idx="1403">
                  <c:v>0.30133056640625</c:v>
                </c:pt>
                <c:pt idx="1404">
                  <c:v>8.4316253662109403E-2</c:v>
                </c:pt>
                <c:pt idx="1405">
                  <c:v>2.1250963211059602E-2</c:v>
                </c:pt>
                <c:pt idx="1406">
                  <c:v>-4.18143272399902E-2</c:v>
                </c:pt>
                <c:pt idx="1407">
                  <c:v>0.36042165756225603</c:v>
                </c:pt>
                <c:pt idx="1408">
                  <c:v>0.23165249824523951</c:v>
                </c:pt>
                <c:pt idx="1409">
                  <c:v>0.102883338928223</c:v>
                </c:pt>
                <c:pt idx="1410">
                  <c:v>5.75356483459473E-2</c:v>
                </c:pt>
                <c:pt idx="1411">
                  <c:v>2.0680427551269549E-2</c:v>
                </c:pt>
                <c:pt idx="1412">
                  <c:v>-1.61747932434082E-2</c:v>
                </c:pt>
                <c:pt idx="1413">
                  <c:v>0.29242801666259799</c:v>
                </c:pt>
                <c:pt idx="1414">
                  <c:v>0.23335766792297399</c:v>
                </c:pt>
                <c:pt idx="1415">
                  <c:v>0.17428731918335</c:v>
                </c:pt>
                <c:pt idx="1416">
                  <c:v>0.16234970092773399</c:v>
                </c:pt>
                <c:pt idx="1417">
                  <c:v>6.987524032592754E-2</c:v>
                </c:pt>
                <c:pt idx="1418">
                  <c:v>-2.2599220275878899E-2</c:v>
                </c:pt>
                <c:pt idx="1419">
                  <c:v>5.9037685394287102E-2</c:v>
                </c:pt>
                <c:pt idx="1420">
                  <c:v>9.7775459289550087E-4</c:v>
                </c:pt>
                <c:pt idx="1421">
                  <c:v>-5.7082176208496101E-2</c:v>
                </c:pt>
                <c:pt idx="1422">
                  <c:v>0.14479923248290999</c:v>
                </c:pt>
                <c:pt idx="1423">
                  <c:v>0.15948820114135751</c:v>
                </c:pt>
                <c:pt idx="1424">
                  <c:v>0.17417716979980499</c:v>
                </c:pt>
                <c:pt idx="1425">
                  <c:v>6.4612388610839802E-2</c:v>
                </c:pt>
                <c:pt idx="1426">
                  <c:v>8.6115360260009904E-2</c:v>
                </c:pt>
                <c:pt idx="1427">
                  <c:v>0.10761833190918001</c:v>
                </c:pt>
                <c:pt idx="1428">
                  <c:v>0.147479057312012</c:v>
                </c:pt>
                <c:pt idx="1429">
                  <c:v>5.0921440124511837E-2</c:v>
                </c:pt>
                <c:pt idx="1430">
                  <c:v>-4.5636177062988302E-2</c:v>
                </c:pt>
                <c:pt idx="1431">
                  <c:v>-3.2588005065918003E-2</c:v>
                </c:pt>
                <c:pt idx="1432">
                  <c:v>1.3213396072387701E-2</c:v>
                </c:pt>
                <c:pt idx="1433">
                  <c:v>5.9014797210693401E-2</c:v>
                </c:pt>
                <c:pt idx="1434">
                  <c:v>0.16821193695068401</c:v>
                </c:pt>
                <c:pt idx="1435">
                  <c:v>6.3498735427856653E-2</c:v>
                </c:pt>
                <c:pt idx="1436">
                  <c:v>-4.1214466094970703E-2</c:v>
                </c:pt>
                <c:pt idx="1437">
                  <c:v>0.11768293380737301</c:v>
                </c:pt>
                <c:pt idx="1438">
                  <c:v>0.14110040664672849</c:v>
                </c:pt>
                <c:pt idx="1439">
                  <c:v>0.16451787948608401</c:v>
                </c:pt>
                <c:pt idx="1440">
                  <c:v>5.0934791564941399E-2</c:v>
                </c:pt>
                <c:pt idx="1441">
                  <c:v>0.1556077003479002</c:v>
                </c:pt>
                <c:pt idx="1442">
                  <c:v>0.26028060913085899</c:v>
                </c:pt>
                <c:pt idx="1443">
                  <c:v>0.124669551849365</c:v>
                </c:pt>
                <c:pt idx="1444">
                  <c:v>0.11337327957153299</c:v>
                </c:pt>
                <c:pt idx="1445">
                  <c:v>0.10207700729370101</c:v>
                </c:pt>
                <c:pt idx="1446">
                  <c:v>2.815747261047355E-2</c:v>
                </c:pt>
                <c:pt idx="1447">
                  <c:v>-4.5762062072753899E-2</c:v>
                </c:pt>
                <c:pt idx="1448">
                  <c:v>-3.4330368041992201E-2</c:v>
                </c:pt>
                <c:pt idx="1449">
                  <c:v>3.082776069641115E-2</c:v>
                </c:pt>
                <c:pt idx="1450">
                  <c:v>9.5985889434814495E-2</c:v>
                </c:pt>
                <c:pt idx="1451">
                  <c:v>5.6008815765380901E-2</c:v>
                </c:pt>
                <c:pt idx="1452">
                  <c:v>0.11070895195007351</c:v>
                </c:pt>
                <c:pt idx="1453">
                  <c:v>0.16540908813476601</c:v>
                </c:pt>
                <c:pt idx="1454">
                  <c:v>0.32802200317382801</c:v>
                </c:pt>
                <c:pt idx="1455">
                  <c:v>0.22871208190917949</c:v>
                </c:pt>
                <c:pt idx="1456">
                  <c:v>0.129402160644531</c:v>
                </c:pt>
                <c:pt idx="1457">
                  <c:v>-5.1082611083984403E-2</c:v>
                </c:pt>
                <c:pt idx="1458">
                  <c:v>2.0135164260864261E-2</c:v>
                </c:pt>
                <c:pt idx="1459">
                  <c:v>9.1352939605712905E-2</c:v>
                </c:pt>
                <c:pt idx="1460">
                  <c:v>-3.9109230041503899E-2</c:v>
                </c:pt>
                <c:pt idx="1461">
                  <c:v>3.1278371810913051E-2</c:v>
                </c:pt>
                <c:pt idx="1462">
                  <c:v>0.10166597366332999</c:v>
                </c:pt>
                <c:pt idx="1463">
                  <c:v>-5.5030345916747998E-2</c:v>
                </c:pt>
                <c:pt idx="1464">
                  <c:v>-3.4197568893432603E-2</c:v>
                </c:pt>
                <c:pt idx="1465">
                  <c:v>-1.33647918701172E-2</c:v>
                </c:pt>
                <c:pt idx="1466">
                  <c:v>9.0713024139404297E-2</c:v>
                </c:pt>
                <c:pt idx="1467">
                  <c:v>3.7522077560424798E-2</c:v>
                </c:pt>
                <c:pt idx="1468">
                  <c:v>-1.5668869018554701E-2</c:v>
                </c:pt>
                <c:pt idx="1469">
                  <c:v>0.13684463500976601</c:v>
                </c:pt>
                <c:pt idx="1470">
                  <c:v>4.7256231307983607E-2</c:v>
                </c:pt>
                <c:pt idx="1471">
                  <c:v>-4.23321723937988E-2</c:v>
                </c:pt>
                <c:pt idx="1472">
                  <c:v>1.143301508161757</c:v>
                </c:pt>
                <c:pt idx="1473">
                  <c:v>0.60830188857184508</c:v>
                </c:pt>
                <c:pt idx="1474">
                  <c:v>7.3302268981933594E-2</c:v>
                </c:pt>
                <c:pt idx="1475">
                  <c:v>0.28081274032592801</c:v>
                </c:pt>
                <c:pt idx="1476">
                  <c:v>0.121769666671753</c:v>
                </c:pt>
                <c:pt idx="1477">
                  <c:v>-3.7273406982421903E-2</c:v>
                </c:pt>
                <c:pt idx="1478">
                  <c:v>-4.028558731079103E-2</c:v>
                </c:pt>
                <c:pt idx="1479">
                  <c:v>-4.3297767639160163E-2</c:v>
                </c:pt>
                <c:pt idx="1480">
                  <c:v>-4.6309947967529283E-2</c:v>
                </c:pt>
                <c:pt idx="1481">
                  <c:v>-4.9322128295898403E-2</c:v>
                </c:pt>
                <c:pt idx="1482">
                  <c:v>0.27005815505981401</c:v>
                </c:pt>
                <c:pt idx="1483">
                  <c:v>0.1011600494384763</c:v>
                </c:pt>
                <c:pt idx="1484">
                  <c:v>-6.77380561828613E-2</c:v>
                </c:pt>
                <c:pt idx="1485">
                  <c:v>0.14304590225219699</c:v>
                </c:pt>
                <c:pt idx="1486">
                  <c:v>5.6105136871337738E-2</c:v>
                </c:pt>
                <c:pt idx="1487">
                  <c:v>-3.0835628509521502E-2</c:v>
                </c:pt>
                <c:pt idx="1488">
                  <c:v>-1.1501312255859399E-2</c:v>
                </c:pt>
                <c:pt idx="1489">
                  <c:v>-1.048398017883302E-2</c:v>
                </c:pt>
                <c:pt idx="1490">
                  <c:v>-9.4666481018066406E-3</c:v>
                </c:pt>
                <c:pt idx="1491">
                  <c:v>-1.7971992492675799E-2</c:v>
                </c:pt>
                <c:pt idx="1492">
                  <c:v>-2.1460771560668949E-2</c:v>
                </c:pt>
                <c:pt idx="1493">
                  <c:v>-2.4949550628662099E-2</c:v>
                </c:pt>
                <c:pt idx="1494">
                  <c:v>0.17197990417480499</c:v>
                </c:pt>
                <c:pt idx="1495">
                  <c:v>0.13307189941406261</c:v>
                </c:pt>
                <c:pt idx="1496">
                  <c:v>9.4163894653320299E-2</c:v>
                </c:pt>
                <c:pt idx="1497">
                  <c:v>0.131163120269775</c:v>
                </c:pt>
                <c:pt idx="1498">
                  <c:v>0.178027868270874</c:v>
                </c:pt>
                <c:pt idx="1499">
                  <c:v>0.22489261627197299</c:v>
                </c:pt>
                <c:pt idx="1500">
                  <c:v>8.8973045349121233E-2</c:v>
                </c:pt>
                <c:pt idx="1501">
                  <c:v>-4.6946525573730503E-2</c:v>
                </c:pt>
                <c:pt idx="1502">
                  <c:v>-3.6517143249511698E-2</c:v>
                </c:pt>
                <c:pt idx="1503">
                  <c:v>5.2227735519409138E-2</c:v>
                </c:pt>
                <c:pt idx="1504">
                  <c:v>0.14097261428832999</c:v>
                </c:pt>
                <c:pt idx="1505">
                  <c:v>0.27344083786010698</c:v>
                </c:pt>
                <c:pt idx="1506">
                  <c:v>0.18859601020812949</c:v>
                </c:pt>
                <c:pt idx="1507">
                  <c:v>0.103751182556152</c:v>
                </c:pt>
                <c:pt idx="1508">
                  <c:v>0.283642768859863</c:v>
                </c:pt>
                <c:pt idx="1509">
                  <c:v>0.1494047641754149</c:v>
                </c:pt>
                <c:pt idx="1510">
                  <c:v>1.51667594909668E-2</c:v>
                </c:pt>
                <c:pt idx="1511">
                  <c:v>7.2198390960693401E-2</c:v>
                </c:pt>
                <c:pt idx="1512">
                  <c:v>0.1036953926086427</c:v>
                </c:pt>
                <c:pt idx="1513">
                  <c:v>0.13519239425659199</c:v>
                </c:pt>
                <c:pt idx="1514">
                  <c:v>8.0773353576660198E-2</c:v>
                </c:pt>
                <c:pt idx="1515">
                  <c:v>0.1216800212860106</c:v>
                </c:pt>
                <c:pt idx="1516">
                  <c:v>0.162586688995361</c:v>
                </c:pt>
                <c:pt idx="1517">
                  <c:v>0.127917289733887</c:v>
                </c:pt>
                <c:pt idx="1518">
                  <c:v>0.10099291801452651</c:v>
                </c:pt>
                <c:pt idx="1519">
                  <c:v>7.4068546295166002E-2</c:v>
                </c:pt>
                <c:pt idx="1520">
                  <c:v>0.13726854324340801</c:v>
                </c:pt>
                <c:pt idx="1521">
                  <c:v>0.1034891605377197</c:v>
                </c:pt>
                <c:pt idx="1522">
                  <c:v>6.9709777832031306E-2</c:v>
                </c:pt>
                <c:pt idx="1523">
                  <c:v>-4.3648242950439502E-2</c:v>
                </c:pt>
                <c:pt idx="1524">
                  <c:v>2.5699138641357401E-2</c:v>
                </c:pt>
                <c:pt idx="1525">
                  <c:v>9.5046520233154297E-2</c:v>
                </c:pt>
                <c:pt idx="1526">
                  <c:v>0.27991485595703097</c:v>
                </c:pt>
                <c:pt idx="1527">
                  <c:v>0.19855761528015101</c:v>
                </c:pt>
                <c:pt idx="1528">
                  <c:v>0.117200374603271</c:v>
                </c:pt>
                <c:pt idx="1529">
                  <c:v>-6.0674667358398403E-2</c:v>
                </c:pt>
                <c:pt idx="1530">
                  <c:v>3.3698797225952308E-2</c:v>
                </c:pt>
                <c:pt idx="1531">
                  <c:v>0.12807226181030301</c:v>
                </c:pt>
                <c:pt idx="1532">
                  <c:v>2.7505397796630901E-2</c:v>
                </c:pt>
                <c:pt idx="1533">
                  <c:v>6.2565088272094754E-2</c:v>
                </c:pt>
                <c:pt idx="1534">
                  <c:v>9.7624778747558594E-2</c:v>
                </c:pt>
                <c:pt idx="1535">
                  <c:v>-4.5377731323242201E-2</c:v>
                </c:pt>
                <c:pt idx="1536">
                  <c:v>5.4777383804321393E-2</c:v>
                </c:pt>
                <c:pt idx="1537">
                  <c:v>0.15493249893188499</c:v>
                </c:pt>
                <c:pt idx="1538">
                  <c:v>-6.5227508544921903E-2</c:v>
                </c:pt>
                <c:pt idx="1539">
                  <c:v>0.1223132610321046</c:v>
                </c:pt>
                <c:pt idx="1540">
                  <c:v>0.30985403060913103</c:v>
                </c:pt>
                <c:pt idx="1541">
                  <c:v>-5.4701328277587898E-2</c:v>
                </c:pt>
                <c:pt idx="1542">
                  <c:v>0.14721775054931649</c:v>
                </c:pt>
                <c:pt idx="1543">
                  <c:v>0.34913682937622098</c:v>
                </c:pt>
                <c:pt idx="1544">
                  <c:v>7.5480461120605497E-2</c:v>
                </c:pt>
                <c:pt idx="1545">
                  <c:v>8.3540916442871094E-2</c:v>
                </c:pt>
                <c:pt idx="1546">
                  <c:v>9.1601371765136705E-2</c:v>
                </c:pt>
                <c:pt idx="1547">
                  <c:v>0.28303289413452098</c:v>
                </c:pt>
                <c:pt idx="1548">
                  <c:v>0.14228868484497051</c:v>
                </c:pt>
                <c:pt idx="1549">
                  <c:v>1.5444755554199199E-3</c:v>
                </c:pt>
                <c:pt idx="1550">
                  <c:v>-4.6398639678955099E-2</c:v>
                </c:pt>
                <c:pt idx="1551">
                  <c:v>-4.5388698577880852E-2</c:v>
                </c:pt>
                <c:pt idx="1552">
                  <c:v>-4.4378757476806599E-2</c:v>
                </c:pt>
                <c:pt idx="1553">
                  <c:v>8.3667755126953097E-2</c:v>
                </c:pt>
                <c:pt idx="1554">
                  <c:v>0.1579208374023435</c:v>
                </c:pt>
                <c:pt idx="1555">
                  <c:v>0.23217391967773399</c:v>
                </c:pt>
                <c:pt idx="1556">
                  <c:v>-4.4621467590331997E-2</c:v>
                </c:pt>
                <c:pt idx="1557">
                  <c:v>4.380202293396001E-2</c:v>
                </c:pt>
                <c:pt idx="1558">
                  <c:v>0.13222551345825201</c:v>
                </c:pt>
                <c:pt idx="1559">
                  <c:v>0.13516616821289101</c:v>
                </c:pt>
                <c:pt idx="1560">
                  <c:v>0.13346600532531749</c:v>
                </c:pt>
                <c:pt idx="1561">
                  <c:v>0.131765842437744</c:v>
                </c:pt>
                <c:pt idx="1562">
                  <c:v>0.12890015075455841</c:v>
                </c:pt>
                <c:pt idx="1563">
                  <c:v>0.1260344590713727</c:v>
                </c:pt>
                <c:pt idx="1564">
                  <c:v>0.12316876738818711</c:v>
                </c:pt>
                <c:pt idx="1565">
                  <c:v>0.1203030757050015</c:v>
                </c:pt>
                <c:pt idx="1566">
                  <c:v>0.1174373840218158</c:v>
                </c:pt>
                <c:pt idx="1567">
                  <c:v>0.1145716923386302</c:v>
                </c:pt>
                <c:pt idx="1568">
                  <c:v>0.1117060006554446</c:v>
                </c:pt>
                <c:pt idx="1569">
                  <c:v>0.1088403089722589</c:v>
                </c:pt>
                <c:pt idx="1570">
                  <c:v>0.1059746172890733</c:v>
                </c:pt>
                <c:pt idx="1571">
                  <c:v>0.10310892560588771</c:v>
                </c:pt>
                <c:pt idx="1572">
                  <c:v>0.100243233922702</c:v>
                </c:pt>
                <c:pt idx="1573">
                  <c:v>9.7377542239516418E-2</c:v>
                </c:pt>
                <c:pt idx="1628">
                  <c:v>-6.0235500335693401E-2</c:v>
                </c:pt>
                <c:pt idx="1629">
                  <c:v>9.2959880828857394E-2</c:v>
                </c:pt>
                <c:pt idx="1630">
                  <c:v>8.7013006210327148E-2</c:v>
                </c:pt>
                <c:pt idx="1631">
                  <c:v>8.1066131591796903E-2</c:v>
                </c:pt>
                <c:pt idx="1632">
                  <c:v>-4.1450500488281299E-2</c:v>
                </c:pt>
                <c:pt idx="1633">
                  <c:v>4.8386812210082848E-2</c:v>
                </c:pt>
                <c:pt idx="1634">
                  <c:v>0.13822412490844699</c:v>
                </c:pt>
                <c:pt idx="1635">
                  <c:v>0.113851070404053</c:v>
                </c:pt>
                <c:pt idx="1636">
                  <c:v>4.9028873443603647E-2</c:v>
                </c:pt>
                <c:pt idx="1637">
                  <c:v>-1.57933235168457E-2</c:v>
                </c:pt>
                <c:pt idx="1638">
                  <c:v>0.18598413467407199</c:v>
                </c:pt>
                <c:pt idx="1639">
                  <c:v>0.11192798614501941</c:v>
                </c:pt>
                <c:pt idx="1640">
                  <c:v>3.7871837615966797E-2</c:v>
                </c:pt>
                <c:pt idx="1641">
                  <c:v>0.353625297546387</c:v>
                </c:pt>
                <c:pt idx="1642">
                  <c:v>0.25693511962890653</c:v>
                </c:pt>
                <c:pt idx="1643">
                  <c:v>0.160244941711426</c:v>
                </c:pt>
                <c:pt idx="1644">
                  <c:v>0.10541820526123059</c:v>
                </c:pt>
                <c:pt idx="1645">
                  <c:v>5.0591468811035198E-2</c:v>
                </c:pt>
                <c:pt idx="1646">
                  <c:v>6.7229747772216797E-2</c:v>
                </c:pt>
                <c:pt idx="1647">
                  <c:v>0.10064411163330091</c:v>
                </c:pt>
                <c:pt idx="1648">
                  <c:v>0.13405847549438499</c:v>
                </c:pt>
                <c:pt idx="1649">
                  <c:v>0.17592096328735399</c:v>
                </c:pt>
                <c:pt idx="1650">
                  <c:v>0.14408373832702651</c:v>
                </c:pt>
                <c:pt idx="1651">
                  <c:v>0.112246513366699</c:v>
                </c:pt>
                <c:pt idx="1652">
                  <c:v>1.327835421631302</c:v>
                </c:pt>
                <c:pt idx="1653">
                  <c:v>1.074521899223329</c:v>
                </c:pt>
                <c:pt idx="1654">
                  <c:v>1.0057704552360189</c:v>
                </c:pt>
                <c:pt idx="1655">
                  <c:v>1.3471425917090429</c:v>
                </c:pt>
                <c:pt idx="1656">
                  <c:v>1.3527834701538091</c:v>
                </c:pt>
                <c:pt idx="1657">
                  <c:v>1.075358033180237</c:v>
                </c:pt>
                <c:pt idx="1658">
                  <c:v>1.3429756416401391</c:v>
                </c:pt>
                <c:pt idx="1659">
                  <c:v>1.4103313600694809</c:v>
                </c:pt>
                <c:pt idx="1660">
                  <c:v>1.226677499034188</c:v>
                </c:pt>
                <c:pt idx="1661">
                  <c:v>1.40940468106951</c:v>
                </c:pt>
                <c:pt idx="1662">
                  <c:v>1.3345667975289479</c:v>
                </c:pt>
                <c:pt idx="1663">
                  <c:v>1.202484200982487</c:v>
                </c:pt>
                <c:pt idx="1664">
                  <c:v>1.346477214246989</c:v>
                </c:pt>
                <c:pt idx="1665">
                  <c:v>1.3647829691569009</c:v>
                </c:pt>
                <c:pt idx="1666">
                  <c:v>1.3784780108239041</c:v>
                </c:pt>
                <c:pt idx="1667">
                  <c:v>1.383620811721026</c:v>
                </c:pt>
                <c:pt idx="1668">
                  <c:v>1.3681584102351489</c:v>
                </c:pt>
                <c:pt idx="1669">
                  <c:v>-2.7141571044921899E-2</c:v>
                </c:pt>
                <c:pt idx="1670">
                  <c:v>0.22518062591552701</c:v>
                </c:pt>
                <c:pt idx="1671">
                  <c:v>0.1625313758850096</c:v>
                </c:pt>
                <c:pt idx="1672">
                  <c:v>9.9882125854492201E-2</c:v>
                </c:pt>
                <c:pt idx="1673">
                  <c:v>0.263592720031738</c:v>
                </c:pt>
                <c:pt idx="1674">
                  <c:v>0.18366885185241699</c:v>
                </c:pt>
                <c:pt idx="1675">
                  <c:v>0.10374498367309599</c:v>
                </c:pt>
                <c:pt idx="1676">
                  <c:v>-3.6583900451660198E-2</c:v>
                </c:pt>
                <c:pt idx="1677">
                  <c:v>5.9984683990478391E-2</c:v>
                </c:pt>
                <c:pt idx="1678">
                  <c:v>0.15655326843261699</c:v>
                </c:pt>
                <c:pt idx="1679">
                  <c:v>9.0981483459472698E-2</c:v>
                </c:pt>
                <c:pt idx="1680">
                  <c:v>0.58913572081204124</c:v>
                </c:pt>
                <c:pt idx="1681">
                  <c:v>1.08728995816461</c:v>
                </c:pt>
                <c:pt idx="1682">
                  <c:v>0.95523500442504872</c:v>
                </c:pt>
                <c:pt idx="1683">
                  <c:v>1.347282450410384</c:v>
                </c:pt>
                <c:pt idx="1684">
                  <c:v>1.3615431785583501</c:v>
                </c:pt>
                <c:pt idx="1685">
                  <c:v>1.3490870475769039</c:v>
                </c:pt>
                <c:pt idx="1686">
                  <c:v>1.345370233058929</c:v>
                </c:pt>
                <c:pt idx="1687">
                  <c:v>1.377704567796602</c:v>
                </c:pt>
                <c:pt idx="1688">
                  <c:v>1.333566816095362</c:v>
                </c:pt>
                <c:pt idx="1689">
                  <c:v>1.2597143042321299</c:v>
                </c:pt>
                <c:pt idx="1690">
                  <c:v>1.34821305147076</c:v>
                </c:pt>
                <c:pt idx="1691">
                  <c:v>1.3103605487890411</c:v>
                </c:pt>
                <c:pt idx="1692">
                  <c:v>0.64248043194151772</c:v>
                </c:pt>
                <c:pt idx="1693">
                  <c:v>-2.5399684906005901E-2</c:v>
                </c:pt>
                <c:pt idx="1694">
                  <c:v>0.131936550140381</c:v>
                </c:pt>
                <c:pt idx="1695">
                  <c:v>0.15060186386108401</c:v>
                </c:pt>
                <c:pt idx="1696">
                  <c:v>0.169267177581787</c:v>
                </c:pt>
                <c:pt idx="1697">
                  <c:v>9.0078353881835896E-2</c:v>
                </c:pt>
                <c:pt idx="1698">
                  <c:v>0.17883586883544941</c:v>
                </c:pt>
                <c:pt idx="1699">
                  <c:v>0.267593383789063</c:v>
                </c:pt>
                <c:pt idx="1700">
                  <c:v>0.1184456348419192</c:v>
                </c:pt>
                <c:pt idx="1701">
                  <c:v>-3.0702114105224599E-2</c:v>
                </c:pt>
                <c:pt idx="1702">
                  <c:v>5.2517414093017599E-2</c:v>
                </c:pt>
                <c:pt idx="1703">
                  <c:v>5.9475660324096687E-2</c:v>
                </c:pt>
                <c:pt idx="1704">
                  <c:v>6.6433906555175795E-2</c:v>
                </c:pt>
                <c:pt idx="1705">
                  <c:v>4.7665596008300802E-2</c:v>
                </c:pt>
                <c:pt idx="1706">
                  <c:v>6.047391891479495E-2</c:v>
                </c:pt>
                <c:pt idx="1707">
                  <c:v>7.3282241821289104E-2</c:v>
                </c:pt>
                <c:pt idx="1708">
                  <c:v>0.28744411468505898</c:v>
                </c:pt>
                <c:pt idx="1709">
                  <c:v>0.81654145964260794</c:v>
                </c:pt>
                <c:pt idx="1710">
                  <c:v>1.3456388046001571</c:v>
                </c:pt>
                <c:pt idx="1711">
                  <c:v>0.23293828964233401</c:v>
                </c:pt>
                <c:pt idx="1712">
                  <c:v>1.22757051541255</c:v>
                </c:pt>
                <c:pt idx="1713">
                  <c:v>1.3862602044870189</c:v>
                </c:pt>
                <c:pt idx="1714">
                  <c:v>0.67303800582885698</c:v>
                </c:pt>
                <c:pt idx="1715">
                  <c:v>0.4896585941314695</c:v>
                </c:pt>
                <c:pt idx="1716">
                  <c:v>0.30627918243408198</c:v>
                </c:pt>
                <c:pt idx="1717">
                  <c:v>0.16734504699707001</c:v>
                </c:pt>
                <c:pt idx="1718">
                  <c:v>8.2163095474243011E-2</c:v>
                </c:pt>
                <c:pt idx="1719">
                  <c:v>-3.01885604858398E-3</c:v>
                </c:pt>
                <c:pt idx="1720">
                  <c:v>1.32532119750977E-2</c:v>
                </c:pt>
                <c:pt idx="1721">
                  <c:v>0.13040804862976091</c:v>
                </c:pt>
                <c:pt idx="1722">
                  <c:v>0.24756288528442399</c:v>
                </c:pt>
                <c:pt idx="1723">
                  <c:v>4.1723728179931599E-2</c:v>
                </c:pt>
                <c:pt idx="1724">
                  <c:v>0.14930224418640131</c:v>
                </c:pt>
                <c:pt idx="1725">
                  <c:v>0.25688076019287098</c:v>
                </c:pt>
                <c:pt idx="1726">
                  <c:v>6.6191196441650405E-2</c:v>
                </c:pt>
                <c:pt idx="1727">
                  <c:v>0.1188602447509767</c:v>
                </c:pt>
                <c:pt idx="1728">
                  <c:v>0.17152929306030301</c:v>
                </c:pt>
                <c:pt idx="1729">
                  <c:v>8.1776618957519503E-2</c:v>
                </c:pt>
                <c:pt idx="1730">
                  <c:v>0.1185336112976073</c:v>
                </c:pt>
                <c:pt idx="1731">
                  <c:v>0.15529060363769501</c:v>
                </c:pt>
                <c:pt idx="1732">
                  <c:v>1.5906810760497998E-2</c:v>
                </c:pt>
                <c:pt idx="1733">
                  <c:v>3.957581520080565E-2</c:v>
                </c:pt>
                <c:pt idx="1734">
                  <c:v>6.3244819641113295E-2</c:v>
                </c:pt>
                <c:pt idx="1735">
                  <c:v>0.15964937210082999</c:v>
                </c:pt>
                <c:pt idx="1736">
                  <c:v>0.17938399314880349</c:v>
                </c:pt>
                <c:pt idx="1737">
                  <c:v>0.19911861419677701</c:v>
                </c:pt>
                <c:pt idx="1738">
                  <c:v>8.2468509674072293E-2</c:v>
                </c:pt>
                <c:pt idx="1739">
                  <c:v>0.1067721843719481</c:v>
                </c:pt>
                <c:pt idx="1740">
                  <c:v>0.131075859069824</c:v>
                </c:pt>
                <c:pt idx="1741">
                  <c:v>6.5527915954589802E-2</c:v>
                </c:pt>
                <c:pt idx="1742">
                  <c:v>7.9649448394775349E-2</c:v>
                </c:pt>
                <c:pt idx="1743">
                  <c:v>9.3770980834960896E-2</c:v>
                </c:pt>
                <c:pt idx="1744">
                  <c:v>5.6125164031982401E-2</c:v>
                </c:pt>
                <c:pt idx="1745">
                  <c:v>9.5617771148681696E-2</c:v>
                </c:pt>
                <c:pt idx="1746">
                  <c:v>0.135110378265381</c:v>
                </c:pt>
                <c:pt idx="1747">
                  <c:v>0.25577354431152299</c:v>
                </c:pt>
                <c:pt idx="1748">
                  <c:v>0.1152379512786863</c:v>
                </c:pt>
                <c:pt idx="1749">
                  <c:v>-2.5297641754150401E-2</c:v>
                </c:pt>
                <c:pt idx="1750">
                  <c:v>-2.2011756896972701E-2</c:v>
                </c:pt>
                <c:pt idx="1751">
                  <c:v>-1.1757373809814479E-2</c:v>
                </c:pt>
                <c:pt idx="1752">
                  <c:v>-1.50299072265625E-3</c:v>
                </c:pt>
                <c:pt idx="1753">
                  <c:v>8.0428123474121094E-3</c:v>
                </c:pt>
                <c:pt idx="1754">
                  <c:v>0.13092827796936049</c:v>
                </c:pt>
                <c:pt idx="1755">
                  <c:v>0.25381374359130898</c:v>
                </c:pt>
                <c:pt idx="1756">
                  <c:v>0.20398259162902849</c:v>
                </c:pt>
                <c:pt idx="1757">
                  <c:v>0.15415143966674799</c:v>
                </c:pt>
                <c:pt idx="1758">
                  <c:v>7.5062751770019503E-2</c:v>
                </c:pt>
                <c:pt idx="1759">
                  <c:v>6.6565752029418945E-2</c:v>
                </c:pt>
                <c:pt idx="1760">
                  <c:v>5.8068752288818401E-2</c:v>
                </c:pt>
                <c:pt idx="1761">
                  <c:v>7.2218418121337905E-2</c:v>
                </c:pt>
                <c:pt idx="1762">
                  <c:v>6.4100980758667006E-2</c:v>
                </c:pt>
                <c:pt idx="1763">
                  <c:v>5.5983543395996101E-2</c:v>
                </c:pt>
                <c:pt idx="1764">
                  <c:v>-3.3819198608398403E-2</c:v>
                </c:pt>
                <c:pt idx="1765">
                  <c:v>-2.875471115112305E-2</c:v>
                </c:pt>
                <c:pt idx="1766">
                  <c:v>-2.3690223693847701E-2</c:v>
                </c:pt>
                <c:pt idx="1767">
                  <c:v>-3.73740196228027E-2</c:v>
                </c:pt>
                <c:pt idx="1768">
                  <c:v>-4.1581630706787102E-2</c:v>
                </c:pt>
                <c:pt idx="1769">
                  <c:v>-4.5789241790771498E-2</c:v>
                </c:pt>
                <c:pt idx="1770">
                  <c:v>8.5450649261474595E-2</c:v>
                </c:pt>
                <c:pt idx="1771">
                  <c:v>7.3618888854980441E-2</c:v>
                </c:pt>
                <c:pt idx="1772">
                  <c:v>6.17871284484863E-2</c:v>
                </c:pt>
                <c:pt idx="1773">
                  <c:v>8.1239700317382799E-2</c:v>
                </c:pt>
                <c:pt idx="1774">
                  <c:v>9.3202590942382896E-2</c:v>
                </c:pt>
                <c:pt idx="1775">
                  <c:v>0.10516548156738301</c:v>
                </c:pt>
                <c:pt idx="1776">
                  <c:v>0.31403923034668002</c:v>
                </c:pt>
                <c:pt idx="1777">
                  <c:v>0.1370754241943361</c:v>
                </c:pt>
                <c:pt idx="1778">
                  <c:v>-3.9888381958007799E-2</c:v>
                </c:pt>
                <c:pt idx="1779">
                  <c:v>0.26477432250976601</c:v>
                </c:pt>
                <c:pt idx="1780">
                  <c:v>0.20051598548889199</c:v>
                </c:pt>
                <c:pt idx="1781">
                  <c:v>0.13625764846801799</c:v>
                </c:pt>
                <c:pt idx="1782">
                  <c:v>1.27189353077682</c:v>
                </c:pt>
                <c:pt idx="1783">
                  <c:v>1.001335501670837</c:v>
                </c:pt>
                <c:pt idx="1784">
                  <c:v>1.306260665257772</c:v>
                </c:pt>
                <c:pt idx="1785">
                  <c:v>1.3202784543341779</c:v>
                </c:pt>
                <c:pt idx="1786">
                  <c:v>1.397740304792249</c:v>
                </c:pt>
                <c:pt idx="1787">
                  <c:v>1.041950119866266</c:v>
                </c:pt>
                <c:pt idx="1788">
                  <c:v>1.38382447753822</c:v>
                </c:pt>
                <c:pt idx="1789">
                  <c:v>1.45513433826213</c:v>
                </c:pt>
                <c:pt idx="1790">
                  <c:v>1.417214591486925</c:v>
                </c:pt>
                <c:pt idx="1791">
                  <c:v>0.97636795043945279</c:v>
                </c:pt>
                <c:pt idx="1792">
                  <c:v>0.60011029243469238</c:v>
                </c:pt>
                <c:pt idx="1793">
                  <c:v>0.223852634429932</c:v>
                </c:pt>
                <c:pt idx="1794">
                  <c:v>8.3343505859375E-2</c:v>
                </c:pt>
                <c:pt idx="1795">
                  <c:v>0.111459493637085</c:v>
                </c:pt>
                <c:pt idx="1796">
                  <c:v>0.13957548141479501</c:v>
                </c:pt>
                <c:pt idx="1797">
                  <c:v>0.34841442108154302</c:v>
                </c:pt>
                <c:pt idx="1798">
                  <c:v>0.22092628479003909</c:v>
                </c:pt>
                <c:pt idx="1799">
                  <c:v>9.3438148498535253E-2</c:v>
                </c:pt>
                <c:pt idx="1800">
                  <c:v>0.14234685897827101</c:v>
                </c:pt>
                <c:pt idx="1801">
                  <c:v>0.2354383468627925</c:v>
                </c:pt>
                <c:pt idx="1802">
                  <c:v>0.32852983474731401</c:v>
                </c:pt>
                <c:pt idx="1803">
                  <c:v>7.8462123870849595E-2</c:v>
                </c:pt>
                <c:pt idx="1804">
                  <c:v>7.247161865234375E-2</c:v>
                </c:pt>
                <c:pt idx="1805">
                  <c:v>6.6481113433837905E-2</c:v>
                </c:pt>
                <c:pt idx="1806">
                  <c:v>1.346446585866202</c:v>
                </c:pt>
                <c:pt idx="1807">
                  <c:v>1.285981523684967</c:v>
                </c:pt>
                <c:pt idx="1808">
                  <c:v>1.1745959145682201</c:v>
                </c:pt>
                <c:pt idx="1809">
                  <c:v>0.72270981470743745</c:v>
                </c:pt>
                <c:pt idx="1810">
                  <c:v>0.90368366241454978</c:v>
                </c:pt>
                <c:pt idx="1811">
                  <c:v>1.50575637817383E-2</c:v>
                </c:pt>
                <c:pt idx="1812">
                  <c:v>-1.8124341964721642E-2</c:v>
                </c:pt>
                <c:pt idx="1813">
                  <c:v>-5.1306247711181599E-2</c:v>
                </c:pt>
                <c:pt idx="1814">
                  <c:v>0.10961484909057601</c:v>
                </c:pt>
                <c:pt idx="1815">
                  <c:v>0.12753605842590299</c:v>
                </c:pt>
                <c:pt idx="1816">
                  <c:v>0.14545726776123</c:v>
                </c:pt>
                <c:pt idx="1817">
                  <c:v>0.31651067733764598</c:v>
                </c:pt>
                <c:pt idx="1818">
                  <c:v>0.19146966934204071</c:v>
                </c:pt>
                <c:pt idx="1819">
                  <c:v>6.6428661346435505E-2</c:v>
                </c:pt>
                <c:pt idx="1820">
                  <c:v>0.206462383270264</c:v>
                </c:pt>
                <c:pt idx="1821">
                  <c:v>0.15711522102355949</c:v>
                </c:pt>
                <c:pt idx="1822">
                  <c:v>0.107768058776855</c:v>
                </c:pt>
                <c:pt idx="1823">
                  <c:v>-3.4222126007080099E-2</c:v>
                </c:pt>
                <c:pt idx="1824">
                  <c:v>3.7775039672851438E-2</c:v>
                </c:pt>
                <c:pt idx="1825">
                  <c:v>0.10977220535278299</c:v>
                </c:pt>
                <c:pt idx="1826">
                  <c:v>0.17782974243164101</c:v>
                </c:pt>
                <c:pt idx="1827">
                  <c:v>0.12273740768432639</c:v>
                </c:pt>
                <c:pt idx="1828">
                  <c:v>6.7645072937011705E-2</c:v>
                </c:pt>
                <c:pt idx="1829">
                  <c:v>0.14593887329101601</c:v>
                </c:pt>
                <c:pt idx="1830">
                  <c:v>0.12402987480163601</c:v>
                </c:pt>
                <c:pt idx="1831">
                  <c:v>0.102120876312256</c:v>
                </c:pt>
                <c:pt idx="1832">
                  <c:v>0.33312463760375999</c:v>
                </c:pt>
                <c:pt idx="1833">
                  <c:v>0.22099876403808599</c:v>
                </c:pt>
                <c:pt idx="1834">
                  <c:v>0.108872890472412</c:v>
                </c:pt>
                <c:pt idx="1835">
                  <c:v>0.22107934951782199</c:v>
                </c:pt>
                <c:pt idx="1836">
                  <c:v>0.1538999080657957</c:v>
                </c:pt>
                <c:pt idx="1837">
                  <c:v>8.6720466613769503E-2</c:v>
                </c:pt>
                <c:pt idx="1838">
                  <c:v>0.109352588653564</c:v>
                </c:pt>
                <c:pt idx="1839">
                  <c:v>0.13654494285583449</c:v>
                </c:pt>
                <c:pt idx="1840">
                  <c:v>0.163737297058105</c:v>
                </c:pt>
                <c:pt idx="1841">
                  <c:v>-6.16650581359863E-2</c:v>
                </c:pt>
                <c:pt idx="1842">
                  <c:v>0.1037852764129638</c:v>
                </c:pt>
                <c:pt idx="1843">
                  <c:v>0.26923561096191401</c:v>
                </c:pt>
                <c:pt idx="1844">
                  <c:v>0.11436128616332999</c:v>
                </c:pt>
                <c:pt idx="1845">
                  <c:v>9.3521118164062444E-2</c:v>
                </c:pt>
                <c:pt idx="1846">
                  <c:v>7.2680950164794894E-2</c:v>
                </c:pt>
                <c:pt idx="1847">
                  <c:v>-1.44729614257813E-2</c:v>
                </c:pt>
                <c:pt idx="1848">
                  <c:v>0.14403557777404791</c:v>
                </c:pt>
                <c:pt idx="1849">
                  <c:v>0.30254411697387701</c:v>
                </c:pt>
                <c:pt idx="1850">
                  <c:v>0.55006345113118427</c:v>
                </c:pt>
                <c:pt idx="1851">
                  <c:v>1.3371274420555599</c:v>
                </c:pt>
                <c:pt idx="1852">
                  <c:v>1.263401947769464</c:v>
                </c:pt>
                <c:pt idx="1853">
                  <c:v>1.397632200717926</c:v>
                </c:pt>
                <c:pt idx="1854">
                  <c:v>1.337978235105189</c:v>
                </c:pt>
                <c:pt idx="1855">
                  <c:v>0.8500621795654304</c:v>
                </c:pt>
                <c:pt idx="1856">
                  <c:v>1.2886733224120319</c:v>
                </c:pt>
                <c:pt idx="1857">
                  <c:v>0.96622300148010409</c:v>
                </c:pt>
                <c:pt idx="1858">
                  <c:v>1.385593526503619</c:v>
                </c:pt>
                <c:pt idx="1859">
                  <c:v>1.246017517821159</c:v>
                </c:pt>
                <c:pt idx="1860">
                  <c:v>1.2420242208915391</c:v>
                </c:pt>
                <c:pt idx="1861">
                  <c:v>1.23803092396192</c:v>
                </c:pt>
                <c:pt idx="1862">
                  <c:v>5.9761524200439502E-2</c:v>
                </c:pt>
                <c:pt idx="1863">
                  <c:v>2.680397033691408E-2</c:v>
                </c:pt>
                <c:pt idx="1864">
                  <c:v>-6.1535835266113299E-3</c:v>
                </c:pt>
                <c:pt idx="1865">
                  <c:v>8.2043647766113337E-2</c:v>
                </c:pt>
                <c:pt idx="1866">
                  <c:v>0.170240879058838</c:v>
                </c:pt>
                <c:pt idx="1867">
                  <c:v>-3.7353038787841797E-2</c:v>
                </c:pt>
                <c:pt idx="1868">
                  <c:v>-3.9251804351806648E-2</c:v>
                </c:pt>
                <c:pt idx="1869">
                  <c:v>-4.1150569915771498E-2</c:v>
                </c:pt>
                <c:pt idx="1870">
                  <c:v>0.16754817962646501</c:v>
                </c:pt>
                <c:pt idx="1871">
                  <c:v>0.23630213737487801</c:v>
                </c:pt>
                <c:pt idx="1872">
                  <c:v>0.30505609512329102</c:v>
                </c:pt>
                <c:pt idx="1873">
                  <c:v>8.4289073944091797E-2</c:v>
                </c:pt>
                <c:pt idx="1874">
                  <c:v>3.1223058700561489E-2</c:v>
                </c:pt>
                <c:pt idx="1875">
                  <c:v>-2.1842956542968799E-2</c:v>
                </c:pt>
                <c:pt idx="1876">
                  <c:v>0.116742610931396</c:v>
                </c:pt>
                <c:pt idx="1877">
                  <c:v>3.9105176925658937E-2</c:v>
                </c:pt>
                <c:pt idx="1878">
                  <c:v>-3.8532257080078097E-2</c:v>
                </c:pt>
                <c:pt idx="1879">
                  <c:v>6.2915325164794894E-2</c:v>
                </c:pt>
                <c:pt idx="1880">
                  <c:v>1.4214277267456049E-2</c:v>
                </c:pt>
                <c:pt idx="1881">
                  <c:v>-3.4486770629882799E-2</c:v>
                </c:pt>
                <c:pt idx="1882">
                  <c:v>0.12936019897460899</c:v>
                </c:pt>
                <c:pt idx="1883">
                  <c:v>5.556464195251444E-2</c:v>
                </c:pt>
                <c:pt idx="1884">
                  <c:v>-1.8230915069580099E-2</c:v>
                </c:pt>
                <c:pt idx="1885">
                  <c:v>0.18314456939697299</c:v>
                </c:pt>
                <c:pt idx="1886">
                  <c:v>0.26355767250061052</c:v>
                </c:pt>
                <c:pt idx="1887">
                  <c:v>0.34397077560424799</c:v>
                </c:pt>
                <c:pt idx="1888">
                  <c:v>0.13318920135498</c:v>
                </c:pt>
                <c:pt idx="1889">
                  <c:v>0.16145372390747051</c:v>
                </c:pt>
                <c:pt idx="1890">
                  <c:v>0.18971824645996099</c:v>
                </c:pt>
                <c:pt idx="1891">
                  <c:v>0.28970289230346702</c:v>
                </c:pt>
                <c:pt idx="1892">
                  <c:v>0.22677874565124501</c:v>
                </c:pt>
                <c:pt idx="1893">
                  <c:v>0.16385459899902299</c:v>
                </c:pt>
                <c:pt idx="1894">
                  <c:v>0.15849971771240201</c:v>
                </c:pt>
                <c:pt idx="1895">
                  <c:v>0.23515701293945299</c:v>
                </c:pt>
                <c:pt idx="1896">
                  <c:v>0.31181430816650402</c:v>
                </c:pt>
                <c:pt idx="1897">
                  <c:v>0.13249683380127</c:v>
                </c:pt>
                <c:pt idx="1898">
                  <c:v>0.1494169235229495</c:v>
                </c:pt>
                <c:pt idx="1899">
                  <c:v>0.16633701324462899</c:v>
                </c:pt>
                <c:pt idx="1900">
                  <c:v>9.4455242156982394E-2</c:v>
                </c:pt>
                <c:pt idx="1901">
                  <c:v>0.21760845184326169</c:v>
                </c:pt>
                <c:pt idx="1902">
                  <c:v>0.34076166152954102</c:v>
                </c:pt>
                <c:pt idx="1903">
                  <c:v>0.29172372817993197</c:v>
                </c:pt>
                <c:pt idx="1904">
                  <c:v>0.19666194915771501</c:v>
                </c:pt>
                <c:pt idx="1905">
                  <c:v>0.10160017013549801</c:v>
                </c:pt>
                <c:pt idx="1906">
                  <c:v>8.7331295013427707E-2</c:v>
                </c:pt>
                <c:pt idx="1907">
                  <c:v>0.1031086444854739</c:v>
                </c:pt>
                <c:pt idx="1908">
                  <c:v>0.11888599395752</c:v>
                </c:pt>
                <c:pt idx="1909">
                  <c:v>7.1617603302001995E-2</c:v>
                </c:pt>
                <c:pt idx="1910">
                  <c:v>1.091527938842776E-2</c:v>
                </c:pt>
                <c:pt idx="1911">
                  <c:v>-4.9787044525146498E-2</c:v>
                </c:pt>
                <c:pt idx="1912">
                  <c:v>-5.4450988769531299E-2</c:v>
                </c:pt>
                <c:pt idx="1913">
                  <c:v>8.292555809020985E-2</c:v>
                </c:pt>
                <c:pt idx="1914">
                  <c:v>0.22030210494995101</c:v>
                </c:pt>
                <c:pt idx="1915">
                  <c:v>0.34576797485351601</c:v>
                </c:pt>
                <c:pt idx="1916">
                  <c:v>0.20600247383117701</c:v>
                </c:pt>
                <c:pt idx="1917">
                  <c:v>6.6236972808837905E-2</c:v>
                </c:pt>
                <c:pt idx="1918">
                  <c:v>6.74481391906738E-2</c:v>
                </c:pt>
                <c:pt idx="1919">
                  <c:v>9.5576763153076408E-2</c:v>
                </c:pt>
                <c:pt idx="1920">
                  <c:v>0.123705387115479</c:v>
                </c:pt>
                <c:pt idx="1921">
                  <c:v>5.807399749755883E-2</c:v>
                </c:pt>
                <c:pt idx="1922">
                  <c:v>-7.5573921203613299E-3</c:v>
                </c:pt>
                <c:pt idx="1923">
                  <c:v>0.12599563598632799</c:v>
                </c:pt>
                <c:pt idx="1924">
                  <c:v>0.11390638351440401</c:v>
                </c:pt>
                <c:pt idx="1925">
                  <c:v>0.10181713104248</c:v>
                </c:pt>
                <c:pt idx="1926">
                  <c:v>0.25553369522094699</c:v>
                </c:pt>
                <c:pt idx="1927">
                  <c:v>0.18551588058471649</c:v>
                </c:pt>
                <c:pt idx="1928">
                  <c:v>0.115498065948486</c:v>
                </c:pt>
                <c:pt idx="1929">
                  <c:v>7.6419830322265597E-2</c:v>
                </c:pt>
                <c:pt idx="1930">
                  <c:v>6.258392333984375E-2</c:v>
                </c:pt>
                <c:pt idx="1931">
                  <c:v>4.8748016357421903E-2</c:v>
                </c:pt>
                <c:pt idx="1932">
                  <c:v>-2.5896072387695299E-2</c:v>
                </c:pt>
                <c:pt idx="1933">
                  <c:v>9.1503381729125852E-2</c:v>
                </c:pt>
                <c:pt idx="1934">
                  <c:v>0.20890283584594699</c:v>
                </c:pt>
                <c:pt idx="1935">
                  <c:v>4.9053192138671903E-2</c:v>
                </c:pt>
                <c:pt idx="1936">
                  <c:v>8.0748796463012945E-2</c:v>
                </c:pt>
                <c:pt idx="1937">
                  <c:v>0.112444400787354</c:v>
                </c:pt>
                <c:pt idx="1938">
                  <c:v>0.100058078765869</c:v>
                </c:pt>
                <c:pt idx="1939">
                  <c:v>9.1787338256835854E-2</c:v>
                </c:pt>
                <c:pt idx="1940">
                  <c:v>8.3516597747802707E-2</c:v>
                </c:pt>
                <c:pt idx="1941">
                  <c:v>0.32901191711425798</c:v>
                </c:pt>
                <c:pt idx="1942">
                  <c:v>0.29797434806823753</c:v>
                </c:pt>
                <c:pt idx="1943">
                  <c:v>0.26693677902221702</c:v>
                </c:pt>
                <c:pt idx="1944">
                  <c:v>-4.8151016235351597E-2</c:v>
                </c:pt>
                <c:pt idx="1945">
                  <c:v>5.2797555923461699E-2</c:v>
                </c:pt>
                <c:pt idx="1946">
                  <c:v>0.153746128082275</c:v>
                </c:pt>
                <c:pt idx="1947">
                  <c:v>2.43139266967773E-3</c:v>
                </c:pt>
                <c:pt idx="1948">
                  <c:v>2.713108062744142E-2</c:v>
                </c:pt>
                <c:pt idx="1949">
                  <c:v>5.1830768585205099E-2</c:v>
                </c:pt>
                <c:pt idx="1950">
                  <c:v>-5.0018787384033203E-2</c:v>
                </c:pt>
                <c:pt idx="1951">
                  <c:v>7.8002214431762917E-2</c:v>
                </c:pt>
                <c:pt idx="1952">
                  <c:v>0.20602321624755901</c:v>
                </c:pt>
                <c:pt idx="1953">
                  <c:v>0.36258840560913103</c:v>
                </c:pt>
                <c:pt idx="1954">
                  <c:v>0.23549699783325201</c:v>
                </c:pt>
                <c:pt idx="1955">
                  <c:v>0.10840559005737301</c:v>
                </c:pt>
                <c:pt idx="1956">
                  <c:v>5.8638572692871101E-2</c:v>
                </c:pt>
                <c:pt idx="1957">
                  <c:v>8.6052417755127023E-3</c:v>
                </c:pt>
                <c:pt idx="1958">
                  <c:v>-4.1428089141845703E-2</c:v>
                </c:pt>
                <c:pt idx="1959">
                  <c:v>0.202220439910889</c:v>
                </c:pt>
                <c:pt idx="1960">
                  <c:v>0.13000082969665541</c:v>
                </c:pt>
                <c:pt idx="1961">
                  <c:v>5.7781219482421903E-2</c:v>
                </c:pt>
                <c:pt idx="1962">
                  <c:v>0.35135650634765597</c:v>
                </c:pt>
                <c:pt idx="1963">
                  <c:v>0.2572646141052245</c:v>
                </c:pt>
                <c:pt idx="1964">
                  <c:v>0.163172721862793</c:v>
                </c:pt>
                <c:pt idx="1965">
                  <c:v>0.16484928131103499</c:v>
                </c:pt>
                <c:pt idx="1966">
                  <c:v>0.11291146278381339</c:v>
                </c:pt>
                <c:pt idx="1967">
                  <c:v>6.0973644256591797E-2</c:v>
                </c:pt>
                <c:pt idx="1968">
                  <c:v>9.81793403625488E-2</c:v>
                </c:pt>
                <c:pt idx="1969">
                  <c:v>9.6495389938354492E-2</c:v>
                </c:pt>
                <c:pt idx="1970">
                  <c:v>9.4811439514160198E-2</c:v>
                </c:pt>
                <c:pt idx="1971">
                  <c:v>-4.8216819763183601E-2</c:v>
                </c:pt>
                <c:pt idx="1972">
                  <c:v>3.5545587539672713E-2</c:v>
                </c:pt>
                <c:pt idx="1973">
                  <c:v>0.11930799484252901</c:v>
                </c:pt>
                <c:pt idx="1974">
                  <c:v>1.01275444030762E-2</c:v>
                </c:pt>
                <c:pt idx="1975">
                  <c:v>0.1740372180938721</c:v>
                </c:pt>
                <c:pt idx="1976">
                  <c:v>0.33794689178466802</c:v>
                </c:pt>
                <c:pt idx="1977">
                  <c:v>0.22886967658996599</c:v>
                </c:pt>
                <c:pt idx="1978">
                  <c:v>0.119792461395264</c:v>
                </c:pt>
                <c:pt idx="1979">
                  <c:v>-5.22665977478027E-2</c:v>
                </c:pt>
                <c:pt idx="1980">
                  <c:v>-2.1381855010986311E-2</c:v>
                </c:pt>
                <c:pt idx="1981">
                  <c:v>9.5028877258300799E-3</c:v>
                </c:pt>
                <c:pt idx="1982">
                  <c:v>0.10933494567871101</c:v>
                </c:pt>
                <c:pt idx="1983">
                  <c:v>0.11553764343261699</c:v>
                </c:pt>
                <c:pt idx="1984">
                  <c:v>0.12174034118652299</c:v>
                </c:pt>
                <c:pt idx="1985">
                  <c:v>0.144725322723389</c:v>
                </c:pt>
                <c:pt idx="1986">
                  <c:v>7.035732269287126E-2</c:v>
                </c:pt>
                <c:pt idx="1987">
                  <c:v>-4.01067733764648E-3</c:v>
                </c:pt>
                <c:pt idx="1988">
                  <c:v>-4.6221256256103502E-2</c:v>
                </c:pt>
                <c:pt idx="1989">
                  <c:v>2.0565509796142589E-2</c:v>
                </c:pt>
                <c:pt idx="1990">
                  <c:v>8.73522758483887E-2</c:v>
                </c:pt>
                <c:pt idx="1991">
                  <c:v>3.1665325164794901E-2</c:v>
                </c:pt>
                <c:pt idx="1992">
                  <c:v>7.7860355377196988E-3</c:v>
                </c:pt>
                <c:pt idx="1993">
                  <c:v>-1.60932540893555E-2</c:v>
                </c:pt>
                <c:pt idx="1994">
                  <c:v>-4.35681343078613E-2</c:v>
                </c:pt>
                <c:pt idx="1995">
                  <c:v>-5.0375938415527351E-2</c:v>
                </c:pt>
                <c:pt idx="1996">
                  <c:v>-5.7183742523193401E-2</c:v>
                </c:pt>
                <c:pt idx="1997">
                  <c:v>8.3504199981689495E-2</c:v>
                </c:pt>
                <c:pt idx="1998">
                  <c:v>0.1100797653198242</c:v>
                </c:pt>
                <c:pt idx="1999">
                  <c:v>0.13665533065795901</c:v>
                </c:pt>
                <c:pt idx="2000">
                  <c:v>2.3372650146484399E-2</c:v>
                </c:pt>
                <c:pt idx="2001">
                  <c:v>2.2726058959960968E-3</c:v>
                </c:pt>
                <c:pt idx="2002">
                  <c:v>-1.8827438354492201E-2</c:v>
                </c:pt>
                <c:pt idx="2003">
                  <c:v>5.5134773254394497E-2</c:v>
                </c:pt>
                <c:pt idx="2004">
                  <c:v>7.9773426055908245E-2</c:v>
                </c:pt>
                <c:pt idx="2005">
                  <c:v>0.104412078857422</c:v>
                </c:pt>
                <c:pt idx="2006">
                  <c:v>0.13192510604858401</c:v>
                </c:pt>
                <c:pt idx="2007">
                  <c:v>0.21198225021362299</c:v>
                </c:pt>
                <c:pt idx="2008">
                  <c:v>0.292039394378662</c:v>
                </c:pt>
                <c:pt idx="2009">
                  <c:v>0.14013099670410201</c:v>
                </c:pt>
                <c:pt idx="2010">
                  <c:v>0.10318636894226101</c:v>
                </c:pt>
                <c:pt idx="2011">
                  <c:v>6.6241741180419894E-2</c:v>
                </c:pt>
                <c:pt idx="2012">
                  <c:v>0.16371822357177701</c:v>
                </c:pt>
                <c:pt idx="2013">
                  <c:v>0.25477266311645502</c:v>
                </c:pt>
                <c:pt idx="2014">
                  <c:v>0.34582710266113298</c:v>
                </c:pt>
                <c:pt idx="2015">
                  <c:v>-2.6379585266113299E-2</c:v>
                </c:pt>
                <c:pt idx="2016">
                  <c:v>-4.6075344085693352E-2</c:v>
                </c:pt>
                <c:pt idx="2017">
                  <c:v>-6.5771102905273396E-2</c:v>
                </c:pt>
                <c:pt idx="2018">
                  <c:v>0.10618019104003899</c:v>
                </c:pt>
                <c:pt idx="2019">
                  <c:v>0.11078691482543949</c:v>
                </c:pt>
                <c:pt idx="2020">
                  <c:v>0.11539363861084</c:v>
                </c:pt>
                <c:pt idx="2021">
                  <c:v>0.116352558135986</c:v>
                </c:pt>
                <c:pt idx="2022">
                  <c:v>9.2992067337035939E-2</c:v>
                </c:pt>
                <c:pt idx="2023">
                  <c:v>6.9631576538085896E-2</c:v>
                </c:pt>
                <c:pt idx="2024">
                  <c:v>-4.1690826416015597E-2</c:v>
                </c:pt>
                <c:pt idx="2025">
                  <c:v>-5.1139354705810547E-2</c:v>
                </c:pt>
                <c:pt idx="2026">
                  <c:v>-6.0587882995605503E-2</c:v>
                </c:pt>
                <c:pt idx="2027">
                  <c:v>-4.9207687377929701E-2</c:v>
                </c:pt>
                <c:pt idx="2028">
                  <c:v>2.8976202011108149E-2</c:v>
                </c:pt>
                <c:pt idx="2029">
                  <c:v>0.107160091400146</c:v>
                </c:pt>
                <c:pt idx="2030">
                  <c:v>0.27930212020874001</c:v>
                </c:pt>
                <c:pt idx="2031">
                  <c:v>0.19476771354675301</c:v>
                </c:pt>
                <c:pt idx="2032">
                  <c:v>0.110233306884766</c:v>
                </c:pt>
                <c:pt idx="2033">
                  <c:v>0.114309072494507</c:v>
                </c:pt>
                <c:pt idx="2034">
                  <c:v>0.11838483810424801</c:v>
                </c:pt>
                <c:pt idx="2035">
                  <c:v>7.1836948394775405E-2</c:v>
                </c:pt>
                <c:pt idx="2036">
                  <c:v>5.9683322906494148E-2</c:v>
                </c:pt>
                <c:pt idx="2037">
                  <c:v>4.7529697418212898E-2</c:v>
                </c:pt>
                <c:pt idx="2038">
                  <c:v>-2.8635025024414101E-2</c:v>
                </c:pt>
                <c:pt idx="2039">
                  <c:v>-4.3804883956909201E-2</c:v>
                </c:pt>
                <c:pt idx="2040">
                  <c:v>-5.8974742889404297E-2</c:v>
                </c:pt>
                <c:pt idx="2041">
                  <c:v>4.11019325256348E-2</c:v>
                </c:pt>
                <c:pt idx="2042">
                  <c:v>4.4243097305297852E-2</c:v>
                </c:pt>
                <c:pt idx="2043">
                  <c:v>4.7384262084960903E-2</c:v>
                </c:pt>
                <c:pt idx="2044">
                  <c:v>-1.21746063232422E-2</c:v>
                </c:pt>
                <c:pt idx="2045">
                  <c:v>0.1056401729583739</c:v>
                </c:pt>
                <c:pt idx="2046">
                  <c:v>0.22345495223999001</c:v>
                </c:pt>
                <c:pt idx="2047">
                  <c:v>-3.1736373901367201E-2</c:v>
                </c:pt>
                <c:pt idx="2048">
                  <c:v>4.973793029785141E-2</c:v>
                </c:pt>
                <c:pt idx="2049">
                  <c:v>0.13121223449707001</c:v>
                </c:pt>
                <c:pt idx="2050">
                  <c:v>0.22012996673584001</c:v>
                </c:pt>
                <c:pt idx="2051">
                  <c:v>9.7618579864502064E-2</c:v>
                </c:pt>
                <c:pt idx="2052">
                  <c:v>-2.4892807006835899E-2</c:v>
                </c:pt>
                <c:pt idx="2053">
                  <c:v>0.1260972023010255</c:v>
                </c:pt>
                <c:pt idx="2054">
                  <c:v>0.277087211608887</c:v>
                </c:pt>
                <c:pt idx="2055">
                  <c:v>0.1841976642608644</c:v>
                </c:pt>
                <c:pt idx="2056">
                  <c:v>9.1308116912841797E-2</c:v>
                </c:pt>
                <c:pt idx="2057">
                  <c:v>6.1767578125E-2</c:v>
                </c:pt>
                <c:pt idx="2058">
                  <c:v>6.4770460128784207E-2</c:v>
                </c:pt>
                <c:pt idx="2059">
                  <c:v>6.7773342132568401E-2</c:v>
                </c:pt>
                <c:pt idx="2060">
                  <c:v>0.23694229125976601</c:v>
                </c:pt>
                <c:pt idx="2061">
                  <c:v>0.2151634693145755</c:v>
                </c:pt>
                <c:pt idx="2062">
                  <c:v>0.19338464736938499</c:v>
                </c:pt>
                <c:pt idx="2063">
                  <c:v>0.11773729324340799</c:v>
                </c:pt>
                <c:pt idx="2064">
                  <c:v>4.7019720077514551E-2</c:v>
                </c:pt>
                <c:pt idx="2065">
                  <c:v>-2.3697853088378899E-2</c:v>
                </c:pt>
                <c:pt idx="2066">
                  <c:v>0.28404188156127902</c:v>
                </c:pt>
                <c:pt idx="2067">
                  <c:v>0.15200018882751451</c:v>
                </c:pt>
                <c:pt idx="2068">
                  <c:v>1.995849609375E-2</c:v>
                </c:pt>
                <c:pt idx="2069">
                  <c:v>9.8959445953369099E-2</c:v>
                </c:pt>
                <c:pt idx="2070">
                  <c:v>0.11164426803588851</c:v>
                </c:pt>
                <c:pt idx="2071">
                  <c:v>0.12432909011840799</c:v>
                </c:pt>
                <c:pt idx="2072">
                  <c:v>0.10879087448120101</c:v>
                </c:pt>
                <c:pt idx="2073">
                  <c:v>0.11860466003417949</c:v>
                </c:pt>
                <c:pt idx="2074">
                  <c:v>0.12841844558715801</c:v>
                </c:pt>
                <c:pt idx="2075">
                  <c:v>9.0169429779052707E-2</c:v>
                </c:pt>
                <c:pt idx="2076">
                  <c:v>0.12182641029357889</c:v>
                </c:pt>
                <c:pt idx="2077">
                  <c:v>0.153483390808105</c:v>
                </c:pt>
                <c:pt idx="2078">
                  <c:v>-2.6597023010253899E-2</c:v>
                </c:pt>
                <c:pt idx="2079">
                  <c:v>-3.7682294845581048E-2</c:v>
                </c:pt>
                <c:pt idx="2080">
                  <c:v>-4.8767566680908203E-2</c:v>
                </c:pt>
                <c:pt idx="2081">
                  <c:v>8.7324619293212905E-2</c:v>
                </c:pt>
                <c:pt idx="2082">
                  <c:v>8.9340686798095703E-2</c:v>
                </c:pt>
                <c:pt idx="2083">
                  <c:v>9.1356754302978502E-2</c:v>
                </c:pt>
                <c:pt idx="2084">
                  <c:v>9.4217777252197293E-2</c:v>
                </c:pt>
                <c:pt idx="2085">
                  <c:v>2.0194292068481449E-2</c:v>
                </c:pt>
                <c:pt idx="2086">
                  <c:v>-5.3829193115234403E-2</c:v>
                </c:pt>
                <c:pt idx="2087">
                  <c:v>-1.8492221832275401E-2</c:v>
                </c:pt>
                <c:pt idx="2088">
                  <c:v>1.3093471527099601E-2</c:v>
                </c:pt>
                <c:pt idx="2089">
                  <c:v>4.4679164886474602E-2</c:v>
                </c:pt>
                <c:pt idx="2090">
                  <c:v>-2.8343200683593958E-3</c:v>
                </c:pt>
                <c:pt idx="2091">
                  <c:v>-5.0347805023193401E-2</c:v>
                </c:pt>
                <c:pt idx="2092">
                  <c:v>0.11311674118042001</c:v>
                </c:pt>
                <c:pt idx="2093">
                  <c:v>0.1406562328338625</c:v>
                </c:pt>
                <c:pt idx="2094">
                  <c:v>0.16819572448730499</c:v>
                </c:pt>
                <c:pt idx="2095">
                  <c:v>3.5952568054199198E-2</c:v>
                </c:pt>
                <c:pt idx="2096">
                  <c:v>2.2683382034301751E-2</c:v>
                </c:pt>
                <c:pt idx="2097">
                  <c:v>9.4141960144043003E-3</c:v>
                </c:pt>
                <c:pt idx="2098">
                  <c:v>4.4269084930419901E-2</c:v>
                </c:pt>
                <c:pt idx="2099">
                  <c:v>0.1070945262908934</c:v>
                </c:pt>
                <c:pt idx="2100">
                  <c:v>0.16991996765136699</c:v>
                </c:pt>
                <c:pt idx="2101">
                  <c:v>3.6213874816894497E-2</c:v>
                </c:pt>
                <c:pt idx="2102">
                  <c:v>4.6066045761108398E-2</c:v>
                </c:pt>
                <c:pt idx="2103">
                  <c:v>5.59182167053223E-2</c:v>
                </c:pt>
                <c:pt idx="2104">
                  <c:v>0.23920392990112299</c:v>
                </c:pt>
                <c:pt idx="2105">
                  <c:v>0.27406764030456549</c:v>
                </c:pt>
                <c:pt idx="2106">
                  <c:v>0.30893135070800798</c:v>
                </c:pt>
                <c:pt idx="2107">
                  <c:v>0.19333410263061501</c:v>
                </c:pt>
                <c:pt idx="2108">
                  <c:v>7.98857212066649E-2</c:v>
                </c:pt>
                <c:pt idx="2109">
                  <c:v>-3.3562660217285198E-2</c:v>
                </c:pt>
                <c:pt idx="2110">
                  <c:v>-2.0750999450683601E-2</c:v>
                </c:pt>
                <c:pt idx="2111">
                  <c:v>4.2526721954345703E-2</c:v>
                </c:pt>
                <c:pt idx="2112">
                  <c:v>0.105804443359375</c:v>
                </c:pt>
                <c:pt idx="2113">
                  <c:v>0.128154277801514</c:v>
                </c:pt>
                <c:pt idx="2114">
                  <c:v>0.14866137504577651</c:v>
                </c:pt>
                <c:pt idx="2115">
                  <c:v>0.16916847229003901</c:v>
                </c:pt>
                <c:pt idx="2116">
                  <c:v>-9.5038414001464792E-3</c:v>
                </c:pt>
                <c:pt idx="2117">
                  <c:v>0.17051243782043479</c:v>
                </c:pt>
                <c:pt idx="2118">
                  <c:v>0.35052871704101601</c:v>
                </c:pt>
                <c:pt idx="2119">
                  <c:v>0.103921413421631</c:v>
                </c:pt>
                <c:pt idx="2120">
                  <c:v>0.21244359016418449</c:v>
                </c:pt>
                <c:pt idx="2121">
                  <c:v>0.320965766906738</c:v>
                </c:pt>
                <c:pt idx="2122">
                  <c:v>9.4807624816894503E-2</c:v>
                </c:pt>
                <c:pt idx="2123">
                  <c:v>2.49829292297363E-2</c:v>
                </c:pt>
                <c:pt idx="2124">
                  <c:v>-4.4841766357421903E-2</c:v>
                </c:pt>
                <c:pt idx="2125">
                  <c:v>-3.4824371337890597E-2</c:v>
                </c:pt>
                <c:pt idx="2126">
                  <c:v>-1.503229141235352E-3</c:v>
                </c:pt>
                <c:pt idx="2127">
                  <c:v>3.1817913055419901E-2</c:v>
                </c:pt>
                <c:pt idx="2128">
                  <c:v>0.10675477981567399</c:v>
                </c:pt>
                <c:pt idx="2129">
                  <c:v>0.1240668296813965</c:v>
                </c:pt>
                <c:pt idx="2130">
                  <c:v>0.141378879547119</c:v>
                </c:pt>
                <c:pt idx="2131">
                  <c:v>0.320659160614014</c:v>
                </c:pt>
                <c:pt idx="2132">
                  <c:v>0.29340505599975603</c:v>
                </c:pt>
                <c:pt idx="2133">
                  <c:v>0.26615095138549799</c:v>
                </c:pt>
                <c:pt idx="2134">
                  <c:v>-4.59527969360352E-3</c:v>
                </c:pt>
                <c:pt idx="2135">
                  <c:v>9.7131729125976389E-3</c:v>
                </c:pt>
                <c:pt idx="2136">
                  <c:v>2.40216255187988E-2</c:v>
                </c:pt>
                <c:pt idx="2137">
                  <c:v>0.14385795593261741</c:v>
                </c:pt>
                <c:pt idx="2138">
                  <c:v>0.26369428634643599</c:v>
                </c:pt>
                <c:pt idx="2139">
                  <c:v>0.197860717773438</c:v>
                </c:pt>
                <c:pt idx="2140">
                  <c:v>0.16320991516113301</c:v>
                </c:pt>
                <c:pt idx="2141">
                  <c:v>0.12855911254882799</c:v>
                </c:pt>
                <c:pt idx="2142">
                  <c:v>7.36279487609863E-2</c:v>
                </c:pt>
                <c:pt idx="2143">
                  <c:v>2.0107269287109351E-2</c:v>
                </c:pt>
                <c:pt idx="2144">
                  <c:v>-3.3413410186767599E-2</c:v>
                </c:pt>
                <c:pt idx="2145">
                  <c:v>0.354281425476074</c:v>
                </c:pt>
                <c:pt idx="2146">
                  <c:v>0.26147079467773449</c:v>
                </c:pt>
                <c:pt idx="2147">
                  <c:v>0.168660163879395</c:v>
                </c:pt>
                <c:pt idx="2148">
                  <c:v>6.2570571899414097E-3</c:v>
                </c:pt>
                <c:pt idx="2149">
                  <c:v>-2.5262832641601549E-2</c:v>
                </c:pt>
                <c:pt idx="2150">
                  <c:v>-5.6782722473144497E-2</c:v>
                </c:pt>
                <c:pt idx="2151">
                  <c:v>-1.4034271240234399E-2</c:v>
                </c:pt>
                <c:pt idx="2152">
                  <c:v>0.10065245628356929</c:v>
                </c:pt>
                <c:pt idx="2153">
                  <c:v>0.21533918380737299</c:v>
                </c:pt>
                <c:pt idx="2154">
                  <c:v>0.14760398864746099</c:v>
                </c:pt>
                <c:pt idx="2155">
                  <c:v>0.10001587867736821</c:v>
                </c:pt>
                <c:pt idx="2156">
                  <c:v>5.2427768707275398E-2</c:v>
                </c:pt>
                <c:pt idx="2157">
                  <c:v>-3.9639949798583998E-2</c:v>
                </c:pt>
                <c:pt idx="2158">
                  <c:v>-4.682374000549315E-2</c:v>
                </c:pt>
                <c:pt idx="2159">
                  <c:v>-5.4007530212402302E-2</c:v>
                </c:pt>
                <c:pt idx="2160">
                  <c:v>1.74603462219238E-2</c:v>
                </c:pt>
                <c:pt idx="2161">
                  <c:v>9.5257520675659402E-2</c:v>
                </c:pt>
                <c:pt idx="2162">
                  <c:v>0.173054695129395</c:v>
                </c:pt>
                <c:pt idx="2163">
                  <c:v>-2.2881984710693401E-2</c:v>
                </c:pt>
                <c:pt idx="2164">
                  <c:v>-3.2391548156738302E-2</c:v>
                </c:pt>
                <c:pt idx="2165">
                  <c:v>-4.1901111602783203E-2</c:v>
                </c:pt>
                <c:pt idx="2166">
                  <c:v>0.18755054473877</c:v>
                </c:pt>
                <c:pt idx="2167">
                  <c:v>0.11578798294067411</c:v>
                </c:pt>
                <c:pt idx="2168">
                  <c:v>4.4025421142578097E-2</c:v>
                </c:pt>
                <c:pt idx="2169">
                  <c:v>0.14243984222412101</c:v>
                </c:pt>
                <c:pt idx="2170">
                  <c:v>5.4025888442993109E-2</c:v>
                </c:pt>
                <c:pt idx="2171">
                  <c:v>-3.43880653381348E-2</c:v>
                </c:pt>
                <c:pt idx="2172">
                  <c:v>0.20038175582885701</c:v>
                </c:pt>
                <c:pt idx="2173">
                  <c:v>0.1308319568634031</c:v>
                </c:pt>
                <c:pt idx="2174">
                  <c:v>6.1282157897949198E-2</c:v>
                </c:pt>
                <c:pt idx="2175">
                  <c:v>0.140242099761963</c:v>
                </c:pt>
                <c:pt idx="2176">
                  <c:v>9.3038082122802804E-2</c:v>
                </c:pt>
                <c:pt idx="2177">
                  <c:v>4.5834064483642599E-2</c:v>
                </c:pt>
                <c:pt idx="2178">
                  <c:v>-5.0808429718017599E-2</c:v>
                </c:pt>
                <c:pt idx="2179">
                  <c:v>-4.19106483459473E-2</c:v>
                </c:pt>
                <c:pt idx="2180">
                  <c:v>-3.3012866973877002E-2</c:v>
                </c:pt>
                <c:pt idx="2181">
                  <c:v>2.3467540740966748E-2</c:v>
                </c:pt>
                <c:pt idx="2182">
                  <c:v>7.9947948455810505E-2</c:v>
                </c:pt>
                <c:pt idx="2183">
                  <c:v>0.15700721740722701</c:v>
                </c:pt>
                <c:pt idx="2184">
                  <c:v>5.1032304763794167E-2</c:v>
                </c:pt>
                <c:pt idx="2185">
                  <c:v>-5.49426078796387E-2</c:v>
                </c:pt>
                <c:pt idx="2186">
                  <c:v>2.9696941375732401E-2</c:v>
                </c:pt>
                <c:pt idx="2187">
                  <c:v>7.1852684020996205E-2</c:v>
                </c:pt>
                <c:pt idx="2188">
                  <c:v>0.11400842666626</c:v>
                </c:pt>
                <c:pt idx="2189">
                  <c:v>-5.2582740783691399E-2</c:v>
                </c:pt>
                <c:pt idx="2190">
                  <c:v>8.5978507995605302E-2</c:v>
                </c:pt>
                <c:pt idx="2191">
                  <c:v>0.22453975677490201</c:v>
                </c:pt>
                <c:pt idx="2192">
                  <c:v>9.70263481140137E-2</c:v>
                </c:pt>
                <c:pt idx="2193">
                  <c:v>8.2498311996460003E-2</c:v>
                </c:pt>
                <c:pt idx="2194">
                  <c:v>6.7970275878906306E-2</c:v>
                </c:pt>
                <c:pt idx="2195">
                  <c:v>0.27111339569091802</c:v>
                </c:pt>
                <c:pt idx="2196">
                  <c:v>0.1162106990814209</c:v>
                </c:pt>
                <c:pt idx="2197">
                  <c:v>-3.86919975280762E-2</c:v>
                </c:pt>
                <c:pt idx="2198">
                  <c:v>-8.2502365112304705E-3</c:v>
                </c:pt>
                <c:pt idx="2199">
                  <c:v>5.0954103469848772E-2</c:v>
                </c:pt>
                <c:pt idx="2200">
                  <c:v>0.110158443450928</c:v>
                </c:pt>
                <c:pt idx="2201">
                  <c:v>0.18273687362670901</c:v>
                </c:pt>
                <c:pt idx="2202">
                  <c:v>7.9620838165283203E-2</c:v>
                </c:pt>
                <c:pt idx="2203">
                  <c:v>-2.3495197296142599E-2</c:v>
                </c:pt>
                <c:pt idx="2204">
                  <c:v>0.10848808288574199</c:v>
                </c:pt>
                <c:pt idx="2205">
                  <c:v>9.5428943634033092E-2</c:v>
                </c:pt>
                <c:pt idx="2206">
                  <c:v>8.2369804382324205E-2</c:v>
                </c:pt>
                <c:pt idx="2207">
                  <c:v>3.8133621215820299E-2</c:v>
                </c:pt>
                <c:pt idx="2208">
                  <c:v>1.5270709991455069E-2</c:v>
                </c:pt>
                <c:pt idx="2209">
                  <c:v>-7.5922012329101597E-3</c:v>
                </c:pt>
                <c:pt idx="2210">
                  <c:v>0.11976289749145499</c:v>
                </c:pt>
                <c:pt idx="2211">
                  <c:v>3.7373781204223612E-2</c:v>
                </c:pt>
                <c:pt idx="2212">
                  <c:v>-4.5015335083007799E-2</c:v>
                </c:pt>
                <c:pt idx="2213">
                  <c:v>0.29923105239868197</c:v>
                </c:pt>
                <c:pt idx="2214">
                  <c:v>0.2147994041442875</c:v>
                </c:pt>
                <c:pt idx="2215">
                  <c:v>0.13036775588989299</c:v>
                </c:pt>
                <c:pt idx="2216">
                  <c:v>4.1202545166015597E-2</c:v>
                </c:pt>
                <c:pt idx="2217">
                  <c:v>-4.8482418060303012E-3</c:v>
                </c:pt>
                <c:pt idx="2218">
                  <c:v>-5.08990287780762E-2</c:v>
                </c:pt>
                <c:pt idx="2219">
                  <c:v>-1.70245170593262E-2</c:v>
                </c:pt>
                <c:pt idx="2220">
                  <c:v>5.6640624999999903E-2</c:v>
                </c:pt>
                <c:pt idx="2221">
                  <c:v>0.13030576705932601</c:v>
                </c:pt>
                <c:pt idx="2222">
                  <c:v>0.15015935897827101</c:v>
                </c:pt>
                <c:pt idx="2223">
                  <c:v>0.14401984214782701</c:v>
                </c:pt>
                <c:pt idx="2224">
                  <c:v>0.13788032531738301</c:v>
                </c:pt>
                <c:pt idx="2225">
                  <c:v>-6.7100524902343802E-3</c:v>
                </c:pt>
                <c:pt idx="2226">
                  <c:v>6.7126512527465806E-2</c:v>
                </c:pt>
                <c:pt idx="2227">
                  <c:v>0.14096307754516599</c:v>
                </c:pt>
                <c:pt idx="2228">
                  <c:v>0.1021909713745117</c:v>
                </c:pt>
                <c:pt idx="2229">
                  <c:v>6.3418865203857394E-2</c:v>
                </c:pt>
                <c:pt idx="2230">
                  <c:v>0.29809808731079102</c:v>
                </c:pt>
                <c:pt idx="2231">
                  <c:v>0.12675118446350089</c:v>
                </c:pt>
                <c:pt idx="2232">
                  <c:v>-4.4595718383789097E-2</c:v>
                </c:pt>
                <c:pt idx="2233">
                  <c:v>0.244383335113525</c:v>
                </c:pt>
                <c:pt idx="2234">
                  <c:v>9.6250295639037892E-2</c:v>
                </c:pt>
                <c:pt idx="2235">
                  <c:v>-5.1882743835449198E-2</c:v>
                </c:pt>
                <c:pt idx="2236">
                  <c:v>0.21999979019165</c:v>
                </c:pt>
                <c:pt idx="2237">
                  <c:v>8.443641662597634E-2</c:v>
                </c:pt>
                <c:pt idx="2238">
                  <c:v>-5.11269569396973E-2</c:v>
                </c:pt>
                <c:pt idx="2239">
                  <c:v>9.5622062683105497E-2</c:v>
                </c:pt>
                <c:pt idx="2240">
                  <c:v>1.647281646728516E-2</c:v>
                </c:pt>
                <c:pt idx="2241">
                  <c:v>-6.2676429748535198E-2</c:v>
                </c:pt>
                <c:pt idx="2242">
                  <c:v>0.16501998901367201</c:v>
                </c:pt>
                <c:pt idx="2243">
                  <c:v>6.574511528015145E-2</c:v>
                </c:pt>
                <c:pt idx="2244">
                  <c:v>-3.3529758453369099E-2</c:v>
                </c:pt>
                <c:pt idx="2245">
                  <c:v>2.7063369750976601E-2</c:v>
                </c:pt>
                <c:pt idx="2246">
                  <c:v>0.1173465251922608</c:v>
                </c:pt>
                <c:pt idx="2247">
                  <c:v>0.20762968063354501</c:v>
                </c:pt>
                <c:pt idx="2248">
                  <c:v>-5.3601264953613302E-2</c:v>
                </c:pt>
                <c:pt idx="2249">
                  <c:v>0.1103632450103758</c:v>
                </c:pt>
                <c:pt idx="2250">
                  <c:v>0.27432775497436501</c:v>
                </c:pt>
                <c:pt idx="2251">
                  <c:v>0.10562562942504899</c:v>
                </c:pt>
                <c:pt idx="2252">
                  <c:v>2.4161338806152451E-2</c:v>
                </c:pt>
                <c:pt idx="2253">
                  <c:v>-5.7302951812744099E-2</c:v>
                </c:pt>
                <c:pt idx="2254">
                  <c:v>0.30746126174926802</c:v>
                </c:pt>
                <c:pt idx="2255">
                  <c:v>0.2110936641693115</c:v>
                </c:pt>
                <c:pt idx="2256">
                  <c:v>0.114726066589355</c:v>
                </c:pt>
                <c:pt idx="2257">
                  <c:v>-6.3159942626953097E-2</c:v>
                </c:pt>
                <c:pt idx="2258">
                  <c:v>-3.2369613647460917E-2</c:v>
                </c:pt>
                <c:pt idx="2259">
                  <c:v>-1.57928466796875E-3</c:v>
                </c:pt>
                <c:pt idx="2260">
                  <c:v>6.5690040588378906E-2</c:v>
                </c:pt>
                <c:pt idx="2261">
                  <c:v>9.146833419799795E-2</c:v>
                </c:pt>
                <c:pt idx="2262">
                  <c:v>0.11724662780761699</c:v>
                </c:pt>
                <c:pt idx="2263">
                  <c:v>0.15934658050537101</c:v>
                </c:pt>
                <c:pt idx="2264">
                  <c:v>0.1139111518859863</c:v>
                </c:pt>
                <c:pt idx="2265">
                  <c:v>6.8475723266601604E-2</c:v>
                </c:pt>
                <c:pt idx="2266">
                  <c:v>6.7208290100097698E-2</c:v>
                </c:pt>
                <c:pt idx="2267">
                  <c:v>1.1796951293945449E-3</c:v>
                </c:pt>
                <c:pt idx="2268">
                  <c:v>-6.4848899841308594E-2</c:v>
                </c:pt>
                <c:pt idx="2269">
                  <c:v>0.2136549949646</c:v>
                </c:pt>
                <c:pt idx="2270">
                  <c:v>0.18102788925170901</c:v>
                </c:pt>
                <c:pt idx="2271">
                  <c:v>0.148400783538818</c:v>
                </c:pt>
                <c:pt idx="2272">
                  <c:v>0.107613086700439</c:v>
                </c:pt>
                <c:pt idx="2273">
                  <c:v>5.5094957351684348E-2</c:v>
                </c:pt>
                <c:pt idx="2274">
                  <c:v>2.5768280029296901E-3</c:v>
                </c:pt>
                <c:pt idx="2275">
                  <c:v>-1.063203811645505E-2</c:v>
                </c:pt>
                <c:pt idx="2276">
                  <c:v>-2.3840904235839799E-2</c:v>
                </c:pt>
                <c:pt idx="2277">
                  <c:v>-3.48458290100098E-2</c:v>
                </c:pt>
                <c:pt idx="2278">
                  <c:v>5.3092002868652101E-2</c:v>
                </c:pt>
                <c:pt idx="2279">
                  <c:v>0.14102983474731401</c:v>
                </c:pt>
                <c:pt idx="2280">
                  <c:v>0.13527727127075201</c:v>
                </c:pt>
                <c:pt idx="2281">
                  <c:v>0.1948866844177245</c:v>
                </c:pt>
                <c:pt idx="2282">
                  <c:v>0.25449609756469699</c:v>
                </c:pt>
                <c:pt idx="2283">
                  <c:v>0.103487491607666</c:v>
                </c:pt>
                <c:pt idx="2284">
                  <c:v>0.13785433769226049</c:v>
                </c:pt>
                <c:pt idx="2285">
                  <c:v>0.172221183776855</c:v>
                </c:pt>
                <c:pt idx="2286">
                  <c:v>-2.2113323211669901E-2</c:v>
                </c:pt>
                <c:pt idx="2287">
                  <c:v>7.2668075561523549E-2</c:v>
                </c:pt>
                <c:pt idx="2288">
                  <c:v>0.16744947433471699</c:v>
                </c:pt>
                <c:pt idx="2289">
                  <c:v>-2.6740550994872998E-2</c:v>
                </c:pt>
                <c:pt idx="2290">
                  <c:v>5.5990695953368988E-2</c:v>
                </c:pt>
                <c:pt idx="2291">
                  <c:v>0.138721942901611</c:v>
                </c:pt>
                <c:pt idx="2292">
                  <c:v>-9.9029541015625E-3</c:v>
                </c:pt>
                <c:pt idx="2293">
                  <c:v>-3.5661220550537102E-2</c:v>
                </c:pt>
                <c:pt idx="2294">
                  <c:v>-6.1419486999511698E-2</c:v>
                </c:pt>
                <c:pt idx="2295">
                  <c:v>6.9774627685546903E-2</c:v>
                </c:pt>
                <c:pt idx="2296">
                  <c:v>1.324820518493656E-2</c:v>
                </c:pt>
                <c:pt idx="2297">
                  <c:v>-4.32782173156738E-2</c:v>
                </c:pt>
                <c:pt idx="2298">
                  <c:v>-4.0946483612060498E-2</c:v>
                </c:pt>
                <c:pt idx="2299">
                  <c:v>6.8558454513549749E-2</c:v>
                </c:pt>
                <c:pt idx="2300">
                  <c:v>0.17806339263915999</c:v>
                </c:pt>
                <c:pt idx="2301">
                  <c:v>0.27450942993164101</c:v>
                </c:pt>
                <c:pt idx="2302">
                  <c:v>0.23202419281005901</c:v>
                </c:pt>
                <c:pt idx="2303">
                  <c:v>0.18953895568847701</c:v>
                </c:pt>
                <c:pt idx="2304">
                  <c:v>-6.1720848083496101E-2</c:v>
                </c:pt>
                <c:pt idx="2305">
                  <c:v>-2.664089202880852E-3</c:v>
                </c:pt>
                <c:pt idx="2306">
                  <c:v>5.6392669677734403E-2</c:v>
                </c:pt>
                <c:pt idx="2307">
                  <c:v>6.0955524444580099E-2</c:v>
                </c:pt>
                <c:pt idx="2308">
                  <c:v>5.7913303375244148E-2</c:v>
                </c:pt>
                <c:pt idx="2309">
                  <c:v>5.4871082305908203E-2</c:v>
                </c:pt>
                <c:pt idx="2310">
                  <c:v>4.7106266021728502E-2</c:v>
                </c:pt>
                <c:pt idx="2311">
                  <c:v>1.02581977844238E-2</c:v>
                </c:pt>
                <c:pt idx="2312">
                  <c:v>-2.6589870452880901E-2</c:v>
                </c:pt>
                <c:pt idx="2313">
                  <c:v>4.4960021972656299E-2</c:v>
                </c:pt>
                <c:pt idx="2314">
                  <c:v>5.7771205902099956E-3</c:v>
                </c:pt>
                <c:pt idx="2315">
                  <c:v>-3.34057807922363E-2</c:v>
                </c:pt>
                <c:pt idx="2316">
                  <c:v>-2.6091098785400401E-2</c:v>
                </c:pt>
                <c:pt idx="2317">
                  <c:v>-3.4329891204833998E-2</c:v>
                </c:pt>
                <c:pt idx="2318">
                  <c:v>-4.2568683624267599E-2</c:v>
                </c:pt>
                <c:pt idx="2319">
                  <c:v>1.12588405609131E-2</c:v>
                </c:pt>
                <c:pt idx="2320">
                  <c:v>6.5086364746093806E-2</c:v>
                </c:pt>
                <c:pt idx="2321">
                  <c:v>5.5761814117431599E-2</c:v>
                </c:pt>
                <c:pt idx="2322">
                  <c:v>7.2410821914672852E-2</c:v>
                </c:pt>
                <c:pt idx="2323">
                  <c:v>8.9059829711914104E-2</c:v>
                </c:pt>
                <c:pt idx="2324">
                  <c:v>0.16652727127075201</c:v>
                </c:pt>
                <c:pt idx="2325">
                  <c:v>0.21228528022766099</c:v>
                </c:pt>
                <c:pt idx="2326">
                  <c:v>0.25804328918456998</c:v>
                </c:pt>
                <c:pt idx="2327">
                  <c:v>0.32013940811157199</c:v>
                </c:pt>
                <c:pt idx="2328">
                  <c:v>0.212385654449463</c:v>
                </c:pt>
                <c:pt idx="2329">
                  <c:v>0.104631900787354</c:v>
                </c:pt>
                <c:pt idx="2330">
                  <c:v>0.19405889511108401</c:v>
                </c:pt>
                <c:pt idx="2331">
                  <c:v>0.1051914691925049</c:v>
                </c:pt>
                <c:pt idx="2332">
                  <c:v>1.6324043273925799E-2</c:v>
                </c:pt>
                <c:pt idx="2333">
                  <c:v>7.6600551605224595E-2</c:v>
                </c:pt>
                <c:pt idx="2334">
                  <c:v>8.6846828460693345E-2</c:v>
                </c:pt>
                <c:pt idx="2335">
                  <c:v>9.7093105316162095E-2</c:v>
                </c:pt>
                <c:pt idx="2336">
                  <c:v>0.11493349075317399</c:v>
                </c:pt>
                <c:pt idx="2337">
                  <c:v>5.1335573196411202E-2</c:v>
                </c:pt>
                <c:pt idx="2338">
                  <c:v>-1.2262344360351601E-2</c:v>
                </c:pt>
                <c:pt idx="2339">
                  <c:v>0.17574834823608401</c:v>
                </c:pt>
                <c:pt idx="2340">
                  <c:v>0.1799352169036865</c:v>
                </c:pt>
                <c:pt idx="2341">
                  <c:v>0.18412208557128901</c:v>
                </c:pt>
                <c:pt idx="2342">
                  <c:v>4.9363613128662102E-2</c:v>
                </c:pt>
                <c:pt idx="2343">
                  <c:v>4.6677350997924798E-2</c:v>
                </c:pt>
                <c:pt idx="2344">
                  <c:v>4.39910888671875E-2</c:v>
                </c:pt>
                <c:pt idx="2345">
                  <c:v>6.5001487731933594E-2</c:v>
                </c:pt>
                <c:pt idx="2346">
                  <c:v>5.9253454208374051E-2</c:v>
                </c:pt>
                <c:pt idx="2347">
                  <c:v>5.3505420684814502E-2</c:v>
                </c:pt>
                <c:pt idx="2348">
                  <c:v>-5.8477401733398403E-2</c:v>
                </c:pt>
                <c:pt idx="2349">
                  <c:v>0.13566446304321281</c:v>
                </c:pt>
                <c:pt idx="2350">
                  <c:v>0.329806327819824</c:v>
                </c:pt>
                <c:pt idx="2351">
                  <c:v>-3.9958953857421903E-2</c:v>
                </c:pt>
                <c:pt idx="2352">
                  <c:v>8.6484193801880049E-2</c:v>
                </c:pt>
                <c:pt idx="2353">
                  <c:v>0.212927341461182</c:v>
                </c:pt>
                <c:pt idx="2354">
                  <c:v>0.281130790710449</c:v>
                </c:pt>
                <c:pt idx="2355">
                  <c:v>0.23040437698364249</c:v>
                </c:pt>
                <c:pt idx="2356">
                  <c:v>0.17967796325683599</c:v>
                </c:pt>
                <c:pt idx="2357">
                  <c:v>-5.56597709655762E-2</c:v>
                </c:pt>
                <c:pt idx="2358">
                  <c:v>-5.3587198257446303E-2</c:v>
                </c:pt>
                <c:pt idx="2359">
                  <c:v>-5.1514625549316399E-2</c:v>
                </c:pt>
                <c:pt idx="2360">
                  <c:v>0.14315080642700201</c:v>
                </c:pt>
                <c:pt idx="2361">
                  <c:v>0.155386447906494</c:v>
                </c:pt>
                <c:pt idx="2362">
                  <c:v>0.167622089385986</c:v>
                </c:pt>
                <c:pt idx="2363">
                  <c:v>0.115686893463135</c:v>
                </c:pt>
                <c:pt idx="2364">
                  <c:v>0.1947119235992435</c:v>
                </c:pt>
                <c:pt idx="2365">
                  <c:v>0.27373695373535201</c:v>
                </c:pt>
                <c:pt idx="2366">
                  <c:v>0.20330071449279799</c:v>
                </c:pt>
                <c:pt idx="2367">
                  <c:v>0.132864475250244</c:v>
                </c:pt>
                <c:pt idx="2368">
                  <c:v>0.15435361862182601</c:v>
                </c:pt>
                <c:pt idx="2369">
                  <c:v>0.1830110549926755</c:v>
                </c:pt>
                <c:pt idx="2370">
                  <c:v>0.211668491363525</c:v>
                </c:pt>
                <c:pt idx="2371">
                  <c:v>9.9818229675292997E-2</c:v>
                </c:pt>
                <c:pt idx="2372">
                  <c:v>3.9783477783203153E-2</c:v>
                </c:pt>
                <c:pt idx="2373">
                  <c:v>-2.0251274108886701E-2</c:v>
                </c:pt>
                <c:pt idx="2374">
                  <c:v>0.124259471893311</c:v>
                </c:pt>
                <c:pt idx="2375">
                  <c:v>0.1214704513549805</c:v>
                </c:pt>
                <c:pt idx="2376">
                  <c:v>0.11868143081665</c:v>
                </c:pt>
                <c:pt idx="2377">
                  <c:v>5.3741455078125E-2</c:v>
                </c:pt>
                <c:pt idx="2378">
                  <c:v>8.6061239242553503E-2</c:v>
                </c:pt>
                <c:pt idx="2379">
                  <c:v>0.11838102340698201</c:v>
                </c:pt>
                <c:pt idx="2380">
                  <c:v>-1.12228393554688E-2</c:v>
                </c:pt>
                <c:pt idx="2381">
                  <c:v>2.6628017425537099E-2</c:v>
                </c:pt>
                <c:pt idx="2382">
                  <c:v>6.4478874206542997E-2</c:v>
                </c:pt>
                <c:pt idx="2383">
                  <c:v>0.16244840621948201</c:v>
                </c:pt>
                <c:pt idx="2384">
                  <c:v>0.17339229583740201</c:v>
                </c:pt>
                <c:pt idx="2385">
                  <c:v>0.18433618545532199</c:v>
                </c:pt>
                <c:pt idx="2386">
                  <c:v>-2.8342247009277299E-2</c:v>
                </c:pt>
                <c:pt idx="2387">
                  <c:v>-4.1621208190917948E-2</c:v>
                </c:pt>
                <c:pt idx="2388">
                  <c:v>-5.4900169372558601E-2</c:v>
                </c:pt>
                <c:pt idx="2389">
                  <c:v>-2.7742385864257799E-3</c:v>
                </c:pt>
                <c:pt idx="2390">
                  <c:v>2.707934379577636E-2</c:v>
                </c:pt>
                <c:pt idx="2391">
                  <c:v>5.6932926177978502E-2</c:v>
                </c:pt>
                <c:pt idx="2392">
                  <c:v>0.33782052993774397</c:v>
                </c:pt>
                <c:pt idx="2393">
                  <c:v>0.2204513549804685</c:v>
                </c:pt>
                <c:pt idx="2394">
                  <c:v>0.103082180023193</c:v>
                </c:pt>
                <c:pt idx="2395">
                  <c:v>-3.4709930419921903E-2</c:v>
                </c:pt>
                <c:pt idx="2396">
                  <c:v>9.2802047729491979E-3</c:v>
                </c:pt>
                <c:pt idx="2397">
                  <c:v>5.3270339965820299E-2</c:v>
                </c:pt>
                <c:pt idx="2398">
                  <c:v>-1.8929004669189502E-2</c:v>
                </c:pt>
                <c:pt idx="2399">
                  <c:v>7.0271492004394753E-2</c:v>
                </c:pt>
                <c:pt idx="2400">
                  <c:v>0.15947198867797899</c:v>
                </c:pt>
                <c:pt idx="2401">
                  <c:v>0.35832023620605502</c:v>
                </c:pt>
                <c:pt idx="2402">
                  <c:v>0.16036725044250499</c:v>
                </c:pt>
                <c:pt idx="2403">
                  <c:v>-3.7585735321044901E-2</c:v>
                </c:pt>
                <c:pt idx="2404">
                  <c:v>-1.87735557556152E-2</c:v>
                </c:pt>
                <c:pt idx="2405">
                  <c:v>0.14087820053100589</c:v>
                </c:pt>
                <c:pt idx="2406">
                  <c:v>0.30052995681762701</c:v>
                </c:pt>
                <c:pt idx="2407">
                  <c:v>-1.4977931976318399E-2</c:v>
                </c:pt>
                <c:pt idx="2408">
                  <c:v>-3.1847715377807652E-2</c:v>
                </c:pt>
                <c:pt idx="2409">
                  <c:v>-4.8717498779296903E-2</c:v>
                </c:pt>
                <c:pt idx="2410">
                  <c:v>0.16614770889282199</c:v>
                </c:pt>
                <c:pt idx="2411">
                  <c:v>0.25842642784118652</c:v>
                </c:pt>
                <c:pt idx="2412">
                  <c:v>0.350705146789551</c:v>
                </c:pt>
                <c:pt idx="2413">
                  <c:v>0.2038979530334474</c:v>
                </c:pt>
                <c:pt idx="2414">
                  <c:v>5.7090759277343799E-2</c:v>
                </c:pt>
                <c:pt idx="2415">
                  <c:v>-4.9698352813720703E-2</c:v>
                </c:pt>
                <c:pt idx="2416">
                  <c:v>-4.6155929565429701E-2</c:v>
                </c:pt>
                <c:pt idx="2417">
                  <c:v>-4.26135063171387E-2</c:v>
                </c:pt>
                <c:pt idx="2418">
                  <c:v>0.34626102447509799</c:v>
                </c:pt>
                <c:pt idx="2419">
                  <c:v>0.25455069541931152</c:v>
                </c:pt>
                <c:pt idx="2420">
                  <c:v>0.162840366363525</c:v>
                </c:pt>
                <c:pt idx="2421">
                  <c:v>5.37524223327637E-2</c:v>
                </c:pt>
                <c:pt idx="2422">
                  <c:v>4.7416448593139648E-2</c:v>
                </c:pt>
                <c:pt idx="2423">
                  <c:v>4.1080474853515597E-2</c:v>
                </c:pt>
                <c:pt idx="2424">
                  <c:v>0.29718255996704102</c:v>
                </c:pt>
                <c:pt idx="2425">
                  <c:v>0.13878822326660159</c:v>
                </c:pt>
                <c:pt idx="2426">
                  <c:v>-1.9606113433837901E-2</c:v>
                </c:pt>
                <c:pt idx="2427">
                  <c:v>-5.0261974334716797E-2</c:v>
                </c:pt>
                <c:pt idx="2428">
                  <c:v>-4.6124935150146498E-2</c:v>
                </c:pt>
                <c:pt idx="2429">
                  <c:v>-4.19878959655762E-2</c:v>
                </c:pt>
                <c:pt idx="2430">
                  <c:v>8.8088035583496094E-2</c:v>
                </c:pt>
                <c:pt idx="2431">
                  <c:v>8.3378076553344754E-2</c:v>
                </c:pt>
                <c:pt idx="2432">
                  <c:v>7.8668117523193401E-2</c:v>
                </c:pt>
                <c:pt idx="2433">
                  <c:v>-3.6314010620117201E-2</c:v>
                </c:pt>
                <c:pt idx="2434">
                  <c:v>-3.0552864074707049E-2</c:v>
                </c:pt>
                <c:pt idx="2435">
                  <c:v>-2.4791717529296899E-2</c:v>
                </c:pt>
                <c:pt idx="2436">
                  <c:v>-2.08430290222168E-2</c:v>
                </c:pt>
                <c:pt idx="2437">
                  <c:v>6.8901300430298101E-2</c:v>
                </c:pt>
                <c:pt idx="2438">
                  <c:v>0.158645629882813</c:v>
                </c:pt>
                <c:pt idx="2439">
                  <c:v>0.14269971847534199</c:v>
                </c:pt>
                <c:pt idx="2440">
                  <c:v>0.12307405471801749</c:v>
                </c:pt>
                <c:pt idx="2441">
                  <c:v>0.103448390960693</c:v>
                </c:pt>
                <c:pt idx="2442">
                  <c:v>4.35128211975098E-2</c:v>
                </c:pt>
                <c:pt idx="2443">
                  <c:v>1.9494771957397478E-2</c:v>
                </c:pt>
                <c:pt idx="2444">
                  <c:v>-4.5232772827148403E-3</c:v>
                </c:pt>
                <c:pt idx="2445">
                  <c:v>-3.5517692565918003E-2</c:v>
                </c:pt>
                <c:pt idx="2446">
                  <c:v>-4.2498826980590848E-2</c:v>
                </c:pt>
                <c:pt idx="2447">
                  <c:v>-4.94799613952637E-2</c:v>
                </c:pt>
                <c:pt idx="2448">
                  <c:v>-5.3577423095703097E-2</c:v>
                </c:pt>
                <c:pt idx="2449">
                  <c:v>4.1310310363769448E-2</c:v>
                </c:pt>
                <c:pt idx="2450">
                  <c:v>0.13619804382324199</c:v>
                </c:pt>
                <c:pt idx="2451">
                  <c:v>0.14094638824462899</c:v>
                </c:pt>
                <c:pt idx="2452">
                  <c:v>8.186531066894534E-2</c:v>
                </c:pt>
                <c:pt idx="2453">
                  <c:v>2.2784233093261701E-2</c:v>
                </c:pt>
                <c:pt idx="2454">
                  <c:v>-5.3281784057617201E-2</c:v>
                </c:pt>
                <c:pt idx="2455">
                  <c:v>1.419854164123535E-2</c:v>
                </c:pt>
                <c:pt idx="2456">
                  <c:v>8.1678867340087905E-2</c:v>
                </c:pt>
                <c:pt idx="2457">
                  <c:v>0.246201992034912</c:v>
                </c:pt>
                <c:pt idx="2458">
                  <c:v>0.1049628257751465</c:v>
                </c:pt>
                <c:pt idx="2459">
                  <c:v>-3.6276340484619099E-2</c:v>
                </c:pt>
                <c:pt idx="2460">
                  <c:v>6.3044309616088964E-2</c:v>
                </c:pt>
                <c:pt idx="2461">
                  <c:v>0.16236495971679701</c:v>
                </c:pt>
                <c:pt idx="2462">
                  <c:v>0.28638744354248002</c:v>
                </c:pt>
                <c:pt idx="2463">
                  <c:v>0.1823041439056394</c:v>
                </c:pt>
                <c:pt idx="2464">
                  <c:v>7.82208442687988E-2</c:v>
                </c:pt>
                <c:pt idx="2465">
                  <c:v>-4.5304298400878899E-2</c:v>
                </c:pt>
                <c:pt idx="2466">
                  <c:v>4.8974037170410052E-2</c:v>
                </c:pt>
                <c:pt idx="2467">
                  <c:v>0.143252372741699</c:v>
                </c:pt>
                <c:pt idx="2468">
                  <c:v>5.1488876342773403E-3</c:v>
                </c:pt>
                <c:pt idx="2469">
                  <c:v>5.8557033538818172E-2</c:v>
                </c:pt>
                <c:pt idx="2470">
                  <c:v>0.111965179443359</c:v>
                </c:pt>
                <c:pt idx="2471">
                  <c:v>8.6167335510253906E-2</c:v>
                </c:pt>
                <c:pt idx="2472">
                  <c:v>0.12056994438171401</c:v>
                </c:pt>
                <c:pt idx="2473">
                  <c:v>0.15497255325317399</c:v>
                </c:pt>
                <c:pt idx="2474">
                  <c:v>8.1801891326904297E-2</c:v>
                </c:pt>
                <c:pt idx="2475">
                  <c:v>2.78651714324951E-2</c:v>
                </c:pt>
                <c:pt idx="2476">
                  <c:v>-2.6071548461914101E-2</c:v>
                </c:pt>
                <c:pt idx="2477">
                  <c:v>9.9897861480712905E-2</c:v>
                </c:pt>
                <c:pt idx="2478">
                  <c:v>9.3228101730346694E-2</c:v>
                </c:pt>
                <c:pt idx="2479">
                  <c:v>8.6558341979980497E-2</c:v>
                </c:pt>
                <c:pt idx="2480">
                  <c:v>0.33730459213256803</c:v>
                </c:pt>
                <c:pt idx="2481">
                  <c:v>0.34009885787963851</c:v>
                </c:pt>
                <c:pt idx="2482">
                  <c:v>0.34289312362670898</c:v>
                </c:pt>
                <c:pt idx="2483">
                  <c:v>-2.1676540374755901E-2</c:v>
                </c:pt>
                <c:pt idx="2484">
                  <c:v>4.0506601333618053E-2</c:v>
                </c:pt>
                <c:pt idx="2485">
                  <c:v>0.10268974304199199</c:v>
                </c:pt>
                <c:pt idx="2486">
                  <c:v>5.0436496734619099E-2</c:v>
                </c:pt>
                <c:pt idx="2487">
                  <c:v>9.6241712570190541E-2</c:v>
                </c:pt>
                <c:pt idx="2488">
                  <c:v>0.142046928405762</c:v>
                </c:pt>
                <c:pt idx="2489">
                  <c:v>4.7663688659668003E-2</c:v>
                </c:pt>
                <c:pt idx="2490">
                  <c:v>0.118260383605957</c:v>
                </c:pt>
                <c:pt idx="2491">
                  <c:v>0.18885707855224601</c:v>
                </c:pt>
                <c:pt idx="2492">
                  <c:v>9.10296440124512E-2</c:v>
                </c:pt>
                <c:pt idx="2493">
                  <c:v>7.1130752563476604E-2</c:v>
                </c:pt>
                <c:pt idx="2494">
                  <c:v>5.1231861114502002E-2</c:v>
                </c:pt>
                <c:pt idx="2495">
                  <c:v>0.107019901275635</c:v>
                </c:pt>
                <c:pt idx="2496">
                  <c:v>0.1156456470489505</c:v>
                </c:pt>
                <c:pt idx="2497">
                  <c:v>0.124271392822266</c:v>
                </c:pt>
                <c:pt idx="2498">
                  <c:v>0.14542055130004899</c:v>
                </c:pt>
                <c:pt idx="2499">
                  <c:v>0.14305639266967801</c:v>
                </c:pt>
                <c:pt idx="2500">
                  <c:v>0.140692234039307</c:v>
                </c:pt>
                <c:pt idx="2501">
                  <c:v>0.16403770446777299</c:v>
                </c:pt>
                <c:pt idx="2502">
                  <c:v>0.16744041442871049</c:v>
                </c:pt>
                <c:pt idx="2503">
                  <c:v>0.17084312438964799</c:v>
                </c:pt>
                <c:pt idx="2504">
                  <c:v>0.13920402526855499</c:v>
                </c:pt>
                <c:pt idx="2505">
                  <c:v>0.129708766937256</c:v>
                </c:pt>
                <c:pt idx="2506">
                  <c:v>0.120213508605957</c:v>
                </c:pt>
                <c:pt idx="2507">
                  <c:v>0.1824445724487305</c:v>
                </c:pt>
                <c:pt idx="2508">
                  <c:v>0.24467563629150399</c:v>
                </c:pt>
                <c:pt idx="2509">
                  <c:v>0.30891513824462902</c:v>
                </c:pt>
                <c:pt idx="2510">
                  <c:v>0.22433972358703599</c:v>
                </c:pt>
                <c:pt idx="2511">
                  <c:v>0.139764308929443</c:v>
                </c:pt>
                <c:pt idx="2512">
                  <c:v>0.15859270095825201</c:v>
                </c:pt>
                <c:pt idx="2513">
                  <c:v>0.1322290897369385</c:v>
                </c:pt>
                <c:pt idx="2514">
                  <c:v>0.105865478515625</c:v>
                </c:pt>
                <c:pt idx="2515">
                  <c:v>1.6829490661621101E-2</c:v>
                </c:pt>
                <c:pt idx="2516">
                  <c:v>-8.5501670837402483E-3</c:v>
                </c:pt>
                <c:pt idx="2517">
                  <c:v>-3.3929824829101597E-2</c:v>
                </c:pt>
                <c:pt idx="2518">
                  <c:v>8.8791370391845703E-2</c:v>
                </c:pt>
                <c:pt idx="2519">
                  <c:v>4.2090654373168952E-2</c:v>
                </c:pt>
                <c:pt idx="2520">
                  <c:v>-4.6100616455078099E-3</c:v>
                </c:pt>
                <c:pt idx="2521">
                  <c:v>0.230171203613281</c:v>
                </c:pt>
                <c:pt idx="2522">
                  <c:v>0.26490974426269498</c:v>
                </c:pt>
                <c:pt idx="2523">
                  <c:v>0.29964828491210899</c:v>
                </c:pt>
                <c:pt idx="2524">
                  <c:v>0.17440843582153301</c:v>
                </c:pt>
                <c:pt idx="2525">
                  <c:v>8.3586215972900293E-2</c:v>
                </c:pt>
                <c:pt idx="2526">
                  <c:v>-7.2360038757324201E-3</c:v>
                </c:pt>
                <c:pt idx="2527">
                  <c:v>-3.1068801879882799E-2</c:v>
                </c:pt>
                <c:pt idx="2528">
                  <c:v>-4.6237468719482401E-2</c:v>
                </c:pt>
                <c:pt idx="2529">
                  <c:v>-6.1406135559081997E-2</c:v>
                </c:pt>
                <c:pt idx="2530">
                  <c:v>0.115428447723389</c:v>
                </c:pt>
                <c:pt idx="2531">
                  <c:v>3.3961534500122251E-2</c:v>
                </c:pt>
                <c:pt idx="2532">
                  <c:v>-4.7505378723144497E-2</c:v>
                </c:pt>
                <c:pt idx="2533">
                  <c:v>-5.7980060577392599E-2</c:v>
                </c:pt>
                <c:pt idx="2534">
                  <c:v>-5.9546232223510749E-2</c:v>
                </c:pt>
                <c:pt idx="2535">
                  <c:v>-6.1112403869628899E-2</c:v>
                </c:pt>
                <c:pt idx="2536">
                  <c:v>-6.0055255889892599E-2</c:v>
                </c:pt>
                <c:pt idx="2537">
                  <c:v>-5.9849739074707052E-2</c:v>
                </c:pt>
                <c:pt idx="2538">
                  <c:v>-5.9644222259521498E-2</c:v>
                </c:pt>
                <c:pt idx="2539">
                  <c:v>-5.2378654479980503E-2</c:v>
                </c:pt>
                <c:pt idx="2540">
                  <c:v>-1.202344894409207E-3</c:v>
                </c:pt>
                <c:pt idx="2541">
                  <c:v>4.9973964691162102E-2</c:v>
                </c:pt>
                <c:pt idx="2542">
                  <c:v>4.7243118286132799E-2</c:v>
                </c:pt>
                <c:pt idx="2543">
                  <c:v>-1.983880996704102E-3</c:v>
                </c:pt>
                <c:pt idx="2544">
                  <c:v>-5.1210880279541002E-2</c:v>
                </c:pt>
                <c:pt idx="2545">
                  <c:v>8.1387996673583998E-2</c:v>
                </c:pt>
                <c:pt idx="2546">
                  <c:v>1.99127197265625E-2</c:v>
                </c:pt>
                <c:pt idx="2547">
                  <c:v>-4.1562557220458998E-2</c:v>
                </c:pt>
                <c:pt idx="2548">
                  <c:v>9.60693359375E-2</c:v>
                </c:pt>
                <c:pt idx="2549">
                  <c:v>9.8881959915160994E-2</c:v>
                </c:pt>
                <c:pt idx="2550">
                  <c:v>0.101694583892822</c:v>
                </c:pt>
                <c:pt idx="2551">
                  <c:v>4.8026084899902198E-2</c:v>
                </c:pt>
                <c:pt idx="2552">
                  <c:v>-5.6424140930175799E-3</c:v>
                </c:pt>
                <c:pt idx="2553">
                  <c:v>1.2609481811523399E-2</c:v>
                </c:pt>
                <c:pt idx="2554">
                  <c:v>2.2443771362304649E-2</c:v>
                </c:pt>
                <c:pt idx="2555">
                  <c:v>3.2278060913085903E-2</c:v>
                </c:pt>
                <c:pt idx="2556">
                  <c:v>1.0065078735351601E-2</c:v>
                </c:pt>
                <c:pt idx="2557">
                  <c:v>0.17296600341796881</c:v>
                </c:pt>
                <c:pt idx="2558">
                  <c:v>0.33586692810058599</c:v>
                </c:pt>
                <c:pt idx="2559">
                  <c:v>0.14740419387817399</c:v>
                </c:pt>
                <c:pt idx="2560">
                  <c:v>0.15189194679260251</c:v>
                </c:pt>
                <c:pt idx="2561">
                  <c:v>0.156379699707031</c:v>
                </c:pt>
                <c:pt idx="2562">
                  <c:v>0.12775039672851601</c:v>
                </c:pt>
                <c:pt idx="2563">
                  <c:v>8.2975625991821511E-2</c:v>
                </c:pt>
                <c:pt idx="2564">
                  <c:v>3.8200855255127002E-2</c:v>
                </c:pt>
                <c:pt idx="2565">
                  <c:v>0.21492576599121099</c:v>
                </c:pt>
                <c:pt idx="2566">
                  <c:v>0.18543434143066401</c:v>
                </c:pt>
                <c:pt idx="2567">
                  <c:v>0.15594291687011699</c:v>
                </c:pt>
                <c:pt idx="2568">
                  <c:v>0.124288082122803</c:v>
                </c:pt>
                <c:pt idx="2569">
                  <c:v>5.814433097839368E-2</c:v>
                </c:pt>
                <c:pt idx="2570">
                  <c:v>-7.9994201660156302E-3</c:v>
                </c:pt>
                <c:pt idx="2571">
                  <c:v>-9.2983245849609402E-5</c:v>
                </c:pt>
                <c:pt idx="2572">
                  <c:v>0.16882610321044919</c:v>
                </c:pt>
                <c:pt idx="2573">
                  <c:v>0.33774518966674799</c:v>
                </c:pt>
                <c:pt idx="2574">
                  <c:v>0.12279081344604501</c:v>
                </c:pt>
                <c:pt idx="2575">
                  <c:v>9.4174146652221694E-2</c:v>
                </c:pt>
                <c:pt idx="2576">
                  <c:v>6.5557479858398396E-2</c:v>
                </c:pt>
                <c:pt idx="2577">
                  <c:v>0.177966117858887</c:v>
                </c:pt>
                <c:pt idx="2578">
                  <c:v>0.1603400707244875</c:v>
                </c:pt>
                <c:pt idx="2579">
                  <c:v>0.142714023590088</c:v>
                </c:pt>
                <c:pt idx="2580">
                  <c:v>-5.8592319488525398E-2</c:v>
                </c:pt>
                <c:pt idx="2581">
                  <c:v>-4.2207717895507799E-2</c:v>
                </c:pt>
                <c:pt idx="2582">
                  <c:v>-2.58231163024902E-2</c:v>
                </c:pt>
                <c:pt idx="2583">
                  <c:v>0.23538732528686501</c:v>
                </c:pt>
                <c:pt idx="2584">
                  <c:v>9.8732471466064342E-2</c:v>
                </c:pt>
                <c:pt idx="2585">
                  <c:v>-3.79223823547363E-2</c:v>
                </c:pt>
                <c:pt idx="2586">
                  <c:v>-4.2863368988037102E-2</c:v>
                </c:pt>
                <c:pt idx="2587">
                  <c:v>0.15378999710082991</c:v>
                </c:pt>
                <c:pt idx="2588">
                  <c:v>0.35044336318969699</c:v>
                </c:pt>
                <c:pt idx="2589">
                  <c:v>1.1328220367431601E-2</c:v>
                </c:pt>
                <c:pt idx="2590">
                  <c:v>5.2264928817749003E-2</c:v>
                </c:pt>
                <c:pt idx="2591">
                  <c:v>9.3201637268066406E-2</c:v>
                </c:pt>
                <c:pt idx="2592">
                  <c:v>0.24940681457519501</c:v>
                </c:pt>
                <c:pt idx="2593">
                  <c:v>0.18786597251892051</c:v>
                </c:pt>
                <c:pt idx="2594">
                  <c:v>0.12632513046264601</c:v>
                </c:pt>
                <c:pt idx="2595">
                  <c:v>9.8632335662841797E-2</c:v>
                </c:pt>
                <c:pt idx="2596">
                  <c:v>7.2797775268554701E-2</c:v>
                </c:pt>
                <c:pt idx="2597">
                  <c:v>4.6963214874267599E-2</c:v>
                </c:pt>
                <c:pt idx="2598">
                  <c:v>0.14756608009338379</c:v>
                </c:pt>
                <c:pt idx="2599">
                  <c:v>0.2481689453125</c:v>
                </c:pt>
                <c:pt idx="2600">
                  <c:v>3.0591011047363299E-2</c:v>
                </c:pt>
                <c:pt idx="2601">
                  <c:v>8.0480575561523472E-3</c:v>
                </c:pt>
                <c:pt idx="2602">
                  <c:v>-1.4494895935058601E-2</c:v>
                </c:pt>
                <c:pt idx="2603">
                  <c:v>7.2373390197753906E-2</c:v>
                </c:pt>
                <c:pt idx="2604">
                  <c:v>0.1174163818359375</c:v>
                </c:pt>
                <c:pt idx="2605">
                  <c:v>0.16245937347412101</c:v>
                </c:pt>
                <c:pt idx="2606">
                  <c:v>0.15614080429077101</c:v>
                </c:pt>
                <c:pt idx="2607">
                  <c:v>0.12287020683288551</c:v>
                </c:pt>
                <c:pt idx="2608">
                  <c:v>8.9599609375E-2</c:v>
                </c:pt>
                <c:pt idx="2609">
                  <c:v>9.6601009368896498E-2</c:v>
                </c:pt>
                <c:pt idx="2610">
                  <c:v>9.6837282180786147E-2</c:v>
                </c:pt>
                <c:pt idx="2611">
                  <c:v>9.7073554992675795E-2</c:v>
                </c:pt>
                <c:pt idx="2612">
                  <c:v>-3.41086387634277E-2</c:v>
                </c:pt>
                <c:pt idx="2613">
                  <c:v>-3.3000946044921847E-2</c:v>
                </c:pt>
                <c:pt idx="2614">
                  <c:v>-3.1893253326416002E-2</c:v>
                </c:pt>
                <c:pt idx="2615">
                  <c:v>-2.5190830230712901E-2</c:v>
                </c:pt>
                <c:pt idx="2616">
                  <c:v>-2.430009841918945E-2</c:v>
                </c:pt>
                <c:pt idx="2617">
                  <c:v>-2.3409366607665998E-2</c:v>
                </c:pt>
                <c:pt idx="2618">
                  <c:v>-3.2716751098632799E-2</c:v>
                </c:pt>
                <c:pt idx="2619">
                  <c:v>-1.641035079956054E-2</c:v>
                </c:pt>
                <c:pt idx="2620">
                  <c:v>-1.0395050048828101E-4</c:v>
                </c:pt>
                <c:pt idx="2621">
                  <c:v>8.5278987884521498E-2</c:v>
                </c:pt>
                <c:pt idx="2622">
                  <c:v>0.1133840084075927</c:v>
                </c:pt>
                <c:pt idx="2623">
                  <c:v>0.14148902893066401</c:v>
                </c:pt>
                <c:pt idx="2624">
                  <c:v>-4.0364265441894497E-2</c:v>
                </c:pt>
                <c:pt idx="2625">
                  <c:v>2.3123502731323249E-2</c:v>
                </c:pt>
                <c:pt idx="2626">
                  <c:v>8.6611270904541002E-2</c:v>
                </c:pt>
                <c:pt idx="2627">
                  <c:v>0.10183525085449199</c:v>
                </c:pt>
                <c:pt idx="2628">
                  <c:v>8.4704160690307506E-2</c:v>
                </c:pt>
                <c:pt idx="2629">
                  <c:v>6.7573070526123005E-2</c:v>
                </c:pt>
                <c:pt idx="2630">
                  <c:v>0.23207139968872101</c:v>
                </c:pt>
                <c:pt idx="2631">
                  <c:v>0.219808340072632</c:v>
                </c:pt>
                <c:pt idx="2632">
                  <c:v>0.207545280456543</c:v>
                </c:pt>
                <c:pt idx="2633">
                  <c:v>7.0962429046630901E-2</c:v>
                </c:pt>
                <c:pt idx="2634">
                  <c:v>0.16391110420227051</c:v>
                </c:pt>
                <c:pt idx="2635">
                  <c:v>0.25685977935790999</c:v>
                </c:pt>
                <c:pt idx="2636">
                  <c:v>0.13902950286865201</c:v>
                </c:pt>
                <c:pt idx="2637">
                  <c:v>4.0950536727905107E-2</c:v>
                </c:pt>
                <c:pt idx="2638">
                  <c:v>-5.7128429412841797E-2</c:v>
                </c:pt>
                <c:pt idx="2639">
                  <c:v>0.26633453369140597</c:v>
                </c:pt>
                <c:pt idx="2640">
                  <c:v>0.201871633529663</c:v>
                </c:pt>
                <c:pt idx="2641">
                  <c:v>0.13740873336792001</c:v>
                </c:pt>
                <c:pt idx="2642">
                  <c:v>-6.8621158599853502E-2</c:v>
                </c:pt>
                <c:pt idx="2643">
                  <c:v>4.7094345092773257E-2</c:v>
                </c:pt>
                <c:pt idx="2644">
                  <c:v>0.1628098487854</c:v>
                </c:pt>
                <c:pt idx="2645">
                  <c:v>0.1239809989929198</c:v>
                </c:pt>
                <c:pt idx="2646">
                  <c:v>8.5152149200439495E-2</c:v>
                </c:pt>
                <c:pt idx="2647">
                  <c:v>0.157571315765381</c:v>
                </c:pt>
                <c:pt idx="2648">
                  <c:v>0.13266563415527349</c:v>
                </c:pt>
                <c:pt idx="2649">
                  <c:v>0.107759952545166</c:v>
                </c:pt>
                <c:pt idx="2650">
                  <c:v>7.1245670318603502E-2</c:v>
                </c:pt>
                <c:pt idx="2651">
                  <c:v>0.15044116973876981</c:v>
                </c:pt>
                <c:pt idx="2652">
                  <c:v>0.22963666915893599</c:v>
                </c:pt>
                <c:pt idx="2653">
                  <c:v>-6.7938327789306599E-2</c:v>
                </c:pt>
                <c:pt idx="2654">
                  <c:v>8.9844465255737208E-2</c:v>
                </c:pt>
                <c:pt idx="2655">
                  <c:v>0.247627258300781</c:v>
                </c:pt>
                <c:pt idx="2656">
                  <c:v>-3.2955169677734403E-2</c:v>
                </c:pt>
                <c:pt idx="2657">
                  <c:v>8.1715583801269281E-2</c:v>
                </c:pt>
                <c:pt idx="2658">
                  <c:v>0.19638633728027299</c:v>
                </c:pt>
                <c:pt idx="2659">
                  <c:v>0.135180473327637</c:v>
                </c:pt>
                <c:pt idx="2660">
                  <c:v>3.6636352539062653E-2</c:v>
                </c:pt>
                <c:pt idx="2661">
                  <c:v>-6.1907768249511698E-2</c:v>
                </c:pt>
                <c:pt idx="2662">
                  <c:v>5.6299209594726597E-2</c:v>
                </c:pt>
                <c:pt idx="2663">
                  <c:v>8.8962078094482311E-2</c:v>
                </c:pt>
                <c:pt idx="2664">
                  <c:v>0.121624946594238</c:v>
                </c:pt>
                <c:pt idx="2665">
                  <c:v>8.2522869110107394E-2</c:v>
                </c:pt>
                <c:pt idx="2666">
                  <c:v>0.11990952491760271</c:v>
                </c:pt>
                <c:pt idx="2667">
                  <c:v>0.15729618072509799</c:v>
                </c:pt>
                <c:pt idx="2668">
                  <c:v>0.20367527008056599</c:v>
                </c:pt>
                <c:pt idx="2669">
                  <c:v>7.6841592788696095E-2</c:v>
                </c:pt>
                <c:pt idx="2670">
                  <c:v>-4.99920845031738E-2</c:v>
                </c:pt>
                <c:pt idx="2671">
                  <c:v>5.1728725433349602E-2</c:v>
                </c:pt>
                <c:pt idx="2672">
                  <c:v>5.4200887680053697E-2</c:v>
                </c:pt>
                <c:pt idx="2673">
                  <c:v>5.6673049926757799E-2</c:v>
                </c:pt>
                <c:pt idx="2674">
                  <c:v>0.104805946350098</c:v>
                </c:pt>
                <c:pt idx="2675">
                  <c:v>0.118436336517334</c:v>
                </c:pt>
                <c:pt idx="2676">
                  <c:v>0.13206672668457001</c:v>
                </c:pt>
                <c:pt idx="2677">
                  <c:v>9.6334457397460896E-2</c:v>
                </c:pt>
                <c:pt idx="2678">
                  <c:v>9.1276407241821247E-2</c:v>
                </c:pt>
                <c:pt idx="2679">
                  <c:v>8.6218357086181599E-2</c:v>
                </c:pt>
                <c:pt idx="2680">
                  <c:v>-2.6130676269531299E-2</c:v>
                </c:pt>
                <c:pt idx="2681">
                  <c:v>1.2348175048828101E-2</c:v>
                </c:pt>
                <c:pt idx="2682">
                  <c:v>5.08270263671875E-2</c:v>
                </c:pt>
                <c:pt idx="2683">
                  <c:v>0.157374382019043</c:v>
                </c:pt>
                <c:pt idx="2684">
                  <c:v>0.23457098007202151</c:v>
                </c:pt>
                <c:pt idx="2685">
                  <c:v>0.311767578125</c:v>
                </c:pt>
                <c:pt idx="2686">
                  <c:v>5.87878227233887E-2</c:v>
                </c:pt>
                <c:pt idx="2687">
                  <c:v>1.8780231475830099E-2</c:v>
                </c:pt>
                <c:pt idx="2688">
                  <c:v>-2.1227359771728498E-2</c:v>
                </c:pt>
                <c:pt idx="2689">
                  <c:v>6.0986757278442237E-2</c:v>
                </c:pt>
                <c:pt idx="2690">
                  <c:v>0.143200874328613</c:v>
                </c:pt>
                <c:pt idx="2691">
                  <c:v>0.15940618515014601</c:v>
                </c:pt>
                <c:pt idx="2692">
                  <c:v>6.0228586196899157E-2</c:v>
                </c:pt>
                <c:pt idx="2693">
                  <c:v>-3.8949012756347698E-2</c:v>
                </c:pt>
                <c:pt idx="2694">
                  <c:v>0.121232509613037</c:v>
                </c:pt>
                <c:pt idx="2695">
                  <c:v>0.157003879547119</c:v>
                </c:pt>
                <c:pt idx="2696">
                  <c:v>0.19277524948120101</c:v>
                </c:pt>
                <c:pt idx="2697">
                  <c:v>-6.0418605804443401E-2</c:v>
                </c:pt>
                <c:pt idx="2698">
                  <c:v>2.6221513748168789E-2</c:v>
                </c:pt>
                <c:pt idx="2699">
                  <c:v>0.112861633300781</c:v>
                </c:pt>
                <c:pt idx="2700">
                  <c:v>0.32754468917846702</c:v>
                </c:pt>
                <c:pt idx="2701">
                  <c:v>0.13380026817321791</c:v>
                </c:pt>
                <c:pt idx="2702">
                  <c:v>-5.9944152832031299E-2</c:v>
                </c:pt>
                <c:pt idx="2703">
                  <c:v>0.17902660369873</c:v>
                </c:pt>
                <c:pt idx="2704">
                  <c:v>6.4563751220702903E-2</c:v>
                </c:pt>
                <c:pt idx="2705">
                  <c:v>-4.9899101257324198E-2</c:v>
                </c:pt>
                <c:pt idx="2706">
                  <c:v>0.110851287841797</c:v>
                </c:pt>
                <c:pt idx="2707">
                  <c:v>7.4225187301635798E-2</c:v>
                </c:pt>
                <c:pt idx="2708">
                  <c:v>3.7599086761474602E-2</c:v>
                </c:pt>
                <c:pt idx="2709">
                  <c:v>0.183497428894043</c:v>
                </c:pt>
                <c:pt idx="2710">
                  <c:v>0.19638252258300801</c:v>
                </c:pt>
                <c:pt idx="2711">
                  <c:v>0.20926761627197299</c:v>
                </c:pt>
                <c:pt idx="2712">
                  <c:v>9.2309951782226604E-2</c:v>
                </c:pt>
                <c:pt idx="2713">
                  <c:v>0.18267726898193379</c:v>
                </c:pt>
                <c:pt idx="2714">
                  <c:v>0.27304458618164101</c:v>
                </c:pt>
                <c:pt idx="2715">
                  <c:v>-5.6327342987060498E-2</c:v>
                </c:pt>
                <c:pt idx="2716">
                  <c:v>4.0969133377075237E-2</c:v>
                </c:pt>
                <c:pt idx="2717">
                  <c:v>0.13826560974121099</c:v>
                </c:pt>
                <c:pt idx="2718">
                  <c:v>0.32951927185058599</c:v>
                </c:pt>
                <c:pt idx="2719">
                  <c:v>0.32597422599792503</c:v>
                </c:pt>
                <c:pt idx="2720">
                  <c:v>0.322429180145264</c:v>
                </c:pt>
                <c:pt idx="2721">
                  <c:v>-2.8660774230957E-2</c:v>
                </c:pt>
                <c:pt idx="2722">
                  <c:v>1.5439987182617469E-3</c:v>
                </c:pt>
                <c:pt idx="2723">
                  <c:v>3.1748771667480503E-2</c:v>
                </c:pt>
                <c:pt idx="2724">
                  <c:v>8.0556392669677707E-2</c:v>
                </c:pt>
                <c:pt idx="2725">
                  <c:v>6.8616390228271457E-2</c:v>
                </c:pt>
                <c:pt idx="2726">
                  <c:v>5.66763877868652E-2</c:v>
                </c:pt>
                <c:pt idx="2727">
                  <c:v>0.241740703582764</c:v>
                </c:pt>
                <c:pt idx="2728">
                  <c:v>0.15524578094482441</c:v>
                </c:pt>
                <c:pt idx="2729">
                  <c:v>6.8750858306884793E-2</c:v>
                </c:pt>
                <c:pt idx="2730">
                  <c:v>0.16062879562377899</c:v>
                </c:pt>
                <c:pt idx="2731">
                  <c:v>0.14454412460327151</c:v>
                </c:pt>
                <c:pt idx="2732">
                  <c:v>0.128459453582764</c:v>
                </c:pt>
                <c:pt idx="2733">
                  <c:v>9.3201160430908203E-2</c:v>
                </c:pt>
                <c:pt idx="2734">
                  <c:v>0.1766741275787356</c:v>
                </c:pt>
                <c:pt idx="2735">
                  <c:v>0.260147094726563</c:v>
                </c:pt>
                <c:pt idx="2736">
                  <c:v>0.16756749153137229</c:v>
                </c:pt>
                <c:pt idx="2737">
                  <c:v>7.4987888336181599E-2</c:v>
                </c:pt>
                <c:pt idx="2738">
                  <c:v>-5.3992271423339802E-2</c:v>
                </c:pt>
                <c:pt idx="2739">
                  <c:v>3.9848804473877113E-2</c:v>
                </c:pt>
                <c:pt idx="2740">
                  <c:v>0.133689880371094</c:v>
                </c:pt>
                <c:pt idx="2741">
                  <c:v>0.35067415237426802</c:v>
                </c:pt>
                <c:pt idx="2742">
                  <c:v>0.17507886886596699</c:v>
                </c:pt>
                <c:pt idx="2743">
                  <c:v>-5.1641464233398405E-4</c:v>
                </c:pt>
                <c:pt idx="2744">
                  <c:v>9.19952392578125E-2</c:v>
                </c:pt>
                <c:pt idx="2745">
                  <c:v>8.2884073257446303E-2</c:v>
                </c:pt>
                <c:pt idx="2746">
                  <c:v>7.3772907257080106E-2</c:v>
                </c:pt>
                <c:pt idx="2747">
                  <c:v>9.1612815856933594E-2</c:v>
                </c:pt>
                <c:pt idx="2748">
                  <c:v>3.1957626342773438E-2</c:v>
                </c:pt>
                <c:pt idx="2749">
                  <c:v>-2.7697563171386701E-2</c:v>
                </c:pt>
                <c:pt idx="2750">
                  <c:v>0.15142583847045901</c:v>
                </c:pt>
                <c:pt idx="2751">
                  <c:v>6.5307855606079102E-2</c:v>
                </c:pt>
                <c:pt idx="2752">
                  <c:v>-2.0810127258300799E-2</c:v>
                </c:pt>
                <c:pt idx="2753">
                  <c:v>0.16607475280761699</c:v>
                </c:pt>
                <c:pt idx="2754">
                  <c:v>0.11469006538391099</c:v>
                </c:pt>
                <c:pt idx="2755">
                  <c:v>6.3305377960205106E-2</c:v>
                </c:pt>
                <c:pt idx="2756">
                  <c:v>0.271270751953125</c:v>
                </c:pt>
                <c:pt idx="2757">
                  <c:v>0.1207578182220459</c:v>
                </c:pt>
                <c:pt idx="2758">
                  <c:v>-2.97551155090332E-2</c:v>
                </c:pt>
                <c:pt idx="2759">
                  <c:v>0.267958164215088</c:v>
                </c:pt>
                <c:pt idx="2760">
                  <c:v>0.16929531097412109</c:v>
                </c:pt>
                <c:pt idx="2761">
                  <c:v>7.0632457733154297E-2</c:v>
                </c:pt>
                <c:pt idx="2762">
                  <c:v>5.8966159820556599E-2</c:v>
                </c:pt>
                <c:pt idx="2763">
                  <c:v>1.262617111206055E-2</c:v>
                </c:pt>
                <c:pt idx="2764">
                  <c:v>-3.3713817596435498E-2</c:v>
                </c:pt>
                <c:pt idx="2765">
                  <c:v>-5.7087898254394497E-2</c:v>
                </c:pt>
                <c:pt idx="2766">
                  <c:v>2.4519443511962741E-2</c:v>
                </c:pt>
                <c:pt idx="2767">
                  <c:v>0.10612678527831999</c:v>
                </c:pt>
                <c:pt idx="2768">
                  <c:v>0.24856662750244099</c:v>
                </c:pt>
                <c:pt idx="2769">
                  <c:v>0.1691935062408445</c:v>
                </c:pt>
                <c:pt idx="2770">
                  <c:v>8.9820384979248005E-2</c:v>
                </c:pt>
                <c:pt idx="2771">
                  <c:v>0.35044288635253901</c:v>
                </c:pt>
                <c:pt idx="2772">
                  <c:v>0.30261111259460449</c:v>
                </c:pt>
                <c:pt idx="2773">
                  <c:v>0.25477933883666998</c:v>
                </c:pt>
                <c:pt idx="2774">
                  <c:v>-6.5039157867431599E-2</c:v>
                </c:pt>
                <c:pt idx="2775">
                  <c:v>4.67219352722167E-2</c:v>
                </c:pt>
                <c:pt idx="2776">
                  <c:v>0.15848302841186501</c:v>
                </c:pt>
                <c:pt idx="2777">
                  <c:v>0.142115592956543</c:v>
                </c:pt>
                <c:pt idx="2778">
                  <c:v>0.1079552173614502</c:v>
                </c:pt>
                <c:pt idx="2779">
                  <c:v>7.3794841766357394E-2</c:v>
                </c:pt>
                <c:pt idx="2780">
                  <c:v>-2.4991035461425799E-2</c:v>
                </c:pt>
                <c:pt idx="2781">
                  <c:v>6.8599939346313615E-2</c:v>
                </c:pt>
                <c:pt idx="2782">
                  <c:v>0.16219091415405301</c:v>
                </c:pt>
                <c:pt idx="2783">
                  <c:v>0.18904638290405301</c:v>
                </c:pt>
                <c:pt idx="2784">
                  <c:v>0.21590185165405301</c:v>
                </c:pt>
                <c:pt idx="2785">
                  <c:v>-6.8284511566162095E-2</c:v>
                </c:pt>
                <c:pt idx="2786">
                  <c:v>1.2548685073852549E-2</c:v>
                </c:pt>
                <c:pt idx="2787">
                  <c:v>9.3381881713867201E-2</c:v>
                </c:pt>
                <c:pt idx="2788">
                  <c:v>-2.36358642578125E-2</c:v>
                </c:pt>
                <c:pt idx="2789">
                  <c:v>3.5155773162841797E-2</c:v>
                </c:pt>
                <c:pt idx="2790">
                  <c:v>9.3947410583496094E-2</c:v>
                </c:pt>
                <c:pt idx="2791">
                  <c:v>7.5513362884521498E-2</c:v>
                </c:pt>
                <c:pt idx="2792">
                  <c:v>8.5287094116211076E-3</c:v>
                </c:pt>
                <c:pt idx="2793">
                  <c:v>-5.8455944061279297E-2</c:v>
                </c:pt>
                <c:pt idx="2794">
                  <c:v>9.2257022857666002E-2</c:v>
                </c:pt>
                <c:pt idx="2795">
                  <c:v>9.1343879699707003E-2</c:v>
                </c:pt>
                <c:pt idx="2796">
                  <c:v>9.0430736541748005E-2</c:v>
                </c:pt>
                <c:pt idx="2797">
                  <c:v>-1.6735076904296899E-2</c:v>
                </c:pt>
                <c:pt idx="2798">
                  <c:v>2.4501085281372049E-2</c:v>
                </c:pt>
                <c:pt idx="2799">
                  <c:v>6.5737247467041002E-2</c:v>
                </c:pt>
                <c:pt idx="2800">
                  <c:v>7.7123165130615207E-2</c:v>
                </c:pt>
                <c:pt idx="2801">
                  <c:v>9.4559192657470606E-2</c:v>
                </c:pt>
                <c:pt idx="2802">
                  <c:v>0.11199522018432601</c:v>
                </c:pt>
                <c:pt idx="2803">
                  <c:v>0.18673753738403301</c:v>
                </c:pt>
                <c:pt idx="2804">
                  <c:v>0.11941170692443839</c:v>
                </c:pt>
                <c:pt idx="2805">
                  <c:v>5.2085876464843799E-2</c:v>
                </c:pt>
                <c:pt idx="2806">
                  <c:v>0.24878358840942399</c:v>
                </c:pt>
                <c:pt idx="2807">
                  <c:v>0.10834717750549321</c:v>
                </c:pt>
                <c:pt idx="2808">
                  <c:v>-3.20892333984375E-2</c:v>
                </c:pt>
                <c:pt idx="2809">
                  <c:v>-2.0683288574218799E-2</c:v>
                </c:pt>
                <c:pt idx="2810">
                  <c:v>4.1487216949463113E-2</c:v>
                </c:pt>
                <c:pt idx="2811">
                  <c:v>0.103657722473145</c:v>
                </c:pt>
                <c:pt idx="2812">
                  <c:v>0.13801383972167999</c:v>
                </c:pt>
                <c:pt idx="2813">
                  <c:v>0.155394792556763</c:v>
                </c:pt>
                <c:pt idx="2814">
                  <c:v>0.17277574539184601</c:v>
                </c:pt>
                <c:pt idx="2815">
                  <c:v>0.19029760360717801</c:v>
                </c:pt>
                <c:pt idx="2816">
                  <c:v>0.16683459281921401</c:v>
                </c:pt>
                <c:pt idx="2817">
                  <c:v>0.14337158203125</c:v>
                </c:pt>
                <c:pt idx="2818">
                  <c:v>5.3305149078369099E-2</c:v>
                </c:pt>
                <c:pt idx="2819">
                  <c:v>6.8852901458739957E-3</c:v>
                </c:pt>
                <c:pt idx="2820">
                  <c:v>-3.9534568786621101E-2</c:v>
                </c:pt>
                <c:pt idx="2821">
                  <c:v>0.15884351730346699</c:v>
                </c:pt>
                <c:pt idx="2822">
                  <c:v>0.2020888328552245</c:v>
                </c:pt>
                <c:pt idx="2823">
                  <c:v>0.24533414840698201</c:v>
                </c:pt>
                <c:pt idx="2824">
                  <c:v>-3.4667015075683601E-2</c:v>
                </c:pt>
                <c:pt idx="2825">
                  <c:v>3.9744377136230698E-2</c:v>
                </c:pt>
                <c:pt idx="2826">
                  <c:v>0.114155769348145</c:v>
                </c:pt>
                <c:pt idx="2827">
                  <c:v>4.66361045837402E-2</c:v>
                </c:pt>
                <c:pt idx="2828">
                  <c:v>4.8959255218505852E-2</c:v>
                </c:pt>
                <c:pt idx="2829">
                  <c:v>5.1282405853271498E-2</c:v>
                </c:pt>
                <c:pt idx="2830">
                  <c:v>8.5519790649414257E-2</c:v>
                </c:pt>
                <c:pt idx="2831">
                  <c:v>0.119757175445557</c:v>
                </c:pt>
                <c:pt idx="2832">
                  <c:v>7.3775291442871094E-2</c:v>
                </c:pt>
                <c:pt idx="2833">
                  <c:v>0.18954205513000499</c:v>
                </c:pt>
                <c:pt idx="2834">
                  <c:v>0.305308818817139</c:v>
                </c:pt>
                <c:pt idx="2835">
                  <c:v>-4.2067527770996101E-2</c:v>
                </c:pt>
                <c:pt idx="2836">
                  <c:v>-4.9803256988525398E-2</c:v>
                </c:pt>
                <c:pt idx="2837">
                  <c:v>-5.7538986206054701E-2</c:v>
                </c:pt>
                <c:pt idx="2838">
                  <c:v>-2.13112831115723E-2</c:v>
                </c:pt>
                <c:pt idx="2839">
                  <c:v>6.5443515777587835E-2</c:v>
                </c:pt>
                <c:pt idx="2840">
                  <c:v>0.15219831466674799</c:v>
                </c:pt>
                <c:pt idx="2841">
                  <c:v>9.4743728637695299E-2</c:v>
                </c:pt>
                <c:pt idx="2842">
                  <c:v>8.0981016159057603E-2</c:v>
                </c:pt>
                <c:pt idx="2843">
                  <c:v>6.7218303680419894E-2</c:v>
                </c:pt>
                <c:pt idx="2844">
                  <c:v>-3.2924652099609403E-2</c:v>
                </c:pt>
                <c:pt idx="2845">
                  <c:v>0.1145620346069338</c:v>
                </c:pt>
                <c:pt idx="2846">
                  <c:v>0.26204872131347701</c:v>
                </c:pt>
                <c:pt idx="2847">
                  <c:v>-5.3094387054443401E-2</c:v>
                </c:pt>
                <c:pt idx="2848">
                  <c:v>2.2017002105712849E-2</c:v>
                </c:pt>
                <c:pt idx="2849">
                  <c:v>9.7128391265869099E-2</c:v>
                </c:pt>
                <c:pt idx="2850">
                  <c:v>0.12891197204589799</c:v>
                </c:pt>
                <c:pt idx="2851">
                  <c:v>0.131298303604126</c:v>
                </c:pt>
                <c:pt idx="2852">
                  <c:v>0.13368463516235399</c:v>
                </c:pt>
                <c:pt idx="2853">
                  <c:v>-2.9260158538818401E-2</c:v>
                </c:pt>
                <c:pt idx="2854">
                  <c:v>1.0628461837768549E-2</c:v>
                </c:pt>
                <c:pt idx="2855">
                  <c:v>5.0517082214355503E-2</c:v>
                </c:pt>
                <c:pt idx="2856">
                  <c:v>-3.2639980316162102E-2</c:v>
                </c:pt>
                <c:pt idx="2857">
                  <c:v>3.2278537750244148E-2</c:v>
                </c:pt>
                <c:pt idx="2858">
                  <c:v>9.7197055816650405E-2</c:v>
                </c:pt>
                <c:pt idx="2859">
                  <c:v>8.0757141113281302E-3</c:v>
                </c:pt>
                <c:pt idx="2860">
                  <c:v>3.830599784851077E-2</c:v>
                </c:pt>
                <c:pt idx="2861">
                  <c:v>6.8536281585693401E-2</c:v>
                </c:pt>
                <c:pt idx="2862">
                  <c:v>0.148470878601074</c:v>
                </c:pt>
                <c:pt idx="2863">
                  <c:v>0.249208688735962</c:v>
                </c:pt>
                <c:pt idx="2864">
                  <c:v>0.34994649887085</c:v>
                </c:pt>
                <c:pt idx="2865">
                  <c:v>0.160912990570068</c:v>
                </c:pt>
                <c:pt idx="2866">
                  <c:v>0.12615633010864241</c:v>
                </c:pt>
                <c:pt idx="2867">
                  <c:v>9.1399669647216797E-2</c:v>
                </c:pt>
                <c:pt idx="2868">
                  <c:v>0.278212070465088</c:v>
                </c:pt>
                <c:pt idx="2869">
                  <c:v>0.13844227790832531</c:v>
                </c:pt>
                <c:pt idx="2870">
                  <c:v>-1.3275146484375E-3</c:v>
                </c:pt>
                <c:pt idx="2871">
                  <c:v>-4.7077178955078097E-2</c:v>
                </c:pt>
                <c:pt idx="2872">
                  <c:v>9.0622901916505294E-4</c:v>
                </c:pt>
                <c:pt idx="2873">
                  <c:v>4.8889636993408203E-2</c:v>
                </c:pt>
                <c:pt idx="2874">
                  <c:v>6.7770957946777344E-2</c:v>
                </c:pt>
                <c:pt idx="2875">
                  <c:v>8.6652278900146498E-2</c:v>
                </c:pt>
                <c:pt idx="2876">
                  <c:v>9.4682216644287095E-2</c:v>
                </c:pt>
                <c:pt idx="2877">
                  <c:v>0.18984556198120109</c:v>
                </c:pt>
                <c:pt idx="2878">
                  <c:v>0.28500890731811501</c:v>
                </c:pt>
                <c:pt idx="2879">
                  <c:v>3.9624691009521498E-2</c:v>
                </c:pt>
                <c:pt idx="2880">
                  <c:v>0.1041197776794433</c:v>
                </c:pt>
                <c:pt idx="2881">
                  <c:v>0.16861486434936501</c:v>
                </c:pt>
                <c:pt idx="2882">
                  <c:v>-4.7959327697753899E-2</c:v>
                </c:pt>
                <c:pt idx="2883">
                  <c:v>2.2498130798339851E-2</c:v>
                </c:pt>
                <c:pt idx="2884">
                  <c:v>9.2955589294433594E-2</c:v>
                </c:pt>
                <c:pt idx="2885">
                  <c:v>2.5891780853271502E-2</c:v>
                </c:pt>
                <c:pt idx="2886">
                  <c:v>8.013153076171875E-2</c:v>
                </c:pt>
                <c:pt idx="2887">
                  <c:v>0.13437128067016599</c:v>
                </c:pt>
                <c:pt idx="2888">
                  <c:v>1.68228149414063E-3</c:v>
                </c:pt>
                <c:pt idx="2889">
                  <c:v>3.8713455200195319E-2</c:v>
                </c:pt>
                <c:pt idx="2890">
                  <c:v>7.574462890625E-2</c:v>
                </c:pt>
                <c:pt idx="2891">
                  <c:v>0.12277269363403299</c:v>
                </c:pt>
                <c:pt idx="2892">
                  <c:v>8.83457660675048E-2</c:v>
                </c:pt>
                <c:pt idx="2893">
                  <c:v>5.3918838500976597E-2</c:v>
                </c:pt>
                <c:pt idx="2894">
                  <c:v>-1.33514404296875E-2</c:v>
                </c:pt>
                <c:pt idx="2895">
                  <c:v>1.5369892120361351E-2</c:v>
                </c:pt>
                <c:pt idx="2896">
                  <c:v>4.4091224670410198E-2</c:v>
                </c:pt>
                <c:pt idx="2897">
                  <c:v>0.16282844543457001</c:v>
                </c:pt>
                <c:pt idx="2898">
                  <c:v>0.1572606563568115</c:v>
                </c:pt>
                <c:pt idx="2899">
                  <c:v>0.15169286727905301</c:v>
                </c:pt>
                <c:pt idx="2900">
                  <c:v>4.85949516296387E-2</c:v>
                </c:pt>
                <c:pt idx="2901">
                  <c:v>0.1794581413269043</c:v>
                </c:pt>
                <c:pt idx="2902">
                  <c:v>0.31032133102416998</c:v>
                </c:pt>
                <c:pt idx="2903">
                  <c:v>-5.86743354797363E-2</c:v>
                </c:pt>
                <c:pt idx="2904">
                  <c:v>6.7345857620239341E-2</c:v>
                </c:pt>
                <c:pt idx="2905">
                  <c:v>0.19336605072021501</c:v>
                </c:pt>
                <c:pt idx="2906">
                  <c:v>-2.6888847351074201E-2</c:v>
                </c:pt>
                <c:pt idx="2907">
                  <c:v>2.0247459411621101E-2</c:v>
                </c:pt>
                <c:pt idx="2908">
                  <c:v>6.7383766174316406E-2</c:v>
                </c:pt>
                <c:pt idx="2909">
                  <c:v>-4.5195102691650398E-2</c:v>
                </c:pt>
                <c:pt idx="2910">
                  <c:v>-4.4558525085449198E-2</c:v>
                </c:pt>
                <c:pt idx="2911">
                  <c:v>-4.3921947479247998E-2</c:v>
                </c:pt>
                <c:pt idx="2912">
                  <c:v>0.12556982040405301</c:v>
                </c:pt>
                <c:pt idx="2913">
                  <c:v>7.1769475936889815E-2</c:v>
                </c:pt>
                <c:pt idx="2914">
                  <c:v>1.7969131469726601E-2</c:v>
                </c:pt>
                <c:pt idx="2915">
                  <c:v>8.6535930633544894E-2</c:v>
                </c:pt>
                <c:pt idx="2916">
                  <c:v>2.0044088363647451E-2</c:v>
                </c:pt>
                <c:pt idx="2917">
                  <c:v>-4.644775390625E-2</c:v>
                </c:pt>
                <c:pt idx="2918">
                  <c:v>7.5904846191406306E-2</c:v>
                </c:pt>
                <c:pt idx="2919">
                  <c:v>0.19890093803405759</c:v>
                </c:pt>
                <c:pt idx="2920">
                  <c:v>0.32189702987670898</c:v>
                </c:pt>
                <c:pt idx="2921">
                  <c:v>0.12859964370727539</c:v>
                </c:pt>
                <c:pt idx="2922">
                  <c:v>-6.4697742462158203E-2</c:v>
                </c:pt>
                <c:pt idx="2923">
                  <c:v>-3.1888484954833998E-2</c:v>
                </c:pt>
                <c:pt idx="2924">
                  <c:v>9.1769695281982561E-3</c:v>
                </c:pt>
                <c:pt idx="2925">
                  <c:v>5.0242424011230503E-2</c:v>
                </c:pt>
                <c:pt idx="2926">
                  <c:v>9.0808391571044894E-2</c:v>
                </c:pt>
                <c:pt idx="2927">
                  <c:v>0.13590097427368139</c:v>
                </c:pt>
                <c:pt idx="2928">
                  <c:v>0.180993556976318</c:v>
                </c:pt>
                <c:pt idx="2929">
                  <c:v>0.10055589675903299</c:v>
                </c:pt>
                <c:pt idx="2930">
                  <c:v>4.8824548721313372E-2</c:v>
                </c:pt>
                <c:pt idx="2931">
                  <c:v>-2.90679931640625E-3</c:v>
                </c:pt>
                <c:pt idx="2932">
                  <c:v>3.2674789428710903E-2</c:v>
                </c:pt>
                <c:pt idx="2933">
                  <c:v>-9.7894668579101979E-3</c:v>
                </c:pt>
                <c:pt idx="2934">
                  <c:v>-5.2253723144531299E-2</c:v>
                </c:pt>
                <c:pt idx="2935">
                  <c:v>0.23595523834228499</c:v>
                </c:pt>
                <c:pt idx="2936">
                  <c:v>9.1781139373779186E-2</c:v>
                </c:pt>
                <c:pt idx="2937">
                  <c:v>-5.2392959594726597E-2</c:v>
                </c:pt>
                <c:pt idx="2938">
                  <c:v>0.15242671966552701</c:v>
                </c:pt>
                <c:pt idx="2939">
                  <c:v>4.7478437423705923E-2</c:v>
                </c:pt>
                <c:pt idx="2940">
                  <c:v>-5.74698448181152E-2</c:v>
                </c:pt>
                <c:pt idx="2941">
                  <c:v>0.101044654846191</c:v>
                </c:pt>
                <c:pt idx="2942">
                  <c:v>8.0971240997314259E-2</c:v>
                </c:pt>
                <c:pt idx="2943">
                  <c:v>6.08978271484375E-2</c:v>
                </c:pt>
                <c:pt idx="2944">
                  <c:v>0.27614212036132801</c:v>
                </c:pt>
                <c:pt idx="2945">
                  <c:v>0.1213922500610351</c:v>
                </c:pt>
                <c:pt idx="2946">
                  <c:v>-3.3357620239257799E-2</c:v>
                </c:pt>
                <c:pt idx="2947">
                  <c:v>-2.59137153625488E-2</c:v>
                </c:pt>
                <c:pt idx="2948">
                  <c:v>5.9904098510742097E-2</c:v>
                </c:pt>
                <c:pt idx="2949">
                  <c:v>0.14572191238403301</c:v>
                </c:pt>
                <c:pt idx="2950">
                  <c:v>6.6128253936767606E-2</c:v>
                </c:pt>
                <c:pt idx="2951">
                  <c:v>0.17259693145751931</c:v>
                </c:pt>
                <c:pt idx="2952">
                  <c:v>0.27906560897827098</c:v>
                </c:pt>
                <c:pt idx="2953">
                  <c:v>-3.47237586975098E-2</c:v>
                </c:pt>
                <c:pt idx="2954">
                  <c:v>2.8128623962402351E-2</c:v>
                </c:pt>
                <c:pt idx="2955">
                  <c:v>9.0981006622314495E-2</c:v>
                </c:pt>
                <c:pt idx="2956">
                  <c:v>0.148683071136475</c:v>
                </c:pt>
                <c:pt idx="2957">
                  <c:v>0.13715815544128451</c:v>
                </c:pt>
                <c:pt idx="2958">
                  <c:v>0.125633239746094</c:v>
                </c:pt>
                <c:pt idx="2959">
                  <c:v>0.168737888336182</c:v>
                </c:pt>
                <c:pt idx="2960">
                  <c:v>0.2082526683807375</c:v>
                </c:pt>
                <c:pt idx="2961">
                  <c:v>0.247767448425293</c:v>
                </c:pt>
                <c:pt idx="2962">
                  <c:v>0.337749004364014</c:v>
                </c:pt>
                <c:pt idx="2963">
                  <c:v>0.28930616378784202</c:v>
                </c:pt>
                <c:pt idx="2964">
                  <c:v>0.24086332321167001</c:v>
                </c:pt>
                <c:pt idx="2965">
                  <c:v>4.03552055358887E-2</c:v>
                </c:pt>
                <c:pt idx="2966">
                  <c:v>9.2890262603759849E-2</c:v>
                </c:pt>
                <c:pt idx="2967">
                  <c:v>0.145425319671631</c:v>
                </c:pt>
                <c:pt idx="2968">
                  <c:v>0.14997601509094249</c:v>
                </c:pt>
                <c:pt idx="2969">
                  <c:v>0.15452671051025399</c:v>
                </c:pt>
                <c:pt idx="2970">
                  <c:v>-2.4631023406982401E-2</c:v>
                </c:pt>
                <c:pt idx="2971">
                  <c:v>-1.772832870483395E-2</c:v>
                </c:pt>
                <c:pt idx="2972">
                  <c:v>-1.08256340026855E-2</c:v>
                </c:pt>
                <c:pt idx="2973">
                  <c:v>0.11677885055542001</c:v>
                </c:pt>
                <c:pt idx="2974">
                  <c:v>0.114130973815918</c:v>
                </c:pt>
                <c:pt idx="2975">
                  <c:v>0.111483097076416</c:v>
                </c:pt>
                <c:pt idx="2976">
                  <c:v>0.24089002609252899</c:v>
                </c:pt>
                <c:pt idx="2977">
                  <c:v>0.17648482322692849</c:v>
                </c:pt>
                <c:pt idx="2978">
                  <c:v>0.112079620361328</c:v>
                </c:pt>
                <c:pt idx="2979">
                  <c:v>-3.46732139587402E-2</c:v>
                </c:pt>
                <c:pt idx="2980">
                  <c:v>6.3738584518432395E-2</c:v>
                </c:pt>
                <c:pt idx="2981">
                  <c:v>0.162150382995605</c:v>
                </c:pt>
                <c:pt idx="2982">
                  <c:v>0.25894784927368197</c:v>
                </c:pt>
                <c:pt idx="2983">
                  <c:v>0.28500127792358398</c:v>
                </c:pt>
                <c:pt idx="2984">
                  <c:v>0.311054706573486</c:v>
                </c:pt>
                <c:pt idx="2985">
                  <c:v>8.4268569946289104E-2</c:v>
                </c:pt>
                <c:pt idx="2986">
                  <c:v>0.15070724487304701</c:v>
                </c:pt>
                <c:pt idx="2987">
                  <c:v>0.21714591979980499</c:v>
                </c:pt>
                <c:pt idx="2988">
                  <c:v>0.105997562408447</c:v>
                </c:pt>
                <c:pt idx="2989">
                  <c:v>0.12673997879028301</c:v>
                </c:pt>
                <c:pt idx="2990">
                  <c:v>0.147482395172119</c:v>
                </c:pt>
                <c:pt idx="2991">
                  <c:v>3.5603523254394497E-2</c:v>
                </c:pt>
                <c:pt idx="2992">
                  <c:v>4.6238899230956997E-2</c:v>
                </c:pt>
                <c:pt idx="2993">
                  <c:v>5.6874275207519497E-2</c:v>
                </c:pt>
                <c:pt idx="2994">
                  <c:v>0.295543193817139</c:v>
                </c:pt>
                <c:pt idx="2995">
                  <c:v>0.23296260833740251</c:v>
                </c:pt>
                <c:pt idx="2996">
                  <c:v>0.17038202285766599</c:v>
                </c:pt>
                <c:pt idx="2997">
                  <c:v>3.6607265472412102E-2</c:v>
                </c:pt>
                <c:pt idx="2998">
                  <c:v>7.9415321350097545E-2</c:v>
                </c:pt>
                <c:pt idx="2999">
                  <c:v>0.12222337722778299</c:v>
                </c:pt>
                <c:pt idx="3000">
                  <c:v>-3.8597583770752002E-2</c:v>
                </c:pt>
                <c:pt idx="3001">
                  <c:v>-5.6722164154053012E-3</c:v>
                </c:pt>
                <c:pt idx="3002">
                  <c:v>2.7253150939941399E-2</c:v>
                </c:pt>
                <c:pt idx="3003">
                  <c:v>0.33020591735839799</c:v>
                </c:pt>
                <c:pt idx="3004">
                  <c:v>0.26139211654663053</c:v>
                </c:pt>
                <c:pt idx="3005">
                  <c:v>0.192578315734863</c:v>
                </c:pt>
                <c:pt idx="3006">
                  <c:v>0.104044437408447</c:v>
                </c:pt>
                <c:pt idx="3007">
                  <c:v>8.9904308319091658E-2</c:v>
                </c:pt>
                <c:pt idx="3008">
                  <c:v>7.57641792297363E-2</c:v>
                </c:pt>
                <c:pt idx="3009">
                  <c:v>4.1045188903808601E-2</c:v>
                </c:pt>
                <c:pt idx="3010">
                  <c:v>0.1003217697143553</c:v>
                </c:pt>
                <c:pt idx="3011">
                  <c:v>0.15959835052490201</c:v>
                </c:pt>
                <c:pt idx="3012">
                  <c:v>7.8841447830200029E-2</c:v>
                </c:pt>
                <c:pt idx="3013">
                  <c:v>-1.9154548645019501E-3</c:v>
                </c:pt>
                <c:pt idx="3014">
                  <c:v>-4.8979759216308601E-2</c:v>
                </c:pt>
                <c:pt idx="3015">
                  <c:v>0.1047396659851072</c:v>
                </c:pt>
                <c:pt idx="3016">
                  <c:v>0.25845909118652299</c:v>
                </c:pt>
                <c:pt idx="3017">
                  <c:v>-6.2170028686523403E-2</c:v>
                </c:pt>
                <c:pt idx="3018">
                  <c:v>4.0865898132324302E-2</c:v>
                </c:pt>
                <c:pt idx="3019">
                  <c:v>0.14390182495117201</c:v>
                </c:pt>
                <c:pt idx="3020">
                  <c:v>-5.8846473693847698E-2</c:v>
                </c:pt>
                <c:pt idx="3021">
                  <c:v>7.6397418975830148E-2</c:v>
                </c:pt>
                <c:pt idx="3022">
                  <c:v>0.21164131164550801</c:v>
                </c:pt>
                <c:pt idx="3023">
                  <c:v>0.102028369903564</c:v>
                </c:pt>
                <c:pt idx="3024">
                  <c:v>0.12747907638549799</c:v>
                </c:pt>
                <c:pt idx="3025">
                  <c:v>0.152929782867432</c:v>
                </c:pt>
                <c:pt idx="3026">
                  <c:v>-2.97951698303223E-2</c:v>
                </c:pt>
                <c:pt idx="3027">
                  <c:v>0.1478919982910159</c:v>
                </c:pt>
                <c:pt idx="3028">
                  <c:v>0.32557916641235402</c:v>
                </c:pt>
                <c:pt idx="3029">
                  <c:v>6.1551570892333998E-2</c:v>
                </c:pt>
                <c:pt idx="3030">
                  <c:v>0.12441205978393551</c:v>
                </c:pt>
                <c:pt idx="3031">
                  <c:v>0.187272548675537</c:v>
                </c:pt>
                <c:pt idx="3032">
                  <c:v>0.10261201858520499</c:v>
                </c:pt>
                <c:pt idx="3033">
                  <c:v>0.11657524108886699</c:v>
                </c:pt>
                <c:pt idx="3034">
                  <c:v>0.13053846359252899</c:v>
                </c:pt>
                <c:pt idx="3035">
                  <c:v>0.100461006164551</c:v>
                </c:pt>
                <c:pt idx="3036">
                  <c:v>7.8361272811889759E-2</c:v>
                </c:pt>
                <c:pt idx="3037">
                  <c:v>5.6261539459228502E-2</c:v>
                </c:pt>
                <c:pt idx="3038">
                  <c:v>0.141314506530762</c:v>
                </c:pt>
                <c:pt idx="3039">
                  <c:v>0.1948318481445315</c:v>
                </c:pt>
                <c:pt idx="3040">
                  <c:v>0.248349189758301</c:v>
                </c:pt>
                <c:pt idx="3041">
                  <c:v>-4.6496868133544901E-2</c:v>
                </c:pt>
                <c:pt idx="3042">
                  <c:v>6.1434030532837032E-2</c:v>
                </c:pt>
                <c:pt idx="3043">
                  <c:v>0.169364929199219</c:v>
                </c:pt>
                <c:pt idx="3044">
                  <c:v>0.16418886184692399</c:v>
                </c:pt>
                <c:pt idx="3045">
                  <c:v>5.2362203598022537E-2</c:v>
                </c:pt>
                <c:pt idx="3046">
                  <c:v>-5.9464454650878899E-2</c:v>
                </c:pt>
                <c:pt idx="3047">
                  <c:v>0.18759346008300801</c:v>
                </c:pt>
                <c:pt idx="3048">
                  <c:v>0.1088762283325197</c:v>
                </c:pt>
                <c:pt idx="3049">
                  <c:v>3.0158996582031299E-2</c:v>
                </c:pt>
                <c:pt idx="3050">
                  <c:v>-2.9348373413085899E-2</c:v>
                </c:pt>
                <c:pt idx="3051">
                  <c:v>3.724694252014156E-2</c:v>
                </c:pt>
                <c:pt idx="3052">
                  <c:v>0.103842258453369</c:v>
                </c:pt>
                <c:pt idx="3053">
                  <c:v>0.32414579391479498</c:v>
                </c:pt>
                <c:pt idx="3054">
                  <c:v>0.188446044921875</c:v>
                </c:pt>
                <c:pt idx="3055">
                  <c:v>5.2746295928955099E-2</c:v>
                </c:pt>
                <c:pt idx="3056">
                  <c:v>0.348177909851074</c:v>
                </c:pt>
                <c:pt idx="3057">
                  <c:v>0.274708271026611</c:v>
                </c:pt>
                <c:pt idx="3058">
                  <c:v>0.20123863220214799</c:v>
                </c:pt>
                <c:pt idx="3059">
                  <c:v>0.16909122467040999</c:v>
                </c:pt>
                <c:pt idx="3060">
                  <c:v>0.13694381713867201</c:v>
                </c:pt>
                <c:pt idx="3061">
                  <c:v>-4.6954154968261701E-3</c:v>
                </c:pt>
                <c:pt idx="3062">
                  <c:v>5.2026987075805907E-2</c:v>
                </c:pt>
                <c:pt idx="3063">
                  <c:v>0.108749389648438</c:v>
                </c:pt>
                <c:pt idx="3064">
                  <c:v>0.13764762878417999</c:v>
                </c:pt>
                <c:pt idx="3065">
                  <c:v>0.16617059707641599</c:v>
                </c:pt>
                <c:pt idx="3066">
                  <c:v>0.19469356536865201</c:v>
                </c:pt>
                <c:pt idx="3067">
                  <c:v>-6.8839073181152302E-2</c:v>
                </c:pt>
                <c:pt idx="3068">
                  <c:v>-4.9679279327392439E-3</c:v>
                </c:pt>
                <c:pt idx="3069">
                  <c:v>5.89032173156738E-2</c:v>
                </c:pt>
                <c:pt idx="3070">
                  <c:v>6.6843509674072293E-2</c:v>
                </c:pt>
                <c:pt idx="3071">
                  <c:v>0.1018214225769041</c:v>
                </c:pt>
                <c:pt idx="3072">
                  <c:v>0.136799335479736</c:v>
                </c:pt>
                <c:pt idx="3073">
                  <c:v>0.247206211090088</c:v>
                </c:pt>
                <c:pt idx="3074">
                  <c:v>9.459328651428231E-2</c:v>
                </c:pt>
                <c:pt idx="3075">
                  <c:v>-5.8019638061523403E-2</c:v>
                </c:pt>
                <c:pt idx="3076">
                  <c:v>0.14304018020629899</c:v>
                </c:pt>
                <c:pt idx="3077">
                  <c:v>0.21382570266723649</c:v>
                </c:pt>
                <c:pt idx="3078">
                  <c:v>0.28461122512817399</c:v>
                </c:pt>
                <c:pt idx="3079">
                  <c:v>-3.179931640625E-2</c:v>
                </c:pt>
                <c:pt idx="3080">
                  <c:v>1.515936851501465E-2</c:v>
                </c:pt>
                <c:pt idx="3081">
                  <c:v>6.2118053436279297E-2</c:v>
                </c:pt>
                <c:pt idx="3082">
                  <c:v>-3.3856391906738302E-2</c:v>
                </c:pt>
                <c:pt idx="3083">
                  <c:v>3.8214921951293862E-2</c:v>
                </c:pt>
                <c:pt idx="3084">
                  <c:v>0.11028623580932601</c:v>
                </c:pt>
                <c:pt idx="3085">
                  <c:v>0.10229682922363301</c:v>
                </c:pt>
                <c:pt idx="3086">
                  <c:v>0.10130953788757351</c:v>
                </c:pt>
                <c:pt idx="3087">
                  <c:v>0.100322246551514</c:v>
                </c:pt>
                <c:pt idx="3088">
                  <c:v>0.188088893890381</c:v>
                </c:pt>
                <c:pt idx="3089">
                  <c:v>0.17277407646179199</c:v>
                </c:pt>
                <c:pt idx="3090">
                  <c:v>0.15745925903320299</c:v>
                </c:pt>
                <c:pt idx="3091">
                  <c:v>0.10430192947387699</c:v>
                </c:pt>
                <c:pt idx="3092">
                  <c:v>0.1431031227111815</c:v>
                </c:pt>
                <c:pt idx="3093">
                  <c:v>0.181904315948486</c:v>
                </c:pt>
                <c:pt idx="3094">
                  <c:v>1.03998184204102E-3</c:v>
                </c:pt>
                <c:pt idx="3095">
                  <c:v>2.480864524841311E-2</c:v>
                </c:pt>
                <c:pt idx="3096">
                  <c:v>4.8577308654785198E-2</c:v>
                </c:pt>
                <c:pt idx="3097">
                  <c:v>0.27406549453735402</c:v>
                </c:pt>
                <c:pt idx="3098">
                  <c:v>0.1592216491699221</c:v>
                </c:pt>
                <c:pt idx="3099">
                  <c:v>4.43778038024902E-2</c:v>
                </c:pt>
                <c:pt idx="3100">
                  <c:v>0.19135665893554701</c:v>
                </c:pt>
                <c:pt idx="3101">
                  <c:v>8.4826231002807687E-2</c:v>
                </c:pt>
                <c:pt idx="3102">
                  <c:v>-2.1704196929931599E-2</c:v>
                </c:pt>
                <c:pt idx="3103">
                  <c:v>3.5820484161377002E-2</c:v>
                </c:pt>
                <c:pt idx="3104">
                  <c:v>0.188365697860718</c:v>
                </c:pt>
                <c:pt idx="3105">
                  <c:v>0.34091091156005898</c:v>
                </c:pt>
                <c:pt idx="3106">
                  <c:v>0.24215102195739749</c:v>
                </c:pt>
                <c:pt idx="3107">
                  <c:v>0.143391132354736</c:v>
                </c:pt>
                <c:pt idx="3108">
                  <c:v>0.2381911277771</c:v>
                </c:pt>
                <c:pt idx="3109">
                  <c:v>0.13335824012756359</c:v>
                </c:pt>
                <c:pt idx="3110">
                  <c:v>2.8525352478027299E-2</c:v>
                </c:pt>
                <c:pt idx="3111">
                  <c:v>8.5043430328369099E-2</c:v>
                </c:pt>
                <c:pt idx="3112">
                  <c:v>8.2570314407348605E-2</c:v>
                </c:pt>
                <c:pt idx="3113">
                  <c:v>8.0097198486328097E-2</c:v>
                </c:pt>
                <c:pt idx="3114">
                  <c:v>9.4428062438964792E-3</c:v>
                </c:pt>
                <c:pt idx="3115">
                  <c:v>-2.6234388351440419E-2</c:v>
                </c:pt>
                <c:pt idx="3116">
                  <c:v>-6.1911582946777302E-2</c:v>
                </c:pt>
                <c:pt idx="3117">
                  <c:v>0.34123945236206099</c:v>
                </c:pt>
                <c:pt idx="3118">
                  <c:v>0.14169430732727081</c:v>
                </c:pt>
                <c:pt idx="3119">
                  <c:v>-5.7850837707519497E-2</c:v>
                </c:pt>
                <c:pt idx="3120">
                  <c:v>-3.5124778747558601E-2</c:v>
                </c:pt>
                <c:pt idx="3121">
                  <c:v>8.035635948181169E-2</c:v>
                </c:pt>
                <c:pt idx="3122">
                  <c:v>0.195837497711182</c:v>
                </c:pt>
                <c:pt idx="3123">
                  <c:v>-2.9040336608886701E-2</c:v>
                </c:pt>
                <c:pt idx="3124">
                  <c:v>6.1208009719848647E-2</c:v>
                </c:pt>
                <c:pt idx="3125">
                  <c:v>0.15145635604858401</c:v>
                </c:pt>
                <c:pt idx="3126">
                  <c:v>0.135725498199463</c:v>
                </c:pt>
                <c:pt idx="3127">
                  <c:v>8.8384389877319405E-2</c:v>
                </c:pt>
                <c:pt idx="3128">
                  <c:v>4.1043281555175802E-2</c:v>
                </c:pt>
                <c:pt idx="3129">
                  <c:v>0.13378715515136699</c:v>
                </c:pt>
                <c:pt idx="3130">
                  <c:v>0.14497709274292001</c:v>
                </c:pt>
                <c:pt idx="3131">
                  <c:v>0.15616703033447299</c:v>
                </c:pt>
                <c:pt idx="3132">
                  <c:v>7.6278209686279297E-2</c:v>
                </c:pt>
                <c:pt idx="3133">
                  <c:v>1.0878086090087891E-2</c:v>
                </c:pt>
                <c:pt idx="3134">
                  <c:v>-5.4522037506103502E-2</c:v>
                </c:pt>
                <c:pt idx="3135">
                  <c:v>8.6718082427978502E-2</c:v>
                </c:pt>
                <c:pt idx="3136">
                  <c:v>0.1194760799407958</c:v>
                </c:pt>
                <c:pt idx="3137">
                  <c:v>0.152234077453613</c:v>
                </c:pt>
                <c:pt idx="3138">
                  <c:v>-3.06401252746582E-2</c:v>
                </c:pt>
                <c:pt idx="3139">
                  <c:v>2.6938915252685561E-2</c:v>
                </c:pt>
                <c:pt idx="3140">
                  <c:v>8.4517955780029297E-2</c:v>
                </c:pt>
                <c:pt idx="3141">
                  <c:v>-1.05338096618652E-2</c:v>
                </c:pt>
                <c:pt idx="3142">
                  <c:v>3.6388635635375997E-2</c:v>
                </c:pt>
                <c:pt idx="3143">
                  <c:v>8.3311080932617201E-2</c:v>
                </c:pt>
                <c:pt idx="3144">
                  <c:v>6.1474800109863302E-2</c:v>
                </c:pt>
                <c:pt idx="3145">
                  <c:v>5.3603887557983398E-2</c:v>
                </c:pt>
                <c:pt idx="3146">
                  <c:v>4.5732975006103502E-2</c:v>
                </c:pt>
                <c:pt idx="3147">
                  <c:v>0.31516504287719699</c:v>
                </c:pt>
                <c:pt idx="3148">
                  <c:v>0.13349604606628401</c:v>
                </c:pt>
                <c:pt idx="3149">
                  <c:v>-4.8172950744628899E-2</c:v>
                </c:pt>
                <c:pt idx="3150">
                  <c:v>0.25551652908325201</c:v>
                </c:pt>
                <c:pt idx="3151">
                  <c:v>0.1055867671966553</c:v>
                </c:pt>
                <c:pt idx="3152">
                  <c:v>-4.4342994689941399E-2</c:v>
                </c:pt>
                <c:pt idx="3153">
                  <c:v>6.3338994979858315E-2</c:v>
                </c:pt>
                <c:pt idx="3154">
                  <c:v>0.17102098464965801</c:v>
                </c:pt>
                <c:pt idx="3155">
                  <c:v>5.2180290222168003E-3</c:v>
                </c:pt>
                <c:pt idx="3156">
                  <c:v>2.71306037902832E-2</c:v>
                </c:pt>
                <c:pt idx="3157">
                  <c:v>4.9043178558349602E-2</c:v>
                </c:pt>
                <c:pt idx="3158">
                  <c:v>-1.7625808715820299E-2</c:v>
                </c:pt>
                <c:pt idx="3159">
                  <c:v>4.8527002334594851E-2</c:v>
                </c:pt>
                <c:pt idx="3160">
                  <c:v>0.11467981338501</c:v>
                </c:pt>
                <c:pt idx="3161">
                  <c:v>0.16081142425537101</c:v>
                </c:pt>
                <c:pt idx="3162">
                  <c:v>0.1104991436004638</c:v>
                </c:pt>
                <c:pt idx="3163">
                  <c:v>6.0186862945556599E-2</c:v>
                </c:pt>
                <c:pt idx="3164">
                  <c:v>-2.1461009979247998E-2</c:v>
                </c:pt>
                <c:pt idx="3165">
                  <c:v>0.10705828666687001</c:v>
                </c:pt>
                <c:pt idx="3166">
                  <c:v>0.235577583312988</c:v>
                </c:pt>
                <c:pt idx="3167">
                  <c:v>-6.6086292266845703E-2</c:v>
                </c:pt>
                <c:pt idx="3168">
                  <c:v>3.3491611480712648E-2</c:v>
                </c:pt>
                <c:pt idx="3169">
                  <c:v>0.13306951522827101</c:v>
                </c:pt>
                <c:pt idx="3170">
                  <c:v>0.19389820098877</c:v>
                </c:pt>
                <c:pt idx="3171">
                  <c:v>6.9278955459594949E-2</c:v>
                </c:pt>
                <c:pt idx="3172">
                  <c:v>-5.5340290069580099E-2</c:v>
                </c:pt>
                <c:pt idx="3173">
                  <c:v>5.8174610137939502E-2</c:v>
                </c:pt>
                <c:pt idx="3174">
                  <c:v>1.7263412475585951E-2</c:v>
                </c:pt>
                <c:pt idx="3175">
                  <c:v>-2.3647785186767599E-2</c:v>
                </c:pt>
                <c:pt idx="3176">
                  <c:v>0.28193855285644498</c:v>
                </c:pt>
                <c:pt idx="3177">
                  <c:v>0.30945634841918951</c:v>
                </c:pt>
                <c:pt idx="3178">
                  <c:v>0.33697414398193398</c:v>
                </c:pt>
                <c:pt idx="3179">
                  <c:v>6.3972949981689495E-2</c:v>
                </c:pt>
                <c:pt idx="3180">
                  <c:v>0.1633756160736082</c:v>
                </c:pt>
                <c:pt idx="3181">
                  <c:v>0.26277828216552701</c:v>
                </c:pt>
                <c:pt idx="3182">
                  <c:v>-2.3458480834960899E-2</c:v>
                </c:pt>
                <c:pt idx="3183">
                  <c:v>5.7048797607422062E-2</c:v>
                </c:pt>
                <c:pt idx="3184">
                  <c:v>0.13755607604980499</c:v>
                </c:pt>
                <c:pt idx="3185">
                  <c:v>-1.6384124755859401E-3</c:v>
                </c:pt>
                <c:pt idx="3186">
                  <c:v>5.9285402297973543E-2</c:v>
                </c:pt>
                <c:pt idx="3187">
                  <c:v>0.12020921707153299</c:v>
                </c:pt>
                <c:pt idx="3188">
                  <c:v>0.101006984710693</c:v>
                </c:pt>
                <c:pt idx="3189">
                  <c:v>8.3437919616699052E-2</c:v>
                </c:pt>
                <c:pt idx="3190">
                  <c:v>6.5868854522705106E-2</c:v>
                </c:pt>
                <c:pt idx="3191">
                  <c:v>8.2326412200927707E-2</c:v>
                </c:pt>
                <c:pt idx="3192">
                  <c:v>5.4890394210815402E-2</c:v>
                </c:pt>
                <c:pt idx="3193">
                  <c:v>2.7454376220703101E-2</c:v>
                </c:pt>
                <c:pt idx="3194">
                  <c:v>0.103976249694824</c:v>
                </c:pt>
                <c:pt idx="3195">
                  <c:v>2.649593353271475E-2</c:v>
                </c:pt>
                <c:pt idx="3196">
                  <c:v>-5.0984382629394497E-2</c:v>
                </c:pt>
                <c:pt idx="3197">
                  <c:v>2.2204160690307648E-2</c:v>
                </c:pt>
                <c:pt idx="3198">
                  <c:v>9.5392704010009793E-2</c:v>
                </c:pt>
                <c:pt idx="3199">
                  <c:v>-5.22408485412598E-2</c:v>
                </c:pt>
                <c:pt idx="3200">
                  <c:v>3.5549640655517599E-2</c:v>
                </c:pt>
                <c:pt idx="3201">
                  <c:v>0.12334012985229501</c:v>
                </c:pt>
                <c:pt idx="3202">
                  <c:v>-3.3302307128906299E-2</c:v>
                </c:pt>
                <c:pt idx="3203">
                  <c:v>-4.0394783020019552E-2</c:v>
                </c:pt>
                <c:pt idx="3204">
                  <c:v>-4.7487258911132799E-2</c:v>
                </c:pt>
                <c:pt idx="3205">
                  <c:v>0.16660499572753901</c:v>
                </c:pt>
                <c:pt idx="3206">
                  <c:v>0.1243371963500977</c:v>
                </c:pt>
                <c:pt idx="3207">
                  <c:v>8.2069396972656306E-2</c:v>
                </c:pt>
                <c:pt idx="3208">
                  <c:v>0.15146541595459001</c:v>
                </c:pt>
                <c:pt idx="3209">
                  <c:v>0.1111383438110353</c:v>
                </c:pt>
                <c:pt idx="3210">
                  <c:v>7.0811271667480497E-2</c:v>
                </c:pt>
                <c:pt idx="3211">
                  <c:v>9.8071098327636701E-3</c:v>
                </c:pt>
                <c:pt idx="3212">
                  <c:v>6.4221620559692327E-2</c:v>
                </c:pt>
                <c:pt idx="3213">
                  <c:v>0.118636131286621</c:v>
                </c:pt>
                <c:pt idx="3214">
                  <c:v>-1.42216682434082E-2</c:v>
                </c:pt>
                <c:pt idx="3215">
                  <c:v>0.13913440704345689</c:v>
                </c:pt>
                <c:pt idx="3216">
                  <c:v>0.29249048233032199</c:v>
                </c:pt>
                <c:pt idx="3217">
                  <c:v>-3.8400650024414097E-2</c:v>
                </c:pt>
                <c:pt idx="3218">
                  <c:v>-2.7614593505859399E-2</c:v>
                </c:pt>
                <c:pt idx="3219">
                  <c:v>-1.6828536987304701E-2</c:v>
                </c:pt>
                <c:pt idx="3220">
                  <c:v>0.13261651992797899</c:v>
                </c:pt>
                <c:pt idx="3221">
                  <c:v>0.142751455307007</c:v>
                </c:pt>
                <c:pt idx="3222">
                  <c:v>0.15288639068603499</c:v>
                </c:pt>
                <c:pt idx="3223">
                  <c:v>8.5474014282226604E-2</c:v>
                </c:pt>
                <c:pt idx="3224">
                  <c:v>3.8342475891113302E-2</c:v>
                </c:pt>
                <c:pt idx="3225">
                  <c:v>-8.7890625E-3</c:v>
                </c:pt>
                <c:pt idx="3226">
                  <c:v>9.7545623779296903E-2</c:v>
                </c:pt>
                <c:pt idx="3227">
                  <c:v>0.12535238265991189</c:v>
                </c:pt>
                <c:pt idx="3228">
                  <c:v>0.15315914154052701</c:v>
                </c:pt>
                <c:pt idx="3229">
                  <c:v>1.32207870483398E-2</c:v>
                </c:pt>
                <c:pt idx="3230">
                  <c:v>0.1269805431365969</c:v>
                </c:pt>
                <c:pt idx="3231">
                  <c:v>0.24074029922485399</c:v>
                </c:pt>
                <c:pt idx="3232">
                  <c:v>0.138270378112793</c:v>
                </c:pt>
                <c:pt idx="3233">
                  <c:v>0.12625622749328599</c:v>
                </c:pt>
                <c:pt idx="3234">
                  <c:v>0.11424207687377901</c:v>
                </c:pt>
                <c:pt idx="3235">
                  <c:v>0.20520877838134799</c:v>
                </c:pt>
                <c:pt idx="3236">
                  <c:v>7.0440292358398604E-2</c:v>
                </c:pt>
                <c:pt idx="3237">
                  <c:v>-6.4328193664550795E-2</c:v>
                </c:pt>
                <c:pt idx="3238">
                  <c:v>0.110939025878906</c:v>
                </c:pt>
                <c:pt idx="3239">
                  <c:v>8.497452735900865E-2</c:v>
                </c:pt>
                <c:pt idx="3240">
                  <c:v>5.90100288391113E-2</c:v>
                </c:pt>
                <c:pt idx="3241">
                  <c:v>0.33022928237915</c:v>
                </c:pt>
                <c:pt idx="3242">
                  <c:v>0.15039300918579079</c:v>
                </c:pt>
                <c:pt idx="3243">
                  <c:v>-2.9443264007568401E-2</c:v>
                </c:pt>
                <c:pt idx="3244">
                  <c:v>1.0071754455566399E-2</c:v>
                </c:pt>
                <c:pt idx="3245">
                  <c:v>4.95867729187012E-2</c:v>
                </c:pt>
                <c:pt idx="3246">
                  <c:v>0.188667297363281</c:v>
                </c:pt>
                <c:pt idx="3247">
                  <c:v>0.1197834014892577</c:v>
                </c:pt>
                <c:pt idx="3248">
                  <c:v>5.0899505615234403E-2</c:v>
                </c:pt>
                <c:pt idx="3249">
                  <c:v>-6.4530849456787095E-2</c:v>
                </c:pt>
                <c:pt idx="3250">
                  <c:v>-5.8179378509521498E-2</c:v>
                </c:pt>
                <c:pt idx="3251">
                  <c:v>-5.1827907562255901E-2</c:v>
                </c:pt>
                <c:pt idx="3252">
                  <c:v>0.24253654479980499</c:v>
                </c:pt>
                <c:pt idx="3253">
                  <c:v>9.3700647354126143E-2</c:v>
                </c:pt>
                <c:pt idx="3254">
                  <c:v>-5.51352500915527E-2</c:v>
                </c:pt>
                <c:pt idx="3255">
                  <c:v>0.14914941787719699</c:v>
                </c:pt>
                <c:pt idx="3256">
                  <c:v>0.15309715270996099</c:v>
                </c:pt>
                <c:pt idx="3257">
                  <c:v>0.157044887542725</c:v>
                </c:pt>
                <c:pt idx="3258">
                  <c:v>-1.0555744171142601E-2</c:v>
                </c:pt>
                <c:pt idx="3259">
                  <c:v>-9.23275947570802E-3</c:v>
                </c:pt>
                <c:pt idx="3260">
                  <c:v>-7.9097747802734392E-3</c:v>
                </c:pt>
                <c:pt idx="3261">
                  <c:v>-6.3403606414794894E-2</c:v>
                </c:pt>
                <c:pt idx="3262">
                  <c:v>4.6343803405761552E-2</c:v>
                </c:pt>
                <c:pt idx="3263">
                  <c:v>0.156091213226318</c:v>
                </c:pt>
                <c:pt idx="3264">
                  <c:v>-5.3658962249755901E-2</c:v>
                </c:pt>
                <c:pt idx="3265">
                  <c:v>4.833364486694354E-2</c:v>
                </c:pt>
                <c:pt idx="3266">
                  <c:v>0.15032625198364299</c:v>
                </c:pt>
                <c:pt idx="3267">
                  <c:v>0.28801774978637701</c:v>
                </c:pt>
                <c:pt idx="3268">
                  <c:v>0.12039065361022951</c:v>
                </c:pt>
                <c:pt idx="3269">
                  <c:v>-4.7236442565918003E-2</c:v>
                </c:pt>
                <c:pt idx="3270">
                  <c:v>8.6533546447753906E-2</c:v>
                </c:pt>
                <c:pt idx="3271">
                  <c:v>0.20872426033019989</c:v>
                </c:pt>
                <c:pt idx="3272">
                  <c:v>0.33091497421264598</c:v>
                </c:pt>
                <c:pt idx="3273">
                  <c:v>9.0363502502441406E-2</c:v>
                </c:pt>
                <c:pt idx="3274">
                  <c:v>0.1288521289825437</c:v>
                </c:pt>
                <c:pt idx="3275">
                  <c:v>0.16734075546264601</c:v>
                </c:pt>
                <c:pt idx="3276">
                  <c:v>-5.2371501922607401E-2</c:v>
                </c:pt>
                <c:pt idx="3277">
                  <c:v>4.29298877716063E-2</c:v>
                </c:pt>
                <c:pt idx="3278">
                  <c:v>0.13823127746582001</c:v>
                </c:pt>
                <c:pt idx="3279">
                  <c:v>0.116472721099854</c:v>
                </c:pt>
                <c:pt idx="3280">
                  <c:v>0.199275016784668</c:v>
                </c:pt>
                <c:pt idx="3281">
                  <c:v>0.28207731246948198</c:v>
                </c:pt>
                <c:pt idx="3282">
                  <c:v>-5.2414417266845703E-2</c:v>
                </c:pt>
                <c:pt idx="3283">
                  <c:v>-4.3249845504760763E-2</c:v>
                </c:pt>
                <c:pt idx="3284">
                  <c:v>-3.4085273742675802E-2</c:v>
                </c:pt>
                <c:pt idx="3285">
                  <c:v>0.123728275299072</c:v>
                </c:pt>
                <c:pt idx="3286">
                  <c:v>9.5891714096069197E-2</c:v>
                </c:pt>
                <c:pt idx="3287">
                  <c:v>6.8055152893066406E-2</c:v>
                </c:pt>
                <c:pt idx="3288">
                  <c:v>0.14298009872436501</c:v>
                </c:pt>
                <c:pt idx="3289">
                  <c:v>0.15675544738769501</c:v>
                </c:pt>
                <c:pt idx="3290">
                  <c:v>0.170530796051025</c:v>
                </c:pt>
                <c:pt idx="3291">
                  <c:v>5.6717634201049583E-2</c:v>
                </c:pt>
                <c:pt idx="3292">
                  <c:v>-5.7095527648925802E-2</c:v>
                </c:pt>
                <c:pt idx="3293">
                  <c:v>0.16117763519287101</c:v>
                </c:pt>
                <c:pt idx="3294">
                  <c:v>8.2935333251953083E-2</c:v>
                </c:pt>
                <c:pt idx="3295">
                  <c:v>4.6930313110351597E-3</c:v>
                </c:pt>
                <c:pt idx="3296">
                  <c:v>6.2056064605712898E-2</c:v>
                </c:pt>
                <c:pt idx="3297">
                  <c:v>2.648305892944337E-2</c:v>
                </c:pt>
                <c:pt idx="3298">
                  <c:v>-9.0899467468261701E-3</c:v>
                </c:pt>
                <c:pt idx="3299">
                  <c:v>8.6709499359130901E-2</c:v>
                </c:pt>
                <c:pt idx="3300">
                  <c:v>1.9406795501709002E-2</c:v>
                </c:pt>
                <c:pt idx="3301">
                  <c:v>-4.7895908355712898E-2</c:v>
                </c:pt>
                <c:pt idx="3302">
                  <c:v>5.52620887756348E-2</c:v>
                </c:pt>
                <c:pt idx="3303">
                  <c:v>8.2051753997803012E-3</c:v>
                </c:pt>
                <c:pt idx="3304">
                  <c:v>-3.8851737976074198E-2</c:v>
                </c:pt>
                <c:pt idx="3305">
                  <c:v>0.13944053649902299</c:v>
                </c:pt>
                <c:pt idx="3306">
                  <c:v>0.12729811668395949</c:v>
                </c:pt>
                <c:pt idx="3307">
                  <c:v>0.115155696868896</c:v>
                </c:pt>
                <c:pt idx="3308">
                  <c:v>0.112368106842041</c:v>
                </c:pt>
                <c:pt idx="3309">
                  <c:v>0.1011204719543457</c:v>
                </c:pt>
                <c:pt idx="3310">
                  <c:v>8.9872837066650405E-2</c:v>
                </c:pt>
                <c:pt idx="3311">
                  <c:v>0.249221801757813</c:v>
                </c:pt>
                <c:pt idx="3312">
                  <c:v>9.2585325241089089E-2</c:v>
                </c:pt>
                <c:pt idx="3313">
                  <c:v>-6.4051151275634793E-2</c:v>
                </c:pt>
                <c:pt idx="3314">
                  <c:v>7.26208686828613E-2</c:v>
                </c:pt>
                <c:pt idx="3315">
                  <c:v>8.8801383972167969E-3</c:v>
                </c:pt>
                <c:pt idx="3316">
                  <c:v>-5.48605918884277E-2</c:v>
                </c:pt>
                <c:pt idx="3317">
                  <c:v>0.14383506774902299</c:v>
                </c:pt>
                <c:pt idx="3318">
                  <c:v>0.2060873508453365</c:v>
                </c:pt>
                <c:pt idx="3319">
                  <c:v>0.26833963394165</c:v>
                </c:pt>
                <c:pt idx="3320">
                  <c:v>6.6923141479492201E-2</c:v>
                </c:pt>
                <c:pt idx="3321">
                  <c:v>5.9645414352416999E-2</c:v>
                </c:pt>
                <c:pt idx="3322">
                  <c:v>5.2367687225341797E-2</c:v>
                </c:pt>
                <c:pt idx="3323">
                  <c:v>0.25194120407104498</c:v>
                </c:pt>
                <c:pt idx="3324">
                  <c:v>0.10499906539916989</c:v>
                </c:pt>
                <c:pt idx="3325">
                  <c:v>-4.1943073272705099E-2</c:v>
                </c:pt>
                <c:pt idx="3326">
                  <c:v>0.12476158142089799</c:v>
                </c:pt>
                <c:pt idx="3327">
                  <c:v>3.6443710327148202E-2</c:v>
                </c:pt>
                <c:pt idx="3328">
                  <c:v>-5.1874160766601597E-2</c:v>
                </c:pt>
                <c:pt idx="3329">
                  <c:v>0.146519660949707</c:v>
                </c:pt>
                <c:pt idx="3330">
                  <c:v>7.6893806457519517E-2</c:v>
                </c:pt>
                <c:pt idx="3331">
                  <c:v>7.2679519653320304E-3</c:v>
                </c:pt>
                <c:pt idx="3332">
                  <c:v>7.1800231933593806E-2</c:v>
                </c:pt>
                <c:pt idx="3333">
                  <c:v>0.14203786849975589</c:v>
                </c:pt>
                <c:pt idx="3334">
                  <c:v>0.212275505065918</c:v>
                </c:pt>
                <c:pt idx="3335">
                  <c:v>2.7071475982665998E-2</c:v>
                </c:pt>
                <c:pt idx="3336">
                  <c:v>0.107300043106079</c:v>
                </c:pt>
                <c:pt idx="3337">
                  <c:v>0.18752861022949199</c:v>
                </c:pt>
                <c:pt idx="3338">
                  <c:v>0.16240572929382299</c:v>
                </c:pt>
                <c:pt idx="3339">
                  <c:v>0.13728284835815399</c:v>
                </c:pt>
                <c:pt idx="3340">
                  <c:v>6.6658020019531306E-2</c:v>
                </c:pt>
                <c:pt idx="3341">
                  <c:v>0.20672655105590809</c:v>
                </c:pt>
                <c:pt idx="3342">
                  <c:v>0.34679508209228499</c:v>
                </c:pt>
                <c:pt idx="3343">
                  <c:v>9.3738079071044894E-2</c:v>
                </c:pt>
                <c:pt idx="3344">
                  <c:v>3.0246257781982391E-2</c:v>
                </c:pt>
                <c:pt idx="3345">
                  <c:v>-3.3245563507080099E-2</c:v>
                </c:pt>
                <c:pt idx="3346">
                  <c:v>7.5496673583984403E-2</c:v>
                </c:pt>
                <c:pt idx="3347">
                  <c:v>7.6363563537597642E-2</c:v>
                </c:pt>
                <c:pt idx="3348">
                  <c:v>7.7230453491210896E-2</c:v>
                </c:pt>
                <c:pt idx="3349">
                  <c:v>0.148766994476318</c:v>
                </c:pt>
                <c:pt idx="3350">
                  <c:v>6.949925422668439E-2</c:v>
                </c:pt>
                <c:pt idx="3351">
                  <c:v>-9.7684860229492205E-3</c:v>
                </c:pt>
                <c:pt idx="3352">
                  <c:v>3.8451671600341797E-2</c:v>
                </c:pt>
                <c:pt idx="3353">
                  <c:v>0.18721032142639141</c:v>
                </c:pt>
                <c:pt idx="3354">
                  <c:v>0.33596897125244102</c:v>
                </c:pt>
                <c:pt idx="3355">
                  <c:v>-6.4032077789306599E-2</c:v>
                </c:pt>
                <c:pt idx="3356">
                  <c:v>4.3140888214111203E-2</c:v>
                </c:pt>
                <c:pt idx="3357">
                  <c:v>0.15031385421752899</c:v>
                </c:pt>
                <c:pt idx="3358">
                  <c:v>0.171942234039307</c:v>
                </c:pt>
                <c:pt idx="3359">
                  <c:v>6.7579746246338043E-2</c:v>
                </c:pt>
                <c:pt idx="3360">
                  <c:v>-3.6782741546630901E-2</c:v>
                </c:pt>
                <c:pt idx="3361">
                  <c:v>0.208653450012207</c:v>
                </c:pt>
                <c:pt idx="3362">
                  <c:v>8.2970142364501953E-2</c:v>
                </c:pt>
                <c:pt idx="3363">
                  <c:v>-4.2713165283203097E-2</c:v>
                </c:pt>
                <c:pt idx="3364">
                  <c:v>0.217286586761475</c:v>
                </c:pt>
                <c:pt idx="3365">
                  <c:v>9.1762781143188643E-2</c:v>
                </c:pt>
                <c:pt idx="3366">
                  <c:v>-3.3761024475097698E-2</c:v>
                </c:pt>
                <c:pt idx="3367">
                  <c:v>0.13822889328002899</c:v>
                </c:pt>
                <c:pt idx="3368">
                  <c:v>4.8682689666747887E-2</c:v>
                </c:pt>
                <c:pt idx="3369">
                  <c:v>-4.0863513946533203E-2</c:v>
                </c:pt>
                <c:pt idx="3370">
                  <c:v>0.13982439041137701</c:v>
                </c:pt>
                <c:pt idx="3371">
                  <c:v>8.6126804351806655E-2</c:v>
                </c:pt>
                <c:pt idx="3372">
                  <c:v>3.24292182922363E-2</c:v>
                </c:pt>
                <c:pt idx="3373">
                  <c:v>-4.3241500854492201E-2</c:v>
                </c:pt>
                <c:pt idx="3374">
                  <c:v>7.811284065246589E-2</c:v>
                </c:pt>
                <c:pt idx="3375">
                  <c:v>0.19946718215942399</c:v>
                </c:pt>
                <c:pt idx="3376">
                  <c:v>9.5172405242919894E-2</c:v>
                </c:pt>
                <c:pt idx="3377">
                  <c:v>6.9745540618896443E-2</c:v>
                </c:pt>
                <c:pt idx="3378">
                  <c:v>4.4318675994872998E-2</c:v>
                </c:pt>
                <c:pt idx="3379">
                  <c:v>0.30846691131591802</c:v>
                </c:pt>
                <c:pt idx="3380">
                  <c:v>0.13512444496154791</c:v>
                </c:pt>
                <c:pt idx="3381">
                  <c:v>-3.82180213928223E-2</c:v>
                </c:pt>
                <c:pt idx="3382">
                  <c:v>2.8490543365478491E-2</c:v>
                </c:pt>
                <c:pt idx="3383">
                  <c:v>9.5199108123779297E-2</c:v>
                </c:pt>
                <c:pt idx="3384">
                  <c:v>0.31598711013793901</c:v>
                </c:pt>
                <c:pt idx="3385">
                  <c:v>0.12983512878417949</c:v>
                </c:pt>
                <c:pt idx="3386">
                  <c:v>-5.6316852569580099E-2</c:v>
                </c:pt>
                <c:pt idx="3387">
                  <c:v>0.14034223556518599</c:v>
                </c:pt>
                <c:pt idx="3388">
                  <c:v>5.6106090545654491E-2</c:v>
                </c:pt>
                <c:pt idx="3389">
                  <c:v>-2.8130054473877002E-2</c:v>
                </c:pt>
                <c:pt idx="3390">
                  <c:v>0.12002420425415</c:v>
                </c:pt>
                <c:pt idx="3391">
                  <c:v>0.16664648056030251</c:v>
                </c:pt>
                <c:pt idx="3392">
                  <c:v>0.21326875686645499</c:v>
                </c:pt>
                <c:pt idx="3393">
                  <c:v>2.4582214355468799</c:v>
                </c:pt>
                <c:pt idx="3394">
                  <c:v>1.326545953750613</c:v>
                </c:pt>
                <c:pt idx="3395">
                  <c:v>0.19487047195434601</c:v>
                </c:pt>
                <c:pt idx="3396">
                  <c:v>-5.68084716796875E-2</c:v>
                </c:pt>
                <c:pt idx="3397">
                  <c:v>5.181384086608877E-2</c:v>
                </c:pt>
                <c:pt idx="3398">
                  <c:v>0.16043615341186501</c:v>
                </c:pt>
                <c:pt idx="3399">
                  <c:v>-2.740478515625E-2</c:v>
                </c:pt>
                <c:pt idx="3400">
                  <c:v>1.2200832366943351E-2</c:v>
                </c:pt>
                <c:pt idx="3401">
                  <c:v>5.1806449890136698E-2</c:v>
                </c:pt>
                <c:pt idx="3402">
                  <c:v>5.5643081665039097E-2</c:v>
                </c:pt>
                <c:pt idx="3403">
                  <c:v>7.5034618377685547E-2</c:v>
                </c:pt>
                <c:pt idx="3404">
                  <c:v>9.4426155090332003E-2</c:v>
                </c:pt>
                <c:pt idx="3405">
                  <c:v>-4.5006752014160198E-2</c:v>
                </c:pt>
                <c:pt idx="3406">
                  <c:v>-5.5735826492309598E-2</c:v>
                </c:pt>
                <c:pt idx="3407">
                  <c:v>-6.6464900970458998E-2</c:v>
                </c:pt>
                <c:pt idx="3408">
                  <c:v>0.14657640457153301</c:v>
                </c:pt>
                <c:pt idx="3409">
                  <c:v>0.19083023071289049</c:v>
                </c:pt>
                <c:pt idx="3410">
                  <c:v>0.23508405685424799</c:v>
                </c:pt>
                <c:pt idx="3411">
                  <c:v>-5.8239936828613302E-2</c:v>
                </c:pt>
                <c:pt idx="3412">
                  <c:v>4.0194749832153362E-2</c:v>
                </c:pt>
                <c:pt idx="3413">
                  <c:v>0.13862943649292001</c:v>
                </c:pt>
                <c:pt idx="3414">
                  <c:v>0.15082740783691401</c:v>
                </c:pt>
                <c:pt idx="3415">
                  <c:v>6.4984321594238253E-2</c:v>
                </c:pt>
                <c:pt idx="3416">
                  <c:v>-2.08587646484375E-2</c:v>
                </c:pt>
                <c:pt idx="3417">
                  <c:v>-8.2783699035644497E-3</c:v>
                </c:pt>
                <c:pt idx="3418">
                  <c:v>0.16959309577941881</c:v>
                </c:pt>
                <c:pt idx="3419">
                  <c:v>0.34746456146240201</c:v>
                </c:pt>
                <c:pt idx="3420">
                  <c:v>4.9530982971191399E-2</c:v>
                </c:pt>
                <c:pt idx="3421">
                  <c:v>1.0616779327392511E-3</c:v>
                </c:pt>
                <c:pt idx="3422">
                  <c:v>-4.7407627105712898E-2</c:v>
                </c:pt>
                <c:pt idx="3423">
                  <c:v>-4.7192573547363302E-2</c:v>
                </c:pt>
                <c:pt idx="3424">
                  <c:v>0.1132891178131103</c:v>
                </c:pt>
                <c:pt idx="3425">
                  <c:v>0.27377080917358398</c:v>
                </c:pt>
                <c:pt idx="3426">
                  <c:v>0.21291685104370101</c:v>
                </c:pt>
                <c:pt idx="3427">
                  <c:v>9.1702461242675712E-2</c:v>
                </c:pt>
                <c:pt idx="3428">
                  <c:v>-2.9511928558349599E-2</c:v>
                </c:pt>
                <c:pt idx="3429">
                  <c:v>-2.79366970062256E-2</c:v>
                </c:pt>
                <c:pt idx="3430">
                  <c:v>-2.6361465454101601E-2</c:v>
                </c:pt>
                <c:pt idx="3431">
                  <c:v>0.12836408615112299</c:v>
                </c:pt>
                <c:pt idx="3432">
                  <c:v>9.2294216156005845E-2</c:v>
                </c:pt>
                <c:pt idx="3433">
                  <c:v>5.62243461608887E-2</c:v>
                </c:pt>
                <c:pt idx="3434">
                  <c:v>0.16205644607543901</c:v>
                </c:pt>
                <c:pt idx="3435">
                  <c:v>0.25211524963378901</c:v>
                </c:pt>
                <c:pt idx="3436">
                  <c:v>0.342174053192139</c:v>
                </c:pt>
                <c:pt idx="3437">
                  <c:v>0.176724433898926</c:v>
                </c:pt>
                <c:pt idx="3438">
                  <c:v>6.682634353637705E-2</c:v>
                </c:pt>
                <c:pt idx="3439">
                  <c:v>-4.3071746826171903E-2</c:v>
                </c:pt>
                <c:pt idx="3440">
                  <c:v>1.8404483795165998E-2</c:v>
                </c:pt>
                <c:pt idx="3441">
                  <c:v>3.69415283203125E-2</c:v>
                </c:pt>
                <c:pt idx="3442">
                  <c:v>5.5478572845458998E-2</c:v>
                </c:pt>
                <c:pt idx="3443">
                  <c:v>7.4548721313476597E-3</c:v>
                </c:pt>
                <c:pt idx="3444">
                  <c:v>-5.3546428680419679E-3</c:v>
                </c:pt>
                <c:pt idx="3445">
                  <c:v>-1.8164157867431599E-2</c:v>
                </c:pt>
                <c:pt idx="3446">
                  <c:v>-5.5376052856445299E-2</c:v>
                </c:pt>
                <c:pt idx="3447">
                  <c:v>-5.08291721343994E-2</c:v>
                </c:pt>
                <c:pt idx="3448">
                  <c:v>-4.6282291412353502E-2</c:v>
                </c:pt>
                <c:pt idx="3449">
                  <c:v>0.123747825622559</c:v>
                </c:pt>
                <c:pt idx="3450">
                  <c:v>0.13384509086608901</c:v>
                </c:pt>
                <c:pt idx="3451">
                  <c:v>0.143942356109619</c:v>
                </c:pt>
                <c:pt idx="3452">
                  <c:v>0.152581691741943</c:v>
                </c:pt>
                <c:pt idx="3453">
                  <c:v>0.1536955833435055</c:v>
                </c:pt>
                <c:pt idx="3454">
                  <c:v>0.154809474945068</c:v>
                </c:pt>
                <c:pt idx="3455">
                  <c:v>0.16271400451660201</c:v>
                </c:pt>
                <c:pt idx="3456">
                  <c:v>0.12988758087158231</c:v>
                </c:pt>
                <c:pt idx="3457">
                  <c:v>9.70611572265625E-2</c:v>
                </c:pt>
                <c:pt idx="3458">
                  <c:v>-4.5664787292480503E-2</c:v>
                </c:pt>
                <c:pt idx="3459">
                  <c:v>6.2634229660034263E-2</c:v>
                </c:pt>
                <c:pt idx="3460">
                  <c:v>0.17093324661254899</c:v>
                </c:pt>
                <c:pt idx="3461">
                  <c:v>0.34679126739501998</c:v>
                </c:pt>
                <c:pt idx="3462">
                  <c:v>0.17318272590637229</c:v>
                </c:pt>
                <c:pt idx="3463">
                  <c:v>-4.25815582275391E-4</c:v>
                </c:pt>
                <c:pt idx="3464">
                  <c:v>5.0763607025146498E-2</c:v>
                </c:pt>
                <c:pt idx="3465">
                  <c:v>0.1150178909301757</c:v>
                </c:pt>
                <c:pt idx="3466">
                  <c:v>0.17927217483520499</c:v>
                </c:pt>
                <c:pt idx="3467">
                  <c:v>-4.8467636108398403E-2</c:v>
                </c:pt>
                <c:pt idx="3468">
                  <c:v>-1.9512653350830061E-2</c:v>
                </c:pt>
                <c:pt idx="3469">
                  <c:v>9.4423294067382795E-3</c:v>
                </c:pt>
                <c:pt idx="3470">
                  <c:v>0.145579814910889</c:v>
                </c:pt>
                <c:pt idx="3471">
                  <c:v>0.1286301612854005</c:v>
                </c:pt>
                <c:pt idx="3472">
                  <c:v>0.111680507659912</c:v>
                </c:pt>
                <c:pt idx="3473">
                  <c:v>0.13584709167480499</c:v>
                </c:pt>
                <c:pt idx="3474">
                  <c:v>0.1607999801635745</c:v>
                </c:pt>
                <c:pt idx="3475">
                  <c:v>0.185752868652344</c:v>
                </c:pt>
                <c:pt idx="3476">
                  <c:v>0.165846347808838</c:v>
                </c:pt>
                <c:pt idx="3477">
                  <c:v>0.145939826965332</c:v>
                </c:pt>
                <c:pt idx="3478">
                  <c:v>0.12772417068481401</c:v>
                </c:pt>
                <c:pt idx="3479">
                  <c:v>0.2245802879333495</c:v>
                </c:pt>
                <c:pt idx="3480">
                  <c:v>0.32143640518188499</c:v>
                </c:pt>
                <c:pt idx="3481">
                  <c:v>0.17122077941894501</c:v>
                </c:pt>
                <c:pt idx="3482">
                  <c:v>0.1266229152679442</c:v>
                </c:pt>
                <c:pt idx="3483">
                  <c:v>8.2025051116943401E-2</c:v>
                </c:pt>
                <c:pt idx="3484">
                  <c:v>0.16472721099853499</c:v>
                </c:pt>
                <c:pt idx="3485">
                  <c:v>0.20556664466857899</c:v>
                </c:pt>
                <c:pt idx="3486">
                  <c:v>0.24640607833862299</c:v>
                </c:pt>
                <c:pt idx="3487">
                  <c:v>7.9628944396972698E-2</c:v>
                </c:pt>
                <c:pt idx="3488">
                  <c:v>9.4609498977661355E-2</c:v>
                </c:pt>
                <c:pt idx="3489">
                  <c:v>0.10959005355835</c:v>
                </c:pt>
                <c:pt idx="3490">
                  <c:v>0.109080791473389</c:v>
                </c:pt>
                <c:pt idx="3491">
                  <c:v>6.7615509033203305E-2</c:v>
                </c:pt>
                <c:pt idx="3492">
                  <c:v>2.6150226593017599E-2</c:v>
                </c:pt>
                <c:pt idx="3493">
                  <c:v>-5.0761222839355503E-2</c:v>
                </c:pt>
                <c:pt idx="3494">
                  <c:v>-1.1879682540893549E-2</c:v>
                </c:pt>
                <c:pt idx="3495">
                  <c:v>2.7001857757568401E-2</c:v>
                </c:pt>
                <c:pt idx="3496">
                  <c:v>-3.3181190490722698E-2</c:v>
                </c:pt>
                <c:pt idx="3497">
                  <c:v>0.1042628288269041</c:v>
                </c:pt>
                <c:pt idx="3498">
                  <c:v>0.241706848144531</c:v>
                </c:pt>
                <c:pt idx="3499">
                  <c:v>8.8220119476318401E-2</c:v>
                </c:pt>
                <c:pt idx="3500">
                  <c:v>4.7698020935058608E-2</c:v>
                </c:pt>
                <c:pt idx="3501">
                  <c:v>7.1759223937988299E-3</c:v>
                </c:pt>
                <c:pt idx="3502">
                  <c:v>5.9453010559081997E-2</c:v>
                </c:pt>
                <c:pt idx="3503">
                  <c:v>7.3101758956909152E-2</c:v>
                </c:pt>
                <c:pt idx="3504">
                  <c:v>8.67505073547363E-2</c:v>
                </c:pt>
                <c:pt idx="3505">
                  <c:v>-6.0098648071289097E-2</c:v>
                </c:pt>
                <c:pt idx="3506">
                  <c:v>5.4056882858276457E-2</c:v>
                </c:pt>
                <c:pt idx="3507">
                  <c:v>0.16821241378784199</c:v>
                </c:pt>
                <c:pt idx="3508">
                  <c:v>0.16150283813476601</c:v>
                </c:pt>
                <c:pt idx="3509">
                  <c:v>0.12348484992980981</c:v>
                </c:pt>
                <c:pt idx="3510">
                  <c:v>8.5466861724853502E-2</c:v>
                </c:pt>
                <c:pt idx="3511">
                  <c:v>8.4408760070800795E-2</c:v>
                </c:pt>
                <c:pt idx="3512">
                  <c:v>0.20176982879638691</c:v>
                </c:pt>
                <c:pt idx="3513">
                  <c:v>0.31913089752197299</c:v>
                </c:pt>
                <c:pt idx="3514">
                  <c:v>6.7554473876953097E-2</c:v>
                </c:pt>
                <c:pt idx="3515">
                  <c:v>0.17676472663879411</c:v>
                </c:pt>
                <c:pt idx="3516">
                  <c:v>0.28597497940063499</c:v>
                </c:pt>
                <c:pt idx="3517">
                  <c:v>0.153440952301025</c:v>
                </c:pt>
                <c:pt idx="3518">
                  <c:v>9.8971605300903154E-2</c:v>
                </c:pt>
                <c:pt idx="3519">
                  <c:v>4.4502258300781299E-2</c:v>
                </c:pt>
                <c:pt idx="3520">
                  <c:v>0.136874198913574</c:v>
                </c:pt>
                <c:pt idx="3521">
                  <c:v>4.905319213867175E-2</c:v>
                </c:pt>
                <c:pt idx="3522">
                  <c:v>-3.8767814636230503E-2</c:v>
                </c:pt>
                <c:pt idx="3523">
                  <c:v>5.0456762313842739E-2</c:v>
                </c:pt>
                <c:pt idx="3524">
                  <c:v>0.13968133926391599</c:v>
                </c:pt>
                <c:pt idx="3525">
                  <c:v>-3.8496017456054701E-2</c:v>
                </c:pt>
                <c:pt idx="3526">
                  <c:v>1.308250427246095E-2</c:v>
                </c:pt>
                <c:pt idx="3527">
                  <c:v>6.4661026000976604E-2</c:v>
                </c:pt>
                <c:pt idx="3528">
                  <c:v>0.1510329246521</c:v>
                </c:pt>
                <c:pt idx="3529">
                  <c:v>0.1040935516357424</c:v>
                </c:pt>
                <c:pt idx="3530">
                  <c:v>5.71541786193848E-2</c:v>
                </c:pt>
                <c:pt idx="3531">
                  <c:v>-1.50480270385742E-2</c:v>
                </c:pt>
                <c:pt idx="3532">
                  <c:v>-3.3069372177124003E-2</c:v>
                </c:pt>
                <c:pt idx="3533">
                  <c:v>-5.10907173156738E-2</c:v>
                </c:pt>
                <c:pt idx="3534">
                  <c:v>-4.6093940734863302E-2</c:v>
                </c:pt>
                <c:pt idx="3535">
                  <c:v>-4.5174598693847649E-2</c:v>
                </c:pt>
                <c:pt idx="3536">
                  <c:v>-4.4255256652831997E-2</c:v>
                </c:pt>
                <c:pt idx="3537">
                  <c:v>0.104213714599609</c:v>
                </c:pt>
                <c:pt idx="3538">
                  <c:v>2.856850624084455E-2</c:v>
                </c:pt>
                <c:pt idx="3539">
                  <c:v>-4.7076702117919901E-2</c:v>
                </c:pt>
                <c:pt idx="3540">
                  <c:v>5.9048175811767599E-2</c:v>
                </c:pt>
                <c:pt idx="3541">
                  <c:v>9.7925901412963784E-2</c:v>
                </c:pt>
                <c:pt idx="3542">
                  <c:v>0.13680362701415999</c:v>
                </c:pt>
                <c:pt idx="3543">
                  <c:v>0.153076171875</c:v>
                </c:pt>
                <c:pt idx="3544">
                  <c:v>8.4585189819335951E-2</c:v>
                </c:pt>
                <c:pt idx="3545">
                  <c:v>1.6094207763671899E-2</c:v>
                </c:pt>
                <c:pt idx="3546">
                  <c:v>0.17144584655761699</c:v>
                </c:pt>
                <c:pt idx="3547">
                  <c:v>0.176422834396362</c:v>
                </c:pt>
                <c:pt idx="3548">
                  <c:v>0.18139982223510701</c:v>
                </c:pt>
                <c:pt idx="3549">
                  <c:v>-4.8952579498291002E-2</c:v>
                </c:pt>
                <c:pt idx="3550">
                  <c:v>3.079342842102049E-2</c:v>
                </c:pt>
                <c:pt idx="3551">
                  <c:v>0.110539436340332</c:v>
                </c:pt>
                <c:pt idx="3552">
                  <c:v>8.4630012512207003E-2</c:v>
                </c:pt>
                <c:pt idx="3553">
                  <c:v>0.196449279785156</c:v>
                </c:pt>
                <c:pt idx="3554">
                  <c:v>0.30826854705810502</c:v>
                </c:pt>
                <c:pt idx="3555">
                  <c:v>-4.8157215118408203E-2</c:v>
                </c:pt>
                <c:pt idx="3556">
                  <c:v>0.10397672653198239</c:v>
                </c:pt>
                <c:pt idx="3557">
                  <c:v>0.25611066818237299</c:v>
                </c:pt>
                <c:pt idx="3558">
                  <c:v>-6.5422058105468804E-4</c:v>
                </c:pt>
                <c:pt idx="3559">
                  <c:v>3.9555311203002909E-2</c:v>
                </c:pt>
                <c:pt idx="3560">
                  <c:v>7.9764842987060505E-2</c:v>
                </c:pt>
                <c:pt idx="3561">
                  <c:v>5.6226730346679701E-2</c:v>
                </c:pt>
                <c:pt idx="3562">
                  <c:v>9.6611976623535351E-2</c:v>
                </c:pt>
                <c:pt idx="3563">
                  <c:v>0.13699722290039101</c:v>
                </c:pt>
                <c:pt idx="3564">
                  <c:v>2.1684646606445299E-2</c:v>
                </c:pt>
                <c:pt idx="3565">
                  <c:v>4.0674924850463853E-2</c:v>
                </c:pt>
                <c:pt idx="3566">
                  <c:v>5.9665203094482401E-2</c:v>
                </c:pt>
                <c:pt idx="3567">
                  <c:v>0.15603184700012221</c:v>
                </c:pt>
                <c:pt idx="3568">
                  <c:v>0.252398490905762</c:v>
                </c:pt>
                <c:pt idx="3569">
                  <c:v>0.20964241027832001</c:v>
                </c:pt>
                <c:pt idx="3570">
                  <c:v>8.3452939987182451E-2</c:v>
                </c:pt>
                <c:pt idx="3571">
                  <c:v>-4.2736530303955099E-2</c:v>
                </c:pt>
                <c:pt idx="3572">
                  <c:v>0.217570781707764</c:v>
                </c:pt>
                <c:pt idx="3573">
                  <c:v>9.59544181823732E-2</c:v>
                </c:pt>
                <c:pt idx="3574">
                  <c:v>-2.5661945343017599E-2</c:v>
                </c:pt>
                <c:pt idx="3575">
                  <c:v>2.4450302124023399E-2</c:v>
                </c:pt>
                <c:pt idx="3576">
                  <c:v>-1.411962509155275E-2</c:v>
                </c:pt>
                <c:pt idx="3577">
                  <c:v>-5.2689552307128899E-2</c:v>
                </c:pt>
                <c:pt idx="3578">
                  <c:v>0.25568389892578097</c:v>
                </c:pt>
                <c:pt idx="3579">
                  <c:v>0.18177986145019501</c:v>
                </c:pt>
                <c:pt idx="3580">
                  <c:v>0.107875823974609</c:v>
                </c:pt>
                <c:pt idx="3581">
                  <c:v>5.44934272766113E-2</c:v>
                </c:pt>
                <c:pt idx="3582">
                  <c:v>3.5244941711425747E-2</c:v>
                </c:pt>
                <c:pt idx="3583">
                  <c:v>1.59964561462402E-2</c:v>
                </c:pt>
                <c:pt idx="3584">
                  <c:v>7.7277660369873005E-2</c:v>
                </c:pt>
                <c:pt idx="3585">
                  <c:v>0.16917729377746599</c:v>
                </c:pt>
                <c:pt idx="3586">
                  <c:v>0.26107692718505898</c:v>
                </c:pt>
                <c:pt idx="3587">
                  <c:v>-2.9578685760497998E-2</c:v>
                </c:pt>
                <c:pt idx="3588">
                  <c:v>-2.2576808929443349E-2</c:v>
                </c:pt>
                <c:pt idx="3589">
                  <c:v>-1.55749320983887E-2</c:v>
                </c:pt>
                <c:pt idx="3590">
                  <c:v>-3.3425331115722698E-2</c:v>
                </c:pt>
                <c:pt idx="3591">
                  <c:v>-3.0157566070556651E-2</c:v>
                </c:pt>
                <c:pt idx="3592">
                  <c:v>-2.6889801025390601E-2</c:v>
                </c:pt>
                <c:pt idx="3593">
                  <c:v>0.10698938369751</c:v>
                </c:pt>
                <c:pt idx="3594">
                  <c:v>9.8850011825561648E-2</c:v>
                </c:pt>
                <c:pt idx="3595">
                  <c:v>9.0710639953613295E-2</c:v>
                </c:pt>
                <c:pt idx="3596">
                  <c:v>-5.6606769561767599E-2</c:v>
                </c:pt>
                <c:pt idx="3597">
                  <c:v>-4.6190023422241197E-2</c:v>
                </c:pt>
                <c:pt idx="3598">
                  <c:v>-3.5773277282714802E-2</c:v>
                </c:pt>
                <c:pt idx="3599">
                  <c:v>0.159350395202637</c:v>
                </c:pt>
                <c:pt idx="3600">
                  <c:v>0.230120658874512</c:v>
                </c:pt>
                <c:pt idx="3601">
                  <c:v>0.300890922546387</c:v>
                </c:pt>
                <c:pt idx="3602">
                  <c:v>9.8448753356933594E-2</c:v>
                </c:pt>
                <c:pt idx="3603">
                  <c:v>0.1026544570922853</c:v>
                </c:pt>
                <c:pt idx="3604">
                  <c:v>0.106860160827637</c:v>
                </c:pt>
                <c:pt idx="3605">
                  <c:v>0.294464111328125</c:v>
                </c:pt>
                <c:pt idx="3606">
                  <c:v>0.15955424308776861</c:v>
                </c:pt>
                <c:pt idx="3607">
                  <c:v>2.4644374847412099E-2</c:v>
                </c:pt>
                <c:pt idx="3608">
                  <c:v>-4.6456813812255901E-2</c:v>
                </c:pt>
                <c:pt idx="3609">
                  <c:v>0.1303069591522216</c:v>
                </c:pt>
                <c:pt idx="3610">
                  <c:v>0.307070732116699</c:v>
                </c:pt>
                <c:pt idx="3611">
                  <c:v>-3.2538414001464802E-2</c:v>
                </c:pt>
                <c:pt idx="3612">
                  <c:v>2.0342588424682648E-2</c:v>
                </c:pt>
                <c:pt idx="3613">
                  <c:v>7.3223590850830106E-2</c:v>
                </c:pt>
                <c:pt idx="3614">
                  <c:v>5.6743621826171903E-2</c:v>
                </c:pt>
                <c:pt idx="3615">
                  <c:v>4.02636528015137E-2</c:v>
                </c:pt>
                <c:pt idx="3616">
                  <c:v>5.38430213928223E-2</c:v>
                </c:pt>
                <c:pt idx="3617">
                  <c:v>5.9424161911010763E-2</c:v>
                </c:pt>
                <c:pt idx="3618">
                  <c:v>6.5005302429199205E-2</c:v>
                </c:pt>
                <c:pt idx="3619">
                  <c:v>0.14507865905761699</c:v>
                </c:pt>
                <c:pt idx="3620">
                  <c:v>4.6080589294433497E-2</c:v>
                </c:pt>
                <c:pt idx="3621">
                  <c:v>-5.291748046875E-2</c:v>
                </c:pt>
                <c:pt idx="3622">
                  <c:v>-3.6218643188476597E-2</c:v>
                </c:pt>
                <c:pt idx="3623">
                  <c:v>-2.0092010498046889E-2</c:v>
                </c:pt>
                <c:pt idx="3624">
                  <c:v>-3.9653778076171901E-3</c:v>
                </c:pt>
                <c:pt idx="3625">
                  <c:v>0.102621555328369</c:v>
                </c:pt>
                <c:pt idx="3626">
                  <c:v>0.13131284713745101</c:v>
                </c:pt>
                <c:pt idx="3627">
                  <c:v>0.16000413894653301</c:v>
                </c:pt>
                <c:pt idx="3628">
                  <c:v>0.15923690795898399</c:v>
                </c:pt>
                <c:pt idx="3629">
                  <c:v>0.1130294799804685</c:v>
                </c:pt>
                <c:pt idx="3630">
                  <c:v>6.6822052001953097E-2</c:v>
                </c:pt>
                <c:pt idx="3631">
                  <c:v>8.7164878845214802E-2</c:v>
                </c:pt>
                <c:pt idx="3632">
                  <c:v>7.0459842681884752E-2</c:v>
                </c:pt>
                <c:pt idx="3633">
                  <c:v>5.3754806518554701E-2</c:v>
                </c:pt>
                <c:pt idx="3634">
                  <c:v>0.27141904830932601</c:v>
                </c:pt>
                <c:pt idx="3635">
                  <c:v>0.12752914428710929</c:v>
                </c:pt>
                <c:pt idx="3636">
                  <c:v>-1.6360759735107401E-2</c:v>
                </c:pt>
                <c:pt idx="3637">
                  <c:v>-5.2567005157470703E-2</c:v>
                </c:pt>
                <c:pt idx="3638">
                  <c:v>-4.1919231414794901E-2</c:v>
                </c:pt>
                <c:pt idx="3639">
                  <c:v>-3.1271457672119099E-2</c:v>
                </c:pt>
                <c:pt idx="3640">
                  <c:v>8.9510440826416002E-2</c:v>
                </c:pt>
                <c:pt idx="3641">
                  <c:v>8.9635372161865248E-2</c:v>
                </c:pt>
                <c:pt idx="3642">
                  <c:v>8.9760303497314495E-2</c:v>
                </c:pt>
                <c:pt idx="3643">
                  <c:v>-5.88879585266113E-2</c:v>
                </c:pt>
                <c:pt idx="3644">
                  <c:v>-5.242824554442943E-4</c:v>
                </c:pt>
                <c:pt idx="3645">
                  <c:v>5.7839393615722698E-2</c:v>
                </c:pt>
                <c:pt idx="3646">
                  <c:v>9.1309070587158203E-2</c:v>
                </c:pt>
                <c:pt idx="3647">
                  <c:v>0.11952424049377459</c:v>
                </c:pt>
                <c:pt idx="3648">
                  <c:v>0.14773941040039101</c:v>
                </c:pt>
                <c:pt idx="3649">
                  <c:v>7.8710556030273396E-2</c:v>
                </c:pt>
                <c:pt idx="3650">
                  <c:v>1.429200172424315E-2</c:v>
                </c:pt>
                <c:pt idx="3651">
                  <c:v>-5.0126552581787102E-2</c:v>
                </c:pt>
                <c:pt idx="3652">
                  <c:v>0.34252548217773399</c:v>
                </c:pt>
                <c:pt idx="3653">
                  <c:v>0.15188622474670391</c:v>
                </c:pt>
                <c:pt idx="3654">
                  <c:v>-3.87530326843262E-2</c:v>
                </c:pt>
                <c:pt idx="3655">
                  <c:v>0.10644578933715799</c:v>
                </c:pt>
                <c:pt idx="3656">
                  <c:v>0.2286009788513185</c:v>
                </c:pt>
                <c:pt idx="3657">
                  <c:v>0.35075616836547902</c:v>
                </c:pt>
                <c:pt idx="3658">
                  <c:v>-7.9221725463867205E-3</c:v>
                </c:pt>
                <c:pt idx="3659">
                  <c:v>1.6878128051757792E-2</c:v>
                </c:pt>
                <c:pt idx="3660">
                  <c:v>4.1678428649902302E-2</c:v>
                </c:pt>
                <c:pt idx="3661">
                  <c:v>0.12712240219116219</c:v>
                </c:pt>
                <c:pt idx="3662">
                  <c:v>0.21256637573242201</c:v>
                </c:pt>
                <c:pt idx="3663">
                  <c:v>3.84063720703125E-2</c:v>
                </c:pt>
                <c:pt idx="3664">
                  <c:v>8.0755949020385742E-2</c:v>
                </c:pt>
                <c:pt idx="3665">
                  <c:v>0.123105525970459</c:v>
                </c:pt>
                <c:pt idx="3666">
                  <c:v>-4.90469932556152E-2</c:v>
                </c:pt>
                <c:pt idx="3667">
                  <c:v>2.5751113891601399E-2</c:v>
                </c:pt>
                <c:pt idx="3668">
                  <c:v>0.100549221038818</c:v>
                </c:pt>
                <c:pt idx="3669">
                  <c:v>0.271054267883301</c:v>
                </c:pt>
                <c:pt idx="3670">
                  <c:v>0.13556504249572771</c:v>
                </c:pt>
                <c:pt idx="3671">
                  <c:v>7.5817108154296902E-5</c:v>
                </c:pt>
                <c:pt idx="3672">
                  <c:v>5.9135437011718799E-2</c:v>
                </c:pt>
                <c:pt idx="3673">
                  <c:v>7.0487976074218806E-2</c:v>
                </c:pt>
                <c:pt idx="3674">
                  <c:v>8.1840515136718806E-2</c:v>
                </c:pt>
                <c:pt idx="3675">
                  <c:v>8.1340828213081598E-2</c:v>
                </c:pt>
                <c:pt idx="3676">
                  <c:v>8.084114128944439E-2</c:v>
                </c:pt>
                <c:pt idx="3677">
                  <c:v>8.0341454365807183E-2</c:v>
                </c:pt>
                <c:pt idx="3678">
                  <c:v>7.9841767442169961E-2</c:v>
                </c:pt>
                <c:pt idx="3679">
                  <c:v>7.9342080518532754E-2</c:v>
                </c:pt>
                <c:pt idx="3680">
                  <c:v>7.8842393594895546E-2</c:v>
                </c:pt>
                <c:pt idx="3681">
                  <c:v>7.8342706671258339E-2</c:v>
                </c:pt>
                <c:pt idx="3682">
                  <c:v>7.7843019747621131E-2</c:v>
                </c:pt>
                <c:pt idx="3683">
                  <c:v>7.7343332823983924E-2</c:v>
                </c:pt>
                <c:pt idx="3684">
                  <c:v>7.6843645900346716E-2</c:v>
                </c:pt>
                <c:pt idx="3685">
                  <c:v>7.6343958976709508E-2</c:v>
                </c:pt>
                <c:pt idx="3686">
                  <c:v>7.5844272053072287E-2</c:v>
                </c:pt>
                <c:pt idx="3885">
                  <c:v>-2.3593425750732401E-2</c:v>
                </c:pt>
                <c:pt idx="3886">
                  <c:v>-6.8194866180419894E-2</c:v>
                </c:pt>
                <c:pt idx="3887">
                  <c:v>3.0717611312866058E-2</c:v>
                </c:pt>
                <c:pt idx="3888">
                  <c:v>0.12963008880615201</c:v>
                </c:pt>
                <c:pt idx="3889">
                  <c:v>0.14996862411499001</c:v>
                </c:pt>
                <c:pt idx="3890">
                  <c:v>6.2086820602416853E-2</c:v>
                </c:pt>
                <c:pt idx="3891">
                  <c:v>-2.5794982910156299E-2</c:v>
                </c:pt>
                <c:pt idx="3892">
                  <c:v>0.325822353363037</c:v>
                </c:pt>
                <c:pt idx="3893">
                  <c:v>0.1619908809661865</c:v>
                </c:pt>
                <c:pt idx="3894">
                  <c:v>-1.8405914306640599E-3</c:v>
                </c:pt>
                <c:pt idx="3895">
                  <c:v>0.106109619140625</c:v>
                </c:pt>
                <c:pt idx="3896">
                  <c:v>1.955676078796385E-2</c:v>
                </c:pt>
                <c:pt idx="3897">
                  <c:v>-6.6996097564697293E-2</c:v>
                </c:pt>
                <c:pt idx="3898">
                  <c:v>-2.6388645172119099E-2</c:v>
                </c:pt>
                <c:pt idx="3899">
                  <c:v>0.1203751564025879</c:v>
                </c:pt>
                <c:pt idx="3900">
                  <c:v>0.26713895797729498</c:v>
                </c:pt>
                <c:pt idx="3901">
                  <c:v>-4.1800022125244099E-2</c:v>
                </c:pt>
                <c:pt idx="3902">
                  <c:v>1.0900974273681649E-2</c:v>
                </c:pt>
                <c:pt idx="3903">
                  <c:v>6.3601970672607394E-2</c:v>
                </c:pt>
                <c:pt idx="3904">
                  <c:v>-5.5693149566650398E-2</c:v>
                </c:pt>
                <c:pt idx="3905">
                  <c:v>3.5853862762451297E-2</c:v>
                </c:pt>
                <c:pt idx="3906">
                  <c:v>0.12740087509155301</c:v>
                </c:pt>
                <c:pt idx="3907">
                  <c:v>-7.6997280120849595E-2</c:v>
                </c:pt>
                <c:pt idx="3908">
                  <c:v>1.099395751953125E-2</c:v>
                </c:pt>
                <c:pt idx="3909">
                  <c:v>9.8985195159912095E-2</c:v>
                </c:pt>
                <c:pt idx="3910">
                  <c:v>-5.95703125E-2</c:v>
                </c:pt>
                <c:pt idx="3911">
                  <c:v>-1.48320198059082E-2</c:v>
                </c:pt>
                <c:pt idx="3912">
                  <c:v>2.9906272888183601E-2</c:v>
                </c:pt>
                <c:pt idx="3913">
                  <c:v>-4.0240287780761701E-3</c:v>
                </c:pt>
                <c:pt idx="3914">
                  <c:v>0.12515664100646989</c:v>
                </c:pt>
                <c:pt idx="3915">
                  <c:v>0.25433731079101601</c:v>
                </c:pt>
                <c:pt idx="3916">
                  <c:v>0.11125373840331999</c:v>
                </c:pt>
                <c:pt idx="3917">
                  <c:v>7.4835777282714705E-2</c:v>
                </c:pt>
                <c:pt idx="3918">
                  <c:v>3.8417816162109403E-2</c:v>
                </c:pt>
                <c:pt idx="3919">
                  <c:v>6.9844245910644503E-2</c:v>
                </c:pt>
                <c:pt idx="3920">
                  <c:v>2.3276329040527351E-2</c:v>
                </c:pt>
                <c:pt idx="3921">
                  <c:v>-2.3291587829589799E-2</c:v>
                </c:pt>
                <c:pt idx="3922">
                  <c:v>0.11109066009521509</c:v>
                </c:pt>
                <c:pt idx="3923">
                  <c:v>0.24547290802002</c:v>
                </c:pt>
                <c:pt idx="3924">
                  <c:v>-6.5367221832275405E-2</c:v>
                </c:pt>
                <c:pt idx="3925">
                  <c:v>4.0600299835204939E-3</c:v>
                </c:pt>
                <c:pt idx="3926">
                  <c:v>7.3487281799316406E-2</c:v>
                </c:pt>
                <c:pt idx="3927">
                  <c:v>5.5235862731933601E-2</c:v>
                </c:pt>
                <c:pt idx="3928">
                  <c:v>-2.4111270904540881E-3</c:v>
                </c:pt>
                <c:pt idx="3929">
                  <c:v>-6.0058116912841797E-2</c:v>
                </c:pt>
                <c:pt idx="3930">
                  <c:v>5.5015563964843799E-2</c:v>
                </c:pt>
                <c:pt idx="3931">
                  <c:v>5.5512905120849651E-2</c:v>
                </c:pt>
                <c:pt idx="3932">
                  <c:v>5.6010246276855503E-2</c:v>
                </c:pt>
                <c:pt idx="3933">
                  <c:v>-4.9362659454345703E-2</c:v>
                </c:pt>
                <c:pt idx="3934">
                  <c:v>0.13120079040527369</c:v>
                </c:pt>
                <c:pt idx="3935">
                  <c:v>0.31176424026489302</c:v>
                </c:pt>
                <c:pt idx="3936">
                  <c:v>-6.5210819244384793E-2</c:v>
                </c:pt>
                <c:pt idx="3937">
                  <c:v>7.2449922561645591E-2</c:v>
                </c:pt>
                <c:pt idx="3938">
                  <c:v>0.210110664367676</c:v>
                </c:pt>
                <c:pt idx="3939">
                  <c:v>-4.1379451751708998E-2</c:v>
                </c:pt>
                <c:pt idx="3940">
                  <c:v>-2.5743484497070299E-2</c:v>
                </c:pt>
                <c:pt idx="3941">
                  <c:v>-1.0107517242431601E-2</c:v>
                </c:pt>
                <c:pt idx="3942">
                  <c:v>0.23920679092407199</c:v>
                </c:pt>
                <c:pt idx="3943">
                  <c:v>9.1978549957275252E-2</c:v>
                </c:pt>
                <c:pt idx="3944">
                  <c:v>-5.5249691009521498E-2</c:v>
                </c:pt>
                <c:pt idx="3945">
                  <c:v>5.9137344360351597E-3</c:v>
                </c:pt>
                <c:pt idx="3946">
                  <c:v>6.8493127822876074E-2</c:v>
                </c:pt>
                <c:pt idx="3947">
                  <c:v>0.13107252120971699</c:v>
                </c:pt>
                <c:pt idx="3948">
                  <c:v>9.4394207000732394E-2</c:v>
                </c:pt>
                <c:pt idx="3949">
                  <c:v>0.20714664459228521</c:v>
                </c:pt>
                <c:pt idx="3950">
                  <c:v>0.319899082183838</c:v>
                </c:pt>
                <c:pt idx="3951">
                  <c:v>-3.2390594482421903E-2</c:v>
                </c:pt>
                <c:pt idx="3952">
                  <c:v>-3.3905744552612298E-2</c:v>
                </c:pt>
                <c:pt idx="3953">
                  <c:v>-3.54208946228027E-2</c:v>
                </c:pt>
                <c:pt idx="3954">
                  <c:v>0.28857994079589799</c:v>
                </c:pt>
                <c:pt idx="3955">
                  <c:v>0.2149796485900875</c:v>
                </c:pt>
                <c:pt idx="3956">
                  <c:v>0.14137935638427701</c:v>
                </c:pt>
                <c:pt idx="3957">
                  <c:v>0.133503913879395</c:v>
                </c:pt>
                <c:pt idx="3958">
                  <c:v>5.7413578033447502E-2</c:v>
                </c:pt>
                <c:pt idx="3959">
                  <c:v>-1.86767578125E-2</c:v>
                </c:pt>
                <c:pt idx="3960">
                  <c:v>4.3390274047851597E-2</c:v>
                </c:pt>
                <c:pt idx="3961">
                  <c:v>5.9767246246337898E-2</c:v>
                </c:pt>
                <c:pt idx="3962">
                  <c:v>7.6144218444824205E-2</c:v>
                </c:pt>
                <c:pt idx="3963">
                  <c:v>0.30719804763793901</c:v>
                </c:pt>
                <c:pt idx="3964">
                  <c:v>0.14887070655822729</c:v>
                </c:pt>
                <c:pt idx="3965">
                  <c:v>-9.4566345214843802E-3</c:v>
                </c:pt>
                <c:pt idx="3966">
                  <c:v>-3.85632514953613E-2</c:v>
                </c:pt>
                <c:pt idx="3967">
                  <c:v>5.3999185562133838E-2</c:v>
                </c:pt>
                <c:pt idx="3968">
                  <c:v>0.14656162261962899</c:v>
                </c:pt>
                <c:pt idx="3969">
                  <c:v>0.33219146728515597</c:v>
                </c:pt>
                <c:pt idx="3970">
                  <c:v>0.19866681098937969</c:v>
                </c:pt>
                <c:pt idx="3971">
                  <c:v>6.5142154693603502E-2</c:v>
                </c:pt>
                <c:pt idx="3972">
                  <c:v>0.18937444686889629</c:v>
                </c:pt>
                <c:pt idx="3973">
                  <c:v>0.31360673904418901</c:v>
                </c:pt>
                <c:pt idx="3974">
                  <c:v>0.154188632965088</c:v>
                </c:pt>
                <c:pt idx="3975">
                  <c:v>0.1157493591308595</c:v>
                </c:pt>
                <c:pt idx="3976">
                  <c:v>7.7310085296630901E-2</c:v>
                </c:pt>
                <c:pt idx="3977">
                  <c:v>4.6445846557617201E-2</c:v>
                </c:pt>
                <c:pt idx="3978">
                  <c:v>5.6183815002441399E-2</c:v>
                </c:pt>
                <c:pt idx="3979">
                  <c:v>6.5921783447265597E-2</c:v>
                </c:pt>
                <c:pt idx="3980">
                  <c:v>5.8668613433837898E-2</c:v>
                </c:pt>
                <c:pt idx="3981">
                  <c:v>1.556897163391115E-2</c:v>
                </c:pt>
                <c:pt idx="3982">
                  <c:v>-2.7530670166015601E-2</c:v>
                </c:pt>
                <c:pt idx="3983">
                  <c:v>5.6430816650390597E-2</c:v>
                </c:pt>
                <c:pt idx="3984">
                  <c:v>0.15368819236755379</c:v>
                </c:pt>
                <c:pt idx="3985">
                  <c:v>0.25094556808471702</c:v>
                </c:pt>
                <c:pt idx="3986">
                  <c:v>-3.6683082580566402E-3</c:v>
                </c:pt>
                <c:pt idx="3987">
                  <c:v>3.063106536865233E-2</c:v>
                </c:pt>
                <c:pt idx="3988">
                  <c:v>6.49304389953613E-2</c:v>
                </c:pt>
                <c:pt idx="3989">
                  <c:v>0.10867643356323201</c:v>
                </c:pt>
                <c:pt idx="3990">
                  <c:v>0.20463466644287101</c:v>
                </c:pt>
                <c:pt idx="3991">
                  <c:v>0.30059289932250999</c:v>
                </c:pt>
                <c:pt idx="3992">
                  <c:v>0.13090991973877</c:v>
                </c:pt>
                <c:pt idx="3993">
                  <c:v>4.2598724365234597E-2</c:v>
                </c:pt>
                <c:pt idx="3994">
                  <c:v>-4.5712471008300802E-2</c:v>
                </c:pt>
                <c:pt idx="3995">
                  <c:v>0.143777370452881</c:v>
                </c:pt>
                <c:pt idx="3996">
                  <c:v>0.22355556488037101</c:v>
                </c:pt>
                <c:pt idx="3997">
                  <c:v>0.303333759307861</c:v>
                </c:pt>
                <c:pt idx="3998">
                  <c:v>-4.7682285308837898E-2</c:v>
                </c:pt>
                <c:pt idx="3999">
                  <c:v>-4.4172286987304701E-2</c:v>
                </c:pt>
                <c:pt idx="4000">
                  <c:v>-4.0662288665771498E-2</c:v>
                </c:pt>
                <c:pt idx="4001">
                  <c:v>0.282164096832275</c:v>
                </c:pt>
                <c:pt idx="4002">
                  <c:v>0.1712179183959959</c:v>
                </c:pt>
                <c:pt idx="4003">
                  <c:v>6.0271739959716797E-2</c:v>
                </c:pt>
                <c:pt idx="4004">
                  <c:v>0.110908985137939</c:v>
                </c:pt>
                <c:pt idx="4005">
                  <c:v>9.1278791427612097E-2</c:v>
                </c:pt>
                <c:pt idx="4006">
                  <c:v>7.1648597717285198E-2</c:v>
                </c:pt>
                <c:pt idx="4007">
                  <c:v>-3.7437438964843799E-2</c:v>
                </c:pt>
                <c:pt idx="4008">
                  <c:v>5.6330204010009613E-2</c:v>
                </c:pt>
                <c:pt idx="4009">
                  <c:v>0.150097846984863</c:v>
                </c:pt>
                <c:pt idx="4010">
                  <c:v>0.11966609954834</c:v>
                </c:pt>
                <c:pt idx="4011">
                  <c:v>0.100907325744629</c:v>
                </c:pt>
                <c:pt idx="4012">
                  <c:v>8.2148551940917997E-2</c:v>
                </c:pt>
                <c:pt idx="4013">
                  <c:v>0.28294706344604498</c:v>
                </c:pt>
                <c:pt idx="4014">
                  <c:v>0.13970279693603521</c:v>
                </c:pt>
                <c:pt idx="4015">
                  <c:v>-3.5414695739746098E-3</c:v>
                </c:pt>
                <c:pt idx="4016">
                  <c:v>5.5441379547119099E-2</c:v>
                </c:pt>
                <c:pt idx="4017">
                  <c:v>8.9390516281128041E-2</c:v>
                </c:pt>
                <c:pt idx="4018">
                  <c:v>0.123339653015137</c:v>
                </c:pt>
                <c:pt idx="4019">
                  <c:v>0.115685939788818</c:v>
                </c:pt>
                <c:pt idx="4020">
                  <c:v>8.3341598510741993E-2</c:v>
                </c:pt>
                <c:pt idx="4021">
                  <c:v>5.0997257232666002E-2</c:v>
                </c:pt>
                <c:pt idx="4022">
                  <c:v>9.004950523376451E-2</c:v>
                </c:pt>
                <c:pt idx="4023">
                  <c:v>0.129101753234863</c:v>
                </c:pt>
                <c:pt idx="4024">
                  <c:v>-7.6042652130126995E-2</c:v>
                </c:pt>
                <c:pt idx="4025">
                  <c:v>-5.9942960739135742E-2</c:v>
                </c:pt>
                <c:pt idx="4026">
                  <c:v>-4.3843269348144497E-2</c:v>
                </c:pt>
                <c:pt idx="4027">
                  <c:v>-3.4798145294189502E-2</c:v>
                </c:pt>
                <c:pt idx="4028">
                  <c:v>7.2207927703857255E-2</c:v>
                </c:pt>
                <c:pt idx="4029">
                  <c:v>0.17921400070190399</c:v>
                </c:pt>
                <c:pt idx="4030">
                  <c:v>0.28688621520996099</c:v>
                </c:pt>
                <c:pt idx="4031">
                  <c:v>0.16167211532592771</c:v>
                </c:pt>
                <c:pt idx="4032">
                  <c:v>3.6458015441894497E-2</c:v>
                </c:pt>
                <c:pt idx="4033">
                  <c:v>0.19200229644775399</c:v>
                </c:pt>
                <c:pt idx="4034">
                  <c:v>0.212783098220825</c:v>
                </c:pt>
                <c:pt idx="4035">
                  <c:v>0.23356389999389601</c:v>
                </c:pt>
                <c:pt idx="4036">
                  <c:v>1.49970054626465E-2</c:v>
                </c:pt>
                <c:pt idx="4037">
                  <c:v>0.1101307868957517</c:v>
                </c:pt>
                <c:pt idx="4038">
                  <c:v>0.20526456832885701</c:v>
                </c:pt>
                <c:pt idx="4039">
                  <c:v>0.28923940658569303</c:v>
                </c:pt>
                <c:pt idx="4040">
                  <c:v>0.16188287734985329</c:v>
                </c:pt>
                <c:pt idx="4041">
                  <c:v>3.45263481140137E-2</c:v>
                </c:pt>
                <c:pt idx="4042">
                  <c:v>0.120927333831787</c:v>
                </c:pt>
                <c:pt idx="4043">
                  <c:v>0.1249351501464845</c:v>
                </c:pt>
                <c:pt idx="4044">
                  <c:v>0.128942966461182</c:v>
                </c:pt>
                <c:pt idx="4045">
                  <c:v>4.1037082672119099E-2</c:v>
                </c:pt>
                <c:pt idx="4046">
                  <c:v>-9.9794864654541016E-3</c:v>
                </c:pt>
                <c:pt idx="4047">
                  <c:v>-6.0996055603027302E-2</c:v>
                </c:pt>
                <c:pt idx="4048">
                  <c:v>5.36999702453613E-2</c:v>
                </c:pt>
                <c:pt idx="4049">
                  <c:v>7.787132263183616E-2</c:v>
                </c:pt>
                <c:pt idx="4050">
                  <c:v>0.102042675018311</c:v>
                </c:pt>
                <c:pt idx="4051">
                  <c:v>-5.9908866882324198E-2</c:v>
                </c:pt>
                <c:pt idx="4052">
                  <c:v>-1.782178878784145E-3</c:v>
                </c:pt>
                <c:pt idx="4053">
                  <c:v>5.6344509124755901E-2</c:v>
                </c:pt>
                <c:pt idx="4054">
                  <c:v>7.0625782012939495E-2</c:v>
                </c:pt>
                <c:pt idx="4055">
                  <c:v>9.5186233520507951E-3</c:v>
                </c:pt>
                <c:pt idx="4056">
                  <c:v>-5.1588535308837898E-2</c:v>
                </c:pt>
                <c:pt idx="4057">
                  <c:v>6.1631679534912102E-2</c:v>
                </c:pt>
                <c:pt idx="4058">
                  <c:v>-2.500772476196296E-3</c:v>
                </c:pt>
                <c:pt idx="4059">
                  <c:v>-6.6633224487304701E-2</c:v>
                </c:pt>
                <c:pt idx="4060">
                  <c:v>1.4991283416748E-2</c:v>
                </c:pt>
                <c:pt idx="4061">
                  <c:v>0.1573832035064695</c:v>
                </c:pt>
                <c:pt idx="4062">
                  <c:v>0.29977512359619102</c:v>
                </c:pt>
                <c:pt idx="4063">
                  <c:v>-4.4022560119628899E-2</c:v>
                </c:pt>
                <c:pt idx="4064">
                  <c:v>1.123009681701661</c:v>
                </c:pt>
                <c:pt idx="4065">
                  <c:v>2.2900419235229501</c:v>
                </c:pt>
                <c:pt idx="4066">
                  <c:v>1.529169082641602</c:v>
                </c:pt>
                <c:pt idx="4067">
                  <c:v>0.76829624176025413</c:v>
                </c:pt>
                <c:pt idx="4068">
                  <c:v>7.42340087890625E-3</c:v>
                </c:pt>
                <c:pt idx="4069">
                  <c:v>-2.2497415542602529E-2</c:v>
                </c:pt>
                <c:pt idx="4070">
                  <c:v>-5.24182319641113E-2</c:v>
                </c:pt>
                <c:pt idx="4071">
                  <c:v>9.0612411499023396E-2</c:v>
                </c:pt>
                <c:pt idx="4072">
                  <c:v>0.1765995025634767</c:v>
                </c:pt>
                <c:pt idx="4073">
                  <c:v>0.26258659362793002</c:v>
                </c:pt>
                <c:pt idx="4074">
                  <c:v>0.221203804016113</c:v>
                </c:pt>
                <c:pt idx="4075">
                  <c:v>8.0189228057861217E-2</c:v>
                </c:pt>
                <c:pt idx="4076">
                  <c:v>-6.0825347900390597E-2</c:v>
                </c:pt>
                <c:pt idx="4077">
                  <c:v>-2.1539688110351601E-2</c:v>
                </c:pt>
                <c:pt idx="4078">
                  <c:v>7.7305793762207198E-2</c:v>
                </c:pt>
                <c:pt idx="4079">
                  <c:v>0.17615127563476601</c:v>
                </c:pt>
                <c:pt idx="4080">
                  <c:v>0.107179164886475</c:v>
                </c:pt>
                <c:pt idx="4081">
                  <c:v>3.0745506286621298E-2</c:v>
                </c:pt>
                <c:pt idx="4082">
                  <c:v>-4.5688152313232401E-2</c:v>
                </c:pt>
                <c:pt idx="4083">
                  <c:v>8.1681251525878906E-2</c:v>
                </c:pt>
                <c:pt idx="4084">
                  <c:v>2.2516489028930661E-2</c:v>
                </c:pt>
                <c:pt idx="4085">
                  <c:v>-3.6648273468017599E-2</c:v>
                </c:pt>
                <c:pt idx="4086">
                  <c:v>-6.1094760894775398E-2</c:v>
                </c:pt>
                <c:pt idx="4087">
                  <c:v>-4.4012546539306648E-2</c:v>
                </c:pt>
                <c:pt idx="4088">
                  <c:v>-2.6930332183837901E-2</c:v>
                </c:pt>
                <c:pt idx="4089">
                  <c:v>6.3310146331787095E-2</c:v>
                </c:pt>
                <c:pt idx="4090">
                  <c:v>0.17408561706542949</c:v>
                </c:pt>
                <c:pt idx="4091">
                  <c:v>0.28486108779907199</c:v>
                </c:pt>
                <c:pt idx="4092">
                  <c:v>-2.6005744934082E-2</c:v>
                </c:pt>
                <c:pt idx="4093">
                  <c:v>4.8299074172973487E-2</c:v>
                </c:pt>
                <c:pt idx="4094">
                  <c:v>0.12260389328002901</c:v>
                </c:pt>
                <c:pt idx="4095">
                  <c:v>0.22458887100219699</c:v>
                </c:pt>
                <c:pt idx="4096">
                  <c:v>0.17920160293579099</c:v>
                </c:pt>
                <c:pt idx="4097">
                  <c:v>0.13381433486938499</c:v>
                </c:pt>
                <c:pt idx="4098">
                  <c:v>0.33203887939453097</c:v>
                </c:pt>
                <c:pt idx="4099">
                  <c:v>0.16174173355102531</c:v>
                </c:pt>
                <c:pt idx="4100">
                  <c:v>-8.5554122924804705E-3</c:v>
                </c:pt>
                <c:pt idx="4101">
                  <c:v>-9.4590187072753906E-3</c:v>
                </c:pt>
                <c:pt idx="4102">
                  <c:v>5.2929162979125803E-2</c:v>
                </c:pt>
                <c:pt idx="4103">
                  <c:v>0.115317344665527</c:v>
                </c:pt>
                <c:pt idx="4104">
                  <c:v>-5.9303283691406299E-2</c:v>
                </c:pt>
                <c:pt idx="4105">
                  <c:v>1.5260696411132811E-2</c:v>
                </c:pt>
                <c:pt idx="4106">
                  <c:v>8.9824676513671903E-2</c:v>
                </c:pt>
                <c:pt idx="4107">
                  <c:v>8.0061912536621094E-2</c:v>
                </c:pt>
                <c:pt idx="4108">
                  <c:v>2.60798931121826E-2</c:v>
                </c:pt>
                <c:pt idx="4109">
                  <c:v>-2.7902126312255901E-2</c:v>
                </c:pt>
                <c:pt idx="4110">
                  <c:v>0.1146559715271</c:v>
                </c:pt>
                <c:pt idx="4111">
                  <c:v>0.13477778434753451</c:v>
                </c:pt>
                <c:pt idx="4112">
                  <c:v>0.154899597167969</c:v>
                </c:pt>
                <c:pt idx="4113">
                  <c:v>-6.41980171203613E-2</c:v>
                </c:pt>
                <c:pt idx="4114">
                  <c:v>4.9451828002929847E-2</c:v>
                </c:pt>
                <c:pt idx="4115">
                  <c:v>0.16310167312622101</c:v>
                </c:pt>
                <c:pt idx="4116">
                  <c:v>0.15298700332641599</c:v>
                </c:pt>
                <c:pt idx="4117">
                  <c:v>6.2829017639160142E-2</c:v>
                </c:pt>
                <c:pt idx="4118">
                  <c:v>-2.73289680480957E-2</c:v>
                </c:pt>
                <c:pt idx="4119">
                  <c:v>-5.6910514831545397E-4</c:v>
                </c:pt>
                <c:pt idx="4120">
                  <c:v>2.6190757751464799E-2</c:v>
                </c:pt>
                <c:pt idx="4121">
                  <c:v>-5.6275367736816399E-2</c:v>
                </c:pt>
                <c:pt idx="4122">
                  <c:v>4.6399354934692313E-2</c:v>
                </c:pt>
                <c:pt idx="4123">
                  <c:v>0.14907407760620101</c:v>
                </c:pt>
                <c:pt idx="4124">
                  <c:v>0.11651420593261699</c:v>
                </c:pt>
                <c:pt idx="4125">
                  <c:v>9.2247009277343639E-2</c:v>
                </c:pt>
                <c:pt idx="4126">
                  <c:v>6.7979812622070299E-2</c:v>
                </c:pt>
                <c:pt idx="4127">
                  <c:v>-1.9863605499267599E-2</c:v>
                </c:pt>
                <c:pt idx="4128">
                  <c:v>-3.1026363372802752E-2</c:v>
                </c:pt>
                <c:pt idx="4129">
                  <c:v>-4.2189121246337898E-2</c:v>
                </c:pt>
                <c:pt idx="4130">
                  <c:v>0.100932598114014</c:v>
                </c:pt>
                <c:pt idx="4131">
                  <c:v>5.3878307342529463E-2</c:v>
                </c:pt>
                <c:pt idx="4132">
                  <c:v>6.8240165710449201E-3</c:v>
                </c:pt>
                <c:pt idx="4133">
                  <c:v>7.6063156127929701E-2</c:v>
                </c:pt>
                <c:pt idx="4134">
                  <c:v>9.652113914489735E-2</c:v>
                </c:pt>
                <c:pt idx="4135">
                  <c:v>0.116979122161865</c:v>
                </c:pt>
                <c:pt idx="4136">
                  <c:v>2.5598049163818401E-2</c:v>
                </c:pt>
                <c:pt idx="4137">
                  <c:v>4.9351692199707052E-2</c:v>
                </c:pt>
                <c:pt idx="4138">
                  <c:v>7.3105335235595703E-2</c:v>
                </c:pt>
                <c:pt idx="4139">
                  <c:v>2.98004150390625E-2</c:v>
                </c:pt>
                <c:pt idx="4140">
                  <c:v>0.16519594192504869</c:v>
                </c:pt>
                <c:pt idx="4141">
                  <c:v>0.30059146881103499</c:v>
                </c:pt>
                <c:pt idx="4142">
                  <c:v>-4.7014713287353502E-2</c:v>
                </c:pt>
                <c:pt idx="4143">
                  <c:v>-5.1815986633300747E-2</c:v>
                </c:pt>
                <c:pt idx="4144">
                  <c:v>-5.6617259979247998E-2</c:v>
                </c:pt>
                <c:pt idx="4145">
                  <c:v>8.8361740112304701E-2</c:v>
                </c:pt>
                <c:pt idx="4146">
                  <c:v>2.447628974914549E-2</c:v>
                </c:pt>
                <c:pt idx="4147">
                  <c:v>-3.94091606140137E-2</c:v>
                </c:pt>
                <c:pt idx="4148">
                  <c:v>0.27039861679077098</c:v>
                </c:pt>
                <c:pt idx="4149">
                  <c:v>0.21927070617675751</c:v>
                </c:pt>
                <c:pt idx="4150">
                  <c:v>0.168142795562744</c:v>
                </c:pt>
                <c:pt idx="4151">
                  <c:v>6.0255050659179701E-2</c:v>
                </c:pt>
                <c:pt idx="4152">
                  <c:v>0.17503142356872531</c:v>
                </c:pt>
                <c:pt idx="4153">
                  <c:v>0.28980779647827098</c:v>
                </c:pt>
                <c:pt idx="4154">
                  <c:v>-4.8624038696289097E-2</c:v>
                </c:pt>
                <c:pt idx="4155">
                  <c:v>1.0929346084594709E-2</c:v>
                </c:pt>
                <c:pt idx="4156">
                  <c:v>7.0482730865478502E-2</c:v>
                </c:pt>
                <c:pt idx="4157">
                  <c:v>0.213354587554932</c:v>
                </c:pt>
                <c:pt idx="4158">
                  <c:v>0.2780249118804935</c:v>
                </c:pt>
                <c:pt idx="4159">
                  <c:v>0.34269523620605502</c:v>
                </c:pt>
                <c:pt idx="4160">
                  <c:v>0.25465059280395502</c:v>
                </c:pt>
                <c:pt idx="4161">
                  <c:v>0.11716413497924801</c:v>
                </c:pt>
                <c:pt idx="4162">
                  <c:v>-2.0322322845459002E-2</c:v>
                </c:pt>
                <c:pt idx="4163">
                  <c:v>5.5946350097656299E-2</c:v>
                </c:pt>
                <c:pt idx="4164">
                  <c:v>7.2576999664306655E-2</c:v>
                </c:pt>
                <c:pt idx="4165">
                  <c:v>8.9207649230957003E-2</c:v>
                </c:pt>
                <c:pt idx="4166">
                  <c:v>0.146070957183838</c:v>
                </c:pt>
                <c:pt idx="4167">
                  <c:v>0.19929313659667949</c:v>
                </c:pt>
                <c:pt idx="4168">
                  <c:v>0.25251531600952098</c:v>
                </c:pt>
                <c:pt idx="4169">
                  <c:v>-4.75006103515625E-2</c:v>
                </c:pt>
                <c:pt idx="4170">
                  <c:v>5.5506229400635113E-3</c:v>
                </c:pt>
                <c:pt idx="4171">
                  <c:v>5.8601856231689502E-2</c:v>
                </c:pt>
                <c:pt idx="4172">
                  <c:v>0.31208419799804699</c:v>
                </c:pt>
                <c:pt idx="4173">
                  <c:v>0.24616265296936049</c:v>
                </c:pt>
                <c:pt idx="4174">
                  <c:v>0.18024110794067399</c:v>
                </c:pt>
                <c:pt idx="4175">
                  <c:v>-4.5760631561279297E-2</c:v>
                </c:pt>
                <c:pt idx="4176">
                  <c:v>1.6267776489257792E-2</c:v>
                </c:pt>
                <c:pt idx="4177">
                  <c:v>7.8296184539794894E-2</c:v>
                </c:pt>
                <c:pt idx="4178">
                  <c:v>5.6978702545166002E-2</c:v>
                </c:pt>
                <c:pt idx="4179">
                  <c:v>6.9121599197387695E-2</c:v>
                </c:pt>
                <c:pt idx="4180">
                  <c:v>8.1264495849609403E-2</c:v>
                </c:pt>
                <c:pt idx="4181">
                  <c:v>0.20117831230163569</c:v>
                </c:pt>
                <c:pt idx="4182">
                  <c:v>0.321092128753662</c:v>
                </c:pt>
                <c:pt idx="4183">
                  <c:v>0.15508985519409199</c:v>
                </c:pt>
                <c:pt idx="4184">
                  <c:v>9.9467754364013741E-2</c:v>
                </c:pt>
                <c:pt idx="4185">
                  <c:v>4.3845653533935498E-2</c:v>
                </c:pt>
                <c:pt idx="4186">
                  <c:v>-5.3008556365966797E-2</c:v>
                </c:pt>
                <c:pt idx="4187">
                  <c:v>-3.600311279296875E-2</c:v>
                </c:pt>
                <c:pt idx="4188">
                  <c:v>-1.89976692199707E-2</c:v>
                </c:pt>
                <c:pt idx="4189">
                  <c:v>6.4873218536376995E-2</c:v>
                </c:pt>
                <c:pt idx="4190">
                  <c:v>6.5176010131835938E-2</c:v>
                </c:pt>
                <c:pt idx="4191">
                  <c:v>6.5478801727294894E-2</c:v>
                </c:pt>
                <c:pt idx="4192">
                  <c:v>5.1390647888183601E-2</c:v>
                </c:pt>
                <c:pt idx="4193">
                  <c:v>4.7364950180053697E-2</c:v>
                </c:pt>
                <c:pt idx="4194">
                  <c:v>4.33392524719238E-2</c:v>
                </c:pt>
                <c:pt idx="4195">
                  <c:v>-5.4169654846191399E-2</c:v>
                </c:pt>
                <c:pt idx="4196">
                  <c:v>-4.7715663909912102E-2</c:v>
                </c:pt>
                <c:pt idx="4197">
                  <c:v>-4.1261672973632799E-2</c:v>
                </c:pt>
                <c:pt idx="4198">
                  <c:v>-4.54473495483398E-3</c:v>
                </c:pt>
                <c:pt idx="4199">
                  <c:v>5.5465936660766511E-2</c:v>
                </c:pt>
                <c:pt idx="4200">
                  <c:v>0.11547660827636699</c:v>
                </c:pt>
                <c:pt idx="4201">
                  <c:v>0.153132438659668</c:v>
                </c:pt>
                <c:pt idx="4202">
                  <c:v>0.15260910987854001</c:v>
                </c:pt>
                <c:pt idx="4203">
                  <c:v>0.152085781097412</c:v>
                </c:pt>
                <c:pt idx="4204">
                  <c:v>6.7952632904052707E-2</c:v>
                </c:pt>
                <c:pt idx="4205">
                  <c:v>0.15077066421508781</c:v>
                </c:pt>
                <c:pt idx="4206">
                  <c:v>0.23358869552612299</c:v>
                </c:pt>
                <c:pt idx="4207">
                  <c:v>-9.5205307006835903E-3</c:v>
                </c:pt>
                <c:pt idx="4208">
                  <c:v>3.6444664001464858E-2</c:v>
                </c:pt>
                <c:pt idx="4209">
                  <c:v>8.2409858703613295E-2</c:v>
                </c:pt>
                <c:pt idx="4210">
                  <c:v>1.393954771374343</c:v>
                </c:pt>
                <c:pt idx="4211">
                  <c:v>0.87110757827758933</c:v>
                </c:pt>
                <c:pt idx="4212">
                  <c:v>0.102545738220215</c:v>
                </c:pt>
                <c:pt idx="4213">
                  <c:v>0.22449874877929701</c:v>
                </c:pt>
                <c:pt idx="4214">
                  <c:v>0.27783846855163602</c:v>
                </c:pt>
                <c:pt idx="4215">
                  <c:v>0.331178188323975</c:v>
                </c:pt>
                <c:pt idx="4216">
                  <c:v>0.20074462890625</c:v>
                </c:pt>
                <c:pt idx="4217">
                  <c:v>0.14299535751342771</c:v>
                </c:pt>
                <c:pt idx="4218">
                  <c:v>8.5246086120605497E-2</c:v>
                </c:pt>
                <c:pt idx="4219">
                  <c:v>-3.4557342529296903E-2</c:v>
                </c:pt>
                <c:pt idx="4220">
                  <c:v>5.2379131317138547E-2</c:v>
                </c:pt>
                <c:pt idx="4221">
                  <c:v>0.139315605163574</c:v>
                </c:pt>
                <c:pt idx="4222">
                  <c:v>0.22031641006469699</c:v>
                </c:pt>
                <c:pt idx="4223">
                  <c:v>0.14291000366210921</c:v>
                </c:pt>
                <c:pt idx="4224">
                  <c:v>6.5503597259521498E-2</c:v>
                </c:pt>
                <c:pt idx="4225">
                  <c:v>7.9656600952148396E-2</c:v>
                </c:pt>
                <c:pt idx="4226">
                  <c:v>9.1694116592407199E-2</c:v>
                </c:pt>
                <c:pt idx="4227">
                  <c:v>0.103731632232666</c:v>
                </c:pt>
                <c:pt idx="4228">
                  <c:v>0.134449481964111</c:v>
                </c:pt>
                <c:pt idx="4229">
                  <c:v>0.14694738388061501</c:v>
                </c:pt>
                <c:pt idx="4230">
                  <c:v>0.159445285797119</c:v>
                </c:pt>
                <c:pt idx="4231">
                  <c:v>0.15039730072021501</c:v>
                </c:pt>
                <c:pt idx="4232">
                  <c:v>5.2902460098266713E-2</c:v>
                </c:pt>
                <c:pt idx="4233">
                  <c:v>-4.4592380523681599E-2</c:v>
                </c:pt>
                <c:pt idx="4234">
                  <c:v>5.68900108337402E-2</c:v>
                </c:pt>
                <c:pt idx="4235">
                  <c:v>8.8226318359375111E-2</c:v>
                </c:pt>
                <c:pt idx="4236">
                  <c:v>0.11956262588501</c:v>
                </c:pt>
                <c:pt idx="4237">
                  <c:v>0.2144775390625</c:v>
                </c:pt>
                <c:pt idx="4238">
                  <c:v>0.25709295272827148</c:v>
                </c:pt>
                <c:pt idx="4239">
                  <c:v>0.29970836639404302</c:v>
                </c:pt>
                <c:pt idx="4240">
                  <c:v>1.99365615844727E-3</c:v>
                </c:pt>
                <c:pt idx="4241">
                  <c:v>-2.203011512756347E-2</c:v>
                </c:pt>
                <c:pt idx="4242">
                  <c:v>-4.6053886413574198E-2</c:v>
                </c:pt>
                <c:pt idx="4243">
                  <c:v>-5.4464340209960951E-2</c:v>
                </c:pt>
                <c:pt idx="4244">
                  <c:v>-6.2874794006347698E-2</c:v>
                </c:pt>
                <c:pt idx="4245">
                  <c:v>-4.8886775970458998E-2</c:v>
                </c:pt>
                <c:pt idx="4246">
                  <c:v>2.8116941452026489E-2</c:v>
                </c:pt>
                <c:pt idx="4247">
                  <c:v>0.105120658874512</c:v>
                </c:pt>
                <c:pt idx="4248">
                  <c:v>0.29914188385009799</c:v>
                </c:pt>
                <c:pt idx="4249">
                  <c:v>0.14197182655334489</c:v>
                </c:pt>
                <c:pt idx="4250">
                  <c:v>-1.51982307434082E-2</c:v>
                </c:pt>
                <c:pt idx="4251">
                  <c:v>6.7740917205810505E-2</c:v>
                </c:pt>
                <c:pt idx="4252">
                  <c:v>0.20237445831298831</c:v>
                </c:pt>
                <c:pt idx="4253">
                  <c:v>0.33700799942016602</c:v>
                </c:pt>
                <c:pt idx="4254">
                  <c:v>-4.0064811706543003E-2</c:v>
                </c:pt>
                <c:pt idx="4255">
                  <c:v>-1.7469882965087911E-2</c:v>
                </c:pt>
                <c:pt idx="4256">
                  <c:v>5.1250457763671901E-3</c:v>
                </c:pt>
                <c:pt idx="4257">
                  <c:v>0.114893436431885</c:v>
                </c:pt>
                <c:pt idx="4258">
                  <c:v>3.10962200164796E-2</c:v>
                </c:pt>
                <c:pt idx="4259">
                  <c:v>-5.2700996398925802E-2</c:v>
                </c:pt>
                <c:pt idx="4260">
                  <c:v>9.73401069641113E-2</c:v>
                </c:pt>
                <c:pt idx="4261">
                  <c:v>3.1460762023925747E-2</c:v>
                </c:pt>
                <c:pt idx="4262">
                  <c:v>-3.44185829162598E-2</c:v>
                </c:pt>
                <c:pt idx="4263">
                  <c:v>2.3847103118896502E-2</c:v>
                </c:pt>
                <c:pt idx="4264">
                  <c:v>7.6853036880493261E-2</c:v>
                </c:pt>
                <c:pt idx="4265">
                  <c:v>0.12985897064209001</c:v>
                </c:pt>
                <c:pt idx="4266">
                  <c:v>-4.2245864868164097E-2</c:v>
                </c:pt>
                <c:pt idx="4267">
                  <c:v>5.3463459014892453E-2</c:v>
                </c:pt>
                <c:pt idx="4268">
                  <c:v>0.149172782897949</c:v>
                </c:pt>
                <c:pt idx="4269">
                  <c:v>9.3402385711669894E-2</c:v>
                </c:pt>
                <c:pt idx="4270">
                  <c:v>0.10621809959411641</c:v>
                </c:pt>
                <c:pt idx="4271">
                  <c:v>0.119033813476563</c:v>
                </c:pt>
                <c:pt idx="4272">
                  <c:v>0.12380313873291</c:v>
                </c:pt>
                <c:pt idx="4273">
                  <c:v>0.13285994529724099</c:v>
                </c:pt>
                <c:pt idx="4274">
                  <c:v>0.14191675186157199</c:v>
                </c:pt>
                <c:pt idx="4275">
                  <c:v>0.307742118835449</c:v>
                </c:pt>
                <c:pt idx="4276">
                  <c:v>0.28010439872741699</c:v>
                </c:pt>
                <c:pt idx="4277">
                  <c:v>0.25246667861938499</c:v>
                </c:pt>
                <c:pt idx="4278">
                  <c:v>9.5063209533691406E-2</c:v>
                </c:pt>
                <c:pt idx="4279">
                  <c:v>2.05535888671875E-2</c:v>
                </c:pt>
                <c:pt idx="4280">
                  <c:v>-5.3956031799316399E-2</c:v>
                </c:pt>
                <c:pt idx="4281">
                  <c:v>4.2246818542480503E-2</c:v>
                </c:pt>
                <c:pt idx="4282">
                  <c:v>8.965969085693376E-2</c:v>
                </c:pt>
                <c:pt idx="4283">
                  <c:v>0.137072563171387</c:v>
                </c:pt>
                <c:pt idx="4284">
                  <c:v>0.16062402725219699</c:v>
                </c:pt>
                <c:pt idx="4285">
                  <c:v>0.1108524799346922</c:v>
                </c:pt>
                <c:pt idx="4286">
                  <c:v>6.10809326171875E-2</c:v>
                </c:pt>
                <c:pt idx="4287">
                  <c:v>4.9309253692627002E-2</c:v>
                </c:pt>
                <c:pt idx="4288">
                  <c:v>-6.1686038970946988E-3</c:v>
                </c:pt>
                <c:pt idx="4289">
                  <c:v>-6.1646461486816399E-2</c:v>
                </c:pt>
                <c:pt idx="4290">
                  <c:v>-4.1545867919921903E-2</c:v>
                </c:pt>
                <c:pt idx="4291">
                  <c:v>0.1289162635803221</c:v>
                </c:pt>
                <c:pt idx="4292">
                  <c:v>0.29937839508056602</c:v>
                </c:pt>
                <c:pt idx="4293">
                  <c:v>0.105455875396729</c:v>
                </c:pt>
                <c:pt idx="4294">
                  <c:v>0.1467216014862065</c:v>
                </c:pt>
                <c:pt idx="4295">
                  <c:v>0.18798732757568401</c:v>
                </c:pt>
                <c:pt idx="4296">
                  <c:v>0.10122251510620101</c:v>
                </c:pt>
                <c:pt idx="4297">
                  <c:v>7.63523578643798E-2</c:v>
                </c:pt>
                <c:pt idx="4298">
                  <c:v>5.1482200622558601E-2</c:v>
                </c:pt>
                <c:pt idx="4299">
                  <c:v>0.13385343551635701</c:v>
                </c:pt>
                <c:pt idx="4300">
                  <c:v>0.14156174659729001</c:v>
                </c:pt>
                <c:pt idx="4301">
                  <c:v>0.14927005767822299</c:v>
                </c:pt>
                <c:pt idx="4302">
                  <c:v>-5.1104068756103502E-2</c:v>
                </c:pt>
                <c:pt idx="4303">
                  <c:v>0.12617588043212871</c:v>
                </c:pt>
                <c:pt idx="4304">
                  <c:v>0.303455829620361</c:v>
                </c:pt>
                <c:pt idx="4305">
                  <c:v>0.16849255561828591</c:v>
                </c:pt>
                <c:pt idx="4306">
                  <c:v>3.3529281616210903E-2</c:v>
                </c:pt>
                <c:pt idx="4307">
                  <c:v>9.4346523284912095E-2</c:v>
                </c:pt>
                <c:pt idx="4308">
                  <c:v>2.228450775146484E-2</c:v>
                </c:pt>
                <c:pt idx="4309">
                  <c:v>-4.9777507781982401E-2</c:v>
                </c:pt>
                <c:pt idx="4310">
                  <c:v>7.7442169189453097E-2</c:v>
                </c:pt>
                <c:pt idx="4311">
                  <c:v>9.6943378448486051E-3</c:v>
                </c:pt>
                <c:pt idx="4312">
                  <c:v>-5.8053493499755901E-2</c:v>
                </c:pt>
                <c:pt idx="4313">
                  <c:v>8.9403152465820299E-2</c:v>
                </c:pt>
                <c:pt idx="4314">
                  <c:v>9.6600294113159152E-2</c:v>
                </c:pt>
                <c:pt idx="4315">
                  <c:v>0.10379743576049801</c:v>
                </c:pt>
                <c:pt idx="4316">
                  <c:v>0.201658725738525</c:v>
                </c:pt>
                <c:pt idx="4317">
                  <c:v>8.2425355911254702E-2</c:v>
                </c:pt>
                <c:pt idx="4318">
                  <c:v>-3.6808013916015597E-2</c:v>
                </c:pt>
                <c:pt idx="4319">
                  <c:v>5.57293891906738E-2</c:v>
                </c:pt>
                <c:pt idx="4320">
                  <c:v>1.6780853271484351E-2</c:v>
                </c:pt>
                <c:pt idx="4321">
                  <c:v>-2.2167682647705099E-2</c:v>
                </c:pt>
                <c:pt idx="4322">
                  <c:v>0.31330060958862299</c:v>
                </c:pt>
                <c:pt idx="4323">
                  <c:v>0.32002830505371099</c:v>
                </c:pt>
                <c:pt idx="4324">
                  <c:v>0.32675600051879899</c:v>
                </c:pt>
                <c:pt idx="4325">
                  <c:v>8.6333274841308594E-2</c:v>
                </c:pt>
                <c:pt idx="4326">
                  <c:v>0.1081409454345703</c:v>
                </c:pt>
                <c:pt idx="4327">
                  <c:v>0.129948616027832</c:v>
                </c:pt>
                <c:pt idx="4328">
                  <c:v>0.12797307968139601</c:v>
                </c:pt>
                <c:pt idx="4329">
                  <c:v>0.121491432189941</c:v>
                </c:pt>
                <c:pt idx="4330">
                  <c:v>0.115009784698486</c:v>
                </c:pt>
                <c:pt idx="4331">
                  <c:v>1.1204719543457E-2</c:v>
                </c:pt>
                <c:pt idx="4332">
                  <c:v>0.16803836822509749</c:v>
                </c:pt>
                <c:pt idx="4333">
                  <c:v>0.324872016906738</c:v>
                </c:pt>
                <c:pt idx="4334">
                  <c:v>0.1040403048197427</c:v>
                </c:pt>
                <c:pt idx="4335">
                  <c:v>7.9905351003011021E-2</c:v>
                </c:pt>
                <c:pt idx="4336">
                  <c:v>5.5770397186279297E-2</c:v>
                </c:pt>
                <c:pt idx="4337">
                  <c:v>4.7376632690429701E-2</c:v>
                </c:pt>
                <c:pt idx="4338">
                  <c:v>8.8618278503417858E-2</c:v>
                </c:pt>
                <c:pt idx="4339">
                  <c:v>0.129859924316406</c:v>
                </c:pt>
                <c:pt idx="4340">
                  <c:v>-4.4156074523925802E-2</c:v>
                </c:pt>
                <c:pt idx="4341">
                  <c:v>0.14441514015197759</c:v>
                </c:pt>
                <c:pt idx="4342">
                  <c:v>0.33298635482788103</c:v>
                </c:pt>
                <c:pt idx="4343">
                  <c:v>0.14915800094604501</c:v>
                </c:pt>
                <c:pt idx="4344">
                  <c:v>0.10065913200378419</c:v>
                </c:pt>
                <c:pt idx="4345">
                  <c:v>5.2160263061523403E-2</c:v>
                </c:pt>
                <c:pt idx="4346">
                  <c:v>-4.6943664550781299E-2</c:v>
                </c:pt>
                <c:pt idx="4347">
                  <c:v>2.8323173522949351E-2</c:v>
                </c:pt>
                <c:pt idx="4348">
                  <c:v>0.10359001159668001</c:v>
                </c:pt>
                <c:pt idx="4349">
                  <c:v>0.12971115112304701</c:v>
                </c:pt>
                <c:pt idx="4350">
                  <c:v>0.11591458320617699</c:v>
                </c:pt>
                <c:pt idx="4351">
                  <c:v>0.102118015289307</c:v>
                </c:pt>
                <c:pt idx="4352">
                  <c:v>0.127735614776611</c:v>
                </c:pt>
                <c:pt idx="4353">
                  <c:v>0.11122496922810859</c:v>
                </c:pt>
                <c:pt idx="4354">
                  <c:v>2.8567234675089471E-2</c:v>
                </c:pt>
                <c:pt idx="4355">
                  <c:v>-5.4090499877929701E-2</c:v>
                </c:pt>
                <c:pt idx="4356">
                  <c:v>-3.80454063415527E-2</c:v>
                </c:pt>
                <c:pt idx="4357">
                  <c:v>-3.9885044097899974E-3</c:v>
                </c:pt>
                <c:pt idx="4358">
                  <c:v>3.0068397521972701E-2</c:v>
                </c:pt>
                <c:pt idx="4359">
                  <c:v>-6.451416015625E-2</c:v>
                </c:pt>
                <c:pt idx="4360">
                  <c:v>7.9457759857177512E-2</c:v>
                </c:pt>
                <c:pt idx="4361">
                  <c:v>0.223429679870605</c:v>
                </c:pt>
                <c:pt idx="4362">
                  <c:v>-4.51464653015137E-2</c:v>
                </c:pt>
                <c:pt idx="4363">
                  <c:v>-2.6651144027709971E-2</c:v>
                </c:pt>
                <c:pt idx="4364">
                  <c:v>-8.15582275390625E-3</c:v>
                </c:pt>
                <c:pt idx="4365">
                  <c:v>0.10813331604003899</c:v>
                </c:pt>
                <c:pt idx="4366">
                  <c:v>0.1190640926361085</c:v>
                </c:pt>
                <c:pt idx="4367">
                  <c:v>0.12999486923217801</c:v>
                </c:pt>
                <c:pt idx="4368">
                  <c:v>6.3341617584228502E-2</c:v>
                </c:pt>
                <c:pt idx="4369">
                  <c:v>6.427001953125E-2</c:v>
                </c:pt>
                <c:pt idx="4370">
                  <c:v>6.5198421478271498E-2</c:v>
                </c:pt>
                <c:pt idx="4371">
                  <c:v>1.5688896179199201E-2</c:v>
                </c:pt>
                <c:pt idx="4372">
                  <c:v>-8.5353851318359479E-3</c:v>
                </c:pt>
                <c:pt idx="4373">
                  <c:v>-3.2759666442871101E-2</c:v>
                </c:pt>
                <c:pt idx="4374">
                  <c:v>5.6541919708252002E-2</c:v>
                </c:pt>
                <c:pt idx="4375">
                  <c:v>3.4673213958740512E-3</c:v>
                </c:pt>
                <c:pt idx="4376">
                  <c:v>-4.9607276916503899E-2</c:v>
                </c:pt>
                <c:pt idx="4377">
                  <c:v>7.115459442138658E-2</c:v>
                </c:pt>
                <c:pt idx="4378">
                  <c:v>0.19191646575927701</c:v>
                </c:pt>
                <c:pt idx="4379">
                  <c:v>-7.0126533508300795E-2</c:v>
                </c:pt>
                <c:pt idx="4380">
                  <c:v>9.9549770355224595E-2</c:v>
                </c:pt>
                <c:pt idx="4381">
                  <c:v>0.26922607421875</c:v>
                </c:pt>
                <c:pt idx="4382">
                  <c:v>0.166656494140625</c:v>
                </c:pt>
                <c:pt idx="4383">
                  <c:v>6.4015150070190457E-2</c:v>
                </c:pt>
                <c:pt idx="4384">
                  <c:v>-3.8626194000244099E-2</c:v>
                </c:pt>
                <c:pt idx="4385">
                  <c:v>8.1238746643066406E-3</c:v>
                </c:pt>
                <c:pt idx="4386">
                  <c:v>5.1306009292602518E-2</c:v>
                </c:pt>
                <c:pt idx="4387">
                  <c:v>9.4488143920898396E-2</c:v>
                </c:pt>
                <c:pt idx="4388">
                  <c:v>-3.1003952026367201E-2</c:v>
                </c:pt>
                <c:pt idx="4389">
                  <c:v>-4.315948486328125E-2</c:v>
                </c:pt>
                <c:pt idx="4390">
                  <c:v>-5.5315017700195299E-2</c:v>
                </c:pt>
                <c:pt idx="4391">
                  <c:v>-4.67629432678223E-2</c:v>
                </c:pt>
                <c:pt idx="4392">
                  <c:v>9.2700004577636858E-2</c:v>
                </c:pt>
                <c:pt idx="4393">
                  <c:v>0.23216295242309601</c:v>
                </c:pt>
                <c:pt idx="4394">
                  <c:v>0.34649991989135698</c:v>
                </c:pt>
                <c:pt idx="4395">
                  <c:v>0.1986815929412839</c:v>
                </c:pt>
                <c:pt idx="4396">
                  <c:v>5.0863265991210903E-2</c:v>
                </c:pt>
                <c:pt idx="4397">
                  <c:v>0.16802453994750999</c:v>
                </c:pt>
                <c:pt idx="4398">
                  <c:v>0.18418788909912101</c:v>
                </c:pt>
                <c:pt idx="4399">
                  <c:v>0.20035123825073201</c:v>
                </c:pt>
                <c:pt idx="4400">
                  <c:v>9.9431991577148396E-2</c:v>
                </c:pt>
                <c:pt idx="4401">
                  <c:v>0.59751813165072765</c:v>
                </c:pt>
                <c:pt idx="4402">
                  <c:v>1.0956042717243071</c:v>
                </c:pt>
                <c:pt idx="4403">
                  <c:v>1.398495085099164</c:v>
                </c:pt>
                <c:pt idx="4404">
                  <c:v>1.2025362823320469</c:v>
                </c:pt>
                <c:pt idx="4405">
                  <c:v>0.86041498184204035</c:v>
                </c:pt>
                <c:pt idx="4406">
                  <c:v>0.34303760528564498</c:v>
                </c:pt>
                <c:pt idx="4407">
                  <c:v>0.1990892887115481</c:v>
                </c:pt>
                <c:pt idx="4408">
                  <c:v>5.51409721374512E-2</c:v>
                </c:pt>
                <c:pt idx="4409">
                  <c:v>0.108312129974365</c:v>
                </c:pt>
                <c:pt idx="4410">
                  <c:v>9.8637342453002791E-2</c:v>
                </c:pt>
                <c:pt idx="4411">
                  <c:v>8.8962554931640597E-2</c:v>
                </c:pt>
                <c:pt idx="4412">
                  <c:v>0.15105342864990201</c:v>
                </c:pt>
                <c:pt idx="4413">
                  <c:v>0.1205780506134032</c:v>
                </c:pt>
                <c:pt idx="4414">
                  <c:v>9.0102672576904297E-2</c:v>
                </c:pt>
                <c:pt idx="4415">
                  <c:v>-5.8964729309081997E-2</c:v>
                </c:pt>
                <c:pt idx="4416">
                  <c:v>-4.4761180877685547E-2</c:v>
                </c:pt>
                <c:pt idx="4417">
                  <c:v>-3.0557632446289101E-2</c:v>
                </c:pt>
                <c:pt idx="4418">
                  <c:v>-3.0030776714456531E-2</c:v>
                </c:pt>
                <c:pt idx="4419">
                  <c:v>-2.9503920982623961E-2</c:v>
                </c:pt>
                <c:pt idx="4420">
                  <c:v>-2.8977065250791391E-2</c:v>
                </c:pt>
                <c:pt idx="4421">
                  <c:v>-2.8450209518958821E-2</c:v>
                </c:pt>
                <c:pt idx="4422">
                  <c:v>-2.7923353787126251E-2</c:v>
                </c:pt>
                <c:pt idx="4423">
                  <c:v>-2.7396498055293681E-2</c:v>
                </c:pt>
                <c:pt idx="4424">
                  <c:v>-2.6869642323461101E-2</c:v>
                </c:pt>
                <c:pt idx="4425">
                  <c:v>-2.6342786591628531E-2</c:v>
                </c:pt>
                <c:pt idx="4426">
                  <c:v>-2.5815930859795961E-2</c:v>
                </c:pt>
                <c:pt idx="4427">
                  <c:v>-2.5289075127963391E-2</c:v>
                </c:pt>
                <c:pt idx="4428">
                  <c:v>-2.4762219396130821E-2</c:v>
                </c:pt>
                <c:pt idx="4429">
                  <c:v>-2.4235363664298251E-2</c:v>
                </c:pt>
                <c:pt idx="4475">
                  <c:v>0</c:v>
                </c:pt>
                <c:pt idx="4476">
                  <c:v>9.8633527755737499E-2</c:v>
                </c:pt>
                <c:pt idx="4477">
                  <c:v>0.197267055511475</c:v>
                </c:pt>
                <c:pt idx="4478">
                  <c:v>6.4656972885132058E-2</c:v>
                </c:pt>
                <c:pt idx="4479">
                  <c:v>-6.7953109741210896E-2</c:v>
                </c:pt>
                <c:pt idx="4480">
                  <c:v>0.28442955017089799</c:v>
                </c:pt>
                <c:pt idx="4481">
                  <c:v>0.16334366798400851</c:v>
                </c:pt>
                <c:pt idx="4482">
                  <c:v>4.2257785797119099E-2</c:v>
                </c:pt>
                <c:pt idx="4483">
                  <c:v>0.13152694702148399</c:v>
                </c:pt>
                <c:pt idx="4484">
                  <c:v>7.1596860885619937E-2</c:v>
                </c:pt>
                <c:pt idx="4485">
                  <c:v>1.1666774749755899E-2</c:v>
                </c:pt>
                <c:pt idx="4486">
                  <c:v>9.0259075164794894E-2</c:v>
                </c:pt>
                <c:pt idx="4487">
                  <c:v>0.12065529823303239</c:v>
                </c:pt>
                <c:pt idx="4488">
                  <c:v>0.15105152130127</c:v>
                </c:pt>
                <c:pt idx="4489">
                  <c:v>9.12365913391113E-2</c:v>
                </c:pt>
                <c:pt idx="4490">
                  <c:v>6.043672561645505E-2</c:v>
                </c:pt>
                <c:pt idx="4491">
                  <c:v>2.96368598937988E-2</c:v>
                </c:pt>
                <c:pt idx="4492">
                  <c:v>0.19095277786254899</c:v>
                </c:pt>
                <c:pt idx="4493">
                  <c:v>6.6053152084350628E-2</c:v>
                </c:pt>
                <c:pt idx="4494">
                  <c:v>-5.8846473693847698E-2</c:v>
                </c:pt>
                <c:pt idx="4495">
                  <c:v>0.19383144378662101</c:v>
                </c:pt>
                <c:pt idx="4496">
                  <c:v>0.1134171485900879</c:v>
                </c:pt>
                <c:pt idx="4497">
                  <c:v>3.3002853393554701E-2</c:v>
                </c:pt>
                <c:pt idx="4498">
                  <c:v>7.9909801483154297E-2</c:v>
                </c:pt>
                <c:pt idx="4499">
                  <c:v>6.6047191619873047E-2</c:v>
                </c:pt>
                <c:pt idx="4500">
                  <c:v>5.2184581756591797E-2</c:v>
                </c:pt>
                <c:pt idx="4501">
                  <c:v>8.2482337951660198E-2</c:v>
                </c:pt>
                <c:pt idx="4502">
                  <c:v>0.1128151416778566</c:v>
                </c:pt>
                <c:pt idx="4503">
                  <c:v>0.14314794540405301</c:v>
                </c:pt>
                <c:pt idx="4504">
                  <c:v>0.14549303054809601</c:v>
                </c:pt>
                <c:pt idx="4505">
                  <c:v>4.7480821609497209E-2</c:v>
                </c:pt>
                <c:pt idx="4506">
                  <c:v>-5.0531387329101597E-2</c:v>
                </c:pt>
                <c:pt idx="4507">
                  <c:v>0.27672576904296903</c:v>
                </c:pt>
                <c:pt idx="4508">
                  <c:v>0.17215585708618181</c:v>
                </c:pt>
                <c:pt idx="4509">
                  <c:v>6.7585945129394503E-2</c:v>
                </c:pt>
                <c:pt idx="4510">
                  <c:v>0.14655208587646501</c:v>
                </c:pt>
                <c:pt idx="4511">
                  <c:v>5.6406497955322349E-2</c:v>
                </c:pt>
                <c:pt idx="4512">
                  <c:v>-3.3739089965820299E-2</c:v>
                </c:pt>
                <c:pt idx="4513">
                  <c:v>4.7134876251220703E-2</c:v>
                </c:pt>
                <c:pt idx="4514">
                  <c:v>7.2845935821533203E-2</c:v>
                </c:pt>
                <c:pt idx="4515">
                  <c:v>9.8556995391845703E-2</c:v>
                </c:pt>
                <c:pt idx="4516">
                  <c:v>-3.3213615417480503E-2</c:v>
                </c:pt>
                <c:pt idx="4517">
                  <c:v>2.8514385223388651E-2</c:v>
                </c:pt>
                <c:pt idx="4518">
                  <c:v>9.0242385864257799E-2</c:v>
                </c:pt>
                <c:pt idx="4519">
                  <c:v>-6.60858154296875E-2</c:v>
                </c:pt>
                <c:pt idx="4520">
                  <c:v>-1.731634140014648E-3</c:v>
                </c:pt>
                <c:pt idx="4521">
                  <c:v>6.2622547149658203E-2</c:v>
                </c:pt>
                <c:pt idx="4522">
                  <c:v>6.7602157592773396E-2</c:v>
                </c:pt>
                <c:pt idx="4523">
                  <c:v>7.2735548019409152E-2</c:v>
                </c:pt>
                <c:pt idx="4524">
                  <c:v>7.7868938446044894E-2</c:v>
                </c:pt>
                <c:pt idx="4525">
                  <c:v>0.11208963394165</c:v>
                </c:pt>
                <c:pt idx="4526">
                  <c:v>0.21347784996032701</c:v>
                </c:pt>
                <c:pt idx="4527">
                  <c:v>0.31486606597900402</c:v>
                </c:pt>
                <c:pt idx="4528">
                  <c:v>1.7184257507324201E-2</c:v>
                </c:pt>
                <c:pt idx="4529">
                  <c:v>-2.4376869201660149E-2</c:v>
                </c:pt>
                <c:pt idx="4530">
                  <c:v>-6.5937995910644503E-2</c:v>
                </c:pt>
                <c:pt idx="4531">
                  <c:v>4.3603420257568401E-2</c:v>
                </c:pt>
                <c:pt idx="4532">
                  <c:v>8.24465751647947E-2</c:v>
                </c:pt>
                <c:pt idx="4533">
                  <c:v>0.121289730072021</c:v>
                </c:pt>
                <c:pt idx="4534">
                  <c:v>0.22474908828735399</c:v>
                </c:pt>
                <c:pt idx="4535">
                  <c:v>0.13880944252014191</c:v>
                </c:pt>
                <c:pt idx="4536">
                  <c:v>5.2869796752929701E-2</c:v>
                </c:pt>
                <c:pt idx="4537">
                  <c:v>0.279560565948486</c:v>
                </c:pt>
                <c:pt idx="4538">
                  <c:v>0.18313264846801741</c:v>
                </c:pt>
                <c:pt idx="4539">
                  <c:v>8.67047309875488E-2</c:v>
                </c:pt>
                <c:pt idx="4540">
                  <c:v>0.1752028465271</c:v>
                </c:pt>
                <c:pt idx="4541">
                  <c:v>0.1372227668762209</c:v>
                </c:pt>
                <c:pt idx="4542">
                  <c:v>9.9242687225341797E-2</c:v>
                </c:pt>
                <c:pt idx="4543">
                  <c:v>0.18832778930664101</c:v>
                </c:pt>
                <c:pt idx="4544">
                  <c:v>0.1632342338562015</c:v>
                </c:pt>
                <c:pt idx="4545">
                  <c:v>0.138140678405762</c:v>
                </c:pt>
                <c:pt idx="4546">
                  <c:v>0.24438238143920901</c:v>
                </c:pt>
                <c:pt idx="4547">
                  <c:v>0.29647779464721702</c:v>
                </c:pt>
                <c:pt idx="4548">
                  <c:v>0.348573207855225</c:v>
                </c:pt>
                <c:pt idx="4549">
                  <c:v>-4.4859409332275398E-2</c:v>
                </c:pt>
                <c:pt idx="4550">
                  <c:v>2.90396213531493E-2</c:v>
                </c:pt>
                <c:pt idx="4551">
                  <c:v>0.102938652038574</c:v>
                </c:pt>
                <c:pt idx="4552">
                  <c:v>0.31432247161865201</c:v>
                </c:pt>
                <c:pt idx="4553">
                  <c:v>0.23673129081726049</c:v>
                </c:pt>
                <c:pt idx="4554">
                  <c:v>0.159140110015869</c:v>
                </c:pt>
                <c:pt idx="4555">
                  <c:v>7.3538780212402247E-2</c:v>
                </c:pt>
                <c:pt idx="4556">
                  <c:v>-1.20625495910645E-2</c:v>
                </c:pt>
                <c:pt idx="4557">
                  <c:v>-5.4316520690918003E-2</c:v>
                </c:pt>
                <c:pt idx="4558">
                  <c:v>8.5027217864990026E-3</c:v>
                </c:pt>
                <c:pt idx="4559">
                  <c:v>7.1321964263916002E-2</c:v>
                </c:pt>
                <c:pt idx="4560">
                  <c:v>-4.2094230651855503E-2</c:v>
                </c:pt>
                <c:pt idx="4561">
                  <c:v>-1.6487836837768569E-2</c:v>
                </c:pt>
                <c:pt idx="4562">
                  <c:v>9.1185569763183594E-3</c:v>
                </c:pt>
                <c:pt idx="4563">
                  <c:v>0.231385707855225</c:v>
                </c:pt>
                <c:pt idx="4564">
                  <c:v>0.13757538795471211</c:v>
                </c:pt>
                <c:pt idx="4565">
                  <c:v>4.3765068054199198E-2</c:v>
                </c:pt>
                <c:pt idx="4566">
                  <c:v>0.11377477645874</c:v>
                </c:pt>
                <c:pt idx="4567">
                  <c:v>0.1204588413238525</c:v>
                </c:pt>
                <c:pt idx="4568">
                  <c:v>0.12714290618896501</c:v>
                </c:pt>
                <c:pt idx="4569">
                  <c:v>0.83870220184326205</c:v>
                </c:pt>
                <c:pt idx="4570">
                  <c:v>0.4768495559692385</c:v>
                </c:pt>
                <c:pt idx="4571">
                  <c:v>0.114996910095215</c:v>
                </c:pt>
                <c:pt idx="4572">
                  <c:v>9.8685741424560505E-2</c:v>
                </c:pt>
                <c:pt idx="4573">
                  <c:v>0.20373487472534171</c:v>
                </c:pt>
                <c:pt idx="4574">
                  <c:v>0.30878400802612299</c:v>
                </c:pt>
                <c:pt idx="4575">
                  <c:v>0.33035945892334001</c:v>
                </c:pt>
                <c:pt idx="4576">
                  <c:v>0.16634154319763189</c:v>
                </c:pt>
                <c:pt idx="4577">
                  <c:v>2.3236274719238299E-3</c:v>
                </c:pt>
                <c:pt idx="4578">
                  <c:v>7.0835113525390597E-2</c:v>
                </c:pt>
                <c:pt idx="4579">
                  <c:v>5.7663917541503899E-2</c:v>
                </c:pt>
                <c:pt idx="4580">
                  <c:v>4.4492721557617201E-2</c:v>
                </c:pt>
                <c:pt idx="4581">
                  <c:v>0.12165880203247099</c:v>
                </c:pt>
                <c:pt idx="4582">
                  <c:v>0.2023024559021</c:v>
                </c:pt>
                <c:pt idx="4583">
                  <c:v>0.28294610977172902</c:v>
                </c:pt>
                <c:pt idx="4584">
                  <c:v>1.0328769683837899E-2</c:v>
                </c:pt>
                <c:pt idx="4585">
                  <c:v>-9.7897052764892491E-3</c:v>
                </c:pt>
                <c:pt idx="4586">
                  <c:v>-2.9908180236816399E-2</c:v>
                </c:pt>
                <c:pt idx="4587">
                  <c:v>-6.1520576477050802E-2</c:v>
                </c:pt>
                <c:pt idx="4588">
                  <c:v>-4.7966718673706048E-2</c:v>
                </c:pt>
                <c:pt idx="4589">
                  <c:v>-3.44128608703613E-2</c:v>
                </c:pt>
                <c:pt idx="4590">
                  <c:v>0.160385131835938</c:v>
                </c:pt>
                <c:pt idx="4591">
                  <c:v>0.1187641620635989</c:v>
                </c:pt>
                <c:pt idx="4592">
                  <c:v>7.7143192291259793E-2</c:v>
                </c:pt>
                <c:pt idx="4593">
                  <c:v>1.9527435302734399E-2</c:v>
                </c:pt>
                <c:pt idx="4594">
                  <c:v>-4.4586658477782986E-3</c:v>
                </c:pt>
                <c:pt idx="4595">
                  <c:v>-2.8444766998290998E-2</c:v>
                </c:pt>
                <c:pt idx="4596">
                  <c:v>5.6468963623046903E-2</c:v>
                </c:pt>
                <c:pt idx="4597">
                  <c:v>7.6258659362792997E-2</c:v>
                </c:pt>
                <c:pt idx="4598">
                  <c:v>9.6048355102539104E-2</c:v>
                </c:pt>
                <c:pt idx="4599">
                  <c:v>0.13924789428710899</c:v>
                </c:pt>
                <c:pt idx="4600">
                  <c:v>0.18788099288940399</c:v>
                </c:pt>
                <c:pt idx="4601">
                  <c:v>0.236514091491699</c:v>
                </c:pt>
                <c:pt idx="4602">
                  <c:v>0.15123176574707001</c:v>
                </c:pt>
                <c:pt idx="4603">
                  <c:v>0.11450028419494621</c:v>
                </c:pt>
                <c:pt idx="4604">
                  <c:v>7.7768802642822293E-2</c:v>
                </c:pt>
                <c:pt idx="4605">
                  <c:v>4.89087104797363E-2</c:v>
                </c:pt>
                <c:pt idx="4606">
                  <c:v>0.1628375053405762</c:v>
                </c:pt>
                <c:pt idx="4607">
                  <c:v>0.27676630020141602</c:v>
                </c:pt>
                <c:pt idx="4608">
                  <c:v>1.7785549163818401E-2</c:v>
                </c:pt>
                <c:pt idx="4609">
                  <c:v>-7.1930885314940018E-4</c:v>
                </c:pt>
                <c:pt idx="4610">
                  <c:v>-1.9224166870117201E-2</c:v>
                </c:pt>
                <c:pt idx="4611">
                  <c:v>9.0528488159179701E-2</c:v>
                </c:pt>
                <c:pt idx="4612">
                  <c:v>6.8369746208191029E-2</c:v>
                </c:pt>
                <c:pt idx="4613">
                  <c:v>4.621100425720235E-2</c:v>
                </c:pt>
                <c:pt idx="4614">
                  <c:v>-4.3891906738281299E-2</c:v>
                </c:pt>
                <c:pt idx="4615">
                  <c:v>4.119849205017085E-2</c:v>
                </c:pt>
                <c:pt idx="4616">
                  <c:v>0.12628889083862299</c:v>
                </c:pt>
                <c:pt idx="4617">
                  <c:v>0.126202583312988</c:v>
                </c:pt>
                <c:pt idx="4618">
                  <c:v>0.1231582164764405</c:v>
                </c:pt>
                <c:pt idx="4619">
                  <c:v>0.12011384963989299</c:v>
                </c:pt>
                <c:pt idx="4620">
                  <c:v>8.2806587219238295E-2</c:v>
                </c:pt>
                <c:pt idx="4621">
                  <c:v>3.0097723007202148E-2</c:v>
                </c:pt>
                <c:pt idx="4622">
                  <c:v>-2.2611141204834002E-2</c:v>
                </c:pt>
                <c:pt idx="4623">
                  <c:v>9.8236560821533203E-2</c:v>
                </c:pt>
                <c:pt idx="4624">
                  <c:v>3.4909248352050809E-2</c:v>
                </c:pt>
                <c:pt idx="4625">
                  <c:v>-2.8418064117431599E-2</c:v>
                </c:pt>
                <c:pt idx="4626">
                  <c:v>-4.4154167175293003E-2</c:v>
                </c:pt>
                <c:pt idx="4627">
                  <c:v>-4.6636104583740248E-2</c:v>
                </c:pt>
                <c:pt idx="4628">
                  <c:v>-4.91180419921875E-2</c:v>
                </c:pt>
                <c:pt idx="4629">
                  <c:v>0.123354911804199</c:v>
                </c:pt>
                <c:pt idx="4630">
                  <c:v>6.8403005599975503E-2</c:v>
                </c:pt>
                <c:pt idx="4631">
                  <c:v>1.3451099395752E-2</c:v>
                </c:pt>
                <c:pt idx="4632">
                  <c:v>0.152941703796387</c:v>
                </c:pt>
                <c:pt idx="4633">
                  <c:v>0.1122424602508546</c:v>
                </c:pt>
                <c:pt idx="4634">
                  <c:v>7.1543216705322293E-2</c:v>
                </c:pt>
                <c:pt idx="4635">
                  <c:v>-1.3891696929931601E-2</c:v>
                </c:pt>
                <c:pt idx="4636">
                  <c:v>0.1605875492095947</c:v>
                </c:pt>
                <c:pt idx="4637">
                  <c:v>0.33506679534912098</c:v>
                </c:pt>
                <c:pt idx="4638">
                  <c:v>0.112791538238525</c:v>
                </c:pt>
                <c:pt idx="4639">
                  <c:v>3.7249088287353287E-2</c:v>
                </c:pt>
                <c:pt idx="4640">
                  <c:v>-3.8293361663818401E-2</c:v>
                </c:pt>
                <c:pt idx="4641">
                  <c:v>0.15973234176635701</c:v>
                </c:pt>
                <c:pt idx="4642">
                  <c:v>0.1346399784088135</c:v>
                </c:pt>
                <c:pt idx="4643">
                  <c:v>0.10954761505127</c:v>
                </c:pt>
                <c:pt idx="4644">
                  <c:v>0.14829683303832999</c:v>
                </c:pt>
                <c:pt idx="4645">
                  <c:v>0.138434648513794</c:v>
                </c:pt>
                <c:pt idx="4646">
                  <c:v>0.12857246398925801</c:v>
                </c:pt>
                <c:pt idx="4647">
                  <c:v>-9.3655586242675799E-3</c:v>
                </c:pt>
                <c:pt idx="4648">
                  <c:v>5.7788372039794707E-2</c:v>
                </c:pt>
                <c:pt idx="4649">
                  <c:v>0.12494230270385701</c:v>
                </c:pt>
                <c:pt idx="4650">
                  <c:v>7.9786300659179701E-2</c:v>
                </c:pt>
                <c:pt idx="4651">
                  <c:v>8.3478927612304701E-2</c:v>
                </c:pt>
                <c:pt idx="4652">
                  <c:v>8.7171554565429701E-2</c:v>
                </c:pt>
                <c:pt idx="4653">
                  <c:v>0.11829948425293001</c:v>
                </c:pt>
                <c:pt idx="4654">
                  <c:v>4.213833808898941E-2</c:v>
                </c:pt>
                <c:pt idx="4655">
                  <c:v>-3.40228080749512E-2</c:v>
                </c:pt>
                <c:pt idx="4656">
                  <c:v>0.25781583786010698</c:v>
                </c:pt>
                <c:pt idx="4657">
                  <c:v>0.16935753822326641</c:v>
                </c:pt>
                <c:pt idx="4658">
                  <c:v>8.0899238586425795E-2</c:v>
                </c:pt>
                <c:pt idx="4659">
                  <c:v>0.26984548568725603</c:v>
                </c:pt>
                <c:pt idx="4660">
                  <c:v>0.1766908168792726</c:v>
                </c:pt>
                <c:pt idx="4661">
                  <c:v>8.3536148071289104E-2</c:v>
                </c:pt>
                <c:pt idx="4662">
                  <c:v>6.9749832153320299E-2</c:v>
                </c:pt>
                <c:pt idx="4663">
                  <c:v>8.0046176910400391E-2</c:v>
                </c:pt>
                <c:pt idx="4664">
                  <c:v>9.0342521667480497E-2</c:v>
                </c:pt>
                <c:pt idx="4665">
                  <c:v>1.1455926100413001</c:v>
                </c:pt>
                <c:pt idx="4666">
                  <c:v>0.77442439397175955</c:v>
                </c:pt>
                <c:pt idx="4667">
                  <c:v>6.6094875335693401E-2</c:v>
                </c:pt>
                <c:pt idx="4668">
                  <c:v>7.8258514404296903E-2</c:v>
                </c:pt>
                <c:pt idx="4669">
                  <c:v>9.0422153472900405E-2</c:v>
                </c:pt>
                <c:pt idx="4670">
                  <c:v>2.54712104797363E-2</c:v>
                </c:pt>
                <c:pt idx="4671">
                  <c:v>-8.7521076202392509E-3</c:v>
                </c:pt>
                <c:pt idx="4672">
                  <c:v>-4.2975425720214802E-2</c:v>
                </c:pt>
                <c:pt idx="4673">
                  <c:v>8.5481166839599595E-2</c:v>
                </c:pt>
                <c:pt idx="4674">
                  <c:v>5.8219194412231452E-2</c:v>
                </c:pt>
                <c:pt idx="4675">
                  <c:v>3.0957221984863299E-2</c:v>
                </c:pt>
                <c:pt idx="4676">
                  <c:v>-5.4665088653564502E-2</c:v>
                </c:pt>
                <c:pt idx="4677">
                  <c:v>0.12546491622924821</c:v>
                </c:pt>
                <c:pt idx="4678">
                  <c:v>0.30559492111206099</c:v>
                </c:pt>
                <c:pt idx="4679">
                  <c:v>-5.8911800384521498E-2</c:v>
                </c:pt>
                <c:pt idx="4680">
                  <c:v>0.14097189903259269</c:v>
                </c:pt>
                <c:pt idx="4681">
                  <c:v>0.34085559844970698</c:v>
                </c:pt>
                <c:pt idx="4682">
                  <c:v>0.100871562957764</c:v>
                </c:pt>
                <c:pt idx="4683">
                  <c:v>2.545833587646501E-2</c:v>
                </c:pt>
                <c:pt idx="4684">
                  <c:v>-4.9954891204833998E-2</c:v>
                </c:pt>
                <c:pt idx="4685">
                  <c:v>0.22142839431762701</c:v>
                </c:pt>
                <c:pt idx="4686">
                  <c:v>0.15689635276794439</c:v>
                </c:pt>
                <c:pt idx="4687">
                  <c:v>9.2364311218261705E-2</c:v>
                </c:pt>
                <c:pt idx="4688">
                  <c:v>0.115862369537354</c:v>
                </c:pt>
                <c:pt idx="4689">
                  <c:v>1.2582677319753079</c:v>
                </c:pt>
                <c:pt idx="4690">
                  <c:v>1.0616523210818949</c:v>
                </c:pt>
                <c:pt idx="4691">
                  <c:v>1.315418576340541</c:v>
                </c:pt>
                <c:pt idx="4692">
                  <c:v>0.63806812720530492</c:v>
                </c:pt>
                <c:pt idx="4693">
                  <c:v>-3.9282321929931599E-2</c:v>
                </c:pt>
                <c:pt idx="4694">
                  <c:v>-3.2824039459228502E-2</c:v>
                </c:pt>
                <c:pt idx="4695">
                  <c:v>5.003070831298824E-2</c:v>
                </c:pt>
                <c:pt idx="4696">
                  <c:v>0.13288545608520499</c:v>
                </c:pt>
                <c:pt idx="4697">
                  <c:v>0.23972129821777299</c:v>
                </c:pt>
                <c:pt idx="4698">
                  <c:v>0.13558483123779269</c:v>
                </c:pt>
                <c:pt idx="4699">
                  <c:v>3.14483642578125E-2</c:v>
                </c:pt>
                <c:pt idx="4700">
                  <c:v>0.22853040695190399</c:v>
                </c:pt>
                <c:pt idx="4701">
                  <c:v>0.28217649459838851</c:v>
                </c:pt>
                <c:pt idx="4702">
                  <c:v>0.33582258224487299</c:v>
                </c:pt>
                <c:pt idx="4703">
                  <c:v>7.0618152618408203E-2</c:v>
                </c:pt>
                <c:pt idx="4704">
                  <c:v>1.451420783996581E-2</c:v>
                </c:pt>
                <c:pt idx="4705">
                  <c:v>-4.1589736938476597E-2</c:v>
                </c:pt>
                <c:pt idx="4706">
                  <c:v>-2.8942584991455099E-2</c:v>
                </c:pt>
                <c:pt idx="4707">
                  <c:v>4.3761730194091519E-3</c:v>
                </c:pt>
                <c:pt idx="4708">
                  <c:v>3.7694931030273403E-2</c:v>
                </c:pt>
                <c:pt idx="4709">
                  <c:v>5.1564216613769497E-2</c:v>
                </c:pt>
                <c:pt idx="4710">
                  <c:v>8.8447809219360241E-2</c:v>
                </c:pt>
                <c:pt idx="4711">
                  <c:v>0.12533140182495101</c:v>
                </c:pt>
                <c:pt idx="4712">
                  <c:v>-2.14638710021973E-2</c:v>
                </c:pt>
                <c:pt idx="4713">
                  <c:v>1.102631807327271</c:v>
                </c:pt>
                <c:pt idx="4714">
                  <c:v>2.2267274856567401</c:v>
                </c:pt>
                <c:pt idx="4715">
                  <c:v>1.6922698020935101</c:v>
                </c:pt>
                <c:pt idx="4716">
                  <c:v>0.87186169624328824</c:v>
                </c:pt>
                <c:pt idx="4717">
                  <c:v>5.1453590393066399E-2</c:v>
                </c:pt>
                <c:pt idx="4718">
                  <c:v>0.240479946136475</c:v>
                </c:pt>
                <c:pt idx="4719">
                  <c:v>0.1432311534881594</c:v>
                </c:pt>
                <c:pt idx="4720">
                  <c:v>4.5982360839843799E-2</c:v>
                </c:pt>
                <c:pt idx="4721">
                  <c:v>6.8206310272216839E-2</c:v>
                </c:pt>
                <c:pt idx="4722">
                  <c:v>9.0430259704589872E-2</c:v>
                </c:pt>
                <c:pt idx="4723">
                  <c:v>0.1126542091369629</c:v>
                </c:pt>
                <c:pt idx="4724">
                  <c:v>0.13487815856933599</c:v>
                </c:pt>
                <c:pt idx="4725">
                  <c:v>0.15710210800170901</c:v>
                </c:pt>
                <c:pt idx="4726">
                  <c:v>0.1249582767486573</c:v>
                </c:pt>
                <c:pt idx="4727">
                  <c:v>9.2814445495605497E-2</c:v>
                </c:pt>
                <c:pt idx="4728">
                  <c:v>8.1969261169433594E-2</c:v>
                </c:pt>
                <c:pt idx="4729">
                  <c:v>6.9988489151001004E-2</c:v>
                </c:pt>
                <c:pt idx="4730">
                  <c:v>5.8007717132568401E-2</c:v>
                </c:pt>
                <c:pt idx="4731">
                  <c:v>0.24077701568603499</c:v>
                </c:pt>
                <c:pt idx="4732">
                  <c:v>0.1103708744049071</c:v>
                </c:pt>
                <c:pt idx="4733">
                  <c:v>-2.00352668762207E-2</c:v>
                </c:pt>
                <c:pt idx="4734">
                  <c:v>0.100258350372314</c:v>
                </c:pt>
                <c:pt idx="4735">
                  <c:v>0.188828945159912</c:v>
                </c:pt>
                <c:pt idx="4736">
                  <c:v>0.27739953994750999</c:v>
                </c:pt>
                <c:pt idx="4737">
                  <c:v>0.10367250442504899</c:v>
                </c:pt>
                <c:pt idx="4738">
                  <c:v>0.70187568664550937</c:v>
                </c:pt>
                <c:pt idx="4739">
                  <c:v>1.3000788688659699</c:v>
                </c:pt>
                <c:pt idx="4740">
                  <c:v>0.619956254959108</c:v>
                </c:pt>
                <c:pt idx="4741">
                  <c:v>-6.0166358947753899E-2</c:v>
                </c:pt>
                <c:pt idx="4742">
                  <c:v>0.28103017807006803</c:v>
                </c:pt>
                <c:pt idx="4743">
                  <c:v>7.5375080108642606E-2</c:v>
                </c:pt>
                <c:pt idx="4744">
                  <c:v>-4.7839164733886698E-2</c:v>
                </c:pt>
                <c:pt idx="4745">
                  <c:v>0.20224952697753901</c:v>
                </c:pt>
                <c:pt idx="4746">
                  <c:v>8.2566022872924749E-2</c:v>
                </c:pt>
                <c:pt idx="4747">
                  <c:v>-3.7117481231689502E-2</c:v>
                </c:pt>
                <c:pt idx="4748">
                  <c:v>0.11455249786377</c:v>
                </c:pt>
                <c:pt idx="4749">
                  <c:v>3.7743568420410413E-2</c:v>
                </c:pt>
                <c:pt idx="4750">
                  <c:v>-3.9065361022949198E-2</c:v>
                </c:pt>
                <c:pt idx="4751">
                  <c:v>-3.2588958740234403E-2</c:v>
                </c:pt>
                <c:pt idx="4752">
                  <c:v>4.4493675231933446E-3</c:v>
                </c:pt>
                <c:pt idx="4753">
                  <c:v>4.1487693786621101E-2</c:v>
                </c:pt>
                <c:pt idx="4754">
                  <c:v>6.0905933380127002E-2</c:v>
                </c:pt>
                <c:pt idx="4755">
                  <c:v>0.19991064071655301</c:v>
                </c:pt>
                <c:pt idx="4756">
                  <c:v>0.33891534805297902</c:v>
                </c:pt>
                <c:pt idx="4757">
                  <c:v>5.65438270568848E-2</c:v>
                </c:pt>
                <c:pt idx="4758">
                  <c:v>6.0965538024902337E-2</c:v>
                </c:pt>
                <c:pt idx="4759">
                  <c:v>6.5387248992919894E-2</c:v>
                </c:pt>
                <c:pt idx="4760">
                  <c:v>9.9872589111328097E-2</c:v>
                </c:pt>
                <c:pt idx="4761">
                  <c:v>4.0544509887695299E-2</c:v>
                </c:pt>
                <c:pt idx="4762">
                  <c:v>-1.87835693359375E-2</c:v>
                </c:pt>
                <c:pt idx="4763">
                  <c:v>8.71734619140625E-2</c:v>
                </c:pt>
                <c:pt idx="4764">
                  <c:v>1.7215013504028289E-2</c:v>
                </c:pt>
                <c:pt idx="4765">
                  <c:v>-5.2743434906005901E-2</c:v>
                </c:pt>
                <c:pt idx="4766">
                  <c:v>4.6790599822997998E-2</c:v>
                </c:pt>
                <c:pt idx="4767">
                  <c:v>9.4548702239990012E-2</c:v>
                </c:pt>
                <c:pt idx="4768">
                  <c:v>0.14230680465698201</c:v>
                </c:pt>
                <c:pt idx="4769">
                  <c:v>0.22545433044433599</c:v>
                </c:pt>
                <c:pt idx="4770">
                  <c:v>9.6750736236572293E-2</c:v>
                </c:pt>
                <c:pt idx="4771">
                  <c:v>-3.1952857971191399E-2</c:v>
                </c:pt>
                <c:pt idx="4772">
                  <c:v>6.4822196960449205E-2</c:v>
                </c:pt>
                <c:pt idx="4773">
                  <c:v>0.1064288616180421</c:v>
                </c:pt>
                <c:pt idx="4774">
                  <c:v>0.14803552627563499</c:v>
                </c:pt>
                <c:pt idx="4775">
                  <c:v>0.31670761108398399</c:v>
                </c:pt>
                <c:pt idx="4776">
                  <c:v>0.1567223072052</c:v>
                </c:pt>
                <c:pt idx="4777">
                  <c:v>-3.26299667358398E-3</c:v>
                </c:pt>
                <c:pt idx="4778">
                  <c:v>-5.6188583374023403E-2</c:v>
                </c:pt>
                <c:pt idx="4779">
                  <c:v>-5.7644844055175504E-3</c:v>
                </c:pt>
                <c:pt idx="4780">
                  <c:v>4.4659614562988302E-2</c:v>
                </c:pt>
                <c:pt idx="4781">
                  <c:v>-2.62799263000488E-2</c:v>
                </c:pt>
                <c:pt idx="4782">
                  <c:v>7.8066587448120103E-2</c:v>
                </c:pt>
                <c:pt idx="4783">
                  <c:v>0.18241310119628901</c:v>
                </c:pt>
                <c:pt idx="4784">
                  <c:v>0.121620655059814</c:v>
                </c:pt>
                <c:pt idx="4785">
                  <c:v>0.1366529464721675</c:v>
                </c:pt>
                <c:pt idx="4786">
                  <c:v>0.15168523788452101</c:v>
                </c:pt>
                <c:pt idx="4787">
                  <c:v>0.27164649963378901</c:v>
                </c:pt>
                <c:pt idx="4788">
                  <c:v>0.26640367507934548</c:v>
                </c:pt>
                <c:pt idx="4789">
                  <c:v>0.26116085052490201</c:v>
                </c:pt>
                <c:pt idx="4790">
                  <c:v>1.7691612243652299E-2</c:v>
                </c:pt>
                <c:pt idx="4791">
                  <c:v>0.1152279376983642</c:v>
                </c:pt>
                <c:pt idx="4792">
                  <c:v>0.21276426315307601</c:v>
                </c:pt>
                <c:pt idx="4793">
                  <c:v>0.127378940582275</c:v>
                </c:pt>
                <c:pt idx="4794">
                  <c:v>4.1668891906738101E-2</c:v>
                </c:pt>
                <c:pt idx="4795">
                  <c:v>-4.40411567687988E-2</c:v>
                </c:pt>
                <c:pt idx="4796">
                  <c:v>0.101552486419678</c:v>
                </c:pt>
                <c:pt idx="4797">
                  <c:v>7.3425054550171051E-2</c:v>
                </c:pt>
                <c:pt idx="4798">
                  <c:v>4.5297622680664097E-2</c:v>
                </c:pt>
                <c:pt idx="4799">
                  <c:v>0.108579158782959</c:v>
                </c:pt>
                <c:pt idx="4800">
                  <c:v>0.120591640472412</c:v>
                </c:pt>
                <c:pt idx="4801">
                  <c:v>0.13260412216186501</c:v>
                </c:pt>
                <c:pt idx="4802">
                  <c:v>0.27213430404663103</c:v>
                </c:pt>
                <c:pt idx="4803">
                  <c:v>0.1217312812805177</c:v>
                </c:pt>
                <c:pt idx="4804">
                  <c:v>-2.86717414855957E-2</c:v>
                </c:pt>
                <c:pt idx="4805">
                  <c:v>5.1347255706787102E-2</c:v>
                </c:pt>
                <c:pt idx="4806">
                  <c:v>0.14006304740905751</c:v>
                </c:pt>
                <c:pt idx="4807">
                  <c:v>0.22877883911132799</c:v>
                </c:pt>
                <c:pt idx="4808">
                  <c:v>-4.8122406005859401E-3</c:v>
                </c:pt>
                <c:pt idx="4809">
                  <c:v>1.387434855856077</c:v>
                </c:pt>
                <c:pt idx="4810">
                  <c:v>1.389847997272984</c:v>
                </c:pt>
                <c:pt idx="4811">
                  <c:v>1.3222332125124721</c:v>
                </c:pt>
                <c:pt idx="4812">
                  <c:v>0.69036317493604549</c:v>
                </c:pt>
                <c:pt idx="4813">
                  <c:v>5.8493137359619099E-2</c:v>
                </c:pt>
                <c:pt idx="4814">
                  <c:v>0.22618818283081099</c:v>
                </c:pt>
                <c:pt idx="4815">
                  <c:v>0.15942168235778831</c:v>
                </c:pt>
                <c:pt idx="4816">
                  <c:v>9.2655181884765597E-2</c:v>
                </c:pt>
                <c:pt idx="4817">
                  <c:v>0.119411468505859</c:v>
                </c:pt>
                <c:pt idx="4818">
                  <c:v>0.10952544212341291</c:v>
                </c:pt>
                <c:pt idx="4819">
                  <c:v>9.9639415740966797E-2</c:v>
                </c:pt>
                <c:pt idx="4820">
                  <c:v>0.1055779457092284</c:v>
                </c:pt>
                <c:pt idx="4821">
                  <c:v>0.11151647567749</c:v>
                </c:pt>
                <c:pt idx="4822">
                  <c:v>-1.4786720275878899E-2</c:v>
                </c:pt>
                <c:pt idx="4823">
                  <c:v>4.1395902633666999E-2</c:v>
                </c:pt>
                <c:pt idx="4824">
                  <c:v>9.7578525543212905E-2</c:v>
                </c:pt>
                <c:pt idx="4825">
                  <c:v>0.108335971832275</c:v>
                </c:pt>
                <c:pt idx="4826">
                  <c:v>0.14499568939208951</c:v>
                </c:pt>
                <c:pt idx="4827">
                  <c:v>0.18165540695190399</c:v>
                </c:pt>
                <c:pt idx="4828">
                  <c:v>7.9943180084228502E-2</c:v>
                </c:pt>
                <c:pt idx="4829">
                  <c:v>0.21543502807617179</c:v>
                </c:pt>
                <c:pt idx="4830">
                  <c:v>0.35092687606811501</c:v>
                </c:pt>
                <c:pt idx="4831">
                  <c:v>7.8002452850341797E-2</c:v>
                </c:pt>
                <c:pt idx="4832">
                  <c:v>0.70396184921264637</c:v>
                </c:pt>
                <c:pt idx="4833">
                  <c:v>1.3299212455749509</c:v>
                </c:pt>
                <c:pt idx="4834">
                  <c:v>1.406079483266544</c:v>
                </c:pt>
                <c:pt idx="4835">
                  <c:v>1.337778627633091</c:v>
                </c:pt>
                <c:pt idx="4836">
                  <c:v>1.1851564390318741</c:v>
                </c:pt>
                <c:pt idx="4837">
                  <c:v>4.3467521667480503E-2</c:v>
                </c:pt>
                <c:pt idx="4838">
                  <c:v>0.12852168083190929</c:v>
                </c:pt>
                <c:pt idx="4839">
                  <c:v>0.213575839996338</c:v>
                </c:pt>
                <c:pt idx="4840">
                  <c:v>3.48715782165527E-2</c:v>
                </c:pt>
                <c:pt idx="4841">
                  <c:v>4.7181606292724602E-2</c:v>
                </c:pt>
                <c:pt idx="4842">
                  <c:v>5.9491634368896498E-2</c:v>
                </c:pt>
                <c:pt idx="4843">
                  <c:v>0.15776300430297899</c:v>
                </c:pt>
                <c:pt idx="4844">
                  <c:v>0.24586462974548351</c:v>
                </c:pt>
                <c:pt idx="4845">
                  <c:v>0.333966255187988</c:v>
                </c:pt>
                <c:pt idx="4846">
                  <c:v>0.136441230773926</c:v>
                </c:pt>
                <c:pt idx="4847">
                  <c:v>9.7722053527832156E-2</c:v>
                </c:pt>
                <c:pt idx="4848">
                  <c:v>5.9002876281738302E-2</c:v>
                </c:pt>
                <c:pt idx="4849">
                  <c:v>0.184464931488037</c:v>
                </c:pt>
                <c:pt idx="4850">
                  <c:v>0.12061953544616701</c:v>
                </c:pt>
                <c:pt idx="4851">
                  <c:v>5.6774139404296903E-2</c:v>
                </c:pt>
                <c:pt idx="4852">
                  <c:v>0.16479825973510701</c:v>
                </c:pt>
                <c:pt idx="4853">
                  <c:v>6.9849252700805456E-2</c:v>
                </c:pt>
                <c:pt idx="4854">
                  <c:v>-2.5099754333496101E-2</c:v>
                </c:pt>
                <c:pt idx="4855">
                  <c:v>4.0554046630859403E-2</c:v>
                </c:pt>
                <c:pt idx="4856">
                  <c:v>0.72634573497682675</c:v>
                </c:pt>
                <c:pt idx="4857">
                  <c:v>1.4121374233227939</c:v>
                </c:pt>
                <c:pt idx="4858">
                  <c:v>1.3553116860701211</c:v>
                </c:pt>
                <c:pt idx="4859">
                  <c:v>1.0777764055464001</c:v>
                </c:pt>
                <c:pt idx="4860">
                  <c:v>-7.2930335998535198E-2</c:v>
                </c:pt>
                <c:pt idx="4861">
                  <c:v>6.76202774047852E-3</c:v>
                </c:pt>
                <c:pt idx="4862">
                  <c:v>6.9975376129150252E-2</c:v>
                </c:pt>
                <c:pt idx="4863">
                  <c:v>0.13318872451782199</c:v>
                </c:pt>
                <c:pt idx="4864">
                  <c:v>-5.9522628784179701E-2</c:v>
                </c:pt>
                <c:pt idx="4865">
                  <c:v>-2.9655694961547859E-2</c:v>
                </c:pt>
                <c:pt idx="4866">
                  <c:v>2.11238861083984E-4</c:v>
                </c:pt>
                <c:pt idx="4867">
                  <c:v>0.15059089660644501</c:v>
                </c:pt>
                <c:pt idx="4868">
                  <c:v>0.1027069091796874</c:v>
                </c:pt>
                <c:pt idx="4869">
                  <c:v>5.4822921752929701E-2</c:v>
                </c:pt>
                <c:pt idx="4870">
                  <c:v>0.18812370300292999</c:v>
                </c:pt>
                <c:pt idx="4871">
                  <c:v>0.123645067214966</c:v>
                </c:pt>
                <c:pt idx="4872">
                  <c:v>5.9166431427002002E-2</c:v>
                </c:pt>
                <c:pt idx="4873">
                  <c:v>0.12973594665527299</c:v>
                </c:pt>
                <c:pt idx="4874">
                  <c:v>9.2513084411620899E-2</c:v>
                </c:pt>
                <c:pt idx="4875">
                  <c:v>5.5290222167968799E-2</c:v>
                </c:pt>
                <c:pt idx="4876">
                  <c:v>0.16114568710327101</c:v>
                </c:pt>
                <c:pt idx="4877">
                  <c:v>0.1012518405914304</c:v>
                </c:pt>
                <c:pt idx="4878">
                  <c:v>4.1357994079589802E-2</c:v>
                </c:pt>
                <c:pt idx="4879">
                  <c:v>0.153626918792725</c:v>
                </c:pt>
                <c:pt idx="4880">
                  <c:v>0.61198959350585924</c:v>
                </c:pt>
                <c:pt idx="4881">
                  <c:v>1.070352268218993</c:v>
                </c:pt>
                <c:pt idx="4882">
                  <c:v>1.327414512634278</c:v>
                </c:pt>
                <c:pt idx="4883">
                  <c:v>1.012196063995362</c:v>
                </c:pt>
                <c:pt idx="4884">
                  <c:v>1.0328480343759789</c:v>
                </c:pt>
                <c:pt idx="4885">
                  <c:v>0.21460199356079099</c:v>
                </c:pt>
                <c:pt idx="4886">
                  <c:v>8.9580535888671847E-2</c:v>
                </c:pt>
                <c:pt idx="4887">
                  <c:v>-3.54409217834473E-2</c:v>
                </c:pt>
                <c:pt idx="4888">
                  <c:v>0.33717679977416998</c:v>
                </c:pt>
                <c:pt idx="4889">
                  <c:v>0.18623924255371099</c:v>
                </c:pt>
                <c:pt idx="4890">
                  <c:v>3.5301685333252002E-2</c:v>
                </c:pt>
                <c:pt idx="4891">
                  <c:v>0.30661630630493197</c:v>
                </c:pt>
                <c:pt idx="4892">
                  <c:v>0.13177251815795921</c:v>
                </c:pt>
                <c:pt idx="4893">
                  <c:v>-4.30712699890137E-2</c:v>
                </c:pt>
                <c:pt idx="4894">
                  <c:v>9.6779346466064495E-2</c:v>
                </c:pt>
                <c:pt idx="4895">
                  <c:v>0.12833452224731429</c:v>
                </c:pt>
                <c:pt idx="4896">
                  <c:v>0.15988969802856401</c:v>
                </c:pt>
                <c:pt idx="4897">
                  <c:v>0.20792698860168449</c:v>
                </c:pt>
                <c:pt idx="4898">
                  <c:v>0.25596427917480502</c:v>
                </c:pt>
                <c:pt idx="4899">
                  <c:v>-4.2434215545654297E-2</c:v>
                </c:pt>
                <c:pt idx="4900">
                  <c:v>9.7160339355468472E-3</c:v>
                </c:pt>
                <c:pt idx="4901">
                  <c:v>6.1866283416747998E-2</c:v>
                </c:pt>
                <c:pt idx="4902">
                  <c:v>0.22147750854492201</c:v>
                </c:pt>
                <c:pt idx="4903">
                  <c:v>0.12128949165344249</c:v>
                </c:pt>
                <c:pt idx="4904">
                  <c:v>2.1101474761962901E-2</c:v>
                </c:pt>
                <c:pt idx="4905">
                  <c:v>1.3249832114128219</c:v>
                </c:pt>
                <c:pt idx="4906">
                  <c:v>1.266752056959199</c:v>
                </c:pt>
                <c:pt idx="4907">
                  <c:v>1.1222140630086259</c:v>
                </c:pt>
                <c:pt idx="4908">
                  <c:v>4.75354194641113E-2</c:v>
                </c:pt>
                <c:pt idx="4909">
                  <c:v>0.10871958732604969</c:v>
                </c:pt>
                <c:pt idx="4910">
                  <c:v>0.169903755187988</c:v>
                </c:pt>
                <c:pt idx="4911">
                  <c:v>0.16977643966674799</c:v>
                </c:pt>
                <c:pt idx="4912">
                  <c:v>5.7025432586669887E-2</c:v>
                </c:pt>
                <c:pt idx="4913">
                  <c:v>-5.5725574493408203E-2</c:v>
                </c:pt>
                <c:pt idx="4914">
                  <c:v>0.14317083358764601</c:v>
                </c:pt>
                <c:pt idx="4915">
                  <c:v>0.1821372509002685</c:v>
                </c:pt>
                <c:pt idx="4916">
                  <c:v>0.22110366821289101</c:v>
                </c:pt>
                <c:pt idx="4917">
                  <c:v>-5.25155067443848E-2</c:v>
                </c:pt>
                <c:pt idx="4918">
                  <c:v>3.1839370727539097E-2</c:v>
                </c:pt>
                <c:pt idx="4919">
                  <c:v>0.116194248199463</c:v>
                </c:pt>
                <c:pt idx="4920">
                  <c:v>0.201834201812744</c:v>
                </c:pt>
                <c:pt idx="4921">
                  <c:v>0.18883132934570299</c:v>
                </c:pt>
                <c:pt idx="4922">
                  <c:v>0.175828456878662</c:v>
                </c:pt>
                <c:pt idx="4923">
                  <c:v>0.168888509273529</c:v>
                </c:pt>
                <c:pt idx="4924">
                  <c:v>0.161948561668396</c:v>
                </c:pt>
                <c:pt idx="4925">
                  <c:v>0.15500861406326299</c:v>
                </c:pt>
                <c:pt idx="4926">
                  <c:v>0.14806866645812999</c:v>
                </c:pt>
                <c:pt idx="4927">
                  <c:v>0.14112871885299699</c:v>
                </c:pt>
                <c:pt idx="4928">
                  <c:v>0.13418877124786399</c:v>
                </c:pt>
                <c:pt idx="4929">
                  <c:v>0.12724882364273099</c:v>
                </c:pt>
                <c:pt idx="4930">
                  <c:v>0.120308876037598</c:v>
                </c:pt>
                <c:pt idx="4931">
                  <c:v>0.157671928405762</c:v>
                </c:pt>
                <c:pt idx="4932">
                  <c:v>5.4116249084472781E-2</c:v>
                </c:pt>
                <c:pt idx="4933">
                  <c:v>-4.9439430236816399E-2</c:v>
                </c:pt>
                <c:pt idx="4934">
                  <c:v>0.105653285980225</c:v>
                </c:pt>
                <c:pt idx="4935">
                  <c:v>9.5201253890991405E-2</c:v>
                </c:pt>
                <c:pt idx="4936">
                  <c:v>8.4749221801757799E-2</c:v>
                </c:pt>
                <c:pt idx="4937">
                  <c:v>0.143151760101318</c:v>
                </c:pt>
                <c:pt idx="4938">
                  <c:v>6.0722827911376738E-2</c:v>
                </c:pt>
                <c:pt idx="4939">
                  <c:v>-2.1706104278564502E-2</c:v>
                </c:pt>
                <c:pt idx="4940">
                  <c:v>9.4434261322021498E-2</c:v>
                </c:pt>
                <c:pt idx="4941">
                  <c:v>-3.8982391357421903E-2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83A4-40BB-A29E-B7A24A1020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420927"/>
        <c:axId val="28386991"/>
      </c:scatterChart>
      <c:valAx>
        <c:axId val="29420927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8386991"/>
        <c:crosses val="autoZero"/>
        <c:crossBetween val="midCat"/>
        <c:majorUnit val="60"/>
      </c:valAx>
      <c:valAx>
        <c:axId val="28386991"/>
        <c:scaling>
          <c:orientation val="minMax"/>
          <c:max val="2.5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Ampere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9420927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Sheet1!$C$1</c:f>
              <c:strCache>
                <c:ptCount val="1"/>
                <c:pt idx="0">
                  <c:v>1035-01_amp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Sheet1!$C$2:$C$8753</c:f>
              <c:numCache>
                <c:formatCode>General</c:formatCode>
                <c:ptCount val="8752"/>
                <c:pt idx="0">
                  <c:v>0.43097351507557846</c:v>
                </c:pt>
                <c:pt idx="1">
                  <c:v>0.41700321498896686</c:v>
                </c:pt>
                <c:pt idx="2">
                  <c:v>0.42730921427408852</c:v>
                </c:pt>
                <c:pt idx="3">
                  <c:v>0.452585442561522</c:v>
                </c:pt>
                <c:pt idx="4">
                  <c:v>0.42756441180988897</c:v>
                </c:pt>
                <c:pt idx="5">
                  <c:v>0.43582268131852731</c:v>
                </c:pt>
                <c:pt idx="6">
                  <c:v>0.44553959006693827</c:v>
                </c:pt>
                <c:pt idx="7">
                  <c:v>0.43108805913326925</c:v>
                </c:pt>
                <c:pt idx="8">
                  <c:v>0.45092120671676372</c:v>
                </c:pt>
                <c:pt idx="9">
                  <c:v>0.41836609827085991</c:v>
                </c:pt>
                <c:pt idx="10">
                  <c:v>0.44189384631256562</c:v>
                </c:pt>
                <c:pt idx="11">
                  <c:v>0.39755467687705559</c:v>
                </c:pt>
                <c:pt idx="12">
                  <c:v>0.41646204183030022</c:v>
                </c:pt>
                <c:pt idx="13">
                  <c:v>0.39368836674665547</c:v>
                </c:pt>
                <c:pt idx="14">
                  <c:v>0.42194357872009269</c:v>
                </c:pt>
                <c:pt idx="15">
                  <c:v>0.39763086415953547</c:v>
                </c:pt>
                <c:pt idx="16">
                  <c:v>0.4364961869496079</c:v>
                </c:pt>
                <c:pt idx="17">
                  <c:v>0.41867626780087175</c:v>
                </c:pt>
                <c:pt idx="18">
                  <c:v>0.42840389272843055</c:v>
                </c:pt>
                <c:pt idx="19">
                  <c:v>0.43119683337896347</c:v>
                </c:pt>
                <c:pt idx="20">
                  <c:v>0.44488569071263434</c:v>
                </c:pt>
                <c:pt idx="21">
                  <c:v>0.44106274405264173</c:v>
                </c:pt>
                <c:pt idx="22">
                  <c:v>0.42469829687381377</c:v>
                </c:pt>
                <c:pt idx="23">
                  <c:v>0.44686804608815278</c:v>
                </c:pt>
                <c:pt idx="24">
                  <c:v>0.43899333322387846</c:v>
                </c:pt>
                <c:pt idx="25">
                  <c:v>0.43975314774971425</c:v>
                </c:pt>
                <c:pt idx="26">
                  <c:v>0.4288492558268383</c:v>
                </c:pt>
                <c:pt idx="27">
                  <c:v>0.44878170494509723</c:v>
                </c:pt>
                <c:pt idx="28">
                  <c:v>0.45013034894010384</c:v>
                </c:pt>
                <c:pt idx="29">
                  <c:v>0.43628397426907967</c:v>
                </c:pt>
                <c:pt idx="30">
                  <c:v>0.45553610873307598</c:v>
                </c:pt>
                <c:pt idx="31">
                  <c:v>0.43891635927103317</c:v>
                </c:pt>
                <c:pt idx="32">
                  <c:v>0.44557053814454922</c:v>
                </c:pt>
                <c:pt idx="33">
                  <c:v>0.42419912671285942</c:v>
                </c:pt>
                <c:pt idx="34">
                  <c:v>0.4227724892657736</c:v>
                </c:pt>
                <c:pt idx="35">
                  <c:v>0.4357131927244125</c:v>
                </c:pt>
                <c:pt idx="36">
                  <c:v>0.43682818981969773</c:v>
                </c:pt>
                <c:pt idx="37">
                  <c:v>0.44658576197000782</c:v>
                </c:pt>
                <c:pt idx="38">
                  <c:v>0.44173886944633389</c:v>
                </c:pt>
                <c:pt idx="39">
                  <c:v>0.44899002518984354</c:v>
                </c:pt>
                <c:pt idx="40">
                  <c:v>0.44584122545578919</c:v>
                </c:pt>
                <c:pt idx="41">
                  <c:v>0.43922493842340288</c:v>
                </c:pt>
                <c:pt idx="42">
                  <c:v>0.42137914113619679</c:v>
                </c:pt>
                <c:pt idx="43">
                  <c:v>0.43067090578946204</c:v>
                </c:pt>
                <c:pt idx="44">
                  <c:v>0.4389041741639606</c:v>
                </c:pt>
                <c:pt idx="45">
                  <c:v>0.45386107937856168</c:v>
                </c:pt>
                <c:pt idx="46">
                  <c:v>0.44789362698458546</c:v>
                </c:pt>
                <c:pt idx="47">
                  <c:v>0.45349805530748855</c:v>
                </c:pt>
                <c:pt idx="48">
                  <c:v>0.44018892976972801</c:v>
                </c:pt>
                <c:pt idx="49">
                  <c:v>0.43887271722665611</c:v>
                </c:pt>
                <c:pt idx="50">
                  <c:v>0.44991066043659794</c:v>
                </c:pt>
                <c:pt idx="51">
                  <c:v>0.44025743953765395</c:v>
                </c:pt>
                <c:pt idx="52">
                  <c:v>0.44992211186066833</c:v>
                </c:pt>
                <c:pt idx="53">
                  <c:v>0.44634401833287451</c:v>
                </c:pt>
                <c:pt idx="54">
                  <c:v>0.44798457272847503</c:v>
                </c:pt>
                <c:pt idx="55">
                  <c:v>0.43809857940673824</c:v>
                </c:pt>
                <c:pt idx="56">
                  <c:v>0.44298083583405623</c:v>
                </c:pt>
                <c:pt idx="57">
                  <c:v>0.4338192189972977</c:v>
                </c:pt>
                <c:pt idx="58">
                  <c:v>0.42267287198234998</c:v>
                </c:pt>
                <c:pt idx="59">
                  <c:v>0.41895817646429179</c:v>
                </c:pt>
                <c:pt idx="60">
                  <c:v>0.43356943914863516</c:v>
                </c:pt>
                <c:pt idx="61">
                  <c:v>0.43964961679675918</c:v>
                </c:pt>
                <c:pt idx="62">
                  <c:v>0.42278056157362559</c:v>
                </c:pt>
                <c:pt idx="63">
                  <c:v>0.4262578922343031</c:v>
                </c:pt>
                <c:pt idx="64">
                  <c:v>0.43724999708287848</c:v>
                </c:pt>
                <c:pt idx="65">
                  <c:v>0.44547750208009246</c:v>
                </c:pt>
                <c:pt idx="66">
                  <c:v>0.44332042473687072</c:v>
                </c:pt>
                <c:pt idx="67">
                  <c:v>0.42808157340403868</c:v>
                </c:pt>
                <c:pt idx="68">
                  <c:v>0.42465051523429537</c:v>
                </c:pt>
                <c:pt idx="69">
                  <c:v>0.44270672821192342</c:v>
                </c:pt>
                <c:pt idx="70">
                  <c:v>0.43550789450991045</c:v>
                </c:pt>
                <c:pt idx="71">
                  <c:v>0.43254728826857708</c:v>
                </c:pt>
                <c:pt idx="72">
                  <c:v>0.44168556976318368</c:v>
                </c:pt>
                <c:pt idx="73">
                  <c:v>0.4446971420693186</c:v>
                </c:pt>
                <c:pt idx="74">
                  <c:v>0.45021682591051682</c:v>
                </c:pt>
                <c:pt idx="75">
                  <c:v>0.44954762294374656</c:v>
                </c:pt>
                <c:pt idx="76">
                  <c:v>0.4338315483688337</c:v>
                </c:pt>
                <c:pt idx="77">
                  <c:v>0.4370201096064607</c:v>
                </c:pt>
                <c:pt idx="78">
                  <c:v>0.42491827456887193</c:v>
                </c:pt>
                <c:pt idx="79">
                  <c:v>0.43912443575651755</c:v>
                </c:pt>
                <c:pt idx="80">
                  <c:v>0.40798943822216205</c:v>
                </c:pt>
                <c:pt idx="81">
                  <c:v>0.42641400668932034</c:v>
                </c:pt>
                <c:pt idx="82">
                  <c:v>0.40698406994954756</c:v>
                </c:pt>
                <c:pt idx="83">
                  <c:v>0.43509139692628535</c:v>
                </c:pt>
                <c:pt idx="84">
                  <c:v>0.42379601980510512</c:v>
                </c:pt>
                <c:pt idx="85">
                  <c:v>0.42131084885708109</c:v>
                </c:pt>
                <c:pt idx="86">
                  <c:v>0.42187793817002184</c:v>
                </c:pt>
                <c:pt idx="87">
                  <c:v>0.42734290182590495</c:v>
                </c:pt>
                <c:pt idx="88">
                  <c:v>0.43457426374203673</c:v>
                </c:pt>
                <c:pt idx="89">
                  <c:v>0.43766014628940164</c:v>
                </c:pt>
                <c:pt idx="90">
                  <c:v>0.4314008163978314</c:v>
                </c:pt>
                <c:pt idx="91">
                  <c:v>0.43207239793078722</c:v>
                </c:pt>
                <c:pt idx="92">
                  <c:v>0.41792103189552937</c:v>
                </c:pt>
                <c:pt idx="93">
                  <c:v>0.44255575125273455</c:v>
                </c:pt>
                <c:pt idx="94">
                  <c:v>0.42478567329038036</c:v>
                </c:pt>
                <c:pt idx="95">
                  <c:v>0.43622554242229677</c:v>
                </c:pt>
                <c:pt idx="96">
                  <c:v>0.43830682623323303</c:v>
                </c:pt>
                <c:pt idx="97">
                  <c:v>0.39452708488557409</c:v>
                </c:pt>
                <c:pt idx="98">
                  <c:v>0.42204827146567842</c:v>
                </c:pt>
                <c:pt idx="99">
                  <c:v>0.44283296425679231</c:v>
                </c:pt>
                <c:pt idx="100">
                  <c:v>0.43022451536320461</c:v>
                </c:pt>
                <c:pt idx="101">
                  <c:v>0.43618801201091084</c:v>
                </c:pt>
                <c:pt idx="102">
                  <c:v>0.4344865773823447</c:v>
                </c:pt>
                <c:pt idx="103">
                  <c:v>0.41744914941028149</c:v>
                </c:pt>
                <c:pt idx="104">
                  <c:v>0.11558773040771496</c:v>
                </c:pt>
                <c:pt idx="105">
                  <c:v>0.12618473052978504</c:v>
                </c:pt>
                <c:pt idx="106">
                  <c:v>0.12517381668090816</c:v>
                </c:pt>
                <c:pt idx="107">
                  <c:v>0.12416290283203127</c:v>
                </c:pt>
                <c:pt idx="108">
                  <c:v>6.6512145996093758E-2</c:v>
                </c:pt>
                <c:pt idx="109">
                  <c:v>8.8613891601562571E-3</c:v>
                </c:pt>
                <c:pt idx="110">
                  <c:v>4.8214874267578076E-2</c:v>
                </c:pt>
                <c:pt idx="111">
                  <c:v>6.2504539489746117E-2</c:v>
                </c:pt>
                <c:pt idx="112">
                  <c:v>7.6794204711914157E-2</c:v>
                </c:pt>
                <c:pt idx="113">
                  <c:v>5.8749389648437437E-3</c:v>
                </c:pt>
                <c:pt idx="114">
                  <c:v>5.2898540496826151E-2</c:v>
                </c:pt>
                <c:pt idx="115">
                  <c:v>9.9922142028808544E-2</c:v>
                </c:pt>
                <c:pt idx="116">
                  <c:v>1.1252861022949224E-2</c:v>
                </c:pt>
                <c:pt idx="117">
                  <c:v>6.6883277893066445E-2</c:v>
                </c:pt>
                <c:pt idx="118">
                  <c:v>0.12251369476318368</c:v>
                </c:pt>
                <c:pt idx="119">
                  <c:v>7.5793418884277278E-2</c:v>
                </c:pt>
                <c:pt idx="120">
                  <c:v>7.5919647216796796E-2</c:v>
                </c:pt>
                <c:pt idx="121">
                  <c:v>7.6045875549316327E-2</c:v>
                </c:pt>
                <c:pt idx="122">
                  <c:v>5.1855583190917917E-2</c:v>
                </c:pt>
                <c:pt idx="123">
                  <c:v>2.0671749114990208E-2</c:v>
                </c:pt>
                <c:pt idx="124">
                  <c:v>1.0512084960937512E-2</c:v>
                </c:pt>
                <c:pt idx="125">
                  <c:v>3.9581909179687437E-2</c:v>
                </c:pt>
                <c:pt idx="126">
                  <c:v>5.0025787353515636E-2</c:v>
                </c:pt>
                <c:pt idx="127">
                  <c:v>6.0469665527343841E-2</c:v>
                </c:pt>
                <c:pt idx="128">
                  <c:v>1.8317298889160158E-2</c:v>
                </c:pt>
                <c:pt idx="129">
                  <c:v>0.49061403421255245</c:v>
                </c:pt>
                <c:pt idx="130">
                  <c:v>0.41328984750694486</c:v>
                </c:pt>
                <c:pt idx="131">
                  <c:v>1.6708030700683583E-2</c:v>
                </c:pt>
                <c:pt idx="132">
                  <c:v>0.43814756643718195</c:v>
                </c:pt>
                <c:pt idx="133">
                  <c:v>0.40876050268585368</c:v>
                </c:pt>
                <c:pt idx="134">
                  <c:v>0.40453777091447685</c:v>
                </c:pt>
                <c:pt idx="135">
                  <c:v>0.43018228212992349</c:v>
                </c:pt>
                <c:pt idx="136">
                  <c:v>5.8021545410156158E-5</c:v>
                </c:pt>
                <c:pt idx="137">
                  <c:v>0.1207007217407227</c:v>
                </c:pt>
                <c:pt idx="138">
                  <c:v>8.9396209716796918E-2</c:v>
                </c:pt>
                <c:pt idx="139">
                  <c:v>5.8091697692871119E-2</c:v>
                </c:pt>
                <c:pt idx="140">
                  <c:v>1.7961845397949226E-2</c:v>
                </c:pt>
                <c:pt idx="141">
                  <c:v>5.1732444763183533E-3</c:v>
                </c:pt>
                <c:pt idx="142">
                  <c:v>7.615356445312511E-3</c:v>
                </c:pt>
                <c:pt idx="143">
                  <c:v>4.3753280639648395E-2</c:v>
                </c:pt>
                <c:pt idx="144">
                  <c:v>1.7970542907714826E-2</c:v>
                </c:pt>
                <c:pt idx="145">
                  <c:v>7.8121948242187433E-3</c:v>
                </c:pt>
                <c:pt idx="146">
                  <c:v>0.14077869415283209</c:v>
                </c:pt>
                <c:pt idx="147">
                  <c:v>8.3823394775390636E-2</c:v>
                </c:pt>
                <c:pt idx="148">
                  <c:v>2.6868095397949199E-2</c:v>
                </c:pt>
                <c:pt idx="149">
                  <c:v>4.8852767944335837E-2</c:v>
                </c:pt>
                <c:pt idx="150">
                  <c:v>3.5859775543212839E-2</c:v>
                </c:pt>
                <c:pt idx="151">
                  <c:v>2.2866783142089838E-2</c:v>
                </c:pt>
                <c:pt idx="152">
                  <c:v>5.6996212005615242E-2</c:v>
                </c:pt>
                <c:pt idx="153">
                  <c:v>9.1125640869140628E-2</c:v>
                </c:pt>
                <c:pt idx="154">
                  <c:v>3.7400093078613361E-2</c:v>
                </c:pt>
                <c:pt idx="155">
                  <c:v>2.999776840209965E-2</c:v>
                </c:pt>
                <c:pt idx="156">
                  <c:v>2.2595443725585938E-2</c:v>
                </c:pt>
                <c:pt idx="157">
                  <c:v>6.4344177246093842E-2</c:v>
                </c:pt>
                <c:pt idx="158">
                  <c:v>7.2780532836914158E-2</c:v>
                </c:pt>
                <c:pt idx="159">
                  <c:v>8.1216888427734474E-2</c:v>
                </c:pt>
                <c:pt idx="160">
                  <c:v>3.8075637817382877E-3</c:v>
                </c:pt>
                <c:pt idx="161">
                  <c:v>2.0159225463867142E-2</c:v>
                </c:pt>
                <c:pt idx="162">
                  <c:v>3.6510887145995999E-2</c:v>
                </c:pt>
                <c:pt idx="163">
                  <c:v>1.5287818908691415E-2</c:v>
                </c:pt>
                <c:pt idx="164">
                  <c:v>3.3466815948486363E-2</c:v>
                </c:pt>
                <c:pt idx="165">
                  <c:v>5.1645812988281282E-2</c:v>
                </c:pt>
                <c:pt idx="166">
                  <c:v>7.5514640808105354E-2</c:v>
                </c:pt>
                <c:pt idx="167">
                  <c:v>3.3131504058837837E-2</c:v>
                </c:pt>
                <c:pt idx="168">
                  <c:v>9.2516326904296797E-3</c:v>
                </c:pt>
                <c:pt idx="169">
                  <c:v>0.10951755523681632</c:v>
                </c:pt>
                <c:pt idx="170">
                  <c:v>6.0867748260497991E-2</c:v>
                </c:pt>
                <c:pt idx="171">
                  <c:v>1.2217941284179679E-2</c:v>
                </c:pt>
                <c:pt idx="172">
                  <c:v>1.3178100585937512E-2</c:v>
                </c:pt>
                <c:pt idx="173">
                  <c:v>8.2311630249023524E-3</c:v>
                </c:pt>
                <c:pt idx="174">
                  <c:v>3.284225463867192E-3</c:v>
                </c:pt>
                <c:pt idx="175">
                  <c:v>5.0156021118164165E-3</c:v>
                </c:pt>
                <c:pt idx="176">
                  <c:v>2.4318523406982432E-2</c:v>
                </c:pt>
                <c:pt idx="177">
                  <c:v>5.3652648925781282E-2</c:v>
                </c:pt>
                <c:pt idx="178">
                  <c:v>3.1254959106445197E-3</c:v>
                </c:pt>
                <c:pt idx="179">
                  <c:v>8.8162994384765655E-3</c:v>
                </c:pt>
                <c:pt idx="180">
                  <c:v>2.0758094787597648E-2</c:v>
                </c:pt>
                <c:pt idx="181">
                  <c:v>3.1662483215332077E-2</c:v>
                </c:pt>
                <c:pt idx="182">
                  <c:v>3.8718109130859359E-2</c:v>
                </c:pt>
                <c:pt idx="183">
                  <c:v>4.577373504638664E-2</c:v>
                </c:pt>
                <c:pt idx="184">
                  <c:v>5.0610351562500001E-3</c:v>
                </c:pt>
                <c:pt idx="185">
                  <c:v>4.3147373199462838E-2</c:v>
                </c:pt>
                <c:pt idx="186">
                  <c:v>9.1355781555175666E-2</c:v>
                </c:pt>
                <c:pt idx="187">
                  <c:v>0.13117527008056631</c:v>
                </c:pt>
                <c:pt idx="188">
                  <c:v>8.6959133148193313E-2</c:v>
                </c:pt>
                <c:pt idx="189">
                  <c:v>4.2742996215820318E-2</c:v>
                </c:pt>
                <c:pt idx="190">
                  <c:v>9.6892662048339837E-2</c:v>
                </c:pt>
                <c:pt idx="191">
                  <c:v>9.4587535858154284E-2</c:v>
                </c:pt>
                <c:pt idx="192">
                  <c:v>9.2282409667968718E-2</c:v>
                </c:pt>
                <c:pt idx="193">
                  <c:v>2.3373756408691417E-2</c:v>
                </c:pt>
                <c:pt idx="194">
                  <c:v>3.2562160491943291E-2</c:v>
                </c:pt>
                <c:pt idx="195">
                  <c:v>4.1750564575195201E-2</c:v>
                </c:pt>
                <c:pt idx="196">
                  <c:v>4.5226135253906154E-2</c:v>
                </c:pt>
                <c:pt idx="197">
                  <c:v>4.3582420349121E-2</c:v>
                </c:pt>
                <c:pt idx="198">
                  <c:v>4.1938705444335839E-2</c:v>
                </c:pt>
                <c:pt idx="199">
                  <c:v>4.1269512176513638E-2</c:v>
                </c:pt>
                <c:pt idx="200">
                  <c:v>4.0600318908691438E-2</c:v>
                </c:pt>
                <c:pt idx="201">
                  <c:v>4.3672485351562561E-2</c:v>
                </c:pt>
                <c:pt idx="202">
                  <c:v>2.6214923858642613E-2</c:v>
                </c:pt>
                <c:pt idx="203">
                  <c:v>8.7573623657226478E-3</c:v>
                </c:pt>
                <c:pt idx="204">
                  <c:v>4.144111633300776E-2</c:v>
                </c:pt>
                <c:pt idx="205">
                  <c:v>3.5715694427490237E-2</c:v>
                </c:pt>
                <c:pt idx="206">
                  <c:v>2.9990272521972717E-2</c:v>
                </c:pt>
                <c:pt idx="207">
                  <c:v>6.7427558898925669E-2</c:v>
                </c:pt>
                <c:pt idx="208">
                  <c:v>4.7526626586914041E-2</c:v>
                </c:pt>
                <c:pt idx="209">
                  <c:v>2.7625694274902399E-2</c:v>
                </c:pt>
                <c:pt idx="210">
                  <c:v>3.82283020019532E-2</c:v>
                </c:pt>
                <c:pt idx="211">
                  <c:v>7.3280582427978594E-2</c:v>
                </c:pt>
                <c:pt idx="212">
                  <c:v>0.10833286285400399</c:v>
                </c:pt>
                <c:pt idx="213">
                  <c:v>5.2451591491699194E-2</c:v>
                </c:pt>
                <c:pt idx="214">
                  <c:v>0.10226165771484372</c:v>
                </c:pt>
                <c:pt idx="215">
                  <c:v>0.15207172393798823</c:v>
                </c:pt>
                <c:pt idx="216">
                  <c:v>6.622055053710936E-2</c:v>
                </c:pt>
                <c:pt idx="217">
                  <c:v>5.2458057403564441E-2</c:v>
                </c:pt>
                <c:pt idx="218">
                  <c:v>3.8695564270019515E-2</c:v>
                </c:pt>
                <c:pt idx="219">
                  <c:v>7.368495941162112E-2</c:v>
                </c:pt>
                <c:pt idx="220">
                  <c:v>6.0697860717773396E-2</c:v>
                </c:pt>
                <c:pt idx="221">
                  <c:v>4.7710762023925678E-2</c:v>
                </c:pt>
                <c:pt idx="222">
                  <c:v>3.2129745483398399E-2</c:v>
                </c:pt>
                <c:pt idx="223">
                  <c:v>2.6349334716796846E-2</c:v>
                </c:pt>
                <c:pt idx="224">
                  <c:v>2.0568923950195318E-2</c:v>
                </c:pt>
                <c:pt idx="225">
                  <c:v>0.12956851959228505</c:v>
                </c:pt>
                <c:pt idx="226">
                  <c:v>7.441108703613275E-2</c:v>
                </c:pt>
                <c:pt idx="227">
                  <c:v>1.9253654479980477E-2</c:v>
                </c:pt>
                <c:pt idx="228">
                  <c:v>7.2992820739746E-2</c:v>
                </c:pt>
                <c:pt idx="229">
                  <c:v>7.4484958648681557E-2</c:v>
                </c:pt>
                <c:pt idx="230">
                  <c:v>7.5977096557617113E-2</c:v>
                </c:pt>
                <c:pt idx="231">
                  <c:v>2.9406623840332081E-2</c:v>
                </c:pt>
                <c:pt idx="232">
                  <c:v>1.1335945129394558E-2</c:v>
                </c:pt>
                <c:pt idx="233">
                  <c:v>6.734733581542968E-3</c:v>
                </c:pt>
                <c:pt idx="234">
                  <c:v>8.2481918334960963E-2</c:v>
                </c:pt>
                <c:pt idx="235">
                  <c:v>0.10867876052856444</c:v>
                </c:pt>
                <c:pt idx="236">
                  <c:v>0.13487560272216792</c:v>
                </c:pt>
                <c:pt idx="237">
                  <c:v>8.6609115600585845E-2</c:v>
                </c:pt>
                <c:pt idx="238">
                  <c:v>0.10305038452148436</c:v>
                </c:pt>
                <c:pt idx="239">
                  <c:v>0.11949165344238287</c:v>
                </c:pt>
                <c:pt idx="240">
                  <c:v>7.3235206604003997E-2</c:v>
                </c:pt>
                <c:pt idx="241">
                  <c:v>6.3511905670166041E-2</c:v>
                </c:pt>
                <c:pt idx="242">
                  <c:v>5.3788604736328079E-2</c:v>
                </c:pt>
                <c:pt idx="243">
                  <c:v>4.9629077911376877E-2</c:v>
                </c:pt>
                <c:pt idx="244">
                  <c:v>4.5469551086425683E-2</c:v>
                </c:pt>
                <c:pt idx="245">
                  <c:v>7.2261428833007759E-3</c:v>
                </c:pt>
                <c:pt idx="246">
                  <c:v>4.3153381347656259E-3</c:v>
                </c:pt>
                <c:pt idx="247">
                  <c:v>1.5856819152832029E-2</c:v>
                </c:pt>
                <c:pt idx="248">
                  <c:v>1.5025749206542968E-2</c:v>
                </c:pt>
                <c:pt idx="249">
                  <c:v>2.2190036773681643E-2</c:v>
                </c:pt>
                <c:pt idx="250">
                  <c:v>2.9354324340820317E-2</c:v>
                </c:pt>
                <c:pt idx="251">
                  <c:v>6.9812164306640639E-2</c:v>
                </c:pt>
                <c:pt idx="252">
                  <c:v>3.017869949340821E-2</c:v>
                </c:pt>
                <c:pt idx="253">
                  <c:v>9.4547653198242231E-3</c:v>
                </c:pt>
                <c:pt idx="254">
                  <c:v>0.11527473449707032</c:v>
                </c:pt>
                <c:pt idx="255">
                  <c:v>6.8377246856689458E-2</c:v>
                </c:pt>
                <c:pt idx="256">
                  <c:v>2.1479759216308583E-2</c:v>
                </c:pt>
                <c:pt idx="257">
                  <c:v>0.15141002655029304</c:v>
                </c:pt>
                <c:pt idx="258">
                  <c:v>8.2650833129882847E-2</c:v>
                </c:pt>
                <c:pt idx="259">
                  <c:v>1.3891639709472648E-2</c:v>
                </c:pt>
                <c:pt idx="260">
                  <c:v>4.711784362792968E-2</c:v>
                </c:pt>
                <c:pt idx="261">
                  <c:v>4.0217056274414041E-2</c:v>
                </c:pt>
                <c:pt idx="262">
                  <c:v>3.3316268920898395E-2</c:v>
                </c:pt>
                <c:pt idx="263">
                  <c:v>2.7341995239257757E-2</c:v>
                </c:pt>
                <c:pt idx="264">
                  <c:v>5.1760826110839833E-2</c:v>
                </c:pt>
                <c:pt idx="265">
                  <c:v>7.6179656982421906E-2</c:v>
                </c:pt>
                <c:pt idx="266">
                  <c:v>2.3426971435546871E-2</c:v>
                </c:pt>
                <c:pt idx="267">
                  <c:v>6.5725364685058574E-2</c:v>
                </c:pt>
                <c:pt idx="268">
                  <c:v>0.10802375793457032</c:v>
                </c:pt>
                <c:pt idx="269">
                  <c:v>2.2831306457519521E-2</c:v>
                </c:pt>
                <c:pt idx="270">
                  <c:v>3.1145381927490241E-2</c:v>
                </c:pt>
                <c:pt idx="271">
                  <c:v>3.9459457397460956E-2</c:v>
                </c:pt>
                <c:pt idx="272">
                  <c:v>6.6762084960937426E-2</c:v>
                </c:pt>
                <c:pt idx="273">
                  <c:v>6.7482204437255888E-2</c:v>
                </c:pt>
                <c:pt idx="274">
                  <c:v>6.8202323913574323E-2</c:v>
                </c:pt>
                <c:pt idx="275">
                  <c:v>6.5465583801269517E-2</c:v>
                </c:pt>
                <c:pt idx="276">
                  <c:v>3.2349357604980457E-2</c:v>
                </c:pt>
                <c:pt idx="277">
                  <c:v>7.6686859130859365E-4</c:v>
                </c:pt>
                <c:pt idx="278">
                  <c:v>0.13788562774658208</c:v>
                </c:pt>
                <c:pt idx="279">
                  <c:v>9.8081417083740227E-2</c:v>
                </c:pt>
                <c:pt idx="280">
                  <c:v>5.8277206420898398E-2</c:v>
                </c:pt>
                <c:pt idx="281">
                  <c:v>1.3208541870117193E-2</c:v>
                </c:pt>
                <c:pt idx="282">
                  <c:v>9.7992324829101248E-3</c:v>
                </c:pt>
                <c:pt idx="283">
                  <c:v>3.2807006835937437E-2</c:v>
                </c:pt>
                <c:pt idx="284">
                  <c:v>5.5039901733398393E-2</c:v>
                </c:pt>
                <c:pt idx="285">
                  <c:v>3.805149078369139E-2</c:v>
                </c:pt>
                <c:pt idx="286">
                  <c:v>2.1063079833984383E-2</c:v>
                </c:pt>
                <c:pt idx="287">
                  <c:v>6.3855628967285027E-2</c:v>
                </c:pt>
                <c:pt idx="288">
                  <c:v>3.4465656280517516E-2</c:v>
                </c:pt>
                <c:pt idx="289">
                  <c:v>5.0756835937499998E-3</c:v>
                </c:pt>
                <c:pt idx="290">
                  <c:v>1.2270412445068355E-2</c:v>
                </c:pt>
                <c:pt idx="291">
                  <c:v>1.9465141296386712E-2</c:v>
                </c:pt>
                <c:pt idx="292">
                  <c:v>2.9040756225585839E-2</c:v>
                </c:pt>
                <c:pt idx="293">
                  <c:v>5.1556949615478478E-2</c:v>
                </c:pt>
                <c:pt idx="294">
                  <c:v>7.4073143005371114E-2</c:v>
                </c:pt>
                <c:pt idx="295">
                  <c:v>1.3809356689453128E-2</c:v>
                </c:pt>
                <c:pt idx="296">
                  <c:v>7.0332813262939387E-2</c:v>
                </c:pt>
                <c:pt idx="297">
                  <c:v>0.12685626983642567</c:v>
                </c:pt>
                <c:pt idx="298">
                  <c:v>6.4294738769531276E-2</c:v>
                </c:pt>
                <c:pt idx="299">
                  <c:v>3.3442039489746091E-2</c:v>
                </c:pt>
                <c:pt idx="300">
                  <c:v>2.5893402099609357E-3</c:v>
                </c:pt>
                <c:pt idx="301">
                  <c:v>5.4773597717285044E-2</c:v>
                </c:pt>
                <c:pt idx="302">
                  <c:v>4.6091995239257756E-2</c:v>
                </c:pt>
                <c:pt idx="303">
                  <c:v>3.7410392761230482E-2</c:v>
                </c:pt>
                <c:pt idx="304">
                  <c:v>5.480781555175776E-2</c:v>
                </c:pt>
                <c:pt idx="305">
                  <c:v>9.7196044921875002E-2</c:v>
                </c:pt>
                <c:pt idx="306">
                  <c:v>0.13958427429199224</c:v>
                </c:pt>
                <c:pt idx="307">
                  <c:v>5.1052436828613358E-2</c:v>
                </c:pt>
                <c:pt idx="308">
                  <c:v>4.8495426177978598E-2</c:v>
                </c:pt>
                <c:pt idx="309">
                  <c:v>4.5938415527343839E-2</c:v>
                </c:pt>
                <c:pt idx="310">
                  <c:v>5.4484863281249997E-2</c:v>
                </c:pt>
                <c:pt idx="311">
                  <c:v>5.6229686737060559E-2</c:v>
                </c:pt>
                <c:pt idx="312">
                  <c:v>5.7974510192871115E-2</c:v>
                </c:pt>
                <c:pt idx="313">
                  <c:v>4.7806549072265513E-3</c:v>
                </c:pt>
                <c:pt idx="314">
                  <c:v>2.3498554229736276E-2</c:v>
                </c:pt>
                <c:pt idx="315">
                  <c:v>4.2216453552246E-2</c:v>
                </c:pt>
                <c:pt idx="316">
                  <c:v>5.1626586914062557E-3</c:v>
                </c:pt>
                <c:pt idx="317">
                  <c:v>2.6578102111816368E-2</c:v>
                </c:pt>
                <c:pt idx="318">
                  <c:v>4.7993545532226484E-2</c:v>
                </c:pt>
                <c:pt idx="319">
                  <c:v>3.0278778076171919E-3</c:v>
                </c:pt>
                <c:pt idx="320">
                  <c:v>1.3616409301757799E-2</c:v>
                </c:pt>
                <c:pt idx="321">
                  <c:v>2.42049407958984E-2</c:v>
                </c:pt>
                <c:pt idx="322">
                  <c:v>6.8313674926757759E-2</c:v>
                </c:pt>
                <c:pt idx="323">
                  <c:v>8.9728431701660158E-2</c:v>
                </c:pt>
                <c:pt idx="324">
                  <c:v>0.11114318847656256</c:v>
                </c:pt>
                <c:pt idx="325">
                  <c:v>0.43001469612121579</c:v>
                </c:pt>
                <c:pt idx="326">
                  <c:v>0.40824730076509363</c:v>
                </c:pt>
                <c:pt idx="327">
                  <c:v>0.4208651873362152</c:v>
                </c:pt>
                <c:pt idx="328">
                  <c:v>0.11766677856445321</c:v>
                </c:pt>
                <c:pt idx="329">
                  <c:v>0.25461536791500627</c:v>
                </c:pt>
                <c:pt idx="330">
                  <c:v>0.39156395726555926</c:v>
                </c:pt>
                <c:pt idx="331">
                  <c:v>0.40479193436472044</c:v>
                </c:pt>
                <c:pt idx="332">
                  <c:v>0.43055769836102276</c:v>
                </c:pt>
                <c:pt idx="333">
                  <c:v>0.41607354380149197</c:v>
                </c:pt>
                <c:pt idx="334">
                  <c:v>0.37362739562988312</c:v>
                </c:pt>
                <c:pt idx="335">
                  <c:v>0.4276191530227661</c:v>
                </c:pt>
                <c:pt idx="336">
                  <c:v>0.42555562008301728</c:v>
                </c:pt>
                <c:pt idx="337">
                  <c:v>0.41577036391209526</c:v>
                </c:pt>
                <c:pt idx="338">
                  <c:v>6.9273376464843838E-3</c:v>
                </c:pt>
                <c:pt idx="339">
                  <c:v>0.10927127838134761</c:v>
                </c:pt>
                <c:pt idx="340">
                  <c:v>0.44058849766569336</c:v>
                </c:pt>
                <c:pt idx="341">
                  <c:v>0.42719787813582499</c:v>
                </c:pt>
                <c:pt idx="342">
                  <c:v>0.38187212950431265</c:v>
                </c:pt>
                <c:pt idx="343">
                  <c:v>0.19633927825313283</c:v>
                </c:pt>
                <c:pt idx="344">
                  <c:v>1.0806427001953127E-2</c:v>
                </c:pt>
                <c:pt idx="345">
                  <c:v>4.1152725219726481E-2</c:v>
                </c:pt>
                <c:pt idx="346">
                  <c:v>4.6859664916992116E-2</c:v>
                </c:pt>
                <c:pt idx="347">
                  <c:v>5.2566604614257759E-2</c:v>
                </c:pt>
                <c:pt idx="348">
                  <c:v>1.8403701782226552E-2</c:v>
                </c:pt>
                <c:pt idx="349">
                  <c:v>1.9286842346191404E-2</c:v>
                </c:pt>
                <c:pt idx="350">
                  <c:v>2.0169982910156255E-2</c:v>
                </c:pt>
                <c:pt idx="351">
                  <c:v>2.7011260986328077E-2</c:v>
                </c:pt>
                <c:pt idx="352">
                  <c:v>2.62479400634766E-2</c:v>
                </c:pt>
                <c:pt idx="353">
                  <c:v>2.5484619140625119E-2</c:v>
                </c:pt>
                <c:pt idx="354">
                  <c:v>5.9878692626953195E-2</c:v>
                </c:pt>
                <c:pt idx="355">
                  <c:v>0.21385368347168004</c:v>
                </c:pt>
                <c:pt idx="356">
                  <c:v>0.16337714767456069</c:v>
                </c:pt>
                <c:pt idx="357">
                  <c:v>0.41820065332838324</c:v>
                </c:pt>
                <c:pt idx="358">
                  <c:v>0.42703836280030105</c:v>
                </c:pt>
                <c:pt idx="359">
                  <c:v>0.42002831951701797</c:v>
                </c:pt>
                <c:pt idx="360">
                  <c:v>5.3411521911621115E-2</c:v>
                </c:pt>
                <c:pt idx="361">
                  <c:v>0.43827090479392367</c:v>
                </c:pt>
                <c:pt idx="362">
                  <c:v>0.4495304955376519</c:v>
                </c:pt>
                <c:pt idx="363">
                  <c:v>0.43261885535042233</c:v>
                </c:pt>
                <c:pt idx="364">
                  <c:v>0.4060275359474933</c:v>
                </c:pt>
                <c:pt idx="365">
                  <c:v>0.4045757418000297</c:v>
                </c:pt>
                <c:pt idx="366">
                  <c:v>0.43286262290422317</c:v>
                </c:pt>
                <c:pt idx="367">
                  <c:v>0.41254229278564436</c:v>
                </c:pt>
                <c:pt idx="368">
                  <c:v>0.11657627105712888</c:v>
                </c:pt>
                <c:pt idx="369">
                  <c:v>5.0216217041015518E-2</c:v>
                </c:pt>
                <c:pt idx="370">
                  <c:v>2.0939884185790968E-2</c:v>
                </c:pt>
                <c:pt idx="371">
                  <c:v>8.336448669433583E-3</c:v>
                </c:pt>
                <c:pt idx="372">
                  <c:v>2.1226615905761713E-2</c:v>
                </c:pt>
                <c:pt idx="373">
                  <c:v>7.087955474853512E-2</c:v>
                </c:pt>
                <c:pt idx="374">
                  <c:v>0.12053249359130856</c:v>
                </c:pt>
                <c:pt idx="375">
                  <c:v>2.2187004089355478E-2</c:v>
                </c:pt>
                <c:pt idx="376">
                  <c:v>0.44247483117239828</c:v>
                </c:pt>
                <c:pt idx="377">
                  <c:v>0.42335212334654376</c:v>
                </c:pt>
                <c:pt idx="378">
                  <c:v>0.44589510292842482</c:v>
                </c:pt>
                <c:pt idx="379">
                  <c:v>0.41933841875494632</c:v>
                </c:pt>
                <c:pt idx="380">
                  <c:v>0.44809172221592497</c:v>
                </c:pt>
                <c:pt idx="381">
                  <c:v>0.41099474404074937</c:v>
                </c:pt>
                <c:pt idx="382">
                  <c:v>0.42717608111245298</c:v>
                </c:pt>
                <c:pt idx="383">
                  <c:v>0.10254039764404257</c:v>
                </c:pt>
                <c:pt idx="384">
                  <c:v>8.633243560790993E-2</c:v>
                </c:pt>
                <c:pt idx="385">
                  <c:v>7.0124473571777271E-2</c:v>
                </c:pt>
                <c:pt idx="386">
                  <c:v>0.12028659820556677</c:v>
                </c:pt>
                <c:pt idx="387">
                  <c:v>0.16392774581909136</c:v>
                </c:pt>
                <c:pt idx="388">
                  <c:v>6.7523231506347606E-2</c:v>
                </c:pt>
                <c:pt idx="389">
                  <c:v>4.0852088928222723E-2</c:v>
                </c:pt>
                <c:pt idx="390">
                  <c:v>0.46081887086232498</c:v>
                </c:pt>
                <c:pt idx="391">
                  <c:v>0.12727561950683614</c:v>
                </c:pt>
                <c:pt idx="392">
                  <c:v>0.42723566571403965</c:v>
                </c:pt>
                <c:pt idx="393">
                  <c:v>0.22259726782406081</c:v>
                </c:pt>
                <c:pt idx="394">
                  <c:v>1.7958869934082029E-2</c:v>
                </c:pt>
                <c:pt idx="395">
                  <c:v>6.6093864440917915E-2</c:v>
                </c:pt>
                <c:pt idx="396">
                  <c:v>0.18355859756469695</c:v>
                </c:pt>
                <c:pt idx="397">
                  <c:v>0.13114025115966768</c:v>
                </c:pt>
                <c:pt idx="398">
                  <c:v>9.3942146301269513E-2</c:v>
                </c:pt>
                <c:pt idx="399">
                  <c:v>5.7934627532958985E-2</c:v>
                </c:pt>
                <c:pt idx="400">
                  <c:v>2.1927108764648446E-2</c:v>
                </c:pt>
                <c:pt idx="401">
                  <c:v>4.8446273803710964E-3</c:v>
                </c:pt>
                <c:pt idx="402">
                  <c:v>0.42396143662302094</c:v>
                </c:pt>
                <c:pt idx="403">
                  <c:v>0.44380247344240609</c:v>
                </c:pt>
                <c:pt idx="404">
                  <c:v>0.42497278101303981</c:v>
                </c:pt>
                <c:pt idx="405">
                  <c:v>0.44687049166846821</c:v>
                </c:pt>
                <c:pt idx="406">
                  <c:v>4.4959945678710957E-2</c:v>
                </c:pt>
                <c:pt idx="407">
                  <c:v>1.0651016235351551E-3</c:v>
                </c:pt>
                <c:pt idx="408">
                  <c:v>6.1496543884277371E-3</c:v>
                </c:pt>
                <c:pt idx="409">
                  <c:v>1.1234207153320321E-2</c:v>
                </c:pt>
                <c:pt idx="410">
                  <c:v>0.10477260589599599</c:v>
                </c:pt>
                <c:pt idx="411">
                  <c:v>8.9466762542724593E-2</c:v>
                </c:pt>
                <c:pt idx="412">
                  <c:v>7.4160919189453209E-2</c:v>
                </c:pt>
                <c:pt idx="413">
                  <c:v>2.9673843383789037E-2</c:v>
                </c:pt>
                <c:pt idx="414">
                  <c:v>9.2251091003418051E-2</c:v>
                </c:pt>
                <c:pt idx="415">
                  <c:v>0.15482833862304704</c:v>
                </c:pt>
                <c:pt idx="416">
                  <c:v>4.0604324340820321E-2</c:v>
                </c:pt>
                <c:pt idx="417">
                  <c:v>3.50333404541016E-2</c:v>
                </c:pt>
                <c:pt idx="418">
                  <c:v>2.9462356567382879E-2</c:v>
                </c:pt>
                <c:pt idx="419">
                  <c:v>5.0600738525390633E-2</c:v>
                </c:pt>
                <c:pt idx="420">
                  <c:v>5.4594726562500001E-2</c:v>
                </c:pt>
                <c:pt idx="421">
                  <c:v>5.8588714599609362E-2</c:v>
                </c:pt>
                <c:pt idx="422">
                  <c:v>2.3167877197265613E-2</c:v>
                </c:pt>
                <c:pt idx="423">
                  <c:v>0.30052919115339</c:v>
                </c:pt>
                <c:pt idx="424">
                  <c:v>0.43094310568390992</c:v>
                </c:pt>
                <c:pt idx="425">
                  <c:v>0.42747809677981247</c:v>
                </c:pt>
                <c:pt idx="426">
                  <c:v>0.25636434212159565</c:v>
                </c:pt>
                <c:pt idx="427">
                  <c:v>8.525058746337888E-2</c:v>
                </c:pt>
                <c:pt idx="428">
                  <c:v>0.26359879098287448</c:v>
                </c:pt>
                <c:pt idx="429">
                  <c:v>0.44194699450237007</c:v>
                </c:pt>
                <c:pt idx="430">
                  <c:v>0.40946653850042997</c:v>
                </c:pt>
                <c:pt idx="431">
                  <c:v>0.42935960625400055</c:v>
                </c:pt>
                <c:pt idx="432">
                  <c:v>0.41532398839150703</c:v>
                </c:pt>
                <c:pt idx="433">
                  <c:v>0.44009917974472029</c:v>
                </c:pt>
                <c:pt idx="434">
                  <c:v>0.43721131088142118</c:v>
                </c:pt>
                <c:pt idx="435">
                  <c:v>0.45085738477453702</c:v>
                </c:pt>
                <c:pt idx="436">
                  <c:v>0.43235676433729076</c:v>
                </c:pt>
                <c:pt idx="437">
                  <c:v>0.37907980717885653</c:v>
                </c:pt>
                <c:pt idx="438">
                  <c:v>0.40293142132426418</c:v>
                </c:pt>
                <c:pt idx="439">
                  <c:v>0.47036972558798901</c:v>
                </c:pt>
                <c:pt idx="440">
                  <c:v>0.27168361920268586</c:v>
                </c:pt>
                <c:pt idx="441">
                  <c:v>7.299751281738287E-2</c:v>
                </c:pt>
                <c:pt idx="442">
                  <c:v>5.7291126251220723E-2</c:v>
                </c:pt>
                <c:pt idx="443">
                  <c:v>3.7621765136718714E-2</c:v>
                </c:pt>
                <c:pt idx="444">
                  <c:v>2.0937137603759745E-2</c:v>
                </c:pt>
                <c:pt idx="445">
                  <c:v>4.252510070800776E-3</c:v>
                </c:pt>
                <c:pt idx="446">
                  <c:v>2.7648010253906161E-2</c:v>
                </c:pt>
                <c:pt idx="447">
                  <c:v>7.0525817871093716E-2</c:v>
                </c:pt>
                <c:pt idx="448">
                  <c:v>0.11340362548828127</c:v>
                </c:pt>
                <c:pt idx="449">
                  <c:v>3.8603096008300801E-2</c:v>
                </c:pt>
                <c:pt idx="450">
                  <c:v>1.2926216125488287E-2</c:v>
                </c:pt>
                <c:pt idx="451">
                  <c:v>1.2750663757324223E-2</c:v>
                </c:pt>
                <c:pt idx="452">
                  <c:v>3.7759666442871119E-2</c:v>
                </c:pt>
                <c:pt idx="453">
                  <c:v>4.5029468536377001E-2</c:v>
                </c:pt>
                <c:pt idx="454">
                  <c:v>5.2299270629882877E-2</c:v>
                </c:pt>
                <c:pt idx="455">
                  <c:v>8.735389709472647E-3</c:v>
                </c:pt>
                <c:pt idx="456">
                  <c:v>1.2462902069091794E-2</c:v>
                </c:pt>
                <c:pt idx="457">
                  <c:v>1.6190414428710938E-2</c:v>
                </c:pt>
                <c:pt idx="458">
                  <c:v>2.0614013671875001E-2</c:v>
                </c:pt>
                <c:pt idx="459">
                  <c:v>4.1871871948242191E-2</c:v>
                </c:pt>
                <c:pt idx="460">
                  <c:v>6.3129730224609354E-2</c:v>
                </c:pt>
                <c:pt idx="461">
                  <c:v>2.2289657592773448E-3</c:v>
                </c:pt>
                <c:pt idx="462">
                  <c:v>9.522628784179683E-3</c:v>
                </c:pt>
                <c:pt idx="463">
                  <c:v>2.1274223327636711E-2</c:v>
                </c:pt>
                <c:pt idx="464">
                  <c:v>3.5371398925781276E-3</c:v>
                </c:pt>
                <c:pt idx="465">
                  <c:v>3.3307456970214839E-3</c:v>
                </c:pt>
                <c:pt idx="466">
                  <c:v>1.0198631286621095E-2</c:v>
                </c:pt>
                <c:pt idx="467">
                  <c:v>7.1896934509276915E-3</c:v>
                </c:pt>
                <c:pt idx="468">
                  <c:v>2.4578018188476478E-2</c:v>
                </c:pt>
                <c:pt idx="469">
                  <c:v>9.9913101196289031E-2</c:v>
                </c:pt>
                <c:pt idx="470">
                  <c:v>5.91631507873535E-2</c:v>
                </c:pt>
                <c:pt idx="471">
                  <c:v>1.8413200378417968E-2</c:v>
                </c:pt>
                <c:pt idx="472">
                  <c:v>0.13676124572753903</c:v>
                </c:pt>
                <c:pt idx="473">
                  <c:v>8.2458400726318312E-2</c:v>
                </c:pt>
                <c:pt idx="474">
                  <c:v>2.8155555725097599E-2</c:v>
                </c:pt>
                <c:pt idx="475">
                  <c:v>2.349117279052735E-2</c:v>
                </c:pt>
                <c:pt idx="476">
                  <c:v>2.5001907348632783E-2</c:v>
                </c:pt>
                <c:pt idx="477">
                  <c:v>2.651264190673824E-2</c:v>
                </c:pt>
                <c:pt idx="478">
                  <c:v>5.8265762329101599E-2</c:v>
                </c:pt>
                <c:pt idx="479">
                  <c:v>4.4162578582763637E-2</c:v>
                </c:pt>
                <c:pt idx="480">
                  <c:v>3.0059394836425682E-2</c:v>
                </c:pt>
                <c:pt idx="481">
                  <c:v>9.8684463500976483E-2</c:v>
                </c:pt>
                <c:pt idx="482">
                  <c:v>6.2937183380126882E-2</c:v>
                </c:pt>
                <c:pt idx="483">
                  <c:v>2.7189903259277278E-2</c:v>
                </c:pt>
                <c:pt idx="484">
                  <c:v>1.0301971435546873E-3</c:v>
                </c:pt>
                <c:pt idx="485">
                  <c:v>8.0342674255371067E-3</c:v>
                </c:pt>
                <c:pt idx="486">
                  <c:v>1.7098731994628903E-2</c:v>
                </c:pt>
                <c:pt idx="487">
                  <c:v>5.7839355468749999E-2</c:v>
                </c:pt>
                <c:pt idx="488">
                  <c:v>5.9754581451416038E-2</c:v>
                </c:pt>
                <c:pt idx="489">
                  <c:v>6.1669807434082083E-2</c:v>
                </c:pt>
                <c:pt idx="490">
                  <c:v>4.2089881896972721E-2</c:v>
                </c:pt>
                <c:pt idx="491">
                  <c:v>2.4740638732910183E-2</c:v>
                </c:pt>
                <c:pt idx="492">
                  <c:v>7.3913955688476481E-3</c:v>
                </c:pt>
                <c:pt idx="493">
                  <c:v>1.4957084655761711E-2</c:v>
                </c:pt>
                <c:pt idx="494">
                  <c:v>2.5578117370605481E-3</c:v>
                </c:pt>
                <c:pt idx="495">
                  <c:v>9.8414611816406167E-3</c:v>
                </c:pt>
                <c:pt idx="496">
                  <c:v>1.9194831848144519E-2</c:v>
                </c:pt>
                <c:pt idx="497">
                  <c:v>4.7827720642089767E-2</c:v>
                </c:pt>
                <c:pt idx="498">
                  <c:v>7.646060943603504E-2</c:v>
                </c:pt>
                <c:pt idx="499">
                  <c:v>0.12023414611816416</c:v>
                </c:pt>
                <c:pt idx="500">
                  <c:v>0.13728590011596684</c:v>
                </c:pt>
                <c:pt idx="501">
                  <c:v>0.15433765411376951</c:v>
                </c:pt>
                <c:pt idx="502">
                  <c:v>7.8091964721679674E-2</c:v>
                </c:pt>
                <c:pt idx="503">
                  <c:v>5.3736991882324198E-2</c:v>
                </c:pt>
                <c:pt idx="504">
                  <c:v>2.9382019042968718E-2</c:v>
                </c:pt>
                <c:pt idx="505">
                  <c:v>0.12647483825683584</c:v>
                </c:pt>
                <c:pt idx="506">
                  <c:v>5.9658393859863212E-2</c:v>
                </c:pt>
                <c:pt idx="507">
                  <c:v>7.1580505371093839E-3</c:v>
                </c:pt>
                <c:pt idx="508">
                  <c:v>4.6259078979492239E-2</c:v>
                </c:pt>
                <c:pt idx="509">
                  <c:v>3.7320384979248118E-2</c:v>
                </c:pt>
                <c:pt idx="510">
                  <c:v>2.8381690979003997E-2</c:v>
                </c:pt>
                <c:pt idx="511">
                  <c:v>5.6519565582275395E-2</c:v>
                </c:pt>
                <c:pt idx="512">
                  <c:v>8.4657440185546787E-2</c:v>
                </c:pt>
                <c:pt idx="513">
                  <c:v>2.1922645568847647E-2</c:v>
                </c:pt>
                <c:pt idx="514">
                  <c:v>6.3720188140869133E-2</c:v>
                </c:pt>
                <c:pt idx="515">
                  <c:v>0.10551773071289064</c:v>
                </c:pt>
                <c:pt idx="516">
                  <c:v>3.5125007629394633E-2</c:v>
                </c:pt>
                <c:pt idx="517">
                  <c:v>5.4890670776367237E-2</c:v>
                </c:pt>
                <c:pt idx="518">
                  <c:v>7.465633392333984E-2</c:v>
                </c:pt>
                <c:pt idx="519">
                  <c:v>7.1955871582031284E-3</c:v>
                </c:pt>
                <c:pt idx="520">
                  <c:v>3.4643840789794871E-2</c:v>
                </c:pt>
                <c:pt idx="521">
                  <c:v>6.2092094421386634E-2</c:v>
                </c:pt>
                <c:pt idx="522">
                  <c:v>3.1101379394531281E-2</c:v>
                </c:pt>
                <c:pt idx="523">
                  <c:v>4.7184619903564436E-2</c:v>
                </c:pt>
                <c:pt idx="524">
                  <c:v>6.3267860412597604E-2</c:v>
                </c:pt>
                <c:pt idx="525">
                  <c:v>8.0383071899414155E-2</c:v>
                </c:pt>
                <c:pt idx="526">
                  <c:v>3.929300308227545E-2</c:v>
                </c:pt>
                <c:pt idx="527">
                  <c:v>1.7970657348632807E-3</c:v>
                </c:pt>
                <c:pt idx="528">
                  <c:v>0.11119640350341792</c:v>
                </c:pt>
                <c:pt idx="529">
                  <c:v>0.1113490676879882</c:v>
                </c:pt>
                <c:pt idx="530">
                  <c:v>0.11150173187255855</c:v>
                </c:pt>
                <c:pt idx="531">
                  <c:v>7.16149520874024E-2</c:v>
                </c:pt>
                <c:pt idx="532">
                  <c:v>4.2873229980468767E-2</c:v>
                </c:pt>
                <c:pt idx="533">
                  <c:v>1.4131507873535159E-2</c:v>
                </c:pt>
                <c:pt idx="534">
                  <c:v>0.15087398529052728</c:v>
                </c:pt>
                <c:pt idx="535">
                  <c:v>9.7211151123046791E-2</c:v>
                </c:pt>
                <c:pt idx="536">
                  <c:v>4.3548316955566317E-2</c:v>
                </c:pt>
                <c:pt idx="537">
                  <c:v>8.5658111572265522E-2</c:v>
                </c:pt>
                <c:pt idx="538">
                  <c:v>7.721700668334959E-2</c:v>
                </c:pt>
                <c:pt idx="539">
                  <c:v>6.8775901794433672E-2</c:v>
                </c:pt>
                <c:pt idx="540">
                  <c:v>2.9968872070312558E-2</c:v>
                </c:pt>
                <c:pt idx="541">
                  <c:v>6.074655532836911E-2</c:v>
                </c:pt>
                <c:pt idx="542">
                  <c:v>9.1524238586425666E-2</c:v>
                </c:pt>
                <c:pt idx="543">
                  <c:v>3.1661682128906153E-2</c:v>
                </c:pt>
                <c:pt idx="544">
                  <c:v>4.8896884918212834E-2</c:v>
                </c:pt>
                <c:pt idx="545">
                  <c:v>6.6132087707519521E-2</c:v>
                </c:pt>
                <c:pt idx="546">
                  <c:v>8.8752021789550786E-2</c:v>
                </c:pt>
                <c:pt idx="547">
                  <c:v>7.8643684387207077E-2</c:v>
                </c:pt>
                <c:pt idx="548">
                  <c:v>6.8535346984863355E-2</c:v>
                </c:pt>
                <c:pt idx="549">
                  <c:v>2.2120513916015615E-2</c:v>
                </c:pt>
                <c:pt idx="550">
                  <c:v>7.7275257110595644E-2</c:v>
                </c:pt>
                <c:pt idx="551">
                  <c:v>0.13243000030517568</c:v>
                </c:pt>
                <c:pt idx="552">
                  <c:v>7.8192214965820322E-2</c:v>
                </c:pt>
                <c:pt idx="553">
                  <c:v>3.9580078125000001E-2</c:v>
                </c:pt>
                <c:pt idx="554">
                  <c:v>9.6794128417968721E-4</c:v>
                </c:pt>
                <c:pt idx="555">
                  <c:v>1.0669555664062511E-2</c:v>
                </c:pt>
                <c:pt idx="556">
                  <c:v>5.2626285552978498E-2</c:v>
                </c:pt>
                <c:pt idx="557">
                  <c:v>0.11592212677001951</c:v>
                </c:pt>
                <c:pt idx="558">
                  <c:v>9.1208496093749994E-2</c:v>
                </c:pt>
                <c:pt idx="559">
                  <c:v>6.6494865417480481E-2</c:v>
                </c:pt>
                <c:pt idx="560">
                  <c:v>6.7722816467285035E-2</c:v>
                </c:pt>
                <c:pt idx="561">
                  <c:v>5.6798744201660041E-2</c:v>
                </c:pt>
                <c:pt idx="562">
                  <c:v>4.587467193603504E-2</c:v>
                </c:pt>
                <c:pt idx="563">
                  <c:v>6.9984283447265511E-2</c:v>
                </c:pt>
                <c:pt idx="564">
                  <c:v>5.2893791198730361E-2</c:v>
                </c:pt>
                <c:pt idx="565">
                  <c:v>3.5803298950195198E-2</c:v>
                </c:pt>
                <c:pt idx="566">
                  <c:v>8.893856048583984E-2</c:v>
                </c:pt>
                <c:pt idx="567">
                  <c:v>0.10042940139770508</c:v>
                </c:pt>
                <c:pt idx="568">
                  <c:v>0.11192024230957032</c:v>
                </c:pt>
                <c:pt idx="569">
                  <c:v>9.3679389953613357E-2</c:v>
                </c:pt>
                <c:pt idx="570">
                  <c:v>5.2142772674560585E-2</c:v>
                </c:pt>
                <c:pt idx="571">
                  <c:v>1.0606155395507808E-2</c:v>
                </c:pt>
                <c:pt idx="572">
                  <c:v>2.2317123413085936E-3</c:v>
                </c:pt>
                <c:pt idx="573">
                  <c:v>3.0892982482910183E-2</c:v>
                </c:pt>
                <c:pt idx="574">
                  <c:v>5.9554252624511757E-2</c:v>
                </c:pt>
                <c:pt idx="575">
                  <c:v>1.9068145751953128E-3</c:v>
                </c:pt>
                <c:pt idx="576">
                  <c:v>4.3170433044433604E-2</c:v>
                </c:pt>
                <c:pt idx="577">
                  <c:v>8.4434051513671907E-2</c:v>
                </c:pt>
                <c:pt idx="578">
                  <c:v>5.5390205383300799E-2</c:v>
                </c:pt>
                <c:pt idx="579">
                  <c:v>2.6369247436523448E-2</c:v>
                </c:pt>
                <c:pt idx="580">
                  <c:v>2.6517105102539041E-3</c:v>
                </c:pt>
                <c:pt idx="581">
                  <c:v>6.9496994018554789E-2</c:v>
                </c:pt>
                <c:pt idx="582">
                  <c:v>5.4906635284423917E-2</c:v>
                </c:pt>
                <c:pt idx="583">
                  <c:v>4.0316276550293038E-2</c:v>
                </c:pt>
                <c:pt idx="584">
                  <c:v>4.6765937805175677E-2</c:v>
                </c:pt>
                <c:pt idx="585">
                  <c:v>8.0969810485839844E-2</c:v>
                </c:pt>
                <c:pt idx="586">
                  <c:v>0.11517368316650399</c:v>
                </c:pt>
                <c:pt idx="587">
                  <c:v>1.0513687133789064E-2</c:v>
                </c:pt>
                <c:pt idx="588">
                  <c:v>3.4079303741455076E-2</c:v>
                </c:pt>
                <c:pt idx="589">
                  <c:v>7.8672294616699209E-2</c:v>
                </c:pt>
                <c:pt idx="590">
                  <c:v>0.10360610961914063</c:v>
                </c:pt>
                <c:pt idx="591">
                  <c:v>6.5132732391357473E-2</c:v>
                </c:pt>
                <c:pt idx="592">
                  <c:v>2.6659355163574316E-2</c:v>
                </c:pt>
                <c:pt idx="593">
                  <c:v>7.1800117492675675E-2</c:v>
                </c:pt>
                <c:pt idx="594">
                  <c:v>4.6540603637695244E-2</c:v>
                </c:pt>
                <c:pt idx="595">
                  <c:v>2.128108978271484E-2</c:v>
                </c:pt>
                <c:pt idx="596">
                  <c:v>6.3158111572265516E-2</c:v>
                </c:pt>
                <c:pt idx="597">
                  <c:v>7.3147029876708958E-2</c:v>
                </c:pt>
                <c:pt idx="598">
                  <c:v>8.31359481811524E-2</c:v>
                </c:pt>
                <c:pt idx="599">
                  <c:v>8.7532081604003997E-2</c:v>
                </c:pt>
                <c:pt idx="600">
                  <c:v>7.4845676422119228E-2</c:v>
                </c:pt>
                <c:pt idx="601">
                  <c:v>6.215927124023448E-2</c:v>
                </c:pt>
                <c:pt idx="602">
                  <c:v>7.6489334106445206E-2</c:v>
                </c:pt>
                <c:pt idx="603">
                  <c:v>3.4105625152587839E-2</c:v>
                </c:pt>
                <c:pt idx="604">
                  <c:v>8.2780838012695198E-3</c:v>
                </c:pt>
                <c:pt idx="605">
                  <c:v>1.7410411834716834E-2</c:v>
                </c:pt>
                <c:pt idx="606">
                  <c:v>4.3098907470703197E-2</c:v>
                </c:pt>
                <c:pt idx="607">
                  <c:v>8.4663391113281282E-4</c:v>
                </c:pt>
                <c:pt idx="608">
                  <c:v>2.0154991149902313E-2</c:v>
                </c:pt>
                <c:pt idx="609">
                  <c:v>4.1156616210937441E-2</c:v>
                </c:pt>
                <c:pt idx="610">
                  <c:v>5.1948852539062555E-2</c:v>
                </c:pt>
                <c:pt idx="611">
                  <c:v>5.2362613677978599E-2</c:v>
                </c:pt>
                <c:pt idx="612">
                  <c:v>5.2776374816894636E-2</c:v>
                </c:pt>
                <c:pt idx="613">
                  <c:v>7.9218406677246E-2</c:v>
                </c:pt>
                <c:pt idx="614">
                  <c:v>6.9935359954833951E-2</c:v>
                </c:pt>
                <c:pt idx="615">
                  <c:v>6.0652313232421914E-2</c:v>
                </c:pt>
                <c:pt idx="616">
                  <c:v>0.419786567687988</c:v>
                </c:pt>
                <c:pt idx="617">
                  <c:v>0.23739463806152322</c:v>
                </c:pt>
                <c:pt idx="618">
                  <c:v>5.5002708435058556E-2</c:v>
                </c:pt>
                <c:pt idx="619">
                  <c:v>5.8578414916992241E-2</c:v>
                </c:pt>
                <c:pt idx="620">
                  <c:v>2.6643505096435583E-2</c:v>
                </c:pt>
                <c:pt idx="621">
                  <c:v>5.291404724121096E-3</c:v>
                </c:pt>
                <c:pt idx="622">
                  <c:v>5.8571891784667922E-2</c:v>
                </c:pt>
                <c:pt idx="623">
                  <c:v>4.4068164825439439E-2</c:v>
                </c:pt>
                <c:pt idx="624">
                  <c:v>2.956443786621096E-2</c:v>
                </c:pt>
                <c:pt idx="625">
                  <c:v>1.8765106201171871E-2</c:v>
                </c:pt>
                <c:pt idx="626">
                  <c:v>2.1547279357910135E-2</c:v>
                </c:pt>
                <c:pt idx="627">
                  <c:v>2.4329452514648402E-2</c:v>
                </c:pt>
                <c:pt idx="628">
                  <c:v>7.7813415527343846E-2</c:v>
                </c:pt>
                <c:pt idx="629">
                  <c:v>9.1052799224853598E-2</c:v>
                </c:pt>
                <c:pt idx="630">
                  <c:v>0.10429218292236336</c:v>
                </c:pt>
                <c:pt idx="631">
                  <c:v>2.3426399230957032E-2</c:v>
                </c:pt>
                <c:pt idx="632">
                  <c:v>1.2891483306884765E-2</c:v>
                </c:pt>
                <c:pt idx="633">
                  <c:v>2.3565673828125E-3</c:v>
                </c:pt>
                <c:pt idx="634">
                  <c:v>7.9421195983886639E-2</c:v>
                </c:pt>
                <c:pt idx="635">
                  <c:v>4.2716846466064412E-2</c:v>
                </c:pt>
                <c:pt idx="636">
                  <c:v>6.0124969482421914E-3</c:v>
                </c:pt>
                <c:pt idx="637">
                  <c:v>0.13567874908447269</c:v>
                </c:pt>
                <c:pt idx="638">
                  <c:v>6.4495239257812531E-2</c:v>
                </c:pt>
                <c:pt idx="639">
                  <c:v>6.6882705688476474E-3</c:v>
                </c:pt>
                <c:pt idx="640">
                  <c:v>4.2491455078125115E-2</c:v>
                </c:pt>
                <c:pt idx="641">
                  <c:v>1.5200557708740301E-2</c:v>
                </c:pt>
                <c:pt idx="642">
                  <c:v>1.2090339660644519E-2</c:v>
                </c:pt>
                <c:pt idx="643">
                  <c:v>1.9799194335937513E-2</c:v>
                </c:pt>
                <c:pt idx="644">
                  <c:v>8.5895919799804724E-2</c:v>
                </c:pt>
                <c:pt idx="645">
                  <c:v>0.15199264526367193</c:v>
                </c:pt>
                <c:pt idx="646">
                  <c:v>7.1271629333495998E-2</c:v>
                </c:pt>
                <c:pt idx="647">
                  <c:v>4.6995906829833935E-2</c:v>
                </c:pt>
                <c:pt idx="648">
                  <c:v>2.2720184326171872E-2</c:v>
                </c:pt>
                <c:pt idx="649">
                  <c:v>5.0106983184814415E-2</c:v>
                </c:pt>
                <c:pt idx="650">
                  <c:v>7.7493782043456957E-2</c:v>
                </c:pt>
                <c:pt idx="651">
                  <c:v>7.288467407226551E-2</c:v>
                </c:pt>
                <c:pt idx="652">
                  <c:v>7.2620887756347605E-2</c:v>
                </c:pt>
                <c:pt idx="653">
                  <c:v>7.2357101440429672E-2</c:v>
                </c:pt>
                <c:pt idx="654">
                  <c:v>0.14670021057128904</c:v>
                </c:pt>
                <c:pt idx="655">
                  <c:v>7.0609703063964843E-2</c:v>
                </c:pt>
                <c:pt idx="656">
                  <c:v>5.4808044433593836E-3</c:v>
                </c:pt>
                <c:pt idx="657">
                  <c:v>3.4110488891601599E-2</c:v>
                </c:pt>
                <c:pt idx="658">
                  <c:v>8.7288436889648394E-2</c:v>
                </c:pt>
                <c:pt idx="659">
                  <c:v>0.14046638488769519</c:v>
                </c:pt>
                <c:pt idx="660">
                  <c:v>1.0113830566406256E-2</c:v>
                </c:pt>
                <c:pt idx="661">
                  <c:v>1.1720752716064391E-2</c:v>
                </c:pt>
                <c:pt idx="662">
                  <c:v>3.3555335998535045E-2</c:v>
                </c:pt>
                <c:pt idx="663">
                  <c:v>2.0821495056152349E-2</c:v>
                </c:pt>
                <c:pt idx="664">
                  <c:v>4.1090297698974577E-2</c:v>
                </c:pt>
                <c:pt idx="665">
                  <c:v>6.1359100341796792E-2</c:v>
                </c:pt>
                <c:pt idx="666">
                  <c:v>4.65355682373048E-2</c:v>
                </c:pt>
                <c:pt idx="667">
                  <c:v>4.2955398559570319E-2</c:v>
                </c:pt>
                <c:pt idx="668">
                  <c:v>3.9375228881835839E-2</c:v>
                </c:pt>
                <c:pt idx="669">
                  <c:v>7.0388946533203198E-2</c:v>
                </c:pt>
                <c:pt idx="670">
                  <c:v>6.9710826873779275E-2</c:v>
                </c:pt>
                <c:pt idx="671">
                  <c:v>6.9032707214355365E-2</c:v>
                </c:pt>
                <c:pt idx="672">
                  <c:v>7.9803886413574318E-2</c:v>
                </c:pt>
                <c:pt idx="673">
                  <c:v>7.7346954345703198E-2</c:v>
                </c:pt>
                <c:pt idx="674">
                  <c:v>7.4890022277832077E-2</c:v>
                </c:pt>
                <c:pt idx="675">
                  <c:v>0.11333381652832032</c:v>
                </c:pt>
                <c:pt idx="676">
                  <c:v>8.2340240478515639E-2</c:v>
                </c:pt>
                <c:pt idx="677">
                  <c:v>5.1346664428710956E-2</c:v>
                </c:pt>
                <c:pt idx="678">
                  <c:v>2.8503799438476477E-3</c:v>
                </c:pt>
                <c:pt idx="679">
                  <c:v>1.4724311828613336E-2</c:v>
                </c:pt>
                <c:pt idx="680">
                  <c:v>3.2299003601074315E-2</c:v>
                </c:pt>
                <c:pt idx="681">
                  <c:v>5.2600021362304801E-2</c:v>
                </c:pt>
                <c:pt idx="682">
                  <c:v>4.5992832183837956E-2</c:v>
                </c:pt>
                <c:pt idx="683">
                  <c:v>3.9385643005371118E-2</c:v>
                </c:pt>
                <c:pt idx="684">
                  <c:v>2.9285087585449197E-2</c:v>
                </c:pt>
                <c:pt idx="685">
                  <c:v>6.987951278686523E-2</c:v>
                </c:pt>
                <c:pt idx="686">
                  <c:v>0.11047393798828127</c:v>
                </c:pt>
                <c:pt idx="687">
                  <c:v>1.0146675109863288E-2</c:v>
                </c:pt>
                <c:pt idx="688">
                  <c:v>1.1661987304687477E-2</c:v>
                </c:pt>
                <c:pt idx="689">
                  <c:v>3.3470649719238244E-2</c:v>
                </c:pt>
                <c:pt idx="690">
                  <c:v>6.1585121154785032E-2</c:v>
                </c:pt>
                <c:pt idx="691">
                  <c:v>7.1682357788085835E-2</c:v>
                </c:pt>
                <c:pt idx="692">
                  <c:v>8.1779594421386631E-2</c:v>
                </c:pt>
                <c:pt idx="693">
                  <c:v>2.1390151977539063E-3</c:v>
                </c:pt>
                <c:pt idx="694">
                  <c:v>1.1045265197753904E-2</c:v>
                </c:pt>
                <c:pt idx="695">
                  <c:v>1.9951515197753903E-2</c:v>
                </c:pt>
                <c:pt idx="696">
                  <c:v>8.4806156158447263E-2</c:v>
                </c:pt>
                <c:pt idx="697">
                  <c:v>0.14966079711914065</c:v>
                </c:pt>
                <c:pt idx="698">
                  <c:v>0.10793415069580078</c:v>
                </c:pt>
                <c:pt idx="699">
                  <c:v>4.8007965087890639E-2</c:v>
                </c:pt>
                <c:pt idx="700">
                  <c:v>1.1918220520019519E-2</c:v>
                </c:pt>
                <c:pt idx="701">
                  <c:v>7.8337326049804798E-2</c:v>
                </c:pt>
                <c:pt idx="702">
                  <c:v>4.191987991333012E-2</c:v>
                </c:pt>
                <c:pt idx="703">
                  <c:v>5.5024337768554803E-3</c:v>
                </c:pt>
                <c:pt idx="704">
                  <c:v>2.3952941894531257E-2</c:v>
                </c:pt>
                <c:pt idx="705">
                  <c:v>4.1755657196044918E-2</c:v>
                </c:pt>
                <c:pt idx="706">
                  <c:v>5.9558372497558555E-2</c:v>
                </c:pt>
                <c:pt idx="707">
                  <c:v>8.7575683593749995E-2</c:v>
                </c:pt>
                <c:pt idx="708">
                  <c:v>7.3088321685791033E-2</c:v>
                </c:pt>
                <c:pt idx="709">
                  <c:v>5.8600959777832078E-2</c:v>
                </c:pt>
                <c:pt idx="710">
                  <c:v>1.4881553649902351E-2</c:v>
                </c:pt>
                <c:pt idx="711">
                  <c:v>1.0419445037841804E-2</c:v>
                </c:pt>
                <c:pt idx="712">
                  <c:v>5.9573364257812554E-3</c:v>
                </c:pt>
                <c:pt idx="713">
                  <c:v>7.6898117065429678E-2</c:v>
                </c:pt>
                <c:pt idx="714">
                  <c:v>5.7822303771972602E-2</c:v>
                </c:pt>
                <c:pt idx="715">
                  <c:v>3.874649047851552E-2</c:v>
                </c:pt>
                <c:pt idx="716">
                  <c:v>7.8298645019531279E-2</c:v>
                </c:pt>
                <c:pt idx="717">
                  <c:v>7.1544055938720708E-2</c:v>
                </c:pt>
                <c:pt idx="718">
                  <c:v>6.478946685791015E-2</c:v>
                </c:pt>
                <c:pt idx="719">
                  <c:v>0.11539615631103503</c:v>
                </c:pt>
                <c:pt idx="720">
                  <c:v>5.7124328613281178E-2</c:v>
                </c:pt>
                <c:pt idx="721">
                  <c:v>1.1474990844726552E-3</c:v>
                </c:pt>
                <c:pt idx="722">
                  <c:v>2.0711174011230477E-2</c:v>
                </c:pt>
                <c:pt idx="723">
                  <c:v>5.8568572998046922E-2</c:v>
                </c:pt>
                <c:pt idx="724">
                  <c:v>9.6425971984863357E-2</c:v>
                </c:pt>
                <c:pt idx="725">
                  <c:v>5.0996246337890634E-2</c:v>
                </c:pt>
                <c:pt idx="726">
                  <c:v>0.10302337646484372</c:v>
                </c:pt>
                <c:pt idx="727">
                  <c:v>0.15505050659179678</c:v>
                </c:pt>
                <c:pt idx="728">
                  <c:v>1.3788986206054678E-3</c:v>
                </c:pt>
                <c:pt idx="729">
                  <c:v>1.7440452575683628E-2</c:v>
                </c:pt>
                <c:pt idx="730">
                  <c:v>3.6259803771972722E-2</c:v>
                </c:pt>
                <c:pt idx="731">
                  <c:v>9.6372299194335848E-2</c:v>
                </c:pt>
                <c:pt idx="732">
                  <c:v>6.3397464752197194E-2</c:v>
                </c:pt>
                <c:pt idx="733">
                  <c:v>3.0422630310058558E-2</c:v>
                </c:pt>
                <c:pt idx="734">
                  <c:v>1.1352767944335936E-2</c:v>
                </c:pt>
                <c:pt idx="735">
                  <c:v>1.951812744140621E-2</c:v>
                </c:pt>
                <c:pt idx="736">
                  <c:v>2.7683486938476477E-2</c:v>
                </c:pt>
                <c:pt idx="737">
                  <c:v>2.1392440795898449E-3</c:v>
                </c:pt>
                <c:pt idx="738">
                  <c:v>2.0875568389892522E-2</c:v>
                </c:pt>
                <c:pt idx="739">
                  <c:v>3.9611892700195196E-2</c:v>
                </c:pt>
                <c:pt idx="740">
                  <c:v>3.4751815795898394E-2</c:v>
                </c:pt>
                <c:pt idx="741">
                  <c:v>4.2927303314208957E-2</c:v>
                </c:pt>
                <c:pt idx="742">
                  <c:v>5.1102790832519514E-2</c:v>
                </c:pt>
                <c:pt idx="743">
                  <c:v>9.0281009674072321E-2</c:v>
                </c:pt>
                <c:pt idx="744">
                  <c:v>0.12945922851562514</c:v>
                </c:pt>
                <c:pt idx="745">
                  <c:v>7.3271484375000001E-2</c:v>
                </c:pt>
                <c:pt idx="746">
                  <c:v>6.8766860961914034E-2</c:v>
                </c:pt>
                <c:pt idx="747">
                  <c:v>6.426223754882808E-2</c:v>
                </c:pt>
                <c:pt idx="748">
                  <c:v>6.0534667968749995E-3</c:v>
                </c:pt>
                <c:pt idx="749">
                  <c:v>2.6218872070312513E-2</c:v>
                </c:pt>
                <c:pt idx="750">
                  <c:v>4.6384277343749995E-2</c:v>
                </c:pt>
                <c:pt idx="751">
                  <c:v>3.7518196105956955E-2</c:v>
                </c:pt>
                <c:pt idx="752">
                  <c:v>1.7673912048339808E-2</c:v>
                </c:pt>
                <c:pt idx="753">
                  <c:v>2.1703720092773448E-3</c:v>
                </c:pt>
                <c:pt idx="754">
                  <c:v>4.8688087463378875E-2</c:v>
                </c:pt>
                <c:pt idx="755">
                  <c:v>3.6895408630371121E-2</c:v>
                </c:pt>
                <c:pt idx="756">
                  <c:v>2.510272979736336E-2</c:v>
                </c:pt>
                <c:pt idx="757">
                  <c:v>9.4002456665039036E-2</c:v>
                </c:pt>
                <c:pt idx="758">
                  <c:v>0.11163791656494144</c:v>
                </c:pt>
                <c:pt idx="759">
                  <c:v>0.12927337646484383</c:v>
                </c:pt>
                <c:pt idx="760">
                  <c:v>4.0982551574706955E-2</c:v>
                </c:pt>
                <c:pt idx="761">
                  <c:v>1.7549972534179652E-2</c:v>
                </c:pt>
                <c:pt idx="762">
                  <c:v>5.8826065063476481E-3</c:v>
                </c:pt>
                <c:pt idx="763">
                  <c:v>6.40079498291016E-3</c:v>
                </c:pt>
                <c:pt idx="764">
                  <c:v>2.5817813873291039E-2</c:v>
                </c:pt>
                <c:pt idx="765">
                  <c:v>4.523483276367192E-2</c:v>
                </c:pt>
                <c:pt idx="766">
                  <c:v>2.2103462219238288E-2</c:v>
                </c:pt>
                <c:pt idx="767">
                  <c:v>5.8486747741699222E-2</c:v>
                </c:pt>
                <c:pt idx="768">
                  <c:v>9.4870033264160158E-2</c:v>
                </c:pt>
                <c:pt idx="769">
                  <c:v>7.7865486145019522E-2</c:v>
                </c:pt>
                <c:pt idx="770">
                  <c:v>4.9441680908203105E-2</c:v>
                </c:pt>
                <c:pt idx="771">
                  <c:v>2.1017875671386712E-2</c:v>
                </c:pt>
                <c:pt idx="772">
                  <c:v>9.5911102294921918E-2</c:v>
                </c:pt>
                <c:pt idx="773">
                  <c:v>8.5811004638671917E-2</c:v>
                </c:pt>
                <c:pt idx="774">
                  <c:v>7.5710906982421916E-2</c:v>
                </c:pt>
                <c:pt idx="775">
                  <c:v>0.14057704925537112</c:v>
                </c:pt>
                <c:pt idx="776">
                  <c:v>8.2955017089843722E-2</c:v>
                </c:pt>
                <c:pt idx="777">
                  <c:v>2.5332984924316317E-2</c:v>
                </c:pt>
                <c:pt idx="778">
                  <c:v>5.6947860717773517E-2</c:v>
                </c:pt>
                <c:pt idx="779">
                  <c:v>6.4000453948974592E-2</c:v>
                </c:pt>
                <c:pt idx="780">
                  <c:v>7.1053047180175674E-2</c:v>
                </c:pt>
                <c:pt idx="781">
                  <c:v>5.970062255859384E-2</c:v>
                </c:pt>
                <c:pt idx="782">
                  <c:v>9.0874042510986353E-2</c:v>
                </c:pt>
                <c:pt idx="783">
                  <c:v>0.12204746246337887</c:v>
                </c:pt>
                <c:pt idx="784">
                  <c:v>5.7231845855712886E-2</c:v>
                </c:pt>
                <c:pt idx="785">
                  <c:v>7.5837707519531283E-3</c:v>
                </c:pt>
                <c:pt idx="786">
                  <c:v>0.12020942687988288</c:v>
                </c:pt>
                <c:pt idx="787">
                  <c:v>6.475090026855472E-2</c:v>
                </c:pt>
                <c:pt idx="788">
                  <c:v>9.2923736572265523E-3</c:v>
                </c:pt>
                <c:pt idx="789">
                  <c:v>4.2971191406249998E-2</c:v>
                </c:pt>
                <c:pt idx="790">
                  <c:v>3.8651962280273393E-2</c:v>
                </c:pt>
                <c:pt idx="791">
                  <c:v>3.4332733154296802E-2</c:v>
                </c:pt>
                <c:pt idx="792">
                  <c:v>8.2290344238281271E-2</c:v>
                </c:pt>
                <c:pt idx="793">
                  <c:v>7.2839698791503871E-2</c:v>
                </c:pt>
                <c:pt idx="794">
                  <c:v>6.3389053344726484E-2</c:v>
                </c:pt>
                <c:pt idx="795">
                  <c:v>2.9481468200683678E-2</c:v>
                </c:pt>
                <c:pt idx="796">
                  <c:v>7.3026237487793036E-2</c:v>
                </c:pt>
                <c:pt idx="797">
                  <c:v>0.1165710067749024</c:v>
                </c:pt>
                <c:pt idx="798">
                  <c:v>6.020141601562512E-2</c:v>
                </c:pt>
                <c:pt idx="799">
                  <c:v>7.7751846313476605E-2</c:v>
                </c:pt>
                <c:pt idx="800">
                  <c:v>9.5302276611328077E-2</c:v>
                </c:pt>
                <c:pt idx="801">
                  <c:v>9.8390579223632882E-3</c:v>
                </c:pt>
                <c:pt idx="802">
                  <c:v>4.9361228942871116E-3</c:v>
                </c:pt>
                <c:pt idx="803">
                  <c:v>3.3187866210937443E-5</c:v>
                </c:pt>
                <c:pt idx="804">
                  <c:v>1.9104080200195318E-2</c:v>
                </c:pt>
                <c:pt idx="805">
                  <c:v>4.3768501281738351E-3</c:v>
                </c:pt>
                <c:pt idx="806">
                  <c:v>1.0350379943847647E-2</c:v>
                </c:pt>
                <c:pt idx="807">
                  <c:v>3.3256187438964954E-2</c:v>
                </c:pt>
                <c:pt idx="808">
                  <c:v>3.7453536987304796E-2</c:v>
                </c:pt>
                <c:pt idx="809">
                  <c:v>4.1650886535644638E-2</c:v>
                </c:pt>
                <c:pt idx="810">
                  <c:v>5.0830993652343844E-2</c:v>
                </c:pt>
                <c:pt idx="811">
                  <c:v>4.5928916931152398E-2</c:v>
                </c:pt>
                <c:pt idx="812">
                  <c:v>4.1026840209960953E-2</c:v>
                </c:pt>
                <c:pt idx="813">
                  <c:v>2.2114219665527349E-2</c:v>
                </c:pt>
                <c:pt idx="814">
                  <c:v>5.1632308959960937E-3</c:v>
                </c:pt>
                <c:pt idx="815">
                  <c:v>1.1787757873535159E-2</c:v>
                </c:pt>
                <c:pt idx="816">
                  <c:v>4.1365928649902392E-2</c:v>
                </c:pt>
                <c:pt idx="817">
                  <c:v>2.335561752319339E-2</c:v>
                </c:pt>
                <c:pt idx="818">
                  <c:v>5.3453063964843837E-3</c:v>
                </c:pt>
                <c:pt idx="819">
                  <c:v>7.1116676330566328E-2</c:v>
                </c:pt>
                <c:pt idx="820">
                  <c:v>4.3784809112548798E-2</c:v>
                </c:pt>
                <c:pt idx="821">
                  <c:v>1.6452941894531257E-2</c:v>
                </c:pt>
                <c:pt idx="822">
                  <c:v>3.7510414123535042E-2</c:v>
                </c:pt>
                <c:pt idx="823">
                  <c:v>4.0683460235595603E-2</c:v>
                </c:pt>
                <c:pt idx="824">
                  <c:v>4.3856506347656157E-2</c:v>
                </c:pt>
                <c:pt idx="825">
                  <c:v>0.15097640991210934</c:v>
                </c:pt>
                <c:pt idx="826">
                  <c:v>7.6633644104003903E-2</c:v>
                </c:pt>
                <c:pt idx="827">
                  <c:v>2.2908782958984382E-3</c:v>
                </c:pt>
                <c:pt idx="828">
                  <c:v>7.6682739257812563E-2</c:v>
                </c:pt>
                <c:pt idx="829">
                  <c:v>3.3569583892822295E-2</c:v>
                </c:pt>
                <c:pt idx="830">
                  <c:v>9.5435714721679686E-3</c:v>
                </c:pt>
                <c:pt idx="831">
                  <c:v>2.3833122253417969E-2</c:v>
                </c:pt>
                <c:pt idx="832">
                  <c:v>9.5268630981445307E-3</c:v>
                </c:pt>
                <c:pt idx="833">
                  <c:v>4.7793960571289032E-3</c:v>
                </c:pt>
                <c:pt idx="834">
                  <c:v>3.1373176574706958E-2</c:v>
                </c:pt>
                <c:pt idx="835">
                  <c:v>7.2210788726806557E-2</c:v>
                </c:pt>
                <c:pt idx="836">
                  <c:v>0.11304840087890615</c:v>
                </c:pt>
                <c:pt idx="837">
                  <c:v>7.4948844909667911E-2</c:v>
                </c:pt>
                <c:pt idx="838">
                  <c:v>9.759693145751952E-2</c:v>
                </c:pt>
                <c:pt idx="839">
                  <c:v>0.12024501800537112</c:v>
                </c:pt>
                <c:pt idx="840">
                  <c:v>4.7160072326660162E-2</c:v>
                </c:pt>
                <c:pt idx="841">
                  <c:v>9.472400665283208E-2</c:v>
                </c:pt>
                <c:pt idx="842">
                  <c:v>0.14228794097900402</c:v>
                </c:pt>
                <c:pt idx="843">
                  <c:v>6.1041984558105361E-2</c:v>
                </c:pt>
                <c:pt idx="844">
                  <c:v>3.0856075286865195E-2</c:v>
                </c:pt>
                <c:pt idx="845">
                  <c:v>6.7016601562500003E-4</c:v>
                </c:pt>
                <c:pt idx="846">
                  <c:v>1.8859405517578129E-2</c:v>
                </c:pt>
                <c:pt idx="847">
                  <c:v>4.5486660003662062E-2</c:v>
                </c:pt>
                <c:pt idx="848">
                  <c:v>7.2113914489745995E-2</c:v>
                </c:pt>
                <c:pt idx="849">
                  <c:v>1.4261970520019519E-2</c:v>
                </c:pt>
                <c:pt idx="850">
                  <c:v>4.7977066040039039E-3</c:v>
                </c:pt>
                <c:pt idx="851">
                  <c:v>4.6665573120117116E-3</c:v>
                </c:pt>
                <c:pt idx="852">
                  <c:v>6.9733886718749999E-2</c:v>
                </c:pt>
                <c:pt idx="853">
                  <c:v>6.4497642517089837E-2</c:v>
                </c:pt>
                <c:pt idx="854">
                  <c:v>5.9261398315429675E-2</c:v>
                </c:pt>
                <c:pt idx="855">
                  <c:v>9.6572113037109355E-3</c:v>
                </c:pt>
                <c:pt idx="856">
                  <c:v>1.4116630554199212E-2</c:v>
                </c:pt>
                <c:pt idx="857">
                  <c:v>3.7890472412109362E-2</c:v>
                </c:pt>
                <c:pt idx="858">
                  <c:v>8.8409042358398408E-3</c:v>
                </c:pt>
                <c:pt idx="859">
                  <c:v>4.380094528198248E-2</c:v>
                </c:pt>
                <c:pt idx="860">
                  <c:v>7.8760986328125115E-2</c:v>
                </c:pt>
                <c:pt idx="861">
                  <c:v>2.2345962524414061E-2</c:v>
                </c:pt>
                <c:pt idx="862">
                  <c:v>3.3583602905273471E-2</c:v>
                </c:pt>
                <c:pt idx="863">
                  <c:v>4.4821243286132878E-2</c:v>
                </c:pt>
                <c:pt idx="864">
                  <c:v>8.1909942626953204E-3</c:v>
                </c:pt>
                <c:pt idx="865">
                  <c:v>1.9751815795898447E-2</c:v>
                </c:pt>
                <c:pt idx="866">
                  <c:v>2.1194801330566414E-2</c:v>
                </c:pt>
                <c:pt idx="867">
                  <c:v>1.816869735717774E-2</c:v>
                </c:pt>
                <c:pt idx="868">
                  <c:v>1.5142593383789062E-2</c:v>
                </c:pt>
                <c:pt idx="869">
                  <c:v>5.1602554321289037E-3</c:v>
                </c:pt>
                <c:pt idx="870">
                  <c:v>2.6078166961669917E-2</c:v>
                </c:pt>
                <c:pt idx="871">
                  <c:v>4.6996078491210957E-2</c:v>
                </c:pt>
                <c:pt idx="872">
                  <c:v>0.14318058013916016</c:v>
                </c:pt>
                <c:pt idx="873">
                  <c:v>6.8947620391845682E-2</c:v>
                </c:pt>
                <c:pt idx="874">
                  <c:v>5.2853393554687439E-3</c:v>
                </c:pt>
                <c:pt idx="875">
                  <c:v>9.6683120727539037E-3</c:v>
                </c:pt>
                <c:pt idx="876">
                  <c:v>1.8055057525634712E-2</c:v>
                </c:pt>
                <c:pt idx="877">
                  <c:v>2.6441802978515519E-2</c:v>
                </c:pt>
                <c:pt idx="878">
                  <c:v>9.6235656738281276E-3</c:v>
                </c:pt>
                <c:pt idx="879">
                  <c:v>3.8901901245117214E-2</c:v>
                </c:pt>
                <c:pt idx="880">
                  <c:v>8.7427368164062561E-2</c:v>
                </c:pt>
                <c:pt idx="881">
                  <c:v>9.2135696411132881E-2</c:v>
                </c:pt>
                <c:pt idx="882">
                  <c:v>6.9731483459472721E-2</c:v>
                </c:pt>
                <c:pt idx="883">
                  <c:v>4.7327270507812561E-2</c:v>
                </c:pt>
                <c:pt idx="884">
                  <c:v>5.2387962341308561E-2</c:v>
                </c:pt>
                <c:pt idx="885">
                  <c:v>7.9669704437255878E-2</c:v>
                </c:pt>
                <c:pt idx="886">
                  <c:v>0.1069514465332032</c:v>
                </c:pt>
                <c:pt idx="887">
                  <c:v>5.1087341308593839E-2</c:v>
                </c:pt>
                <c:pt idx="888">
                  <c:v>4.9091491699218844E-2</c:v>
                </c:pt>
                <c:pt idx="889">
                  <c:v>4.7095642089843841E-2</c:v>
                </c:pt>
                <c:pt idx="890">
                  <c:v>2.3485794067382808E-2</c:v>
                </c:pt>
                <c:pt idx="891">
                  <c:v>4.1018199920654232E-2</c:v>
                </c:pt>
                <c:pt idx="892">
                  <c:v>5.8550605773925679E-2</c:v>
                </c:pt>
                <c:pt idx="893">
                  <c:v>6.9052848815917917E-2</c:v>
                </c:pt>
                <c:pt idx="894">
                  <c:v>4.5274887084960906E-2</c:v>
                </c:pt>
                <c:pt idx="895">
                  <c:v>2.1496925354003903E-2</c:v>
                </c:pt>
                <c:pt idx="896">
                  <c:v>3.8597602844238313E-2</c:v>
                </c:pt>
                <c:pt idx="897">
                  <c:v>5.5698280334472723E-2</c:v>
                </c:pt>
                <c:pt idx="898">
                  <c:v>6.4405288696289031E-2</c:v>
                </c:pt>
                <c:pt idx="899">
                  <c:v>4.853673934936524E-2</c:v>
                </c:pt>
                <c:pt idx="900">
                  <c:v>3.2668190002441436E-2</c:v>
                </c:pt>
                <c:pt idx="901">
                  <c:v>7.5909461975097597E-2</c:v>
                </c:pt>
                <c:pt idx="902">
                  <c:v>9.5848617553710963E-2</c:v>
                </c:pt>
                <c:pt idx="903">
                  <c:v>0.11578777313232431</c:v>
                </c:pt>
                <c:pt idx="904">
                  <c:v>0.14827869415283207</c:v>
                </c:pt>
                <c:pt idx="905">
                  <c:v>8.0717926025390629E-2</c:v>
                </c:pt>
                <c:pt idx="906">
                  <c:v>1.3157157897949223E-2</c:v>
                </c:pt>
                <c:pt idx="907">
                  <c:v>5.6320266723632877E-2</c:v>
                </c:pt>
                <c:pt idx="908">
                  <c:v>9.5224056243896515E-2</c:v>
                </c:pt>
                <c:pt idx="909">
                  <c:v>0.13412784576416015</c:v>
                </c:pt>
                <c:pt idx="910">
                  <c:v>2.0057144165039061E-2</c:v>
                </c:pt>
                <c:pt idx="911">
                  <c:v>4.6512279510498002E-2</c:v>
                </c:pt>
                <c:pt idx="912">
                  <c:v>7.2967414855956966E-2</c:v>
                </c:pt>
                <c:pt idx="913">
                  <c:v>8.8922882080078071E-3</c:v>
                </c:pt>
                <c:pt idx="914">
                  <c:v>1.0210819244384739E-2</c:v>
                </c:pt>
                <c:pt idx="915">
                  <c:v>2.9313926696777279E-2</c:v>
                </c:pt>
                <c:pt idx="916">
                  <c:v>1.5904884338378902E-2</c:v>
                </c:pt>
                <c:pt idx="917">
                  <c:v>2.2572727203369131E-2</c:v>
                </c:pt>
                <c:pt idx="918">
                  <c:v>2.9240570068359357E-2</c:v>
                </c:pt>
                <c:pt idx="919">
                  <c:v>5.5158576965332079E-2</c:v>
                </c:pt>
                <c:pt idx="920">
                  <c:v>3.6977348327636737E-2</c:v>
                </c:pt>
                <c:pt idx="921">
                  <c:v>1.8796119689941417E-2</c:v>
                </c:pt>
                <c:pt idx="922">
                  <c:v>5.2126235961914159E-2</c:v>
                </c:pt>
                <c:pt idx="923">
                  <c:v>5.8220901489257876E-2</c:v>
                </c:pt>
                <c:pt idx="924">
                  <c:v>6.4315567016601599E-2</c:v>
                </c:pt>
                <c:pt idx="925">
                  <c:v>5.774528503417968E-2</c:v>
                </c:pt>
                <c:pt idx="926">
                  <c:v>5.3286666870117239E-2</c:v>
                </c:pt>
                <c:pt idx="927">
                  <c:v>4.8828048706054797E-2</c:v>
                </c:pt>
                <c:pt idx="928">
                  <c:v>1.5739517211914061E-2</c:v>
                </c:pt>
                <c:pt idx="929">
                  <c:v>1.4124755859374999E-2</c:v>
                </c:pt>
                <c:pt idx="930">
                  <c:v>1.2509994506835936E-2</c:v>
                </c:pt>
                <c:pt idx="931">
                  <c:v>5.8673057556152396E-2</c:v>
                </c:pt>
                <c:pt idx="932">
                  <c:v>5.2907180786132879E-2</c:v>
                </c:pt>
                <c:pt idx="933">
                  <c:v>4.7141304016113363E-2</c:v>
                </c:pt>
                <c:pt idx="934">
                  <c:v>5.5878181457519514E-2</c:v>
                </c:pt>
                <c:pt idx="935">
                  <c:v>3.8401222229003905E-2</c:v>
                </c:pt>
                <c:pt idx="936">
                  <c:v>2.0924263000488288E-2</c:v>
                </c:pt>
                <c:pt idx="937">
                  <c:v>4.6403160095214953E-2</c:v>
                </c:pt>
                <c:pt idx="938">
                  <c:v>5.4798946380615242E-2</c:v>
                </c:pt>
                <c:pt idx="939">
                  <c:v>6.319473266601551E-2</c:v>
                </c:pt>
                <c:pt idx="940">
                  <c:v>0.119451026916504</c:v>
                </c:pt>
                <c:pt idx="941">
                  <c:v>0.112730712890625</c:v>
                </c:pt>
                <c:pt idx="942">
                  <c:v>0.106010398864746</c:v>
                </c:pt>
                <c:pt idx="943">
                  <c:v>1.065925598144532E-2</c:v>
                </c:pt>
                <c:pt idx="944">
                  <c:v>2.8893699645996071E-2</c:v>
                </c:pt>
                <c:pt idx="945">
                  <c:v>6.8446655273437434E-2</c:v>
                </c:pt>
                <c:pt idx="946">
                  <c:v>0.10574066162109384</c:v>
                </c:pt>
                <c:pt idx="947">
                  <c:v>6.0403289794921912E-2</c:v>
                </c:pt>
                <c:pt idx="948">
                  <c:v>1.506591796875E-2</c:v>
                </c:pt>
                <c:pt idx="949">
                  <c:v>4.1339035034179676E-2</c:v>
                </c:pt>
                <c:pt idx="950">
                  <c:v>8.592052459716791E-2</c:v>
                </c:pt>
                <c:pt idx="951">
                  <c:v>0.13050201416015617</c:v>
                </c:pt>
                <c:pt idx="952">
                  <c:v>5.5697250366210961E-3</c:v>
                </c:pt>
                <c:pt idx="953">
                  <c:v>5.6802177429199196E-3</c:v>
                </c:pt>
                <c:pt idx="954">
                  <c:v>1.6930160522460935E-2</c:v>
                </c:pt>
                <c:pt idx="955">
                  <c:v>4.7265586853027272E-2</c:v>
                </c:pt>
                <c:pt idx="956">
                  <c:v>2.7843303680419894E-2</c:v>
                </c:pt>
                <c:pt idx="957">
                  <c:v>8.4210205078125121E-3</c:v>
                </c:pt>
                <c:pt idx="958">
                  <c:v>2.0295066833496096E-2</c:v>
                </c:pt>
                <c:pt idx="959">
                  <c:v>5.5936374664306607E-2</c:v>
                </c:pt>
                <c:pt idx="960">
                  <c:v>9.1577682495117121E-2</c:v>
                </c:pt>
                <c:pt idx="961">
                  <c:v>5.5544700622558556E-2</c:v>
                </c:pt>
                <c:pt idx="962">
                  <c:v>2.6016769409179658E-2</c:v>
                </c:pt>
                <c:pt idx="963">
                  <c:v>3.5111618041992242E-3</c:v>
                </c:pt>
                <c:pt idx="964">
                  <c:v>3.7722129821777278E-2</c:v>
                </c:pt>
                <c:pt idx="965">
                  <c:v>5.4554786682128875E-2</c:v>
                </c:pt>
                <c:pt idx="966">
                  <c:v>7.1387443542480486E-2</c:v>
                </c:pt>
                <c:pt idx="967">
                  <c:v>0.12175060272216791</c:v>
                </c:pt>
                <c:pt idx="968">
                  <c:v>5.7387084960937466E-2</c:v>
                </c:pt>
                <c:pt idx="969">
                  <c:v>6.9764328002929676E-3</c:v>
                </c:pt>
                <c:pt idx="970">
                  <c:v>5.2815513610839838E-2</c:v>
                </c:pt>
                <c:pt idx="971">
                  <c:v>8.0821208953857471E-2</c:v>
                </c:pt>
                <c:pt idx="972">
                  <c:v>0.10882690429687511</c:v>
                </c:pt>
                <c:pt idx="973">
                  <c:v>4.3852844238281279E-2</c:v>
                </c:pt>
                <c:pt idx="974">
                  <c:v>1.616992950439454E-2</c:v>
                </c:pt>
                <c:pt idx="975">
                  <c:v>1.1512985229492192E-2</c:v>
                </c:pt>
                <c:pt idx="976">
                  <c:v>7.6949729919433676E-2</c:v>
                </c:pt>
                <c:pt idx="977">
                  <c:v>6.34250450134278E-2</c:v>
                </c:pt>
                <c:pt idx="978">
                  <c:v>4.9900360107421916E-2</c:v>
                </c:pt>
                <c:pt idx="979">
                  <c:v>2.7104644775390641E-2</c:v>
                </c:pt>
                <c:pt idx="980">
                  <c:v>2.1954917907714849E-2</c:v>
                </c:pt>
                <c:pt idx="981">
                  <c:v>1.6805191040039063E-2</c:v>
                </c:pt>
                <c:pt idx="982">
                  <c:v>2.1641235351562513E-2</c:v>
                </c:pt>
                <c:pt idx="983">
                  <c:v>1.1421203613281257E-2</c:v>
                </c:pt>
                <c:pt idx="984">
                  <c:v>1.201171875E-3</c:v>
                </c:pt>
                <c:pt idx="985">
                  <c:v>8.2828216552734479E-2</c:v>
                </c:pt>
                <c:pt idx="986">
                  <c:v>6.6482505798339836E-2</c:v>
                </c:pt>
                <c:pt idx="987">
                  <c:v>5.01367950439452E-2</c:v>
                </c:pt>
                <c:pt idx="988">
                  <c:v>2.8395080566406159E-3</c:v>
                </c:pt>
                <c:pt idx="989">
                  <c:v>3.6022052764892516E-2</c:v>
                </c:pt>
                <c:pt idx="990">
                  <c:v>7.4883613586425674E-2</c:v>
                </c:pt>
                <c:pt idx="991">
                  <c:v>4.7299346923828076E-2</c:v>
                </c:pt>
                <c:pt idx="992">
                  <c:v>9.5364532470703076E-2</c:v>
                </c:pt>
                <c:pt idx="993">
                  <c:v>0.14342971801757806</c:v>
                </c:pt>
                <c:pt idx="994">
                  <c:v>0.15152538299560536</c:v>
                </c:pt>
                <c:pt idx="995">
                  <c:v>0.10070720672607421</c:v>
                </c:pt>
                <c:pt idx="996">
                  <c:v>4.988903045654304E-2</c:v>
                </c:pt>
                <c:pt idx="997">
                  <c:v>6.5685195922851602E-2</c:v>
                </c:pt>
                <c:pt idx="998">
                  <c:v>3.4284038543701198E-2</c:v>
                </c:pt>
                <c:pt idx="999">
                  <c:v>2.8828811645507757E-3</c:v>
                </c:pt>
                <c:pt idx="1000">
                  <c:v>2.4156646728515519E-2</c:v>
                </c:pt>
                <c:pt idx="1001">
                  <c:v>3.0854415893554681E-2</c:v>
                </c:pt>
                <c:pt idx="1002">
                  <c:v>3.755218505859384E-2</c:v>
                </c:pt>
                <c:pt idx="1003">
                  <c:v>7.8827934265136637E-2</c:v>
                </c:pt>
                <c:pt idx="1004">
                  <c:v>6.1502952575683549E-2</c:v>
                </c:pt>
                <c:pt idx="1005">
                  <c:v>4.4177970886230482E-2</c:v>
                </c:pt>
                <c:pt idx="1006">
                  <c:v>4.4068107604980478E-2</c:v>
                </c:pt>
                <c:pt idx="1007">
                  <c:v>3.0272598266601548E-2</c:v>
                </c:pt>
                <c:pt idx="1008">
                  <c:v>1.6477088928222649E-2</c:v>
                </c:pt>
                <c:pt idx="1009">
                  <c:v>4.0610790252685512E-2</c:v>
                </c:pt>
                <c:pt idx="1010">
                  <c:v>6.47444915771484E-2</c:v>
                </c:pt>
                <c:pt idx="1011">
                  <c:v>1.7557754516601552E-2</c:v>
                </c:pt>
                <c:pt idx="1012">
                  <c:v>1.8575534820556634E-2</c:v>
                </c:pt>
                <c:pt idx="1013">
                  <c:v>1.959331512451171E-2</c:v>
                </c:pt>
                <c:pt idx="1014">
                  <c:v>1.0369377136230481E-2</c:v>
                </c:pt>
                <c:pt idx="1015">
                  <c:v>3.4017677307128881E-2</c:v>
                </c:pt>
                <c:pt idx="1016">
                  <c:v>7.8404731750488232E-2</c:v>
                </c:pt>
                <c:pt idx="1017">
                  <c:v>0.11878555297851551</c:v>
                </c:pt>
                <c:pt idx="1018">
                  <c:v>0.10647474288940428</c:v>
                </c:pt>
                <c:pt idx="1019">
                  <c:v>9.4163932800293032E-2</c:v>
                </c:pt>
                <c:pt idx="1020">
                  <c:v>0.1168391418457032</c:v>
                </c:pt>
                <c:pt idx="1021">
                  <c:v>0.13206985473632821</c:v>
                </c:pt>
                <c:pt idx="1022">
                  <c:v>0.1473005676269532</c:v>
                </c:pt>
                <c:pt idx="1023">
                  <c:v>0.10809585571289064</c:v>
                </c:pt>
                <c:pt idx="1024">
                  <c:v>9.1501350402832082E-2</c:v>
                </c:pt>
                <c:pt idx="1025">
                  <c:v>7.4906845092773511E-2</c:v>
                </c:pt>
                <c:pt idx="1026">
                  <c:v>8.9756011962890633E-4</c:v>
                </c:pt>
                <c:pt idx="1027">
                  <c:v>3.1596565246582082E-3</c:v>
                </c:pt>
                <c:pt idx="1028">
                  <c:v>5.4217529296875112E-3</c:v>
                </c:pt>
                <c:pt idx="1029">
                  <c:v>3.5310058593749999E-2</c:v>
                </c:pt>
                <c:pt idx="1030">
                  <c:v>4.7523994445800799E-2</c:v>
                </c:pt>
                <c:pt idx="1031">
                  <c:v>5.9737930297851599E-2</c:v>
                </c:pt>
                <c:pt idx="1032">
                  <c:v>2.7108764648437439E-3</c:v>
                </c:pt>
                <c:pt idx="1033">
                  <c:v>2.7297019958496117E-3</c:v>
                </c:pt>
                <c:pt idx="1034">
                  <c:v>8.1702804565429686E-3</c:v>
                </c:pt>
                <c:pt idx="1035">
                  <c:v>0.10773078918457032</c:v>
                </c:pt>
                <c:pt idx="1036">
                  <c:v>5.7588043212890634E-2</c:v>
                </c:pt>
                <c:pt idx="1037">
                  <c:v>7.4452972412109358E-3</c:v>
                </c:pt>
                <c:pt idx="1038">
                  <c:v>1.675220489501952E-2</c:v>
                </c:pt>
                <c:pt idx="1039">
                  <c:v>5.0459861755371002E-3</c:v>
                </c:pt>
                <c:pt idx="1040">
                  <c:v>6.6602325439453196E-3</c:v>
                </c:pt>
                <c:pt idx="1041">
                  <c:v>7.2818641662597605E-2</c:v>
                </c:pt>
                <c:pt idx="1042">
                  <c:v>8.20148277282714E-2</c:v>
                </c:pt>
                <c:pt idx="1043">
                  <c:v>9.1211013793945209E-2</c:v>
                </c:pt>
                <c:pt idx="1044">
                  <c:v>3.5156478881835838E-2</c:v>
                </c:pt>
                <c:pt idx="1045">
                  <c:v>3.7807559967040924E-2</c:v>
                </c:pt>
                <c:pt idx="1046">
                  <c:v>4.0458641052245996E-2</c:v>
                </c:pt>
                <c:pt idx="1047">
                  <c:v>8.5785942077636637E-2</c:v>
                </c:pt>
                <c:pt idx="1048">
                  <c:v>4.204061508178706E-2</c:v>
                </c:pt>
                <c:pt idx="1049">
                  <c:v>1.7047119140625E-3</c:v>
                </c:pt>
                <c:pt idx="1050">
                  <c:v>0.15451961517333984</c:v>
                </c:pt>
                <c:pt idx="1051">
                  <c:v>0.10297370910644532</c:v>
                </c:pt>
                <c:pt idx="1052">
                  <c:v>5.1427803039550801E-2</c:v>
                </c:pt>
                <c:pt idx="1053">
                  <c:v>0.10623641967773448</c:v>
                </c:pt>
                <c:pt idx="1054">
                  <c:v>7.4978942871093843E-2</c:v>
                </c:pt>
                <c:pt idx="1055">
                  <c:v>4.3721466064453193E-2</c:v>
                </c:pt>
                <c:pt idx="1056">
                  <c:v>0.12187202453613288</c:v>
                </c:pt>
                <c:pt idx="1057">
                  <c:v>8.287227630615239E-2</c:v>
                </c:pt>
                <c:pt idx="1058">
                  <c:v>4.3872528076171917E-2</c:v>
                </c:pt>
                <c:pt idx="1059">
                  <c:v>5.0051879882812558E-3</c:v>
                </c:pt>
                <c:pt idx="1060">
                  <c:v>2.6087036132812561E-2</c:v>
                </c:pt>
                <c:pt idx="1061">
                  <c:v>4.7168884277343844E-2</c:v>
                </c:pt>
                <c:pt idx="1062">
                  <c:v>6.4300003051757759E-2</c:v>
                </c:pt>
                <c:pt idx="1063">
                  <c:v>4.009357452392575E-2</c:v>
                </c:pt>
                <c:pt idx="1064">
                  <c:v>1.5887145996093744E-2</c:v>
                </c:pt>
                <c:pt idx="1065">
                  <c:v>2.7047882080078078E-2</c:v>
                </c:pt>
                <c:pt idx="1066">
                  <c:v>5.3850460052490237E-2</c:v>
                </c:pt>
                <c:pt idx="1067">
                  <c:v>8.0653038024902396E-2</c:v>
                </c:pt>
                <c:pt idx="1068">
                  <c:v>5.2343101501464956E-2</c:v>
                </c:pt>
                <c:pt idx="1069">
                  <c:v>5.3159809112548917E-2</c:v>
                </c:pt>
                <c:pt idx="1070">
                  <c:v>5.3976516723632878E-2</c:v>
                </c:pt>
                <c:pt idx="1071">
                  <c:v>8.5697822570800788E-2</c:v>
                </c:pt>
                <c:pt idx="1072">
                  <c:v>5.1131229400634755E-2</c:v>
                </c:pt>
                <c:pt idx="1073">
                  <c:v>1.6564636230468742E-2</c:v>
                </c:pt>
                <c:pt idx="1074">
                  <c:v>2.7804565429687439E-3</c:v>
                </c:pt>
                <c:pt idx="1075">
                  <c:v>6.7921829223632759E-3</c:v>
                </c:pt>
                <c:pt idx="1076">
                  <c:v>1.0803909301757807E-2</c:v>
                </c:pt>
                <c:pt idx="1077">
                  <c:v>6.9213981628417909E-2</c:v>
                </c:pt>
                <c:pt idx="1078">
                  <c:v>5.7744255065917918E-2</c:v>
                </c:pt>
                <c:pt idx="1079">
                  <c:v>4.6274528503417921E-2</c:v>
                </c:pt>
                <c:pt idx="1080">
                  <c:v>6.0936241149902398E-2</c:v>
                </c:pt>
                <c:pt idx="1081">
                  <c:v>4.1898593902587912E-2</c:v>
                </c:pt>
                <c:pt idx="1082">
                  <c:v>2.2860946655273447E-2</c:v>
                </c:pt>
                <c:pt idx="1083">
                  <c:v>5.1591796874999998E-2</c:v>
                </c:pt>
                <c:pt idx="1084">
                  <c:v>6.262550354003904E-2</c:v>
                </c:pt>
                <c:pt idx="1085">
                  <c:v>7.3659210205078082E-2</c:v>
                </c:pt>
                <c:pt idx="1086">
                  <c:v>2.2608489990234383E-2</c:v>
                </c:pt>
                <c:pt idx="1087">
                  <c:v>2.2118453979492192E-2</c:v>
                </c:pt>
                <c:pt idx="1088">
                  <c:v>2.1628417968750001E-2</c:v>
                </c:pt>
                <c:pt idx="1089">
                  <c:v>2.773887634277352E-2</c:v>
                </c:pt>
                <c:pt idx="1090">
                  <c:v>7.5459995269775398E-2</c:v>
                </c:pt>
                <c:pt idx="1091">
                  <c:v>0.12318111419677728</c:v>
                </c:pt>
                <c:pt idx="1092">
                  <c:v>1.2688064575195321E-2</c:v>
                </c:pt>
                <c:pt idx="1093">
                  <c:v>2.2078685760498061E-2</c:v>
                </c:pt>
                <c:pt idx="1094">
                  <c:v>5.6845436096191436E-2</c:v>
                </c:pt>
                <c:pt idx="1095">
                  <c:v>9.4839820861816318E-2</c:v>
                </c:pt>
                <c:pt idx="1096">
                  <c:v>7.3720893859863232E-2</c:v>
                </c:pt>
                <c:pt idx="1097">
                  <c:v>5.260196685791016E-2</c:v>
                </c:pt>
                <c:pt idx="1098">
                  <c:v>0.11068290710449223</c:v>
                </c:pt>
                <c:pt idx="1099">
                  <c:v>0.11483310699462887</c:v>
                </c:pt>
                <c:pt idx="1100">
                  <c:v>0.11898330688476551</c:v>
                </c:pt>
                <c:pt idx="1101">
                  <c:v>0.13771556854248046</c:v>
                </c:pt>
                <c:pt idx="1102">
                  <c:v>8.9588012695312566E-2</c:v>
                </c:pt>
                <c:pt idx="1103">
                  <c:v>4.1460456848144638E-2</c:v>
                </c:pt>
                <c:pt idx="1104">
                  <c:v>3.686222076416016E-2</c:v>
                </c:pt>
                <c:pt idx="1105">
                  <c:v>9.0505485534667918E-2</c:v>
                </c:pt>
                <c:pt idx="1106">
                  <c:v>0.14414875030517568</c:v>
                </c:pt>
                <c:pt idx="1107">
                  <c:v>2.6965942382812559E-2</c:v>
                </c:pt>
                <c:pt idx="1108">
                  <c:v>4.8757781982421922E-2</c:v>
                </c:pt>
                <c:pt idx="1109">
                  <c:v>7.0549621582031277E-2</c:v>
                </c:pt>
                <c:pt idx="1110">
                  <c:v>8.2745018005371124E-2</c:v>
                </c:pt>
                <c:pt idx="1111">
                  <c:v>5.8383464813232477E-2</c:v>
                </c:pt>
                <c:pt idx="1112">
                  <c:v>3.4021911621093845E-2</c:v>
                </c:pt>
                <c:pt idx="1113">
                  <c:v>0.1041003799438476</c:v>
                </c:pt>
                <c:pt idx="1114">
                  <c:v>5.419858932495112E-2</c:v>
                </c:pt>
                <c:pt idx="1115">
                  <c:v>4.2967987060546801E-3</c:v>
                </c:pt>
                <c:pt idx="1116">
                  <c:v>0.15009132385253904</c:v>
                </c:pt>
                <c:pt idx="1117">
                  <c:v>9.4032783508300785E-2</c:v>
                </c:pt>
                <c:pt idx="1118">
                  <c:v>3.797424316406256E-2</c:v>
                </c:pt>
                <c:pt idx="1119">
                  <c:v>1.0804481506347647E-2</c:v>
                </c:pt>
                <c:pt idx="1120">
                  <c:v>1.865678787231442E-2</c:v>
                </c:pt>
                <c:pt idx="1121">
                  <c:v>4.8118057250976481E-2</c:v>
                </c:pt>
                <c:pt idx="1122">
                  <c:v>6.9334888458251878E-2</c:v>
                </c:pt>
                <c:pt idx="1123">
                  <c:v>9.0551719665527275E-2</c:v>
                </c:pt>
                <c:pt idx="1124">
                  <c:v>2.4410247802734479E-4</c:v>
                </c:pt>
                <c:pt idx="1125">
                  <c:v>8.4136962890625014E-3</c:v>
                </c:pt>
                <c:pt idx="1126">
                  <c:v>1.7071495056152349E-2</c:v>
                </c:pt>
                <c:pt idx="1127">
                  <c:v>4.0862159729003998E-2</c:v>
                </c:pt>
                <c:pt idx="1128">
                  <c:v>6.5610008239746123E-2</c:v>
                </c:pt>
                <c:pt idx="1129">
                  <c:v>9.0357856750488241E-2</c:v>
                </c:pt>
                <c:pt idx="1130">
                  <c:v>3.9814109802245999E-2</c:v>
                </c:pt>
                <c:pt idx="1131">
                  <c:v>4.3997955322265518E-2</c:v>
                </c:pt>
                <c:pt idx="1132">
                  <c:v>4.8181800842285044E-2</c:v>
                </c:pt>
                <c:pt idx="1133">
                  <c:v>9.3155937194824318E-2</c:v>
                </c:pt>
                <c:pt idx="1134">
                  <c:v>5.3104362487793016E-2</c:v>
                </c:pt>
                <c:pt idx="1135">
                  <c:v>1.3052787780761712E-2</c:v>
                </c:pt>
                <c:pt idx="1136">
                  <c:v>6.525867462158208E-2</c:v>
                </c:pt>
                <c:pt idx="1137">
                  <c:v>4.5233631134033281E-2</c:v>
                </c:pt>
                <c:pt idx="1138">
                  <c:v>2.5208587646484482E-2</c:v>
                </c:pt>
                <c:pt idx="1139">
                  <c:v>6.5384559631347594E-2</c:v>
                </c:pt>
                <c:pt idx="1140">
                  <c:v>5.4519939422607362E-2</c:v>
                </c:pt>
                <c:pt idx="1141">
                  <c:v>4.3655319213867116E-2</c:v>
                </c:pt>
                <c:pt idx="1142">
                  <c:v>6.450244903564463E-2</c:v>
                </c:pt>
                <c:pt idx="1143">
                  <c:v>5.0526351928710952E-2</c:v>
                </c:pt>
                <c:pt idx="1144">
                  <c:v>3.6550254821777275E-2</c:v>
                </c:pt>
                <c:pt idx="1145">
                  <c:v>1.6434173583984385E-2</c:v>
                </c:pt>
                <c:pt idx="1146">
                  <c:v>2.1682033538818393E-2</c:v>
                </c:pt>
                <c:pt idx="1147">
                  <c:v>2.69298934936524E-2</c:v>
                </c:pt>
                <c:pt idx="1148">
                  <c:v>1.558101654052735E-2</c:v>
                </c:pt>
                <c:pt idx="1149">
                  <c:v>4.6769199371337861E-2</c:v>
                </c:pt>
                <c:pt idx="1150">
                  <c:v>7.7957382202148401E-2</c:v>
                </c:pt>
                <c:pt idx="1151">
                  <c:v>0.1045780563354492</c:v>
                </c:pt>
                <c:pt idx="1152">
                  <c:v>4.8140087127685534E-2</c:v>
                </c:pt>
                <c:pt idx="1153">
                  <c:v>8.2978820800781276E-3</c:v>
                </c:pt>
                <c:pt idx="1154">
                  <c:v>3.9837684631347604E-2</c:v>
                </c:pt>
                <c:pt idx="1155">
                  <c:v>4.1296291351318321E-2</c:v>
                </c:pt>
                <c:pt idx="1156">
                  <c:v>4.2754898071289044E-2</c:v>
                </c:pt>
                <c:pt idx="1157">
                  <c:v>7.2620544433593837E-2</c:v>
                </c:pt>
                <c:pt idx="1158">
                  <c:v>7.1934471130371117E-2</c:v>
                </c:pt>
                <c:pt idx="1159">
                  <c:v>7.1248397827148396E-2</c:v>
                </c:pt>
                <c:pt idx="1160">
                  <c:v>7.0240058898925678E-2</c:v>
                </c:pt>
                <c:pt idx="1161">
                  <c:v>6.4656600952148396E-2</c:v>
                </c:pt>
                <c:pt idx="1162">
                  <c:v>5.9073143005371115E-2</c:v>
                </c:pt>
                <c:pt idx="1163">
                  <c:v>4.8752517700195196E-2</c:v>
                </c:pt>
                <c:pt idx="1164">
                  <c:v>6.0601902008056562E-2</c:v>
                </c:pt>
                <c:pt idx="1165">
                  <c:v>7.2451286315917907E-2</c:v>
                </c:pt>
                <c:pt idx="1166">
                  <c:v>0.11681659698486335</c:v>
                </c:pt>
                <c:pt idx="1167">
                  <c:v>8.291799545288088E-2</c:v>
                </c:pt>
                <c:pt idx="1168">
                  <c:v>4.9019393920898394E-2</c:v>
                </c:pt>
                <c:pt idx="1169">
                  <c:v>1.983638763427735E-2</c:v>
                </c:pt>
                <c:pt idx="1170">
                  <c:v>2.8753623962402303E-2</c:v>
                </c:pt>
                <c:pt idx="1171">
                  <c:v>3.7670860290527276E-2</c:v>
                </c:pt>
                <c:pt idx="1172">
                  <c:v>0.10484802246093743</c:v>
                </c:pt>
                <c:pt idx="1173">
                  <c:v>5.1057929992675756E-2</c:v>
                </c:pt>
                <c:pt idx="1174">
                  <c:v>2.7321624755859359E-3</c:v>
                </c:pt>
                <c:pt idx="1175">
                  <c:v>2.7896232604980479E-2</c:v>
                </c:pt>
                <c:pt idx="1176">
                  <c:v>2.3649215698242191E-2</c:v>
                </c:pt>
                <c:pt idx="1177">
                  <c:v>1.9402198791503903E-2</c:v>
                </c:pt>
                <c:pt idx="1178">
                  <c:v>1.0150451660156256E-2</c:v>
                </c:pt>
                <c:pt idx="1179">
                  <c:v>2.3437499999999999E-3</c:v>
                </c:pt>
                <c:pt idx="1180">
                  <c:v>5.4629516601562558E-3</c:v>
                </c:pt>
                <c:pt idx="1181">
                  <c:v>6.0054702758789033E-2</c:v>
                </c:pt>
                <c:pt idx="1182">
                  <c:v>4.7835330963134755E-2</c:v>
                </c:pt>
                <c:pt idx="1183">
                  <c:v>3.5615959167480483E-2</c:v>
                </c:pt>
                <c:pt idx="1184">
                  <c:v>6.5666999816894639E-2</c:v>
                </c:pt>
                <c:pt idx="1185">
                  <c:v>4.3853931427002023E-2</c:v>
                </c:pt>
                <c:pt idx="1186">
                  <c:v>2.2040863037109386E-2</c:v>
                </c:pt>
                <c:pt idx="1187">
                  <c:v>4.1746902465820317E-3</c:v>
                </c:pt>
                <c:pt idx="1188">
                  <c:v>7.2846794128417916E-3</c:v>
                </c:pt>
                <c:pt idx="1189">
                  <c:v>1.0394668579101552E-2</c:v>
                </c:pt>
                <c:pt idx="1190">
                  <c:v>7.8292121887206967E-2</c:v>
                </c:pt>
                <c:pt idx="1191">
                  <c:v>4.2346630096435509E-2</c:v>
                </c:pt>
                <c:pt idx="1192">
                  <c:v>6.4011383056640642E-3</c:v>
                </c:pt>
                <c:pt idx="1193">
                  <c:v>6.474391937255855E-2</c:v>
                </c:pt>
                <c:pt idx="1194">
                  <c:v>8.0616703033447201E-2</c:v>
                </c:pt>
                <c:pt idx="1195">
                  <c:v>9.6489486694335838E-2</c:v>
                </c:pt>
                <c:pt idx="1196">
                  <c:v>3.4752044677734482E-2</c:v>
                </c:pt>
                <c:pt idx="1197">
                  <c:v>3.2207336425781281E-2</c:v>
                </c:pt>
                <c:pt idx="1198">
                  <c:v>2.9662628173828077E-2</c:v>
                </c:pt>
                <c:pt idx="1199">
                  <c:v>7.354305267333984E-2</c:v>
                </c:pt>
                <c:pt idx="1200">
                  <c:v>5.9316730499267514E-2</c:v>
                </c:pt>
                <c:pt idx="1201">
                  <c:v>4.5090408325195196E-2</c:v>
                </c:pt>
                <c:pt idx="1202">
                  <c:v>8.451210021972648E-2</c:v>
                </c:pt>
                <c:pt idx="1203">
                  <c:v>6.9142398834228472E-2</c:v>
                </c:pt>
                <c:pt idx="1204">
                  <c:v>5.3772697448730478E-2</c:v>
                </c:pt>
                <c:pt idx="1205">
                  <c:v>9.9597930908203202E-4</c:v>
                </c:pt>
                <c:pt idx="1206">
                  <c:v>7.8203201293945322E-4</c:v>
                </c:pt>
                <c:pt idx="1207">
                  <c:v>5.680847167968743E-4</c:v>
                </c:pt>
                <c:pt idx="1208">
                  <c:v>5.988842010498048E-2</c:v>
                </c:pt>
                <c:pt idx="1209">
                  <c:v>7.9408607482910148E-2</c:v>
                </c:pt>
                <c:pt idx="1210">
                  <c:v>9.8928794860839844E-2</c:v>
                </c:pt>
                <c:pt idx="1211">
                  <c:v>7.5709533691406166E-3</c:v>
                </c:pt>
                <c:pt idx="1212">
                  <c:v>1.9763259887695304E-2</c:v>
                </c:pt>
                <c:pt idx="1213">
                  <c:v>3.1955566406249997E-2</c:v>
                </c:pt>
                <c:pt idx="1214">
                  <c:v>5.9264488220214954E-2</c:v>
                </c:pt>
                <c:pt idx="1215">
                  <c:v>6.2068061828613359E-2</c:v>
                </c:pt>
                <c:pt idx="1216">
                  <c:v>6.4871635437011757E-2</c:v>
                </c:pt>
                <c:pt idx="1217">
                  <c:v>5.0345878601074319E-2</c:v>
                </c:pt>
                <c:pt idx="1218">
                  <c:v>4.3214607238769638E-2</c:v>
                </c:pt>
                <c:pt idx="1219">
                  <c:v>3.6083335876464957E-2</c:v>
                </c:pt>
                <c:pt idx="1220">
                  <c:v>3.3706283569335839E-3</c:v>
                </c:pt>
                <c:pt idx="1221">
                  <c:v>2.272962570190435E-2</c:v>
                </c:pt>
                <c:pt idx="1222">
                  <c:v>4.208862304687512E-2</c:v>
                </c:pt>
                <c:pt idx="1223">
                  <c:v>8.117420196533208E-2</c:v>
                </c:pt>
                <c:pt idx="1224">
                  <c:v>9.90287017822266E-2</c:v>
                </c:pt>
                <c:pt idx="1225">
                  <c:v>0.11688320159912112</c:v>
                </c:pt>
                <c:pt idx="1226">
                  <c:v>2.5737533569335839E-2</c:v>
                </c:pt>
                <c:pt idx="1227">
                  <c:v>5.2758522033691316E-2</c:v>
                </c:pt>
                <c:pt idx="1228">
                  <c:v>7.9779510498046796E-2</c:v>
                </c:pt>
                <c:pt idx="1229">
                  <c:v>7.016796112060536E-2</c:v>
                </c:pt>
                <c:pt idx="1230">
                  <c:v>6.6150569915771396E-2</c:v>
                </c:pt>
                <c:pt idx="1231">
                  <c:v>6.2133178710937431E-2</c:v>
                </c:pt>
                <c:pt idx="1232">
                  <c:v>2.3025054931640615E-2</c:v>
                </c:pt>
                <c:pt idx="1233">
                  <c:v>5.0027103424072315E-2</c:v>
                </c:pt>
                <c:pt idx="1234">
                  <c:v>7.7029151916504002E-2</c:v>
                </c:pt>
                <c:pt idx="1235">
                  <c:v>3.44840240478516E-2</c:v>
                </c:pt>
                <c:pt idx="1236">
                  <c:v>7.1815338134765636E-2</c:v>
                </c:pt>
                <c:pt idx="1237">
                  <c:v>0.10914665222167967</c:v>
                </c:pt>
                <c:pt idx="1238">
                  <c:v>0.10619899749755855</c:v>
                </c:pt>
                <c:pt idx="1239">
                  <c:v>0.10325134277343744</c:v>
                </c:pt>
                <c:pt idx="1240">
                  <c:v>3.0657463073730479E-2</c:v>
                </c:pt>
                <c:pt idx="1241">
                  <c:v>5.1782112121582076E-2</c:v>
                </c:pt>
                <c:pt idx="1242">
                  <c:v>7.2906761169433676E-2</c:v>
                </c:pt>
                <c:pt idx="1243">
                  <c:v>0.15192237854003904</c:v>
                </c:pt>
                <c:pt idx="1244">
                  <c:v>0.15231565475463865</c:v>
                </c:pt>
                <c:pt idx="1245">
                  <c:v>0.15270893096923821</c:v>
                </c:pt>
                <c:pt idx="1246">
                  <c:v>4.9771842956543043E-2</c:v>
                </c:pt>
                <c:pt idx="1247">
                  <c:v>1.7952060699462924E-2</c:v>
                </c:pt>
                <c:pt idx="1248">
                  <c:v>1.3867721557617192E-2</c:v>
                </c:pt>
                <c:pt idx="1249">
                  <c:v>9.806133270263663E-2</c:v>
                </c:pt>
                <c:pt idx="1250">
                  <c:v>7.4461269378662043E-2</c:v>
                </c:pt>
                <c:pt idx="1251">
                  <c:v>5.0861206054687441E-2</c:v>
                </c:pt>
                <c:pt idx="1252">
                  <c:v>6.8831405639648388E-2</c:v>
                </c:pt>
                <c:pt idx="1253">
                  <c:v>6.137706756591791E-2</c:v>
                </c:pt>
                <c:pt idx="1254">
                  <c:v>5.3922729492187439E-2</c:v>
                </c:pt>
                <c:pt idx="1255">
                  <c:v>1.5628051757812511E-3</c:v>
                </c:pt>
                <c:pt idx="1256">
                  <c:v>2.8152465820312564E-4</c:v>
                </c:pt>
                <c:pt idx="1257">
                  <c:v>9.9975585937499994E-4</c:v>
                </c:pt>
                <c:pt idx="1258">
                  <c:v>0.14921596527099598</c:v>
                </c:pt>
                <c:pt idx="1259">
                  <c:v>7.1725158691406207E-2</c:v>
                </c:pt>
                <c:pt idx="1260">
                  <c:v>5.7656478881835836E-3</c:v>
                </c:pt>
                <c:pt idx="1261">
                  <c:v>7.647102355957032E-2</c:v>
                </c:pt>
                <c:pt idx="1262">
                  <c:v>4.6498260498046895E-2</c:v>
                </c:pt>
                <c:pt idx="1263">
                  <c:v>1.6525497436523446E-2</c:v>
                </c:pt>
                <c:pt idx="1264">
                  <c:v>2.6754798889160158E-2</c:v>
                </c:pt>
                <c:pt idx="1265">
                  <c:v>3.7871990203857481E-2</c:v>
                </c:pt>
                <c:pt idx="1266">
                  <c:v>4.8989181518554796E-2</c:v>
                </c:pt>
                <c:pt idx="1267">
                  <c:v>2.3501930236816414E-2</c:v>
                </c:pt>
                <c:pt idx="1268">
                  <c:v>7.0745716094970768E-2</c:v>
                </c:pt>
                <c:pt idx="1269">
                  <c:v>0.11798950195312512</c:v>
                </c:pt>
                <c:pt idx="1270">
                  <c:v>7.3814506530761756E-2</c:v>
                </c:pt>
                <c:pt idx="1271">
                  <c:v>6.1870880126953201E-2</c:v>
                </c:pt>
                <c:pt idx="1272">
                  <c:v>4.9927253723144639E-2</c:v>
                </c:pt>
                <c:pt idx="1273">
                  <c:v>2.1148567199707029E-2</c:v>
                </c:pt>
                <c:pt idx="1274">
                  <c:v>3.089750289916994E-2</c:v>
                </c:pt>
                <c:pt idx="1275">
                  <c:v>4.0646438598632879E-2</c:v>
                </c:pt>
                <c:pt idx="1276">
                  <c:v>4.9256744384765516E-2</c:v>
                </c:pt>
                <c:pt idx="1277">
                  <c:v>9.4516353607177681E-2</c:v>
                </c:pt>
                <c:pt idx="1278">
                  <c:v>0.13977596282958984</c:v>
                </c:pt>
                <c:pt idx="1279">
                  <c:v>9.491054534912112E-2</c:v>
                </c:pt>
                <c:pt idx="1280">
                  <c:v>8.1826515197753871E-2</c:v>
                </c:pt>
                <c:pt idx="1281">
                  <c:v>6.8742485046386637E-2</c:v>
                </c:pt>
                <c:pt idx="1282">
                  <c:v>4.4503898620605359E-2</c:v>
                </c:pt>
                <c:pt idx="1283">
                  <c:v>8.9365024566650283E-2</c:v>
                </c:pt>
                <c:pt idx="1284">
                  <c:v>0.13422615051269521</c:v>
                </c:pt>
                <c:pt idx="1285">
                  <c:v>1.4580001831054679E-2</c:v>
                </c:pt>
                <c:pt idx="1286">
                  <c:v>2.3654651641845655E-2</c:v>
                </c:pt>
                <c:pt idx="1287">
                  <c:v>3.2729301452636639E-2</c:v>
                </c:pt>
                <c:pt idx="1288">
                  <c:v>2.4107322692871119E-2</c:v>
                </c:pt>
                <c:pt idx="1289">
                  <c:v>1.2870597839355482E-2</c:v>
                </c:pt>
                <c:pt idx="1290">
                  <c:v>1.6338729858398446E-3</c:v>
                </c:pt>
                <c:pt idx="1291">
                  <c:v>4.2523612976074314E-2</c:v>
                </c:pt>
                <c:pt idx="1292">
                  <c:v>5.0285396575927802E-2</c:v>
                </c:pt>
                <c:pt idx="1293">
                  <c:v>5.8047180175781282E-2</c:v>
                </c:pt>
                <c:pt idx="1294">
                  <c:v>7.2978973388671919E-4</c:v>
                </c:pt>
                <c:pt idx="1295">
                  <c:v>3.9884376525878951E-2</c:v>
                </c:pt>
                <c:pt idx="1296">
                  <c:v>8.0498542785644639E-2</c:v>
                </c:pt>
                <c:pt idx="1297">
                  <c:v>1.4525985717773447E-3</c:v>
                </c:pt>
                <c:pt idx="1298">
                  <c:v>3.7343273162841743E-2</c:v>
                </c:pt>
                <c:pt idx="1299">
                  <c:v>7.3233947753906153E-2</c:v>
                </c:pt>
                <c:pt idx="1300">
                  <c:v>9.6203613281250003E-3</c:v>
                </c:pt>
                <c:pt idx="1301">
                  <c:v>2.8273315429687487E-2</c:v>
                </c:pt>
                <c:pt idx="1302">
                  <c:v>4.6926269531249995E-2</c:v>
                </c:pt>
                <c:pt idx="1303">
                  <c:v>9.3367424011230479E-2</c:v>
                </c:pt>
                <c:pt idx="1304">
                  <c:v>0.11535192489624023</c:v>
                </c:pt>
                <c:pt idx="1305">
                  <c:v>0.13733642578124999</c:v>
                </c:pt>
                <c:pt idx="1306">
                  <c:v>5.3062820434570321E-3</c:v>
                </c:pt>
                <c:pt idx="1307">
                  <c:v>2.3012466430664007E-2</c:v>
                </c:pt>
                <c:pt idx="1308">
                  <c:v>5.1331214904785039E-2</c:v>
                </c:pt>
                <c:pt idx="1309">
                  <c:v>7.0105133056640637E-2</c:v>
                </c:pt>
                <c:pt idx="1310">
                  <c:v>8.1631793975830078E-2</c:v>
                </c:pt>
                <c:pt idx="1311">
                  <c:v>9.3158454895019518E-2</c:v>
                </c:pt>
                <c:pt idx="1312">
                  <c:v>6.8177261352539029E-2</c:v>
                </c:pt>
                <c:pt idx="1313">
                  <c:v>5.0590896606445314E-2</c:v>
                </c:pt>
                <c:pt idx="1314">
                  <c:v>3.3004531860351599E-2</c:v>
                </c:pt>
                <c:pt idx="1315">
                  <c:v>2.5302085876464958E-2</c:v>
                </c:pt>
                <c:pt idx="1316">
                  <c:v>1.2347145080566464E-2</c:v>
                </c:pt>
                <c:pt idx="1317">
                  <c:v>6.0779571533203195E-4</c:v>
                </c:pt>
                <c:pt idx="1318">
                  <c:v>8.9463043212890635E-3</c:v>
                </c:pt>
                <c:pt idx="1319">
                  <c:v>9.2947196960449074E-3</c:v>
                </c:pt>
                <c:pt idx="1320">
                  <c:v>2.7535743713378878E-2</c:v>
                </c:pt>
                <c:pt idx="1321">
                  <c:v>3.2884826660156158E-2</c:v>
                </c:pt>
                <c:pt idx="1322">
                  <c:v>4.9268131256103478E-2</c:v>
                </c:pt>
                <c:pt idx="1323">
                  <c:v>6.5651435852050799E-2</c:v>
                </c:pt>
                <c:pt idx="1324">
                  <c:v>4.5040626525878875E-2</c:v>
                </c:pt>
                <c:pt idx="1325">
                  <c:v>1.7051811218261697E-2</c:v>
                </c:pt>
                <c:pt idx="1326">
                  <c:v>1.093700408935548E-2</c:v>
                </c:pt>
                <c:pt idx="1327">
                  <c:v>1.7778511047363287E-2</c:v>
                </c:pt>
                <c:pt idx="1328">
                  <c:v>3.1797294616699175E-2</c:v>
                </c:pt>
                <c:pt idx="1329">
                  <c:v>4.5816078186035045E-2</c:v>
                </c:pt>
                <c:pt idx="1330">
                  <c:v>5.3946418762206953E-2</c:v>
                </c:pt>
                <c:pt idx="1331">
                  <c:v>4.7292137145995998E-2</c:v>
                </c:pt>
                <c:pt idx="1332">
                  <c:v>4.0637855529785043E-2</c:v>
                </c:pt>
                <c:pt idx="1333">
                  <c:v>5.8930549621582076E-2</c:v>
                </c:pt>
                <c:pt idx="1334">
                  <c:v>3.2824916839599649E-2</c:v>
                </c:pt>
                <c:pt idx="1335">
                  <c:v>6.7192840576171912E-3</c:v>
                </c:pt>
                <c:pt idx="1336">
                  <c:v>5.2767677307128877E-2</c:v>
                </c:pt>
                <c:pt idx="1337">
                  <c:v>6.1931991577148397E-2</c:v>
                </c:pt>
                <c:pt idx="1338">
                  <c:v>7.1096305847167918E-2</c:v>
                </c:pt>
                <c:pt idx="1339">
                  <c:v>4.9918212890625119E-2</c:v>
                </c:pt>
                <c:pt idx="1340">
                  <c:v>6.8478927612304785E-2</c:v>
                </c:pt>
                <c:pt idx="1341">
                  <c:v>8.7039642333984479E-2</c:v>
                </c:pt>
                <c:pt idx="1342">
                  <c:v>0.10244338989257808</c:v>
                </c:pt>
                <c:pt idx="1343">
                  <c:v>6.0082626342773393E-2</c:v>
                </c:pt>
                <c:pt idx="1344">
                  <c:v>1.7721862792968744E-2</c:v>
                </c:pt>
                <c:pt idx="1345">
                  <c:v>4.4296874999999999E-2</c:v>
                </c:pt>
                <c:pt idx="1346">
                  <c:v>2.7977657318115239E-2</c:v>
                </c:pt>
                <c:pt idx="1347">
                  <c:v>1.1658439636230479E-2</c:v>
                </c:pt>
                <c:pt idx="1348">
                  <c:v>5.4583625793456957E-2</c:v>
                </c:pt>
                <c:pt idx="1349">
                  <c:v>8.9215278625488267E-2</c:v>
                </c:pt>
                <c:pt idx="1350">
                  <c:v>0.12384693145751953</c:v>
                </c:pt>
                <c:pt idx="1351">
                  <c:v>8.962755203247072E-2</c:v>
                </c:pt>
                <c:pt idx="1352">
                  <c:v>5.5408172607421917E-2</c:v>
                </c:pt>
                <c:pt idx="1353">
                  <c:v>6.7653121948242231E-2</c:v>
                </c:pt>
                <c:pt idx="1354">
                  <c:v>0.10525703430175788</c:v>
                </c:pt>
                <c:pt idx="1355">
                  <c:v>0.14286094665527352</c:v>
                </c:pt>
                <c:pt idx="1356">
                  <c:v>5.8795967102050796E-2</c:v>
                </c:pt>
                <c:pt idx="1357">
                  <c:v>4.0275421142578122E-2</c:v>
                </c:pt>
                <c:pt idx="1358">
                  <c:v>2.1754875183105479E-2</c:v>
                </c:pt>
                <c:pt idx="1359">
                  <c:v>2.2270431518554679E-2</c:v>
                </c:pt>
                <c:pt idx="1360">
                  <c:v>2.2895221710205076E-2</c:v>
                </c:pt>
                <c:pt idx="1361">
                  <c:v>2.352001190185548E-2</c:v>
                </c:pt>
                <c:pt idx="1362">
                  <c:v>6.1922378540039034E-2</c:v>
                </c:pt>
                <c:pt idx="1363">
                  <c:v>7.889688491821284E-2</c:v>
                </c:pt>
                <c:pt idx="1364">
                  <c:v>9.5871391296386638E-2</c:v>
                </c:pt>
                <c:pt idx="1365">
                  <c:v>1.6371917724609382E-3</c:v>
                </c:pt>
                <c:pt idx="1366">
                  <c:v>5.0609207153320323E-3</c:v>
                </c:pt>
                <c:pt idx="1367">
                  <c:v>8.4846496582031278E-3</c:v>
                </c:pt>
                <c:pt idx="1368">
                  <c:v>7.2768173217773513E-2</c:v>
                </c:pt>
                <c:pt idx="1369">
                  <c:v>5.6728305816650393E-2</c:v>
                </c:pt>
                <c:pt idx="1370">
                  <c:v>4.0688438415527273E-2</c:v>
                </c:pt>
                <c:pt idx="1371">
                  <c:v>1.605960845947265E-2</c:v>
                </c:pt>
                <c:pt idx="1372">
                  <c:v>7.3222389221191383E-2</c:v>
                </c:pt>
                <c:pt idx="1373">
                  <c:v>0.13038516998291017</c:v>
                </c:pt>
                <c:pt idx="1374">
                  <c:v>3.031757354736336E-2</c:v>
                </c:pt>
                <c:pt idx="1375">
                  <c:v>4.1828842163085952E-2</c:v>
                </c:pt>
                <c:pt idx="1376">
                  <c:v>5.3340110778808555E-2</c:v>
                </c:pt>
                <c:pt idx="1377">
                  <c:v>0.13270534515380855</c:v>
                </c:pt>
                <c:pt idx="1378">
                  <c:v>8.0840721130371121E-2</c:v>
                </c:pt>
                <c:pt idx="1379">
                  <c:v>2.897609710693368E-2</c:v>
                </c:pt>
                <c:pt idx="1380">
                  <c:v>4.864974975585936E-2</c:v>
                </c:pt>
                <c:pt idx="1381">
                  <c:v>2.3347434997558588E-2</c:v>
                </c:pt>
                <c:pt idx="1382">
                  <c:v>1.9548797607421872E-3</c:v>
                </c:pt>
                <c:pt idx="1383">
                  <c:v>4.5174865722656152E-2</c:v>
                </c:pt>
                <c:pt idx="1384">
                  <c:v>5.7841587066650393E-2</c:v>
                </c:pt>
                <c:pt idx="1385">
                  <c:v>7.0508308410644635E-2</c:v>
                </c:pt>
                <c:pt idx="1386">
                  <c:v>3.0382232666015516E-2</c:v>
                </c:pt>
                <c:pt idx="1387">
                  <c:v>2.5260829925537038E-2</c:v>
                </c:pt>
                <c:pt idx="1388">
                  <c:v>2.0139427185058584E-2</c:v>
                </c:pt>
                <c:pt idx="1389">
                  <c:v>4.0618286132812556E-2</c:v>
                </c:pt>
                <c:pt idx="1390">
                  <c:v>4.9278373718261756E-2</c:v>
                </c:pt>
                <c:pt idx="1391">
                  <c:v>5.7938461303710956E-2</c:v>
                </c:pt>
                <c:pt idx="1392">
                  <c:v>7.2169647216796792E-2</c:v>
                </c:pt>
                <c:pt idx="1393">
                  <c:v>5.9875431060790921E-2</c:v>
                </c:pt>
                <c:pt idx="1394">
                  <c:v>4.7581214904785042E-2</c:v>
                </c:pt>
                <c:pt idx="1395">
                  <c:v>0.15079627990722647</c:v>
                </c:pt>
                <c:pt idx="1396">
                  <c:v>0.1085065269470214</c:v>
                </c:pt>
                <c:pt idx="1397">
                  <c:v>6.621677398681633E-2</c:v>
                </c:pt>
                <c:pt idx="1398">
                  <c:v>6.9146575927734474E-2</c:v>
                </c:pt>
                <c:pt idx="1399">
                  <c:v>8.8460483551025398E-2</c:v>
                </c:pt>
                <c:pt idx="1400">
                  <c:v>0.10777439117431632</c:v>
                </c:pt>
                <c:pt idx="1401">
                  <c:v>3.6075210571289039E-3</c:v>
                </c:pt>
                <c:pt idx="1402">
                  <c:v>2.777767181396484E-2</c:v>
                </c:pt>
                <c:pt idx="1403">
                  <c:v>5.19478225708008E-2</c:v>
                </c:pt>
                <c:pt idx="1404">
                  <c:v>2.6892356872558559E-2</c:v>
                </c:pt>
                <c:pt idx="1405">
                  <c:v>4.4833774566650393E-2</c:v>
                </c:pt>
                <c:pt idx="1406">
                  <c:v>6.2775192260742241E-2</c:v>
                </c:pt>
                <c:pt idx="1407">
                  <c:v>1.1153755187988288E-2</c:v>
                </c:pt>
                <c:pt idx="1408">
                  <c:v>3.514251708984372E-3</c:v>
                </c:pt>
                <c:pt idx="1409">
                  <c:v>1.8182258605957031E-2</c:v>
                </c:pt>
                <c:pt idx="1410">
                  <c:v>2.7897949218749999E-2</c:v>
                </c:pt>
                <c:pt idx="1411">
                  <c:v>1.6670837402343756E-2</c:v>
                </c:pt>
                <c:pt idx="1412">
                  <c:v>5.4437255859375111E-3</c:v>
                </c:pt>
                <c:pt idx="1413">
                  <c:v>1.2538261413574224E-2</c:v>
                </c:pt>
                <c:pt idx="1414">
                  <c:v>1.0615539550781299E-3</c:v>
                </c:pt>
                <c:pt idx="1415">
                  <c:v>1.466136932373048E-2</c:v>
                </c:pt>
                <c:pt idx="1416">
                  <c:v>5.9232788085937439E-2</c:v>
                </c:pt>
                <c:pt idx="1417">
                  <c:v>5.9371719360351481E-2</c:v>
                </c:pt>
                <c:pt idx="1418">
                  <c:v>5.9510650634765516E-2</c:v>
                </c:pt>
                <c:pt idx="1419">
                  <c:v>1.7923393249511713E-2</c:v>
                </c:pt>
                <c:pt idx="1420">
                  <c:v>4.7011413574218695E-2</c:v>
                </c:pt>
                <c:pt idx="1421">
                  <c:v>7.6099433898925678E-2</c:v>
                </c:pt>
                <c:pt idx="1422">
                  <c:v>7.2523498535156158E-3</c:v>
                </c:pt>
                <c:pt idx="1423">
                  <c:v>3.7166690826415966E-2</c:v>
                </c:pt>
                <c:pt idx="1424">
                  <c:v>6.7081031799316321E-2</c:v>
                </c:pt>
                <c:pt idx="1425">
                  <c:v>0.15473796844482432</c:v>
                </c:pt>
                <c:pt idx="1426">
                  <c:v>0.10809883117675791</c:v>
                </c:pt>
                <c:pt idx="1427">
                  <c:v>6.1459693908691444E-2</c:v>
                </c:pt>
                <c:pt idx="1428">
                  <c:v>3.507923126220696E-2</c:v>
                </c:pt>
                <c:pt idx="1429">
                  <c:v>8.6252288818359391E-2</c:v>
                </c:pt>
                <c:pt idx="1430">
                  <c:v>0.13742534637451176</c:v>
                </c:pt>
                <c:pt idx="1431">
                  <c:v>4.5167884826660162E-2</c:v>
                </c:pt>
                <c:pt idx="1432">
                  <c:v>4.1374740600585956E-2</c:v>
                </c:pt>
                <c:pt idx="1433">
                  <c:v>3.7581596374511757E-2</c:v>
                </c:pt>
                <c:pt idx="1434">
                  <c:v>4.1958847045898397E-2</c:v>
                </c:pt>
                <c:pt idx="1435">
                  <c:v>5.8181419372558559E-2</c:v>
                </c:pt>
                <c:pt idx="1436">
                  <c:v>7.4403991699218727E-2</c:v>
                </c:pt>
                <c:pt idx="1437">
                  <c:v>5.6885490417480478E-2</c:v>
                </c:pt>
                <c:pt idx="1438">
                  <c:v>6.0415306091308553E-2</c:v>
                </c:pt>
                <c:pt idx="1439">
                  <c:v>6.3945121765136642E-2</c:v>
                </c:pt>
                <c:pt idx="1440">
                  <c:v>0.11354701995849599</c:v>
                </c:pt>
                <c:pt idx="1441">
                  <c:v>9.1961174011230482E-2</c:v>
                </c:pt>
                <c:pt idx="1442">
                  <c:v>7.0375328063964959E-2</c:v>
                </c:pt>
                <c:pt idx="1443">
                  <c:v>0.15557109832763663</c:v>
                </c:pt>
                <c:pt idx="1444">
                  <c:v>7.3643531799316361E-2</c:v>
                </c:pt>
                <c:pt idx="1445">
                  <c:v>8.284034729003905E-3</c:v>
                </c:pt>
                <c:pt idx="1446">
                  <c:v>1.1191406249999999E-2</c:v>
                </c:pt>
                <c:pt idx="1447">
                  <c:v>9.7944259643554677E-3</c:v>
                </c:pt>
                <c:pt idx="1448">
                  <c:v>8.3974456787109363E-3</c:v>
                </c:pt>
                <c:pt idx="1449">
                  <c:v>4.0098724365234477E-2</c:v>
                </c:pt>
                <c:pt idx="1450">
                  <c:v>3.634786605834972E-2</c:v>
                </c:pt>
                <c:pt idx="1451">
                  <c:v>3.2597007751464957E-2</c:v>
                </c:pt>
                <c:pt idx="1452">
                  <c:v>4.4095573425293043E-2</c:v>
                </c:pt>
                <c:pt idx="1453">
                  <c:v>3.3590927124023472E-2</c:v>
                </c:pt>
                <c:pt idx="1454">
                  <c:v>2.30862808227539E-2</c:v>
                </c:pt>
                <c:pt idx="1455">
                  <c:v>1.2420845031738287E-2</c:v>
                </c:pt>
                <c:pt idx="1456">
                  <c:v>5.6797142028808534E-2</c:v>
                </c:pt>
                <c:pt idx="1457">
                  <c:v>0.12601512908935536</c:v>
                </c:pt>
                <c:pt idx="1458">
                  <c:v>5.4637756347656156E-2</c:v>
                </c:pt>
                <c:pt idx="1459">
                  <c:v>2.859226226806634E-2</c:v>
                </c:pt>
                <c:pt idx="1460">
                  <c:v>2.5467681884765521E-3</c:v>
                </c:pt>
                <c:pt idx="1461">
                  <c:v>9.91683197021484E-2</c:v>
                </c:pt>
                <c:pt idx="1462">
                  <c:v>0.11348922729492179</c:v>
                </c:pt>
                <c:pt idx="1463">
                  <c:v>0.12781013488769521</c:v>
                </c:pt>
                <c:pt idx="1464">
                  <c:v>8.0623683929443316E-2</c:v>
                </c:pt>
                <c:pt idx="1465">
                  <c:v>3.3437232971191437E-2</c:v>
                </c:pt>
                <c:pt idx="1466">
                  <c:v>7.9467887878417909E-2</c:v>
                </c:pt>
                <c:pt idx="1467">
                  <c:v>5.7411289215087834E-2</c:v>
                </c:pt>
                <c:pt idx="1468">
                  <c:v>3.5354690551757759E-2</c:v>
                </c:pt>
                <c:pt idx="1469">
                  <c:v>9.4148712158203196E-2</c:v>
                </c:pt>
                <c:pt idx="1470">
                  <c:v>4.688449859619144E-2</c:v>
                </c:pt>
                <c:pt idx="1471">
                  <c:v>3.7971496582031279E-4</c:v>
                </c:pt>
                <c:pt idx="1472">
                  <c:v>0.12249309539794918</c:v>
                </c:pt>
                <c:pt idx="1473">
                  <c:v>0.10116388320922848</c:v>
                </c:pt>
                <c:pt idx="1474">
                  <c:v>7.9834671020507758E-2</c:v>
                </c:pt>
                <c:pt idx="1475">
                  <c:v>3.1283912658691439E-2</c:v>
                </c:pt>
                <c:pt idx="1476">
                  <c:v>4.3489608764648399E-2</c:v>
                </c:pt>
                <c:pt idx="1477">
                  <c:v>5.569530487060536E-2</c:v>
                </c:pt>
                <c:pt idx="1478">
                  <c:v>0.41830737304687488</c:v>
                </c:pt>
                <c:pt idx="1479">
                  <c:v>0.24034032440185532</c:v>
                </c:pt>
                <c:pt idx="1480">
                  <c:v>6.2373275756835843E-2</c:v>
                </c:pt>
                <c:pt idx="1481">
                  <c:v>7.1279411315917918E-2</c:v>
                </c:pt>
                <c:pt idx="1482">
                  <c:v>8.4014625549316449E-2</c:v>
                </c:pt>
                <c:pt idx="1483">
                  <c:v>9.6749839782714966E-2</c:v>
                </c:pt>
                <c:pt idx="1484">
                  <c:v>0.13993709564208984</c:v>
                </c:pt>
                <c:pt idx="1485">
                  <c:v>0.12811477661132806</c:v>
                </c:pt>
                <c:pt idx="1486">
                  <c:v>0.11629245758056632</c:v>
                </c:pt>
                <c:pt idx="1487">
                  <c:v>3.4269104003906155E-2</c:v>
                </c:pt>
                <c:pt idx="1488">
                  <c:v>1.0742912292480417E-2</c:v>
                </c:pt>
                <c:pt idx="1489">
                  <c:v>1.2783279418945321E-2</c:v>
                </c:pt>
                <c:pt idx="1490">
                  <c:v>0.11736042022705079</c:v>
                </c:pt>
                <c:pt idx="1491">
                  <c:v>0.1357771396636962</c:v>
                </c:pt>
                <c:pt idx="1492">
                  <c:v>0.15419385910034161</c:v>
                </c:pt>
                <c:pt idx="1493">
                  <c:v>3.4557552337646499E-2</c:v>
                </c:pt>
                <c:pt idx="1494">
                  <c:v>0.12635759353637685</c:v>
                </c:pt>
                <c:pt idx="1495">
                  <c:v>3.1970558166504001E-2</c:v>
                </c:pt>
                <c:pt idx="1496">
                  <c:v>8.4847869873046794E-2</c:v>
                </c:pt>
                <c:pt idx="1497">
                  <c:v>7.6969127655029279E-2</c:v>
                </c:pt>
                <c:pt idx="1498">
                  <c:v>6.909038543701175E-2</c:v>
                </c:pt>
                <c:pt idx="1499">
                  <c:v>6.1984748840332081E-2</c:v>
                </c:pt>
                <c:pt idx="1500">
                  <c:v>3.2642784118652374E-2</c:v>
                </c:pt>
                <c:pt idx="1501">
                  <c:v>3.3008193969726479E-3</c:v>
                </c:pt>
                <c:pt idx="1502">
                  <c:v>3.4949226379394634E-2</c:v>
                </c:pt>
                <c:pt idx="1503">
                  <c:v>4.3155498504638755E-2</c:v>
                </c:pt>
                <c:pt idx="1504">
                  <c:v>5.1361770629882876E-2</c:v>
                </c:pt>
                <c:pt idx="1505">
                  <c:v>6.2159385681152396E-2</c:v>
                </c:pt>
                <c:pt idx="1506">
                  <c:v>4.3263015747070317E-2</c:v>
                </c:pt>
                <c:pt idx="1507">
                  <c:v>2.4366645812988242E-2</c:v>
                </c:pt>
                <c:pt idx="1508">
                  <c:v>7.1132926940917912E-2</c:v>
                </c:pt>
                <c:pt idx="1509">
                  <c:v>9.8887825012206956E-2</c:v>
                </c:pt>
                <c:pt idx="1510">
                  <c:v>0.12664272308349597</c:v>
                </c:pt>
                <c:pt idx="1511">
                  <c:v>2.9383735656738241E-2</c:v>
                </c:pt>
                <c:pt idx="1512">
                  <c:v>9.2280578613281022E-3</c:v>
                </c:pt>
                <c:pt idx="1513">
                  <c:v>1.092761993408203E-2</c:v>
                </c:pt>
                <c:pt idx="1514">
                  <c:v>0.10582763671874999</c:v>
                </c:pt>
                <c:pt idx="1515">
                  <c:v>7.7045230865478473E-2</c:v>
                </c:pt>
                <c:pt idx="1516">
                  <c:v>4.8262825012206953E-2</c:v>
                </c:pt>
                <c:pt idx="1517">
                  <c:v>1.6614646911621095E-2</c:v>
                </c:pt>
                <c:pt idx="1518">
                  <c:v>4.523334503173821E-2</c:v>
                </c:pt>
                <c:pt idx="1519">
                  <c:v>7.3852043151855354E-2</c:v>
                </c:pt>
                <c:pt idx="1520">
                  <c:v>4.7990112304687436E-2</c:v>
                </c:pt>
                <c:pt idx="1521">
                  <c:v>2.1923160552978483E-2</c:v>
                </c:pt>
                <c:pt idx="1522">
                  <c:v>4.14379119873048E-3</c:v>
                </c:pt>
                <c:pt idx="1523">
                  <c:v>5.7556800842285039E-2</c:v>
                </c:pt>
                <c:pt idx="1524">
                  <c:v>4.2275505065917922E-2</c:v>
                </c:pt>
                <c:pt idx="1525">
                  <c:v>2.6994209289550802E-2</c:v>
                </c:pt>
                <c:pt idx="1526">
                  <c:v>4.85302734375E-2</c:v>
                </c:pt>
                <c:pt idx="1527">
                  <c:v>4.1848182678222601E-2</c:v>
                </c:pt>
                <c:pt idx="1528">
                  <c:v>3.5166091918945201E-2</c:v>
                </c:pt>
                <c:pt idx="1529">
                  <c:v>6.2612915039062557E-3</c:v>
                </c:pt>
                <c:pt idx="1530">
                  <c:v>3.3917999267578151E-2</c:v>
                </c:pt>
                <c:pt idx="1531">
                  <c:v>7.4097290039062569E-2</c:v>
                </c:pt>
                <c:pt idx="1532">
                  <c:v>5.8383522033691439E-2</c:v>
                </c:pt>
                <c:pt idx="1533">
                  <c:v>4.7449321746826194E-2</c:v>
                </c:pt>
                <c:pt idx="1534">
                  <c:v>3.6515121459960956E-2</c:v>
                </c:pt>
                <c:pt idx="1535">
                  <c:v>6.4307556152343848E-2</c:v>
                </c:pt>
                <c:pt idx="1536">
                  <c:v>3.727008819580082E-2</c:v>
                </c:pt>
                <c:pt idx="1537">
                  <c:v>1.0232620239257808E-2</c:v>
                </c:pt>
                <c:pt idx="1538">
                  <c:v>3.0612144470214955E-2</c:v>
                </c:pt>
                <c:pt idx="1539">
                  <c:v>6.9548435211181647E-2</c:v>
                </c:pt>
                <c:pt idx="1540">
                  <c:v>0.10848472595214839</c:v>
                </c:pt>
                <c:pt idx="1541">
                  <c:v>1.7418022155761711E-2</c:v>
                </c:pt>
                <c:pt idx="1542">
                  <c:v>0.21004877230995581</c:v>
                </c:pt>
                <c:pt idx="1543">
                  <c:v>0.40267952246414995</c:v>
                </c:pt>
                <c:pt idx="1544">
                  <c:v>4.4768257141113363E-2</c:v>
                </c:pt>
                <c:pt idx="1545">
                  <c:v>3.041919708251957E-2</c:v>
                </c:pt>
                <c:pt idx="1546">
                  <c:v>1.6070137023925773E-2</c:v>
                </c:pt>
                <c:pt idx="1547">
                  <c:v>2.2094650268554679E-2</c:v>
                </c:pt>
                <c:pt idx="1548">
                  <c:v>1.802295684814453E-2</c:v>
                </c:pt>
                <c:pt idx="1549">
                  <c:v>1.3951263427734383E-2</c:v>
                </c:pt>
                <c:pt idx="1550">
                  <c:v>2.1772270202636713E-2</c:v>
                </c:pt>
                <c:pt idx="1551">
                  <c:v>8.2416458129882783E-2</c:v>
                </c:pt>
                <c:pt idx="1552">
                  <c:v>0.14306064605712887</c:v>
                </c:pt>
                <c:pt idx="1553">
                  <c:v>5.3135261535644636E-2</c:v>
                </c:pt>
                <c:pt idx="1554">
                  <c:v>4.8966064453124999E-2</c:v>
                </c:pt>
                <c:pt idx="1555">
                  <c:v>4.4796867370605363E-2</c:v>
                </c:pt>
                <c:pt idx="1556">
                  <c:v>3.3973960876464954E-2</c:v>
                </c:pt>
                <c:pt idx="1557">
                  <c:v>3.6051921844482478E-2</c:v>
                </c:pt>
                <c:pt idx="1558">
                  <c:v>3.8129882812500002E-2</c:v>
                </c:pt>
                <c:pt idx="1559">
                  <c:v>3.8645095825195201E-2</c:v>
                </c:pt>
                <c:pt idx="1560">
                  <c:v>8.6120338439941324E-2</c:v>
                </c:pt>
                <c:pt idx="1561">
                  <c:v>0.13359558105468744</c:v>
                </c:pt>
                <c:pt idx="1562">
                  <c:v>4.3787384033203199E-3</c:v>
                </c:pt>
                <c:pt idx="1563">
                  <c:v>3.2868919372558557E-2</c:v>
                </c:pt>
                <c:pt idx="1564">
                  <c:v>7.0116577148437428E-2</c:v>
                </c:pt>
                <c:pt idx="1565">
                  <c:v>3.9789161682128878E-2</c:v>
                </c:pt>
                <c:pt idx="1566">
                  <c:v>8.5164699554443321E-2</c:v>
                </c:pt>
                <c:pt idx="1567">
                  <c:v>0.13054023742675774</c:v>
                </c:pt>
                <c:pt idx="1568">
                  <c:v>1.8431396484374998E-2</c:v>
                </c:pt>
                <c:pt idx="1569">
                  <c:v>2.8613834381103528E-2</c:v>
                </c:pt>
                <c:pt idx="1570">
                  <c:v>3.8796272277832076E-2</c:v>
                </c:pt>
                <c:pt idx="1571">
                  <c:v>9.8097610473632871E-3</c:v>
                </c:pt>
                <c:pt idx="1572">
                  <c:v>5.6817054748535207E-3</c:v>
                </c:pt>
                <c:pt idx="1573">
                  <c:v>1.5536499023437512E-3</c:v>
                </c:pt>
                <c:pt idx="1574">
                  <c:v>0.10580703735351552</c:v>
                </c:pt>
                <c:pt idx="1575">
                  <c:v>9.8345546722412039E-2</c:v>
                </c:pt>
                <c:pt idx="1576">
                  <c:v>9.0884056091308549E-2</c:v>
                </c:pt>
                <c:pt idx="1577">
                  <c:v>0.11637714385986324</c:v>
                </c:pt>
                <c:pt idx="1578">
                  <c:v>0.14187023162841791</c:v>
                </c:pt>
                <c:pt idx="1579">
                  <c:v>0.11954795837402352</c:v>
                </c:pt>
                <c:pt idx="1580">
                  <c:v>9.4509315490722723E-2</c:v>
                </c:pt>
                <c:pt idx="1581">
                  <c:v>6.9470672607421916E-2</c:v>
                </c:pt>
                <c:pt idx="1582">
                  <c:v>6.166763305664064E-3</c:v>
                </c:pt>
                <c:pt idx="1583">
                  <c:v>7.5612831115722604E-3</c:v>
                </c:pt>
                <c:pt idx="1584">
                  <c:v>2.1289329528808583E-2</c:v>
                </c:pt>
                <c:pt idx="1585">
                  <c:v>2.8541221618652399E-2</c:v>
                </c:pt>
                <c:pt idx="1586">
                  <c:v>8.7933139801025406E-2</c:v>
                </c:pt>
                <c:pt idx="1587">
                  <c:v>0.1473250579833984</c:v>
                </c:pt>
                <c:pt idx="1588">
                  <c:v>7.7461280822753997E-2</c:v>
                </c:pt>
                <c:pt idx="1589">
                  <c:v>0.10838773727416992</c:v>
                </c:pt>
                <c:pt idx="1590">
                  <c:v>0.13931419372558582</c:v>
                </c:pt>
                <c:pt idx="1591">
                  <c:v>1.5705528259277349E-2</c:v>
                </c:pt>
                <c:pt idx="1592">
                  <c:v>6.4745178222656213E-2</c:v>
                </c:pt>
                <c:pt idx="1593">
                  <c:v>0.11378482818603503</c:v>
                </c:pt>
                <c:pt idx="1594">
                  <c:v>7.2598228454589839E-2</c:v>
                </c:pt>
                <c:pt idx="1595">
                  <c:v>7.2613277435302673E-2</c:v>
                </c:pt>
                <c:pt idx="1596">
                  <c:v>7.2628326416015521E-2</c:v>
                </c:pt>
                <c:pt idx="1597">
                  <c:v>1.5788154602050773E-2</c:v>
                </c:pt>
                <c:pt idx="1598">
                  <c:v>6.5984802246093724E-2</c:v>
                </c:pt>
                <c:pt idx="1599">
                  <c:v>0.11618144989013664</c:v>
                </c:pt>
                <c:pt idx="1600">
                  <c:v>7.5715141296386637E-2</c:v>
                </c:pt>
                <c:pt idx="1601">
                  <c:v>6.1965579986572199E-2</c:v>
                </c:pt>
                <c:pt idx="1602">
                  <c:v>4.821601867675776E-2</c:v>
                </c:pt>
                <c:pt idx="1603">
                  <c:v>4.6423645019531279E-2</c:v>
                </c:pt>
                <c:pt idx="1604">
                  <c:v>5.6490726470947314E-2</c:v>
                </c:pt>
                <c:pt idx="1605">
                  <c:v>6.6557807922363363E-2</c:v>
                </c:pt>
                <c:pt idx="1606">
                  <c:v>2.6481399536132877E-2</c:v>
                </c:pt>
                <c:pt idx="1607">
                  <c:v>6.957521438598635E-2</c:v>
                </c:pt>
                <c:pt idx="1608">
                  <c:v>0.11266902923583984</c:v>
                </c:pt>
                <c:pt idx="1609">
                  <c:v>4.8007507324218712E-2</c:v>
                </c:pt>
                <c:pt idx="1610">
                  <c:v>8.4835453033447167E-2</c:v>
                </c:pt>
                <c:pt idx="1611">
                  <c:v>0.12166339874267568</c:v>
                </c:pt>
                <c:pt idx="1612">
                  <c:v>0.13833950042724599</c:v>
                </c:pt>
                <c:pt idx="1613">
                  <c:v>8.0069789886474549E-2</c:v>
                </c:pt>
                <c:pt idx="1614">
                  <c:v>2.1800079345703126E-2</c:v>
                </c:pt>
                <c:pt idx="1615">
                  <c:v>7.825012207031256E-3</c:v>
                </c:pt>
                <c:pt idx="1616">
                  <c:v>5.3692588806152304E-2</c:v>
                </c:pt>
                <c:pt idx="1617">
                  <c:v>0.11521018981933584</c:v>
                </c:pt>
                <c:pt idx="1618">
                  <c:v>4.0135688781738239E-2</c:v>
                </c:pt>
                <c:pt idx="1619">
                  <c:v>6.3474941253662043E-2</c:v>
                </c:pt>
                <c:pt idx="1620">
                  <c:v>8.6814193725585839E-2</c:v>
                </c:pt>
                <c:pt idx="1621">
                  <c:v>0.10880046844482433</c:v>
                </c:pt>
                <c:pt idx="1622">
                  <c:v>9.6500301361084076E-2</c:v>
                </c:pt>
                <c:pt idx="1623">
                  <c:v>8.4200134277343838E-2</c:v>
                </c:pt>
                <c:pt idx="1624">
                  <c:v>2.1456642150878901E-2</c:v>
                </c:pt>
                <c:pt idx="1625">
                  <c:v>0.17842901877637174</c:v>
                </c:pt>
                <c:pt idx="1626">
                  <c:v>0.33540139540186464</c:v>
                </c:pt>
                <c:pt idx="1627">
                  <c:v>0.40199452400207519</c:v>
                </c:pt>
                <c:pt idx="1628">
                  <c:v>0.23919979095459015</c:v>
                </c:pt>
                <c:pt idx="1629">
                  <c:v>0.38146332589062792</c:v>
                </c:pt>
                <c:pt idx="1630">
                  <c:v>0.42507579313005722</c:v>
                </c:pt>
                <c:pt idx="1631">
                  <c:v>0.46191804591587615</c:v>
                </c:pt>
                <c:pt idx="1632">
                  <c:v>0.41882204807165901</c:v>
                </c:pt>
                <c:pt idx="1633">
                  <c:v>0.44952929443783246</c:v>
                </c:pt>
                <c:pt idx="1634">
                  <c:v>0.42695288591261038</c:v>
                </c:pt>
                <c:pt idx="1635">
                  <c:v>0.44792038619518271</c:v>
                </c:pt>
                <c:pt idx="1636">
                  <c:v>0.4425010272434779</c:v>
                </c:pt>
                <c:pt idx="1637">
                  <c:v>0.38748076933548165</c:v>
                </c:pt>
                <c:pt idx="1638">
                  <c:v>0.42683608161078573</c:v>
                </c:pt>
                <c:pt idx="1639">
                  <c:v>0.43601996918427766</c:v>
                </c:pt>
                <c:pt idx="1640">
                  <c:v>0.4020127173884287</c:v>
                </c:pt>
                <c:pt idx="1641">
                  <c:v>0.16252990722656255</c:v>
                </c:pt>
                <c:pt idx="1642">
                  <c:v>4.1292457580566315E-2</c:v>
                </c:pt>
                <c:pt idx="1643">
                  <c:v>0.40032475280761726</c:v>
                </c:pt>
                <c:pt idx="1644">
                  <c:v>0.39781385066591468</c:v>
                </c:pt>
                <c:pt idx="1645">
                  <c:v>0.42856878213546984</c:v>
                </c:pt>
                <c:pt idx="1646">
                  <c:v>0.44249530957295347</c:v>
                </c:pt>
                <c:pt idx="1647">
                  <c:v>0.42558843595487567</c:v>
                </c:pt>
                <c:pt idx="1648">
                  <c:v>0.14091316223144537</c:v>
                </c:pt>
                <c:pt idx="1649">
                  <c:v>5.3803682327270591E-2</c:v>
                </c:pt>
                <c:pt idx="1650">
                  <c:v>0.12983928680419887</c:v>
                </c:pt>
                <c:pt idx="1651">
                  <c:v>0.4172844409154467</c:v>
                </c:pt>
                <c:pt idx="1652">
                  <c:v>0.40311124567399942</c:v>
                </c:pt>
                <c:pt idx="1653">
                  <c:v>0.43199702102772503</c:v>
                </c:pt>
                <c:pt idx="1654">
                  <c:v>0.41584764651124051</c:v>
                </c:pt>
                <c:pt idx="1655">
                  <c:v>0.40698169526222833</c:v>
                </c:pt>
                <c:pt idx="1656">
                  <c:v>0.46716668909246256</c:v>
                </c:pt>
                <c:pt idx="1657">
                  <c:v>0.43305537772178637</c:v>
                </c:pt>
                <c:pt idx="1658">
                  <c:v>0.4454698653350006</c:v>
                </c:pt>
                <c:pt idx="1659">
                  <c:v>0.44527681732177726</c:v>
                </c:pt>
                <c:pt idx="1660">
                  <c:v>0.43903645148644077</c:v>
                </c:pt>
                <c:pt idx="1661">
                  <c:v>0.44743198611302448</c:v>
                </c:pt>
                <c:pt idx="1662">
                  <c:v>0.44173759338703561</c:v>
                </c:pt>
                <c:pt idx="1663">
                  <c:v>0.43384814165309515</c:v>
                </c:pt>
                <c:pt idx="1664">
                  <c:v>0.41351518538391696</c:v>
                </c:pt>
                <c:pt idx="1665">
                  <c:v>0.43545618033409128</c:v>
                </c:pt>
                <c:pt idx="1666">
                  <c:v>0.43244080953757846</c:v>
                </c:pt>
                <c:pt idx="1667">
                  <c:v>0.45965264398543559</c:v>
                </c:pt>
                <c:pt idx="1668">
                  <c:v>9.0998840332031285E-3</c:v>
                </c:pt>
                <c:pt idx="1669">
                  <c:v>0.43446068076820632</c:v>
                </c:pt>
                <c:pt idx="1670">
                  <c:v>0.10106151580810536</c:v>
                </c:pt>
                <c:pt idx="1671">
                  <c:v>0.43870944279890806</c:v>
                </c:pt>
                <c:pt idx="1672">
                  <c:v>0.17292846679687521</c:v>
                </c:pt>
                <c:pt idx="1673">
                  <c:v>0.41438864363000738</c:v>
                </c:pt>
                <c:pt idx="1674">
                  <c:v>0.43161747422858832</c:v>
                </c:pt>
                <c:pt idx="1675">
                  <c:v>0.44128673154916342</c:v>
                </c:pt>
                <c:pt idx="1676">
                  <c:v>0.44768056892673025</c:v>
                </c:pt>
                <c:pt idx="1677">
                  <c:v>0.42155773527996115</c:v>
                </c:pt>
                <c:pt idx="1678">
                  <c:v>0.43188681403719908</c:v>
                </c:pt>
                <c:pt idx="1679">
                  <c:v>0.45768798027595459</c:v>
                </c:pt>
                <c:pt idx="1680">
                  <c:v>0.4494934225864099</c:v>
                </c:pt>
                <c:pt idx="1681">
                  <c:v>0.44937525085780944</c:v>
                </c:pt>
                <c:pt idx="1682">
                  <c:v>0.40957122802734386</c:v>
                </c:pt>
                <c:pt idx="1683">
                  <c:v>0.44855692409448117</c:v>
                </c:pt>
                <c:pt idx="1684">
                  <c:v>0.43662901103825852</c:v>
                </c:pt>
                <c:pt idx="1685">
                  <c:v>0.44566366330315083</c:v>
                </c:pt>
                <c:pt idx="1686">
                  <c:v>0.43407321761071799</c:v>
                </c:pt>
                <c:pt idx="1687">
                  <c:v>0.44907271409438831</c:v>
                </c:pt>
                <c:pt idx="1688">
                  <c:v>0.45212996597831134</c:v>
                </c:pt>
                <c:pt idx="1689">
                  <c:v>0.40347546304975224</c:v>
                </c:pt>
                <c:pt idx="1690">
                  <c:v>0.41595682317560378</c:v>
                </c:pt>
                <c:pt idx="1691">
                  <c:v>0.44834848297374857</c:v>
                </c:pt>
                <c:pt idx="1692">
                  <c:v>0.43509320784438815</c:v>
                </c:pt>
                <c:pt idx="1693">
                  <c:v>0.45122270081571481</c:v>
                </c:pt>
                <c:pt idx="1694">
                  <c:v>0.41396726629869002</c:v>
                </c:pt>
                <c:pt idx="1695">
                  <c:v>0.44628529671316824</c:v>
                </c:pt>
                <c:pt idx="1696">
                  <c:v>0.4306707879411914</c:v>
                </c:pt>
                <c:pt idx="1697">
                  <c:v>0.3826240498257667</c:v>
                </c:pt>
                <c:pt idx="1698">
                  <c:v>0.4368384131038891</c:v>
                </c:pt>
                <c:pt idx="1699">
                  <c:v>0.42397386467063808</c:v>
                </c:pt>
                <c:pt idx="1700">
                  <c:v>0.44523219917006851</c:v>
                </c:pt>
                <c:pt idx="1701">
                  <c:v>0.42918030557961312</c:v>
                </c:pt>
                <c:pt idx="1702">
                  <c:v>0.45824333257453392</c:v>
                </c:pt>
                <c:pt idx="1703">
                  <c:v>0.44059970907574342</c:v>
                </c:pt>
                <c:pt idx="1704">
                  <c:v>0.44682085588120246</c:v>
                </c:pt>
                <c:pt idx="1705">
                  <c:v>0.44026988570341363</c:v>
                </c:pt>
                <c:pt idx="1706">
                  <c:v>0.45177662920918121</c:v>
                </c:pt>
                <c:pt idx="1707">
                  <c:v>0.43442233962895149</c:v>
                </c:pt>
                <c:pt idx="1708">
                  <c:v>0.44975611287651335</c:v>
                </c:pt>
                <c:pt idx="1709">
                  <c:v>0.43645118157194857</c:v>
                </c:pt>
                <c:pt idx="1710">
                  <c:v>0.43309999174470865</c:v>
                </c:pt>
                <c:pt idx="1711">
                  <c:v>0.43801720747836786</c:v>
                </c:pt>
                <c:pt idx="1712">
                  <c:v>0.44483664890347724</c:v>
                </c:pt>
                <c:pt idx="1713">
                  <c:v>0.4382763158639611</c:v>
                </c:pt>
                <c:pt idx="1714">
                  <c:v>0.45529521036956278</c:v>
                </c:pt>
                <c:pt idx="1715">
                  <c:v>0.43272204284905269</c:v>
                </c:pt>
                <c:pt idx="1716">
                  <c:v>0.43921870017319581</c:v>
                </c:pt>
                <c:pt idx="1717">
                  <c:v>0.42273984965363115</c:v>
                </c:pt>
                <c:pt idx="1718">
                  <c:v>0.4125979780585845</c:v>
                </c:pt>
                <c:pt idx="1719">
                  <c:v>0.4151917543008497</c:v>
                </c:pt>
                <c:pt idx="1720">
                  <c:v>0.41778553054311501</c:v>
                </c:pt>
                <c:pt idx="1721">
                  <c:v>0.45089985757038503</c:v>
                </c:pt>
                <c:pt idx="1722">
                  <c:v>0.43848544564045655</c:v>
                </c:pt>
                <c:pt idx="1723">
                  <c:v>0.41052078542255227</c:v>
                </c:pt>
                <c:pt idx="1724">
                  <c:v>0.45362631978598678</c:v>
                </c:pt>
                <c:pt idx="1725">
                  <c:v>0.42800867247999769</c:v>
                </c:pt>
                <c:pt idx="1726">
                  <c:v>0.45455357294316501</c:v>
                </c:pt>
                <c:pt idx="1727">
                  <c:v>0.44847666194521152</c:v>
                </c:pt>
                <c:pt idx="1728">
                  <c:v>0.43541920253208694</c:v>
                </c:pt>
                <c:pt idx="1729">
                  <c:v>0.44357593392672601</c:v>
                </c:pt>
                <c:pt idx="1730">
                  <c:v>0.44103710597371826</c:v>
                </c:pt>
                <c:pt idx="1731">
                  <c:v>0.43529979367409999</c:v>
                </c:pt>
                <c:pt idx="1732">
                  <c:v>0.43578606999805031</c:v>
                </c:pt>
                <c:pt idx="1733">
                  <c:v>0.44051387823486332</c:v>
                </c:pt>
                <c:pt idx="1734">
                  <c:v>0.45349420063531221</c:v>
                </c:pt>
                <c:pt idx="1735">
                  <c:v>0.44796827955618934</c:v>
                </c:pt>
                <c:pt idx="1736">
                  <c:v>0.43991037696372476</c:v>
                </c:pt>
                <c:pt idx="1737">
                  <c:v>0.39063797431656067</c:v>
                </c:pt>
                <c:pt idx="1738">
                  <c:v>0.3983455241411582</c:v>
                </c:pt>
                <c:pt idx="1739">
                  <c:v>0.38606996910423746</c:v>
                </c:pt>
                <c:pt idx="1740">
                  <c:v>0.41412384922064616</c:v>
                </c:pt>
                <c:pt idx="1741">
                  <c:v>0.43872912790173668</c:v>
                </c:pt>
                <c:pt idx="1742">
                  <c:v>0.45135840396649435</c:v>
                </c:pt>
                <c:pt idx="1743">
                  <c:v>0.42143779209681914</c:v>
                </c:pt>
                <c:pt idx="1744">
                  <c:v>0.42562094426788055</c:v>
                </c:pt>
                <c:pt idx="1745">
                  <c:v>0.43416355497518155</c:v>
                </c:pt>
                <c:pt idx="1746">
                  <c:v>0.45141185517867116</c:v>
                </c:pt>
                <c:pt idx="1747">
                  <c:v>0.4061766207120725</c:v>
                </c:pt>
                <c:pt idx="1748">
                  <c:v>0.43145982753004991</c:v>
                </c:pt>
                <c:pt idx="1749">
                  <c:v>0.38060655548095701</c:v>
                </c:pt>
                <c:pt idx="1750">
                  <c:v>0.42998403619836861</c:v>
                </c:pt>
                <c:pt idx="1751">
                  <c:v>0.43955140609581933</c:v>
                </c:pt>
                <c:pt idx="1752">
                  <c:v>0.44373494022972793</c:v>
                </c:pt>
                <c:pt idx="1753">
                  <c:v>0.46021112967963212</c:v>
                </c:pt>
                <c:pt idx="1754">
                  <c:v>0.44020168919429592</c:v>
                </c:pt>
                <c:pt idx="1755">
                  <c:v>0.42420488182067878</c:v>
                </c:pt>
                <c:pt idx="1756">
                  <c:v>0.45458964979144895</c:v>
                </c:pt>
                <c:pt idx="1757">
                  <c:v>0.44896992771862726</c:v>
                </c:pt>
                <c:pt idx="1758">
                  <c:v>0.42899842217536627</c:v>
                </c:pt>
                <c:pt idx="1759">
                  <c:v>0.43017127409577383</c:v>
                </c:pt>
                <c:pt idx="1760">
                  <c:v>0.43655056463314007</c:v>
                </c:pt>
                <c:pt idx="1761">
                  <c:v>0.39528615048057164</c:v>
                </c:pt>
                <c:pt idx="1762">
                  <c:v>0.41757177315506278</c:v>
                </c:pt>
                <c:pt idx="1763">
                  <c:v>0.37636587301890068</c:v>
                </c:pt>
                <c:pt idx="1764">
                  <c:v>0.41701233634948726</c:v>
                </c:pt>
                <c:pt idx="1765">
                  <c:v>0.42180101049951768</c:v>
                </c:pt>
                <c:pt idx="1766">
                  <c:v>0.42361872949543772</c:v>
                </c:pt>
                <c:pt idx="1767">
                  <c:v>0.43322486500520713</c:v>
                </c:pt>
                <c:pt idx="1768">
                  <c:v>0.43952505682170212</c:v>
                </c:pt>
                <c:pt idx="1769">
                  <c:v>0.41343826970746439</c:v>
                </c:pt>
                <c:pt idx="1770">
                  <c:v>0.43335649190996783</c:v>
                </c:pt>
                <c:pt idx="1771">
                  <c:v>0.40589265368763022</c:v>
                </c:pt>
                <c:pt idx="1772">
                  <c:v>0.41717644852328012</c:v>
                </c:pt>
                <c:pt idx="1773">
                  <c:v>0.41221571650649569</c:v>
                </c:pt>
                <c:pt idx="1774">
                  <c:v>0.18462327575683574</c:v>
                </c:pt>
                <c:pt idx="1775">
                  <c:v>0.44597916495583273</c:v>
                </c:pt>
                <c:pt idx="1776">
                  <c:v>0.44306502782919571</c:v>
                </c:pt>
                <c:pt idx="1777">
                  <c:v>0.42501191349352824</c:v>
                </c:pt>
                <c:pt idx="1778">
                  <c:v>0.44018412578253097</c:v>
                </c:pt>
                <c:pt idx="1779">
                  <c:v>0.44099452513682685</c:v>
                </c:pt>
                <c:pt idx="1780">
                  <c:v>0.45820167871910761</c:v>
                </c:pt>
                <c:pt idx="1781">
                  <c:v>0.46151172725132539</c:v>
                </c:pt>
                <c:pt idx="1782">
                  <c:v>0.45373753446616871</c:v>
                </c:pt>
                <c:pt idx="1783">
                  <c:v>0.43905279312900553</c:v>
                </c:pt>
                <c:pt idx="1784">
                  <c:v>9.2226448059082075E-2</c:v>
                </c:pt>
                <c:pt idx="1785">
                  <c:v>0.10849679946899411</c:v>
                </c:pt>
                <c:pt idx="1786">
                  <c:v>0.12476715087890616</c:v>
                </c:pt>
                <c:pt idx="1787">
                  <c:v>0.12822086334228505</c:v>
                </c:pt>
                <c:pt idx="1788">
                  <c:v>9.4108657836914036E-2</c:v>
                </c:pt>
                <c:pt idx="1789">
                  <c:v>5.9996452331543042E-2</c:v>
                </c:pt>
                <c:pt idx="1790">
                  <c:v>1.9175834655761712E-2</c:v>
                </c:pt>
                <c:pt idx="1791">
                  <c:v>1.7891292572021485E-2</c:v>
                </c:pt>
                <c:pt idx="1792">
                  <c:v>1.6606750488281256E-2</c:v>
                </c:pt>
                <c:pt idx="1793">
                  <c:v>0.13744995117187514</c:v>
                </c:pt>
                <c:pt idx="1794">
                  <c:v>6.7559452056884836E-2</c:v>
                </c:pt>
                <c:pt idx="1795">
                  <c:v>2.3310470581054676E-3</c:v>
                </c:pt>
                <c:pt idx="1796">
                  <c:v>5.3145446777343841E-2</c:v>
                </c:pt>
                <c:pt idx="1797">
                  <c:v>3.743133544921879E-2</c:v>
                </c:pt>
                <c:pt idx="1798">
                  <c:v>2.1717224121093743E-2</c:v>
                </c:pt>
                <c:pt idx="1799">
                  <c:v>5.5935974121093843E-2</c:v>
                </c:pt>
                <c:pt idx="1800">
                  <c:v>0.10014112472534183</c:v>
                </c:pt>
                <c:pt idx="1801">
                  <c:v>0.14434627532958985</c:v>
                </c:pt>
                <c:pt idx="1802">
                  <c:v>0.10608695983886712</c:v>
                </c:pt>
                <c:pt idx="1803">
                  <c:v>6.230295181274411E-2</c:v>
                </c:pt>
                <c:pt idx="1804">
                  <c:v>1.8518943786621098E-2</c:v>
                </c:pt>
                <c:pt idx="1805">
                  <c:v>0.11998409271240239</c:v>
                </c:pt>
                <c:pt idx="1806">
                  <c:v>7.5095272064208948E-2</c:v>
                </c:pt>
                <c:pt idx="1807">
                  <c:v>3.0206451416015516E-2</c:v>
                </c:pt>
                <c:pt idx="1808">
                  <c:v>2.6768989562988215E-2</c:v>
                </c:pt>
                <c:pt idx="1809">
                  <c:v>2.3331527709960935E-2</c:v>
                </c:pt>
                <c:pt idx="1810">
                  <c:v>6.1148071289062553E-3</c:v>
                </c:pt>
                <c:pt idx="1811">
                  <c:v>3.6684951782226527E-2</c:v>
                </c:pt>
                <c:pt idx="1812">
                  <c:v>6.7255096435546793E-2</c:v>
                </c:pt>
                <c:pt idx="1813">
                  <c:v>5.9927673339843841E-2</c:v>
                </c:pt>
                <c:pt idx="1814">
                  <c:v>6.9552211761474594E-2</c:v>
                </c:pt>
                <c:pt idx="1815">
                  <c:v>7.9176750183105354E-2</c:v>
                </c:pt>
                <c:pt idx="1816">
                  <c:v>3.0696487426757758E-3</c:v>
                </c:pt>
                <c:pt idx="1817">
                  <c:v>2.6884174346923848E-2</c:v>
                </c:pt>
                <c:pt idx="1818">
                  <c:v>5.0698699951171919E-2</c:v>
                </c:pt>
                <c:pt idx="1819">
                  <c:v>0.11825363159179679</c:v>
                </c:pt>
                <c:pt idx="1820">
                  <c:v>0.10819038391113275</c:v>
                </c:pt>
                <c:pt idx="1821">
                  <c:v>9.8127136230468717E-2</c:v>
                </c:pt>
                <c:pt idx="1822">
                  <c:v>1.6938514709472649E-2</c:v>
                </c:pt>
                <c:pt idx="1823">
                  <c:v>7.6475143432617135E-3</c:v>
                </c:pt>
                <c:pt idx="1824">
                  <c:v>1.6434860229492191E-3</c:v>
                </c:pt>
                <c:pt idx="1825">
                  <c:v>0.11043102264404303</c:v>
                </c:pt>
                <c:pt idx="1826">
                  <c:v>7.1795597076416043E-2</c:v>
                </c:pt>
                <c:pt idx="1827">
                  <c:v>3.3160171508789041E-2</c:v>
                </c:pt>
                <c:pt idx="1828">
                  <c:v>5.7573738098144638E-2</c:v>
                </c:pt>
                <c:pt idx="1829">
                  <c:v>6.9553241729736356E-2</c:v>
                </c:pt>
                <c:pt idx="1830">
                  <c:v>8.1532745361328082E-2</c:v>
                </c:pt>
                <c:pt idx="1831">
                  <c:v>0.10375545501708984</c:v>
                </c:pt>
                <c:pt idx="1832">
                  <c:v>0.10109630584716792</c:v>
                </c:pt>
                <c:pt idx="1833">
                  <c:v>9.8437156677245993E-2</c:v>
                </c:pt>
                <c:pt idx="1834">
                  <c:v>2.4922142028808561E-2</c:v>
                </c:pt>
                <c:pt idx="1835">
                  <c:v>2.6541423797607357E-2</c:v>
                </c:pt>
                <c:pt idx="1836">
                  <c:v>2.8160705566406159E-2</c:v>
                </c:pt>
                <c:pt idx="1837">
                  <c:v>4.8031311035156156E-2</c:v>
                </c:pt>
                <c:pt idx="1838">
                  <c:v>5.8924884796142517E-2</c:v>
                </c:pt>
                <c:pt idx="1839">
                  <c:v>6.9818458557128871E-2</c:v>
                </c:pt>
                <c:pt idx="1840">
                  <c:v>7.3702011108398399E-2</c:v>
                </c:pt>
                <c:pt idx="1841">
                  <c:v>6.0268936157226602E-2</c:v>
                </c:pt>
                <c:pt idx="1842">
                  <c:v>4.6835861206054798E-2</c:v>
                </c:pt>
                <c:pt idx="1843">
                  <c:v>1.1077995300292968E-2</c:v>
                </c:pt>
                <c:pt idx="1844">
                  <c:v>5.1527767181396497E-2</c:v>
                </c:pt>
                <c:pt idx="1845">
                  <c:v>9.1977539062500002E-2</c:v>
                </c:pt>
                <c:pt idx="1846">
                  <c:v>8.3144073486328088E-2</c:v>
                </c:pt>
                <c:pt idx="1847">
                  <c:v>4.4082984924316365E-2</c:v>
                </c:pt>
                <c:pt idx="1848">
                  <c:v>5.0218963623046798E-3</c:v>
                </c:pt>
                <c:pt idx="1849">
                  <c:v>8.1014213562011758E-2</c:v>
                </c:pt>
                <c:pt idx="1850">
                  <c:v>7.8028507232666036E-2</c:v>
                </c:pt>
                <c:pt idx="1851">
                  <c:v>7.5042800903320328E-2</c:v>
                </c:pt>
                <c:pt idx="1852">
                  <c:v>3.9437026977539043E-2</c:v>
                </c:pt>
                <c:pt idx="1853">
                  <c:v>9.1351146697997987E-2</c:v>
                </c:pt>
                <c:pt idx="1854">
                  <c:v>0.14326526641845694</c:v>
                </c:pt>
                <c:pt idx="1855">
                  <c:v>2.2510986328125E-2</c:v>
                </c:pt>
                <c:pt idx="1856">
                  <c:v>3.0500049591064487E-2</c:v>
                </c:pt>
                <c:pt idx="1857">
                  <c:v>3.8489112854003998E-2</c:v>
                </c:pt>
                <c:pt idx="1858">
                  <c:v>2.681785583496096E-2</c:v>
                </c:pt>
                <c:pt idx="1859">
                  <c:v>1.8854370117187512E-2</c:v>
                </c:pt>
                <c:pt idx="1860">
                  <c:v>1.0890884399414064E-2</c:v>
                </c:pt>
                <c:pt idx="1861">
                  <c:v>9.687927246093743E-2</c:v>
                </c:pt>
                <c:pt idx="1862">
                  <c:v>8.3050174713134764E-2</c:v>
                </c:pt>
                <c:pt idx="1863">
                  <c:v>6.9221076965332085E-2</c:v>
                </c:pt>
                <c:pt idx="1864">
                  <c:v>2.3980293273925774E-2</c:v>
                </c:pt>
                <c:pt idx="1865">
                  <c:v>1.8285484313964841E-2</c:v>
                </c:pt>
                <c:pt idx="1866">
                  <c:v>1.2590675354003903E-2</c:v>
                </c:pt>
                <c:pt idx="1867">
                  <c:v>1.8617248535156255E-3</c:v>
                </c:pt>
                <c:pt idx="1868">
                  <c:v>5.4728164672851548E-2</c:v>
                </c:pt>
                <c:pt idx="1869">
                  <c:v>0.11131805419921872</c:v>
                </c:pt>
                <c:pt idx="1870">
                  <c:v>6.6858787536621112E-2</c:v>
                </c:pt>
                <c:pt idx="1871">
                  <c:v>6.9894046783447322E-2</c:v>
                </c:pt>
                <c:pt idx="1872">
                  <c:v>7.2929306030273519E-2</c:v>
                </c:pt>
                <c:pt idx="1873">
                  <c:v>0.10133674621582033</c:v>
                </c:pt>
                <c:pt idx="1874">
                  <c:v>5.235998153686524E-2</c:v>
                </c:pt>
                <c:pt idx="1875">
                  <c:v>3.3832168579101597E-3</c:v>
                </c:pt>
                <c:pt idx="1876">
                  <c:v>4.1882858276367119E-2</c:v>
                </c:pt>
                <c:pt idx="1877">
                  <c:v>5.4997959136962836E-2</c:v>
                </c:pt>
                <c:pt idx="1878">
                  <c:v>6.8113059997558553E-2</c:v>
                </c:pt>
                <c:pt idx="1879">
                  <c:v>8.8545684814453199E-2</c:v>
                </c:pt>
                <c:pt idx="1880">
                  <c:v>0.11558944702148435</c:v>
                </c:pt>
                <c:pt idx="1881">
                  <c:v>0.14263320922851552</c:v>
                </c:pt>
                <c:pt idx="1882">
                  <c:v>7.4656448364257763E-2</c:v>
                </c:pt>
                <c:pt idx="1883">
                  <c:v>6.5837230682372988E-2</c:v>
                </c:pt>
                <c:pt idx="1884">
                  <c:v>5.7018013000488241E-2</c:v>
                </c:pt>
                <c:pt idx="1885">
                  <c:v>0.14103561401367193</c:v>
                </c:pt>
                <c:pt idx="1886">
                  <c:v>0.10138463973999023</c:v>
                </c:pt>
                <c:pt idx="1887">
                  <c:v>6.1733665466308554E-2</c:v>
                </c:pt>
                <c:pt idx="1888">
                  <c:v>5.8945198059082077E-2</c:v>
                </c:pt>
                <c:pt idx="1889">
                  <c:v>5.9904556274414038E-2</c:v>
                </c:pt>
                <c:pt idx="1890">
                  <c:v>6.0863914489745999E-2</c:v>
                </c:pt>
                <c:pt idx="1891">
                  <c:v>2.2716293334960936E-2</c:v>
                </c:pt>
                <c:pt idx="1892">
                  <c:v>1.9806632995605467E-2</c:v>
                </c:pt>
                <c:pt idx="1893">
                  <c:v>1.6896972656249998E-2</c:v>
                </c:pt>
                <c:pt idx="1894">
                  <c:v>0.15851257324218745</c:v>
                </c:pt>
                <c:pt idx="1895">
                  <c:v>7.7617321014404286E-2</c:v>
                </c:pt>
                <c:pt idx="1896">
                  <c:v>3.2779312133789039E-3</c:v>
                </c:pt>
                <c:pt idx="1897">
                  <c:v>0.12559764862060535</c:v>
                </c:pt>
                <c:pt idx="1898">
                  <c:v>9.6167449951171796E-2</c:v>
                </c:pt>
                <c:pt idx="1899">
                  <c:v>6.6737251281738241E-2</c:v>
                </c:pt>
                <c:pt idx="1900">
                  <c:v>7.2527847290039027E-2</c:v>
                </c:pt>
                <c:pt idx="1901">
                  <c:v>3.1245346069335937E-2</c:v>
                </c:pt>
                <c:pt idx="1902">
                  <c:v>1.0037155151367192E-2</c:v>
                </c:pt>
                <c:pt idx="1903">
                  <c:v>5.2937507629394519E-3</c:v>
                </c:pt>
                <c:pt idx="1904">
                  <c:v>2.0624656677246098E-2</c:v>
                </c:pt>
                <c:pt idx="1905">
                  <c:v>0.12074970245361336</c:v>
                </c:pt>
                <c:pt idx="1906">
                  <c:v>9.7176017761230485E-2</c:v>
                </c:pt>
                <c:pt idx="1907">
                  <c:v>7.36023330688476E-2</c:v>
                </c:pt>
                <c:pt idx="1908">
                  <c:v>1.9954605102539061E-2</c:v>
                </c:pt>
                <c:pt idx="1909">
                  <c:v>4.8011684417724604E-2</c:v>
                </c:pt>
                <c:pt idx="1910">
                  <c:v>7.6068763732910147E-2</c:v>
                </c:pt>
                <c:pt idx="1911">
                  <c:v>8.4806442260742226E-3</c:v>
                </c:pt>
                <c:pt idx="1912">
                  <c:v>3.8668441772460962E-3</c:v>
                </c:pt>
                <c:pt idx="1913">
                  <c:v>7.4695587158203191E-4</c:v>
                </c:pt>
                <c:pt idx="1914">
                  <c:v>2.4892272949218718E-2</c:v>
                </c:pt>
                <c:pt idx="1915">
                  <c:v>7.1970748901367121E-2</c:v>
                </c:pt>
                <c:pt idx="1916">
                  <c:v>0.11904922485351552</c:v>
                </c:pt>
                <c:pt idx="1917">
                  <c:v>6.7006187438964956E-2</c:v>
                </c:pt>
                <c:pt idx="1918">
                  <c:v>7.178598403930668E-2</c:v>
                </c:pt>
                <c:pt idx="1919">
                  <c:v>7.656578063964839E-2</c:v>
                </c:pt>
                <c:pt idx="1920">
                  <c:v>7.1178703308105357E-2</c:v>
                </c:pt>
                <c:pt idx="1921">
                  <c:v>4.3136615753173776E-2</c:v>
                </c:pt>
                <c:pt idx="1922">
                  <c:v>1.5094528198242189E-2</c:v>
                </c:pt>
                <c:pt idx="1923">
                  <c:v>4.0229415893554806E-3</c:v>
                </c:pt>
                <c:pt idx="1924">
                  <c:v>1.3364582061767579E-2</c:v>
                </c:pt>
                <c:pt idx="1925">
                  <c:v>3.0752105712890637E-2</c:v>
                </c:pt>
                <c:pt idx="1926">
                  <c:v>0.10497459411621096</c:v>
                </c:pt>
                <c:pt idx="1927">
                  <c:v>8.6224822998046916E-2</c:v>
                </c:pt>
                <c:pt idx="1928">
                  <c:v>6.7475051879882883E-2</c:v>
                </c:pt>
                <c:pt idx="1929">
                  <c:v>0.12977050781249999</c:v>
                </c:pt>
                <c:pt idx="1930">
                  <c:v>0.10014730453491216</c:v>
                </c:pt>
                <c:pt idx="1931">
                  <c:v>7.052410125732432E-2</c:v>
                </c:pt>
                <c:pt idx="1932">
                  <c:v>1.0806655883789063E-3</c:v>
                </c:pt>
                <c:pt idx="1933">
                  <c:v>1.4916801452636744E-2</c:v>
                </c:pt>
                <c:pt idx="1934">
                  <c:v>3.0914268493652395E-2</c:v>
                </c:pt>
                <c:pt idx="1935">
                  <c:v>8.5860557556152392E-2</c:v>
                </c:pt>
                <c:pt idx="1936">
                  <c:v>7.55954933166504E-2</c:v>
                </c:pt>
                <c:pt idx="1937">
                  <c:v>6.5330429077148394E-2</c:v>
                </c:pt>
                <c:pt idx="1938">
                  <c:v>1.1281356811523447E-2</c:v>
                </c:pt>
                <c:pt idx="1939">
                  <c:v>1.8133678436279242E-2</c:v>
                </c:pt>
                <c:pt idx="1940">
                  <c:v>2.4986000061035039E-2</c:v>
                </c:pt>
                <c:pt idx="1941">
                  <c:v>7.4170417785644635E-2</c:v>
                </c:pt>
                <c:pt idx="1942">
                  <c:v>4.4140148162841834E-2</c:v>
                </c:pt>
                <c:pt idx="1943">
                  <c:v>1.4109878540039063E-2</c:v>
                </c:pt>
                <c:pt idx="1944">
                  <c:v>7.3453102111816326E-2</c:v>
                </c:pt>
                <c:pt idx="1945">
                  <c:v>5.1105651855468712E-2</c:v>
                </c:pt>
                <c:pt idx="1946">
                  <c:v>2.8758201599121118E-2</c:v>
                </c:pt>
                <c:pt idx="1947">
                  <c:v>7.9641494750976483E-2</c:v>
                </c:pt>
                <c:pt idx="1948">
                  <c:v>7.3564682006835844E-2</c:v>
                </c:pt>
                <c:pt idx="1949">
                  <c:v>6.7487869262695205E-2</c:v>
                </c:pt>
                <c:pt idx="1950">
                  <c:v>9.8355102539062558E-3</c:v>
                </c:pt>
                <c:pt idx="1951">
                  <c:v>1.0455780029296882E-2</c:v>
                </c:pt>
                <c:pt idx="1952">
                  <c:v>1.1076049804687512E-2</c:v>
                </c:pt>
                <c:pt idx="1953">
                  <c:v>8.3767318725585828E-3</c:v>
                </c:pt>
                <c:pt idx="1954">
                  <c:v>4.3115100860595723E-2</c:v>
                </c:pt>
                <c:pt idx="1955">
                  <c:v>7.7853469848632881E-2</c:v>
                </c:pt>
                <c:pt idx="1956">
                  <c:v>9.452739715576175E-2</c:v>
                </c:pt>
                <c:pt idx="1957">
                  <c:v>6.3001384735107469E-2</c:v>
                </c:pt>
                <c:pt idx="1958">
                  <c:v>3.1475372314453194E-2</c:v>
                </c:pt>
                <c:pt idx="1959">
                  <c:v>6.289558410644519E-3</c:v>
                </c:pt>
                <c:pt idx="1960">
                  <c:v>3.5751171112060512E-2</c:v>
                </c:pt>
                <c:pt idx="1961">
                  <c:v>7.7791900634765515E-2</c:v>
                </c:pt>
                <c:pt idx="1962">
                  <c:v>0.1458797836303711</c:v>
                </c:pt>
                <c:pt idx="1963">
                  <c:v>0.10853336334228515</c:v>
                </c:pt>
                <c:pt idx="1964">
                  <c:v>7.1186943054199203E-2</c:v>
                </c:pt>
                <c:pt idx="1965">
                  <c:v>7.4201889038085847E-2</c:v>
                </c:pt>
                <c:pt idx="1966">
                  <c:v>7.698892593383784E-2</c:v>
                </c:pt>
                <c:pt idx="1967">
                  <c:v>7.9775962829589847E-2</c:v>
                </c:pt>
                <c:pt idx="1968">
                  <c:v>2.0270919799804678E-3</c:v>
                </c:pt>
                <c:pt idx="1969">
                  <c:v>3.0110607147216837E-2</c:v>
                </c:pt>
                <c:pt idx="1970">
                  <c:v>6.2248306274414154E-2</c:v>
                </c:pt>
                <c:pt idx="1971">
                  <c:v>3.8840446472167924E-2</c:v>
                </c:pt>
                <c:pt idx="1972">
                  <c:v>4.6918830871581954E-2</c:v>
                </c:pt>
                <c:pt idx="1973">
                  <c:v>5.4997215270995999E-2</c:v>
                </c:pt>
                <c:pt idx="1974">
                  <c:v>4.9194602966308558E-2</c:v>
                </c:pt>
                <c:pt idx="1975">
                  <c:v>2.2764015197753892E-2</c:v>
                </c:pt>
                <c:pt idx="1976">
                  <c:v>3.6665725708007759E-3</c:v>
                </c:pt>
                <c:pt idx="1977">
                  <c:v>0.14258777618408208</c:v>
                </c:pt>
                <c:pt idx="1978">
                  <c:v>8.5564785003662158E-2</c:v>
                </c:pt>
                <c:pt idx="1979">
                  <c:v>2.8541793823242241E-2</c:v>
                </c:pt>
                <c:pt idx="1980">
                  <c:v>6.2637176513671913E-2</c:v>
                </c:pt>
                <c:pt idx="1981">
                  <c:v>5.5639915466308559E-2</c:v>
                </c:pt>
                <c:pt idx="1982">
                  <c:v>4.8642654418945198E-2</c:v>
                </c:pt>
                <c:pt idx="1983">
                  <c:v>7.2301940917968724E-2</c:v>
                </c:pt>
                <c:pt idx="1984">
                  <c:v>3.3990612030029274E-2</c:v>
                </c:pt>
                <c:pt idx="1985">
                  <c:v>4.3207168579101601E-3</c:v>
                </c:pt>
                <c:pt idx="1986">
                  <c:v>0.44366537412007656</c:v>
                </c:pt>
                <c:pt idx="1987">
                  <c:v>0.41471596527099625</c:v>
                </c:pt>
                <c:pt idx="1988">
                  <c:v>0.42554218578338615</c:v>
                </c:pt>
                <c:pt idx="1989">
                  <c:v>0.41463099350800392</c:v>
                </c:pt>
                <c:pt idx="1990">
                  <c:v>0.41427101460955945</c:v>
                </c:pt>
                <c:pt idx="1991">
                  <c:v>0.41391103571111515</c:v>
                </c:pt>
                <c:pt idx="1992">
                  <c:v>0.14694576263427736</c:v>
                </c:pt>
                <c:pt idx="1993">
                  <c:v>6.8205280303955076E-2</c:v>
                </c:pt>
                <c:pt idx="1994">
                  <c:v>1.0535202026367192E-2</c:v>
                </c:pt>
                <c:pt idx="1995">
                  <c:v>3.4723091125488238E-3</c:v>
                </c:pt>
                <c:pt idx="1996">
                  <c:v>1.7479820251464839E-2</c:v>
                </c:pt>
                <c:pt idx="1997">
                  <c:v>0.1303548431396484</c:v>
                </c:pt>
                <c:pt idx="1998">
                  <c:v>0.10091257095336911</c:v>
                </c:pt>
                <c:pt idx="1999">
                  <c:v>7.1470298767089838E-2</c:v>
                </c:pt>
                <c:pt idx="2000">
                  <c:v>3.8164215087890634E-2</c:v>
                </c:pt>
                <c:pt idx="2001">
                  <c:v>4.9392814636230478E-2</c:v>
                </c:pt>
                <c:pt idx="2002">
                  <c:v>6.0621414184570323E-2</c:v>
                </c:pt>
                <c:pt idx="2003">
                  <c:v>0.12885292053222647</c:v>
                </c:pt>
                <c:pt idx="2004">
                  <c:v>8.1289100646972604E-2</c:v>
                </c:pt>
                <c:pt idx="2005">
                  <c:v>3.3725280761718712E-2</c:v>
                </c:pt>
                <c:pt idx="2006">
                  <c:v>5.1321830749511757E-2</c:v>
                </c:pt>
                <c:pt idx="2007">
                  <c:v>2.4302043914794944E-2</c:v>
                </c:pt>
                <c:pt idx="2008">
                  <c:v>2.7177429199218722E-3</c:v>
                </c:pt>
                <c:pt idx="2009">
                  <c:v>5.2993927001953198E-2</c:v>
                </c:pt>
                <c:pt idx="2010">
                  <c:v>0.4126096691804772</c:v>
                </c:pt>
                <c:pt idx="2011">
                  <c:v>0.40945901188281691</c:v>
                </c:pt>
                <c:pt idx="2012">
                  <c:v>0.43107952337998606</c:v>
                </c:pt>
                <c:pt idx="2013">
                  <c:v>0.44823468089103718</c:v>
                </c:pt>
                <c:pt idx="2014">
                  <c:v>0.43762938505766397</c:v>
                </c:pt>
                <c:pt idx="2015">
                  <c:v>0.4257890941913311</c:v>
                </c:pt>
                <c:pt idx="2016">
                  <c:v>0.44065641421135676</c:v>
                </c:pt>
                <c:pt idx="2017">
                  <c:v>0.46092951111171548</c:v>
                </c:pt>
                <c:pt idx="2018">
                  <c:v>0.43614265151088022</c:v>
                </c:pt>
                <c:pt idx="2019">
                  <c:v>0.41415699161895336</c:v>
                </c:pt>
                <c:pt idx="2020">
                  <c:v>0.39820561710156888</c:v>
                </c:pt>
                <c:pt idx="2021">
                  <c:v>0.42123851242598953</c:v>
                </c:pt>
                <c:pt idx="2022">
                  <c:v>0.43284366515587103</c:v>
                </c:pt>
                <c:pt idx="2023">
                  <c:v>0.42109612305959065</c:v>
                </c:pt>
                <c:pt idx="2024">
                  <c:v>0.44278728075725277</c:v>
                </c:pt>
                <c:pt idx="2025">
                  <c:v>0.42739213438595042</c:v>
                </c:pt>
                <c:pt idx="2026">
                  <c:v>0.40494909083589598</c:v>
                </c:pt>
                <c:pt idx="2027">
                  <c:v>0.41567536749233858</c:v>
                </c:pt>
                <c:pt idx="2028">
                  <c:v>0.40446625454325069</c:v>
                </c:pt>
                <c:pt idx="2029">
                  <c:v>0.41247367858886735</c:v>
                </c:pt>
                <c:pt idx="2030">
                  <c:v>0.43412237228527006</c:v>
                </c:pt>
                <c:pt idx="2031">
                  <c:v>0.43959823019845151</c:v>
                </c:pt>
                <c:pt idx="2032">
                  <c:v>0.42823889430119444</c:v>
                </c:pt>
                <c:pt idx="2033">
                  <c:v>0.41676938933503604</c:v>
                </c:pt>
                <c:pt idx="2034">
                  <c:v>0.44593841802293999</c:v>
                </c:pt>
                <c:pt idx="2035">
                  <c:v>0.44390452515845202</c:v>
                </c:pt>
                <c:pt idx="2036">
                  <c:v>0.44009023781282347</c:v>
                </c:pt>
                <c:pt idx="2037">
                  <c:v>0.45708686223639261</c:v>
                </c:pt>
                <c:pt idx="2038">
                  <c:v>0.44446729983923566</c:v>
                </c:pt>
                <c:pt idx="2039">
                  <c:v>0.37262494117982925</c:v>
                </c:pt>
                <c:pt idx="2040">
                  <c:v>0.44828967175676154</c:v>
                </c:pt>
                <c:pt idx="2041">
                  <c:v>0.44600575136101772</c:v>
                </c:pt>
                <c:pt idx="2042">
                  <c:v>0.44088269845033318</c:v>
                </c:pt>
                <c:pt idx="2043">
                  <c:v>0.44139765572355116</c:v>
                </c:pt>
                <c:pt idx="2044">
                  <c:v>0.40126100301742557</c:v>
                </c:pt>
                <c:pt idx="2045">
                  <c:v>0.44125777810963268</c:v>
                </c:pt>
                <c:pt idx="2046">
                  <c:v>0.41138936508533563</c:v>
                </c:pt>
                <c:pt idx="2047">
                  <c:v>0.41793014394174716</c:v>
                </c:pt>
                <c:pt idx="2048">
                  <c:v>0.45295454354121767</c:v>
                </c:pt>
                <c:pt idx="2049">
                  <c:v>0.43573322419862498</c:v>
                </c:pt>
                <c:pt idx="2050">
                  <c:v>0.45850859908170483</c:v>
                </c:pt>
                <c:pt idx="2051">
                  <c:v>0.41111089025224967</c:v>
                </c:pt>
                <c:pt idx="2052">
                  <c:v>0.43920378127655424</c:v>
                </c:pt>
                <c:pt idx="2053">
                  <c:v>0.44427671351331333</c:v>
                </c:pt>
                <c:pt idx="2054">
                  <c:v>0.43935275701376109</c:v>
                </c:pt>
                <c:pt idx="2055">
                  <c:v>0.43956565270057102</c:v>
                </c:pt>
                <c:pt idx="2056">
                  <c:v>0.45142893065516515</c:v>
                </c:pt>
                <c:pt idx="2057">
                  <c:v>0.42131791140935182</c:v>
                </c:pt>
                <c:pt idx="2058">
                  <c:v>0.44191007118122827</c:v>
                </c:pt>
                <c:pt idx="2059">
                  <c:v>0.44798049107493981</c:v>
                </c:pt>
                <c:pt idx="2060">
                  <c:v>0.43157246390541837</c:v>
                </c:pt>
                <c:pt idx="2061">
                  <c:v>0.42507850751964332</c:v>
                </c:pt>
                <c:pt idx="2062">
                  <c:v>0.42148673922516572</c:v>
                </c:pt>
                <c:pt idx="2063">
                  <c:v>0.42413156065393676</c:v>
                </c:pt>
                <c:pt idx="2064">
                  <c:v>0.40461235660617623</c:v>
                </c:pt>
                <c:pt idx="2065">
                  <c:v>0.42532672154534734</c:v>
                </c:pt>
                <c:pt idx="2066">
                  <c:v>0.43786762762648868</c:v>
                </c:pt>
                <c:pt idx="2067">
                  <c:v>0.41993545196868554</c:v>
                </c:pt>
                <c:pt idx="2068">
                  <c:v>0.43030134422834515</c:v>
                </c:pt>
                <c:pt idx="2069">
                  <c:v>0.43909683442451591</c:v>
                </c:pt>
                <c:pt idx="2070">
                  <c:v>0.40716268913418646</c:v>
                </c:pt>
                <c:pt idx="2071">
                  <c:v>0.43884815361663571</c:v>
                </c:pt>
                <c:pt idx="2072">
                  <c:v>0.39398853195047828</c:v>
                </c:pt>
                <c:pt idx="2073">
                  <c:v>0.4502086875655435</c:v>
                </c:pt>
                <c:pt idx="2074">
                  <c:v>0.42026140743753188</c:v>
                </c:pt>
                <c:pt idx="2075">
                  <c:v>3.3454284667968716E-2</c:v>
                </c:pt>
                <c:pt idx="2076">
                  <c:v>0.43538754541046759</c:v>
                </c:pt>
                <c:pt idx="2077">
                  <c:v>0.43289372941138055</c:v>
                </c:pt>
                <c:pt idx="2078">
                  <c:v>0.41264231872558604</c:v>
                </c:pt>
                <c:pt idx="2079">
                  <c:v>0.43348556836446123</c:v>
                </c:pt>
                <c:pt idx="2080">
                  <c:v>0.43001675847065013</c:v>
                </c:pt>
                <c:pt idx="2081">
                  <c:v>0.4547025718688964</c:v>
                </c:pt>
                <c:pt idx="2082">
                  <c:v>0.45914219843198179</c:v>
                </c:pt>
                <c:pt idx="2083">
                  <c:v>0.44281058406829849</c:v>
                </c:pt>
                <c:pt idx="2084">
                  <c:v>0.44323423554625702</c:v>
                </c:pt>
                <c:pt idx="2085">
                  <c:v>0.41748897326194628</c:v>
                </c:pt>
                <c:pt idx="2086">
                  <c:v>0.43695962236079083</c:v>
                </c:pt>
                <c:pt idx="2087">
                  <c:v>0.4361564298535956</c:v>
                </c:pt>
                <c:pt idx="2088">
                  <c:v>0.43985312404632576</c:v>
                </c:pt>
                <c:pt idx="2089">
                  <c:v>0.45262455582618716</c:v>
                </c:pt>
                <c:pt idx="2090">
                  <c:v>0.42601360966609081</c:v>
                </c:pt>
                <c:pt idx="2091">
                  <c:v>0.38420553214819059</c:v>
                </c:pt>
                <c:pt idx="2092">
                  <c:v>0.44150211160833192</c:v>
                </c:pt>
                <c:pt idx="2093">
                  <c:v>0.44576309420845728</c:v>
                </c:pt>
                <c:pt idx="2094">
                  <c:v>0.4043218674820459</c:v>
                </c:pt>
                <c:pt idx="2095">
                  <c:v>0.41884521429879334</c:v>
                </c:pt>
                <c:pt idx="2096">
                  <c:v>0.41371761979727906</c:v>
                </c:pt>
                <c:pt idx="2097">
                  <c:v>0.43457510776783459</c:v>
                </c:pt>
                <c:pt idx="2098">
                  <c:v>0.44147022003023495</c:v>
                </c:pt>
                <c:pt idx="2099">
                  <c:v>0.17764577865600609</c:v>
                </c:pt>
                <c:pt idx="2100">
                  <c:v>6.1052284240722718E-2</c:v>
                </c:pt>
                <c:pt idx="2101">
                  <c:v>0.1663356781005858</c:v>
                </c:pt>
                <c:pt idx="2102">
                  <c:v>0.41508478927612319</c:v>
                </c:pt>
                <c:pt idx="2103">
                  <c:v>2.5519294738769519E-2</c:v>
                </c:pt>
                <c:pt idx="2104">
                  <c:v>4.400333404541016E-2</c:v>
                </c:pt>
                <c:pt idx="2105">
                  <c:v>2.2929153442382815E-2</c:v>
                </c:pt>
                <c:pt idx="2106">
                  <c:v>1.8549728393554678E-3</c:v>
                </c:pt>
                <c:pt idx="2107">
                  <c:v>0.40608985195989195</c:v>
                </c:pt>
                <c:pt idx="2108">
                  <c:v>0.43312205943655463</c:v>
                </c:pt>
                <c:pt idx="2109">
                  <c:v>0.44615854410024791</c:v>
                </c:pt>
                <c:pt idx="2110">
                  <c:v>0.43110217841387977</c:v>
                </c:pt>
                <c:pt idx="2111">
                  <c:v>0.441883528303392</c:v>
                </c:pt>
                <c:pt idx="2112">
                  <c:v>0.39966601413963115</c:v>
                </c:pt>
                <c:pt idx="2113">
                  <c:v>0.41466816522378835</c:v>
                </c:pt>
                <c:pt idx="2114">
                  <c:v>0.41469300167901163</c:v>
                </c:pt>
                <c:pt idx="2115">
                  <c:v>0.44619650886172341</c:v>
                </c:pt>
                <c:pt idx="2116">
                  <c:v>0.41082959543360348</c:v>
                </c:pt>
                <c:pt idx="2117">
                  <c:v>0.41484568203196798</c:v>
                </c:pt>
                <c:pt idx="2118">
                  <c:v>0.4179780960083006</c:v>
                </c:pt>
                <c:pt idx="2119">
                  <c:v>0.42365730895996079</c:v>
                </c:pt>
                <c:pt idx="2120">
                  <c:v>0.40724729061126719</c:v>
                </c:pt>
                <c:pt idx="2121">
                  <c:v>3.5580596923828076E-2</c:v>
                </c:pt>
                <c:pt idx="2122">
                  <c:v>2.099544525146484E-2</c:v>
                </c:pt>
                <c:pt idx="2123">
                  <c:v>4.6066017150878921E-2</c:v>
                </c:pt>
                <c:pt idx="2124">
                  <c:v>7.1136589050293034E-2</c:v>
                </c:pt>
                <c:pt idx="2125">
                  <c:v>0.10749790191650399</c:v>
                </c:pt>
                <c:pt idx="2126">
                  <c:v>5.4949035644531283E-2</c:v>
                </c:pt>
                <c:pt idx="2127">
                  <c:v>2.400169372558584E-3</c:v>
                </c:pt>
                <c:pt idx="2128">
                  <c:v>0.14614528656005857</c:v>
                </c:pt>
                <c:pt idx="2129">
                  <c:v>0.27808105815540646</c:v>
                </c:pt>
                <c:pt idx="2130">
                  <c:v>0.41001682975075465</c:v>
                </c:pt>
                <c:pt idx="2131">
                  <c:v>0.10994258880615239</c:v>
                </c:pt>
                <c:pt idx="2132">
                  <c:v>9.3322906494140628E-2</c:v>
                </c:pt>
                <c:pt idx="2133">
                  <c:v>7.6703224182128882E-2</c:v>
                </c:pt>
                <c:pt idx="2134">
                  <c:v>5.918197631835936E-3</c:v>
                </c:pt>
                <c:pt idx="2135">
                  <c:v>2.9721851348876952E-2</c:v>
                </c:pt>
                <c:pt idx="2136">
                  <c:v>6.5361900329589842E-2</c:v>
                </c:pt>
                <c:pt idx="2137">
                  <c:v>5.3765487670898397E-3</c:v>
                </c:pt>
                <c:pt idx="2138">
                  <c:v>6.6114063262939435E-2</c:v>
                </c:pt>
                <c:pt idx="2139">
                  <c:v>0.13760467529296871</c:v>
                </c:pt>
                <c:pt idx="2140">
                  <c:v>4.2103843688964956E-2</c:v>
                </c:pt>
                <c:pt idx="2141">
                  <c:v>3.9088325500488359E-2</c:v>
                </c:pt>
                <c:pt idx="2142">
                  <c:v>3.6072807312011755E-2</c:v>
                </c:pt>
                <c:pt idx="2143">
                  <c:v>7.8965377807617126E-3</c:v>
                </c:pt>
                <c:pt idx="2144">
                  <c:v>3.3350086212158181E-2</c:v>
                </c:pt>
                <c:pt idx="2145">
                  <c:v>7.4596710205078076E-2</c:v>
                </c:pt>
                <c:pt idx="2146">
                  <c:v>7.0000991821289035E-2</c:v>
                </c:pt>
                <c:pt idx="2147">
                  <c:v>4.0241260528564436E-2</c:v>
                </c:pt>
                <c:pt idx="2148">
                  <c:v>1.0481529235839841E-2</c:v>
                </c:pt>
                <c:pt idx="2149">
                  <c:v>0.14937675476074225</c:v>
                </c:pt>
                <c:pt idx="2150">
                  <c:v>9.7075939178466839E-2</c:v>
                </c:pt>
                <c:pt idx="2151">
                  <c:v>4.4775123596191437E-2</c:v>
                </c:pt>
                <c:pt idx="2152">
                  <c:v>7.7447776794433668E-2</c:v>
                </c:pt>
                <c:pt idx="2153">
                  <c:v>7.8500461578369235E-2</c:v>
                </c:pt>
                <c:pt idx="2154">
                  <c:v>7.9553146362304789E-2</c:v>
                </c:pt>
                <c:pt idx="2155">
                  <c:v>8.5014724731445196E-3</c:v>
                </c:pt>
                <c:pt idx="2156">
                  <c:v>5.6591033935548552E-5</c:v>
                </c:pt>
                <c:pt idx="2157">
                  <c:v>8.6146545410156171E-3</c:v>
                </c:pt>
                <c:pt idx="2158">
                  <c:v>4.5808525085449199E-2</c:v>
                </c:pt>
                <c:pt idx="2159">
                  <c:v>4.7754020690917921E-2</c:v>
                </c:pt>
                <c:pt idx="2160">
                  <c:v>4.9699516296386637E-2</c:v>
                </c:pt>
                <c:pt idx="2161">
                  <c:v>0.13115226745605479</c:v>
                </c:pt>
                <c:pt idx="2162">
                  <c:v>8.6421890258789158E-2</c:v>
                </c:pt>
                <c:pt idx="2163">
                  <c:v>4.1691513061523515E-2</c:v>
                </c:pt>
                <c:pt idx="2164">
                  <c:v>6.4210853576660148E-2</c:v>
                </c:pt>
                <c:pt idx="2165">
                  <c:v>6.8967247009277394E-2</c:v>
                </c:pt>
                <c:pt idx="2166">
                  <c:v>7.3723640441894639E-2</c:v>
                </c:pt>
                <c:pt idx="2167">
                  <c:v>0.11190158843994144</c:v>
                </c:pt>
                <c:pt idx="2168">
                  <c:v>0.11640844345092782</c:v>
                </c:pt>
                <c:pt idx="2169">
                  <c:v>0.12091529846191416</c:v>
                </c:pt>
                <c:pt idx="2170">
                  <c:v>0.10678791046142568</c:v>
                </c:pt>
                <c:pt idx="2171">
                  <c:v>7.2047710418701075E-2</c:v>
                </c:pt>
                <c:pt idx="2172">
                  <c:v>3.7307510375976481E-2</c:v>
                </c:pt>
                <c:pt idx="2173">
                  <c:v>9.9609031677245996E-2</c:v>
                </c:pt>
                <c:pt idx="2174">
                  <c:v>8.8442802429199205E-2</c:v>
                </c:pt>
                <c:pt idx="2175">
                  <c:v>7.72765731811524E-2</c:v>
                </c:pt>
                <c:pt idx="2176">
                  <c:v>9.8391380310058549E-2</c:v>
                </c:pt>
                <c:pt idx="2177">
                  <c:v>0.11308645248413088</c:v>
                </c:pt>
                <c:pt idx="2178">
                  <c:v>0.12778152465820319</c:v>
                </c:pt>
                <c:pt idx="2179">
                  <c:v>5.94885635375976E-2</c:v>
                </c:pt>
                <c:pt idx="2180">
                  <c:v>3.4552059173583956E-2</c:v>
                </c:pt>
                <c:pt idx="2181">
                  <c:v>9.6155548095703206E-3</c:v>
                </c:pt>
                <c:pt idx="2182">
                  <c:v>3.2717227935791043E-2</c:v>
                </c:pt>
                <c:pt idx="2183">
                  <c:v>5.5818901062011754E-2</c:v>
                </c:pt>
                <c:pt idx="2184">
                  <c:v>1.8715209960937514E-2</c:v>
                </c:pt>
                <c:pt idx="2185">
                  <c:v>4.9942245483398449E-2</c:v>
                </c:pt>
                <c:pt idx="2186">
                  <c:v>8.1169281005859364E-2</c:v>
                </c:pt>
                <c:pt idx="2187">
                  <c:v>0.11519943237304679</c:v>
                </c:pt>
                <c:pt idx="2188">
                  <c:v>0.12736713409423822</c:v>
                </c:pt>
                <c:pt idx="2189">
                  <c:v>0.13953483581542969</c:v>
                </c:pt>
                <c:pt idx="2190">
                  <c:v>2.4584312438964959E-2</c:v>
                </c:pt>
                <c:pt idx="2191">
                  <c:v>4.759243011474612E-2</c:v>
                </c:pt>
                <c:pt idx="2192">
                  <c:v>7.0600547790527268E-2</c:v>
                </c:pt>
                <c:pt idx="2193">
                  <c:v>3.0970458984375119E-2</c:v>
                </c:pt>
                <c:pt idx="2194">
                  <c:v>3.9548549652099724E-2</c:v>
                </c:pt>
                <c:pt idx="2195">
                  <c:v>4.8126640319824318E-2</c:v>
                </c:pt>
                <c:pt idx="2196">
                  <c:v>7.664840698242191E-2</c:v>
                </c:pt>
                <c:pt idx="2197">
                  <c:v>5.7169933319091835E-2</c:v>
                </c:pt>
                <c:pt idx="2198">
                  <c:v>3.7691459655761754E-2</c:v>
                </c:pt>
                <c:pt idx="2199">
                  <c:v>6.4045028686523509E-2</c:v>
                </c:pt>
                <c:pt idx="2200">
                  <c:v>7.2530364990234353E-2</c:v>
                </c:pt>
                <c:pt idx="2201">
                  <c:v>8.1015701293945197E-2</c:v>
                </c:pt>
                <c:pt idx="2202">
                  <c:v>0.12491088867187512</c:v>
                </c:pt>
                <c:pt idx="2203">
                  <c:v>8.5587158203125138E-2</c:v>
                </c:pt>
                <c:pt idx="2204">
                  <c:v>4.6263427734375119E-2</c:v>
                </c:pt>
                <c:pt idx="2205">
                  <c:v>5.8891296386718716E-4</c:v>
                </c:pt>
                <c:pt idx="2206">
                  <c:v>6.492565155029302E-2</c:v>
                </c:pt>
                <c:pt idx="2207">
                  <c:v>0.13044021606445319</c:v>
                </c:pt>
                <c:pt idx="2208">
                  <c:v>1.1067695617675776E-2</c:v>
                </c:pt>
                <c:pt idx="2209">
                  <c:v>1.1800975799560548E-2</c:v>
                </c:pt>
                <c:pt idx="2210">
                  <c:v>1.253425598144532E-2</c:v>
                </c:pt>
                <c:pt idx="2211">
                  <c:v>7.7187080383300785E-2</c:v>
                </c:pt>
                <c:pt idx="2212">
                  <c:v>7.5164394378662167E-2</c:v>
                </c:pt>
                <c:pt idx="2213">
                  <c:v>7.314170837402352E-2</c:v>
                </c:pt>
                <c:pt idx="2214">
                  <c:v>6.2503395080566321E-2</c:v>
                </c:pt>
                <c:pt idx="2215">
                  <c:v>5.1742115020751878E-2</c:v>
                </c:pt>
                <c:pt idx="2216">
                  <c:v>4.0980834960937441E-2</c:v>
                </c:pt>
                <c:pt idx="2217">
                  <c:v>0.13552883148193368</c:v>
                </c:pt>
                <c:pt idx="2218">
                  <c:v>0.12690616607666017</c:v>
                </c:pt>
                <c:pt idx="2219">
                  <c:v>0.11828350067138664</c:v>
                </c:pt>
                <c:pt idx="2220">
                  <c:v>8.0775604248046792E-2</c:v>
                </c:pt>
                <c:pt idx="2221">
                  <c:v>6.1931476593017523E-2</c:v>
                </c:pt>
                <c:pt idx="2222">
                  <c:v>4.308734893798824E-2</c:v>
                </c:pt>
                <c:pt idx="2223">
                  <c:v>1.1132011413574224E-2</c:v>
                </c:pt>
                <c:pt idx="2224">
                  <c:v>1.485729217529297E-2</c:v>
                </c:pt>
                <c:pt idx="2225">
                  <c:v>4.0846595764160158E-2</c:v>
                </c:pt>
                <c:pt idx="2226">
                  <c:v>8.0400924682617114E-2</c:v>
                </c:pt>
                <c:pt idx="2227">
                  <c:v>4.1222190856933558E-2</c:v>
                </c:pt>
                <c:pt idx="2228">
                  <c:v>2.0434570312499998E-3</c:v>
                </c:pt>
                <c:pt idx="2229">
                  <c:v>0.13944076538085934</c:v>
                </c:pt>
                <c:pt idx="2230">
                  <c:v>8.8695888519287155E-2</c:v>
                </c:pt>
                <c:pt idx="2231">
                  <c:v>3.7951011657714959E-2</c:v>
                </c:pt>
                <c:pt idx="2232">
                  <c:v>5.9823760986328078E-2</c:v>
                </c:pt>
                <c:pt idx="2233">
                  <c:v>2.5736331939697248E-2</c:v>
                </c:pt>
                <c:pt idx="2234">
                  <c:v>8.3510971069335835E-3</c:v>
                </c:pt>
                <c:pt idx="2235">
                  <c:v>0.15357124328613289</c:v>
                </c:pt>
                <c:pt idx="2236">
                  <c:v>0.11305921554565428</c:v>
                </c:pt>
                <c:pt idx="2237">
                  <c:v>7.2547187805175675E-2</c:v>
                </c:pt>
                <c:pt idx="2238">
                  <c:v>1.4855461120605479E-2</c:v>
                </c:pt>
                <c:pt idx="2239">
                  <c:v>3.2605419158935514E-2</c:v>
                </c:pt>
                <c:pt idx="2240">
                  <c:v>5.0355377197265516E-2</c:v>
                </c:pt>
                <c:pt idx="2241">
                  <c:v>4.2807312011718716E-2</c:v>
                </c:pt>
                <c:pt idx="2242">
                  <c:v>6.0159416198730477E-2</c:v>
                </c:pt>
                <c:pt idx="2243">
                  <c:v>7.7511520385742244E-2</c:v>
                </c:pt>
                <c:pt idx="2244">
                  <c:v>1.4797554016113287E-2</c:v>
                </c:pt>
                <c:pt idx="2245">
                  <c:v>7.0654678344726551E-2</c:v>
                </c:pt>
                <c:pt idx="2246">
                  <c:v>0.12651180267333983</c:v>
                </c:pt>
                <c:pt idx="2247">
                  <c:v>0.10255989074707032</c:v>
                </c:pt>
                <c:pt idx="2248">
                  <c:v>6.2843570709228497E-2</c:v>
                </c:pt>
                <c:pt idx="2249">
                  <c:v>2.3127250671386712E-2</c:v>
                </c:pt>
                <c:pt idx="2250">
                  <c:v>8.6921081542968723E-2</c:v>
                </c:pt>
                <c:pt idx="2251">
                  <c:v>5.1040019989013634E-2</c:v>
                </c:pt>
                <c:pt idx="2252">
                  <c:v>1.5158958435058583E-2</c:v>
                </c:pt>
                <c:pt idx="2253">
                  <c:v>0.15059989929199225</c:v>
                </c:pt>
                <c:pt idx="2254">
                  <c:v>0.1000313186645508</c:v>
                </c:pt>
                <c:pt idx="2255">
                  <c:v>4.9462738037109356E-2</c:v>
                </c:pt>
                <c:pt idx="2256">
                  <c:v>1.577156066894532E-2</c:v>
                </c:pt>
                <c:pt idx="2257">
                  <c:v>1.8076686859130865E-2</c:v>
                </c:pt>
                <c:pt idx="2258">
                  <c:v>2.0381813049316414E-2</c:v>
                </c:pt>
                <c:pt idx="2259">
                  <c:v>8.0526580810546797E-2</c:v>
                </c:pt>
                <c:pt idx="2260">
                  <c:v>8.2850589752197196E-2</c:v>
                </c:pt>
                <c:pt idx="2261">
                  <c:v>8.5174598693847595E-2</c:v>
                </c:pt>
                <c:pt idx="2262">
                  <c:v>7.144798278808584E-2</c:v>
                </c:pt>
                <c:pt idx="2263">
                  <c:v>7.4595108032226479E-2</c:v>
                </c:pt>
                <c:pt idx="2264">
                  <c:v>7.7742233276367118E-2</c:v>
                </c:pt>
                <c:pt idx="2265">
                  <c:v>4.4870223999023517E-2</c:v>
                </c:pt>
                <c:pt idx="2266">
                  <c:v>4.9930171966552798E-2</c:v>
                </c:pt>
                <c:pt idx="2267">
                  <c:v>5.4990119934082073E-2</c:v>
                </c:pt>
                <c:pt idx="2268">
                  <c:v>0.11489707946777351</c:v>
                </c:pt>
                <c:pt idx="2269">
                  <c:v>7.0752525329589838E-2</c:v>
                </c:pt>
                <c:pt idx="2270">
                  <c:v>2.6607971191406159E-2</c:v>
                </c:pt>
                <c:pt idx="2271">
                  <c:v>3.6580238342285042E-2</c:v>
                </c:pt>
                <c:pt idx="2272">
                  <c:v>4.2122955322265516E-2</c:v>
                </c:pt>
                <c:pt idx="2273">
                  <c:v>4.7665672302245998E-2</c:v>
                </c:pt>
                <c:pt idx="2274">
                  <c:v>5.0679702758789039E-2</c:v>
                </c:pt>
                <c:pt idx="2275">
                  <c:v>5.3693733215332079E-2</c:v>
                </c:pt>
                <c:pt idx="2276">
                  <c:v>5.9202575683593838E-3</c:v>
                </c:pt>
                <c:pt idx="2277">
                  <c:v>2.3278713226318304E-2</c:v>
                </c:pt>
                <c:pt idx="2278">
                  <c:v>5.2477684020996E-2</c:v>
                </c:pt>
                <c:pt idx="2279">
                  <c:v>9.2215690612793028E-2</c:v>
                </c:pt>
                <c:pt idx="2280">
                  <c:v>8.7676963806152391E-2</c:v>
                </c:pt>
                <c:pt idx="2281">
                  <c:v>8.3138236999511755E-2</c:v>
                </c:pt>
                <c:pt idx="2282">
                  <c:v>5.5572280883789044E-2</c:v>
                </c:pt>
                <c:pt idx="2283">
                  <c:v>8.0480232238769517E-2</c:v>
                </c:pt>
                <c:pt idx="2284">
                  <c:v>0.10538818359374999</c:v>
                </c:pt>
                <c:pt idx="2285">
                  <c:v>0.15447647094726552</c:v>
                </c:pt>
                <c:pt idx="2286">
                  <c:v>0.14650995254516591</c:v>
                </c:pt>
                <c:pt idx="2287">
                  <c:v>0.13854343414306633</c:v>
                </c:pt>
                <c:pt idx="2288">
                  <c:v>4.998046875E-2</c:v>
                </c:pt>
                <c:pt idx="2289">
                  <c:v>3.7305564880371116E-2</c:v>
                </c:pt>
                <c:pt idx="2290">
                  <c:v>2.4630661010742239E-2</c:v>
                </c:pt>
                <c:pt idx="2291">
                  <c:v>2.4709053039550802E-2</c:v>
                </c:pt>
                <c:pt idx="2292">
                  <c:v>7.8939628601074324E-3</c:v>
                </c:pt>
                <c:pt idx="2293">
                  <c:v>8.9211273193359353E-3</c:v>
                </c:pt>
                <c:pt idx="2294">
                  <c:v>7.0772666931152389E-2</c:v>
                </c:pt>
                <c:pt idx="2295">
                  <c:v>6.6246070861816442E-2</c:v>
                </c:pt>
                <c:pt idx="2296">
                  <c:v>6.171947479248048E-2</c:v>
                </c:pt>
                <c:pt idx="2297">
                  <c:v>5.8620071411132875E-3</c:v>
                </c:pt>
                <c:pt idx="2298">
                  <c:v>4.1724929809570273E-2</c:v>
                </c:pt>
                <c:pt idx="2299">
                  <c:v>7.7587852478027269E-2</c:v>
                </c:pt>
                <c:pt idx="2300">
                  <c:v>5.6253662109375116E-2</c:v>
                </c:pt>
                <c:pt idx="2301">
                  <c:v>0.45393592211664935</c:v>
                </c:pt>
                <c:pt idx="2302">
                  <c:v>0.42948131438224563</c:v>
                </c:pt>
                <c:pt idx="2303">
                  <c:v>0.43027881424148373</c:v>
                </c:pt>
                <c:pt idx="2304">
                  <c:v>0.41658791363239295</c:v>
                </c:pt>
                <c:pt idx="2305">
                  <c:v>0.35975959948131003</c:v>
                </c:pt>
                <c:pt idx="2306">
                  <c:v>0.43029096350377921</c:v>
                </c:pt>
                <c:pt idx="2307">
                  <c:v>0.42570950999763429</c:v>
                </c:pt>
                <c:pt idx="2308">
                  <c:v>0.4324830349513461</c:v>
                </c:pt>
                <c:pt idx="2309">
                  <c:v>0.44486404387418876</c:v>
                </c:pt>
                <c:pt idx="2310">
                  <c:v>0.43092223874984231</c:v>
                </c:pt>
                <c:pt idx="2311">
                  <c:v>0.42149084055733943</c:v>
                </c:pt>
                <c:pt idx="2312">
                  <c:v>0.42261648232596261</c:v>
                </c:pt>
                <c:pt idx="2313">
                  <c:v>0.42281280435364826</c:v>
                </c:pt>
                <c:pt idx="2314">
                  <c:v>0.17065135955810554</c:v>
                </c:pt>
                <c:pt idx="2315">
                  <c:v>0.17309257507324188</c:v>
                </c:pt>
                <c:pt idx="2316">
                  <c:v>0.41161137104034407</c:v>
                </c:pt>
                <c:pt idx="2317">
                  <c:v>0.44063103393423719</c:v>
                </c:pt>
                <c:pt idx="2318">
                  <c:v>0.41283336744879789</c:v>
                </c:pt>
                <c:pt idx="2319">
                  <c:v>0.43874336892908256</c:v>
                </c:pt>
                <c:pt idx="2320">
                  <c:v>0.42147070711891127</c:v>
                </c:pt>
                <c:pt idx="2321">
                  <c:v>0.40937107164565822</c:v>
                </c:pt>
                <c:pt idx="2322">
                  <c:v>0.39999667077315482</c:v>
                </c:pt>
                <c:pt idx="2323">
                  <c:v>0.42731506809525432</c:v>
                </c:pt>
                <c:pt idx="2324">
                  <c:v>0.42612960894083229</c:v>
                </c:pt>
                <c:pt idx="2325">
                  <c:v>0.42115164482430234</c:v>
                </c:pt>
                <c:pt idx="2326">
                  <c:v>0.44389282364919408</c:v>
                </c:pt>
                <c:pt idx="2327">
                  <c:v>0.4305096366502581</c:v>
                </c:pt>
                <c:pt idx="2328">
                  <c:v>0.42238313574539971</c:v>
                </c:pt>
                <c:pt idx="2329">
                  <c:v>0.42848888538939284</c:v>
                </c:pt>
                <c:pt idx="2330">
                  <c:v>0.42425621216555687</c:v>
                </c:pt>
                <c:pt idx="2331">
                  <c:v>0.43378657854520364</c:v>
                </c:pt>
                <c:pt idx="2332">
                  <c:v>0.42709572269905727</c:v>
                </c:pt>
                <c:pt idx="2333">
                  <c:v>0.41262560197285247</c:v>
                </c:pt>
                <c:pt idx="2334">
                  <c:v>0.44654465532302851</c:v>
                </c:pt>
                <c:pt idx="2335">
                  <c:v>0.42872218459399775</c:v>
                </c:pt>
                <c:pt idx="2336">
                  <c:v>0.40241069863695628</c:v>
                </c:pt>
                <c:pt idx="2337">
                  <c:v>0.26306255375573401</c:v>
                </c:pt>
                <c:pt idx="2338">
                  <c:v>0.12371440887451177</c:v>
                </c:pt>
                <c:pt idx="2339">
                  <c:v>7.8852310180664159E-2</c:v>
                </c:pt>
                <c:pt idx="2340">
                  <c:v>7.85793113708496E-2</c:v>
                </c:pt>
                <c:pt idx="2341">
                  <c:v>7.8306312561035027E-2</c:v>
                </c:pt>
                <c:pt idx="2342">
                  <c:v>6.7372627258300788E-2</c:v>
                </c:pt>
                <c:pt idx="2343">
                  <c:v>5.0186176300048797E-2</c:v>
                </c:pt>
                <c:pt idx="2344">
                  <c:v>3.29997253417968E-2</c:v>
                </c:pt>
                <c:pt idx="2345">
                  <c:v>1.8196563720703128E-2</c:v>
                </c:pt>
                <c:pt idx="2346">
                  <c:v>4.1698150634765618E-2</c:v>
                </c:pt>
                <c:pt idx="2347">
                  <c:v>6.5199737548828088E-2</c:v>
                </c:pt>
                <c:pt idx="2348">
                  <c:v>1.4912796020507808E-3</c:v>
                </c:pt>
                <c:pt idx="2349">
                  <c:v>2.9295902252197224E-2</c:v>
                </c:pt>
                <c:pt idx="2350">
                  <c:v>6.0083084106445202E-2</c:v>
                </c:pt>
                <c:pt idx="2351">
                  <c:v>7.9040794372558551E-2</c:v>
                </c:pt>
                <c:pt idx="2352">
                  <c:v>5.3248901367187441E-2</c:v>
                </c:pt>
                <c:pt idx="2353">
                  <c:v>2.7457008361816318E-2</c:v>
                </c:pt>
                <c:pt idx="2354">
                  <c:v>1.4644203186035159E-2</c:v>
                </c:pt>
                <c:pt idx="2355">
                  <c:v>5.4752540588378883E-3</c:v>
                </c:pt>
                <c:pt idx="2356">
                  <c:v>3.693695068359384E-3</c:v>
                </c:pt>
                <c:pt idx="2357">
                  <c:v>2.6480827331543038E-2</c:v>
                </c:pt>
                <c:pt idx="2358">
                  <c:v>0.29818841519563105</c:v>
                </c:pt>
                <c:pt idx="2359">
                  <c:v>0.14769149780273447</c:v>
                </c:pt>
                <c:pt idx="2360">
                  <c:v>6.6701545715332086E-2</c:v>
                </c:pt>
                <c:pt idx="2361">
                  <c:v>3.5599136352539085E-2</c:v>
                </c:pt>
                <c:pt idx="2362">
                  <c:v>4.4967269897460962E-3</c:v>
                </c:pt>
                <c:pt idx="2363">
                  <c:v>7.1627540588378877E-2</c:v>
                </c:pt>
                <c:pt idx="2364">
                  <c:v>5.8678607940673796E-2</c:v>
                </c:pt>
                <c:pt idx="2365">
                  <c:v>4.5729675292968716E-2</c:v>
                </c:pt>
                <c:pt idx="2366">
                  <c:v>0.23681115392911228</c:v>
                </c:pt>
                <c:pt idx="2367">
                  <c:v>0.42789263256525573</c:v>
                </c:pt>
                <c:pt idx="2368">
                  <c:v>0.40881579556672459</c:v>
                </c:pt>
                <c:pt idx="2369">
                  <c:v>0.439137571945931</c:v>
                </c:pt>
                <c:pt idx="2370">
                  <c:v>0.41114037772823614</c:v>
                </c:pt>
                <c:pt idx="2371">
                  <c:v>0.45120610888411367</c:v>
                </c:pt>
                <c:pt idx="2372">
                  <c:v>0.4272013011020897</c:v>
                </c:pt>
                <c:pt idx="2373">
                  <c:v>0.46457372159374005</c:v>
                </c:pt>
                <c:pt idx="2374">
                  <c:v>0.44028520972327845</c:v>
                </c:pt>
                <c:pt idx="2375">
                  <c:v>0.43826829121705602</c:v>
                </c:pt>
                <c:pt idx="2376">
                  <c:v>0.43625137271083347</c:v>
                </c:pt>
                <c:pt idx="2377">
                  <c:v>0.41586541131321864</c:v>
                </c:pt>
                <c:pt idx="2378">
                  <c:v>0.26669651860776139</c:v>
                </c:pt>
                <c:pt idx="2379">
                  <c:v>0.44219496285043103</c:v>
                </c:pt>
                <c:pt idx="2380">
                  <c:v>0.433195983598817</c:v>
                </c:pt>
                <c:pt idx="2381">
                  <c:v>0.43038513461026295</c:v>
                </c:pt>
                <c:pt idx="2382">
                  <c:v>0.4220507431030272</c:v>
                </c:pt>
                <c:pt idx="2383">
                  <c:v>0.43689573825934008</c:v>
                </c:pt>
                <c:pt idx="2384">
                  <c:v>0.42666068605594221</c:v>
                </c:pt>
                <c:pt idx="2385">
                  <c:v>0.42937075644865175</c:v>
                </c:pt>
                <c:pt idx="2386">
                  <c:v>0.43764731148693048</c:v>
                </c:pt>
                <c:pt idx="2387">
                  <c:v>0.43992065280675885</c:v>
                </c:pt>
                <c:pt idx="2388">
                  <c:v>0.41790496400497512</c:v>
                </c:pt>
                <c:pt idx="2389">
                  <c:v>0.40838955478813799</c:v>
                </c:pt>
                <c:pt idx="2390">
                  <c:v>0.44399345801858325</c:v>
                </c:pt>
                <c:pt idx="2391">
                  <c:v>0.44141337527287922</c:v>
                </c:pt>
                <c:pt idx="2392">
                  <c:v>0.44174067907959885</c:v>
                </c:pt>
                <c:pt idx="2393">
                  <c:v>0.44881302769978842</c:v>
                </c:pt>
                <c:pt idx="2394">
                  <c:v>0.41776193981635873</c:v>
                </c:pt>
                <c:pt idx="2395">
                  <c:v>0.42339902289559916</c:v>
                </c:pt>
                <c:pt idx="2396">
                  <c:v>0.43122335120092459</c:v>
                </c:pt>
                <c:pt idx="2397">
                  <c:v>0.45430337766321693</c:v>
                </c:pt>
                <c:pt idx="2398">
                  <c:v>0.40536045376617119</c:v>
                </c:pt>
                <c:pt idx="2399">
                  <c:v>0.41343454571513377</c:v>
                </c:pt>
                <c:pt idx="2400">
                  <c:v>0.45195863762680344</c:v>
                </c:pt>
                <c:pt idx="2401">
                  <c:v>0.43327184368582344</c:v>
                </c:pt>
                <c:pt idx="2402">
                  <c:v>0.45305773860529847</c:v>
                </c:pt>
                <c:pt idx="2403">
                  <c:v>0.48972825690881516</c:v>
                </c:pt>
                <c:pt idx="2404">
                  <c:v>0.43154188421388334</c:v>
                </c:pt>
                <c:pt idx="2405">
                  <c:v>0.43636449403851935</c:v>
                </c:pt>
                <c:pt idx="2406">
                  <c:v>0.41506371808974118</c:v>
                </c:pt>
                <c:pt idx="2407">
                  <c:v>0.39829963890281878</c:v>
                </c:pt>
                <c:pt idx="2408">
                  <c:v>0.38042628585108074</c:v>
                </c:pt>
                <c:pt idx="2409">
                  <c:v>9.1675071716308551E-2</c:v>
                </c:pt>
                <c:pt idx="2410">
                  <c:v>5.1689071655273512E-2</c:v>
                </c:pt>
                <c:pt idx="2411">
                  <c:v>7.6792659759521528E-2</c:v>
                </c:pt>
                <c:pt idx="2412">
                  <c:v>0.10189624786376951</c:v>
                </c:pt>
                <c:pt idx="2413">
                  <c:v>3.7402610778808562E-2</c:v>
                </c:pt>
                <c:pt idx="2414">
                  <c:v>0.41647708853495496</c:v>
                </c:pt>
                <c:pt idx="2415">
                  <c:v>4.4785423278808557E-2</c:v>
                </c:pt>
                <c:pt idx="2416">
                  <c:v>2.8152008056640639E-2</c:v>
                </c:pt>
                <c:pt idx="2417">
                  <c:v>4.7739601135253877E-2</c:v>
                </c:pt>
                <c:pt idx="2418">
                  <c:v>6.7327194213867125E-2</c:v>
                </c:pt>
                <c:pt idx="2419">
                  <c:v>9.4772186279296788E-2</c:v>
                </c:pt>
                <c:pt idx="2420">
                  <c:v>7.2902641296386642E-2</c:v>
                </c:pt>
                <c:pt idx="2421">
                  <c:v>5.1033096313476481E-2</c:v>
                </c:pt>
                <c:pt idx="2422">
                  <c:v>2.710395812988288E-2</c:v>
                </c:pt>
                <c:pt idx="2423">
                  <c:v>0.29360455513000489</c:v>
                </c:pt>
                <c:pt idx="2424">
                  <c:v>0.43740329933166505</c:v>
                </c:pt>
                <c:pt idx="2425">
                  <c:v>0.44543446140012882</c:v>
                </c:pt>
                <c:pt idx="2426">
                  <c:v>0.41060665130615231</c:v>
                </c:pt>
                <c:pt idx="2427">
                  <c:v>0.43564970690504951</c:v>
                </c:pt>
                <c:pt idx="2428">
                  <c:v>0.45965765456078755</c:v>
                </c:pt>
                <c:pt idx="2429">
                  <c:v>0.44941054799339974</c:v>
                </c:pt>
                <c:pt idx="2430">
                  <c:v>0.42375220851574918</c:v>
                </c:pt>
                <c:pt idx="2431">
                  <c:v>0.45027336733184586</c:v>
                </c:pt>
                <c:pt idx="2432">
                  <c:v>0.28417549439590339</c:v>
                </c:pt>
                <c:pt idx="2433">
                  <c:v>0.11807762145996097</c:v>
                </c:pt>
                <c:pt idx="2434">
                  <c:v>2.9089393615722717E-2</c:v>
                </c:pt>
                <c:pt idx="2435">
                  <c:v>4.7835674285888759E-2</c:v>
                </c:pt>
                <c:pt idx="2436">
                  <c:v>6.658195495605479E-2</c:v>
                </c:pt>
                <c:pt idx="2437">
                  <c:v>4.1069526672363361E-2</c:v>
                </c:pt>
                <c:pt idx="2438">
                  <c:v>1.6738643646240278E-2</c:v>
                </c:pt>
                <c:pt idx="2439">
                  <c:v>7.5922393798828073E-3</c:v>
                </c:pt>
                <c:pt idx="2440">
                  <c:v>6.9985656738281277E-2</c:v>
                </c:pt>
                <c:pt idx="2441">
                  <c:v>4.4678363800048845E-2</c:v>
                </c:pt>
                <c:pt idx="2442">
                  <c:v>1.9371070861816414E-2</c:v>
                </c:pt>
                <c:pt idx="2443">
                  <c:v>0.43414706412326087</c:v>
                </c:pt>
                <c:pt idx="2444">
                  <c:v>0.35380502484879406</c:v>
                </c:pt>
                <c:pt idx="2445">
                  <c:v>0.41757999892282005</c:v>
                </c:pt>
                <c:pt idx="2446">
                  <c:v>0.39145593827770603</c:v>
                </c:pt>
                <c:pt idx="2447">
                  <c:v>0.43372422880672945</c:v>
                </c:pt>
                <c:pt idx="2448">
                  <c:v>0.43708584178577758</c:v>
                </c:pt>
                <c:pt idx="2449">
                  <c:v>0.44638864191878208</c:v>
                </c:pt>
                <c:pt idx="2450">
                  <c:v>0.43592302070684807</c:v>
                </c:pt>
                <c:pt idx="2451">
                  <c:v>0.42422884564067037</c:v>
                </c:pt>
                <c:pt idx="2452">
                  <c:v>0.43850213560606821</c:v>
                </c:pt>
                <c:pt idx="2453">
                  <c:v>0.43104498967732463</c:v>
                </c:pt>
                <c:pt idx="2454">
                  <c:v>0.43154026717282418</c:v>
                </c:pt>
                <c:pt idx="2455">
                  <c:v>0.38573050928639835</c:v>
                </c:pt>
                <c:pt idx="2456">
                  <c:v>0.39822030622880544</c:v>
                </c:pt>
                <c:pt idx="2457">
                  <c:v>0.45670535940873003</c:v>
                </c:pt>
                <c:pt idx="2458">
                  <c:v>0.15205761909484861</c:v>
                </c:pt>
                <c:pt idx="2459">
                  <c:v>0.41365493397963671</c:v>
                </c:pt>
                <c:pt idx="2460">
                  <c:v>0.40688045215606677</c:v>
                </c:pt>
                <c:pt idx="2461">
                  <c:v>0.41725903153906058</c:v>
                </c:pt>
                <c:pt idx="2462">
                  <c:v>0.42763761092205427</c:v>
                </c:pt>
                <c:pt idx="2463">
                  <c:v>0.19594292449951137</c:v>
                </c:pt>
                <c:pt idx="2464">
                  <c:v>0.41578855305256152</c:v>
                </c:pt>
                <c:pt idx="2465">
                  <c:v>0.43577504063995798</c:v>
                </c:pt>
                <c:pt idx="2466">
                  <c:v>0.42063500576019286</c:v>
                </c:pt>
                <c:pt idx="2467">
                  <c:v>0.44455798625946047</c:v>
                </c:pt>
                <c:pt idx="2468">
                  <c:v>0.41694311176231535</c:v>
                </c:pt>
                <c:pt idx="2469">
                  <c:v>0.38546014503999187</c:v>
                </c:pt>
                <c:pt idx="2470">
                  <c:v>0.41493939240773514</c:v>
                </c:pt>
                <c:pt idx="2471">
                  <c:v>0.4074314399446759</c:v>
                </c:pt>
                <c:pt idx="2472">
                  <c:v>0.40642951539108862</c:v>
                </c:pt>
                <c:pt idx="2473">
                  <c:v>0.45897199146783169</c:v>
                </c:pt>
                <c:pt idx="2474">
                  <c:v>0.43494111494584509</c:v>
                </c:pt>
                <c:pt idx="2475">
                  <c:v>0.42922211832590235</c:v>
                </c:pt>
                <c:pt idx="2476">
                  <c:v>0.42510517092208583</c:v>
                </c:pt>
                <c:pt idx="2477">
                  <c:v>0.42799973404523228</c:v>
                </c:pt>
                <c:pt idx="2478">
                  <c:v>0.43041656045352716</c:v>
                </c:pt>
                <c:pt idx="2479">
                  <c:v>0.45152024800960844</c:v>
                </c:pt>
                <c:pt idx="2480">
                  <c:v>5.5389518737793041E-2</c:v>
                </c:pt>
                <c:pt idx="2481">
                  <c:v>0.10322250366210936</c:v>
                </c:pt>
                <c:pt idx="2482">
                  <c:v>7.2802391052246118E-2</c:v>
                </c:pt>
                <c:pt idx="2483">
                  <c:v>4.2382278442382876E-2</c:v>
                </c:pt>
                <c:pt idx="2484">
                  <c:v>6.8983726501464962E-2</c:v>
                </c:pt>
                <c:pt idx="2485">
                  <c:v>6.2584476470947323E-2</c:v>
                </c:pt>
                <c:pt idx="2486">
                  <c:v>5.6185226440429677E-2</c:v>
                </c:pt>
                <c:pt idx="2487">
                  <c:v>6.951210021972648E-2</c:v>
                </c:pt>
                <c:pt idx="2488">
                  <c:v>4.3450298309326126E-2</c:v>
                </c:pt>
                <c:pt idx="2489">
                  <c:v>1.7388496398925774E-2</c:v>
                </c:pt>
                <c:pt idx="2490">
                  <c:v>9.6991653442382877E-2</c:v>
                </c:pt>
                <c:pt idx="2491">
                  <c:v>0.11553342819213876</c:v>
                </c:pt>
                <c:pt idx="2492">
                  <c:v>0.13407520294189462</c:v>
                </c:pt>
                <c:pt idx="2493">
                  <c:v>3.6310729980468713E-2</c:v>
                </c:pt>
                <c:pt idx="2494">
                  <c:v>3.8614711761474602E-2</c:v>
                </c:pt>
                <c:pt idx="2495">
                  <c:v>4.0918693542480483E-2</c:v>
                </c:pt>
                <c:pt idx="2496">
                  <c:v>8.7335929870605358E-2</c:v>
                </c:pt>
                <c:pt idx="2497">
                  <c:v>0.11720592498779291</c:v>
                </c:pt>
                <c:pt idx="2498">
                  <c:v>0.14707592010498047</c:v>
                </c:pt>
                <c:pt idx="2499">
                  <c:v>5.91898727416992E-2</c:v>
                </c:pt>
                <c:pt idx="2500">
                  <c:v>4.7114238739013638E-2</c:v>
                </c:pt>
                <c:pt idx="2501">
                  <c:v>3.5038604736328076E-2</c:v>
                </c:pt>
                <c:pt idx="2502">
                  <c:v>2.644638061523448E-2</c:v>
                </c:pt>
                <c:pt idx="2503">
                  <c:v>4.8976764678955079E-2</c:v>
                </c:pt>
                <c:pt idx="2504">
                  <c:v>7.1507148742675677E-2</c:v>
                </c:pt>
                <c:pt idx="2505">
                  <c:v>6.5033454895019521E-2</c:v>
                </c:pt>
                <c:pt idx="2506">
                  <c:v>5.7126045227050802E-2</c:v>
                </c:pt>
                <c:pt idx="2507">
                  <c:v>4.9218635559082076E-2</c:v>
                </c:pt>
                <c:pt idx="2508">
                  <c:v>4.1350593566894633E-2</c:v>
                </c:pt>
                <c:pt idx="2509">
                  <c:v>3.2450065612793039E-2</c:v>
                </c:pt>
                <c:pt idx="2510">
                  <c:v>2.3549537658691416E-2</c:v>
                </c:pt>
                <c:pt idx="2511">
                  <c:v>6.4052352905273516E-2</c:v>
                </c:pt>
                <c:pt idx="2512">
                  <c:v>5.7872428894043038E-2</c:v>
                </c:pt>
                <c:pt idx="2513">
                  <c:v>5.1692504882812559E-2</c:v>
                </c:pt>
                <c:pt idx="2514">
                  <c:v>5.9192047119140639E-2</c:v>
                </c:pt>
                <c:pt idx="2515">
                  <c:v>3.0846633911132806E-2</c:v>
                </c:pt>
                <c:pt idx="2516">
                  <c:v>2.5012207031249998E-3</c:v>
                </c:pt>
                <c:pt idx="2517">
                  <c:v>3.7652320861816316E-2</c:v>
                </c:pt>
                <c:pt idx="2518">
                  <c:v>5.272573471069332E-2</c:v>
                </c:pt>
                <c:pt idx="2519">
                  <c:v>6.7799148559570324E-2</c:v>
                </c:pt>
                <c:pt idx="2520">
                  <c:v>3.28296661376952E-3</c:v>
                </c:pt>
                <c:pt idx="2521">
                  <c:v>3.4749412536621116E-2</c:v>
                </c:pt>
                <c:pt idx="2522">
                  <c:v>6.6215858459472726E-2</c:v>
                </c:pt>
                <c:pt idx="2523">
                  <c:v>4.9583473205566317E-2</c:v>
                </c:pt>
                <c:pt idx="2524">
                  <c:v>5.876735687255856E-2</c:v>
                </c:pt>
                <c:pt idx="2525">
                  <c:v>6.7951240539550789E-2</c:v>
                </c:pt>
                <c:pt idx="2526">
                  <c:v>7.3952865600585838E-3</c:v>
                </c:pt>
                <c:pt idx="2527">
                  <c:v>5.9007568359374998E-2</c:v>
                </c:pt>
                <c:pt idx="2528">
                  <c:v>0.12541042327880855</c:v>
                </c:pt>
                <c:pt idx="2529">
                  <c:v>1.6305084228515614E-2</c:v>
                </c:pt>
                <c:pt idx="2530">
                  <c:v>3.1595993041992143E-3</c:v>
                </c:pt>
                <c:pt idx="2531">
                  <c:v>9.9858856201171919E-3</c:v>
                </c:pt>
                <c:pt idx="2532">
                  <c:v>4.2792892456054799E-3</c:v>
                </c:pt>
                <c:pt idx="2533">
                  <c:v>3.3661422729492192E-2</c:v>
                </c:pt>
                <c:pt idx="2534">
                  <c:v>6.3043556213378871E-2</c:v>
                </c:pt>
                <c:pt idx="2535">
                  <c:v>3.716777801513664E-2</c:v>
                </c:pt>
                <c:pt idx="2536">
                  <c:v>6.067863464355467E-2</c:v>
                </c:pt>
                <c:pt idx="2537">
                  <c:v>8.4189491271972713E-2</c:v>
                </c:pt>
                <c:pt idx="2538">
                  <c:v>0.14744831085205079</c:v>
                </c:pt>
                <c:pt idx="2539">
                  <c:v>0.1012473106384278</c:v>
                </c:pt>
                <c:pt idx="2540">
                  <c:v>5.5046310424804797E-2</c:v>
                </c:pt>
                <c:pt idx="2541">
                  <c:v>7.0345001220703196E-2</c:v>
                </c:pt>
                <c:pt idx="2542">
                  <c:v>4.0193080902099651E-2</c:v>
                </c:pt>
                <c:pt idx="2543">
                  <c:v>1.0041160583496096E-2</c:v>
                </c:pt>
                <c:pt idx="2544">
                  <c:v>7.2129135131835845E-2</c:v>
                </c:pt>
                <c:pt idx="2545">
                  <c:v>0.10483577728271484</c:v>
                </c:pt>
                <c:pt idx="2546">
                  <c:v>0.13754241943359383</c:v>
                </c:pt>
                <c:pt idx="2547">
                  <c:v>5.339023590087888E-2</c:v>
                </c:pt>
                <c:pt idx="2548">
                  <c:v>6.9061660766601599E-2</c:v>
                </c:pt>
                <c:pt idx="2549">
                  <c:v>8.4733085632324318E-2</c:v>
                </c:pt>
                <c:pt idx="2550">
                  <c:v>0.1255006027221679</c:v>
                </c:pt>
                <c:pt idx="2551">
                  <c:v>0.44916760802268985</c:v>
                </c:pt>
                <c:pt idx="2552">
                  <c:v>2.070362091064458E-2</c:v>
                </c:pt>
                <c:pt idx="2553">
                  <c:v>6.990154266357429E-2</c:v>
                </c:pt>
                <c:pt idx="2554">
                  <c:v>0.119099464416504</c:v>
                </c:pt>
                <c:pt idx="2555">
                  <c:v>0.1216658020019532</c:v>
                </c:pt>
                <c:pt idx="2556">
                  <c:v>9.6100788116455074E-2</c:v>
                </c:pt>
                <c:pt idx="2557">
                  <c:v>7.0535774230956957E-2</c:v>
                </c:pt>
                <c:pt idx="2558">
                  <c:v>8.059146881103503E-2</c:v>
                </c:pt>
                <c:pt idx="2559">
                  <c:v>8.0826530456542908E-2</c:v>
                </c:pt>
                <c:pt idx="2560">
                  <c:v>8.1061592102050786E-2</c:v>
                </c:pt>
                <c:pt idx="2561">
                  <c:v>6.0059394836425674E-2</c:v>
                </c:pt>
                <c:pt idx="2562">
                  <c:v>3.6964187622070245E-2</c:v>
                </c:pt>
                <c:pt idx="2563">
                  <c:v>1.3868980407714841E-2</c:v>
                </c:pt>
                <c:pt idx="2564">
                  <c:v>3.4389953613281281E-2</c:v>
                </c:pt>
                <c:pt idx="2565">
                  <c:v>1.2219772338867205E-2</c:v>
                </c:pt>
                <c:pt idx="2566">
                  <c:v>9.9504089355468717E-3</c:v>
                </c:pt>
                <c:pt idx="2567">
                  <c:v>1.4620628356933583E-2</c:v>
                </c:pt>
                <c:pt idx="2568">
                  <c:v>8.0806446075439381E-2</c:v>
                </c:pt>
                <c:pt idx="2569">
                  <c:v>0.1469922637939452</c:v>
                </c:pt>
                <c:pt idx="2570">
                  <c:v>0.12151382446289065</c:v>
                </c:pt>
                <c:pt idx="2571">
                  <c:v>8.8387298583984364E-2</c:v>
                </c:pt>
                <c:pt idx="2572">
                  <c:v>5.5260772705078079E-2</c:v>
                </c:pt>
                <c:pt idx="2573">
                  <c:v>5.296817779541016E-2</c:v>
                </c:pt>
                <c:pt idx="2574">
                  <c:v>4.507535934448248E-2</c:v>
                </c:pt>
                <c:pt idx="2575">
                  <c:v>3.71825408935548E-2</c:v>
                </c:pt>
                <c:pt idx="2576">
                  <c:v>6.3045272827148391E-2</c:v>
                </c:pt>
                <c:pt idx="2577">
                  <c:v>4.7461795806884755E-2</c:v>
                </c:pt>
                <c:pt idx="2578">
                  <c:v>3.1878318786621118E-2</c:v>
                </c:pt>
                <c:pt idx="2579">
                  <c:v>7.82067489624024E-2</c:v>
                </c:pt>
                <c:pt idx="2580">
                  <c:v>4.9764862060546922E-2</c:v>
                </c:pt>
                <c:pt idx="2581">
                  <c:v>2.1322975158691415E-2</c:v>
                </c:pt>
                <c:pt idx="2582">
                  <c:v>5.44425201416016E-2</c:v>
                </c:pt>
                <c:pt idx="2583">
                  <c:v>4.0592708587646513E-2</c:v>
                </c:pt>
                <c:pt idx="2584">
                  <c:v>2.674289703369144E-2</c:v>
                </c:pt>
                <c:pt idx="2585">
                  <c:v>6.1744422912597602E-2</c:v>
                </c:pt>
                <c:pt idx="2586">
                  <c:v>9.9636840820312433E-2</c:v>
                </c:pt>
                <c:pt idx="2587">
                  <c:v>0.13752925872802729</c:v>
                </c:pt>
                <c:pt idx="2588">
                  <c:v>5.1658859252929679E-2</c:v>
                </c:pt>
                <c:pt idx="2589">
                  <c:v>6.9092845916747997E-2</c:v>
                </c:pt>
                <c:pt idx="2590">
                  <c:v>8.6526832580566329E-2</c:v>
                </c:pt>
                <c:pt idx="2591">
                  <c:v>2.5003852844238242E-2</c:v>
                </c:pt>
                <c:pt idx="2592">
                  <c:v>8.0200195312499761E-3</c:v>
                </c:pt>
                <c:pt idx="2593">
                  <c:v>8.963813781738288E-3</c:v>
                </c:pt>
                <c:pt idx="2594">
                  <c:v>2.9014205932617119E-3</c:v>
                </c:pt>
                <c:pt idx="2595">
                  <c:v>3.2289562225341815E-2</c:v>
                </c:pt>
                <c:pt idx="2596">
                  <c:v>6.1677703857421912E-2</c:v>
                </c:pt>
                <c:pt idx="2597">
                  <c:v>1.135929107666016E-2</c:v>
                </c:pt>
                <c:pt idx="2598">
                  <c:v>1.4902496337890641E-3</c:v>
                </c:pt>
                <c:pt idx="2599">
                  <c:v>8.3787918090820306E-3</c:v>
                </c:pt>
                <c:pt idx="2600">
                  <c:v>5.6279525756835834E-2</c:v>
                </c:pt>
                <c:pt idx="2601">
                  <c:v>3.1272926330566345E-2</c:v>
                </c:pt>
                <c:pt idx="2602">
                  <c:v>6.2663269042968718E-3</c:v>
                </c:pt>
                <c:pt idx="2603">
                  <c:v>1.3532867431640616E-2</c:v>
                </c:pt>
                <c:pt idx="2604">
                  <c:v>4.6184806823730482E-2</c:v>
                </c:pt>
                <c:pt idx="2605">
                  <c:v>7.8836746215820319E-2</c:v>
                </c:pt>
                <c:pt idx="2606">
                  <c:v>3.7846641540527276E-2</c:v>
                </c:pt>
                <c:pt idx="2607">
                  <c:v>2.8895530700683559E-2</c:v>
                </c:pt>
                <c:pt idx="2608">
                  <c:v>1.9944419860839838E-2</c:v>
                </c:pt>
                <c:pt idx="2609">
                  <c:v>0.13167182922363288</c:v>
                </c:pt>
                <c:pt idx="2610">
                  <c:v>9.6561927795410146E-2</c:v>
                </c:pt>
                <c:pt idx="2611">
                  <c:v>6.1452026367187433E-2</c:v>
                </c:pt>
                <c:pt idx="2612">
                  <c:v>4.2516860961914163E-2</c:v>
                </c:pt>
                <c:pt idx="2613">
                  <c:v>5.7616252899169919E-2</c:v>
                </c:pt>
                <c:pt idx="2614">
                  <c:v>7.2715644836425675E-2</c:v>
                </c:pt>
                <c:pt idx="2615">
                  <c:v>2.828052520751952E-2</c:v>
                </c:pt>
                <c:pt idx="2616">
                  <c:v>2.7676849365234357E-2</c:v>
                </c:pt>
                <c:pt idx="2617">
                  <c:v>2.7073173522949197E-2</c:v>
                </c:pt>
                <c:pt idx="2618">
                  <c:v>4.7307586669921914E-3</c:v>
                </c:pt>
                <c:pt idx="2619">
                  <c:v>2.0566177368164011E-2</c:v>
                </c:pt>
                <c:pt idx="2620">
                  <c:v>3.6401596069335837E-2</c:v>
                </c:pt>
                <c:pt idx="2621">
                  <c:v>8.1284294128417908E-2</c:v>
                </c:pt>
                <c:pt idx="2622">
                  <c:v>4.1560192108154273E-2</c:v>
                </c:pt>
                <c:pt idx="2623">
                  <c:v>1.8360900878906256E-3</c:v>
                </c:pt>
                <c:pt idx="2624">
                  <c:v>7.5529632568359359E-2</c:v>
                </c:pt>
                <c:pt idx="2625">
                  <c:v>3.8809032440185534E-2</c:v>
                </c:pt>
                <c:pt idx="2626">
                  <c:v>2.0884323120117193E-3</c:v>
                </c:pt>
                <c:pt idx="2627">
                  <c:v>8.900482177734384E-2</c:v>
                </c:pt>
                <c:pt idx="2628">
                  <c:v>6.3742618560791039E-2</c:v>
                </c:pt>
                <c:pt idx="2629">
                  <c:v>3.8480415344238239E-2</c:v>
                </c:pt>
                <c:pt idx="2630">
                  <c:v>1.9480476379394519E-2</c:v>
                </c:pt>
                <c:pt idx="2631">
                  <c:v>2.4971294403076126E-2</c:v>
                </c:pt>
                <c:pt idx="2632">
                  <c:v>3.0462112426757757E-2</c:v>
                </c:pt>
                <c:pt idx="2633">
                  <c:v>0.13006656646728504</c:v>
                </c:pt>
                <c:pt idx="2634">
                  <c:v>0.13787023544311514</c:v>
                </c:pt>
                <c:pt idx="2635">
                  <c:v>0.1456739044189452</c:v>
                </c:pt>
                <c:pt idx="2636">
                  <c:v>7.4580001831054798E-3</c:v>
                </c:pt>
                <c:pt idx="2637">
                  <c:v>4.8989753723144569E-2</c:v>
                </c:pt>
                <c:pt idx="2638">
                  <c:v>9.052150726318367E-2</c:v>
                </c:pt>
                <c:pt idx="2639">
                  <c:v>3.5405387878417918E-2</c:v>
                </c:pt>
                <c:pt idx="2640">
                  <c:v>5.5844764709472604E-2</c:v>
                </c:pt>
                <c:pt idx="2641">
                  <c:v>7.6284141540527275E-2</c:v>
                </c:pt>
                <c:pt idx="2642">
                  <c:v>1.8446044921874998E-2</c:v>
                </c:pt>
                <c:pt idx="2643">
                  <c:v>1.7618751525878905E-2</c:v>
                </c:pt>
                <c:pt idx="2644">
                  <c:v>1.6791458129882808E-2</c:v>
                </c:pt>
                <c:pt idx="2645">
                  <c:v>0.13897602081298821</c:v>
                </c:pt>
                <c:pt idx="2646">
                  <c:v>7.0135688781738259E-2</c:v>
                </c:pt>
                <c:pt idx="2647">
                  <c:v>1.2953567504882808E-3</c:v>
                </c:pt>
                <c:pt idx="2648">
                  <c:v>2.1797733306884781E-2</c:v>
                </c:pt>
                <c:pt idx="2649">
                  <c:v>4.2300109863281282E-2</c:v>
                </c:pt>
                <c:pt idx="2650">
                  <c:v>8.1826400756835841E-3</c:v>
                </c:pt>
                <c:pt idx="2651">
                  <c:v>2.1489257812499954E-2</c:v>
                </c:pt>
                <c:pt idx="2652">
                  <c:v>3.4795875549316319E-2</c:v>
                </c:pt>
                <c:pt idx="2653">
                  <c:v>3.3531646728515517E-2</c:v>
                </c:pt>
                <c:pt idx="2654">
                  <c:v>4.6776752471923796E-2</c:v>
                </c:pt>
                <c:pt idx="2655">
                  <c:v>6.0021858215332083E-2</c:v>
                </c:pt>
                <c:pt idx="2656">
                  <c:v>4.411720275878904E-2</c:v>
                </c:pt>
                <c:pt idx="2657">
                  <c:v>7.1464862823486353E-2</c:v>
                </c:pt>
                <c:pt idx="2658">
                  <c:v>9.8812522888183665E-2</c:v>
                </c:pt>
                <c:pt idx="2659">
                  <c:v>5.645576477050776E-2</c:v>
                </c:pt>
                <c:pt idx="2660">
                  <c:v>5.0239391326904276E-2</c:v>
                </c:pt>
                <c:pt idx="2661">
                  <c:v>4.4023017883300798E-2</c:v>
                </c:pt>
                <c:pt idx="2662">
                  <c:v>3.0017852783203198E-3</c:v>
                </c:pt>
                <c:pt idx="2663">
                  <c:v>5.2182712554931676E-2</c:v>
                </c:pt>
                <c:pt idx="2664">
                  <c:v>0.10736721038818367</c:v>
                </c:pt>
                <c:pt idx="2665">
                  <c:v>5.5074005126953193E-2</c:v>
                </c:pt>
                <c:pt idx="2666">
                  <c:v>8.9248237609863362E-2</c:v>
                </c:pt>
                <c:pt idx="2667">
                  <c:v>0.12342247009277352</c:v>
                </c:pt>
                <c:pt idx="2668">
                  <c:v>1.4290580749511712E-2</c:v>
                </c:pt>
                <c:pt idx="2669">
                  <c:v>2.3255538940429687E-3</c:v>
                </c:pt>
                <c:pt idx="2670">
                  <c:v>9.6394729614257754E-3</c:v>
                </c:pt>
                <c:pt idx="2671">
                  <c:v>7.9450149536132872E-2</c:v>
                </c:pt>
                <c:pt idx="2672">
                  <c:v>0.112412109375</c:v>
                </c:pt>
                <c:pt idx="2673">
                  <c:v>0.14537406921386711</c:v>
                </c:pt>
                <c:pt idx="2674">
                  <c:v>2.7288208007812557E-2</c:v>
                </c:pt>
                <c:pt idx="2675">
                  <c:v>1.4887905120849636E-2</c:v>
                </c:pt>
                <c:pt idx="2676">
                  <c:v>2.4876022338867119E-3</c:v>
                </c:pt>
                <c:pt idx="2677">
                  <c:v>0.12298976898193367</c:v>
                </c:pt>
                <c:pt idx="2678">
                  <c:v>7.7527027130127005E-2</c:v>
                </c:pt>
                <c:pt idx="2679">
                  <c:v>3.2064285278320316E-2</c:v>
                </c:pt>
                <c:pt idx="2680">
                  <c:v>0.13083480834960934</c:v>
                </c:pt>
                <c:pt idx="2681">
                  <c:v>6.9198017120361319E-2</c:v>
                </c:pt>
                <c:pt idx="2682">
                  <c:v>7.5612258911132877E-3</c:v>
                </c:pt>
                <c:pt idx="2683">
                  <c:v>0.15043876647949223</c:v>
                </c:pt>
                <c:pt idx="2684">
                  <c:v>8.4000606536865252E-2</c:v>
                </c:pt>
                <c:pt idx="2685">
                  <c:v>1.7562446594238286E-2</c:v>
                </c:pt>
                <c:pt idx="2686">
                  <c:v>7.8862724304199203E-2</c:v>
                </c:pt>
                <c:pt idx="2687">
                  <c:v>0.19428663253784231</c:v>
                </c:pt>
                <c:pt idx="2688">
                  <c:v>0.14923530578613289</c:v>
                </c:pt>
                <c:pt idx="2689">
                  <c:v>4.3108291625976479E-2</c:v>
                </c:pt>
                <c:pt idx="2690">
                  <c:v>9.1379642486572196E-2</c:v>
                </c:pt>
                <c:pt idx="2691">
                  <c:v>0.13965099334716791</c:v>
                </c:pt>
                <c:pt idx="2692">
                  <c:v>0.12130805969238288</c:v>
                </c:pt>
                <c:pt idx="2693">
                  <c:v>6.3361015319824243E-2</c:v>
                </c:pt>
                <c:pt idx="2694">
                  <c:v>5.4139709472656155E-3</c:v>
                </c:pt>
                <c:pt idx="2695">
                  <c:v>2.61633682250976E-2</c:v>
                </c:pt>
                <c:pt idx="2696">
                  <c:v>4.2380161285400397E-2</c:v>
                </c:pt>
                <c:pt idx="2697">
                  <c:v>5.8596954345703195E-2</c:v>
                </c:pt>
                <c:pt idx="2698">
                  <c:v>2.2820205688476553E-2</c:v>
                </c:pt>
                <c:pt idx="2699">
                  <c:v>4.2923355102539064E-2</c:v>
                </c:pt>
                <c:pt idx="2700">
                  <c:v>6.3026504516601606E-2</c:v>
                </c:pt>
                <c:pt idx="2701">
                  <c:v>3.6506423950195196E-2</c:v>
                </c:pt>
                <c:pt idx="2702">
                  <c:v>2.723871231079094E-2</c:v>
                </c:pt>
                <c:pt idx="2703">
                  <c:v>1.7971000671386711E-2</c:v>
                </c:pt>
                <c:pt idx="2704">
                  <c:v>0.15212905883789066</c:v>
                </c:pt>
                <c:pt idx="2705">
                  <c:v>0.11162664413452152</c:v>
                </c:pt>
                <c:pt idx="2706">
                  <c:v>7.1124229431152389E-2</c:v>
                </c:pt>
                <c:pt idx="2707">
                  <c:v>9.7866096496582081E-2</c:v>
                </c:pt>
                <c:pt idx="2708">
                  <c:v>4.7304153442382833E-2</c:v>
                </c:pt>
                <c:pt idx="2709">
                  <c:v>3.2577896118164158E-3</c:v>
                </c:pt>
                <c:pt idx="2710">
                  <c:v>4.92346572875976E-2</c:v>
                </c:pt>
                <c:pt idx="2711">
                  <c:v>6.5192871093749993E-2</c:v>
                </c:pt>
                <c:pt idx="2712">
                  <c:v>8.1151084899902401E-2</c:v>
                </c:pt>
                <c:pt idx="2713">
                  <c:v>6.0602416992187429E-2</c:v>
                </c:pt>
                <c:pt idx="2714">
                  <c:v>0.10745990753173822</c:v>
                </c:pt>
                <c:pt idx="2715">
                  <c:v>0.15431739807128902</c:v>
                </c:pt>
                <c:pt idx="2716">
                  <c:v>0.12899803161621096</c:v>
                </c:pt>
                <c:pt idx="2717">
                  <c:v>8.9229297637939436E-2</c:v>
                </c:pt>
                <c:pt idx="2718">
                  <c:v>4.9460563659667924E-2</c:v>
                </c:pt>
                <c:pt idx="2719">
                  <c:v>1.5439224243164063E-3</c:v>
                </c:pt>
                <c:pt idx="2720">
                  <c:v>6.4740943908691367E-2</c:v>
                </c:pt>
                <c:pt idx="2721">
                  <c:v>0.12793796539306632</c:v>
                </c:pt>
                <c:pt idx="2722">
                  <c:v>1.4999999999999999E-2</c:v>
                </c:pt>
                <c:pt idx="2723">
                  <c:v>4.5190029144287158E-2</c:v>
                </c:pt>
                <c:pt idx="2724">
                  <c:v>7.5380058288574317E-2</c:v>
                </c:pt>
                <c:pt idx="2725">
                  <c:v>0.12728954315185537</c:v>
                </c:pt>
                <c:pt idx="2726">
                  <c:v>7.0305862426757751E-2</c:v>
                </c:pt>
                <c:pt idx="2727">
                  <c:v>1.3322181701660159E-2</c:v>
                </c:pt>
                <c:pt idx="2728">
                  <c:v>6.3536224365234484E-2</c:v>
                </c:pt>
                <c:pt idx="2729">
                  <c:v>8.37436866760254E-2</c:v>
                </c:pt>
                <c:pt idx="2730">
                  <c:v>0.10395114898681632</c:v>
                </c:pt>
                <c:pt idx="2731">
                  <c:v>5.5646667480468717E-2</c:v>
                </c:pt>
                <c:pt idx="2732">
                  <c:v>8.4876651763916039E-2</c:v>
                </c:pt>
                <c:pt idx="2733">
                  <c:v>0.11410663604736336</c:v>
                </c:pt>
                <c:pt idx="2734">
                  <c:v>6.7337265014648401E-2</c:v>
                </c:pt>
                <c:pt idx="2735">
                  <c:v>7.7043685913085955E-2</c:v>
                </c:pt>
                <c:pt idx="2736">
                  <c:v>8.6750106811523509E-2</c:v>
                </c:pt>
                <c:pt idx="2737">
                  <c:v>7.1040229797363352E-2</c:v>
                </c:pt>
                <c:pt idx="2738">
                  <c:v>7.3134040832519509E-2</c:v>
                </c:pt>
                <c:pt idx="2739">
                  <c:v>7.5227851867675666E-2</c:v>
                </c:pt>
                <c:pt idx="2740">
                  <c:v>4.7192859649658137E-2</c:v>
                </c:pt>
                <c:pt idx="2741">
                  <c:v>1.9157867431640614E-2</c:v>
                </c:pt>
                <c:pt idx="2742">
                  <c:v>6.6853981018066319E-2</c:v>
                </c:pt>
                <c:pt idx="2743">
                  <c:v>6.2285156250000001E-2</c:v>
                </c:pt>
                <c:pt idx="2744">
                  <c:v>5.7716331481933676E-2</c:v>
                </c:pt>
                <c:pt idx="2745">
                  <c:v>0.13413173675537113</c:v>
                </c:pt>
                <c:pt idx="2746">
                  <c:v>0.10038208007812499</c:v>
                </c:pt>
                <c:pt idx="2747">
                  <c:v>6.6632423400878882E-2</c:v>
                </c:pt>
                <c:pt idx="2748">
                  <c:v>0.12518085479736335</c:v>
                </c:pt>
                <c:pt idx="2749">
                  <c:v>6.8192710876464877E-2</c:v>
                </c:pt>
                <c:pt idx="2750">
                  <c:v>1.1204566955566415E-2</c:v>
                </c:pt>
                <c:pt idx="2751">
                  <c:v>7.7105484008789027E-2</c:v>
                </c:pt>
                <c:pt idx="2752">
                  <c:v>3.4037475585937484E-2</c:v>
                </c:pt>
                <c:pt idx="2753">
                  <c:v>9.0305328369140632E-3</c:v>
                </c:pt>
                <c:pt idx="2754">
                  <c:v>3.7422065734863362E-2</c:v>
                </c:pt>
                <c:pt idx="2755">
                  <c:v>4.0470771789550802E-2</c:v>
                </c:pt>
                <c:pt idx="2756">
                  <c:v>4.3519477844238243E-2</c:v>
                </c:pt>
                <c:pt idx="2757">
                  <c:v>0.11853813171386712</c:v>
                </c:pt>
                <c:pt idx="2758">
                  <c:v>5.4380893707275349E-2</c:v>
                </c:pt>
                <c:pt idx="2759">
                  <c:v>9.7763442993164165E-3</c:v>
                </c:pt>
                <c:pt idx="2760">
                  <c:v>2.6058654785156159E-2</c:v>
                </c:pt>
                <c:pt idx="2761">
                  <c:v>1.7551288604736287E-2</c:v>
                </c:pt>
                <c:pt idx="2762">
                  <c:v>9.0439224243164165E-3</c:v>
                </c:pt>
                <c:pt idx="2763">
                  <c:v>4.4086074829101599E-3</c:v>
                </c:pt>
                <c:pt idx="2764">
                  <c:v>2.7969932556152398E-2</c:v>
                </c:pt>
                <c:pt idx="2765">
                  <c:v>6.0348472595214961E-2</c:v>
                </c:pt>
                <c:pt idx="2766">
                  <c:v>7.5752677917480485E-2</c:v>
                </c:pt>
                <c:pt idx="2767">
                  <c:v>5.9771690368652396E-2</c:v>
                </c:pt>
                <c:pt idx="2768">
                  <c:v>4.379070281982432E-2</c:v>
                </c:pt>
                <c:pt idx="2769">
                  <c:v>9.239170074462888E-2</c:v>
                </c:pt>
                <c:pt idx="2770">
                  <c:v>5.9677448272705075E-2</c:v>
                </c:pt>
                <c:pt idx="2771">
                  <c:v>2.696319580078128E-2</c:v>
                </c:pt>
                <c:pt idx="2772">
                  <c:v>4.8713951110839836E-2</c:v>
                </c:pt>
                <c:pt idx="2773">
                  <c:v>8.5460014343261725E-2</c:v>
                </c:pt>
                <c:pt idx="2774">
                  <c:v>0.12220607757568366</c:v>
                </c:pt>
                <c:pt idx="2775">
                  <c:v>4.8552017211914163E-2</c:v>
                </c:pt>
                <c:pt idx="2776">
                  <c:v>2.1463565826416068E-2</c:v>
                </c:pt>
                <c:pt idx="2777">
                  <c:v>5.624885559082032E-3</c:v>
                </c:pt>
                <c:pt idx="2778">
                  <c:v>3.0096130371093842E-2</c:v>
                </c:pt>
                <c:pt idx="2779">
                  <c:v>6.1895427703857475E-2</c:v>
                </c:pt>
                <c:pt idx="2780">
                  <c:v>9.3694725036621115E-2</c:v>
                </c:pt>
                <c:pt idx="2781">
                  <c:v>5.2886924743652398E-2</c:v>
                </c:pt>
                <c:pt idx="2782">
                  <c:v>9.4821109771728598E-2</c:v>
                </c:pt>
                <c:pt idx="2783">
                  <c:v>0.13675529479980478</c:v>
                </c:pt>
                <c:pt idx="2784">
                  <c:v>7.5278320312499994E-2</c:v>
                </c:pt>
                <c:pt idx="2785">
                  <c:v>8.7650241851806671E-2</c:v>
                </c:pt>
                <c:pt idx="2786">
                  <c:v>0.10002216339111336</c:v>
                </c:pt>
                <c:pt idx="2787">
                  <c:v>4.3660469055175677E-2</c:v>
                </c:pt>
                <c:pt idx="2788">
                  <c:v>0.4120799806382921</c:v>
                </c:pt>
                <c:pt idx="2789">
                  <c:v>0.43567862854003897</c:v>
                </c:pt>
                <c:pt idx="2790">
                  <c:v>0.3471449947357178</c:v>
                </c:pt>
                <c:pt idx="2791">
                  <c:v>0.362693868783804</c:v>
                </c:pt>
                <c:pt idx="2792">
                  <c:v>8.2021865844726483E-2</c:v>
                </c:pt>
                <c:pt idx="2793">
                  <c:v>1.1219787597656257E-3</c:v>
                </c:pt>
                <c:pt idx="2794">
                  <c:v>3.0018024444580124E-2</c:v>
                </c:pt>
                <c:pt idx="2795">
                  <c:v>5.8914070129394633E-2</c:v>
                </c:pt>
                <c:pt idx="2796">
                  <c:v>1.0471000671386711E-2</c:v>
                </c:pt>
                <c:pt idx="2797">
                  <c:v>3.3834686279296818E-2</c:v>
                </c:pt>
                <c:pt idx="2798">
                  <c:v>5.7198371887206959E-2</c:v>
                </c:pt>
                <c:pt idx="2799">
                  <c:v>5.7766571044921916E-2</c:v>
                </c:pt>
                <c:pt idx="2800">
                  <c:v>4.4051055908203199E-2</c:v>
                </c:pt>
                <c:pt idx="2801">
                  <c:v>3.0335540771484482E-2</c:v>
                </c:pt>
                <c:pt idx="2802">
                  <c:v>0.11118095397949224</c:v>
                </c:pt>
                <c:pt idx="2803">
                  <c:v>0.43365275511870527</c:v>
                </c:pt>
                <c:pt idx="2804">
                  <c:v>0.42929503106451672</c:v>
                </c:pt>
                <c:pt idx="2805">
                  <c:v>0.40360434198954021</c:v>
                </c:pt>
                <c:pt idx="2806">
                  <c:v>0.41676869273185729</c:v>
                </c:pt>
                <c:pt idx="2807">
                  <c:v>0.40407863714756115</c:v>
                </c:pt>
                <c:pt idx="2808">
                  <c:v>7.0351295471191386E-2</c:v>
                </c:pt>
                <c:pt idx="2809">
                  <c:v>4.3032817840576151E-2</c:v>
                </c:pt>
                <c:pt idx="2810">
                  <c:v>1.5714340209960938E-2</c:v>
                </c:pt>
                <c:pt idx="2811">
                  <c:v>3.8641662597656154E-2</c:v>
                </c:pt>
                <c:pt idx="2812">
                  <c:v>0.1828249168395997</c:v>
                </c:pt>
                <c:pt idx="2813">
                  <c:v>8.1684150695800789E-2</c:v>
                </c:pt>
                <c:pt idx="2814">
                  <c:v>3.4995346069335839E-2</c:v>
                </c:pt>
                <c:pt idx="2815">
                  <c:v>6.5833053588867096E-2</c:v>
                </c:pt>
                <c:pt idx="2816">
                  <c:v>9.6670761108398395E-2</c:v>
                </c:pt>
                <c:pt idx="2817">
                  <c:v>1.7808151245117191E-3</c:v>
                </c:pt>
                <c:pt idx="2818">
                  <c:v>6.7753028869628968E-3</c:v>
                </c:pt>
                <c:pt idx="2819">
                  <c:v>1.5331420898437512E-2</c:v>
                </c:pt>
                <c:pt idx="2820">
                  <c:v>7.8911247253417915E-2</c:v>
                </c:pt>
                <c:pt idx="2821">
                  <c:v>3.4024085998535132E-2</c:v>
                </c:pt>
                <c:pt idx="2822">
                  <c:v>1.0863075256347648E-2</c:v>
                </c:pt>
                <c:pt idx="2823">
                  <c:v>3.094264984130856E-2</c:v>
                </c:pt>
                <c:pt idx="2824">
                  <c:v>1.6186237335205061E-2</c:v>
                </c:pt>
                <c:pt idx="2825">
                  <c:v>1.4298248291015616E-3</c:v>
                </c:pt>
                <c:pt idx="2826">
                  <c:v>9.8358535766601592E-3</c:v>
                </c:pt>
                <c:pt idx="2827">
                  <c:v>3.4787578582763636E-2</c:v>
                </c:pt>
                <c:pt idx="2828">
                  <c:v>7.9411010742187427E-2</c:v>
                </c:pt>
                <c:pt idx="2829">
                  <c:v>8.8056564331054805E-3</c:v>
                </c:pt>
                <c:pt idx="2830">
                  <c:v>2.9767913818359429E-2</c:v>
                </c:pt>
                <c:pt idx="2831">
                  <c:v>6.8341484069824321E-2</c:v>
                </c:pt>
                <c:pt idx="2832">
                  <c:v>7.966438293457033E-2</c:v>
                </c:pt>
                <c:pt idx="2833">
                  <c:v>9.0987281799316325E-2</c:v>
                </c:pt>
                <c:pt idx="2834">
                  <c:v>3.2220611572265516E-2</c:v>
                </c:pt>
                <c:pt idx="2835">
                  <c:v>3.0331077575683558E-2</c:v>
                </c:pt>
                <c:pt idx="2836">
                  <c:v>2.84415435791016E-2</c:v>
                </c:pt>
                <c:pt idx="2837">
                  <c:v>7.3728675842285027E-2</c:v>
                </c:pt>
                <c:pt idx="2838">
                  <c:v>4.9111061096191316E-2</c:v>
                </c:pt>
                <c:pt idx="2839">
                  <c:v>2.4493446350097599E-2</c:v>
                </c:pt>
                <c:pt idx="2840">
                  <c:v>6.4160156249999994E-3</c:v>
                </c:pt>
                <c:pt idx="2841">
                  <c:v>7.0399017333984362E-2</c:v>
                </c:pt>
                <c:pt idx="2842">
                  <c:v>0.13438201904296873</c:v>
                </c:pt>
                <c:pt idx="2843">
                  <c:v>0.13068305969238289</c:v>
                </c:pt>
                <c:pt idx="2844">
                  <c:v>8.6124744415283283E-2</c:v>
                </c:pt>
                <c:pt idx="2845">
                  <c:v>4.1566429138183682E-2</c:v>
                </c:pt>
                <c:pt idx="2846">
                  <c:v>3.2494812011718714E-2</c:v>
                </c:pt>
                <c:pt idx="2847">
                  <c:v>1.3283443450927714E-2</c:v>
                </c:pt>
                <c:pt idx="2848">
                  <c:v>5.9279251098632874E-3</c:v>
                </c:pt>
                <c:pt idx="2849">
                  <c:v>1.0782508850097648E-2</c:v>
                </c:pt>
                <c:pt idx="2850">
                  <c:v>6.1543807983398424E-2</c:v>
                </c:pt>
                <c:pt idx="2851">
                  <c:v>0.11230510711669921</c:v>
                </c:pt>
                <c:pt idx="2852">
                  <c:v>2.5805282592773521E-3</c:v>
                </c:pt>
                <c:pt idx="2853">
                  <c:v>9.8503875732421781E-3</c:v>
                </c:pt>
                <c:pt idx="2854">
                  <c:v>2.2281303405761711E-2</c:v>
                </c:pt>
                <c:pt idx="2855">
                  <c:v>0.13643154144287112</c:v>
                </c:pt>
                <c:pt idx="2856">
                  <c:v>0.10751638412475588</c:v>
                </c:pt>
                <c:pt idx="2857">
                  <c:v>7.8601226806640639E-2</c:v>
                </c:pt>
                <c:pt idx="2858">
                  <c:v>4.2554740905761758E-2</c:v>
                </c:pt>
                <c:pt idx="2859">
                  <c:v>1.8012485504150411E-2</c:v>
                </c:pt>
                <c:pt idx="2860">
                  <c:v>6.5297698974609358E-3</c:v>
                </c:pt>
                <c:pt idx="2861">
                  <c:v>1.6832656860351552E-2</c:v>
                </c:pt>
                <c:pt idx="2862">
                  <c:v>9.1452598571777309E-3</c:v>
                </c:pt>
                <c:pt idx="2863">
                  <c:v>1.4578628540039063E-3</c:v>
                </c:pt>
                <c:pt idx="2864">
                  <c:v>2.0512847900390613E-2</c:v>
                </c:pt>
                <c:pt idx="2865">
                  <c:v>8.4254436492919887E-2</c:v>
                </c:pt>
                <c:pt idx="2866">
                  <c:v>0.14799602508544918</c:v>
                </c:pt>
                <c:pt idx="2867">
                  <c:v>4.0160064697265518E-2</c:v>
                </c:pt>
                <c:pt idx="2868">
                  <c:v>3.0178642272949179E-2</c:v>
                </c:pt>
                <c:pt idx="2869">
                  <c:v>2.0197219848632809E-2</c:v>
                </c:pt>
                <c:pt idx="2870">
                  <c:v>5.1489372253417917E-2</c:v>
                </c:pt>
                <c:pt idx="2871">
                  <c:v>7.0466880798339834E-2</c:v>
                </c:pt>
                <c:pt idx="2872">
                  <c:v>8.9444389343261752E-2</c:v>
                </c:pt>
                <c:pt idx="2873">
                  <c:v>3.523281097412112E-2</c:v>
                </c:pt>
                <c:pt idx="2874">
                  <c:v>4.3989429473876997E-2</c:v>
                </c:pt>
                <c:pt idx="2875">
                  <c:v>5.274604797363288E-2</c:v>
                </c:pt>
                <c:pt idx="2876">
                  <c:v>0.14519256591796872</c:v>
                </c:pt>
                <c:pt idx="2877">
                  <c:v>8.7161006927490237E-2</c:v>
                </c:pt>
                <c:pt idx="2878">
                  <c:v>2.9129447937011759E-2</c:v>
                </c:pt>
                <c:pt idx="2879">
                  <c:v>3.5605201721191436E-2</c:v>
                </c:pt>
                <c:pt idx="2880">
                  <c:v>1.4183464050292976E-2</c:v>
                </c:pt>
                <c:pt idx="2881">
                  <c:v>7.2382736206054801E-3</c:v>
                </c:pt>
                <c:pt idx="2882">
                  <c:v>2.9553565979004E-2</c:v>
                </c:pt>
                <c:pt idx="2883">
                  <c:v>1.8867359161376999E-2</c:v>
                </c:pt>
                <c:pt idx="2884">
                  <c:v>8.1811523437499995E-3</c:v>
                </c:pt>
                <c:pt idx="2885">
                  <c:v>6.1816749572753994E-2</c:v>
                </c:pt>
                <c:pt idx="2886">
                  <c:v>9.6727809906005879E-2</c:v>
                </c:pt>
                <c:pt idx="2887">
                  <c:v>0.13163887023925774</c:v>
                </c:pt>
                <c:pt idx="2888">
                  <c:v>7.2806167602539034E-3</c:v>
                </c:pt>
                <c:pt idx="2889">
                  <c:v>3.0660438537597669E-2</c:v>
                </c:pt>
                <c:pt idx="2890">
                  <c:v>5.4040260314941441E-2</c:v>
                </c:pt>
                <c:pt idx="2891">
                  <c:v>9.3143463134765523E-4</c:v>
                </c:pt>
                <c:pt idx="2892">
                  <c:v>7.5145912170410138E-3</c:v>
                </c:pt>
                <c:pt idx="2893">
                  <c:v>1.5960617065429679E-2</c:v>
                </c:pt>
                <c:pt idx="2894">
                  <c:v>8.3876495361328088E-2</c:v>
                </c:pt>
                <c:pt idx="2895">
                  <c:v>5.439439773559572E-2</c:v>
                </c:pt>
                <c:pt idx="2896">
                  <c:v>2.491230010986336E-2</c:v>
                </c:pt>
                <c:pt idx="2897">
                  <c:v>8.2078170776367122E-3</c:v>
                </c:pt>
                <c:pt idx="2898">
                  <c:v>4.1092071533203177E-2</c:v>
                </c:pt>
                <c:pt idx="2899">
                  <c:v>9.0391960144043035E-2</c:v>
                </c:pt>
                <c:pt idx="2900">
                  <c:v>0.15635959625244142</c:v>
                </c:pt>
                <c:pt idx="2901">
                  <c:v>8.9231586456298834E-2</c:v>
                </c:pt>
                <c:pt idx="2902">
                  <c:v>2.2103576660156256E-2</c:v>
                </c:pt>
                <c:pt idx="2903">
                  <c:v>0.11510959625244144</c:v>
                </c:pt>
                <c:pt idx="2904">
                  <c:v>0.13827507019042967</c:v>
                </c:pt>
                <c:pt idx="2905">
                  <c:v>0.16144054412841791</c:v>
                </c:pt>
                <c:pt idx="2906">
                  <c:v>2.4265022277832081E-2</c:v>
                </c:pt>
                <c:pt idx="2907">
                  <c:v>4.3147029876708959E-2</c:v>
                </c:pt>
                <c:pt idx="2908">
                  <c:v>6.2029037475585844E-2</c:v>
                </c:pt>
                <c:pt idx="2909">
                  <c:v>0.10052410125732432</c:v>
                </c:pt>
                <c:pt idx="2910">
                  <c:v>6.2766265869140636E-2</c:v>
                </c:pt>
                <c:pt idx="2911">
                  <c:v>2.500843048095696E-2</c:v>
                </c:pt>
                <c:pt idx="2912">
                  <c:v>4.8669662475585837E-2</c:v>
                </c:pt>
                <c:pt idx="2913">
                  <c:v>6.8262062072753871E-2</c:v>
                </c:pt>
                <c:pt idx="2914">
                  <c:v>8.7854461669921918E-2</c:v>
                </c:pt>
                <c:pt idx="2915">
                  <c:v>2.0790023803710936E-2</c:v>
                </c:pt>
                <c:pt idx="2916">
                  <c:v>1.8875026702880854E-2</c:v>
                </c:pt>
                <c:pt idx="2917">
                  <c:v>1.6960029602050775E-2</c:v>
                </c:pt>
                <c:pt idx="2918">
                  <c:v>8.3853149414062564E-3</c:v>
                </c:pt>
                <c:pt idx="2919">
                  <c:v>2.9437065124511639E-3</c:v>
                </c:pt>
                <c:pt idx="2920">
                  <c:v>1.4272727966308582E-2</c:v>
                </c:pt>
                <c:pt idx="2921">
                  <c:v>4.2437896728515515E-2</c:v>
                </c:pt>
                <c:pt idx="2922">
                  <c:v>5.4564514160156154E-2</c:v>
                </c:pt>
                <c:pt idx="2923">
                  <c:v>6.6691131591796793E-2</c:v>
                </c:pt>
                <c:pt idx="2924">
                  <c:v>2.7048282623290967E-2</c:v>
                </c:pt>
                <c:pt idx="2925">
                  <c:v>1.2594566345214839E-2</c:v>
                </c:pt>
                <c:pt idx="2926">
                  <c:v>4.5077590942382881E-2</c:v>
                </c:pt>
                <c:pt idx="2927">
                  <c:v>3.6409721374511754E-2</c:v>
                </c:pt>
                <c:pt idx="2928">
                  <c:v>2.7741851806640641E-2</c:v>
                </c:pt>
                <c:pt idx="2929">
                  <c:v>5.6575126647949198E-2</c:v>
                </c:pt>
                <c:pt idx="2930">
                  <c:v>3.9506149291992192E-2</c:v>
                </c:pt>
                <c:pt idx="2931">
                  <c:v>2.2437171936035158E-2</c:v>
                </c:pt>
                <c:pt idx="2932">
                  <c:v>6.6358451843261751E-2</c:v>
                </c:pt>
                <c:pt idx="2933">
                  <c:v>5.8381519317627001E-2</c:v>
                </c:pt>
                <c:pt idx="2934">
                  <c:v>5.0404586791992237E-2</c:v>
                </c:pt>
                <c:pt idx="2935">
                  <c:v>9.6254310607910148E-2</c:v>
                </c:pt>
                <c:pt idx="2936">
                  <c:v>4.5209884643554701E-2</c:v>
                </c:pt>
                <c:pt idx="2937">
                  <c:v>5.8345413208007761E-3</c:v>
                </c:pt>
                <c:pt idx="2938">
                  <c:v>3.9466896057128879E-2</c:v>
                </c:pt>
                <c:pt idx="2939">
                  <c:v>6.14994049072266E-2</c:v>
                </c:pt>
                <c:pt idx="2940">
                  <c:v>8.3531913757324328E-2</c:v>
                </c:pt>
                <c:pt idx="2941">
                  <c:v>6.9057426452636642E-2</c:v>
                </c:pt>
                <c:pt idx="2942">
                  <c:v>0.41531151133372368</c:v>
                </c:pt>
                <c:pt idx="2943">
                  <c:v>9.5975875854492233E-3</c:v>
                </c:pt>
                <c:pt idx="2944">
                  <c:v>6.2117385864257756E-3</c:v>
                </c:pt>
                <c:pt idx="2945">
                  <c:v>2.2539138793945145E-4</c:v>
                </c:pt>
                <c:pt idx="2946">
                  <c:v>6.6625213623046796E-3</c:v>
                </c:pt>
                <c:pt idx="2947">
                  <c:v>4.3549461364746002E-2</c:v>
                </c:pt>
                <c:pt idx="2948">
                  <c:v>7.7954235076904285E-2</c:v>
                </c:pt>
                <c:pt idx="2949">
                  <c:v>0.11235900878906256</c:v>
                </c:pt>
                <c:pt idx="2950">
                  <c:v>6.4185447692871114E-2</c:v>
                </c:pt>
                <c:pt idx="2951">
                  <c:v>7.28759765625E-2</c:v>
                </c:pt>
                <c:pt idx="2952">
                  <c:v>8.1566505432128872E-2</c:v>
                </c:pt>
                <c:pt idx="2953">
                  <c:v>5.4137191772460957E-2</c:v>
                </c:pt>
                <c:pt idx="2954">
                  <c:v>9.9148693084716813E-2</c:v>
                </c:pt>
                <c:pt idx="2955">
                  <c:v>0.1441601943969727</c:v>
                </c:pt>
                <c:pt idx="2956">
                  <c:v>4.3585739135742242E-2</c:v>
                </c:pt>
                <c:pt idx="2957">
                  <c:v>5.6513786315918038E-2</c:v>
                </c:pt>
                <c:pt idx="2958">
                  <c:v>6.9441833496093841E-2</c:v>
                </c:pt>
                <c:pt idx="2959">
                  <c:v>6.9128036499023519E-3</c:v>
                </c:pt>
                <c:pt idx="2960">
                  <c:v>8.460445404052731E-3</c:v>
                </c:pt>
                <c:pt idx="2961">
                  <c:v>2.3833694458007808E-2</c:v>
                </c:pt>
                <c:pt idx="2962">
                  <c:v>4.6955223083495999E-2</c:v>
                </c:pt>
                <c:pt idx="2963">
                  <c:v>4.2586441040039044E-2</c:v>
                </c:pt>
                <c:pt idx="2964">
                  <c:v>3.8217658996582075E-2</c:v>
                </c:pt>
                <c:pt idx="2965">
                  <c:v>0.1004105758666992</c:v>
                </c:pt>
                <c:pt idx="2966">
                  <c:v>7.3811473846435563E-2</c:v>
                </c:pt>
                <c:pt idx="2967">
                  <c:v>4.7212371826171919E-2</c:v>
                </c:pt>
                <c:pt idx="2968">
                  <c:v>1.3870468139648448E-2</c:v>
                </c:pt>
                <c:pt idx="2969">
                  <c:v>3.8270931243896543E-2</c:v>
                </c:pt>
                <c:pt idx="2970">
                  <c:v>6.267139434814463E-2</c:v>
                </c:pt>
                <c:pt idx="2971">
                  <c:v>7.9534149169921929E-3</c:v>
                </c:pt>
                <c:pt idx="2972">
                  <c:v>2.2347679138183654E-2</c:v>
                </c:pt>
                <c:pt idx="2973">
                  <c:v>3.6741943359375119E-2</c:v>
                </c:pt>
                <c:pt idx="2974">
                  <c:v>5.3370895385742238E-2</c:v>
                </c:pt>
                <c:pt idx="2975">
                  <c:v>5.6162738800048802E-2</c:v>
                </c:pt>
                <c:pt idx="2976">
                  <c:v>5.8954582214355358E-2</c:v>
                </c:pt>
                <c:pt idx="2977">
                  <c:v>2.979732513427728E-2</c:v>
                </c:pt>
                <c:pt idx="2978">
                  <c:v>2.2703590393066377E-2</c:v>
                </c:pt>
                <c:pt idx="2979">
                  <c:v>1.5609855651855478E-2</c:v>
                </c:pt>
                <c:pt idx="2980">
                  <c:v>7.6248664855956966E-2</c:v>
                </c:pt>
                <c:pt idx="2981">
                  <c:v>4.0867652893066368E-2</c:v>
                </c:pt>
                <c:pt idx="2982">
                  <c:v>5.4866409301757759E-3</c:v>
                </c:pt>
                <c:pt idx="2983">
                  <c:v>1.9123191833496096E-2</c:v>
                </c:pt>
                <c:pt idx="2984">
                  <c:v>3.7233352661132806E-2</c:v>
                </c:pt>
                <c:pt idx="2985">
                  <c:v>5.5343513488769515E-2</c:v>
                </c:pt>
                <c:pt idx="2986">
                  <c:v>3.0971488952636638E-2</c:v>
                </c:pt>
                <c:pt idx="2987">
                  <c:v>9.0895099639892521E-2</c:v>
                </c:pt>
                <c:pt idx="2988">
                  <c:v>0.15081871032714841</c:v>
                </c:pt>
                <c:pt idx="2989">
                  <c:v>2.6130065917968719E-2</c:v>
                </c:pt>
                <c:pt idx="2990">
                  <c:v>6.74245262145996E-2</c:v>
                </c:pt>
                <c:pt idx="2991">
                  <c:v>0.10871898651123048</c:v>
                </c:pt>
                <c:pt idx="2992">
                  <c:v>4.2894744873046798E-3</c:v>
                </c:pt>
                <c:pt idx="2993">
                  <c:v>3.1330204010009806E-2</c:v>
                </c:pt>
                <c:pt idx="2994">
                  <c:v>6.6949882507324324E-2</c:v>
                </c:pt>
                <c:pt idx="2995">
                  <c:v>6.1902122497558554E-2</c:v>
                </c:pt>
                <c:pt idx="2996">
                  <c:v>8.3203582763671791E-2</c:v>
                </c:pt>
                <c:pt idx="2997">
                  <c:v>0.10450504302978503</c:v>
                </c:pt>
                <c:pt idx="2998">
                  <c:v>6.6253395080566324E-2</c:v>
                </c:pt>
                <c:pt idx="2999">
                  <c:v>6.8704719543456957E-2</c:v>
                </c:pt>
                <c:pt idx="3000">
                  <c:v>7.1156044006347605E-2</c:v>
                </c:pt>
                <c:pt idx="3001">
                  <c:v>4.8060836791992238E-2</c:v>
                </c:pt>
                <c:pt idx="3002">
                  <c:v>0.41156676027955125</c:v>
                </c:pt>
                <c:pt idx="3003">
                  <c:v>0.43829873213127474</c:v>
                </c:pt>
                <c:pt idx="3004">
                  <c:v>0.43335206866264342</c:v>
                </c:pt>
                <c:pt idx="3005">
                  <c:v>0.42789882515050198</c:v>
                </c:pt>
                <c:pt idx="3006">
                  <c:v>0.41104241800498198</c:v>
                </c:pt>
                <c:pt idx="3007">
                  <c:v>0.33107708613077785</c:v>
                </c:pt>
                <c:pt idx="3008">
                  <c:v>0.40763585138320918</c:v>
                </c:pt>
                <c:pt idx="3009">
                  <c:v>0.41869872854767942</c:v>
                </c:pt>
                <c:pt idx="3010">
                  <c:v>0.37378166591099327</c:v>
                </c:pt>
                <c:pt idx="3011">
                  <c:v>0.40775728261695721</c:v>
                </c:pt>
                <c:pt idx="3012">
                  <c:v>0.4273956241607666</c:v>
                </c:pt>
                <c:pt idx="3013">
                  <c:v>0.21858280181884746</c:v>
                </c:pt>
                <c:pt idx="3014">
                  <c:v>0.40501780650194952</c:v>
                </c:pt>
                <c:pt idx="3015">
                  <c:v>5.513031005859384E-2</c:v>
                </c:pt>
                <c:pt idx="3016">
                  <c:v>0.12078334808349599</c:v>
                </c:pt>
                <c:pt idx="3017">
                  <c:v>0.40248701760528283</c:v>
                </c:pt>
                <c:pt idx="3018">
                  <c:v>0.43159963011741648</c:v>
                </c:pt>
                <c:pt idx="3019">
                  <c:v>0.41004237102640079</c:v>
                </c:pt>
                <c:pt idx="3020">
                  <c:v>0.41513424396514897</c:v>
                </c:pt>
                <c:pt idx="3021">
                  <c:v>0.39020222683184547</c:v>
                </c:pt>
                <c:pt idx="3022">
                  <c:v>0.43278407440185551</c:v>
                </c:pt>
                <c:pt idx="3023">
                  <c:v>0.42784955518329576</c:v>
                </c:pt>
                <c:pt idx="3024">
                  <c:v>0.4391828532078686</c:v>
                </c:pt>
                <c:pt idx="3025">
                  <c:v>0.43163941627770813</c:v>
                </c:pt>
                <c:pt idx="3026">
                  <c:v>0.44163868057484518</c:v>
                </c:pt>
                <c:pt idx="3027">
                  <c:v>0.42721909375694711</c:v>
                </c:pt>
                <c:pt idx="3028">
                  <c:v>0.42349472599788912</c:v>
                </c:pt>
                <c:pt idx="3029">
                  <c:v>0.4175457346009574</c:v>
                </c:pt>
                <c:pt idx="3030">
                  <c:v>0.42997975505205743</c:v>
                </c:pt>
                <c:pt idx="3031">
                  <c:v>0.43606523503755262</c:v>
                </c:pt>
                <c:pt idx="3032">
                  <c:v>0.42813970288363368</c:v>
                </c:pt>
                <c:pt idx="3033">
                  <c:v>0.43496049067357201</c:v>
                </c:pt>
                <c:pt idx="3034">
                  <c:v>0.44516020464750883</c:v>
                </c:pt>
                <c:pt idx="3035">
                  <c:v>0.44024288962869074</c:v>
                </c:pt>
                <c:pt idx="3036">
                  <c:v>0.4263341192597323</c:v>
                </c:pt>
                <c:pt idx="3037">
                  <c:v>0.39406250605507515</c:v>
                </c:pt>
                <c:pt idx="3038">
                  <c:v>0.39086500715935368</c:v>
                </c:pt>
                <c:pt idx="3039">
                  <c:v>0.40700040342369864</c:v>
                </c:pt>
                <c:pt idx="3040">
                  <c:v>0.42172302469514183</c:v>
                </c:pt>
                <c:pt idx="3041">
                  <c:v>0.39216721103065894</c:v>
                </c:pt>
                <c:pt idx="3042">
                  <c:v>0.43376536576644237</c:v>
                </c:pt>
                <c:pt idx="3043">
                  <c:v>0.42452104610658692</c:v>
                </c:pt>
                <c:pt idx="3044">
                  <c:v>0.42772388998386074</c:v>
                </c:pt>
                <c:pt idx="3045">
                  <c:v>0.39895121021035274</c:v>
                </c:pt>
                <c:pt idx="3046">
                  <c:v>0.43130609859973945</c:v>
                </c:pt>
                <c:pt idx="3047">
                  <c:v>0.41856573765094462</c:v>
                </c:pt>
                <c:pt idx="3048">
                  <c:v>0.40987175225504063</c:v>
                </c:pt>
                <c:pt idx="3049">
                  <c:v>0.44117514639189764</c:v>
                </c:pt>
                <c:pt idx="3050">
                  <c:v>0.38057360219431435</c:v>
                </c:pt>
                <c:pt idx="3051">
                  <c:v>0.39810492574169637</c:v>
                </c:pt>
                <c:pt idx="3052">
                  <c:v>0.43100333420546733</c:v>
                </c:pt>
                <c:pt idx="3053">
                  <c:v>0.40603575233651806</c:v>
                </c:pt>
                <c:pt idx="3054">
                  <c:v>0.3997879314422606</c:v>
                </c:pt>
                <c:pt idx="3055">
                  <c:v>0.41923863996539207</c:v>
                </c:pt>
                <c:pt idx="3056">
                  <c:v>6.1358184814453202E-2</c:v>
                </c:pt>
                <c:pt idx="3057">
                  <c:v>8.5828514099121123E-2</c:v>
                </c:pt>
                <c:pt idx="3058">
                  <c:v>6.9948120117187568E-2</c:v>
                </c:pt>
                <c:pt idx="3059">
                  <c:v>5.4067726135253999E-2</c:v>
                </c:pt>
                <c:pt idx="3060">
                  <c:v>2.88704681396484E-2</c:v>
                </c:pt>
                <c:pt idx="3061">
                  <c:v>7.0525531768798805E-2</c:v>
                </c:pt>
                <c:pt idx="3062">
                  <c:v>0.1121805953979492</c:v>
                </c:pt>
                <c:pt idx="3063">
                  <c:v>4.0767288208007763E-3</c:v>
                </c:pt>
                <c:pt idx="3064">
                  <c:v>7.4034690856933675E-3</c:v>
                </c:pt>
                <c:pt idx="3065">
                  <c:v>1.8883666992187513E-2</c:v>
                </c:pt>
                <c:pt idx="3066">
                  <c:v>3.4657516479492237E-2</c:v>
                </c:pt>
                <c:pt idx="3067">
                  <c:v>2.0371627807617212E-2</c:v>
                </c:pt>
                <c:pt idx="3068">
                  <c:v>6.0857391357421915E-3</c:v>
                </c:pt>
                <c:pt idx="3069">
                  <c:v>3.4545822143554797E-2</c:v>
                </c:pt>
                <c:pt idx="3070">
                  <c:v>5.1888484954834078E-2</c:v>
                </c:pt>
                <c:pt idx="3071">
                  <c:v>6.923114776611336E-2</c:v>
                </c:pt>
                <c:pt idx="3072">
                  <c:v>6.6650733947754004E-2</c:v>
                </c:pt>
                <c:pt idx="3073">
                  <c:v>0.10122310638427739</c:v>
                </c:pt>
                <c:pt idx="3074">
                  <c:v>0.13579547882080081</c:v>
                </c:pt>
                <c:pt idx="3075">
                  <c:v>7.1687393188476486E-2</c:v>
                </c:pt>
                <c:pt idx="3076">
                  <c:v>5.2505950927734357E-2</c:v>
                </c:pt>
                <c:pt idx="3077">
                  <c:v>3.3324508666992242E-2</c:v>
                </c:pt>
                <c:pt idx="3078">
                  <c:v>6.5400924682617115E-2</c:v>
                </c:pt>
                <c:pt idx="3079">
                  <c:v>4.562753677368156E-2</c:v>
                </c:pt>
                <c:pt idx="3080">
                  <c:v>2.5854148864746001E-2</c:v>
                </c:pt>
                <c:pt idx="3081">
                  <c:v>6.4364204406738235E-2</c:v>
                </c:pt>
                <c:pt idx="3082">
                  <c:v>6.4270935058593714E-2</c:v>
                </c:pt>
                <c:pt idx="3083">
                  <c:v>6.4177665710449208E-2</c:v>
                </c:pt>
                <c:pt idx="3084">
                  <c:v>0.15188987731933581</c:v>
                </c:pt>
                <c:pt idx="3085">
                  <c:v>9.6972656249999997E-2</c:v>
                </c:pt>
                <c:pt idx="3086">
                  <c:v>4.2055435180664159E-2</c:v>
                </c:pt>
                <c:pt idx="3087">
                  <c:v>1.1560363769531257E-2</c:v>
                </c:pt>
                <c:pt idx="3088">
                  <c:v>7.4996566772461346E-3</c:v>
                </c:pt>
                <c:pt idx="3089">
                  <c:v>2.6559677124023521E-2</c:v>
                </c:pt>
                <c:pt idx="3090">
                  <c:v>0.11253078460693366</c:v>
                </c:pt>
                <c:pt idx="3091">
                  <c:v>9.3878574371337953E-2</c:v>
                </c:pt>
                <c:pt idx="3092">
                  <c:v>7.5226364135742241E-2</c:v>
                </c:pt>
                <c:pt idx="3093">
                  <c:v>2.3650016784667969E-2</c:v>
                </c:pt>
                <c:pt idx="3094">
                  <c:v>2.7866535186767544E-2</c:v>
                </c:pt>
                <c:pt idx="3095">
                  <c:v>3.2083053588867122E-2</c:v>
                </c:pt>
                <c:pt idx="3096">
                  <c:v>6.8858413696289034E-2</c:v>
                </c:pt>
                <c:pt idx="3097">
                  <c:v>4.3533153533935533E-2</c:v>
                </c:pt>
                <c:pt idx="3098">
                  <c:v>1.8207893371582032E-2</c:v>
                </c:pt>
                <c:pt idx="3099">
                  <c:v>8.0731430053710959E-2</c:v>
                </c:pt>
                <c:pt idx="3100">
                  <c:v>7.5777568817138638E-2</c:v>
                </c:pt>
                <c:pt idx="3101">
                  <c:v>7.0823707580566317E-2</c:v>
                </c:pt>
                <c:pt idx="3102">
                  <c:v>0.13738883972167967</c:v>
                </c:pt>
                <c:pt idx="3103">
                  <c:v>7.7516555786132813E-2</c:v>
                </c:pt>
                <c:pt idx="3104">
                  <c:v>1.7644271850585938E-2</c:v>
                </c:pt>
                <c:pt idx="3105">
                  <c:v>2.8702239990234482E-2</c:v>
                </c:pt>
                <c:pt idx="3106">
                  <c:v>5.2743415832519638E-2</c:v>
                </c:pt>
                <c:pt idx="3107">
                  <c:v>7.6784591674804795E-2</c:v>
                </c:pt>
                <c:pt idx="3108">
                  <c:v>0.1500964736938476</c:v>
                </c:pt>
                <c:pt idx="3109">
                  <c:v>9.4160900115966714E-2</c:v>
                </c:pt>
                <c:pt idx="3110">
                  <c:v>3.8225326538085837E-2</c:v>
                </c:pt>
                <c:pt idx="3111">
                  <c:v>7.9223213195800668E-2</c:v>
                </c:pt>
                <c:pt idx="3112">
                  <c:v>0.12022109985351552</c:v>
                </c:pt>
                <c:pt idx="3113">
                  <c:v>4.3902168273925679E-2</c:v>
                </c:pt>
                <c:pt idx="3114">
                  <c:v>3.9056453704833953E-2</c:v>
                </c:pt>
                <c:pt idx="3115">
                  <c:v>3.4210739135742241E-2</c:v>
                </c:pt>
                <c:pt idx="3116">
                  <c:v>4.1682472229003995E-2</c:v>
                </c:pt>
                <c:pt idx="3117">
                  <c:v>1.8264999389648484E-2</c:v>
                </c:pt>
                <c:pt idx="3118">
                  <c:v>5.1524734497070315E-3</c:v>
                </c:pt>
                <c:pt idx="3119">
                  <c:v>9.1704940795898394E-3</c:v>
                </c:pt>
                <c:pt idx="3120">
                  <c:v>1.1234893798828081E-2</c:v>
                </c:pt>
                <c:pt idx="3121">
                  <c:v>3.1640281677246002E-2</c:v>
                </c:pt>
                <c:pt idx="3122">
                  <c:v>7.1957359313964964E-2</c:v>
                </c:pt>
                <c:pt idx="3123">
                  <c:v>3.1291294097900449E-2</c:v>
                </c:pt>
                <c:pt idx="3124">
                  <c:v>9.3747711181640641E-3</c:v>
                </c:pt>
                <c:pt idx="3125">
                  <c:v>1.5467033386230478E-2</c:v>
                </c:pt>
                <c:pt idx="3126">
                  <c:v>3.8723945617675802E-2</c:v>
                </c:pt>
                <c:pt idx="3127">
                  <c:v>6.1980857849121121E-2</c:v>
                </c:pt>
                <c:pt idx="3128">
                  <c:v>2.8776969909667917E-2</c:v>
                </c:pt>
                <c:pt idx="3129">
                  <c:v>8.4969406127929664E-2</c:v>
                </c:pt>
                <c:pt idx="3130">
                  <c:v>0.14116184234619142</c:v>
                </c:pt>
                <c:pt idx="3131">
                  <c:v>2.916435241699224E-2</c:v>
                </c:pt>
                <c:pt idx="3132">
                  <c:v>3.9200191497802801E-2</c:v>
                </c:pt>
                <c:pt idx="3133">
                  <c:v>4.9236030578613359E-2</c:v>
                </c:pt>
                <c:pt idx="3134">
                  <c:v>0.14555019378662112</c:v>
                </c:pt>
                <c:pt idx="3135">
                  <c:v>0.12617975234985349</c:v>
                </c:pt>
                <c:pt idx="3136">
                  <c:v>0.10680931091308583</c:v>
                </c:pt>
                <c:pt idx="3137">
                  <c:v>4.5683326721191436E-2</c:v>
                </c:pt>
                <c:pt idx="3138">
                  <c:v>2.168300628662111E-2</c:v>
                </c:pt>
                <c:pt idx="3139">
                  <c:v>2.3173141479492193E-3</c:v>
                </c:pt>
                <c:pt idx="3140">
                  <c:v>3.4401626586914161E-2</c:v>
                </c:pt>
                <c:pt idx="3141">
                  <c:v>4.9969482421874996E-2</c:v>
                </c:pt>
                <c:pt idx="3142">
                  <c:v>6.5537338256835845E-2</c:v>
                </c:pt>
                <c:pt idx="3143">
                  <c:v>6.779136657714839E-3</c:v>
                </c:pt>
                <c:pt idx="3144">
                  <c:v>2.8971176147460909E-2</c:v>
                </c:pt>
                <c:pt idx="3145">
                  <c:v>5.1163215637206959E-2</c:v>
                </c:pt>
                <c:pt idx="3146">
                  <c:v>2.9959487915039041E-3</c:v>
                </c:pt>
                <c:pt idx="3147">
                  <c:v>1.6013031005859411E-2</c:v>
                </c:pt>
                <c:pt idx="3148">
                  <c:v>3.5022010803222724E-2</c:v>
                </c:pt>
                <c:pt idx="3149">
                  <c:v>5.7544326782226476E-3</c:v>
                </c:pt>
                <c:pt idx="3150">
                  <c:v>3.0505943298339864E-2</c:v>
                </c:pt>
                <c:pt idx="3151">
                  <c:v>6.6766319274902397E-2</c:v>
                </c:pt>
                <c:pt idx="3152">
                  <c:v>9.555084228515616E-2</c:v>
                </c:pt>
                <c:pt idx="3153">
                  <c:v>0.11124258041381829</c:v>
                </c:pt>
                <c:pt idx="3154">
                  <c:v>0.12693431854248047</c:v>
                </c:pt>
                <c:pt idx="3155">
                  <c:v>5.9434432983398393E-2</c:v>
                </c:pt>
                <c:pt idx="3156">
                  <c:v>8.1020278930664033E-2</c:v>
                </c:pt>
                <c:pt idx="3157">
                  <c:v>0.10260612487792967</c:v>
                </c:pt>
                <c:pt idx="3158">
                  <c:v>7.3835449218750002E-2</c:v>
                </c:pt>
                <c:pt idx="3159">
                  <c:v>4.8393344879150375E-2</c:v>
                </c:pt>
                <c:pt idx="3160">
                  <c:v>2.2951240539550773E-2</c:v>
                </c:pt>
                <c:pt idx="3161">
                  <c:v>2.6116676330566319E-2</c:v>
                </c:pt>
                <c:pt idx="3162">
                  <c:v>3.0343379974365241E-2</c:v>
                </c:pt>
                <c:pt idx="3163">
                  <c:v>3.457008361816416E-2</c:v>
                </c:pt>
                <c:pt idx="3164">
                  <c:v>9.719043731689464E-2</c:v>
                </c:pt>
                <c:pt idx="3165">
                  <c:v>5.2746105194091834E-2</c:v>
                </c:pt>
                <c:pt idx="3166">
                  <c:v>8.3017730712890633E-3</c:v>
                </c:pt>
                <c:pt idx="3167">
                  <c:v>5.2250976562499996E-2</c:v>
                </c:pt>
                <c:pt idx="3168">
                  <c:v>7.1126918792724592E-2</c:v>
                </c:pt>
                <c:pt idx="3169">
                  <c:v>9.0002861022949202E-2</c:v>
                </c:pt>
                <c:pt idx="3170">
                  <c:v>6.6545104980468717E-3</c:v>
                </c:pt>
                <c:pt idx="3171">
                  <c:v>2.610683441162112E-3</c:v>
                </c:pt>
                <c:pt idx="3172">
                  <c:v>1.1875877380371096E-2</c:v>
                </c:pt>
                <c:pt idx="3173">
                  <c:v>0.12810596466064464</c:v>
                </c:pt>
                <c:pt idx="3174">
                  <c:v>9.3634929656982474E-2</c:v>
                </c:pt>
                <c:pt idx="3175">
                  <c:v>5.9163894653320316E-2</c:v>
                </c:pt>
                <c:pt idx="3176">
                  <c:v>0.12134353637695321</c:v>
                </c:pt>
                <c:pt idx="3177">
                  <c:v>0.11516658782958984</c:v>
                </c:pt>
                <c:pt idx="3178">
                  <c:v>0.10898963928222648</c:v>
                </c:pt>
                <c:pt idx="3179">
                  <c:v>5.8673400878906157E-2</c:v>
                </c:pt>
                <c:pt idx="3180">
                  <c:v>5.4960708618164038E-2</c:v>
                </c:pt>
                <c:pt idx="3181">
                  <c:v>5.1248016357421919E-2</c:v>
                </c:pt>
                <c:pt idx="3182">
                  <c:v>1.3398056030273447E-2</c:v>
                </c:pt>
                <c:pt idx="3183">
                  <c:v>3.820449829101559E-2</c:v>
                </c:pt>
                <c:pt idx="3184">
                  <c:v>6.3010940551757752E-2</c:v>
                </c:pt>
                <c:pt idx="3185">
                  <c:v>2.8766326904296799E-2</c:v>
                </c:pt>
                <c:pt idx="3186">
                  <c:v>5.8660984039306557E-2</c:v>
                </c:pt>
                <c:pt idx="3187">
                  <c:v>8.855564117431633E-2</c:v>
                </c:pt>
                <c:pt idx="3188">
                  <c:v>6.7140083312988236E-2</c:v>
                </c:pt>
                <c:pt idx="3189">
                  <c:v>4.2180690765380849E-2</c:v>
                </c:pt>
                <c:pt idx="3190">
                  <c:v>1.7221298217773448E-2</c:v>
                </c:pt>
                <c:pt idx="3191">
                  <c:v>3.9614868164062553E-3</c:v>
                </c:pt>
                <c:pt idx="3192">
                  <c:v>6.9031333923339861E-3</c:v>
                </c:pt>
                <c:pt idx="3193">
                  <c:v>1.7767753601074226E-2</c:v>
                </c:pt>
                <c:pt idx="3194">
                  <c:v>2.9122238159179678E-2</c:v>
                </c:pt>
                <c:pt idx="3195">
                  <c:v>4.2526245117187438E-2</c:v>
                </c:pt>
                <c:pt idx="3196">
                  <c:v>5.5930252075195197E-2</c:v>
                </c:pt>
                <c:pt idx="3197">
                  <c:v>3.6243553161621117E-2</c:v>
                </c:pt>
                <c:pt idx="3198">
                  <c:v>2.4778690338134783E-2</c:v>
                </c:pt>
                <c:pt idx="3199">
                  <c:v>1.3313827514648447E-2</c:v>
                </c:pt>
                <c:pt idx="3200">
                  <c:v>0.1051127243041992</c:v>
                </c:pt>
                <c:pt idx="3201">
                  <c:v>9.145860671997072E-2</c:v>
                </c:pt>
                <c:pt idx="3202">
                  <c:v>7.7804489135742241E-2</c:v>
                </c:pt>
                <c:pt idx="3203">
                  <c:v>9.2412872314453207E-2</c:v>
                </c:pt>
                <c:pt idx="3204">
                  <c:v>5.4552955627441439E-2</c:v>
                </c:pt>
                <c:pt idx="3205">
                  <c:v>1.6693038940429679E-2</c:v>
                </c:pt>
                <c:pt idx="3206">
                  <c:v>3.5814571380615237E-2</c:v>
                </c:pt>
                <c:pt idx="3207">
                  <c:v>5.4936103820800802E-2</c:v>
                </c:pt>
                <c:pt idx="3208">
                  <c:v>0.14736465454101552</c:v>
                </c:pt>
                <c:pt idx="3209">
                  <c:v>8.7816982269287039E-2</c:v>
                </c:pt>
                <c:pt idx="3210">
                  <c:v>2.8269309997558559E-2</c:v>
                </c:pt>
                <c:pt idx="3211">
                  <c:v>7.2974624633789037E-2</c:v>
                </c:pt>
                <c:pt idx="3212">
                  <c:v>8.7445049285888643E-2</c:v>
                </c:pt>
                <c:pt idx="3213">
                  <c:v>0.10191547393798824</c:v>
                </c:pt>
                <c:pt idx="3214">
                  <c:v>8.6614379882812564E-2</c:v>
                </c:pt>
                <c:pt idx="3215">
                  <c:v>5.028614044189457E-2</c:v>
                </c:pt>
                <c:pt idx="3216">
                  <c:v>1.3957901000976552E-2</c:v>
                </c:pt>
                <c:pt idx="3217">
                  <c:v>2.2152328491210935E-3</c:v>
                </c:pt>
                <c:pt idx="3218">
                  <c:v>3.3147296905517515E-2</c:v>
                </c:pt>
                <c:pt idx="3219">
                  <c:v>6.8509826660156148E-2</c:v>
                </c:pt>
                <c:pt idx="3220">
                  <c:v>1.7945709228515613E-2</c:v>
                </c:pt>
                <c:pt idx="3221">
                  <c:v>4.3697891235351526E-2</c:v>
                </c:pt>
                <c:pt idx="3222">
                  <c:v>6.9450073242187424E-2</c:v>
                </c:pt>
                <c:pt idx="3223">
                  <c:v>9.5283508300781272E-4</c:v>
                </c:pt>
                <c:pt idx="3224">
                  <c:v>9.4291877746582042E-3</c:v>
                </c:pt>
                <c:pt idx="3225">
                  <c:v>1.9811210632324223E-2</c:v>
                </c:pt>
                <c:pt idx="3226">
                  <c:v>0.10682155609130856</c:v>
                </c:pt>
                <c:pt idx="3227">
                  <c:v>9.1695156097412037E-2</c:v>
                </c:pt>
                <c:pt idx="3228">
                  <c:v>7.6568756103515517E-2</c:v>
                </c:pt>
                <c:pt idx="3229">
                  <c:v>0.10690223693847647</c:v>
                </c:pt>
                <c:pt idx="3230">
                  <c:v>5.7475204467773398E-2</c:v>
                </c:pt>
                <c:pt idx="3231">
                  <c:v>8.0481719970703202E-3</c:v>
                </c:pt>
                <c:pt idx="3232">
                  <c:v>1.5380401611328127E-2</c:v>
                </c:pt>
                <c:pt idx="3233">
                  <c:v>4.7954349517822223E-2</c:v>
                </c:pt>
                <c:pt idx="3234">
                  <c:v>8.0528297424316317E-2</c:v>
                </c:pt>
                <c:pt idx="3235">
                  <c:v>4.1293716430664158E-3</c:v>
                </c:pt>
                <c:pt idx="3236">
                  <c:v>2.923839569091799E-2</c:v>
                </c:pt>
                <c:pt idx="3237">
                  <c:v>6.2606163024902392E-2</c:v>
                </c:pt>
                <c:pt idx="3238">
                  <c:v>8.2830848693847603E-2</c:v>
                </c:pt>
                <c:pt idx="3239">
                  <c:v>5.5810546874999999E-2</c:v>
                </c:pt>
                <c:pt idx="3240">
                  <c:v>2.8790245056152398E-2</c:v>
                </c:pt>
                <c:pt idx="3241">
                  <c:v>3.4399108886718717E-2</c:v>
                </c:pt>
                <c:pt idx="3242">
                  <c:v>5.0815830230712837E-2</c:v>
                </c:pt>
                <c:pt idx="3243">
                  <c:v>6.7232551574706964E-2</c:v>
                </c:pt>
                <c:pt idx="3244">
                  <c:v>0.1000443649291992</c:v>
                </c:pt>
                <c:pt idx="3245">
                  <c:v>5.9588985443115236E-2</c:v>
                </c:pt>
                <c:pt idx="3246">
                  <c:v>1.9133605957031254E-2</c:v>
                </c:pt>
                <c:pt idx="3247">
                  <c:v>2.45495223999024E-2</c:v>
                </c:pt>
                <c:pt idx="3248">
                  <c:v>3.0196723937988359E-2</c:v>
                </c:pt>
                <c:pt idx="3249">
                  <c:v>3.5843925476074318E-2</c:v>
                </c:pt>
                <c:pt idx="3250">
                  <c:v>7.0812721252441438E-2</c:v>
                </c:pt>
                <c:pt idx="3251">
                  <c:v>7.3430843353271519E-2</c:v>
                </c:pt>
                <c:pt idx="3252">
                  <c:v>7.60489654541016E-2</c:v>
                </c:pt>
                <c:pt idx="3253">
                  <c:v>7.1920509338378874E-2</c:v>
                </c:pt>
                <c:pt idx="3254">
                  <c:v>4.9750785827636756E-2</c:v>
                </c:pt>
                <c:pt idx="3255">
                  <c:v>2.7581062316894639E-2</c:v>
                </c:pt>
                <c:pt idx="3256">
                  <c:v>5.46402740478516E-2</c:v>
                </c:pt>
                <c:pt idx="3257">
                  <c:v>5.9754238128662159E-2</c:v>
                </c:pt>
                <c:pt idx="3258">
                  <c:v>6.4868202209472717E-2</c:v>
                </c:pt>
                <c:pt idx="3259">
                  <c:v>0.12600780487060537</c:v>
                </c:pt>
                <c:pt idx="3260">
                  <c:v>7.0607128143310494E-2</c:v>
                </c:pt>
                <c:pt idx="3261">
                  <c:v>1.5206451416015614E-2</c:v>
                </c:pt>
                <c:pt idx="3262">
                  <c:v>9.8350753784179665E-2</c:v>
                </c:pt>
                <c:pt idx="3263">
                  <c:v>5.6753826141357405E-2</c:v>
                </c:pt>
                <c:pt idx="3264">
                  <c:v>1.515689849853516E-2</c:v>
                </c:pt>
                <c:pt idx="3265">
                  <c:v>1.1631317138671871E-2</c:v>
                </c:pt>
                <c:pt idx="3266">
                  <c:v>8.6751937866210958E-3</c:v>
                </c:pt>
                <c:pt idx="3267">
                  <c:v>5.7190704345703195E-3</c:v>
                </c:pt>
                <c:pt idx="3268">
                  <c:v>1.7805404663085937E-2</c:v>
                </c:pt>
                <c:pt idx="3269">
                  <c:v>5.1581554412841769E-2</c:v>
                </c:pt>
                <c:pt idx="3270">
                  <c:v>8.5357704162597595E-2</c:v>
                </c:pt>
                <c:pt idx="3271">
                  <c:v>2.1663551330566414E-2</c:v>
                </c:pt>
                <c:pt idx="3272">
                  <c:v>3.1204490661621048E-2</c:v>
                </c:pt>
                <c:pt idx="3273">
                  <c:v>4.0745429992675677E-2</c:v>
                </c:pt>
                <c:pt idx="3274">
                  <c:v>6.0230140686035036E-2</c:v>
                </c:pt>
                <c:pt idx="3275">
                  <c:v>2.9034290313720644E-2</c:v>
                </c:pt>
                <c:pt idx="3276">
                  <c:v>2.1615600585937512E-3</c:v>
                </c:pt>
                <c:pt idx="3277">
                  <c:v>2.160449981689452E-2</c:v>
                </c:pt>
                <c:pt idx="3278">
                  <c:v>7.2328433990478558E-2</c:v>
                </c:pt>
                <c:pt idx="3279">
                  <c:v>0.12305236816406255</c:v>
                </c:pt>
                <c:pt idx="3280">
                  <c:v>6.9166145324706968E-2</c:v>
                </c:pt>
                <c:pt idx="3281">
                  <c:v>2.787775039672848E-2</c:v>
                </c:pt>
                <c:pt idx="3282">
                  <c:v>1.341064453125E-2</c:v>
                </c:pt>
                <c:pt idx="3283">
                  <c:v>4.434276580810536E-2</c:v>
                </c:pt>
                <c:pt idx="3284">
                  <c:v>2.4497909545898401E-2</c:v>
                </c:pt>
                <c:pt idx="3285">
                  <c:v>4.6530532836914157E-3</c:v>
                </c:pt>
                <c:pt idx="3286">
                  <c:v>2.4798088073730479E-2</c:v>
                </c:pt>
                <c:pt idx="3287">
                  <c:v>2.8660354614257758E-2</c:v>
                </c:pt>
                <c:pt idx="3288">
                  <c:v>3.2522621154785041E-2</c:v>
                </c:pt>
                <c:pt idx="3289">
                  <c:v>2.0421295166015613E-2</c:v>
                </c:pt>
                <c:pt idx="3290">
                  <c:v>1.8820152282714841E-2</c:v>
                </c:pt>
                <c:pt idx="3291">
                  <c:v>1.7219009399414061E-2</c:v>
                </c:pt>
                <c:pt idx="3292">
                  <c:v>0.11268058776855479</c:v>
                </c:pt>
                <c:pt idx="3293">
                  <c:v>8.0740013122558671E-2</c:v>
                </c:pt>
                <c:pt idx="3294">
                  <c:v>4.8799438476562561E-2</c:v>
                </c:pt>
                <c:pt idx="3295">
                  <c:v>6.8436355590820327E-2</c:v>
                </c:pt>
                <c:pt idx="3296">
                  <c:v>7.953140258789064E-2</c:v>
                </c:pt>
                <c:pt idx="3297">
                  <c:v>9.0626449584960966E-2</c:v>
                </c:pt>
                <c:pt idx="3298">
                  <c:v>5.1907482147216785E-2</c:v>
                </c:pt>
                <c:pt idx="3299">
                  <c:v>1.3188514709472647E-2</c:v>
                </c:pt>
                <c:pt idx="3300">
                  <c:v>0.12118228912353504</c:v>
                </c:pt>
                <c:pt idx="3301">
                  <c:v>5.9542121887206985E-2</c:v>
                </c:pt>
                <c:pt idx="3302">
                  <c:v>2.0980453491210938E-3</c:v>
                </c:pt>
                <c:pt idx="3303">
                  <c:v>0.38265051389995342</c:v>
                </c:pt>
                <c:pt idx="3304">
                  <c:v>0.26689284575612926</c:v>
                </c:pt>
                <c:pt idx="3305">
                  <c:v>0.1511351776123051</c:v>
                </c:pt>
                <c:pt idx="3306">
                  <c:v>0.10452266693115239</c:v>
                </c:pt>
                <c:pt idx="3307">
                  <c:v>6.3077487945556648E-2</c:v>
                </c:pt>
                <c:pt idx="3308">
                  <c:v>2.1632308959960937E-2</c:v>
                </c:pt>
                <c:pt idx="3309">
                  <c:v>0.14244335174560535</c:v>
                </c:pt>
                <c:pt idx="3310">
                  <c:v>9.4228649139404277E-2</c:v>
                </c:pt>
                <c:pt idx="3311">
                  <c:v>4.6013946533203197E-2</c:v>
                </c:pt>
                <c:pt idx="3312">
                  <c:v>6.3205490112304794E-2</c:v>
                </c:pt>
                <c:pt idx="3313">
                  <c:v>7.0030460357666038E-2</c:v>
                </c:pt>
                <c:pt idx="3314">
                  <c:v>7.6855430603027269E-2</c:v>
                </c:pt>
                <c:pt idx="3315">
                  <c:v>0.11377109527587888</c:v>
                </c:pt>
                <c:pt idx="3316">
                  <c:v>8.3723487854003881E-2</c:v>
                </c:pt>
                <c:pt idx="3317">
                  <c:v>5.3675880432128877E-2</c:v>
                </c:pt>
                <c:pt idx="3318">
                  <c:v>4.1886749267578079E-2</c:v>
                </c:pt>
                <c:pt idx="3319">
                  <c:v>4.118276596069332E-2</c:v>
                </c:pt>
                <c:pt idx="3320">
                  <c:v>4.0478782653808561E-2</c:v>
                </c:pt>
                <c:pt idx="3321">
                  <c:v>3.5330657958984484E-2</c:v>
                </c:pt>
                <c:pt idx="3322">
                  <c:v>1.1647052764892628E-2</c:v>
                </c:pt>
                <c:pt idx="3323">
                  <c:v>1.2036552429199224E-2</c:v>
                </c:pt>
                <c:pt idx="3324">
                  <c:v>6.7780609130859357E-2</c:v>
                </c:pt>
                <c:pt idx="3325">
                  <c:v>7.8340187072753878E-2</c:v>
                </c:pt>
                <c:pt idx="3326">
                  <c:v>8.8899765014648399E-2</c:v>
                </c:pt>
                <c:pt idx="3327">
                  <c:v>3.969360351562512E-2</c:v>
                </c:pt>
                <c:pt idx="3328">
                  <c:v>3.8060131072998118E-2</c:v>
                </c:pt>
                <c:pt idx="3329">
                  <c:v>3.6426658630371117E-2</c:v>
                </c:pt>
                <c:pt idx="3330">
                  <c:v>5.4829444885254E-2</c:v>
                </c:pt>
                <c:pt idx="3331">
                  <c:v>3.7857627868652377E-2</c:v>
                </c:pt>
                <c:pt idx="3332">
                  <c:v>2.0885810852050775E-2</c:v>
                </c:pt>
                <c:pt idx="3333">
                  <c:v>1.6666488647460936E-2</c:v>
                </c:pt>
                <c:pt idx="3334">
                  <c:v>2.0195159912109375E-2</c:v>
                </c:pt>
                <c:pt idx="3335">
                  <c:v>2.3723831176757807E-2</c:v>
                </c:pt>
                <c:pt idx="3336">
                  <c:v>0.44928325271606445</c:v>
                </c:pt>
                <c:pt idx="3337">
                  <c:v>0.43247852449561919</c:v>
                </c:pt>
                <c:pt idx="3338">
                  <c:v>0.3847979276489995</c:v>
                </c:pt>
                <c:pt idx="3339">
                  <c:v>0.44048694314116627</c:v>
                </c:pt>
                <c:pt idx="3340">
                  <c:v>0.38828497877487766</c:v>
                </c:pt>
                <c:pt idx="3341">
                  <c:v>0.43206445750451566</c:v>
                </c:pt>
                <c:pt idx="3342">
                  <c:v>0.43064078530957628</c:v>
                </c:pt>
                <c:pt idx="3343">
                  <c:v>0.38808236650198946</c:v>
                </c:pt>
                <c:pt idx="3344">
                  <c:v>0.20005368232727017</c:v>
                </c:pt>
                <c:pt idx="3345">
                  <c:v>0.12658118247985814</c:v>
                </c:pt>
                <c:pt idx="3346">
                  <c:v>0.42937211060326941</c:v>
                </c:pt>
                <c:pt idx="3347">
                  <c:v>8.775421142578127E-2</c:v>
                </c:pt>
                <c:pt idx="3348">
                  <c:v>4.8065299987793041E-2</c:v>
                </c:pt>
                <c:pt idx="3349">
                  <c:v>3.852355957031256E-2</c:v>
                </c:pt>
                <c:pt idx="3350">
                  <c:v>2.8981819152832079E-2</c:v>
                </c:pt>
                <c:pt idx="3351">
                  <c:v>6.4185218811035033E-2</c:v>
                </c:pt>
                <c:pt idx="3352">
                  <c:v>5.7147502899169922E-2</c:v>
                </c:pt>
                <c:pt idx="3353">
                  <c:v>5.0109786987304797E-2</c:v>
                </c:pt>
                <c:pt idx="3354">
                  <c:v>7.5448493957519513E-2</c:v>
                </c:pt>
                <c:pt idx="3355">
                  <c:v>0.41709685884673003</c:v>
                </c:pt>
                <c:pt idx="3356">
                  <c:v>0.44216294340653856</c:v>
                </c:pt>
                <c:pt idx="3357">
                  <c:v>0.41358654587844335</c:v>
                </c:pt>
                <c:pt idx="3358">
                  <c:v>0.43360436617472542</c:v>
                </c:pt>
                <c:pt idx="3359">
                  <c:v>0.40941493461145223</c:v>
                </c:pt>
                <c:pt idx="3360">
                  <c:v>0.41339583061975055</c:v>
                </c:pt>
                <c:pt idx="3361">
                  <c:v>0.42360469166825443</c:v>
                </c:pt>
                <c:pt idx="3362">
                  <c:v>0.42548800712907814</c:v>
                </c:pt>
                <c:pt idx="3363">
                  <c:v>0.39503872267405199</c:v>
                </c:pt>
                <c:pt idx="3364">
                  <c:v>0.41293221213600839</c:v>
                </c:pt>
                <c:pt idx="3365">
                  <c:v>0.43222291251827522</c:v>
                </c:pt>
                <c:pt idx="3366">
                  <c:v>0.16827000617980972</c:v>
                </c:pt>
                <c:pt idx="3367">
                  <c:v>0.43278821366833103</c:v>
                </c:pt>
                <c:pt idx="3368">
                  <c:v>0.37235779930563523</c:v>
                </c:pt>
                <c:pt idx="3369">
                  <c:v>0.42580028023830668</c:v>
                </c:pt>
                <c:pt idx="3370">
                  <c:v>0.12676797866821241</c:v>
                </c:pt>
                <c:pt idx="3371">
                  <c:v>0.40079486622529847</c:v>
                </c:pt>
                <c:pt idx="3372">
                  <c:v>2.9721794128417918E-2</c:v>
                </c:pt>
                <c:pt idx="3373">
                  <c:v>0.42189166768391928</c:v>
                </c:pt>
                <c:pt idx="3374">
                  <c:v>0.39686060389247518</c:v>
                </c:pt>
                <c:pt idx="3375">
                  <c:v>0.44258065384425455</c:v>
                </c:pt>
                <c:pt idx="3376">
                  <c:v>0.44522360801696781</c:v>
                </c:pt>
                <c:pt idx="3377">
                  <c:v>0.42976097060973384</c:v>
                </c:pt>
                <c:pt idx="3378">
                  <c:v>0.40383178538845893</c:v>
                </c:pt>
                <c:pt idx="3379">
                  <c:v>0.4341073305947441</c:v>
                </c:pt>
                <c:pt idx="3380">
                  <c:v>0.39695342309696158</c:v>
                </c:pt>
                <c:pt idx="3381">
                  <c:v>0.41122033055623364</c:v>
                </c:pt>
                <c:pt idx="3382">
                  <c:v>0.43370770454406743</c:v>
                </c:pt>
                <c:pt idx="3383">
                  <c:v>0.40296783513036238</c:v>
                </c:pt>
                <c:pt idx="3384">
                  <c:v>0.43739358736121137</c:v>
                </c:pt>
                <c:pt idx="3385">
                  <c:v>0.43736590845444623</c:v>
                </c:pt>
                <c:pt idx="3386">
                  <c:v>0.40849018469089415</c:v>
                </c:pt>
                <c:pt idx="3387">
                  <c:v>0.4061463786709692</c:v>
                </c:pt>
                <c:pt idx="3388">
                  <c:v>0.13113424301147431</c:v>
                </c:pt>
                <c:pt idx="3389">
                  <c:v>0.42447581881568541</c:v>
                </c:pt>
                <c:pt idx="3390">
                  <c:v>0.14024980545043891</c:v>
                </c:pt>
                <c:pt idx="3391">
                  <c:v>0.14016605377197272</c:v>
                </c:pt>
                <c:pt idx="3392">
                  <c:v>9.9094390869140635E-3</c:v>
                </c:pt>
                <c:pt idx="3393">
                  <c:v>4.2765426635742194E-3</c:v>
                </c:pt>
                <c:pt idx="3394">
                  <c:v>1.3563537597656257E-3</c:v>
                </c:pt>
                <c:pt idx="3395">
                  <c:v>2.9822044372558559E-2</c:v>
                </c:pt>
                <c:pt idx="3396">
                  <c:v>5.0213127136230482E-2</c:v>
                </c:pt>
                <c:pt idx="3397">
                  <c:v>7.060420989990239E-2</c:v>
                </c:pt>
                <c:pt idx="3398">
                  <c:v>6.8810234069824325E-2</c:v>
                </c:pt>
                <c:pt idx="3399">
                  <c:v>6.0495586395263763E-2</c:v>
                </c:pt>
                <c:pt idx="3400">
                  <c:v>5.2180938720703195E-2</c:v>
                </c:pt>
                <c:pt idx="3401">
                  <c:v>7.7643699645996003E-2</c:v>
                </c:pt>
                <c:pt idx="3402">
                  <c:v>4.2503013610839788E-2</c:v>
                </c:pt>
                <c:pt idx="3403">
                  <c:v>7.3623275756835834E-3</c:v>
                </c:pt>
                <c:pt idx="3404">
                  <c:v>1.876258850097655E-3</c:v>
                </c:pt>
                <c:pt idx="3405">
                  <c:v>4.9513549804687529E-2</c:v>
                </c:pt>
                <c:pt idx="3406">
                  <c:v>0.10090335845947272</c:v>
                </c:pt>
                <c:pt idx="3407">
                  <c:v>3.5035400390625117E-2</c:v>
                </c:pt>
                <c:pt idx="3408">
                  <c:v>3.4090919494628995E-2</c:v>
                </c:pt>
                <c:pt idx="3409">
                  <c:v>3.314643859863288E-2</c:v>
                </c:pt>
                <c:pt idx="3410">
                  <c:v>2.7239570617675679E-2</c:v>
                </c:pt>
                <c:pt idx="3411">
                  <c:v>2.3599376678466743E-2</c:v>
                </c:pt>
                <c:pt idx="3412">
                  <c:v>1.995918273925781E-2</c:v>
                </c:pt>
                <c:pt idx="3413">
                  <c:v>4.3779602050781283E-2</c:v>
                </c:pt>
                <c:pt idx="3414">
                  <c:v>2.3146591186523451E-2</c:v>
                </c:pt>
                <c:pt idx="3415">
                  <c:v>2.5135803222656157E-3</c:v>
                </c:pt>
                <c:pt idx="3416">
                  <c:v>7.8339500427245995E-2</c:v>
                </c:pt>
                <c:pt idx="3417">
                  <c:v>6.0841197967529279E-2</c:v>
                </c:pt>
                <c:pt idx="3418">
                  <c:v>4.3342895507812555E-2</c:v>
                </c:pt>
                <c:pt idx="3419">
                  <c:v>4.8294982910156152E-2</c:v>
                </c:pt>
                <c:pt idx="3420">
                  <c:v>1.6968154907226515E-2</c:v>
                </c:pt>
                <c:pt idx="3421">
                  <c:v>1.4358673095703128E-2</c:v>
                </c:pt>
                <c:pt idx="3422">
                  <c:v>1.1826438903808583E-2</c:v>
                </c:pt>
                <c:pt idx="3423">
                  <c:v>1.3208599090576189E-2</c:v>
                </c:pt>
                <c:pt idx="3424">
                  <c:v>3.8243637084960959E-2</c:v>
                </c:pt>
                <c:pt idx="3425">
                  <c:v>2.5109367370605359E-2</c:v>
                </c:pt>
                <c:pt idx="3426">
                  <c:v>0.2163366869876259</c:v>
                </c:pt>
                <c:pt idx="3427">
                  <c:v>0.40756400660464653</c:v>
                </c:pt>
                <c:pt idx="3428">
                  <c:v>0.42064758868550134</c:v>
                </c:pt>
                <c:pt idx="3429">
                  <c:v>0.43762660308317708</c:v>
                </c:pt>
                <c:pt idx="3430">
                  <c:v>0.44181378600176641</c:v>
                </c:pt>
                <c:pt idx="3431">
                  <c:v>0.43962981285305208</c:v>
                </c:pt>
                <c:pt idx="3432">
                  <c:v>0.42966724241102061</c:v>
                </c:pt>
                <c:pt idx="3433">
                  <c:v>0.42617031521267373</c:v>
                </c:pt>
                <c:pt idx="3434">
                  <c:v>0.39824406284568575</c:v>
                </c:pt>
                <c:pt idx="3435">
                  <c:v>0.43587257139144409</c:v>
                </c:pt>
                <c:pt idx="3436">
                  <c:v>0.44930791800014519</c:v>
                </c:pt>
                <c:pt idx="3437">
                  <c:v>0.44829152651186349</c:v>
                </c:pt>
                <c:pt idx="3438">
                  <c:v>0.44841726909984236</c:v>
                </c:pt>
                <c:pt idx="3439">
                  <c:v>0.37816208831171472</c:v>
                </c:pt>
                <c:pt idx="3440">
                  <c:v>0.45935974133830632</c:v>
                </c:pt>
                <c:pt idx="3441">
                  <c:v>0.46292184687372456</c:v>
                </c:pt>
                <c:pt idx="3442">
                  <c:v>0.41843711538875805</c:v>
                </c:pt>
                <c:pt idx="3443">
                  <c:v>7.6490249633789031E-2</c:v>
                </c:pt>
                <c:pt idx="3444">
                  <c:v>9.220375061035159E-2</c:v>
                </c:pt>
                <c:pt idx="3445">
                  <c:v>0.10791725158691415</c:v>
                </c:pt>
                <c:pt idx="3446">
                  <c:v>0.13842090606689456</c:v>
                </c:pt>
                <c:pt idx="3447">
                  <c:v>0.43477668081011084</c:v>
                </c:pt>
                <c:pt idx="3448">
                  <c:v>0.13760353088378918</c:v>
                </c:pt>
                <c:pt idx="3449">
                  <c:v>0.41620983298498243</c:v>
                </c:pt>
                <c:pt idx="3450">
                  <c:v>0.47532277060336747</c:v>
                </c:pt>
                <c:pt idx="3451">
                  <c:v>0.45022399504755573</c:v>
                </c:pt>
                <c:pt idx="3452">
                  <c:v>0.41217759690194755</c:v>
                </c:pt>
                <c:pt idx="3453">
                  <c:v>0.42505595574012189</c:v>
                </c:pt>
                <c:pt idx="3454">
                  <c:v>0.41062158003085991</c:v>
                </c:pt>
                <c:pt idx="3455">
                  <c:v>0.38946891345566137</c:v>
                </c:pt>
                <c:pt idx="3456">
                  <c:v>0.42036431485310977</c:v>
                </c:pt>
                <c:pt idx="3457">
                  <c:v>0.43730327338226566</c:v>
                </c:pt>
                <c:pt idx="3458">
                  <c:v>0.44513388862072584</c:v>
                </c:pt>
                <c:pt idx="3459">
                  <c:v>0.42239048321026196</c:v>
                </c:pt>
                <c:pt idx="3460">
                  <c:v>0.42851066607098254</c:v>
                </c:pt>
                <c:pt idx="3461">
                  <c:v>0.40722129173998556</c:v>
                </c:pt>
                <c:pt idx="3462">
                  <c:v>0.41251305568919466</c:v>
                </c:pt>
                <c:pt idx="3463">
                  <c:v>0.42842320960864677</c:v>
                </c:pt>
                <c:pt idx="3464">
                  <c:v>0.41757406711578382</c:v>
                </c:pt>
                <c:pt idx="3465">
                  <c:v>0.44057730921056903</c:v>
                </c:pt>
                <c:pt idx="3466">
                  <c:v>0.40691741653110675</c:v>
                </c:pt>
                <c:pt idx="3467">
                  <c:v>0.43752603357488468</c:v>
                </c:pt>
                <c:pt idx="3468">
                  <c:v>0.42237448362870644</c:v>
                </c:pt>
                <c:pt idx="3469">
                  <c:v>0.428266151362452</c:v>
                </c:pt>
                <c:pt idx="3470">
                  <c:v>0.25390327453613304</c:v>
                </c:pt>
                <c:pt idx="3471">
                  <c:v>0.44590884853053719</c:v>
                </c:pt>
                <c:pt idx="3472">
                  <c:v>2.8384323120117121E-2</c:v>
                </c:pt>
                <c:pt idx="3473">
                  <c:v>4.4411544799804796E-2</c:v>
                </c:pt>
                <c:pt idx="3474">
                  <c:v>5.9080467224121115E-2</c:v>
                </c:pt>
                <c:pt idx="3475">
                  <c:v>7.3749389648437427E-2</c:v>
                </c:pt>
                <c:pt idx="3476">
                  <c:v>4.6185264587402394E-2</c:v>
                </c:pt>
                <c:pt idx="3477">
                  <c:v>1.7713108062744166E-2</c:v>
                </c:pt>
                <c:pt idx="3478">
                  <c:v>1.0759048461914065E-2</c:v>
                </c:pt>
                <c:pt idx="3479">
                  <c:v>0.13332344055175777</c:v>
                </c:pt>
                <c:pt idx="3480">
                  <c:v>0.10950634002685548</c:v>
                </c:pt>
                <c:pt idx="3481">
                  <c:v>8.5689239501953202E-2</c:v>
                </c:pt>
                <c:pt idx="3482">
                  <c:v>5.9703655242919922E-2</c:v>
                </c:pt>
                <c:pt idx="3483">
                  <c:v>3.3718070983886635E-2</c:v>
                </c:pt>
                <c:pt idx="3484">
                  <c:v>2.1073493957519521E-2</c:v>
                </c:pt>
                <c:pt idx="3485">
                  <c:v>4.8012886047363243E-2</c:v>
                </c:pt>
                <c:pt idx="3486">
                  <c:v>7.4952278137206965E-2</c:v>
                </c:pt>
                <c:pt idx="3487">
                  <c:v>1.817916870117187E-2</c:v>
                </c:pt>
                <c:pt idx="3488">
                  <c:v>0.28420756946910503</c:v>
                </c:pt>
                <c:pt idx="3489">
                  <c:v>0.35167442488844375</c:v>
                </c:pt>
                <c:pt idx="3490">
                  <c:v>0.43459402987831514</c:v>
                </c:pt>
                <c:pt idx="3491">
                  <c:v>0.43089767269971913</c:v>
                </c:pt>
                <c:pt idx="3492">
                  <c:v>1.1629600524902351E-2</c:v>
                </c:pt>
                <c:pt idx="3493">
                  <c:v>9.9723815917968708E-3</c:v>
                </c:pt>
                <c:pt idx="3494">
                  <c:v>0.42966715725985438</c:v>
                </c:pt>
                <c:pt idx="3495">
                  <c:v>0.38728530296912567</c:v>
                </c:pt>
                <c:pt idx="3496">
                  <c:v>0.42698964405059803</c:v>
                </c:pt>
                <c:pt idx="3497">
                  <c:v>0.35048194261030702</c:v>
                </c:pt>
                <c:pt idx="3498">
                  <c:v>0.41224157100101155</c:v>
                </c:pt>
                <c:pt idx="3499">
                  <c:v>0.43196047752569089</c:v>
                </c:pt>
                <c:pt idx="3500">
                  <c:v>0.41140975342995212</c:v>
                </c:pt>
                <c:pt idx="3501">
                  <c:v>0.35586950119227578</c:v>
                </c:pt>
                <c:pt idx="3502">
                  <c:v>0.41988570191139379</c:v>
                </c:pt>
                <c:pt idx="3503">
                  <c:v>0.43711537145799217</c:v>
                </c:pt>
                <c:pt idx="3504">
                  <c:v>0.13376277923584018</c:v>
                </c:pt>
                <c:pt idx="3505">
                  <c:v>0.15019537353515583</c:v>
                </c:pt>
                <c:pt idx="3506">
                  <c:v>0.18580547332763614</c:v>
                </c:pt>
                <c:pt idx="3507">
                  <c:v>0.44003189120672448</c:v>
                </c:pt>
                <c:pt idx="3508">
                  <c:v>0.39953112202305957</c:v>
                </c:pt>
                <c:pt idx="3509">
                  <c:v>0.43689491701126104</c:v>
                </c:pt>
                <c:pt idx="3510">
                  <c:v>0.12914733886718738</c:v>
                </c:pt>
                <c:pt idx="3511">
                  <c:v>5.7313385009765516E-2</c:v>
                </c:pt>
                <c:pt idx="3512">
                  <c:v>0.43011269748210912</c:v>
                </c:pt>
                <c:pt idx="3513">
                  <c:v>0.40619447940104708</c:v>
                </c:pt>
                <c:pt idx="3514">
                  <c:v>3.7281074523925678E-2</c:v>
                </c:pt>
                <c:pt idx="3515">
                  <c:v>0.22975666943718398</c:v>
                </c:pt>
                <c:pt idx="3516">
                  <c:v>0.42223226435044225</c:v>
                </c:pt>
                <c:pt idx="3517">
                  <c:v>0.43248880898080222</c:v>
                </c:pt>
                <c:pt idx="3518">
                  <c:v>0.3713717666524925</c:v>
                </c:pt>
                <c:pt idx="3519">
                  <c:v>7.4878578186035036E-2</c:v>
                </c:pt>
                <c:pt idx="3520">
                  <c:v>7.6490249633789031E-2</c:v>
                </c:pt>
                <c:pt idx="3521">
                  <c:v>0.43302793566385894</c:v>
                </c:pt>
                <c:pt idx="3522">
                  <c:v>0.4434378996891763</c:v>
                </c:pt>
                <c:pt idx="3523">
                  <c:v>0.42244079752864994</c:v>
                </c:pt>
                <c:pt idx="3524">
                  <c:v>0.40067232209378062</c:v>
                </c:pt>
                <c:pt idx="3525">
                  <c:v>0.4218468048572539</c:v>
                </c:pt>
                <c:pt idx="3526">
                  <c:v>0.3728520665849957</c:v>
                </c:pt>
                <c:pt idx="3527">
                  <c:v>0.43503064282172543</c:v>
                </c:pt>
                <c:pt idx="3528">
                  <c:v>0.41443279444706904</c:v>
                </c:pt>
                <c:pt idx="3529">
                  <c:v>0.42786151336845646</c:v>
                </c:pt>
                <c:pt idx="3530">
                  <c:v>0.44770269335617652</c:v>
                </c:pt>
                <c:pt idx="3531">
                  <c:v>0.42405168221060158</c:v>
                </c:pt>
                <c:pt idx="3532">
                  <c:v>0.43868918579894228</c:v>
                </c:pt>
                <c:pt idx="3533">
                  <c:v>0.45678927129628705</c:v>
                </c:pt>
                <c:pt idx="3534">
                  <c:v>0.4342038262304071</c:v>
                </c:pt>
                <c:pt idx="3535">
                  <c:v>0.42299940062446822</c:v>
                </c:pt>
                <c:pt idx="3536">
                  <c:v>0.41560166751637173</c:v>
                </c:pt>
                <c:pt idx="3537">
                  <c:v>0.40844364484151208</c:v>
                </c:pt>
                <c:pt idx="3538">
                  <c:v>0.42013627195358277</c:v>
                </c:pt>
                <c:pt idx="3539">
                  <c:v>0.44376850774732679</c:v>
                </c:pt>
                <c:pt idx="3540">
                  <c:v>0.41192924545610782</c:v>
                </c:pt>
                <c:pt idx="3541">
                  <c:v>0.43808792586373796</c:v>
                </c:pt>
                <c:pt idx="3542">
                  <c:v>0.43954087840700617</c:v>
                </c:pt>
                <c:pt idx="3543">
                  <c:v>0.43791162472326789</c:v>
                </c:pt>
                <c:pt idx="3544">
                  <c:v>0.39555793295735903</c:v>
                </c:pt>
                <c:pt idx="3545">
                  <c:v>0.41680409276426711</c:v>
                </c:pt>
                <c:pt idx="3546">
                  <c:v>0.42681750268051294</c:v>
                </c:pt>
                <c:pt idx="3547">
                  <c:v>0.41256918332156017</c:v>
                </c:pt>
                <c:pt idx="3548">
                  <c:v>0.44392529617656357</c:v>
                </c:pt>
                <c:pt idx="3549">
                  <c:v>0.44653038438161202</c:v>
                </c:pt>
                <c:pt idx="3550">
                  <c:v>0.41520171339725731</c:v>
                </c:pt>
                <c:pt idx="3551">
                  <c:v>0.42043266897332182</c:v>
                </c:pt>
                <c:pt idx="3552">
                  <c:v>0.40577262237292366</c:v>
                </c:pt>
                <c:pt idx="3553">
                  <c:v>0.41642972889513069</c:v>
                </c:pt>
                <c:pt idx="3554">
                  <c:v>0.43612212044852111</c:v>
                </c:pt>
                <c:pt idx="3555">
                  <c:v>0.42200758756824719</c:v>
                </c:pt>
                <c:pt idx="3556">
                  <c:v>0.43303149798444218</c:v>
                </c:pt>
                <c:pt idx="3557">
                  <c:v>0.46430374825354848</c:v>
                </c:pt>
                <c:pt idx="3558">
                  <c:v>0.39943678416614037</c:v>
                </c:pt>
                <c:pt idx="3559">
                  <c:v>0.41386440700954868</c:v>
                </c:pt>
                <c:pt idx="3560">
                  <c:v>0.41892936119666474</c:v>
                </c:pt>
                <c:pt idx="3561">
                  <c:v>2.8227081298828078E-2</c:v>
                </c:pt>
                <c:pt idx="3562">
                  <c:v>0.12013687133789065</c:v>
                </c:pt>
                <c:pt idx="3563">
                  <c:v>8.7878608703613234E-2</c:v>
                </c:pt>
                <c:pt idx="3564">
                  <c:v>5.5620346069335837E-2</c:v>
                </c:pt>
                <c:pt idx="3565">
                  <c:v>7.542297363281257E-2</c:v>
                </c:pt>
                <c:pt idx="3566">
                  <c:v>7.4958171844482474E-2</c:v>
                </c:pt>
                <c:pt idx="3567">
                  <c:v>7.4493370056152391E-2</c:v>
                </c:pt>
                <c:pt idx="3568">
                  <c:v>7.4061355590820319E-2</c:v>
                </c:pt>
                <c:pt idx="3569">
                  <c:v>0.16079275131225562</c:v>
                </c:pt>
                <c:pt idx="3570">
                  <c:v>0.41251817712831745</c:v>
                </c:pt>
                <c:pt idx="3571">
                  <c:v>0.41774365029683902</c:v>
                </c:pt>
                <c:pt idx="3572">
                  <c:v>0.43359757785139413</c:v>
                </c:pt>
                <c:pt idx="3573">
                  <c:v>0.4187499501546223</c:v>
                </c:pt>
                <c:pt idx="3574">
                  <c:v>0.41701447785790291</c:v>
                </c:pt>
                <c:pt idx="3575">
                  <c:v>0.35698285777917071</c:v>
                </c:pt>
                <c:pt idx="3576">
                  <c:v>0.41903393419165363</c:v>
                </c:pt>
                <c:pt idx="3577">
                  <c:v>0.42794082809897038</c:v>
                </c:pt>
                <c:pt idx="3578">
                  <c:v>0.39978199123107289</c:v>
                </c:pt>
                <c:pt idx="3579">
                  <c:v>0.43719723445613207</c:v>
                </c:pt>
                <c:pt idx="3580">
                  <c:v>0.43631808180375525</c:v>
                </c:pt>
                <c:pt idx="3581">
                  <c:v>0.44275972027081273</c:v>
                </c:pt>
                <c:pt idx="3582">
                  <c:v>0.41930262097840965</c:v>
                </c:pt>
                <c:pt idx="3583">
                  <c:v>0.43649945800517398</c:v>
                </c:pt>
                <c:pt idx="3584">
                  <c:v>0.40521194538317229</c:v>
                </c:pt>
                <c:pt idx="3585">
                  <c:v>1.9464340209960938E-2</c:v>
                </c:pt>
                <c:pt idx="3586">
                  <c:v>3.1803302764892634E-2</c:v>
                </c:pt>
                <c:pt idx="3587">
                  <c:v>4.414226531982432E-2</c:v>
                </c:pt>
                <c:pt idx="3588">
                  <c:v>2.9064445495605357E-2</c:v>
                </c:pt>
                <c:pt idx="3589">
                  <c:v>2.2845382690429631E-2</c:v>
                </c:pt>
                <c:pt idx="3590">
                  <c:v>1.6626319885253902E-2</c:v>
                </c:pt>
                <c:pt idx="3591">
                  <c:v>1.4300537109374999E-2</c:v>
                </c:pt>
                <c:pt idx="3592">
                  <c:v>0.44976689628932781</c:v>
                </c:pt>
                <c:pt idx="3593">
                  <c:v>0.43070385133066463</c:v>
                </c:pt>
                <c:pt idx="3594">
                  <c:v>0.46043204981252683</c:v>
                </c:pt>
                <c:pt idx="3595">
                  <c:v>0.4352639081800308</c:v>
                </c:pt>
                <c:pt idx="3596">
                  <c:v>0.41178670201982781</c:v>
                </c:pt>
                <c:pt idx="3597">
                  <c:v>0.38409260521250327</c:v>
                </c:pt>
                <c:pt idx="3598">
                  <c:v>0.42624831192785018</c:v>
                </c:pt>
                <c:pt idx="3599">
                  <c:v>0.4229654292818868</c:v>
                </c:pt>
                <c:pt idx="3600">
                  <c:v>0.42725255810937218</c:v>
                </c:pt>
                <c:pt idx="3601">
                  <c:v>0.44403387576858427</c:v>
                </c:pt>
                <c:pt idx="3602">
                  <c:v>0.43831230222534001</c:v>
                </c:pt>
                <c:pt idx="3603">
                  <c:v>0.43529222293016373</c:v>
                </c:pt>
                <c:pt idx="3604">
                  <c:v>0.40912711368517918</c:v>
                </c:pt>
                <c:pt idx="3605">
                  <c:v>0.4209792888334013</c:v>
                </c:pt>
                <c:pt idx="3606">
                  <c:v>0.425823331159704</c:v>
                </c:pt>
                <c:pt idx="3607">
                  <c:v>0.41238561342088437</c:v>
                </c:pt>
                <c:pt idx="3608">
                  <c:v>0.40609630058551655</c:v>
                </c:pt>
                <c:pt idx="3609">
                  <c:v>0.36468979883193986</c:v>
                </c:pt>
                <c:pt idx="3610">
                  <c:v>0.33605458064337046</c:v>
                </c:pt>
                <c:pt idx="3611">
                  <c:v>0.30741936245480112</c:v>
                </c:pt>
                <c:pt idx="3612">
                  <c:v>7.6923408508300789E-2</c:v>
                </c:pt>
                <c:pt idx="3613">
                  <c:v>5.8723812103271517E-2</c:v>
                </c:pt>
                <c:pt idx="3614">
                  <c:v>4.0524215698242237E-2</c:v>
                </c:pt>
                <c:pt idx="3615">
                  <c:v>2.8932037353515516E-2</c:v>
                </c:pt>
                <c:pt idx="3616">
                  <c:v>0.40792088443793134</c:v>
                </c:pt>
                <c:pt idx="3617">
                  <c:v>0.40345867549147557</c:v>
                </c:pt>
                <c:pt idx="3618">
                  <c:v>0.40860865748205843</c:v>
                </c:pt>
                <c:pt idx="3619">
                  <c:v>0.40150555610656752</c:v>
                </c:pt>
                <c:pt idx="3620">
                  <c:v>0.42722723883838704</c:v>
                </c:pt>
                <c:pt idx="3621">
                  <c:v>0.39363276386260992</c:v>
                </c:pt>
                <c:pt idx="3622">
                  <c:v>0.41147958296932008</c:v>
                </c:pt>
                <c:pt idx="3623">
                  <c:v>0.43562978125237795</c:v>
                </c:pt>
                <c:pt idx="3624">
                  <c:v>0.43181868263844692</c:v>
                </c:pt>
                <c:pt idx="3625">
                  <c:v>0.42921034753322612</c:v>
                </c:pt>
                <c:pt idx="3626">
                  <c:v>0.4314231937809993</c:v>
                </c:pt>
                <c:pt idx="3627">
                  <c:v>0.43589857836072932</c:v>
                </c:pt>
                <c:pt idx="3628">
                  <c:v>0.40892269268214143</c:v>
                </c:pt>
                <c:pt idx="3629">
                  <c:v>0.41455623581403794</c:v>
                </c:pt>
                <c:pt idx="3630">
                  <c:v>0.42871044007022829</c:v>
                </c:pt>
                <c:pt idx="3631">
                  <c:v>0.42431111125202925</c:v>
                </c:pt>
                <c:pt idx="3632">
                  <c:v>2.026130676269532E-2</c:v>
                </c:pt>
                <c:pt idx="3633">
                  <c:v>5.4811019897460955E-2</c:v>
                </c:pt>
                <c:pt idx="3634">
                  <c:v>6.573337554931645E-2</c:v>
                </c:pt>
                <c:pt idx="3635">
                  <c:v>7.6655731201171917E-2</c:v>
                </c:pt>
                <c:pt idx="3636">
                  <c:v>6.7354202270507764E-3</c:v>
                </c:pt>
                <c:pt idx="3637">
                  <c:v>7.4832344055175797E-3</c:v>
                </c:pt>
                <c:pt idx="3638">
                  <c:v>8.2310485839843829E-3</c:v>
                </c:pt>
                <c:pt idx="3639">
                  <c:v>7.9013442993164165E-3</c:v>
                </c:pt>
                <c:pt idx="3640">
                  <c:v>3.2556152343749998E-3</c:v>
                </c:pt>
                <c:pt idx="3641">
                  <c:v>1.4412574768066415E-2</c:v>
                </c:pt>
                <c:pt idx="3642">
                  <c:v>5.518009185791016E-2</c:v>
                </c:pt>
                <c:pt idx="3643">
                  <c:v>0.2312287596293858</c:v>
                </c:pt>
                <c:pt idx="3644">
                  <c:v>0.40727742740086148</c:v>
                </c:pt>
                <c:pt idx="3645">
                  <c:v>0.40377068729723925</c:v>
                </c:pt>
                <c:pt idx="3646">
                  <c:v>0.44643899858612374</c:v>
                </c:pt>
                <c:pt idx="3647">
                  <c:v>0.41970336766396799</c:v>
                </c:pt>
                <c:pt idx="3648">
                  <c:v>0.10057216644287112</c:v>
                </c:pt>
                <c:pt idx="3649">
                  <c:v>0.40203855514526349</c:v>
                </c:pt>
                <c:pt idx="3650">
                  <c:v>0.11684619903564451</c:v>
                </c:pt>
                <c:pt idx="3651">
                  <c:v>1.0271072387695321E-2</c:v>
                </c:pt>
                <c:pt idx="3652">
                  <c:v>0.42770899683237068</c:v>
                </c:pt>
                <c:pt idx="3653">
                  <c:v>0.39744450407208137</c:v>
                </c:pt>
                <c:pt idx="3654">
                  <c:v>0.43230645282848473</c:v>
                </c:pt>
                <c:pt idx="3655">
                  <c:v>0.19233901977539028</c:v>
                </c:pt>
                <c:pt idx="3656">
                  <c:v>0.44124291670949828</c:v>
                </c:pt>
                <c:pt idx="3657">
                  <c:v>0.12235488891601529</c:v>
                </c:pt>
                <c:pt idx="3658">
                  <c:v>7.4163970947265456E-2</c:v>
                </c:pt>
                <c:pt idx="3659">
                  <c:v>2.597305297851564E-2</c:v>
                </c:pt>
                <c:pt idx="3660">
                  <c:v>0.10018020629882808</c:v>
                </c:pt>
                <c:pt idx="3661">
                  <c:v>7.3070755004882762E-2</c:v>
                </c:pt>
                <c:pt idx="3662">
                  <c:v>4.5961303710937436E-2</c:v>
                </c:pt>
                <c:pt idx="3663">
                  <c:v>3.7497825622558559E-2</c:v>
                </c:pt>
                <c:pt idx="3664">
                  <c:v>1.5945110321044908E-2</c:v>
                </c:pt>
                <c:pt idx="3665">
                  <c:v>5.6076049804687439E-3</c:v>
                </c:pt>
                <c:pt idx="3666">
                  <c:v>0.201098150055984</c:v>
                </c:pt>
                <c:pt idx="3667">
                  <c:v>0.40780390509243675</c:v>
                </c:pt>
                <c:pt idx="3668">
                  <c:v>0.40482050962226351</c:v>
                </c:pt>
                <c:pt idx="3669">
                  <c:v>0.42711476233697687</c:v>
                </c:pt>
                <c:pt idx="3670">
                  <c:v>0.43586556087840694</c:v>
                </c:pt>
                <c:pt idx="3671">
                  <c:v>0.41408040223298254</c:v>
                </c:pt>
                <c:pt idx="3672">
                  <c:v>0.43678642426561198</c:v>
                </c:pt>
                <c:pt idx="3673">
                  <c:v>0.38183979658647021</c:v>
                </c:pt>
                <c:pt idx="3674">
                  <c:v>0.41626484454878226</c:v>
                </c:pt>
                <c:pt idx="3675">
                  <c:v>0.42811599650281534</c:v>
                </c:pt>
                <c:pt idx="3676">
                  <c:v>0.43590920387430382</c:v>
                </c:pt>
                <c:pt idx="3677">
                  <c:v>0.44460395661911162</c:v>
                </c:pt>
                <c:pt idx="3678">
                  <c:v>0.44164874031617468</c:v>
                </c:pt>
                <c:pt idx="3679">
                  <c:v>0.4346381892959964</c:v>
                </c:pt>
                <c:pt idx="3680">
                  <c:v>0.43874058572869562</c:v>
                </c:pt>
                <c:pt idx="3681">
                  <c:v>0.25650774403622278</c:v>
                </c:pt>
                <c:pt idx="3682">
                  <c:v>7.4274902343749991E-2</c:v>
                </c:pt>
                <c:pt idx="3683">
                  <c:v>0.18047412872314475</c:v>
                </c:pt>
                <c:pt idx="3684">
                  <c:v>6.4212684631347605E-2</c:v>
                </c:pt>
                <c:pt idx="3685">
                  <c:v>0.41940872983813776</c:v>
                </c:pt>
                <c:pt idx="3686">
                  <c:v>0.41809208198829934</c:v>
                </c:pt>
                <c:pt idx="3687">
                  <c:v>0.36804449353899266</c:v>
                </c:pt>
                <c:pt idx="3688">
                  <c:v>0.39715025359509026</c:v>
                </c:pt>
                <c:pt idx="3689">
                  <c:v>0.42587080192565901</c:v>
                </c:pt>
                <c:pt idx="3690">
                  <c:v>0.23045184230804441</c:v>
                </c:pt>
                <c:pt idx="3691">
                  <c:v>3.503288269042968E-2</c:v>
                </c:pt>
                <c:pt idx="3692">
                  <c:v>0.40697171549643235</c:v>
                </c:pt>
                <c:pt idx="3693">
                  <c:v>0.43966945439168853</c:v>
                </c:pt>
                <c:pt idx="3694">
                  <c:v>0.35884742904495404</c:v>
                </c:pt>
                <c:pt idx="3695">
                  <c:v>0.43074548788631661</c:v>
                </c:pt>
                <c:pt idx="3696">
                  <c:v>0.44196793874104823</c:v>
                </c:pt>
                <c:pt idx="3697">
                  <c:v>0.4247041702270507</c:v>
                </c:pt>
                <c:pt idx="3698">
                  <c:v>0.40996719865237968</c:v>
                </c:pt>
                <c:pt idx="3699">
                  <c:v>0.39383806092398521</c:v>
                </c:pt>
                <c:pt idx="3700">
                  <c:v>0.41338462668405451</c:v>
                </c:pt>
                <c:pt idx="3701">
                  <c:v>0.4016853169032506</c:v>
                </c:pt>
                <c:pt idx="3702">
                  <c:v>0.32334723663330073</c:v>
                </c:pt>
                <c:pt idx="3703">
                  <c:v>0.43514992321927126</c:v>
                </c:pt>
                <c:pt idx="3704">
                  <c:v>0.13241546630859383</c:v>
                </c:pt>
                <c:pt idx="3705">
                  <c:v>0.41502530221720674</c:v>
                </c:pt>
                <c:pt idx="3706">
                  <c:v>0.12527877807617227</c:v>
                </c:pt>
                <c:pt idx="3707">
                  <c:v>1.0645866394042969E-2</c:v>
                </c:pt>
                <c:pt idx="3708">
                  <c:v>1.9692077636718756E-2</c:v>
                </c:pt>
                <c:pt idx="3709">
                  <c:v>5.0030021667480482E-2</c:v>
                </c:pt>
                <c:pt idx="3710">
                  <c:v>7.380535125732432E-2</c:v>
                </c:pt>
                <c:pt idx="3711">
                  <c:v>4.5674114227294969E-2</c:v>
                </c:pt>
                <c:pt idx="3712">
                  <c:v>1.7542877197265615E-2</c:v>
                </c:pt>
                <c:pt idx="3713">
                  <c:v>0.46060070778559725</c:v>
                </c:pt>
                <c:pt idx="3714">
                  <c:v>0.17813558578491226</c:v>
                </c:pt>
                <c:pt idx="3715">
                  <c:v>0.42333585103352855</c:v>
                </c:pt>
                <c:pt idx="3716">
                  <c:v>0.43098743091930047</c:v>
                </c:pt>
                <c:pt idx="3717">
                  <c:v>0.44520501284255182</c:v>
                </c:pt>
                <c:pt idx="3718">
                  <c:v>3.5336723327636738E-2</c:v>
                </c:pt>
                <c:pt idx="3719">
                  <c:v>0.10426700592041015</c:v>
                </c:pt>
                <c:pt idx="3720">
                  <c:v>0.44398975410461422</c:v>
                </c:pt>
                <c:pt idx="3721">
                  <c:v>5.1535835266113363E-2</c:v>
                </c:pt>
                <c:pt idx="3722">
                  <c:v>8.0036544799804796E-3</c:v>
                </c:pt>
                <c:pt idx="3723">
                  <c:v>0.43911344468593605</c:v>
                </c:pt>
                <c:pt idx="3724">
                  <c:v>0.40018621166932922</c:v>
                </c:pt>
                <c:pt idx="3725">
                  <c:v>0.41237794918484161</c:v>
                </c:pt>
                <c:pt idx="3726">
                  <c:v>0.24172522566053614</c:v>
                </c:pt>
                <c:pt idx="3727">
                  <c:v>7.1072502136230481E-2</c:v>
                </c:pt>
                <c:pt idx="3728">
                  <c:v>6.4859390258789036E-3</c:v>
                </c:pt>
                <c:pt idx="3729">
                  <c:v>3.1835231781005849E-2</c:v>
                </c:pt>
                <c:pt idx="3730">
                  <c:v>7.0156402587890632E-2</c:v>
                </c:pt>
                <c:pt idx="3731">
                  <c:v>8.6320495605468721E-3</c:v>
                </c:pt>
                <c:pt idx="3732">
                  <c:v>4.9060306549072299E-2</c:v>
                </c:pt>
                <c:pt idx="3733">
                  <c:v>0.10675266265869145</c:v>
                </c:pt>
                <c:pt idx="3734">
                  <c:v>1.9017677307128902E-2</c:v>
                </c:pt>
                <c:pt idx="3735">
                  <c:v>5.0474452972412064E-2</c:v>
                </c:pt>
                <c:pt idx="3736">
                  <c:v>8.1931228637695197E-2</c:v>
                </c:pt>
                <c:pt idx="3737">
                  <c:v>9.5404815673828074E-3</c:v>
                </c:pt>
                <c:pt idx="3738">
                  <c:v>1.0651760101318356E-2</c:v>
                </c:pt>
                <c:pt idx="3739">
                  <c:v>1.1763038635253905E-2</c:v>
                </c:pt>
                <c:pt idx="3740">
                  <c:v>3.510589599609384E-3</c:v>
                </c:pt>
                <c:pt idx="3741">
                  <c:v>1.2541408538818306E-2</c:v>
                </c:pt>
                <c:pt idx="3742">
                  <c:v>2.8593406677246001E-2</c:v>
                </c:pt>
                <c:pt idx="3743">
                  <c:v>6.5631179809570325E-2</c:v>
                </c:pt>
                <c:pt idx="3744">
                  <c:v>4.2283401489257834E-2</c:v>
                </c:pt>
                <c:pt idx="3745">
                  <c:v>1.8935623168945318E-2</c:v>
                </c:pt>
                <c:pt idx="3746">
                  <c:v>7.9593429565429669E-2</c:v>
                </c:pt>
                <c:pt idx="3747">
                  <c:v>0.10132513046264652</c:v>
                </c:pt>
                <c:pt idx="3748">
                  <c:v>0.12305683135986335</c:v>
                </c:pt>
                <c:pt idx="3749">
                  <c:v>0.14126255035400401</c:v>
                </c:pt>
                <c:pt idx="3750">
                  <c:v>8.4445495605468837E-2</c:v>
                </c:pt>
                <c:pt idx="3751">
                  <c:v>2.7628440856933681E-2</c:v>
                </c:pt>
                <c:pt idx="3752">
                  <c:v>0.14525459289550777</c:v>
                </c:pt>
                <c:pt idx="3753">
                  <c:v>7.1841888427734354E-2</c:v>
                </c:pt>
                <c:pt idx="3754">
                  <c:v>1.5708160400390615E-3</c:v>
                </c:pt>
                <c:pt idx="3755">
                  <c:v>6.634815216064463E-2</c:v>
                </c:pt>
                <c:pt idx="3756">
                  <c:v>8.9093456268310556E-2</c:v>
                </c:pt>
                <c:pt idx="3757">
                  <c:v>0.11183876037597648</c:v>
                </c:pt>
                <c:pt idx="3758">
                  <c:v>6.4458274841308533E-2</c:v>
                </c:pt>
                <c:pt idx="3759">
                  <c:v>1.7077789306640615E-2</c:v>
                </c:pt>
                <c:pt idx="3760">
                  <c:v>7.1388244628906158E-4</c:v>
                </c:pt>
                <c:pt idx="3761">
                  <c:v>3.1310520172119147E-2</c:v>
                </c:pt>
                <c:pt idx="3762">
                  <c:v>6.1907157897949205E-2</c:v>
                </c:pt>
                <c:pt idx="3763">
                  <c:v>8.0331802368164163E-3</c:v>
                </c:pt>
                <c:pt idx="3764">
                  <c:v>1.2942180633544872E-2</c:v>
                </c:pt>
                <c:pt idx="3765">
                  <c:v>3.3917541503906155E-2</c:v>
                </c:pt>
                <c:pt idx="3766">
                  <c:v>1.6989898681640616E-3</c:v>
                </c:pt>
                <c:pt idx="3767">
                  <c:v>3.5148468017578149E-2</c:v>
                </c:pt>
                <c:pt idx="3768">
                  <c:v>6.8597946166992232E-2</c:v>
                </c:pt>
                <c:pt idx="3769">
                  <c:v>9.9472045898437427E-3</c:v>
                </c:pt>
                <c:pt idx="3770">
                  <c:v>3.4625988006591772E-2</c:v>
                </c:pt>
                <c:pt idx="3771">
                  <c:v>7.9199180603027275E-2</c:v>
                </c:pt>
                <c:pt idx="3772">
                  <c:v>1.2344741821289065E-3</c:v>
                </c:pt>
                <c:pt idx="3773">
                  <c:v>3.6192283630371094E-2</c:v>
                </c:pt>
                <c:pt idx="3774">
                  <c:v>7.3619041442871111E-2</c:v>
                </c:pt>
                <c:pt idx="3775">
                  <c:v>3.9462776184082074E-2</c:v>
                </c:pt>
                <c:pt idx="3776">
                  <c:v>3.526462554931644E-2</c:v>
                </c:pt>
                <c:pt idx="3777">
                  <c:v>3.10664749145508E-2</c:v>
                </c:pt>
                <c:pt idx="3778">
                  <c:v>4.9874496459960957E-3</c:v>
                </c:pt>
                <c:pt idx="3779">
                  <c:v>4.5562934875488237E-3</c:v>
                </c:pt>
                <c:pt idx="3780">
                  <c:v>1.4100036621093742E-2</c:v>
                </c:pt>
                <c:pt idx="3781">
                  <c:v>8.4444808959960958E-3</c:v>
                </c:pt>
                <c:pt idx="3782">
                  <c:v>3.3384189605712891E-2</c:v>
                </c:pt>
                <c:pt idx="3783">
                  <c:v>5.8323898315429681E-2</c:v>
                </c:pt>
                <c:pt idx="3784">
                  <c:v>8.9391403198242236E-2</c:v>
                </c:pt>
                <c:pt idx="3785">
                  <c:v>4.4087104797363316E-2</c:v>
                </c:pt>
                <c:pt idx="3786">
                  <c:v>1.2171936035156256E-3</c:v>
                </c:pt>
                <c:pt idx="3787">
                  <c:v>0.14851306915283208</c:v>
                </c:pt>
                <c:pt idx="3788">
                  <c:v>9.3092422485351628E-2</c:v>
                </c:pt>
                <c:pt idx="3789">
                  <c:v>3.7671775817871116E-2</c:v>
                </c:pt>
                <c:pt idx="3790">
                  <c:v>8.5627441406249991E-2</c:v>
                </c:pt>
                <c:pt idx="3791">
                  <c:v>6.7400836944580073E-2</c:v>
                </c:pt>
                <c:pt idx="3792">
                  <c:v>4.9174232482910162E-2</c:v>
                </c:pt>
                <c:pt idx="3793">
                  <c:v>1.4416465759277351E-2</c:v>
                </c:pt>
                <c:pt idx="3794">
                  <c:v>0.22465155381422777</c:v>
                </c:pt>
                <c:pt idx="3795">
                  <c:v>0.43488664186917819</c:v>
                </c:pt>
                <c:pt idx="3796">
                  <c:v>0.44408571166992195</c:v>
                </c:pt>
                <c:pt idx="3797">
                  <c:v>0.41894293571805596</c:v>
                </c:pt>
                <c:pt idx="3798">
                  <c:v>0.44289563263093201</c:v>
                </c:pt>
                <c:pt idx="3799">
                  <c:v>0.41418411254882803</c:v>
                </c:pt>
                <c:pt idx="3800">
                  <c:v>0.41256687927246094</c:v>
                </c:pt>
                <c:pt idx="3801">
                  <c:v>0.41094964599609379</c:v>
                </c:pt>
                <c:pt idx="3802">
                  <c:v>2.1360397338867189E-3</c:v>
                </c:pt>
                <c:pt idx="3803">
                  <c:v>3.6104564666748072E-2</c:v>
                </c:pt>
                <c:pt idx="3804">
                  <c:v>7.434516906738288E-2</c:v>
                </c:pt>
                <c:pt idx="3805">
                  <c:v>0.42340614149305561</c:v>
                </c:pt>
                <c:pt idx="3806">
                  <c:v>0.44681922948472558</c:v>
                </c:pt>
                <c:pt idx="3807">
                  <c:v>0.42516465091705319</c:v>
                </c:pt>
                <c:pt idx="3808">
                  <c:v>0.42776311573229325</c:v>
                </c:pt>
                <c:pt idx="3809">
                  <c:v>0.45019747537725119</c:v>
                </c:pt>
                <c:pt idx="3810">
                  <c:v>0.45186518381877117</c:v>
                </c:pt>
                <c:pt idx="3811">
                  <c:v>0.44655886031289144</c:v>
                </c:pt>
                <c:pt idx="3812">
                  <c:v>0.44731893016360802</c:v>
                </c:pt>
                <c:pt idx="3813">
                  <c:v>0.4443126894746508</c:v>
                </c:pt>
                <c:pt idx="3814">
                  <c:v>0.44314380239109097</c:v>
                </c:pt>
                <c:pt idx="3815">
                  <c:v>0.45221843108390136</c:v>
                </c:pt>
                <c:pt idx="3816">
                  <c:v>0.44653750344506304</c:v>
                </c:pt>
                <c:pt idx="3817">
                  <c:v>0.45189403102948122</c:v>
                </c:pt>
                <c:pt idx="3818">
                  <c:v>0.45158234797147512</c:v>
                </c:pt>
                <c:pt idx="3819">
                  <c:v>0.44502253345607473</c:v>
                </c:pt>
                <c:pt idx="3820">
                  <c:v>0.44687846862410302</c:v>
                </c:pt>
                <c:pt idx="3821">
                  <c:v>0.46223223246936285</c:v>
                </c:pt>
                <c:pt idx="3822">
                  <c:v>0.44167968614681352</c:v>
                </c:pt>
                <c:pt idx="3823">
                  <c:v>0.43836483591610631</c:v>
                </c:pt>
                <c:pt idx="3824">
                  <c:v>0.42444520767875327</c:v>
                </c:pt>
                <c:pt idx="3825">
                  <c:v>0.42735124625048593</c:v>
                </c:pt>
                <c:pt idx="3826">
                  <c:v>0.43845616318310399</c:v>
                </c:pt>
                <c:pt idx="3827">
                  <c:v>0.39005597644382062</c:v>
                </c:pt>
                <c:pt idx="3828">
                  <c:v>0.43746152667908011</c:v>
                </c:pt>
                <c:pt idx="3829">
                  <c:v>0.43455787513022787</c:v>
                </c:pt>
                <c:pt idx="3830">
                  <c:v>0.43401880001803056</c:v>
                </c:pt>
                <c:pt idx="3831">
                  <c:v>0.40606017475743456</c:v>
                </c:pt>
                <c:pt idx="3832">
                  <c:v>0.44197940573972805</c:v>
                </c:pt>
                <c:pt idx="3833">
                  <c:v>0.42526217004840938</c:v>
                </c:pt>
                <c:pt idx="3834">
                  <c:v>0.4450073125998607</c:v>
                </c:pt>
                <c:pt idx="3835">
                  <c:v>0.44154851286203278</c:v>
                </c:pt>
                <c:pt idx="3836">
                  <c:v>0.42122231610873456</c:v>
                </c:pt>
                <c:pt idx="3837">
                  <c:v>0.42932376760806673</c:v>
                </c:pt>
                <c:pt idx="3838">
                  <c:v>0.43483307460568993</c:v>
                </c:pt>
                <c:pt idx="3839">
                  <c:v>0.44141254192975987</c:v>
                </c:pt>
                <c:pt idx="3840">
                  <c:v>0.4482906545319173</c:v>
                </c:pt>
                <c:pt idx="3841">
                  <c:v>0.43307380717177824</c:v>
                </c:pt>
                <c:pt idx="3842">
                  <c:v>0.42101197378976019</c:v>
                </c:pt>
                <c:pt idx="3843">
                  <c:v>0.43536203546726948</c:v>
                </c:pt>
                <c:pt idx="3844">
                  <c:v>0.45453639891704278</c:v>
                </c:pt>
                <c:pt idx="3845">
                  <c:v>0.43119737551928111</c:v>
                </c:pt>
                <c:pt idx="3846">
                  <c:v>0.4467824625968933</c:v>
                </c:pt>
                <c:pt idx="3847">
                  <c:v>0.43842002570953653</c:v>
                </c:pt>
                <c:pt idx="3848">
                  <c:v>0.44831109165307775</c:v>
                </c:pt>
                <c:pt idx="3849">
                  <c:v>0.43554737932100063</c:v>
                </c:pt>
                <c:pt idx="3850">
                  <c:v>0.43156821889462677</c:v>
                </c:pt>
                <c:pt idx="3851">
                  <c:v>0.40946150124791159</c:v>
                </c:pt>
                <c:pt idx="3852">
                  <c:v>0.42524687670279238</c:v>
                </c:pt>
                <c:pt idx="3853">
                  <c:v>0.43054376004776851</c:v>
                </c:pt>
                <c:pt idx="3854">
                  <c:v>0.41822146489070017</c:v>
                </c:pt>
                <c:pt idx="3855">
                  <c:v>0.40726992120805966</c:v>
                </c:pt>
                <c:pt idx="3856">
                  <c:v>0.4163557536306266</c:v>
                </c:pt>
                <c:pt idx="3857">
                  <c:v>0.4254415860531936</c:v>
                </c:pt>
                <c:pt idx="3858">
                  <c:v>0.44281519780760303</c:v>
                </c:pt>
                <c:pt idx="3859">
                  <c:v>0.43510902562092263</c:v>
                </c:pt>
                <c:pt idx="3860">
                  <c:v>0.41828036996382695</c:v>
                </c:pt>
                <c:pt idx="3861">
                  <c:v>0.44374085210984759</c:v>
                </c:pt>
                <c:pt idx="3862">
                  <c:v>0.43874834999010887</c:v>
                </c:pt>
                <c:pt idx="3863">
                  <c:v>0.45415083418221314</c:v>
                </c:pt>
                <c:pt idx="3864">
                  <c:v>0.43199137108348246</c:v>
                </c:pt>
                <c:pt idx="3865">
                  <c:v>0.44804737574511239</c:v>
                </c:pt>
                <c:pt idx="3866">
                  <c:v>0.43790003828899965</c:v>
                </c:pt>
                <c:pt idx="3867">
                  <c:v>0.44051860576367563</c:v>
                </c:pt>
                <c:pt idx="3868">
                  <c:v>0.41235514229356657</c:v>
                </c:pt>
                <c:pt idx="3869">
                  <c:v>0.43808516184488927</c:v>
                </c:pt>
                <c:pt idx="3870">
                  <c:v>0.4352857254417079</c:v>
                </c:pt>
                <c:pt idx="3871">
                  <c:v>0.44449437290538452</c:v>
                </c:pt>
                <c:pt idx="3872">
                  <c:v>0.42705878201652986</c:v>
                </c:pt>
                <c:pt idx="3873">
                  <c:v>0.43978349439876602</c:v>
                </c:pt>
                <c:pt idx="3874">
                  <c:v>0.43155349150060968</c:v>
                </c:pt>
                <c:pt idx="3875">
                  <c:v>0.38474445941651209</c:v>
                </c:pt>
                <c:pt idx="3876">
                  <c:v>0.42457758908066445</c:v>
                </c:pt>
                <c:pt idx="3877">
                  <c:v>0.41265134860030656</c:v>
                </c:pt>
                <c:pt idx="3878">
                  <c:v>0.4304857418090498</c:v>
                </c:pt>
                <c:pt idx="3879">
                  <c:v>0.40969422137643408</c:v>
                </c:pt>
                <c:pt idx="3880">
                  <c:v>0.41293280631303791</c:v>
                </c:pt>
                <c:pt idx="3881">
                  <c:v>0.41477788228255053</c:v>
                </c:pt>
                <c:pt idx="3882">
                  <c:v>0.42161296612748472</c:v>
                </c:pt>
                <c:pt idx="3883">
                  <c:v>0.4262947310823384</c:v>
                </c:pt>
                <c:pt idx="3884">
                  <c:v>0.42067890337932912</c:v>
                </c:pt>
                <c:pt idx="3885">
                  <c:v>0.43143013178375711</c:v>
                </c:pt>
                <c:pt idx="3886">
                  <c:v>0.42885399935138757</c:v>
                </c:pt>
                <c:pt idx="3887">
                  <c:v>0.43034654140472423</c:v>
                </c:pt>
                <c:pt idx="3888">
                  <c:v>0.42830535034179695</c:v>
                </c:pt>
                <c:pt idx="3889">
                  <c:v>0.44583205154963901</c:v>
                </c:pt>
                <c:pt idx="3890">
                  <c:v>0.43854475130928167</c:v>
                </c:pt>
                <c:pt idx="3891">
                  <c:v>0.4312574510689241</c:v>
                </c:pt>
                <c:pt idx="3892">
                  <c:v>0.41802813773931452</c:v>
                </c:pt>
                <c:pt idx="3893">
                  <c:v>0.43999347607294725</c:v>
                </c:pt>
                <c:pt idx="3894">
                  <c:v>0.42759332946720097</c:v>
                </c:pt>
                <c:pt idx="3895">
                  <c:v>0.40862410343783878</c:v>
                </c:pt>
                <c:pt idx="3896">
                  <c:v>0.44273886562099124</c:v>
                </c:pt>
                <c:pt idx="3897">
                  <c:v>0.42361408135829831</c:v>
                </c:pt>
                <c:pt idx="3898">
                  <c:v>0.39151360671208607</c:v>
                </c:pt>
                <c:pt idx="3899">
                  <c:v>0.42798465517321588</c:v>
                </c:pt>
                <c:pt idx="3900">
                  <c:v>0.42936750439365523</c:v>
                </c:pt>
                <c:pt idx="3901">
                  <c:v>0.43514285840486228</c:v>
                </c:pt>
                <c:pt idx="3902">
                  <c:v>0.42058072311401373</c:v>
                </c:pt>
                <c:pt idx="3903">
                  <c:v>0.44031616834633247</c:v>
                </c:pt>
                <c:pt idx="3904">
                  <c:v>0.43258617625517015</c:v>
                </c:pt>
                <c:pt idx="3905">
                  <c:v>0.42653100004034517</c:v>
                </c:pt>
                <c:pt idx="3906">
                  <c:v>0.43520691060131378</c:v>
                </c:pt>
                <c:pt idx="3907">
                  <c:v>4.4269981384277277E-2</c:v>
                </c:pt>
                <c:pt idx="3908">
                  <c:v>7.5676403045654275E-2</c:v>
                </c:pt>
                <c:pt idx="3909">
                  <c:v>0.10708282470703127</c:v>
                </c:pt>
                <c:pt idx="3910">
                  <c:v>0.13843849182128903</c:v>
                </c:pt>
                <c:pt idx="3911">
                  <c:v>0.12176233291625976</c:v>
                </c:pt>
                <c:pt idx="3912">
                  <c:v>0.10508617401123048</c:v>
                </c:pt>
                <c:pt idx="3913">
                  <c:v>1.0981636047363288E-2</c:v>
                </c:pt>
                <c:pt idx="3914">
                  <c:v>3.0671482086181579E-2</c:v>
                </c:pt>
                <c:pt idx="3915">
                  <c:v>7.2324600219726476E-2</c:v>
                </c:pt>
                <c:pt idx="3916">
                  <c:v>4.2014007568359359E-2</c:v>
                </c:pt>
                <c:pt idx="3917">
                  <c:v>3.8072834014892518E-2</c:v>
                </c:pt>
                <c:pt idx="3918">
                  <c:v>3.4131660461425677E-2</c:v>
                </c:pt>
                <c:pt idx="3919">
                  <c:v>1.8432769775390614E-2</c:v>
                </c:pt>
                <c:pt idx="3920">
                  <c:v>6.1085929870605481E-2</c:v>
                </c:pt>
                <c:pt idx="3921">
                  <c:v>0.10373908996582032</c:v>
                </c:pt>
                <c:pt idx="3922">
                  <c:v>3.795993804931632E-2</c:v>
                </c:pt>
                <c:pt idx="3923">
                  <c:v>2.5520381927490191E-2</c:v>
                </c:pt>
                <c:pt idx="3924">
                  <c:v>1.3080825805664064E-2</c:v>
                </c:pt>
                <c:pt idx="3925">
                  <c:v>2.3394241333007808E-2</c:v>
                </c:pt>
                <c:pt idx="3926">
                  <c:v>1.9151172637939452E-2</c:v>
                </c:pt>
                <c:pt idx="3927">
                  <c:v>1.4908103942871094E-2</c:v>
                </c:pt>
                <c:pt idx="3928">
                  <c:v>4.1294174194335835E-2</c:v>
                </c:pt>
                <c:pt idx="3929">
                  <c:v>5.5587730407714836E-2</c:v>
                </c:pt>
                <c:pt idx="3930">
                  <c:v>6.9881286621093844E-2</c:v>
                </c:pt>
                <c:pt idx="3931">
                  <c:v>7.0253791809082075E-2</c:v>
                </c:pt>
                <c:pt idx="3932">
                  <c:v>8.8048439025878875E-2</c:v>
                </c:pt>
                <c:pt idx="3933">
                  <c:v>0.10584308624267567</c:v>
                </c:pt>
                <c:pt idx="3934">
                  <c:v>9.6836585998535035E-2</c:v>
                </c:pt>
                <c:pt idx="3935">
                  <c:v>5.2472305297851497E-2</c:v>
                </c:pt>
                <c:pt idx="3936">
                  <c:v>8.108024597167968E-3</c:v>
                </c:pt>
                <c:pt idx="3937">
                  <c:v>4.8238334655761758E-2</c:v>
                </c:pt>
                <c:pt idx="3938">
                  <c:v>4.5862483978271515E-2</c:v>
                </c:pt>
                <c:pt idx="3939">
                  <c:v>4.3486633300781279E-2</c:v>
                </c:pt>
                <c:pt idx="3940">
                  <c:v>3.7848815917968716E-2</c:v>
                </c:pt>
                <c:pt idx="3941">
                  <c:v>3.315719604492192E-2</c:v>
                </c:pt>
                <c:pt idx="3942">
                  <c:v>2.8465576171875118E-2</c:v>
                </c:pt>
                <c:pt idx="3943">
                  <c:v>2.2205543518066466E-2</c:v>
                </c:pt>
                <c:pt idx="3944">
                  <c:v>1.5945510864257807E-2</c:v>
                </c:pt>
                <c:pt idx="3945">
                  <c:v>1.9379653930664063E-2</c:v>
                </c:pt>
                <c:pt idx="3946">
                  <c:v>6.0689220428466792E-2</c:v>
                </c:pt>
                <c:pt idx="3947">
                  <c:v>0.10199878692626951</c:v>
                </c:pt>
                <c:pt idx="3948">
                  <c:v>3.7342071533203196E-4</c:v>
                </c:pt>
                <c:pt idx="3949">
                  <c:v>0.44672110071316579</c:v>
                </c:pt>
                <c:pt idx="3950">
                  <c:v>0.43223744421890109</c:v>
                </c:pt>
                <c:pt idx="3951">
                  <c:v>0.42954944261617078</c:v>
                </c:pt>
                <c:pt idx="3952">
                  <c:v>0.42467022488955336</c:v>
                </c:pt>
                <c:pt idx="3953">
                  <c:v>0.40218451111635095</c:v>
                </c:pt>
                <c:pt idx="3954">
                  <c:v>0.43872056121826175</c:v>
                </c:pt>
                <c:pt idx="3955">
                  <c:v>0.45552277687086912</c:v>
                </c:pt>
                <c:pt idx="3956">
                  <c:v>0.43261753923311014</c:v>
                </c:pt>
                <c:pt idx="3957">
                  <c:v>0.4459235440129819</c:v>
                </c:pt>
                <c:pt idx="3958">
                  <c:v>0.44888151595311143</c:v>
                </c:pt>
                <c:pt idx="3959">
                  <c:v>0.43933877908958563</c:v>
                </c:pt>
                <c:pt idx="3960">
                  <c:v>0.45482850991762608</c:v>
                </c:pt>
                <c:pt idx="3961">
                  <c:v>0.42884912169256872</c:v>
                </c:pt>
                <c:pt idx="3962">
                  <c:v>0.45039374613391292</c:v>
                </c:pt>
                <c:pt idx="3963">
                  <c:v>0.44837765812492991</c:v>
                </c:pt>
                <c:pt idx="3964">
                  <c:v>0.43576697283452109</c:v>
                </c:pt>
                <c:pt idx="3965">
                  <c:v>0.42968337920404248</c:v>
                </c:pt>
                <c:pt idx="3966">
                  <c:v>0.42292466056510197</c:v>
                </c:pt>
                <c:pt idx="3967">
                  <c:v>0.44966464073580692</c:v>
                </c:pt>
                <c:pt idx="3968">
                  <c:v>0.44818410111469653</c:v>
                </c:pt>
                <c:pt idx="3969">
                  <c:v>0.44899031325700844</c:v>
                </c:pt>
                <c:pt idx="3970">
                  <c:v>0.43882289997582286</c:v>
                </c:pt>
                <c:pt idx="3971">
                  <c:v>0.43043016637093051</c:v>
                </c:pt>
                <c:pt idx="3972">
                  <c:v>0.43084740811302547</c:v>
                </c:pt>
                <c:pt idx="3973">
                  <c:v>0.42329341888427735</c:v>
                </c:pt>
                <c:pt idx="3974">
                  <c:v>5.798732757568368E-2</c:v>
                </c:pt>
                <c:pt idx="3975">
                  <c:v>1.6538772583007809E-2</c:v>
                </c:pt>
                <c:pt idx="3976">
                  <c:v>0.17504751205444366</c:v>
                </c:pt>
                <c:pt idx="3977">
                  <c:v>0.14340847015380856</c:v>
                </c:pt>
                <c:pt idx="3978">
                  <c:v>0.42377046212382696</c:v>
                </c:pt>
                <c:pt idx="3979">
                  <c:v>0.44360908130736887</c:v>
                </c:pt>
                <c:pt idx="3980">
                  <c:v>0.43870488978143951</c:v>
                </c:pt>
                <c:pt idx="3981">
                  <c:v>0.39975933230925936</c:v>
                </c:pt>
                <c:pt idx="3982">
                  <c:v>0.44304790826152557</c:v>
                </c:pt>
                <c:pt idx="3983">
                  <c:v>0.43527724226402759</c:v>
                </c:pt>
                <c:pt idx="3984">
                  <c:v>0.44996166013321776</c:v>
                </c:pt>
                <c:pt idx="3985">
                  <c:v>0.41873434002189552</c:v>
                </c:pt>
                <c:pt idx="3986">
                  <c:v>0.43461701786601453</c:v>
                </c:pt>
                <c:pt idx="3987">
                  <c:v>0.43824422018868597</c:v>
                </c:pt>
                <c:pt idx="3988">
                  <c:v>0.43602099715012776</c:v>
                </c:pt>
                <c:pt idx="3989">
                  <c:v>0.41767084964952983</c:v>
                </c:pt>
                <c:pt idx="3990">
                  <c:v>0.44001447391100706</c:v>
                </c:pt>
                <c:pt idx="3991">
                  <c:v>0.43437924755320823</c:v>
                </c:pt>
                <c:pt idx="3992">
                  <c:v>0.43062620380512912</c:v>
                </c:pt>
                <c:pt idx="3993">
                  <c:v>0.4278382010355482</c:v>
                </c:pt>
                <c:pt idx="3994">
                  <c:v>0.41421840984559916</c:v>
                </c:pt>
                <c:pt idx="3995">
                  <c:v>0.43939114474920238</c:v>
                </c:pt>
                <c:pt idx="3996">
                  <c:v>0.4069702320395357</c:v>
                </c:pt>
                <c:pt idx="3997">
                  <c:v>0.43797255872243879</c:v>
                </c:pt>
                <c:pt idx="3998">
                  <c:v>0.44297443130641317</c:v>
                </c:pt>
                <c:pt idx="3999">
                  <c:v>0.41969452801429247</c:v>
                </c:pt>
                <c:pt idx="4000">
                  <c:v>0.42298535453899028</c:v>
                </c:pt>
                <c:pt idx="4001">
                  <c:v>0.40638768260965413</c:v>
                </c:pt>
                <c:pt idx="4002">
                  <c:v>0.43188954943976732</c:v>
                </c:pt>
                <c:pt idx="4003">
                  <c:v>0.41404947978694268</c:v>
                </c:pt>
                <c:pt idx="4004">
                  <c:v>0.43371078831239662</c:v>
                </c:pt>
                <c:pt idx="4005">
                  <c:v>0.42798819100757712</c:v>
                </c:pt>
                <c:pt idx="4006">
                  <c:v>0.43142757645572516</c:v>
                </c:pt>
                <c:pt idx="4007">
                  <c:v>0.44473856473102247</c:v>
                </c:pt>
                <c:pt idx="4008">
                  <c:v>0.44006081220580318</c:v>
                </c:pt>
                <c:pt idx="4009">
                  <c:v>0.41545723198258439</c:v>
                </c:pt>
                <c:pt idx="4010">
                  <c:v>0.43273473559832953</c:v>
                </c:pt>
                <c:pt idx="4011">
                  <c:v>0.43053170937758234</c:v>
                </c:pt>
                <c:pt idx="4012">
                  <c:v>0.43924869816258261</c:v>
                </c:pt>
                <c:pt idx="4013">
                  <c:v>0.44277996669403485</c:v>
                </c:pt>
                <c:pt idx="4014">
                  <c:v>0.43559095264536096</c:v>
                </c:pt>
                <c:pt idx="4015">
                  <c:v>0.42529714135364088</c:v>
                </c:pt>
                <c:pt idx="4016">
                  <c:v>0.42406018972396847</c:v>
                </c:pt>
                <c:pt idx="4017">
                  <c:v>0.42703763694491376</c:v>
                </c:pt>
                <c:pt idx="4018">
                  <c:v>0.43120840894764861</c:v>
                </c:pt>
                <c:pt idx="4019">
                  <c:v>0.44378843233182835</c:v>
                </c:pt>
                <c:pt idx="4020">
                  <c:v>0.42483021893547573</c:v>
                </c:pt>
                <c:pt idx="4021">
                  <c:v>0.42619642456965667</c:v>
                </c:pt>
                <c:pt idx="4022">
                  <c:v>0.41584389414106077</c:v>
                </c:pt>
                <c:pt idx="4023">
                  <c:v>0.44721452236175541</c:v>
                </c:pt>
                <c:pt idx="4024">
                  <c:v>0.41965327349576081</c:v>
                </c:pt>
                <c:pt idx="4025">
                  <c:v>0.42470981992524265</c:v>
                </c:pt>
                <c:pt idx="4026">
                  <c:v>0.42764468062659045</c:v>
                </c:pt>
                <c:pt idx="4027">
                  <c:v>0.43348963095217341</c:v>
                </c:pt>
                <c:pt idx="4028">
                  <c:v>0.44416994039128344</c:v>
                </c:pt>
                <c:pt idx="4029">
                  <c:v>0.40671813982463589</c:v>
                </c:pt>
                <c:pt idx="4030">
                  <c:v>0.44337507128359677</c:v>
                </c:pt>
                <c:pt idx="4031">
                  <c:v>0.43985333905172186</c:v>
                </c:pt>
                <c:pt idx="4032">
                  <c:v>0.45090695574841344</c:v>
                </c:pt>
                <c:pt idx="4033">
                  <c:v>0.45178866788423971</c:v>
                </c:pt>
                <c:pt idx="4034">
                  <c:v>0.42570063646650408</c:v>
                </c:pt>
                <c:pt idx="4035">
                  <c:v>0.44700695946476066</c:v>
                </c:pt>
                <c:pt idx="4036">
                  <c:v>0.44443680098887245</c:v>
                </c:pt>
                <c:pt idx="4037">
                  <c:v>0.43117134055312795</c:v>
                </c:pt>
                <c:pt idx="4038">
                  <c:v>0.44043681503435878</c:v>
                </c:pt>
                <c:pt idx="4039">
                  <c:v>0.43880120880749757</c:v>
                </c:pt>
                <c:pt idx="4040">
                  <c:v>0.43317104244232174</c:v>
                </c:pt>
                <c:pt idx="4041">
                  <c:v>0.44133805161222411</c:v>
                </c:pt>
                <c:pt idx="4042">
                  <c:v>0.44064608440220926</c:v>
                </c:pt>
                <c:pt idx="4043">
                  <c:v>0.44070552919539935</c:v>
                </c:pt>
                <c:pt idx="4044">
                  <c:v>0.43391510271344857</c:v>
                </c:pt>
                <c:pt idx="4045">
                  <c:v>0.4381931218014487</c:v>
                </c:pt>
                <c:pt idx="4046">
                  <c:v>0.43140600316664757</c:v>
                </c:pt>
                <c:pt idx="4047">
                  <c:v>0.43109619183326831</c:v>
                </c:pt>
                <c:pt idx="4048">
                  <c:v>0.38980468190949524</c:v>
                </c:pt>
                <c:pt idx="4049">
                  <c:v>0.44097606335866724</c:v>
                </c:pt>
                <c:pt idx="4050">
                  <c:v>0.42829887987619442</c:v>
                </c:pt>
                <c:pt idx="4051">
                  <c:v>0.43865231891473122</c:v>
                </c:pt>
                <c:pt idx="4052">
                  <c:v>0.41736827676946464</c:v>
                </c:pt>
                <c:pt idx="4053">
                  <c:v>0.42903113959492101</c:v>
                </c:pt>
                <c:pt idx="4054">
                  <c:v>0.44202660300514918</c:v>
                </c:pt>
                <c:pt idx="4055">
                  <c:v>0.43908301426814161</c:v>
                </c:pt>
                <c:pt idx="4056">
                  <c:v>0.44595038218269167</c:v>
                </c:pt>
                <c:pt idx="4057">
                  <c:v>0.4355594936842771</c:v>
                </c:pt>
                <c:pt idx="4058">
                  <c:v>0.43457418387837166</c:v>
                </c:pt>
                <c:pt idx="4059">
                  <c:v>0.41833496657661767</c:v>
                </c:pt>
                <c:pt idx="4060">
                  <c:v>0.43803716987371438</c:v>
                </c:pt>
                <c:pt idx="4061">
                  <c:v>0.43792602702549527</c:v>
                </c:pt>
                <c:pt idx="4062">
                  <c:v>0.43655095730187765</c:v>
                </c:pt>
                <c:pt idx="4063">
                  <c:v>0.43219198880722437</c:v>
                </c:pt>
                <c:pt idx="4064">
                  <c:v>0.44088506401909727</c:v>
                </c:pt>
                <c:pt idx="4065">
                  <c:v>0.44793955707550054</c:v>
                </c:pt>
                <c:pt idx="4066">
                  <c:v>0.42524995604907073</c:v>
                </c:pt>
                <c:pt idx="4067">
                  <c:v>0.43619395014605927</c:v>
                </c:pt>
                <c:pt idx="4068">
                  <c:v>0.41745364222033271</c:v>
                </c:pt>
                <c:pt idx="4069">
                  <c:v>0.42100736216159157</c:v>
                </c:pt>
                <c:pt idx="4070">
                  <c:v>0.43371985021451637</c:v>
                </c:pt>
                <c:pt idx="4071">
                  <c:v>0.44167206743930232</c:v>
                </c:pt>
                <c:pt idx="4072">
                  <c:v>0.43757470391013409</c:v>
                </c:pt>
                <c:pt idx="4073">
                  <c:v>0.43405880622144022</c:v>
                </c:pt>
                <c:pt idx="4074">
                  <c:v>0.41420687198638922</c:v>
                </c:pt>
                <c:pt idx="4075">
                  <c:v>0.42522179334591598</c:v>
                </c:pt>
                <c:pt idx="4076">
                  <c:v>0.44653244546743531</c:v>
                </c:pt>
                <c:pt idx="4077">
                  <c:v>0.42315236850047688</c:v>
                </c:pt>
                <c:pt idx="4078">
                  <c:v>0.42940098650773795</c:v>
                </c:pt>
                <c:pt idx="4079">
                  <c:v>0.42857007911406358</c:v>
                </c:pt>
                <c:pt idx="4080">
                  <c:v>0.42761726764653696</c:v>
                </c:pt>
                <c:pt idx="4081">
                  <c:v>0.42989440805535573</c:v>
                </c:pt>
                <c:pt idx="4082">
                  <c:v>0.4322791459317693</c:v>
                </c:pt>
                <c:pt idx="4083">
                  <c:v>0.43614975298865377</c:v>
                </c:pt>
                <c:pt idx="4084">
                  <c:v>0.44463072927374592</c:v>
                </c:pt>
                <c:pt idx="4085">
                  <c:v>0.44593969783207654</c:v>
                </c:pt>
                <c:pt idx="4086">
                  <c:v>0.4481572365760802</c:v>
                </c:pt>
                <c:pt idx="4087">
                  <c:v>0.43658359481208597</c:v>
                </c:pt>
                <c:pt idx="4088">
                  <c:v>0.42434846127619513</c:v>
                </c:pt>
                <c:pt idx="4089">
                  <c:v>0.43322579136601197</c:v>
                </c:pt>
                <c:pt idx="4090">
                  <c:v>0.43060484084677197</c:v>
                </c:pt>
                <c:pt idx="4091">
                  <c:v>0.44107452502617456</c:v>
                </c:pt>
                <c:pt idx="4092">
                  <c:v>0.44533608263871793</c:v>
                </c:pt>
                <c:pt idx="4093">
                  <c:v>0.44939047659597092</c:v>
                </c:pt>
                <c:pt idx="4094">
                  <c:v>0.44423626399360966</c:v>
                </c:pt>
                <c:pt idx="4095">
                  <c:v>0.42363126441836352</c:v>
                </c:pt>
                <c:pt idx="4096">
                  <c:v>0.44130795824116675</c:v>
                </c:pt>
                <c:pt idx="4097">
                  <c:v>0.43328051312134991</c:v>
                </c:pt>
                <c:pt idx="4098">
                  <c:v>0.44174645207144997</c:v>
                </c:pt>
                <c:pt idx="4099">
                  <c:v>0.4436037384033204</c:v>
                </c:pt>
                <c:pt idx="4100">
                  <c:v>0.43833912204600528</c:v>
                </c:pt>
                <c:pt idx="4101">
                  <c:v>0.44486390186178265</c:v>
                </c:pt>
                <c:pt idx="4102">
                  <c:v>0.4168698616294596</c:v>
                </c:pt>
                <c:pt idx="4103">
                  <c:v>0.44219705812223664</c:v>
                </c:pt>
                <c:pt idx="4104">
                  <c:v>0.44290135922639257</c:v>
                </c:pt>
                <c:pt idx="4105">
                  <c:v>0.44104579358730672</c:v>
                </c:pt>
                <c:pt idx="4106">
                  <c:v>0.44928010692665304</c:v>
                </c:pt>
                <c:pt idx="4107">
                  <c:v>0.45830604719079071</c:v>
                </c:pt>
                <c:pt idx="4108">
                  <c:v>0.41238852729419662</c:v>
                </c:pt>
                <c:pt idx="4109">
                  <c:v>0.44633158764332448</c:v>
                </c:pt>
                <c:pt idx="4110">
                  <c:v>0.44005580045739001</c:v>
                </c:pt>
                <c:pt idx="4111">
                  <c:v>0.41913718145598405</c:v>
                </c:pt>
                <c:pt idx="4112">
                  <c:v>0.42152009593115902</c:v>
                </c:pt>
                <c:pt idx="4113">
                  <c:v>0.45083229662522739</c:v>
                </c:pt>
                <c:pt idx="4114">
                  <c:v>0.40239626378188897</c:v>
                </c:pt>
                <c:pt idx="4115">
                  <c:v>0.42121181697061627</c:v>
                </c:pt>
                <c:pt idx="4116">
                  <c:v>0.41906347347211226</c:v>
                </c:pt>
                <c:pt idx="4117">
                  <c:v>0.42076061089833577</c:v>
                </c:pt>
                <c:pt idx="4118">
                  <c:v>0.412097980250483</c:v>
                </c:pt>
                <c:pt idx="4119">
                  <c:v>0.44329689252944232</c:v>
                </c:pt>
                <c:pt idx="4120">
                  <c:v>0.43755148387649689</c:v>
                </c:pt>
                <c:pt idx="4121">
                  <c:v>0.43070481878943023</c:v>
                </c:pt>
                <c:pt idx="4122">
                  <c:v>0.43843811753216905</c:v>
                </c:pt>
                <c:pt idx="4123">
                  <c:v>0.44161078939071069</c:v>
                </c:pt>
                <c:pt idx="4124">
                  <c:v>0.42771302780302439</c:v>
                </c:pt>
                <c:pt idx="4125">
                  <c:v>0.43465394474909858</c:v>
                </c:pt>
                <c:pt idx="4126">
                  <c:v>0.43441031455993656</c:v>
                </c:pt>
                <c:pt idx="4127">
                  <c:v>0.45597836133115771</c:v>
                </c:pt>
                <c:pt idx="4128">
                  <c:v>0.45540209382580171</c:v>
                </c:pt>
                <c:pt idx="4129">
                  <c:v>0.40375897627610424</c:v>
                </c:pt>
                <c:pt idx="4130">
                  <c:v>0.45643276395295795</c:v>
                </c:pt>
                <c:pt idx="4131">
                  <c:v>0.44241339071473079</c:v>
                </c:pt>
                <c:pt idx="4132">
                  <c:v>0.45508681094120179</c:v>
                </c:pt>
                <c:pt idx="4133">
                  <c:v>0.41339939164656214</c:v>
                </c:pt>
                <c:pt idx="4134">
                  <c:v>0.44627735137939462</c:v>
                </c:pt>
                <c:pt idx="4135">
                  <c:v>0.44468890552935403</c:v>
                </c:pt>
                <c:pt idx="4136">
                  <c:v>0.44106823826416514</c:v>
                </c:pt>
                <c:pt idx="4137">
                  <c:v>0.43278788438932153</c:v>
                </c:pt>
                <c:pt idx="4138">
                  <c:v>0.43922718596785026</c:v>
                </c:pt>
                <c:pt idx="4139">
                  <c:v>0.42974597080497984</c:v>
                </c:pt>
                <c:pt idx="4140">
                  <c:v>0.44162955404934529</c:v>
                </c:pt>
                <c:pt idx="4141">
                  <c:v>0.43496300027725532</c:v>
                </c:pt>
                <c:pt idx="4142">
                  <c:v>0.4365544248947491</c:v>
                </c:pt>
                <c:pt idx="4143">
                  <c:v>0.45030090664209932</c:v>
                </c:pt>
                <c:pt idx="4144">
                  <c:v>0.43661817811664783</c:v>
                </c:pt>
                <c:pt idx="4145">
                  <c:v>0.42558136232437632</c:v>
                </c:pt>
                <c:pt idx="4146">
                  <c:v>0.42863901515339686</c:v>
                </c:pt>
                <c:pt idx="4147">
                  <c:v>0.44283791507247594</c:v>
                </c:pt>
                <c:pt idx="4148">
                  <c:v>0.44466551674736882</c:v>
                </c:pt>
                <c:pt idx="4149">
                  <c:v>0.44821447780870843</c:v>
                </c:pt>
                <c:pt idx="4150">
                  <c:v>0.44319121936856182</c:v>
                </c:pt>
                <c:pt idx="4151">
                  <c:v>0.4407504737160422</c:v>
                </c:pt>
                <c:pt idx="4152">
                  <c:v>0.42900102037372007</c:v>
                </c:pt>
                <c:pt idx="4153">
                  <c:v>0.42839684415667223</c:v>
                </c:pt>
                <c:pt idx="4154">
                  <c:v>0.44817118840796927</c:v>
                </c:pt>
                <c:pt idx="4155">
                  <c:v>0.44351659203717814</c:v>
                </c:pt>
                <c:pt idx="4156">
                  <c:v>0.42491056942770672</c:v>
                </c:pt>
                <c:pt idx="4157">
                  <c:v>0.4293023859321391</c:v>
                </c:pt>
                <c:pt idx="4158">
                  <c:v>0.44211394767021522</c:v>
                </c:pt>
                <c:pt idx="4159">
                  <c:v>0.44155043993128051</c:v>
                </c:pt>
                <c:pt idx="4160">
                  <c:v>0.42311984834999877</c:v>
                </c:pt>
                <c:pt idx="4161">
                  <c:v>0.43815116529705145</c:v>
                </c:pt>
                <c:pt idx="4162">
                  <c:v>0.43054632827728462</c:v>
                </c:pt>
                <c:pt idx="4163">
                  <c:v>0.42175670153658146</c:v>
                </c:pt>
                <c:pt idx="4164">
                  <c:v>0.43712871147604537</c:v>
                </c:pt>
                <c:pt idx="4165">
                  <c:v>0.42025552307932007</c:v>
                </c:pt>
                <c:pt idx="4166">
                  <c:v>0.42347113609313974</c:v>
                </c:pt>
                <c:pt idx="4167">
                  <c:v>0.41699862904018825</c:v>
                </c:pt>
                <c:pt idx="4168">
                  <c:v>0.42612372651392089</c:v>
                </c:pt>
                <c:pt idx="4169">
                  <c:v>0.44244230327321515</c:v>
                </c:pt>
                <c:pt idx="4170">
                  <c:v>0.42951719646722497</c:v>
                </c:pt>
                <c:pt idx="4171">
                  <c:v>0.42869287766750519</c:v>
                </c:pt>
                <c:pt idx="4172">
                  <c:v>0.42971533810789103</c:v>
                </c:pt>
                <c:pt idx="4173">
                  <c:v>0.42818727989534372</c:v>
                </c:pt>
                <c:pt idx="4174">
                  <c:v>0.43380910887135021</c:v>
                </c:pt>
                <c:pt idx="4175">
                  <c:v>0.43037313066866184</c:v>
                </c:pt>
                <c:pt idx="4176">
                  <c:v>0.42895191374279207</c:v>
                </c:pt>
                <c:pt idx="4177">
                  <c:v>0.43524851720044555</c:v>
                </c:pt>
                <c:pt idx="4178">
                  <c:v>0.4314963453629822</c:v>
                </c:pt>
                <c:pt idx="4179">
                  <c:v>0.45477692517367269</c:v>
                </c:pt>
                <c:pt idx="4180">
                  <c:v>0.42793374762477648</c:v>
                </c:pt>
                <c:pt idx="4181">
                  <c:v>0.42329717073685075</c:v>
                </c:pt>
                <c:pt idx="4182">
                  <c:v>0.43144686416840877</c:v>
                </c:pt>
                <c:pt idx="4183">
                  <c:v>0.4402176025784762</c:v>
                </c:pt>
                <c:pt idx="4184">
                  <c:v>0.41898267772340542</c:v>
                </c:pt>
                <c:pt idx="4185">
                  <c:v>0.43201977390353974</c:v>
                </c:pt>
                <c:pt idx="4186">
                  <c:v>0.44047325424334965</c:v>
                </c:pt>
                <c:pt idx="4187">
                  <c:v>0.4402459023892879</c:v>
                </c:pt>
                <c:pt idx="4188">
                  <c:v>0.43165746150872641</c:v>
                </c:pt>
                <c:pt idx="4189">
                  <c:v>0.42937719267241825</c:v>
                </c:pt>
                <c:pt idx="4190">
                  <c:v>0.42339654286702461</c:v>
                </c:pt>
                <c:pt idx="4191">
                  <c:v>0.41475142510382684</c:v>
                </c:pt>
                <c:pt idx="4192">
                  <c:v>0.41748326975148886</c:v>
                </c:pt>
                <c:pt idx="4193">
                  <c:v>0.44366150392804826</c:v>
                </c:pt>
                <c:pt idx="4194">
                  <c:v>0.45117235888914192</c:v>
                </c:pt>
                <c:pt idx="4195">
                  <c:v>0.42081186769537415</c:v>
                </c:pt>
                <c:pt idx="4196">
                  <c:v>0.44186087936162949</c:v>
                </c:pt>
                <c:pt idx="4197">
                  <c:v>0.41729149746120192</c:v>
                </c:pt>
                <c:pt idx="4198">
                  <c:v>0.43896362017868162</c:v>
                </c:pt>
                <c:pt idx="4199">
                  <c:v>0.44003674845541679</c:v>
                </c:pt>
                <c:pt idx="4200">
                  <c:v>0.43553773479825481</c:v>
                </c:pt>
                <c:pt idx="4201">
                  <c:v>0.44627354929269836</c:v>
                </c:pt>
                <c:pt idx="4202">
                  <c:v>0.44796316657632096</c:v>
                </c:pt>
                <c:pt idx="4203">
                  <c:v>0.43352469785848796</c:v>
                </c:pt>
                <c:pt idx="4204">
                  <c:v>0.44922927508724925</c:v>
                </c:pt>
                <c:pt idx="4205">
                  <c:v>0.43712899792578913</c:v>
                </c:pt>
                <c:pt idx="4206">
                  <c:v>0.43830514449481822</c:v>
                </c:pt>
                <c:pt idx="4207">
                  <c:v>0.44310186029790521</c:v>
                </c:pt>
                <c:pt idx="4208">
                  <c:v>0.44092115540937932</c:v>
                </c:pt>
                <c:pt idx="4209">
                  <c:v>0.4447649060389039</c:v>
                </c:pt>
                <c:pt idx="4210">
                  <c:v>0.43504589778621022</c:v>
                </c:pt>
                <c:pt idx="4211">
                  <c:v>0.43658934230804447</c:v>
                </c:pt>
                <c:pt idx="4212">
                  <c:v>0.43271433883666993</c:v>
                </c:pt>
                <c:pt idx="4213">
                  <c:v>0.42957014454975384</c:v>
                </c:pt>
                <c:pt idx="4214">
                  <c:v>0.42607194971910767</c:v>
                </c:pt>
                <c:pt idx="4215">
                  <c:v>0.4186850132661708</c:v>
                </c:pt>
                <c:pt idx="4216">
                  <c:v>0.42010542163056092</c:v>
                </c:pt>
                <c:pt idx="4217">
                  <c:v>0.42682314632341795</c:v>
                </c:pt>
                <c:pt idx="4218">
                  <c:v>0.44440242050285611</c:v>
                </c:pt>
                <c:pt idx="4219">
                  <c:v>0.42469908094897701</c:v>
                </c:pt>
                <c:pt idx="4220">
                  <c:v>0.42456622873695166</c:v>
                </c:pt>
                <c:pt idx="4221">
                  <c:v>0.44338381258361542</c:v>
                </c:pt>
                <c:pt idx="4222">
                  <c:v>0.4387781954145098</c:v>
                </c:pt>
                <c:pt idx="4223">
                  <c:v>0.43521397585796229</c:v>
                </c:pt>
                <c:pt idx="4224">
                  <c:v>0.45403941790940666</c:v>
                </c:pt>
                <c:pt idx="4225">
                  <c:v>0.44324495194663466</c:v>
                </c:pt>
                <c:pt idx="4226">
                  <c:v>0.42895026938859815</c:v>
                </c:pt>
                <c:pt idx="4227">
                  <c:v>0.42558006782036328</c:v>
                </c:pt>
                <c:pt idx="4228">
                  <c:v>0.44291234554333631</c:v>
                </c:pt>
                <c:pt idx="4229">
                  <c:v>0.44604627287233028</c:v>
                </c:pt>
                <c:pt idx="4230">
                  <c:v>0.4382061553286366</c:v>
                </c:pt>
                <c:pt idx="4231">
                  <c:v>0.44053086679373205</c:v>
                </c:pt>
                <c:pt idx="4232">
                  <c:v>0.42262277248153918</c:v>
                </c:pt>
                <c:pt idx="4233">
                  <c:v>0.4163823423589495</c:v>
                </c:pt>
                <c:pt idx="4234">
                  <c:v>0.44218911713658116</c:v>
                </c:pt>
                <c:pt idx="4235">
                  <c:v>0.43042313232421869</c:v>
                </c:pt>
                <c:pt idx="4236">
                  <c:v>0.44400374660753233</c:v>
                </c:pt>
                <c:pt idx="4237">
                  <c:v>0.44313975432823466</c:v>
                </c:pt>
                <c:pt idx="4238">
                  <c:v>0.43756790489278802</c:v>
                </c:pt>
                <c:pt idx="4239">
                  <c:v>0.43232671332426859</c:v>
                </c:pt>
                <c:pt idx="4240">
                  <c:v>0.44150734019956367</c:v>
                </c:pt>
                <c:pt idx="4241">
                  <c:v>0.44326777860853417</c:v>
                </c:pt>
                <c:pt idx="4242">
                  <c:v>0.42237062740325926</c:v>
                </c:pt>
                <c:pt idx="4243">
                  <c:v>0.43282573436868593</c:v>
                </c:pt>
                <c:pt idx="4244">
                  <c:v>0.42591515736407543</c:v>
                </c:pt>
                <c:pt idx="4245">
                  <c:v>0.43523944512520751</c:v>
                </c:pt>
                <c:pt idx="4246">
                  <c:v>0.44166447308128343</c:v>
                </c:pt>
                <c:pt idx="4247">
                  <c:v>0.44085623622192649</c:v>
                </c:pt>
                <c:pt idx="4248">
                  <c:v>0.43758381927860474</c:v>
                </c:pt>
                <c:pt idx="4249">
                  <c:v>0.44349318128455339</c:v>
                </c:pt>
                <c:pt idx="4250">
                  <c:v>0.43392323550627482</c:v>
                </c:pt>
                <c:pt idx="4251">
                  <c:v>0.43973735616176951</c:v>
                </c:pt>
                <c:pt idx="4252">
                  <c:v>0.42226129599178536</c:v>
                </c:pt>
                <c:pt idx="4253">
                  <c:v>0.42628458761399785</c:v>
                </c:pt>
                <c:pt idx="4254">
                  <c:v>0.43274009256554924</c:v>
                </c:pt>
                <c:pt idx="4255">
                  <c:v>0.43263558311145384</c:v>
                </c:pt>
                <c:pt idx="4256">
                  <c:v>0.43027415581469275</c:v>
                </c:pt>
                <c:pt idx="4257">
                  <c:v>0.44606383486491885</c:v>
                </c:pt>
                <c:pt idx="4258">
                  <c:v>0.43257404786303516</c:v>
                </c:pt>
                <c:pt idx="4259">
                  <c:v>0.41239691305160542</c:v>
                </c:pt>
                <c:pt idx="4260">
                  <c:v>0.42626966524363752</c:v>
                </c:pt>
                <c:pt idx="4261">
                  <c:v>0.44049885089580842</c:v>
                </c:pt>
                <c:pt idx="4262">
                  <c:v>0.41136623966450592</c:v>
                </c:pt>
                <c:pt idx="4263">
                  <c:v>0.43650775236241962</c:v>
                </c:pt>
                <c:pt idx="4264">
                  <c:v>0.41444752583605177</c:v>
                </c:pt>
                <c:pt idx="4265">
                  <c:v>0.41856098763666788</c:v>
                </c:pt>
                <c:pt idx="4266">
                  <c:v>0.41159490610097899</c:v>
                </c:pt>
                <c:pt idx="4267">
                  <c:v>0.4276424888162052</c:v>
                </c:pt>
                <c:pt idx="4268">
                  <c:v>0.41669424400055155</c:v>
                </c:pt>
                <c:pt idx="4269">
                  <c:v>0.43358041666321823</c:v>
                </c:pt>
                <c:pt idx="4270">
                  <c:v>0.43793064668006515</c:v>
                </c:pt>
                <c:pt idx="4271">
                  <c:v>0.44086985886096958</c:v>
                </c:pt>
                <c:pt idx="4272">
                  <c:v>0.44274340806503637</c:v>
                </c:pt>
                <c:pt idx="4273">
                  <c:v>0.43482334506511705</c:v>
                </c:pt>
                <c:pt idx="4274">
                  <c:v>0.43810423359726408</c:v>
                </c:pt>
                <c:pt idx="4275">
                  <c:v>0.43402363546471345</c:v>
                </c:pt>
                <c:pt idx="4276">
                  <c:v>0.43170688963772952</c:v>
                </c:pt>
                <c:pt idx="4277">
                  <c:v>0.43295589648760296</c:v>
                </c:pt>
                <c:pt idx="4278">
                  <c:v>0.43853600634468909</c:v>
                </c:pt>
                <c:pt idx="4279">
                  <c:v>0.42442693752949462</c:v>
                </c:pt>
                <c:pt idx="4280">
                  <c:v>0.42208174624685518</c:v>
                </c:pt>
                <c:pt idx="4281">
                  <c:v>0.42403975402304733</c:v>
                </c:pt>
                <c:pt idx="4282">
                  <c:v>0.43358254442409594</c:v>
                </c:pt>
                <c:pt idx="4283">
                  <c:v>0.43871710045393125</c:v>
                </c:pt>
                <c:pt idx="4284">
                  <c:v>0.41692389765872229</c:v>
                </c:pt>
                <c:pt idx="4285">
                  <c:v>0.4443798643289153</c:v>
                </c:pt>
                <c:pt idx="4286">
                  <c:v>0.41836020853101596</c:v>
                </c:pt>
                <c:pt idx="4287">
                  <c:v>0.40216008111986062</c:v>
                </c:pt>
                <c:pt idx="4288">
                  <c:v>0.43432343136180551</c:v>
                </c:pt>
                <c:pt idx="4289">
                  <c:v>0.42452694516222023</c:v>
                </c:pt>
                <c:pt idx="4290">
                  <c:v>0.42560808940998551</c:v>
                </c:pt>
                <c:pt idx="4291">
                  <c:v>0.43607445892022589</c:v>
                </c:pt>
                <c:pt idx="4292">
                  <c:v>0.43837734617960689</c:v>
                </c:pt>
                <c:pt idx="4293">
                  <c:v>0.43038899446657203</c:v>
                </c:pt>
                <c:pt idx="4294">
                  <c:v>0.43867448239936752</c:v>
                </c:pt>
                <c:pt idx="4295">
                  <c:v>0.44907455875862784</c:v>
                </c:pt>
                <c:pt idx="4296">
                  <c:v>0.44528172175089525</c:v>
                </c:pt>
                <c:pt idx="4297">
                  <c:v>0.45349944691599142</c:v>
                </c:pt>
                <c:pt idx="4298">
                  <c:v>0.42733633204124905</c:v>
                </c:pt>
                <c:pt idx="4299">
                  <c:v>0.43980728275728526</c:v>
                </c:pt>
                <c:pt idx="4300">
                  <c:v>0.43453340086826059</c:v>
                </c:pt>
                <c:pt idx="4301">
                  <c:v>0.43537144559288998</c:v>
                </c:pt>
                <c:pt idx="4302">
                  <c:v>0.42861684355624896</c:v>
                </c:pt>
                <c:pt idx="4303">
                  <c:v>0.43010875154249734</c:v>
                </c:pt>
                <c:pt idx="4304">
                  <c:v>0.4346858226651607</c:v>
                </c:pt>
                <c:pt idx="4305">
                  <c:v>0.43423697257864052</c:v>
                </c:pt>
                <c:pt idx="4306">
                  <c:v>0.40893552708544412</c:v>
                </c:pt>
                <c:pt idx="4307">
                  <c:v>0.43338480251351591</c:v>
                </c:pt>
                <c:pt idx="4308">
                  <c:v>0.42715234467477503</c:v>
                </c:pt>
                <c:pt idx="4309">
                  <c:v>0.42571315119816716</c:v>
                </c:pt>
                <c:pt idx="4310">
                  <c:v>0.40316859978895941</c:v>
                </c:pt>
                <c:pt idx="4311">
                  <c:v>0.43234288638571033</c:v>
                </c:pt>
                <c:pt idx="4312">
                  <c:v>0.43494683254970595</c:v>
                </c:pt>
                <c:pt idx="4313">
                  <c:v>0.4233265019467003</c:v>
                </c:pt>
                <c:pt idx="4314">
                  <c:v>0.39210063552856439</c:v>
                </c:pt>
                <c:pt idx="4315">
                  <c:v>0.41774856993295606</c:v>
                </c:pt>
                <c:pt idx="4316">
                  <c:v>0.42151324627216052</c:v>
                </c:pt>
                <c:pt idx="4317">
                  <c:v>0.41444706571274903</c:v>
                </c:pt>
                <c:pt idx="4318">
                  <c:v>0.44344936181406408</c:v>
                </c:pt>
                <c:pt idx="4319">
                  <c:v>0.43269936283330368</c:v>
                </c:pt>
                <c:pt idx="4320">
                  <c:v>0.43762303391220431</c:v>
                </c:pt>
                <c:pt idx="4321">
                  <c:v>0.43536923123013432</c:v>
                </c:pt>
                <c:pt idx="4322">
                  <c:v>0.44537638176144573</c:v>
                </c:pt>
                <c:pt idx="4323">
                  <c:v>0.44449701118469231</c:v>
                </c:pt>
                <c:pt idx="4324">
                  <c:v>0.45263024695833814</c:v>
                </c:pt>
                <c:pt idx="4325">
                  <c:v>0.44057956126401093</c:v>
                </c:pt>
                <c:pt idx="4326">
                  <c:v>0.44432430520042632</c:v>
                </c:pt>
                <c:pt idx="4327">
                  <c:v>0.42936314558118122</c:v>
                </c:pt>
                <c:pt idx="4328">
                  <c:v>0.4312531171388263</c:v>
                </c:pt>
                <c:pt idx="4329">
                  <c:v>0.42988288548215042</c:v>
                </c:pt>
                <c:pt idx="4330">
                  <c:v>0.42397682460578712</c:v>
                </c:pt>
                <c:pt idx="4331">
                  <c:v>0.42187286801771684</c:v>
                </c:pt>
                <c:pt idx="4332">
                  <c:v>0.42978900496752093</c:v>
                </c:pt>
                <c:pt idx="4333">
                  <c:v>0.41984465744916144</c:v>
                </c:pt>
                <c:pt idx="4334">
                  <c:v>0.42981877862253504</c:v>
                </c:pt>
                <c:pt idx="4335">
                  <c:v>0.43204660880465473</c:v>
                </c:pt>
                <c:pt idx="4336">
                  <c:v>0.43541178516719664</c:v>
                </c:pt>
                <c:pt idx="4337">
                  <c:v>0.39727136531346285</c:v>
                </c:pt>
                <c:pt idx="4338">
                  <c:v>0.4324219199207342</c:v>
                </c:pt>
                <c:pt idx="4339">
                  <c:v>0.43300957029516046</c:v>
                </c:pt>
                <c:pt idx="4340">
                  <c:v>0.43615869155296921</c:v>
                </c:pt>
                <c:pt idx="4341">
                  <c:v>0.44095142777558355</c:v>
                </c:pt>
                <c:pt idx="4342">
                  <c:v>0.43767942546405048</c:v>
                </c:pt>
                <c:pt idx="4343">
                  <c:v>0.44300246223074469</c:v>
                </c:pt>
                <c:pt idx="4344">
                  <c:v>0.43443247234637927</c:v>
                </c:pt>
                <c:pt idx="4345">
                  <c:v>0.44472703539408165</c:v>
                </c:pt>
                <c:pt idx="4346">
                  <c:v>0.42347263805682839</c:v>
                </c:pt>
                <c:pt idx="4347">
                  <c:v>0.44476296976992957</c:v>
                </c:pt>
                <c:pt idx="4348">
                  <c:v>0.43325336366991529</c:v>
                </c:pt>
                <c:pt idx="4349">
                  <c:v>0.44839485309742128</c:v>
                </c:pt>
                <c:pt idx="4350">
                  <c:v>0.4300508099681925</c:v>
                </c:pt>
                <c:pt idx="4351">
                  <c:v>0.43979314625918209</c:v>
                </c:pt>
                <c:pt idx="4352">
                  <c:v>0.44000441842827909</c:v>
                </c:pt>
                <c:pt idx="4353">
                  <c:v>0.42192548946458469</c:v>
                </c:pt>
                <c:pt idx="4354">
                  <c:v>0.42142917098999039</c:v>
                </c:pt>
                <c:pt idx="4355">
                  <c:v>0.38649106789898396</c:v>
                </c:pt>
                <c:pt idx="4356">
                  <c:v>0.41789319389744806</c:v>
                </c:pt>
                <c:pt idx="4357">
                  <c:v>0.42475299141623757</c:v>
                </c:pt>
                <c:pt idx="4358">
                  <c:v>0.44526403111182838</c:v>
                </c:pt>
                <c:pt idx="4359">
                  <c:v>0.43116126379866238</c:v>
                </c:pt>
                <c:pt idx="4360">
                  <c:v>0.42233442143031524</c:v>
                </c:pt>
                <c:pt idx="4361">
                  <c:v>0.44884507534277712</c:v>
                </c:pt>
                <c:pt idx="4362">
                  <c:v>0.42878339438311819</c:v>
                </c:pt>
                <c:pt idx="4363">
                  <c:v>0.44766100928393759</c:v>
                </c:pt>
                <c:pt idx="4364">
                  <c:v>0.45026238343426006</c:v>
                </c:pt>
                <c:pt idx="4365">
                  <c:v>0.44321161480560839</c:v>
                </c:pt>
                <c:pt idx="4366">
                  <c:v>0.43780170453873479</c:v>
                </c:pt>
                <c:pt idx="4367">
                  <c:v>0.44663312385095422</c:v>
                </c:pt>
                <c:pt idx="4368">
                  <c:v>0.41654114600939612</c:v>
                </c:pt>
                <c:pt idx="4369">
                  <c:v>0.44575832153831785</c:v>
                </c:pt>
                <c:pt idx="4370">
                  <c:v>0.42235630442427646</c:v>
                </c:pt>
                <c:pt idx="4371">
                  <c:v>0.45116993990811433</c:v>
                </c:pt>
                <c:pt idx="4372">
                  <c:v>0.44425906271830079</c:v>
                </c:pt>
                <c:pt idx="4373">
                  <c:v>0.44231352442154298</c:v>
                </c:pt>
                <c:pt idx="4374">
                  <c:v>0.44895899495770847</c:v>
                </c:pt>
                <c:pt idx="4375">
                  <c:v>0.43669594200858236</c:v>
                </c:pt>
                <c:pt idx="4376">
                  <c:v>0.43904666891098032</c:v>
                </c:pt>
                <c:pt idx="4377">
                  <c:v>0.44420714260949951</c:v>
                </c:pt>
                <c:pt idx="4378">
                  <c:v>0.44816348714735899</c:v>
                </c:pt>
                <c:pt idx="4379">
                  <c:v>0.44497643372819229</c:v>
                </c:pt>
                <c:pt idx="4380">
                  <c:v>0.45448994110107432</c:v>
                </c:pt>
                <c:pt idx="4381">
                  <c:v>0.45174334751740675</c:v>
                </c:pt>
                <c:pt idx="4382">
                  <c:v>0.44046677884006991</c:v>
                </c:pt>
                <c:pt idx="4383">
                  <c:v>0.44538838152771643</c:v>
                </c:pt>
                <c:pt idx="4384">
                  <c:v>0.43420588406649502</c:v>
                </c:pt>
                <c:pt idx="4385">
                  <c:v>0.41483475099530132</c:v>
                </c:pt>
                <c:pt idx="4386">
                  <c:v>0.4330725590320344</c:v>
                </c:pt>
                <c:pt idx="4387">
                  <c:v>0.43008872502114187</c:v>
                </c:pt>
                <c:pt idx="4388">
                  <c:v>0.44007549959742381</c:v>
                </c:pt>
                <c:pt idx="4389">
                  <c:v>0.43783089584883239</c:v>
                </c:pt>
                <c:pt idx="4390">
                  <c:v>0.44747272505177016</c:v>
                </c:pt>
                <c:pt idx="4391">
                  <c:v>0.43018846953542611</c:v>
                </c:pt>
                <c:pt idx="4392">
                  <c:v>0.4513147576071998</c:v>
                </c:pt>
                <c:pt idx="4393">
                  <c:v>0.45183593327031479</c:v>
                </c:pt>
                <c:pt idx="4394">
                  <c:v>0.45622339880807061</c:v>
                </c:pt>
                <c:pt idx="4395">
                  <c:v>0.44582089993777679</c:v>
                </c:pt>
                <c:pt idx="4396">
                  <c:v>0.43186647138924428</c:v>
                </c:pt>
                <c:pt idx="4397">
                  <c:v>0.44314602958334881</c:v>
                </c:pt>
                <c:pt idx="4398">
                  <c:v>0.4352413489123968</c:v>
                </c:pt>
                <c:pt idx="4399">
                  <c:v>0.45170925234960119</c:v>
                </c:pt>
                <c:pt idx="4400">
                  <c:v>0.46052613316076974</c:v>
                </c:pt>
                <c:pt idx="4401">
                  <c:v>0.43944858835293693</c:v>
                </c:pt>
                <c:pt idx="4402">
                  <c:v>0.4445725829832014</c:v>
                </c:pt>
                <c:pt idx="4403">
                  <c:v>0.4501910072036937</c:v>
                </c:pt>
                <c:pt idx="4404">
                  <c:v>0.43583369067788497</c:v>
                </c:pt>
                <c:pt idx="4405">
                  <c:v>0.43159897566882816</c:v>
                </c:pt>
                <c:pt idx="4406">
                  <c:v>0.43675903237384295</c:v>
                </c:pt>
                <c:pt idx="4407">
                  <c:v>0.44017734748438775</c:v>
                </c:pt>
                <c:pt idx="4408">
                  <c:v>0.43858244530240392</c:v>
                </c:pt>
                <c:pt idx="4409">
                  <c:v>0.44259669200233798</c:v>
                </c:pt>
                <c:pt idx="4410">
                  <c:v>0.43543697366481859</c:v>
                </c:pt>
                <c:pt idx="4411">
                  <c:v>0.45441962899734717</c:v>
                </c:pt>
                <c:pt idx="4412">
                  <c:v>0.44290870873433252</c:v>
                </c:pt>
                <c:pt idx="4413">
                  <c:v>0.43637382278025483</c:v>
                </c:pt>
                <c:pt idx="4414">
                  <c:v>0.45058346814448297</c:v>
                </c:pt>
                <c:pt idx="4415">
                  <c:v>0.44846384544895129</c:v>
                </c:pt>
                <c:pt idx="4416">
                  <c:v>0.44085640226091644</c:v>
                </c:pt>
                <c:pt idx="4417">
                  <c:v>0.42976436447047583</c:v>
                </c:pt>
                <c:pt idx="4418">
                  <c:v>0.43492481108413772</c:v>
                </c:pt>
                <c:pt idx="4419">
                  <c:v>0.42578283029159297</c:v>
                </c:pt>
                <c:pt idx="4420">
                  <c:v>0.42861062532060595</c:v>
                </c:pt>
                <c:pt idx="4421">
                  <c:v>0.45157822656631458</c:v>
                </c:pt>
                <c:pt idx="4422">
                  <c:v>0.44341904157615575</c:v>
                </c:pt>
                <c:pt idx="4423">
                  <c:v>0.43365267109667133</c:v>
                </c:pt>
                <c:pt idx="4424">
                  <c:v>0.44210725350294283</c:v>
                </c:pt>
                <c:pt idx="4425">
                  <c:v>0.43547622788812707</c:v>
                </c:pt>
                <c:pt idx="4426">
                  <c:v>0.45320034337331017</c:v>
                </c:pt>
                <c:pt idx="4427">
                  <c:v>0.42079929990588499</c:v>
                </c:pt>
                <c:pt idx="4428">
                  <c:v>0.42970999035424368</c:v>
                </c:pt>
                <c:pt idx="4429">
                  <c:v>0.42783317849802432</c:v>
                </c:pt>
                <c:pt idx="4430">
                  <c:v>0.44259115951817229</c:v>
                </c:pt>
                <c:pt idx="4431">
                  <c:v>0.4359409498681826</c:v>
                </c:pt>
                <c:pt idx="4432">
                  <c:v>0.42713095991952094</c:v>
                </c:pt>
                <c:pt idx="4433">
                  <c:v>0.4282563898693183</c:v>
                </c:pt>
                <c:pt idx="4434">
                  <c:v>0.43122235404760823</c:v>
                </c:pt>
                <c:pt idx="4435">
                  <c:v>0.43736759572415734</c:v>
                </c:pt>
                <c:pt idx="4436">
                  <c:v>0.44487768054626137</c:v>
                </c:pt>
                <c:pt idx="4437">
                  <c:v>0.44529196341378358</c:v>
                </c:pt>
                <c:pt idx="4438">
                  <c:v>0.43829368161079579</c:v>
                </c:pt>
                <c:pt idx="4439">
                  <c:v>0.43400880783202633</c:v>
                </c:pt>
                <c:pt idx="4440">
                  <c:v>0.44391539420870779</c:v>
                </c:pt>
                <c:pt idx="4441">
                  <c:v>0.43484095952844121</c:v>
                </c:pt>
                <c:pt idx="4442">
                  <c:v>0.44486974505720472</c:v>
                </c:pt>
                <c:pt idx="4443">
                  <c:v>0.44209241154355078</c:v>
                </c:pt>
                <c:pt idx="4444">
                  <c:v>0.42534039308959581</c:v>
                </c:pt>
                <c:pt idx="4445">
                  <c:v>0.43440632606429785</c:v>
                </c:pt>
                <c:pt idx="4446">
                  <c:v>0.42935324884909942</c:v>
                </c:pt>
                <c:pt idx="4447">
                  <c:v>0.42778564960141724</c:v>
                </c:pt>
                <c:pt idx="4448">
                  <c:v>3.346366882324224E-3</c:v>
                </c:pt>
                <c:pt idx="4449">
                  <c:v>1.8595046997070319E-2</c:v>
                </c:pt>
                <c:pt idx="4450">
                  <c:v>0.41563658937494807</c:v>
                </c:pt>
                <c:pt idx="4451">
                  <c:v>0.43021369647135793</c:v>
                </c:pt>
                <c:pt idx="4452">
                  <c:v>0.42377570343017568</c:v>
                </c:pt>
                <c:pt idx="4453">
                  <c:v>0.42069450231698835</c:v>
                </c:pt>
                <c:pt idx="4454">
                  <c:v>0.42956383344422971</c:v>
                </c:pt>
                <c:pt idx="4455">
                  <c:v>0.34127224100047149</c:v>
                </c:pt>
                <c:pt idx="4456">
                  <c:v>0.17232570648193379</c:v>
                </c:pt>
                <c:pt idx="4457">
                  <c:v>3.4530258178710957E-3</c:v>
                </c:pt>
                <c:pt idx="4458">
                  <c:v>5.3178749084472718E-2</c:v>
                </c:pt>
                <c:pt idx="4459">
                  <c:v>0.17903308868408174</c:v>
                </c:pt>
                <c:pt idx="4460">
                  <c:v>8.6029586791992241E-2</c:v>
                </c:pt>
                <c:pt idx="4461">
                  <c:v>0.41317347054953085</c:v>
                </c:pt>
                <c:pt idx="4462">
                  <c:v>0.43667597888398824</c:v>
                </c:pt>
                <c:pt idx="4463">
                  <c:v>0.41781465477279484</c:v>
                </c:pt>
                <c:pt idx="4464">
                  <c:v>0.43126752963964488</c:v>
                </c:pt>
                <c:pt idx="4465">
                  <c:v>0.43633550627041701</c:v>
                </c:pt>
                <c:pt idx="4466">
                  <c:v>0.45231433267178756</c:v>
                </c:pt>
                <c:pt idx="4467">
                  <c:v>0.44287848946707575</c:v>
                </c:pt>
                <c:pt idx="4468">
                  <c:v>0.45002279485723634</c:v>
                </c:pt>
                <c:pt idx="4469">
                  <c:v>0.44229118396709494</c:v>
                </c:pt>
                <c:pt idx="4470">
                  <c:v>0.42955396966709564</c:v>
                </c:pt>
                <c:pt idx="4471">
                  <c:v>0.4401446234298077</c:v>
                </c:pt>
                <c:pt idx="4472">
                  <c:v>0.41820137146191716</c:v>
                </c:pt>
                <c:pt idx="4473">
                  <c:v>0.43189824609195476</c:v>
                </c:pt>
                <c:pt idx="4474">
                  <c:v>0.41901186317395245</c:v>
                </c:pt>
                <c:pt idx="4475">
                  <c:v>0.43350735751065334</c:v>
                </c:pt>
                <c:pt idx="4476">
                  <c:v>6.5376892089843847E-2</c:v>
                </c:pt>
                <c:pt idx="4477">
                  <c:v>0.4339020508682172</c:v>
                </c:pt>
                <c:pt idx="4478">
                  <c:v>0.43828463690621522</c:v>
                </c:pt>
                <c:pt idx="4479">
                  <c:v>0.43722763835133382</c:v>
                </c:pt>
                <c:pt idx="4480">
                  <c:v>0.43422868585398067</c:v>
                </c:pt>
                <c:pt idx="4481">
                  <c:v>0.43786220931055558</c:v>
                </c:pt>
                <c:pt idx="4482">
                  <c:v>0.428382547773966</c:v>
                </c:pt>
                <c:pt idx="4483">
                  <c:v>0.43236103840363316</c:v>
                </c:pt>
                <c:pt idx="4484">
                  <c:v>0.43240590995212774</c:v>
                </c:pt>
                <c:pt idx="4485">
                  <c:v>0.43604492631490893</c:v>
                </c:pt>
                <c:pt idx="4486">
                  <c:v>0.42349287977730071</c:v>
                </c:pt>
                <c:pt idx="4487">
                  <c:v>0.44835573612299184</c:v>
                </c:pt>
                <c:pt idx="4488">
                  <c:v>0.44732243393406718</c:v>
                </c:pt>
                <c:pt idx="4489">
                  <c:v>0.42923084505788084</c:v>
                </c:pt>
                <c:pt idx="4490">
                  <c:v>0.4292969127034032</c:v>
                </c:pt>
                <c:pt idx="4491">
                  <c:v>0.4433365247099107</c:v>
                </c:pt>
                <c:pt idx="4492">
                  <c:v>0.42208204009316186</c:v>
                </c:pt>
                <c:pt idx="4493">
                  <c:v>0.43751623276176788</c:v>
                </c:pt>
                <c:pt idx="4494">
                  <c:v>0.43779992251052063</c:v>
                </c:pt>
                <c:pt idx="4495">
                  <c:v>0.44225331635034382</c:v>
                </c:pt>
                <c:pt idx="4496">
                  <c:v>0.4373976039549487</c:v>
                </c:pt>
                <c:pt idx="4497">
                  <c:v>0.42580403782771176</c:v>
                </c:pt>
                <c:pt idx="4498">
                  <c:v>0.41543085842058913</c:v>
                </c:pt>
                <c:pt idx="4499">
                  <c:v>0.43728669231722805</c:v>
                </c:pt>
                <c:pt idx="4500">
                  <c:v>0.40594522346149797</c:v>
                </c:pt>
                <c:pt idx="4501">
                  <c:v>0.42182868367149717</c:v>
                </c:pt>
                <c:pt idx="4502">
                  <c:v>0.44564034158733046</c:v>
                </c:pt>
                <c:pt idx="4503">
                  <c:v>0.12585979461669963</c:v>
                </c:pt>
                <c:pt idx="4504">
                  <c:v>0.44837112002902557</c:v>
                </c:pt>
                <c:pt idx="4505">
                  <c:v>5.5564842224121121E-2</c:v>
                </c:pt>
                <c:pt idx="4506">
                  <c:v>0.11189544677734399</c:v>
                </c:pt>
                <c:pt idx="4507">
                  <c:v>0.43749973521513091</c:v>
                </c:pt>
                <c:pt idx="4508">
                  <c:v>0.43282987335980949</c:v>
                </c:pt>
                <c:pt idx="4509">
                  <c:v>0.4452361840514179</c:v>
                </c:pt>
                <c:pt idx="4510">
                  <c:v>0.44333682042018624</c:v>
                </c:pt>
                <c:pt idx="4511">
                  <c:v>0.42191783225282714</c:v>
                </c:pt>
                <c:pt idx="4512">
                  <c:v>0.4308284664384967</c:v>
                </c:pt>
                <c:pt idx="4513">
                  <c:v>0.4451650482249036</c:v>
                </c:pt>
                <c:pt idx="4514">
                  <c:v>0.43933716876166201</c:v>
                </c:pt>
                <c:pt idx="4515">
                  <c:v>0.44114094686508165</c:v>
                </c:pt>
                <c:pt idx="4516">
                  <c:v>0.45188625990454845</c:v>
                </c:pt>
                <c:pt idx="4517">
                  <c:v>0.42549230666387639</c:v>
                </c:pt>
                <c:pt idx="4518">
                  <c:v>0.43920873677730549</c:v>
                </c:pt>
                <c:pt idx="4519">
                  <c:v>0.44483156542545121</c:v>
                </c:pt>
                <c:pt idx="4520">
                  <c:v>0.46179686510337981</c:v>
                </c:pt>
                <c:pt idx="4521">
                  <c:v>0.44121273303854058</c:v>
                </c:pt>
                <c:pt idx="4522">
                  <c:v>0.4164955776295764</c:v>
                </c:pt>
                <c:pt idx="4523">
                  <c:v>0.43949044889240158</c:v>
                </c:pt>
                <c:pt idx="4524">
                  <c:v>0.42496666290217699</c:v>
                </c:pt>
                <c:pt idx="4525">
                  <c:v>0.43526366096181962</c:v>
                </c:pt>
                <c:pt idx="4526">
                  <c:v>0.42182932280267543</c:v>
                </c:pt>
                <c:pt idx="4527">
                  <c:v>0.42207176971435534</c:v>
                </c:pt>
                <c:pt idx="4528">
                  <c:v>0.43292766609191902</c:v>
                </c:pt>
                <c:pt idx="4529">
                  <c:v>0.43571613542961335</c:v>
                </c:pt>
                <c:pt idx="4530">
                  <c:v>2.3179321289062513E-2</c:v>
                </c:pt>
                <c:pt idx="4531">
                  <c:v>0.43888857779101798</c:v>
                </c:pt>
                <c:pt idx="4532">
                  <c:v>0.44497129823195447</c:v>
                </c:pt>
                <c:pt idx="4533">
                  <c:v>0.43900457454633118</c:v>
                </c:pt>
                <c:pt idx="4534">
                  <c:v>0.41711061635411756</c:v>
                </c:pt>
                <c:pt idx="4535">
                  <c:v>0.44524150095599185</c:v>
                </c:pt>
                <c:pt idx="4536">
                  <c:v>0.4412949238753901</c:v>
                </c:pt>
                <c:pt idx="4537">
                  <c:v>0.41792729502287229</c:v>
                </c:pt>
                <c:pt idx="4538">
                  <c:v>0.43960493905203668</c:v>
                </c:pt>
                <c:pt idx="4539">
                  <c:v>0.43818035029644309</c:v>
                </c:pt>
                <c:pt idx="4540">
                  <c:v>0.44339613684292489</c:v>
                </c:pt>
                <c:pt idx="4541">
                  <c:v>0.44564600331442705</c:v>
                </c:pt>
                <c:pt idx="4542">
                  <c:v>0.45512385218976475</c:v>
                </c:pt>
                <c:pt idx="4543">
                  <c:v>0.43492577716282438</c:v>
                </c:pt>
                <c:pt idx="4544">
                  <c:v>0.43877670997797047</c:v>
                </c:pt>
                <c:pt idx="4545">
                  <c:v>0.4028322915107973</c:v>
                </c:pt>
                <c:pt idx="4546">
                  <c:v>0.43743795436137428</c:v>
                </c:pt>
                <c:pt idx="4547">
                  <c:v>0.43264279336640349</c:v>
                </c:pt>
                <c:pt idx="4548">
                  <c:v>0.44333777496662546</c:v>
                </c:pt>
                <c:pt idx="4549">
                  <c:v>0.4272614847436994</c:v>
                </c:pt>
                <c:pt idx="4550">
                  <c:v>0.41725522137759768</c:v>
                </c:pt>
                <c:pt idx="4551">
                  <c:v>0.43860045644972062</c:v>
                </c:pt>
                <c:pt idx="4552">
                  <c:v>0.43809093715008646</c:v>
                </c:pt>
                <c:pt idx="4553">
                  <c:v>0.4376188685099282</c:v>
                </c:pt>
                <c:pt idx="4554">
                  <c:v>4.4700965881347601E-2</c:v>
                </c:pt>
                <c:pt idx="4555">
                  <c:v>0.43571742326199647</c:v>
                </c:pt>
                <c:pt idx="4556">
                  <c:v>0.4323354794638497</c:v>
                </c:pt>
                <c:pt idx="4557">
                  <c:v>0.40872937170451124</c:v>
                </c:pt>
                <c:pt idx="4558">
                  <c:v>0.42641960728111439</c:v>
                </c:pt>
                <c:pt idx="4559">
                  <c:v>0.45655575357481487</c:v>
                </c:pt>
                <c:pt idx="4560">
                  <c:v>0.44210464996041599</c:v>
                </c:pt>
                <c:pt idx="4561">
                  <c:v>0.43997013570372956</c:v>
                </c:pt>
                <c:pt idx="4562">
                  <c:v>0.43875420284271238</c:v>
                </c:pt>
                <c:pt idx="4563">
                  <c:v>0.43721035528936464</c:v>
                </c:pt>
                <c:pt idx="4564">
                  <c:v>0.44691778564453127</c:v>
                </c:pt>
                <c:pt idx="4565">
                  <c:v>0.43836636549703178</c:v>
                </c:pt>
                <c:pt idx="4566">
                  <c:v>0.44996590291237343</c:v>
                </c:pt>
                <c:pt idx="4567">
                  <c:v>0.44235617268470012</c:v>
                </c:pt>
                <c:pt idx="4568">
                  <c:v>0.42030143233477057</c:v>
                </c:pt>
                <c:pt idx="4569">
                  <c:v>0.43012570309279563</c:v>
                </c:pt>
                <c:pt idx="4570">
                  <c:v>0.42385634439641784</c:v>
                </c:pt>
                <c:pt idx="4571">
                  <c:v>0.42877249635968878</c:v>
                </c:pt>
                <c:pt idx="4572">
                  <c:v>0.40821602862814199</c:v>
                </c:pt>
                <c:pt idx="4573">
                  <c:v>0.40421430847861556</c:v>
                </c:pt>
                <c:pt idx="4574">
                  <c:v>0.4350882002425519</c:v>
                </c:pt>
                <c:pt idx="4575">
                  <c:v>0.43482829835679793</c:v>
                </c:pt>
                <c:pt idx="4576">
                  <c:v>0.29072116745842824</c:v>
                </c:pt>
                <c:pt idx="4577">
                  <c:v>0.14661403656005856</c:v>
                </c:pt>
                <c:pt idx="4578">
                  <c:v>0.10998899459838864</c:v>
                </c:pt>
                <c:pt idx="4579">
                  <c:v>7.3363952636718716E-2</c:v>
                </c:pt>
                <c:pt idx="4580">
                  <c:v>0.44326207817499358</c:v>
                </c:pt>
                <c:pt idx="4581">
                  <c:v>0.43741047607277928</c:v>
                </c:pt>
                <c:pt idx="4582">
                  <c:v>0.41449944123172083</c:v>
                </c:pt>
                <c:pt idx="4583">
                  <c:v>0.40422060052645992</c:v>
                </c:pt>
                <c:pt idx="4584">
                  <c:v>0.43904849362221504</c:v>
                </c:pt>
                <c:pt idx="4585">
                  <c:v>0.43702637528171062</c:v>
                </c:pt>
                <c:pt idx="4586">
                  <c:v>0.41243928722528733</c:v>
                </c:pt>
                <c:pt idx="4587">
                  <c:v>0.41838190259880187</c:v>
                </c:pt>
                <c:pt idx="4588">
                  <c:v>0.43018101548726589</c:v>
                </c:pt>
                <c:pt idx="4589">
                  <c:v>0.43226338753333465</c:v>
                </c:pt>
                <c:pt idx="4590">
                  <c:v>0.44915862156794611</c:v>
                </c:pt>
                <c:pt idx="4591">
                  <c:v>0.42316232129147185</c:v>
                </c:pt>
                <c:pt idx="4592">
                  <c:v>0.43465690029169679</c:v>
                </c:pt>
                <c:pt idx="4593">
                  <c:v>0.44932888422693523</c:v>
                </c:pt>
                <c:pt idx="4594">
                  <c:v>0.43320490001577217</c:v>
                </c:pt>
                <c:pt idx="4595">
                  <c:v>1.5118560791015614E-2</c:v>
                </c:pt>
                <c:pt idx="4596">
                  <c:v>2.0972270965576124E-2</c:v>
                </c:pt>
                <c:pt idx="4597">
                  <c:v>2.6825981140136637E-2</c:v>
                </c:pt>
                <c:pt idx="4598">
                  <c:v>2.7148818969726478E-3</c:v>
                </c:pt>
                <c:pt idx="4599">
                  <c:v>6.6610336303710475E-4</c:v>
                </c:pt>
                <c:pt idx="4600">
                  <c:v>1.3826751708984383E-3</c:v>
                </c:pt>
                <c:pt idx="4601">
                  <c:v>3.1966323852539044E-2</c:v>
                </c:pt>
                <c:pt idx="4602">
                  <c:v>3.7096023559570319E-2</c:v>
                </c:pt>
                <c:pt idx="4603">
                  <c:v>4.2225723266601602E-2</c:v>
                </c:pt>
                <c:pt idx="4604">
                  <c:v>5.7298507690429677E-2</c:v>
                </c:pt>
                <c:pt idx="4605">
                  <c:v>9.7559909820556651E-2</c:v>
                </c:pt>
                <c:pt idx="4606">
                  <c:v>0.13782131195068367</c:v>
                </c:pt>
                <c:pt idx="4607">
                  <c:v>0.13086055755615239</c:v>
                </c:pt>
                <c:pt idx="4608">
                  <c:v>7.5767383575439495E-2</c:v>
                </c:pt>
                <c:pt idx="4609">
                  <c:v>2.0674209594726552E-2</c:v>
                </c:pt>
                <c:pt idx="4610">
                  <c:v>4.1077194213867123E-2</c:v>
                </c:pt>
                <c:pt idx="4611">
                  <c:v>5.5846538543701078E-2</c:v>
                </c:pt>
                <c:pt idx="4612">
                  <c:v>7.0615882873535027E-2</c:v>
                </c:pt>
                <c:pt idx="4613">
                  <c:v>1.3241958618164064E-3</c:v>
                </c:pt>
                <c:pt idx="4614">
                  <c:v>3.0667991638183605E-2</c:v>
                </c:pt>
                <c:pt idx="4615">
                  <c:v>6.0011787414550793E-2</c:v>
                </c:pt>
                <c:pt idx="4616">
                  <c:v>0.10813213348388663</c:v>
                </c:pt>
                <c:pt idx="4617">
                  <c:v>8.0909385681152274E-2</c:v>
                </c:pt>
                <c:pt idx="4618">
                  <c:v>5.3686637878417917E-2</c:v>
                </c:pt>
                <c:pt idx="4619">
                  <c:v>6.5950698852539028E-2</c:v>
                </c:pt>
                <c:pt idx="4620">
                  <c:v>9.5224742889404274E-2</c:v>
                </c:pt>
                <c:pt idx="4621">
                  <c:v>0.12449878692626953</c:v>
                </c:pt>
                <c:pt idx="4622">
                  <c:v>7.9701690673828082E-2</c:v>
                </c:pt>
                <c:pt idx="4623">
                  <c:v>7.8940486907958948E-2</c:v>
                </c:pt>
                <c:pt idx="4624">
                  <c:v>7.8179283142089842E-2</c:v>
                </c:pt>
                <c:pt idx="4625">
                  <c:v>3.6880187988281285E-2</c:v>
                </c:pt>
                <c:pt idx="4626">
                  <c:v>3.3839721679687559E-2</c:v>
                </c:pt>
                <c:pt idx="4627">
                  <c:v>3.0799255371093841E-2</c:v>
                </c:pt>
                <c:pt idx="4628">
                  <c:v>6.3397293090820317E-2</c:v>
                </c:pt>
                <c:pt idx="4629">
                  <c:v>9.8712730407714847E-2</c:v>
                </c:pt>
                <c:pt idx="4630">
                  <c:v>0.13402816772460935</c:v>
                </c:pt>
                <c:pt idx="4631">
                  <c:v>4.1782493591308562E-2</c:v>
                </c:pt>
                <c:pt idx="4632">
                  <c:v>5.8394451141357356E-2</c:v>
                </c:pt>
                <c:pt idx="4633">
                  <c:v>7.5006408691406151E-2</c:v>
                </c:pt>
                <c:pt idx="4634">
                  <c:v>8.8946113586425665E-2</c:v>
                </c:pt>
                <c:pt idx="4635">
                  <c:v>9.3505325317382759E-2</c:v>
                </c:pt>
                <c:pt idx="4636">
                  <c:v>9.8064537048339839E-2</c:v>
                </c:pt>
                <c:pt idx="4637">
                  <c:v>8.648941040039064E-2</c:v>
                </c:pt>
                <c:pt idx="4638">
                  <c:v>0.43218092836291583</c:v>
                </c:pt>
                <c:pt idx="4639">
                  <c:v>0.4202624421853286</c:v>
                </c:pt>
                <c:pt idx="4640">
                  <c:v>0.10177413940429694</c:v>
                </c:pt>
                <c:pt idx="4641">
                  <c:v>0.41042601117220801</c:v>
                </c:pt>
                <c:pt idx="4642">
                  <c:v>1.0713844299316416E-2</c:v>
                </c:pt>
                <c:pt idx="4643">
                  <c:v>5.4069786071777273E-2</c:v>
                </c:pt>
                <c:pt idx="4644">
                  <c:v>0.24016587089089778</c:v>
                </c:pt>
                <c:pt idx="4645">
                  <c:v>0.42626195571001824</c:v>
                </c:pt>
                <c:pt idx="4646">
                  <c:v>7.6593360900878871E-2</c:v>
                </c:pt>
                <c:pt idx="4647">
                  <c:v>7.4576396942138648E-2</c:v>
                </c:pt>
                <c:pt idx="4648">
                  <c:v>7.2559432983398398E-2</c:v>
                </c:pt>
                <c:pt idx="4649">
                  <c:v>8.3025741577148395E-3</c:v>
                </c:pt>
                <c:pt idx="4650">
                  <c:v>3.7308368682861311E-2</c:v>
                </c:pt>
                <c:pt idx="4651">
                  <c:v>6.6314163208007759E-2</c:v>
                </c:pt>
                <c:pt idx="4652">
                  <c:v>9.1181945800781275E-3</c:v>
                </c:pt>
                <c:pt idx="4653">
                  <c:v>6.3402385711669895E-2</c:v>
                </c:pt>
                <c:pt idx="4654">
                  <c:v>0.13592296600341791</c:v>
                </c:pt>
                <c:pt idx="4655">
                  <c:v>1.6677474975585935E-3</c:v>
                </c:pt>
                <c:pt idx="4656">
                  <c:v>2.8450870513916014E-2</c:v>
                </c:pt>
                <c:pt idx="4657">
                  <c:v>5.8569488525390637E-2</c:v>
                </c:pt>
                <c:pt idx="4658">
                  <c:v>6.0871124267578079E-4</c:v>
                </c:pt>
                <c:pt idx="4659">
                  <c:v>4.3930435180664007E-3</c:v>
                </c:pt>
                <c:pt idx="4660">
                  <c:v>9.3947982788085832E-3</c:v>
                </c:pt>
                <c:pt idx="4661">
                  <c:v>0.13216697692871088</c:v>
                </c:pt>
                <c:pt idx="4662">
                  <c:v>0.40431206727639213</c:v>
                </c:pt>
                <c:pt idx="4663">
                  <c:v>0.35222351754065806</c:v>
                </c:pt>
                <c:pt idx="4664">
                  <c:v>9.2009983062744105E-2</c:v>
                </c:pt>
                <c:pt idx="4665">
                  <c:v>9.9315805435180607E-2</c:v>
                </c:pt>
                <c:pt idx="4666">
                  <c:v>0.10662162780761712</c:v>
                </c:pt>
                <c:pt idx="4667">
                  <c:v>7.8744506835937422E-3</c:v>
                </c:pt>
                <c:pt idx="4668">
                  <c:v>1.1435852050781205E-2</c:v>
                </c:pt>
                <c:pt idx="4669">
                  <c:v>3.0746154785156157E-2</c:v>
                </c:pt>
                <c:pt idx="4670">
                  <c:v>7.0426254272460964E-2</c:v>
                </c:pt>
                <c:pt idx="4671">
                  <c:v>5.1393013000488243E-2</c:v>
                </c:pt>
                <c:pt idx="4672">
                  <c:v>3.2359771728515514E-2</c:v>
                </c:pt>
                <c:pt idx="4673">
                  <c:v>0.11881187438964839</c:v>
                </c:pt>
                <c:pt idx="4674">
                  <c:v>7.2628555297851602E-2</c:v>
                </c:pt>
                <c:pt idx="4675">
                  <c:v>2.6445236206054799E-2</c:v>
                </c:pt>
                <c:pt idx="4676">
                  <c:v>2.3619346618652351E-2</c:v>
                </c:pt>
                <c:pt idx="4677">
                  <c:v>6.4818649291992214E-2</c:v>
                </c:pt>
                <c:pt idx="4678">
                  <c:v>0.10601795196533208</c:v>
                </c:pt>
                <c:pt idx="4679">
                  <c:v>1.2060012817382807E-2</c:v>
                </c:pt>
                <c:pt idx="4680">
                  <c:v>1.541805267333984E-2</c:v>
                </c:pt>
                <c:pt idx="4681">
                  <c:v>1.8776092529296871E-2</c:v>
                </c:pt>
                <c:pt idx="4682">
                  <c:v>4.8979911804199194E-2</c:v>
                </c:pt>
                <c:pt idx="4683">
                  <c:v>2.0714435577392568E-2</c:v>
                </c:pt>
                <c:pt idx="4684">
                  <c:v>7.5510406494140635E-3</c:v>
                </c:pt>
                <c:pt idx="4685">
                  <c:v>7.2183952331543039E-2</c:v>
                </c:pt>
                <c:pt idx="4686">
                  <c:v>0.2524718308784592</c:v>
                </c:pt>
                <c:pt idx="4687">
                  <c:v>0.43275970942537534</c:v>
                </c:pt>
                <c:pt idx="4688">
                  <c:v>7.4949989318847596E-2</c:v>
                </c:pt>
                <c:pt idx="4689">
                  <c:v>8.4611949920654281E-2</c:v>
                </c:pt>
                <c:pt idx="4690">
                  <c:v>9.4273910522460966E-2</c:v>
                </c:pt>
                <c:pt idx="4691">
                  <c:v>2.0486412048339838E-2</c:v>
                </c:pt>
                <c:pt idx="4692">
                  <c:v>2.715202331542968E-2</c:v>
                </c:pt>
                <c:pt idx="4693">
                  <c:v>3.3817634582519518E-2</c:v>
                </c:pt>
                <c:pt idx="4694">
                  <c:v>0.11251464843749999</c:v>
                </c:pt>
                <c:pt idx="4695">
                  <c:v>8.1916637420654276E-2</c:v>
                </c:pt>
                <c:pt idx="4696">
                  <c:v>5.1318626403808555E-2</c:v>
                </c:pt>
                <c:pt idx="4697">
                  <c:v>9.7694778442382873E-3</c:v>
                </c:pt>
                <c:pt idx="4698">
                  <c:v>1.7454299926757785E-2</c:v>
                </c:pt>
                <c:pt idx="4699">
                  <c:v>2.513912200927728E-2</c:v>
                </c:pt>
                <c:pt idx="4700">
                  <c:v>4.5651512145995998E-2</c:v>
                </c:pt>
                <c:pt idx="4701">
                  <c:v>1.9232311248779242E-2</c:v>
                </c:pt>
                <c:pt idx="4702">
                  <c:v>7.1868896484375113E-3</c:v>
                </c:pt>
                <c:pt idx="4703">
                  <c:v>7.6679306030273509E-2</c:v>
                </c:pt>
                <c:pt idx="4704">
                  <c:v>0.42455424756419902</c:v>
                </c:pt>
                <c:pt idx="4705">
                  <c:v>0.41821518152410342</c:v>
                </c:pt>
                <c:pt idx="4706">
                  <c:v>0.44546900768153713</c:v>
                </c:pt>
                <c:pt idx="4707">
                  <c:v>0.45777133421464389</c:v>
                </c:pt>
                <c:pt idx="4708">
                  <c:v>0.45650121981780284</c:v>
                </c:pt>
                <c:pt idx="4709">
                  <c:v>0.44440475724807382</c:v>
                </c:pt>
                <c:pt idx="4710">
                  <c:v>0.45107911120761529</c:v>
                </c:pt>
                <c:pt idx="4711">
                  <c:v>0.4322433125207184</c:v>
                </c:pt>
                <c:pt idx="4712">
                  <c:v>0.43230332769406077</c:v>
                </c:pt>
                <c:pt idx="4713">
                  <c:v>0.4443011407076457</c:v>
                </c:pt>
                <c:pt idx="4714">
                  <c:v>0.39002274167406692</c:v>
                </c:pt>
                <c:pt idx="4715">
                  <c:v>0.21935484236413305</c:v>
                </c:pt>
                <c:pt idx="4716">
                  <c:v>4.8686943054199197E-2</c:v>
                </c:pt>
                <c:pt idx="4717">
                  <c:v>0.13746139526367193</c:v>
                </c:pt>
                <c:pt idx="4718">
                  <c:v>9.0096359252929664E-2</c:v>
                </c:pt>
                <c:pt idx="4719">
                  <c:v>4.2731323242187438E-2</c:v>
                </c:pt>
                <c:pt idx="4720">
                  <c:v>2.541229248046872E-2</c:v>
                </c:pt>
                <c:pt idx="4721">
                  <c:v>8.1217861175537046E-2</c:v>
                </c:pt>
                <c:pt idx="4722">
                  <c:v>0.13702342987060537</c:v>
                </c:pt>
                <c:pt idx="4723">
                  <c:v>2.1359596252441417E-2</c:v>
                </c:pt>
                <c:pt idx="4724">
                  <c:v>7.7005004882812582E-3</c:v>
                </c:pt>
                <c:pt idx="4725">
                  <c:v>5.9585952758789036E-3</c:v>
                </c:pt>
                <c:pt idx="4726">
                  <c:v>3.8942756652832075E-2</c:v>
                </c:pt>
                <c:pt idx="4727">
                  <c:v>7.1338806152343726E-2</c:v>
                </c:pt>
                <c:pt idx="4728">
                  <c:v>0.10373485565185536</c:v>
                </c:pt>
                <c:pt idx="4729">
                  <c:v>4.5727386474609361E-2</c:v>
                </c:pt>
                <c:pt idx="4730">
                  <c:v>0.45999603148145424</c:v>
                </c:pt>
                <c:pt idx="4731">
                  <c:v>0.43804459918629046</c:v>
                </c:pt>
                <c:pt idx="4732">
                  <c:v>0.44724980416845117</c:v>
                </c:pt>
                <c:pt idx="4733">
                  <c:v>0.41298032835504478</c:v>
                </c:pt>
                <c:pt idx="4734">
                  <c:v>0.44200151676440064</c:v>
                </c:pt>
                <c:pt idx="4735">
                  <c:v>0.44494807607672182</c:v>
                </c:pt>
                <c:pt idx="4736">
                  <c:v>0.43517822276162832</c:v>
                </c:pt>
                <c:pt idx="4737">
                  <c:v>0.42208110043383024</c:v>
                </c:pt>
                <c:pt idx="4738">
                  <c:v>0.43813638450273507</c:v>
                </c:pt>
                <c:pt idx="4739">
                  <c:v>0.23185055614296907</c:v>
                </c:pt>
                <c:pt idx="4740">
                  <c:v>2.5564727783203199E-2</c:v>
                </c:pt>
                <c:pt idx="4741">
                  <c:v>8.7626380920410155E-2</c:v>
                </c:pt>
                <c:pt idx="4742">
                  <c:v>4.6231155395507803E-2</c:v>
                </c:pt>
                <c:pt idx="4743">
                  <c:v>4.8359298706054802E-3</c:v>
                </c:pt>
                <c:pt idx="4744">
                  <c:v>4.6509017944335838E-2</c:v>
                </c:pt>
                <c:pt idx="4745">
                  <c:v>4.6411514282226479E-2</c:v>
                </c:pt>
                <c:pt idx="4746">
                  <c:v>4.631401062011712E-2</c:v>
                </c:pt>
                <c:pt idx="4747">
                  <c:v>7.5930290222167907E-2</c:v>
                </c:pt>
                <c:pt idx="4748">
                  <c:v>7.787996292114252E-2</c:v>
                </c:pt>
                <c:pt idx="4749">
                  <c:v>7.982963562011712E-2</c:v>
                </c:pt>
                <c:pt idx="4750">
                  <c:v>5.5134658813476484E-2</c:v>
                </c:pt>
                <c:pt idx="4751">
                  <c:v>8.8592033386230479E-2</c:v>
                </c:pt>
                <c:pt idx="4752">
                  <c:v>0.12204940795898447</c:v>
                </c:pt>
                <c:pt idx="4753">
                  <c:v>0.16952817535400364</c:v>
                </c:pt>
                <c:pt idx="4754">
                  <c:v>0.44279823059731344</c:v>
                </c:pt>
                <c:pt idx="4755">
                  <c:v>0.43230917395117441</c:v>
                </c:pt>
                <c:pt idx="4756">
                  <c:v>0.42154188355814232</c:v>
                </c:pt>
                <c:pt idx="4757">
                  <c:v>0.44862462849906792</c:v>
                </c:pt>
                <c:pt idx="4758">
                  <c:v>0.40338992713635813</c:v>
                </c:pt>
                <c:pt idx="4759">
                  <c:v>0.42525704525484886</c:v>
                </c:pt>
                <c:pt idx="4760">
                  <c:v>0.43895295119867084</c:v>
                </c:pt>
                <c:pt idx="4761">
                  <c:v>0.40239696759444021</c:v>
                </c:pt>
                <c:pt idx="4762">
                  <c:v>0.43071366565983477</c:v>
                </c:pt>
                <c:pt idx="4763">
                  <c:v>0.43695844678736445</c:v>
                </c:pt>
                <c:pt idx="4764">
                  <c:v>0.41721472676595045</c:v>
                </c:pt>
                <c:pt idx="4765">
                  <c:v>0.4489918724183114</c:v>
                </c:pt>
                <c:pt idx="4766">
                  <c:v>0.42911932774593958</c:v>
                </c:pt>
                <c:pt idx="4767">
                  <c:v>0.45535349897904837</c:v>
                </c:pt>
                <c:pt idx="4768">
                  <c:v>0.42337964263703587</c:v>
                </c:pt>
                <c:pt idx="4769">
                  <c:v>0.43856644466005512</c:v>
                </c:pt>
                <c:pt idx="4770">
                  <c:v>0.43591528197042817</c:v>
                </c:pt>
                <c:pt idx="4771">
                  <c:v>0.44269416905351994</c:v>
                </c:pt>
                <c:pt idx="4772">
                  <c:v>0.46120565998938767</c:v>
                </c:pt>
                <c:pt idx="4773">
                  <c:v>0.44579040023027833</c:v>
                </c:pt>
                <c:pt idx="4774">
                  <c:v>0.43832367314701581</c:v>
                </c:pt>
                <c:pt idx="4775">
                  <c:v>0.43210501670837403</c:v>
                </c:pt>
                <c:pt idx="4776">
                  <c:v>0.42495541654987107</c:v>
                </c:pt>
                <c:pt idx="4777">
                  <c:v>0.44573473865667623</c:v>
                </c:pt>
                <c:pt idx="4778">
                  <c:v>0.42793085408006976</c:v>
                </c:pt>
                <c:pt idx="4779">
                  <c:v>0.44794828800289221</c:v>
                </c:pt>
                <c:pt idx="4780">
                  <c:v>0.44924701247607024</c:v>
                </c:pt>
                <c:pt idx="4781">
                  <c:v>0.43790140189587234</c:v>
                </c:pt>
                <c:pt idx="4782">
                  <c:v>0.43801563994191312</c:v>
                </c:pt>
                <c:pt idx="4783">
                  <c:v>0.44051709872386485</c:v>
                </c:pt>
                <c:pt idx="4784">
                  <c:v>0.43036255836486792</c:v>
                </c:pt>
                <c:pt idx="4785">
                  <c:v>0.41363540317701264</c:v>
                </c:pt>
                <c:pt idx="4786">
                  <c:v>0.42099364556692387</c:v>
                </c:pt>
                <c:pt idx="4787">
                  <c:v>0.43197885216893372</c:v>
                </c:pt>
                <c:pt idx="4788">
                  <c:v>0.46063102316349119</c:v>
                </c:pt>
                <c:pt idx="4789">
                  <c:v>0.43618870558242451</c:v>
                </c:pt>
                <c:pt idx="4790">
                  <c:v>0.4439445218172941</c:v>
                </c:pt>
                <c:pt idx="4791">
                  <c:v>0.43848951023646765</c:v>
                </c:pt>
                <c:pt idx="4792">
                  <c:v>0.43514254052164508</c:v>
                </c:pt>
                <c:pt idx="4793">
                  <c:v>0.42155267133551139</c:v>
                </c:pt>
                <c:pt idx="4794">
                  <c:v>0.43521935772251447</c:v>
                </c:pt>
                <c:pt idx="4795">
                  <c:v>0.44264334637185793</c:v>
                </c:pt>
                <c:pt idx="4796">
                  <c:v>0.43902161300182341</c:v>
                </c:pt>
                <c:pt idx="4797">
                  <c:v>0.44511221270407392</c:v>
                </c:pt>
                <c:pt idx="4798">
                  <c:v>0.42248824877616697</c:v>
                </c:pt>
                <c:pt idx="4799">
                  <c:v>0.42883982261725245</c:v>
                </c:pt>
                <c:pt idx="4800">
                  <c:v>0.43282025497571569</c:v>
                </c:pt>
                <c:pt idx="4801">
                  <c:v>0.45442159601159998</c:v>
                </c:pt>
                <c:pt idx="4802">
                  <c:v>0.44003503110228454</c:v>
                </c:pt>
                <c:pt idx="4803">
                  <c:v>0.42193155420888767</c:v>
                </c:pt>
                <c:pt idx="4804">
                  <c:v>0.42361165312469978</c:v>
                </c:pt>
                <c:pt idx="4805">
                  <c:v>0.42600516345049894</c:v>
                </c:pt>
                <c:pt idx="4806">
                  <c:v>0.42817626150030841</c:v>
                </c:pt>
                <c:pt idx="4807">
                  <c:v>0.413091436850058</c:v>
                </c:pt>
                <c:pt idx="4808">
                  <c:v>0.43810053985897845</c:v>
                </c:pt>
                <c:pt idx="4809">
                  <c:v>0.41739341552440945</c:v>
                </c:pt>
                <c:pt idx="4810">
                  <c:v>0.41592644268533474</c:v>
                </c:pt>
                <c:pt idx="4811">
                  <c:v>0.43491405487060536</c:v>
                </c:pt>
                <c:pt idx="4812">
                  <c:v>0.43193359149278254</c:v>
                </c:pt>
                <c:pt idx="4813">
                  <c:v>0.42706125329302247</c:v>
                </c:pt>
                <c:pt idx="4814">
                  <c:v>0.44909751892089839</c:v>
                </c:pt>
                <c:pt idx="4815">
                  <c:v>0.43090741889421336</c:v>
                </c:pt>
                <c:pt idx="4816">
                  <c:v>0.43623474121093753</c:v>
                </c:pt>
                <c:pt idx="4817">
                  <c:v>0.44860594179377206</c:v>
                </c:pt>
                <c:pt idx="4818">
                  <c:v>0.45086879286655174</c:v>
                </c:pt>
                <c:pt idx="4819">
                  <c:v>0.43975929278771858</c:v>
                </c:pt>
                <c:pt idx="4820">
                  <c:v>0.45153061025282926</c:v>
                </c:pt>
                <c:pt idx="4821">
                  <c:v>0.45092850190174727</c:v>
                </c:pt>
                <c:pt idx="4822">
                  <c:v>0.4255546002271699</c:v>
                </c:pt>
                <c:pt idx="4823">
                  <c:v>0.44298196635115056</c:v>
                </c:pt>
                <c:pt idx="4824">
                  <c:v>0.44852812775468398</c:v>
                </c:pt>
                <c:pt idx="4825">
                  <c:v>0.43639859507403045</c:v>
                </c:pt>
                <c:pt idx="4826">
                  <c:v>0.43914455614591891</c:v>
                </c:pt>
                <c:pt idx="4827">
                  <c:v>0.43588437652587886</c:v>
                </c:pt>
                <c:pt idx="4828">
                  <c:v>0.42550583277907345</c:v>
                </c:pt>
                <c:pt idx="4829">
                  <c:v>0.43245073080062857</c:v>
                </c:pt>
                <c:pt idx="4830">
                  <c:v>0.44096142743981398</c:v>
                </c:pt>
                <c:pt idx="4831">
                  <c:v>0.42655035407142311</c:v>
                </c:pt>
                <c:pt idx="4832">
                  <c:v>0.42217253790961368</c:v>
                </c:pt>
                <c:pt idx="4833">
                  <c:v>0.45121202795129062</c:v>
                </c:pt>
                <c:pt idx="4834">
                  <c:v>0.43422964629358246</c:v>
                </c:pt>
                <c:pt idx="4835">
                  <c:v>0.43981587639466962</c:v>
                </c:pt>
                <c:pt idx="4836">
                  <c:v>0.41822649005807783</c:v>
                </c:pt>
                <c:pt idx="4837">
                  <c:v>0.44293617265120794</c:v>
                </c:pt>
                <c:pt idx="4838">
                  <c:v>0.43243461998887728</c:v>
                </c:pt>
                <c:pt idx="4839">
                  <c:v>0.42947828500921076</c:v>
                </c:pt>
                <c:pt idx="4840">
                  <c:v>0.42583296509676216</c:v>
                </c:pt>
                <c:pt idx="4841">
                  <c:v>0.40441535195638989</c:v>
                </c:pt>
                <c:pt idx="4842">
                  <c:v>9.7481575012206959E-2</c:v>
                </c:pt>
                <c:pt idx="4843">
                  <c:v>0.43896114929480495</c:v>
                </c:pt>
                <c:pt idx="4844">
                  <c:v>0.4337707065756804</c:v>
                </c:pt>
                <c:pt idx="4845">
                  <c:v>0.43199288919282119</c:v>
                </c:pt>
                <c:pt idx="4846">
                  <c:v>0.42868254710606157</c:v>
                </c:pt>
                <c:pt idx="4847">
                  <c:v>0.4451801018092944</c:v>
                </c:pt>
                <c:pt idx="4848">
                  <c:v>0.44242641002573857</c:v>
                </c:pt>
                <c:pt idx="4849">
                  <c:v>0.43440576181783291</c:v>
                </c:pt>
                <c:pt idx="4850">
                  <c:v>0.45461459522189324</c:v>
                </c:pt>
                <c:pt idx="4851">
                  <c:v>0.45267035942378014</c:v>
                </c:pt>
                <c:pt idx="4852">
                  <c:v>0.4463646623593735</c:v>
                </c:pt>
                <c:pt idx="4853">
                  <c:v>0.44589453831353154</c:v>
                </c:pt>
                <c:pt idx="4854">
                  <c:v>0.45548909759521483</c:v>
                </c:pt>
                <c:pt idx="4855">
                  <c:v>0.4395249496647185</c:v>
                </c:pt>
                <c:pt idx="4856">
                  <c:v>0.43633821888072694</c:v>
                </c:pt>
                <c:pt idx="4857">
                  <c:v>0.44284110260009779</c:v>
                </c:pt>
                <c:pt idx="4858">
                  <c:v>0.43819016996862842</c:v>
                </c:pt>
                <c:pt idx="4859">
                  <c:v>0.42858441991254337</c:v>
                </c:pt>
                <c:pt idx="4860">
                  <c:v>0.43599707121896275</c:v>
                </c:pt>
                <c:pt idx="4861">
                  <c:v>0.43954025949750647</c:v>
                </c:pt>
                <c:pt idx="4862">
                  <c:v>0.43519034430524783</c:v>
                </c:pt>
                <c:pt idx="4863">
                  <c:v>0.39900330454804178</c:v>
                </c:pt>
                <c:pt idx="4864">
                  <c:v>0.12539863586425767</c:v>
                </c:pt>
                <c:pt idx="4865">
                  <c:v>4.6182975769043039E-2</c:v>
                </c:pt>
                <c:pt idx="4866">
                  <c:v>4.2323226928710954E-2</c:v>
                </c:pt>
                <c:pt idx="4867">
                  <c:v>0.45348843605287609</c:v>
                </c:pt>
                <c:pt idx="4868">
                  <c:v>0.44323065155711255</c:v>
                </c:pt>
                <c:pt idx="4869">
                  <c:v>0.45021448271615161</c:v>
                </c:pt>
                <c:pt idx="4870">
                  <c:v>0.43595585089463446</c:v>
                </c:pt>
                <c:pt idx="4871">
                  <c:v>0.44158050955158384</c:v>
                </c:pt>
                <c:pt idx="4872">
                  <c:v>0.4389750733427949</c:v>
                </c:pt>
                <c:pt idx="4873">
                  <c:v>0.45117606918125924</c:v>
                </c:pt>
                <c:pt idx="4874">
                  <c:v>0.43358036041259757</c:v>
                </c:pt>
                <c:pt idx="4875">
                  <c:v>0.44855485353015717</c:v>
                </c:pt>
                <c:pt idx="4876">
                  <c:v>0.44549592571098262</c:v>
                </c:pt>
                <c:pt idx="4877">
                  <c:v>0.44628725479906939</c:v>
                </c:pt>
                <c:pt idx="4878">
                  <c:v>0.44640390144642167</c:v>
                </c:pt>
                <c:pt idx="4879">
                  <c:v>0.42385647473269944</c:v>
                </c:pt>
                <c:pt idx="4880">
                  <c:v>0.42362322437392513</c:v>
                </c:pt>
                <c:pt idx="4881">
                  <c:v>0.4318909461219031</c:v>
                </c:pt>
                <c:pt idx="4882">
                  <c:v>0.43530625615801127</c:v>
                </c:pt>
                <c:pt idx="4883">
                  <c:v>9.5104446411132762E-2</c:v>
                </c:pt>
                <c:pt idx="4884">
                  <c:v>0.10253025054931632</c:v>
                </c:pt>
                <c:pt idx="4885">
                  <c:v>0.10557397842407222</c:v>
                </c:pt>
                <c:pt idx="4886">
                  <c:v>0.10861770629882808</c:v>
                </c:pt>
                <c:pt idx="4887">
                  <c:v>2.6391563415527279E-2</c:v>
                </c:pt>
                <c:pt idx="4888">
                  <c:v>3.8892288208007761E-2</c:v>
                </c:pt>
                <c:pt idx="4889">
                  <c:v>5.1393013000488243E-2</c:v>
                </c:pt>
                <c:pt idx="4890">
                  <c:v>4.4095687866210959E-2</c:v>
                </c:pt>
                <c:pt idx="4891">
                  <c:v>0.13177179336547892</c:v>
                </c:pt>
                <c:pt idx="4892">
                  <c:v>0.46176256231359525</c:v>
                </c:pt>
                <c:pt idx="4893">
                  <c:v>0.43433965213220971</c:v>
                </c:pt>
                <c:pt idx="4894">
                  <c:v>0.45300119511215137</c:v>
                </c:pt>
                <c:pt idx="4895">
                  <c:v>0.43575091873972027</c:v>
                </c:pt>
                <c:pt idx="4896">
                  <c:v>0.4384928875484983</c:v>
                </c:pt>
                <c:pt idx="4897">
                  <c:v>0.44805801122215633</c:v>
                </c:pt>
                <c:pt idx="4898">
                  <c:v>0.43960560697521311</c:v>
                </c:pt>
                <c:pt idx="4899">
                  <c:v>0.4419135089595943</c:v>
                </c:pt>
                <c:pt idx="4900">
                  <c:v>0.44761906827679127</c:v>
                </c:pt>
                <c:pt idx="4901">
                  <c:v>0.43764579423891958</c:v>
                </c:pt>
                <c:pt idx="4902">
                  <c:v>0.44366767463842366</c:v>
                </c:pt>
                <c:pt idx="4903">
                  <c:v>0.43711618412645181</c:v>
                </c:pt>
                <c:pt idx="4904">
                  <c:v>0.44667455996420041</c:v>
                </c:pt>
                <c:pt idx="4905">
                  <c:v>0.44373254190205946</c:v>
                </c:pt>
                <c:pt idx="4906">
                  <c:v>0.44781222933370485</c:v>
                </c:pt>
                <c:pt idx="4907">
                  <c:v>0.43983185135868863</c:v>
                </c:pt>
                <c:pt idx="4908">
                  <c:v>0.4450941417400654</c:v>
                </c:pt>
                <c:pt idx="4909">
                  <c:v>0.44054801523685466</c:v>
                </c:pt>
                <c:pt idx="4910">
                  <c:v>0.44008978693740192</c:v>
                </c:pt>
                <c:pt idx="4911">
                  <c:v>0.44593398159497399</c:v>
                </c:pt>
                <c:pt idx="4912">
                  <c:v>0.44307504330405695</c:v>
                </c:pt>
                <c:pt idx="4913">
                  <c:v>0.44102561021576997</c:v>
                </c:pt>
                <c:pt idx="4914">
                  <c:v>0.44701988101469398</c:v>
                </c:pt>
                <c:pt idx="4915">
                  <c:v>0.44678777725970159</c:v>
                </c:pt>
                <c:pt idx="4916">
                  <c:v>0.45653497843906798</c:v>
                </c:pt>
                <c:pt idx="4917">
                  <c:v>0.44527152390913532</c:v>
                </c:pt>
                <c:pt idx="4918">
                  <c:v>0.44925331316903444</c:v>
                </c:pt>
                <c:pt idx="4919">
                  <c:v>0.45076128834272278</c:v>
                </c:pt>
                <c:pt idx="4920">
                  <c:v>0.44563169782811951</c:v>
                </c:pt>
                <c:pt idx="4921">
                  <c:v>0.44916694450378414</c:v>
                </c:pt>
                <c:pt idx="4922">
                  <c:v>0.44036878681868974</c:v>
                </c:pt>
                <c:pt idx="4923">
                  <c:v>0.44282549919338399</c:v>
                </c:pt>
                <c:pt idx="4924">
                  <c:v>0.45270441276721196</c:v>
                </c:pt>
                <c:pt idx="4925">
                  <c:v>0.44891166517783004</c:v>
                </c:pt>
                <c:pt idx="4926">
                  <c:v>0.44017924322208885</c:v>
                </c:pt>
                <c:pt idx="4927">
                  <c:v>0.43826385794945472</c:v>
                </c:pt>
                <c:pt idx="4928">
                  <c:v>0.42109217714008534</c:v>
                </c:pt>
                <c:pt idx="4929">
                  <c:v>0.44065963668052605</c:v>
                </c:pt>
                <c:pt idx="4930">
                  <c:v>0.44541571946123282</c:v>
                </c:pt>
                <c:pt idx="4931">
                  <c:v>0.45004570810418376</c:v>
                </c:pt>
                <c:pt idx="4932">
                  <c:v>0.43758448241307191</c:v>
                </c:pt>
                <c:pt idx="4933">
                  <c:v>0.42812937511531701</c:v>
                </c:pt>
                <c:pt idx="4934">
                  <c:v>0.43621252452625942</c:v>
                </c:pt>
                <c:pt idx="4935">
                  <c:v>0.44027621743457562</c:v>
                </c:pt>
                <c:pt idx="4936">
                  <c:v>0.45246998283142537</c:v>
                </c:pt>
                <c:pt idx="4937">
                  <c:v>0.4380543937424774</c:v>
                </c:pt>
                <c:pt idx="4938">
                  <c:v>0.44516902813469017</c:v>
                </c:pt>
                <c:pt idx="4939">
                  <c:v>0.43053037238366826</c:v>
                </c:pt>
                <c:pt idx="4940">
                  <c:v>0.44931517310764485</c:v>
                </c:pt>
                <c:pt idx="4941">
                  <c:v>0.43546016908139923</c:v>
                </c:pt>
                <c:pt idx="4942">
                  <c:v>0.44349105573788711</c:v>
                </c:pt>
                <c:pt idx="4943">
                  <c:v>0.43753661413838085</c:v>
                </c:pt>
                <c:pt idx="4944">
                  <c:v>0.44833235315176151</c:v>
                </c:pt>
                <c:pt idx="4945">
                  <c:v>0.44595124538544212</c:v>
                </c:pt>
                <c:pt idx="4946">
                  <c:v>0.43646311410108407</c:v>
                </c:pt>
                <c:pt idx="4947">
                  <c:v>0.45076103568823706</c:v>
                </c:pt>
                <c:pt idx="4948">
                  <c:v>0.44352256077439028</c:v>
                </c:pt>
                <c:pt idx="4949">
                  <c:v>0.44694705784669386</c:v>
                </c:pt>
                <c:pt idx="4950">
                  <c:v>0.44733242516378757</c:v>
                </c:pt>
                <c:pt idx="4951">
                  <c:v>0.43517881514605339</c:v>
                </c:pt>
                <c:pt idx="4952">
                  <c:v>0.44972230640294497</c:v>
                </c:pt>
                <c:pt idx="4953">
                  <c:v>0.45180749111987184</c:v>
                </c:pt>
                <c:pt idx="4954">
                  <c:v>0.42562540624983553</c:v>
                </c:pt>
                <c:pt idx="4955">
                  <c:v>0.43025243661841561</c:v>
                </c:pt>
                <c:pt idx="4956">
                  <c:v>0.44139336433731219</c:v>
                </c:pt>
                <c:pt idx="4957">
                  <c:v>0.43145422361082575</c:v>
                </c:pt>
                <c:pt idx="4958">
                  <c:v>0.42763598302515549</c:v>
                </c:pt>
                <c:pt idx="4959">
                  <c:v>0.43555200670586258</c:v>
                </c:pt>
                <c:pt idx="4960">
                  <c:v>0.44915613758320699</c:v>
                </c:pt>
                <c:pt idx="4961">
                  <c:v>0.43980219831370343</c:v>
                </c:pt>
                <c:pt idx="4962">
                  <c:v>0.44768953698022029</c:v>
                </c:pt>
                <c:pt idx="4963">
                  <c:v>0.43502068700227126</c:v>
                </c:pt>
                <c:pt idx="4964">
                  <c:v>0.44266869723141838</c:v>
                </c:pt>
                <c:pt idx="4965">
                  <c:v>0.45090903690883105</c:v>
                </c:pt>
                <c:pt idx="4966">
                  <c:v>0.43785137469951935</c:v>
                </c:pt>
                <c:pt idx="4967">
                  <c:v>0.43998933398534373</c:v>
                </c:pt>
                <c:pt idx="4968">
                  <c:v>0.4440682622765294</c:v>
                </c:pt>
                <c:pt idx="4969">
                  <c:v>0.4255292712459614</c:v>
                </c:pt>
                <c:pt idx="4970">
                  <c:v>0.44934527790629786</c:v>
                </c:pt>
                <c:pt idx="4971">
                  <c:v>0.44807347950599014</c:v>
                </c:pt>
                <c:pt idx="4972">
                  <c:v>0.44387061295235997</c:v>
                </c:pt>
                <c:pt idx="4973">
                  <c:v>0.45144085862419825</c:v>
                </c:pt>
                <c:pt idx="4974">
                  <c:v>0.43535018417492638</c:v>
                </c:pt>
                <c:pt idx="4975">
                  <c:v>0.43861623693066981</c:v>
                </c:pt>
                <c:pt idx="4976">
                  <c:v>0.43955738495136121</c:v>
                </c:pt>
                <c:pt idx="4977">
                  <c:v>0.43518130139606731</c:v>
                </c:pt>
                <c:pt idx="4978">
                  <c:v>0.44062821102513405</c:v>
                </c:pt>
                <c:pt idx="4979">
                  <c:v>0.44593762706977919</c:v>
                </c:pt>
                <c:pt idx="4980">
                  <c:v>0.43368282444744194</c:v>
                </c:pt>
                <c:pt idx="4981">
                  <c:v>0.44409708695055333</c:v>
                </c:pt>
                <c:pt idx="4982">
                  <c:v>0.44562325766674199</c:v>
                </c:pt>
                <c:pt idx="4983">
                  <c:v>0.43621380090713491</c:v>
                </c:pt>
                <c:pt idx="4984">
                  <c:v>0.42282374610900886</c:v>
                </c:pt>
                <c:pt idx="4985">
                  <c:v>0.4451566470945012</c:v>
                </c:pt>
                <c:pt idx="4986">
                  <c:v>0.41793657415053403</c:v>
                </c:pt>
                <c:pt idx="4987">
                  <c:v>0.44947576950336338</c:v>
                </c:pt>
                <c:pt idx="4988">
                  <c:v>0.44551403488365771</c:v>
                </c:pt>
                <c:pt idx="4989">
                  <c:v>0.445780430241635</c:v>
                </c:pt>
                <c:pt idx="4990">
                  <c:v>0.43741511861483251</c:v>
                </c:pt>
                <c:pt idx="4991">
                  <c:v>0.44891038624060603</c:v>
                </c:pt>
                <c:pt idx="4992">
                  <c:v>0.4346033511991087</c:v>
                </c:pt>
                <c:pt idx="4993">
                  <c:v>0.4494900172824372</c:v>
                </c:pt>
                <c:pt idx="4994">
                  <c:v>0.45196337510167123</c:v>
                </c:pt>
                <c:pt idx="4995">
                  <c:v>0.4376043432694447</c:v>
                </c:pt>
                <c:pt idx="4996">
                  <c:v>0.45729503092341406</c:v>
                </c:pt>
                <c:pt idx="4997">
                  <c:v>0.44611741287763723</c:v>
                </c:pt>
                <c:pt idx="4998">
                  <c:v>0.43102266378963716</c:v>
                </c:pt>
                <c:pt idx="4999">
                  <c:v>0.44355106236384456</c:v>
                </c:pt>
                <c:pt idx="5000">
                  <c:v>0.43588305311741615</c:v>
                </c:pt>
                <c:pt idx="5001">
                  <c:v>0.43745156960893966</c:v>
                </c:pt>
                <c:pt idx="5002">
                  <c:v>0.4422283170156866</c:v>
                </c:pt>
                <c:pt idx="5003">
                  <c:v>0.4402563763174781</c:v>
                </c:pt>
                <c:pt idx="5004">
                  <c:v>0.43665946253164922</c:v>
                </c:pt>
                <c:pt idx="5005">
                  <c:v>0.44096078989593457</c:v>
                </c:pt>
                <c:pt idx="5006">
                  <c:v>0.45723639254803417</c:v>
                </c:pt>
                <c:pt idx="5007">
                  <c:v>0.43811045580896835</c:v>
                </c:pt>
                <c:pt idx="5008">
                  <c:v>0.43488393511090967</c:v>
                </c:pt>
                <c:pt idx="5009">
                  <c:v>0.43740577285639798</c:v>
                </c:pt>
                <c:pt idx="5010">
                  <c:v>6.6935005187988242E-2</c:v>
                </c:pt>
                <c:pt idx="5011">
                  <c:v>0.43849461364746095</c:v>
                </c:pt>
                <c:pt idx="5012">
                  <c:v>0.43834581084873359</c:v>
                </c:pt>
                <c:pt idx="5013">
                  <c:v>0.44293952268712655</c:v>
                </c:pt>
                <c:pt idx="5014">
                  <c:v>0.4385067834692486</c:v>
                </c:pt>
                <c:pt idx="5015">
                  <c:v>0.43030106514877414</c:v>
                </c:pt>
                <c:pt idx="5016">
                  <c:v>0.45159913872123192</c:v>
                </c:pt>
                <c:pt idx="5017">
                  <c:v>0.44692621581408432</c:v>
                </c:pt>
                <c:pt idx="5018">
                  <c:v>0.4484608148613578</c:v>
                </c:pt>
                <c:pt idx="5019">
                  <c:v>0.44054953338544989</c:v>
                </c:pt>
                <c:pt idx="5020">
                  <c:v>0.45796381350556098</c:v>
                </c:pt>
                <c:pt idx="5021">
                  <c:v>0.44962294717436857</c:v>
                </c:pt>
                <c:pt idx="5022">
                  <c:v>0.45167210049099382</c:v>
                </c:pt>
                <c:pt idx="5023">
                  <c:v>0.42073995913412232</c:v>
                </c:pt>
                <c:pt idx="5024">
                  <c:v>0.43622462152277375</c:v>
                </c:pt>
                <c:pt idx="5025">
                  <c:v>0.43888326528516863</c:v>
                </c:pt>
                <c:pt idx="5026">
                  <c:v>0.431055441993629</c:v>
                </c:pt>
                <c:pt idx="5027">
                  <c:v>0.42631739567902127</c:v>
                </c:pt>
                <c:pt idx="5028">
                  <c:v>0.43654939377050617</c:v>
                </c:pt>
                <c:pt idx="5029">
                  <c:v>0.43126524535092431</c:v>
                </c:pt>
                <c:pt idx="5030">
                  <c:v>0.42585509038233477</c:v>
                </c:pt>
                <c:pt idx="5031">
                  <c:v>0.20781678545606</c:v>
                </c:pt>
                <c:pt idx="5032">
                  <c:v>1.0221519470214839E-2</c:v>
                </c:pt>
                <c:pt idx="5033">
                  <c:v>3.6854553222656159E-3</c:v>
                </c:pt>
                <c:pt idx="5034">
                  <c:v>9.0547943115234474E-3</c:v>
                </c:pt>
                <c:pt idx="5035">
                  <c:v>2.1795043945312512E-2</c:v>
                </c:pt>
                <c:pt idx="5036">
                  <c:v>0.14684286117553716</c:v>
                </c:pt>
                <c:pt idx="5037">
                  <c:v>0.40372245717800614</c:v>
                </c:pt>
                <c:pt idx="5038">
                  <c:v>0.39600969346188697</c:v>
                </c:pt>
                <c:pt idx="5039">
                  <c:v>0.43702397664388032</c:v>
                </c:pt>
                <c:pt idx="5040">
                  <c:v>0.4567448462691962</c:v>
                </c:pt>
                <c:pt idx="5041">
                  <c:v>0.43871724693970848</c:v>
                </c:pt>
                <c:pt idx="5042">
                  <c:v>0.44946734979285957</c:v>
                </c:pt>
                <c:pt idx="5043">
                  <c:v>0.44685444614805025</c:v>
                </c:pt>
                <c:pt idx="5044">
                  <c:v>0.43583046287298188</c:v>
                </c:pt>
                <c:pt idx="5045">
                  <c:v>0.45054984023890537</c:v>
                </c:pt>
                <c:pt idx="5046">
                  <c:v>0.45221184450620183</c:v>
                </c:pt>
                <c:pt idx="5047">
                  <c:v>0.4400444619632462</c:v>
                </c:pt>
                <c:pt idx="5048">
                  <c:v>0.41572547124552334</c:v>
                </c:pt>
                <c:pt idx="5049">
                  <c:v>0.40299694554255555</c:v>
                </c:pt>
                <c:pt idx="5050">
                  <c:v>0.4635367320767409</c:v>
                </c:pt>
                <c:pt idx="5051">
                  <c:v>0.43572593043400704</c:v>
                </c:pt>
                <c:pt idx="5052">
                  <c:v>0.44183816992718233</c:v>
                </c:pt>
                <c:pt idx="5053">
                  <c:v>0.41916547775268548</c:v>
                </c:pt>
                <c:pt idx="5054">
                  <c:v>0.38039367328990581</c:v>
                </c:pt>
                <c:pt idx="5055">
                  <c:v>0.4466080028360539</c:v>
                </c:pt>
                <c:pt idx="5056">
                  <c:v>0.44915168540422296</c:v>
                </c:pt>
                <c:pt idx="5057">
                  <c:v>0.4454400646186874</c:v>
                </c:pt>
                <c:pt idx="5058">
                  <c:v>0.44809517233712326</c:v>
                </c:pt>
                <c:pt idx="5059">
                  <c:v>0.45164227228316062</c:v>
                </c:pt>
                <c:pt idx="5060">
                  <c:v>0.41709460338699478</c:v>
                </c:pt>
                <c:pt idx="5061">
                  <c:v>0.45345129064611478</c:v>
                </c:pt>
                <c:pt idx="5062">
                  <c:v>0.45071800650319749</c:v>
                </c:pt>
                <c:pt idx="5063">
                  <c:v>0.45071699057685</c:v>
                </c:pt>
                <c:pt idx="5064">
                  <c:v>0.42673629911819305</c:v>
                </c:pt>
                <c:pt idx="5065">
                  <c:v>0.45548464620338303</c:v>
                </c:pt>
                <c:pt idx="5066">
                  <c:v>0.44374501150760925</c:v>
                </c:pt>
                <c:pt idx="5067">
                  <c:v>0.43948047858725786</c:v>
                </c:pt>
                <c:pt idx="5068">
                  <c:v>0.44921690731956843</c:v>
                </c:pt>
                <c:pt idx="5069">
                  <c:v>0.46264890162150069</c:v>
                </c:pt>
                <c:pt idx="5070">
                  <c:v>0.4531411731446563</c:v>
                </c:pt>
                <c:pt idx="5071">
                  <c:v>0.44009323015604929</c:v>
                </c:pt>
                <c:pt idx="5072">
                  <c:v>0.4337017200304113</c:v>
                </c:pt>
                <c:pt idx="5073">
                  <c:v>0.43497433139966879</c:v>
                </c:pt>
                <c:pt idx="5074">
                  <c:v>0.44321447585519064</c:v>
                </c:pt>
                <c:pt idx="5075">
                  <c:v>0.43063992510343846</c:v>
                </c:pt>
                <c:pt idx="5076">
                  <c:v>0.43462126521545591</c:v>
                </c:pt>
                <c:pt idx="5077">
                  <c:v>0.43863447045561044</c:v>
                </c:pt>
                <c:pt idx="5078">
                  <c:v>0.42696788893438964</c:v>
                </c:pt>
                <c:pt idx="5079">
                  <c:v>0.45181356946159817</c:v>
                </c:pt>
                <c:pt idx="5080">
                  <c:v>0.4370146376111731</c:v>
                </c:pt>
                <c:pt idx="5081">
                  <c:v>0.43457409876043152</c:v>
                </c:pt>
                <c:pt idx="5082">
                  <c:v>0.42940144863534474</c:v>
                </c:pt>
                <c:pt idx="5083">
                  <c:v>0.44182103045481552</c:v>
                </c:pt>
                <c:pt idx="5084">
                  <c:v>0.41085569892833423</c:v>
                </c:pt>
                <c:pt idx="5085">
                  <c:v>0.46096749685343014</c:v>
                </c:pt>
                <c:pt idx="5086">
                  <c:v>0.4449029301961262</c:v>
                </c:pt>
                <c:pt idx="5087">
                  <c:v>0.45553658706881994</c:v>
                </c:pt>
                <c:pt idx="5088">
                  <c:v>0.45643453610653917</c:v>
                </c:pt>
                <c:pt idx="5089">
                  <c:v>0.45317751762194491</c:v>
                </c:pt>
                <c:pt idx="5090">
                  <c:v>0.4517964056188411</c:v>
                </c:pt>
                <c:pt idx="5091">
                  <c:v>0.45004690814840376</c:v>
                </c:pt>
                <c:pt idx="5092">
                  <c:v>0.44837264826268319</c:v>
                </c:pt>
                <c:pt idx="5093">
                  <c:v>0.43455681025326914</c:v>
                </c:pt>
                <c:pt idx="5094">
                  <c:v>0.4460689731354408</c:v>
                </c:pt>
                <c:pt idx="5095">
                  <c:v>0.44591465898922511</c:v>
                </c:pt>
                <c:pt idx="5096">
                  <c:v>0.43318686430591008</c:v>
                </c:pt>
                <c:pt idx="5097">
                  <c:v>0.43294620355570079</c:v>
                </c:pt>
                <c:pt idx="5098">
                  <c:v>0.43143016106043097</c:v>
                </c:pt>
                <c:pt idx="5099">
                  <c:v>0.44105951902181806</c:v>
                </c:pt>
                <c:pt idx="5100">
                  <c:v>0.43731004735474943</c:v>
                </c:pt>
                <c:pt idx="5101">
                  <c:v>0.42491551627182383</c:v>
                </c:pt>
                <c:pt idx="5102">
                  <c:v>0.42924308907272468</c:v>
                </c:pt>
                <c:pt idx="5103">
                  <c:v>0.42828699909407519</c:v>
                </c:pt>
                <c:pt idx="5104">
                  <c:v>0.43784075279235835</c:v>
                </c:pt>
                <c:pt idx="5105">
                  <c:v>0.44220004920191419</c:v>
                </c:pt>
                <c:pt idx="5106">
                  <c:v>0.42953351577123</c:v>
                </c:pt>
                <c:pt idx="5107">
                  <c:v>0.44994163695802075</c:v>
                </c:pt>
                <c:pt idx="5108">
                  <c:v>0.44315980827353924</c:v>
                </c:pt>
                <c:pt idx="5109">
                  <c:v>0.44554192450738728</c:v>
                </c:pt>
                <c:pt idx="5110">
                  <c:v>0.45847317504882817</c:v>
                </c:pt>
                <c:pt idx="5111">
                  <c:v>0.44519218104226244</c:v>
                </c:pt>
                <c:pt idx="5112">
                  <c:v>0.42771026495731224</c:v>
                </c:pt>
                <c:pt idx="5113">
                  <c:v>0.4220425674694927</c:v>
                </c:pt>
                <c:pt idx="5114">
                  <c:v>0.44904773607166532</c:v>
                </c:pt>
                <c:pt idx="5115">
                  <c:v>0.44435981108410511</c:v>
                </c:pt>
                <c:pt idx="5116">
                  <c:v>0.42298057762352181</c:v>
                </c:pt>
                <c:pt idx="5117">
                  <c:v>0.43245396664268082</c:v>
                </c:pt>
                <c:pt idx="5118">
                  <c:v>0.44379270344564353</c:v>
                </c:pt>
                <c:pt idx="5119">
                  <c:v>0.4417469807104632</c:v>
                </c:pt>
                <c:pt idx="5120">
                  <c:v>0.44641061581558922</c:v>
                </c:pt>
                <c:pt idx="5121">
                  <c:v>0.44014601233476647</c:v>
                </c:pt>
                <c:pt idx="5122">
                  <c:v>0.45421047379485263</c:v>
                </c:pt>
                <c:pt idx="5123">
                  <c:v>0.42556351938555337</c:v>
                </c:pt>
                <c:pt idx="5124">
                  <c:v>0.45741817504090149</c:v>
                </c:pt>
                <c:pt idx="5125">
                  <c:v>0.44284012636398884</c:v>
                </c:pt>
                <c:pt idx="5126">
                  <c:v>0.43871416254246476</c:v>
                </c:pt>
                <c:pt idx="5127">
                  <c:v>0.44758845787149532</c:v>
                </c:pt>
                <c:pt idx="5128">
                  <c:v>0.44010823255085807</c:v>
                </c:pt>
                <c:pt idx="5129">
                  <c:v>0.43744886495299246</c:v>
                </c:pt>
                <c:pt idx="5130">
                  <c:v>0.4299346358273009</c:v>
                </c:pt>
                <c:pt idx="5131">
                  <c:v>0.41804193182552568</c:v>
                </c:pt>
                <c:pt idx="5132">
                  <c:v>0.44421676942518523</c:v>
                </c:pt>
                <c:pt idx="5133">
                  <c:v>0.44936484009780625</c:v>
                </c:pt>
                <c:pt idx="5134">
                  <c:v>0.4487322587501712</c:v>
                </c:pt>
                <c:pt idx="5135">
                  <c:v>0.44795401207875407</c:v>
                </c:pt>
                <c:pt idx="5136">
                  <c:v>0.43632315381367992</c:v>
                </c:pt>
                <c:pt idx="5137">
                  <c:v>0.44761530353847573</c:v>
                </c:pt>
                <c:pt idx="5138">
                  <c:v>0.45369654389384401</c:v>
                </c:pt>
                <c:pt idx="5139">
                  <c:v>0.44868235761663883</c:v>
                </c:pt>
                <c:pt idx="5140">
                  <c:v>0.44177517396576554</c:v>
                </c:pt>
                <c:pt idx="5141">
                  <c:v>0.42483556993872718</c:v>
                </c:pt>
                <c:pt idx="5142">
                  <c:v>0.44509646220379562</c:v>
                </c:pt>
                <c:pt idx="5143">
                  <c:v>0.43470728793990959</c:v>
                </c:pt>
                <c:pt idx="5144">
                  <c:v>0.41471199874169301</c:v>
                </c:pt>
                <c:pt idx="5145">
                  <c:v>0.4405277819672892</c:v>
                </c:pt>
                <c:pt idx="5146">
                  <c:v>0.453354166183698</c:v>
                </c:pt>
                <c:pt idx="5147">
                  <c:v>0.43760079522089135</c:v>
                </c:pt>
                <c:pt idx="5148">
                  <c:v>0.43056520422672456</c:v>
                </c:pt>
                <c:pt idx="5149">
                  <c:v>0.44951774217805801</c:v>
                </c:pt>
                <c:pt idx="5150">
                  <c:v>0.42345994661751002</c:v>
                </c:pt>
                <c:pt idx="5151">
                  <c:v>0.43291329453412225</c:v>
                </c:pt>
                <c:pt idx="5152">
                  <c:v>0.43881256294250492</c:v>
                </c:pt>
                <c:pt idx="5153">
                  <c:v>0.43908510737265311</c:v>
                </c:pt>
                <c:pt idx="5154">
                  <c:v>0.44119732186345778</c:v>
                </c:pt>
                <c:pt idx="5155">
                  <c:v>0.44216317792679377</c:v>
                </c:pt>
                <c:pt idx="5156">
                  <c:v>0.43849987759309655</c:v>
                </c:pt>
                <c:pt idx="5157">
                  <c:v>0.45259619406141383</c:v>
                </c:pt>
                <c:pt idx="5158">
                  <c:v>0.43166653686428663</c:v>
                </c:pt>
                <c:pt idx="5159">
                  <c:v>0.44522584012882438</c:v>
                </c:pt>
                <c:pt idx="5160">
                  <c:v>0.44085751973665677</c:v>
                </c:pt>
                <c:pt idx="5161">
                  <c:v>0.44763052810322163</c:v>
                </c:pt>
                <c:pt idx="5162">
                  <c:v>0.44383871714274092</c:v>
                </c:pt>
                <c:pt idx="5163">
                  <c:v>0.45007436132138495</c:v>
                </c:pt>
                <c:pt idx="5164">
                  <c:v>0.43283543230751131</c:v>
                </c:pt>
                <c:pt idx="5165">
                  <c:v>0.45032751419964961</c:v>
                </c:pt>
                <c:pt idx="5166">
                  <c:v>0.44864313160714919</c:v>
                </c:pt>
                <c:pt idx="5167">
                  <c:v>0.43315451059909843</c:v>
                </c:pt>
                <c:pt idx="5168">
                  <c:v>0.43557228426390049</c:v>
                </c:pt>
                <c:pt idx="5169">
                  <c:v>0.4383340543859145</c:v>
                </c:pt>
                <c:pt idx="5170">
                  <c:v>0.43173429363942983</c:v>
                </c:pt>
                <c:pt idx="5171">
                  <c:v>0.40267482001826449</c:v>
                </c:pt>
                <c:pt idx="5172">
                  <c:v>0.41584130188058754</c:v>
                </c:pt>
                <c:pt idx="5173">
                  <c:v>0.44702637394415928</c:v>
                </c:pt>
                <c:pt idx="5174">
                  <c:v>0.42236097528384264</c:v>
                </c:pt>
                <c:pt idx="5175">
                  <c:v>0.41053988953267251</c:v>
                </c:pt>
                <c:pt idx="5176">
                  <c:v>0.43748865923835234</c:v>
                </c:pt>
                <c:pt idx="5177">
                  <c:v>0.4411334545054334</c:v>
                </c:pt>
                <c:pt idx="5178">
                  <c:v>0.4365141884528721</c:v>
                </c:pt>
                <c:pt idx="5179">
                  <c:v>0.45131738095670132</c:v>
                </c:pt>
                <c:pt idx="5180">
                  <c:v>0.45090000953048948</c:v>
                </c:pt>
                <c:pt idx="5181">
                  <c:v>0.44632705279287599</c:v>
                </c:pt>
                <c:pt idx="5182">
                  <c:v>0.44039220058556761</c:v>
                </c:pt>
                <c:pt idx="5183">
                  <c:v>0.43761199696858727</c:v>
                </c:pt>
                <c:pt idx="5184">
                  <c:v>0.46359433623979679</c:v>
                </c:pt>
                <c:pt idx="5185">
                  <c:v>0.44202915335601239</c:v>
                </c:pt>
                <c:pt idx="5186">
                  <c:v>0.42740260861954582</c:v>
                </c:pt>
                <c:pt idx="5187">
                  <c:v>0.43164901586679311</c:v>
                </c:pt>
                <c:pt idx="5188">
                  <c:v>0.44431154966354375</c:v>
                </c:pt>
                <c:pt idx="5189">
                  <c:v>0.43800228754679349</c:v>
                </c:pt>
                <c:pt idx="5190">
                  <c:v>0.44234852040997003</c:v>
                </c:pt>
                <c:pt idx="5191">
                  <c:v>0.45087309335561904</c:v>
                </c:pt>
                <c:pt idx="5192">
                  <c:v>0.43956529464721678</c:v>
                </c:pt>
                <c:pt idx="5193">
                  <c:v>0.43106985321618546</c:v>
                </c:pt>
                <c:pt idx="5194">
                  <c:v>0.45797572843490114</c:v>
                </c:pt>
                <c:pt idx="5195">
                  <c:v>0.43472199896548652</c:v>
                </c:pt>
                <c:pt idx="5196">
                  <c:v>0.42578770637512198</c:v>
                </c:pt>
                <c:pt idx="5197">
                  <c:v>0.42660225751588676</c:v>
                </c:pt>
                <c:pt idx="5198">
                  <c:v>0.41261424936712754</c:v>
                </c:pt>
                <c:pt idx="5199">
                  <c:v>0.44460070596090168</c:v>
                </c:pt>
                <c:pt idx="5200">
                  <c:v>0.14141967773437514</c:v>
                </c:pt>
                <c:pt idx="5201">
                  <c:v>0.10380002975463876</c:v>
                </c:pt>
                <c:pt idx="5202">
                  <c:v>6.6180381774902389E-2</c:v>
                </c:pt>
                <c:pt idx="5203">
                  <c:v>2.3219833374023446E-2</c:v>
                </c:pt>
                <c:pt idx="5204">
                  <c:v>0.45836650695800785</c:v>
                </c:pt>
                <c:pt idx="5205">
                  <c:v>0.43235689878463751</c:v>
                </c:pt>
                <c:pt idx="5206">
                  <c:v>0.44046361068199413</c:v>
                </c:pt>
                <c:pt idx="5207">
                  <c:v>0.45029647755978719</c:v>
                </c:pt>
                <c:pt idx="5208">
                  <c:v>0.43188054213985316</c:v>
                </c:pt>
                <c:pt idx="5209">
                  <c:v>0.43493460237590326</c:v>
                </c:pt>
                <c:pt idx="5210">
                  <c:v>0.43971830604399315</c:v>
                </c:pt>
                <c:pt idx="5211">
                  <c:v>0.45853114940502027</c:v>
                </c:pt>
                <c:pt idx="5212">
                  <c:v>0.43569332715003717</c:v>
                </c:pt>
                <c:pt idx="5213">
                  <c:v>0.43752016764606932</c:v>
                </c:pt>
                <c:pt idx="5214">
                  <c:v>0.44369598791851272</c:v>
                </c:pt>
                <c:pt idx="5215">
                  <c:v>0.45295326024835747</c:v>
                </c:pt>
                <c:pt idx="5216">
                  <c:v>0.39834892493877622</c:v>
                </c:pt>
                <c:pt idx="5217">
                  <c:v>1.9829177856445319E-3</c:v>
                </c:pt>
                <c:pt idx="5218">
                  <c:v>0.11384147644042968</c:v>
                </c:pt>
                <c:pt idx="5219">
                  <c:v>0.13126859664916993</c:v>
                </c:pt>
                <c:pt idx="5220">
                  <c:v>0.14869571685791014</c:v>
                </c:pt>
                <c:pt idx="5221">
                  <c:v>3.3133621215820315E-2</c:v>
                </c:pt>
                <c:pt idx="5222">
                  <c:v>4.6929874420166037E-2</c:v>
                </c:pt>
                <c:pt idx="5223">
                  <c:v>6.072612762451176E-2</c:v>
                </c:pt>
                <c:pt idx="5224">
                  <c:v>0.12919704437255855</c:v>
                </c:pt>
                <c:pt idx="5225">
                  <c:v>8.7871284484863241E-2</c:v>
                </c:pt>
                <c:pt idx="5226">
                  <c:v>4.6545524597167917E-2</c:v>
                </c:pt>
                <c:pt idx="5227">
                  <c:v>7.4675788879394633E-2</c:v>
                </c:pt>
                <c:pt idx="5228">
                  <c:v>6.7880001068115231E-2</c:v>
                </c:pt>
                <c:pt idx="5229">
                  <c:v>6.1084213256835843E-2</c:v>
                </c:pt>
                <c:pt idx="5230">
                  <c:v>0.10829566955566415</c:v>
                </c:pt>
                <c:pt idx="5231">
                  <c:v>8.7943038940429666E-2</c:v>
                </c:pt>
                <c:pt idx="5232">
                  <c:v>6.7590408325195209E-2</c:v>
                </c:pt>
                <c:pt idx="5233">
                  <c:v>5.4756889343261755E-2</c:v>
                </c:pt>
                <c:pt idx="5234">
                  <c:v>0.1632451057434077</c:v>
                </c:pt>
                <c:pt idx="5235">
                  <c:v>0.42714733235379476</c:v>
                </c:pt>
                <c:pt idx="5236">
                  <c:v>0.44283783912658703</c:v>
                </c:pt>
                <c:pt idx="5237">
                  <c:v>0.44648441684159473</c:v>
                </c:pt>
                <c:pt idx="5238">
                  <c:v>0.45392558679348094</c:v>
                </c:pt>
                <c:pt idx="5239">
                  <c:v>0.44586350187963381</c:v>
                </c:pt>
                <c:pt idx="5240">
                  <c:v>0.44742616976224464</c:v>
                </c:pt>
                <c:pt idx="5241">
                  <c:v>7.3722953796386631E-2</c:v>
                </c:pt>
                <c:pt idx="5242">
                  <c:v>4.6029281616210959E-3</c:v>
                </c:pt>
                <c:pt idx="5243">
                  <c:v>6.7023754119872991E-2</c:v>
                </c:pt>
                <c:pt idx="5244">
                  <c:v>0.13865043640136709</c:v>
                </c:pt>
                <c:pt idx="5245">
                  <c:v>1.0142097473144519E-2</c:v>
                </c:pt>
                <c:pt idx="5246">
                  <c:v>3.7995986938476549E-2</c:v>
                </c:pt>
                <c:pt idx="5247">
                  <c:v>8.6134071350097596E-2</c:v>
                </c:pt>
                <c:pt idx="5248">
                  <c:v>7.7840080261230474E-2</c:v>
                </c:pt>
                <c:pt idx="5249">
                  <c:v>0.11511171340942379</c:v>
                </c:pt>
                <c:pt idx="5250">
                  <c:v>0.15238334655761709</c:v>
                </c:pt>
                <c:pt idx="5251">
                  <c:v>7.3010330200195206E-2</c:v>
                </c:pt>
                <c:pt idx="5252">
                  <c:v>5.8039684295654273E-2</c:v>
                </c:pt>
                <c:pt idx="5253">
                  <c:v>4.3069038391113361E-2</c:v>
                </c:pt>
                <c:pt idx="5254">
                  <c:v>6.3942832946777273E-2</c:v>
                </c:pt>
                <c:pt idx="5255">
                  <c:v>0.25547889285617398</c:v>
                </c:pt>
                <c:pt idx="5256">
                  <c:v>0.44701495276557068</c:v>
                </c:pt>
                <c:pt idx="5257">
                  <c:v>0.42816433126276199</c:v>
                </c:pt>
                <c:pt idx="5258">
                  <c:v>0.4570519230848441</c:v>
                </c:pt>
                <c:pt idx="5259">
                  <c:v>0.45008326696755624</c:v>
                </c:pt>
                <c:pt idx="5260">
                  <c:v>0.43167556629271869</c:v>
                </c:pt>
                <c:pt idx="5261">
                  <c:v>0.43460869789123535</c:v>
                </c:pt>
                <c:pt idx="5262">
                  <c:v>0.44456731524780718</c:v>
                </c:pt>
                <c:pt idx="5263">
                  <c:v>0.43224835377819121</c:v>
                </c:pt>
                <c:pt idx="5264">
                  <c:v>0.43724769160432631</c:v>
                </c:pt>
                <c:pt idx="5265">
                  <c:v>0.43192781135953701</c:v>
                </c:pt>
                <c:pt idx="5266">
                  <c:v>0.4210258424849736</c:v>
                </c:pt>
                <c:pt idx="5267">
                  <c:v>0.44141699010675595</c:v>
                </c:pt>
                <c:pt idx="5268">
                  <c:v>0.1201234436035155</c:v>
                </c:pt>
                <c:pt idx="5269">
                  <c:v>7.1399230957031268E-2</c:v>
                </c:pt>
                <c:pt idx="5270">
                  <c:v>0.10659742355346684</c:v>
                </c:pt>
                <c:pt idx="5271">
                  <c:v>0.14179561614990238</c:v>
                </c:pt>
                <c:pt idx="5272">
                  <c:v>4.0693244934082079E-2</c:v>
                </c:pt>
                <c:pt idx="5273">
                  <c:v>5.9159603118896516E-2</c:v>
                </c:pt>
                <c:pt idx="5274">
                  <c:v>7.7625961303710966E-2</c:v>
                </c:pt>
                <c:pt idx="5275">
                  <c:v>7.3149032592773514E-2</c:v>
                </c:pt>
                <c:pt idx="5276">
                  <c:v>0.45030290271924889</c:v>
                </c:pt>
                <c:pt idx="5277">
                  <c:v>0.43890756433660344</c:v>
                </c:pt>
                <c:pt idx="5278">
                  <c:v>0.4399266563494183</c:v>
                </c:pt>
                <c:pt idx="5279">
                  <c:v>0.42975573341318424</c:v>
                </c:pt>
                <c:pt idx="5280">
                  <c:v>0.44874291482799789</c:v>
                </c:pt>
                <c:pt idx="5281">
                  <c:v>0.43006159712004188</c:v>
                </c:pt>
                <c:pt idx="5282">
                  <c:v>0.45551123905181878</c:v>
                </c:pt>
                <c:pt idx="5283">
                  <c:v>0.45611561946731682</c:v>
                </c:pt>
                <c:pt idx="5284">
                  <c:v>0.45533642633723831</c:v>
                </c:pt>
                <c:pt idx="5285">
                  <c:v>0.44942049992993277</c:v>
                </c:pt>
                <c:pt idx="5286">
                  <c:v>0.4542484642778124</c:v>
                </c:pt>
                <c:pt idx="5287">
                  <c:v>0.43371520240939387</c:v>
                </c:pt>
                <c:pt idx="5288">
                  <c:v>0.43786545982972824</c:v>
                </c:pt>
                <c:pt idx="5289">
                  <c:v>0.44029418373880125</c:v>
                </c:pt>
                <c:pt idx="5290">
                  <c:v>0.43701773064673993</c:v>
                </c:pt>
                <c:pt idx="5291">
                  <c:v>0.44793555174202748</c:v>
                </c:pt>
                <c:pt idx="5292">
                  <c:v>0.43667878051302311</c:v>
                </c:pt>
                <c:pt idx="5293">
                  <c:v>0.40857877753762634</c:v>
                </c:pt>
                <c:pt idx="5294">
                  <c:v>1.0479354858398448E-2</c:v>
                </c:pt>
                <c:pt idx="5295">
                  <c:v>0.4438068735204036</c:v>
                </c:pt>
                <c:pt idx="5296">
                  <c:v>0.44430851434406471</c:v>
                </c:pt>
                <c:pt idx="5297">
                  <c:v>8.336139678955079E-2</c:v>
                </c:pt>
                <c:pt idx="5298">
                  <c:v>0.14167053222656253</c:v>
                </c:pt>
                <c:pt idx="5299">
                  <c:v>8.4299640655517635E-2</c:v>
                </c:pt>
                <c:pt idx="5300">
                  <c:v>2.6928749084472719E-2</c:v>
                </c:pt>
                <c:pt idx="5301">
                  <c:v>0.43928884428691078</c:v>
                </c:pt>
                <c:pt idx="5302">
                  <c:v>0.44616466201354416</c:v>
                </c:pt>
                <c:pt idx="5303">
                  <c:v>0.42706942120113889</c:v>
                </c:pt>
                <c:pt idx="5304">
                  <c:v>0.46525386449268885</c:v>
                </c:pt>
                <c:pt idx="5305">
                  <c:v>0.44926501622456971</c:v>
                </c:pt>
                <c:pt idx="5306">
                  <c:v>0.44869825337557173</c:v>
                </c:pt>
                <c:pt idx="5307">
                  <c:v>0.44637360305786133</c:v>
                </c:pt>
                <c:pt idx="5308">
                  <c:v>0.45615185379981982</c:v>
                </c:pt>
                <c:pt idx="5309">
                  <c:v>0.44881042462889492</c:v>
                </c:pt>
                <c:pt idx="5310">
                  <c:v>0.4301896134818472</c:v>
                </c:pt>
                <c:pt idx="5311">
                  <c:v>0.43687772017258869</c:v>
                </c:pt>
                <c:pt idx="5312">
                  <c:v>0.43963744640350316</c:v>
                </c:pt>
                <c:pt idx="5313">
                  <c:v>0.43822633520762133</c:v>
                </c:pt>
                <c:pt idx="5314">
                  <c:v>0.15017475128173821</c:v>
                </c:pt>
                <c:pt idx="5315">
                  <c:v>9.978813171386712E-2</c:v>
                </c:pt>
                <c:pt idx="5316">
                  <c:v>7.2217884063720719E-2</c:v>
                </c:pt>
                <c:pt idx="5317">
                  <c:v>4.4647636413574318E-2</c:v>
                </c:pt>
                <c:pt idx="5318">
                  <c:v>3.2106056213378878E-2</c:v>
                </c:pt>
                <c:pt idx="5319">
                  <c:v>2.2518825531005843E-2</c:v>
                </c:pt>
                <c:pt idx="5320">
                  <c:v>1.2931594848632808E-2</c:v>
                </c:pt>
                <c:pt idx="5321">
                  <c:v>6.4060707092285035E-2</c:v>
                </c:pt>
                <c:pt idx="5322">
                  <c:v>5.6620388031005754E-2</c:v>
                </c:pt>
                <c:pt idx="5323">
                  <c:v>4.918006896972648E-2</c:v>
                </c:pt>
                <c:pt idx="5324">
                  <c:v>0.14638183593749998</c:v>
                </c:pt>
                <c:pt idx="5325">
                  <c:v>0.10811365127563476</c:v>
                </c:pt>
                <c:pt idx="5326">
                  <c:v>6.9845466613769516E-2</c:v>
                </c:pt>
                <c:pt idx="5327">
                  <c:v>7.6476974487304797E-2</c:v>
                </c:pt>
                <c:pt idx="5328">
                  <c:v>0.4472581304822647</c:v>
                </c:pt>
                <c:pt idx="5329">
                  <c:v>0.14069000244140617</c:v>
                </c:pt>
                <c:pt idx="5330">
                  <c:v>0.45964419697606296</c:v>
                </c:pt>
                <c:pt idx="5331">
                  <c:v>0.44884335649424589</c:v>
                </c:pt>
                <c:pt idx="5332">
                  <c:v>0.44436804927479134</c:v>
                </c:pt>
                <c:pt idx="5333">
                  <c:v>0.44225843348054805</c:v>
                </c:pt>
                <c:pt idx="5334">
                  <c:v>0.43754300148621506</c:v>
                </c:pt>
                <c:pt idx="5335">
                  <c:v>0.43692084781007279</c:v>
                </c:pt>
                <c:pt idx="5336">
                  <c:v>0.43754793964732774</c:v>
                </c:pt>
                <c:pt idx="5337">
                  <c:v>0.22889563959295098</c:v>
                </c:pt>
                <c:pt idx="5338">
                  <c:v>2.0243339538574226E-2</c:v>
                </c:pt>
                <c:pt idx="5339">
                  <c:v>7.2111854553222721E-2</c:v>
                </c:pt>
                <c:pt idx="5340">
                  <c:v>5.3498382568359357E-2</c:v>
                </c:pt>
                <c:pt idx="5341">
                  <c:v>3.4884910583496E-2</c:v>
                </c:pt>
                <c:pt idx="5342">
                  <c:v>0.38981209278106682</c:v>
                </c:pt>
                <c:pt idx="5343">
                  <c:v>0.44380011885913462</c:v>
                </c:pt>
                <c:pt idx="5344">
                  <c:v>3.5715637207031282E-2</c:v>
                </c:pt>
                <c:pt idx="5345">
                  <c:v>1.9492607116699225E-2</c:v>
                </c:pt>
                <c:pt idx="5346">
                  <c:v>0.22812148502894816</c:v>
                </c:pt>
                <c:pt idx="5347">
                  <c:v>0.43675036294119718</c:v>
                </c:pt>
                <c:pt idx="5348">
                  <c:v>0.44425913108574167</c:v>
                </c:pt>
                <c:pt idx="5349">
                  <c:v>0.44143953467617508</c:v>
                </c:pt>
                <c:pt idx="5350">
                  <c:v>0.44034088630180868</c:v>
                </c:pt>
                <c:pt idx="5351">
                  <c:v>0.40226921592439918</c:v>
                </c:pt>
                <c:pt idx="5352">
                  <c:v>0.19851116435868402</c:v>
                </c:pt>
                <c:pt idx="5353">
                  <c:v>5.2468872070312554E-3</c:v>
                </c:pt>
                <c:pt idx="5354">
                  <c:v>3.7338981628417922E-2</c:v>
                </c:pt>
                <c:pt idx="5355">
                  <c:v>0.10234464168548589</c:v>
                </c:pt>
                <c:pt idx="5356">
                  <c:v>0.16735030174255386</c:v>
                </c:pt>
                <c:pt idx="5357">
                  <c:v>0.15008033752441408</c:v>
                </c:pt>
                <c:pt idx="5358">
                  <c:v>0.40484342238482302</c:v>
                </c:pt>
                <c:pt idx="5359">
                  <c:v>0.43485883320847601</c:v>
                </c:pt>
                <c:pt idx="5360">
                  <c:v>0.11229583740234383</c:v>
                </c:pt>
                <c:pt idx="5361">
                  <c:v>0.43982229995727523</c:v>
                </c:pt>
                <c:pt idx="5362">
                  <c:v>0.44279637599813521</c:v>
                </c:pt>
                <c:pt idx="5363">
                  <c:v>0.38901787198823062</c:v>
                </c:pt>
                <c:pt idx="5364">
                  <c:v>0.23808752257248447</c:v>
                </c:pt>
                <c:pt idx="5365">
                  <c:v>8.7157173156738238E-2</c:v>
                </c:pt>
                <c:pt idx="5366">
                  <c:v>2.3229331970214838E-2</c:v>
                </c:pt>
                <c:pt idx="5367">
                  <c:v>6.7754631042480404E-2</c:v>
                </c:pt>
                <c:pt idx="5368">
                  <c:v>0.11227993011474599</c:v>
                </c:pt>
                <c:pt idx="5369">
                  <c:v>5.1207504272460957E-2</c:v>
                </c:pt>
                <c:pt idx="5370">
                  <c:v>3.4852695465087888E-2</c:v>
                </c:pt>
                <c:pt idx="5371">
                  <c:v>1.8497886657714839E-2</c:v>
                </c:pt>
                <c:pt idx="5372">
                  <c:v>4.6485443115234483E-2</c:v>
                </c:pt>
                <c:pt idx="5373">
                  <c:v>6.0677833557128996E-2</c:v>
                </c:pt>
                <c:pt idx="5374">
                  <c:v>7.4870223999023516E-2</c:v>
                </c:pt>
                <c:pt idx="5375">
                  <c:v>7.4695172743363888E-2</c:v>
                </c:pt>
                <c:pt idx="5376">
                  <c:v>7.4520121487704261E-2</c:v>
                </c:pt>
                <c:pt idx="5377">
                  <c:v>7.4345070232044647E-2</c:v>
                </c:pt>
                <c:pt idx="5378">
                  <c:v>7.4170018976385019E-2</c:v>
                </c:pt>
                <c:pt idx="5379">
                  <c:v>7.3994967720725363E-2</c:v>
                </c:pt>
                <c:pt idx="5380">
                  <c:v>7.3819916465065749E-2</c:v>
                </c:pt>
                <c:pt idx="5381">
                  <c:v>7.3644865209406121E-2</c:v>
                </c:pt>
                <c:pt idx="5382">
                  <c:v>7.3469813953746493E-2</c:v>
                </c:pt>
                <c:pt idx="5383">
                  <c:v>7.3294762698086866E-2</c:v>
                </c:pt>
                <c:pt idx="5384">
                  <c:v>7.3119711442427252E-2</c:v>
                </c:pt>
                <c:pt idx="5385">
                  <c:v>7.2944660186767624E-2</c:v>
                </c:pt>
                <c:pt idx="5386">
                  <c:v>7.2769608931107996E-2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6.3316841125488244E-2</c:v>
                </c:pt>
                <c:pt idx="5441">
                  <c:v>1.3102684020996095E-2</c:v>
                </c:pt>
                <c:pt idx="5442">
                  <c:v>3.8196029663085836E-2</c:v>
                </c:pt>
                <c:pt idx="5443">
                  <c:v>8.2174148559570115E-2</c:v>
                </c:pt>
                <c:pt idx="5444">
                  <c:v>0.12615226745605435</c:v>
                </c:pt>
                <c:pt idx="5445">
                  <c:v>3.3380813598632875E-2</c:v>
                </c:pt>
                <c:pt idx="5446">
                  <c:v>0.43090276291495871</c:v>
                </c:pt>
                <c:pt idx="5447">
                  <c:v>0.45454861387914525</c:v>
                </c:pt>
                <c:pt idx="5448">
                  <c:v>0.43646519539572981</c:v>
                </c:pt>
                <c:pt idx="5449">
                  <c:v>0.44474895424678418</c:v>
                </c:pt>
                <c:pt idx="5450">
                  <c:v>0.43600872350293535</c:v>
                </c:pt>
                <c:pt idx="5451">
                  <c:v>0.44871364725877055</c:v>
                </c:pt>
                <c:pt idx="5452">
                  <c:v>0.43797067737579337</c:v>
                </c:pt>
                <c:pt idx="5453">
                  <c:v>0.45867159403126917</c:v>
                </c:pt>
                <c:pt idx="5454">
                  <c:v>0.44991759049265012</c:v>
                </c:pt>
                <c:pt idx="5455">
                  <c:v>0.43607673210672815</c:v>
                </c:pt>
                <c:pt idx="5456">
                  <c:v>0.46724521196805502</c:v>
                </c:pt>
                <c:pt idx="5457">
                  <c:v>0.4321976378214295</c:v>
                </c:pt>
                <c:pt idx="5458">
                  <c:v>0.44244394647507435</c:v>
                </c:pt>
                <c:pt idx="5459">
                  <c:v>0.43959612787617336</c:v>
                </c:pt>
                <c:pt idx="5460">
                  <c:v>0.4285099689259248</c:v>
                </c:pt>
                <c:pt idx="5461">
                  <c:v>0.43738130121542546</c:v>
                </c:pt>
                <c:pt idx="5462">
                  <c:v>0.43318176406997805</c:v>
                </c:pt>
                <c:pt idx="5463">
                  <c:v>0.44594669898633865</c:v>
                </c:pt>
                <c:pt idx="5464">
                  <c:v>0.45455236497036239</c:v>
                </c:pt>
                <c:pt idx="5465">
                  <c:v>0.44249240704945153</c:v>
                </c:pt>
                <c:pt idx="5466">
                  <c:v>0.44707901601191158</c:v>
                </c:pt>
                <c:pt idx="5467">
                  <c:v>0.42440233123779308</c:v>
                </c:pt>
                <c:pt idx="5468">
                  <c:v>0.43832649073649926</c:v>
                </c:pt>
                <c:pt idx="5469">
                  <c:v>0.44720772427231514</c:v>
                </c:pt>
                <c:pt idx="5470">
                  <c:v>0.44189543112164975</c:v>
                </c:pt>
                <c:pt idx="5471">
                  <c:v>0.44698033516287189</c:v>
                </c:pt>
                <c:pt idx="5472">
                  <c:v>0.44277965994442198</c:v>
                </c:pt>
                <c:pt idx="5473">
                  <c:v>0.44816549976979658</c:v>
                </c:pt>
                <c:pt idx="5474">
                  <c:v>0.44699066646712604</c:v>
                </c:pt>
                <c:pt idx="5475">
                  <c:v>0.4396835514456926</c:v>
                </c:pt>
                <c:pt idx="5476">
                  <c:v>0.42097428278091859</c:v>
                </c:pt>
                <c:pt idx="5477">
                  <c:v>0.44344293130410672</c:v>
                </c:pt>
                <c:pt idx="5478">
                  <c:v>0.45095774956469276</c:v>
                </c:pt>
                <c:pt idx="5479">
                  <c:v>0.43530516737598479</c:v>
                </c:pt>
                <c:pt idx="5480">
                  <c:v>0.45880578073961997</c:v>
                </c:pt>
                <c:pt idx="5481">
                  <c:v>0.45279896201668196</c:v>
                </c:pt>
                <c:pt idx="5482">
                  <c:v>0.44398177070617678</c:v>
                </c:pt>
                <c:pt idx="5483">
                  <c:v>0.43413031372070299</c:v>
                </c:pt>
                <c:pt idx="5484">
                  <c:v>0.4385060213379941</c:v>
                </c:pt>
                <c:pt idx="5485">
                  <c:v>0.43769029044116708</c:v>
                </c:pt>
                <c:pt idx="5486">
                  <c:v>0.44053871058616317</c:v>
                </c:pt>
                <c:pt idx="5487">
                  <c:v>0.41317197545369472</c:v>
                </c:pt>
                <c:pt idx="5488">
                  <c:v>0.42731234405000323</c:v>
                </c:pt>
                <c:pt idx="5489">
                  <c:v>0.43237441450227287</c:v>
                </c:pt>
                <c:pt idx="5490">
                  <c:v>0.43735196123552084</c:v>
                </c:pt>
                <c:pt idx="5491">
                  <c:v>0.44232950796876885</c:v>
                </c:pt>
                <c:pt idx="5492">
                  <c:v>0.43921566628918196</c:v>
                </c:pt>
                <c:pt idx="5493">
                  <c:v>0.44912578722325774</c:v>
                </c:pt>
                <c:pt idx="5494">
                  <c:v>0.45858674807811362</c:v>
                </c:pt>
                <c:pt idx="5495">
                  <c:v>0.42014216646672575</c:v>
                </c:pt>
                <c:pt idx="5496">
                  <c:v>0.45233245694540397</c:v>
                </c:pt>
                <c:pt idx="5497">
                  <c:v>0.44315842351605816</c:v>
                </c:pt>
                <c:pt idx="5498">
                  <c:v>0.45089050350892579</c:v>
                </c:pt>
                <c:pt idx="5499">
                  <c:v>0.46159812058453775</c:v>
                </c:pt>
                <c:pt idx="5500">
                  <c:v>0.45670100679435577</c:v>
                </c:pt>
                <c:pt idx="5501">
                  <c:v>0.45058182879192071</c:v>
                </c:pt>
                <c:pt idx="5502">
                  <c:v>0.43829552175609648</c:v>
                </c:pt>
                <c:pt idx="5503">
                  <c:v>0.43203077151752495</c:v>
                </c:pt>
                <c:pt idx="5504">
                  <c:v>0.42714154821110445</c:v>
                </c:pt>
                <c:pt idx="5505">
                  <c:v>0.4125596717765323</c:v>
                </c:pt>
                <c:pt idx="5506">
                  <c:v>0.44349421709433379</c:v>
                </c:pt>
                <c:pt idx="5507">
                  <c:v>0.45212288954795898</c:v>
                </c:pt>
                <c:pt idx="5508">
                  <c:v>0.45264176841673825</c:v>
                </c:pt>
                <c:pt idx="5509">
                  <c:v>0.43357376569382683</c:v>
                </c:pt>
                <c:pt idx="5510">
                  <c:v>0.42947622469493324</c:v>
                </c:pt>
                <c:pt idx="5511">
                  <c:v>0.40526328476992513</c:v>
                </c:pt>
                <c:pt idx="5512">
                  <c:v>0.46638050673843962</c:v>
                </c:pt>
                <c:pt idx="5513">
                  <c:v>1.8332633972167969E-2</c:v>
                </c:pt>
                <c:pt idx="5514">
                  <c:v>2.1033782958984372E-2</c:v>
                </c:pt>
                <c:pt idx="5515">
                  <c:v>2.3734931945800775E-2</c:v>
                </c:pt>
                <c:pt idx="5516">
                  <c:v>9.4822769165039039E-2</c:v>
                </c:pt>
                <c:pt idx="5517">
                  <c:v>0.43029605588045977</c:v>
                </c:pt>
                <c:pt idx="5518">
                  <c:v>0.41790986527491669</c:v>
                </c:pt>
                <c:pt idx="5519">
                  <c:v>0.45012883524461234</c:v>
                </c:pt>
                <c:pt idx="5520">
                  <c:v>0.45084363874220684</c:v>
                </c:pt>
                <c:pt idx="5521">
                  <c:v>0.45321072925220829</c:v>
                </c:pt>
                <c:pt idx="5522">
                  <c:v>0.44589806211025368</c:v>
                </c:pt>
                <c:pt idx="5523">
                  <c:v>0.45320797343671104</c:v>
                </c:pt>
                <c:pt idx="5524">
                  <c:v>0.43960533636969507</c:v>
                </c:pt>
                <c:pt idx="5525">
                  <c:v>0.44198989514951353</c:v>
                </c:pt>
                <c:pt idx="5526">
                  <c:v>0.43060943722261058</c:v>
                </c:pt>
                <c:pt idx="5527">
                  <c:v>0.43559981062957437</c:v>
                </c:pt>
                <c:pt idx="5528">
                  <c:v>0.42352751050676612</c:v>
                </c:pt>
                <c:pt idx="5529">
                  <c:v>0.44712724220239392</c:v>
                </c:pt>
                <c:pt idx="5530">
                  <c:v>8.0607719421386642E-2</c:v>
                </c:pt>
                <c:pt idx="5531">
                  <c:v>1.0944900512695321E-2</c:v>
                </c:pt>
                <c:pt idx="5532">
                  <c:v>8.087539672851612E-4</c:v>
                </c:pt>
                <c:pt idx="5533">
                  <c:v>9.3273925781249996E-3</c:v>
                </c:pt>
                <c:pt idx="5534">
                  <c:v>1.734169006347655E-2</c:v>
                </c:pt>
                <c:pt idx="5535">
                  <c:v>8.1829891204833985E-2</c:v>
                </c:pt>
                <c:pt idx="5536">
                  <c:v>0.14631809234619142</c:v>
                </c:pt>
                <c:pt idx="5537">
                  <c:v>1.9369926452636712E-2</c:v>
                </c:pt>
                <c:pt idx="5538">
                  <c:v>5.5912399291992146E-3</c:v>
                </c:pt>
                <c:pt idx="5539">
                  <c:v>8.1874465942382881E-3</c:v>
                </c:pt>
                <c:pt idx="5540">
                  <c:v>9.0721702575683974E-2</c:v>
                </c:pt>
                <c:pt idx="5541">
                  <c:v>5.9508266448974757E-2</c:v>
                </c:pt>
                <c:pt idx="5542">
                  <c:v>2.8294830322265516E-2</c:v>
                </c:pt>
                <c:pt idx="5543">
                  <c:v>1.4329032897949224E-2</c:v>
                </c:pt>
                <c:pt idx="5544">
                  <c:v>0.21158335465651287</c:v>
                </c:pt>
                <c:pt idx="5545">
                  <c:v>0.40883767641507646</c:v>
                </c:pt>
                <c:pt idx="5546">
                  <c:v>0.42523364991408119</c:v>
                </c:pt>
                <c:pt idx="5547">
                  <c:v>0.44162962341308593</c:v>
                </c:pt>
                <c:pt idx="5548">
                  <c:v>0.40279701690673847</c:v>
                </c:pt>
                <c:pt idx="5549">
                  <c:v>0.43479936915836975</c:v>
                </c:pt>
                <c:pt idx="5550">
                  <c:v>0.44929221875739817</c:v>
                </c:pt>
                <c:pt idx="5551">
                  <c:v>0.42796316037232851</c:v>
                </c:pt>
                <c:pt idx="5552">
                  <c:v>0.44088237810535608</c:v>
                </c:pt>
                <c:pt idx="5553">
                  <c:v>0.45214838449057054</c:v>
                </c:pt>
                <c:pt idx="5554">
                  <c:v>0.4480569781995799</c:v>
                </c:pt>
                <c:pt idx="5555">
                  <c:v>0.45195987736901566</c:v>
                </c:pt>
                <c:pt idx="5556">
                  <c:v>0.43964412841796857</c:v>
                </c:pt>
                <c:pt idx="5557">
                  <c:v>0.41517849776324112</c:v>
                </c:pt>
                <c:pt idx="5558">
                  <c:v>0.25954817222146415</c:v>
                </c:pt>
                <c:pt idx="5559">
                  <c:v>0.10391784667968743</c:v>
                </c:pt>
                <c:pt idx="5560">
                  <c:v>5.2889785766601603E-2</c:v>
                </c:pt>
                <c:pt idx="5561">
                  <c:v>5.112213134765628E-2</c:v>
                </c:pt>
                <c:pt idx="5562">
                  <c:v>4.9354476928710957E-2</c:v>
                </c:pt>
                <c:pt idx="5563">
                  <c:v>4.7372131347656152E-2</c:v>
                </c:pt>
                <c:pt idx="5564">
                  <c:v>7.1915302276611234E-2</c:v>
                </c:pt>
                <c:pt idx="5565">
                  <c:v>9.6458473205566317E-2</c:v>
                </c:pt>
                <c:pt idx="5566">
                  <c:v>9.6554260253906149E-2</c:v>
                </c:pt>
                <c:pt idx="5567">
                  <c:v>5.0639076232910106E-2</c:v>
                </c:pt>
                <c:pt idx="5568">
                  <c:v>4.7238922119140639E-3</c:v>
                </c:pt>
                <c:pt idx="5569">
                  <c:v>0.12503780364990238</c:v>
                </c:pt>
                <c:pt idx="5570">
                  <c:v>0.41105707798004154</c:v>
                </c:pt>
                <c:pt idx="5571">
                  <c:v>0.44285131072998046</c:v>
                </c:pt>
                <c:pt idx="5572">
                  <c:v>0.43373840860959861</c:v>
                </c:pt>
                <c:pt idx="5573">
                  <c:v>0.45358067305582872</c:v>
                </c:pt>
                <c:pt idx="5574">
                  <c:v>0.45564893846511834</c:v>
                </c:pt>
                <c:pt idx="5575">
                  <c:v>0.42785267527978033</c:v>
                </c:pt>
                <c:pt idx="5576">
                  <c:v>0.45069861800582328</c:v>
                </c:pt>
                <c:pt idx="5577">
                  <c:v>0.43451223905269898</c:v>
                </c:pt>
                <c:pt idx="5578">
                  <c:v>0.1260765838623048</c:v>
                </c:pt>
                <c:pt idx="5579">
                  <c:v>5.9209842681884804E-2</c:v>
                </c:pt>
                <c:pt idx="5580">
                  <c:v>7.656898498535159E-3</c:v>
                </c:pt>
                <c:pt idx="5581">
                  <c:v>0.10359329223632809</c:v>
                </c:pt>
                <c:pt idx="5582">
                  <c:v>4.60974884033203E-2</c:v>
                </c:pt>
                <c:pt idx="5583">
                  <c:v>1.139831542968751E-2</c:v>
                </c:pt>
                <c:pt idx="5584">
                  <c:v>1.4097518920898448E-2</c:v>
                </c:pt>
                <c:pt idx="5585">
                  <c:v>1.9155807495117142E-2</c:v>
                </c:pt>
                <c:pt idx="5586">
                  <c:v>2.421409606933584E-2</c:v>
                </c:pt>
                <c:pt idx="5587">
                  <c:v>8.7539291381835832E-3</c:v>
                </c:pt>
                <c:pt idx="5588">
                  <c:v>3.2615089416503855E-3</c:v>
                </c:pt>
                <c:pt idx="5589">
                  <c:v>2.2309112548828127E-3</c:v>
                </c:pt>
                <c:pt idx="5590">
                  <c:v>2.0423126220703129E-3</c:v>
                </c:pt>
                <c:pt idx="5591">
                  <c:v>0.38316323547363285</c:v>
                </c:pt>
                <c:pt idx="5592">
                  <c:v>0.45416626367377821</c:v>
                </c:pt>
                <c:pt idx="5593">
                  <c:v>0.4463574643678303</c:v>
                </c:pt>
                <c:pt idx="5594">
                  <c:v>0.45344683404828673</c:v>
                </c:pt>
                <c:pt idx="5595">
                  <c:v>0.45281435741641657</c:v>
                </c:pt>
                <c:pt idx="5596">
                  <c:v>0.45295625833364639</c:v>
                </c:pt>
                <c:pt idx="5597">
                  <c:v>0.45051789695338201</c:v>
                </c:pt>
                <c:pt idx="5598">
                  <c:v>0.45364216424722581</c:v>
                </c:pt>
                <c:pt idx="5599">
                  <c:v>0.45902885428772638</c:v>
                </c:pt>
                <c:pt idx="5600">
                  <c:v>0.44890124764412065</c:v>
                </c:pt>
                <c:pt idx="5601">
                  <c:v>0.4595384467075545</c:v>
                </c:pt>
                <c:pt idx="5602">
                  <c:v>0.44724535210379229</c:v>
                </c:pt>
                <c:pt idx="5603">
                  <c:v>0.45426159172523323</c:v>
                </c:pt>
                <c:pt idx="5604">
                  <c:v>0.44175195880742735</c:v>
                </c:pt>
                <c:pt idx="5605">
                  <c:v>0.45146316217821691</c:v>
                </c:pt>
                <c:pt idx="5606">
                  <c:v>0.44053398302554125</c:v>
                </c:pt>
                <c:pt idx="5607">
                  <c:v>0.43617787105936418</c:v>
                </c:pt>
                <c:pt idx="5608">
                  <c:v>3.7509613037109361E-2</c:v>
                </c:pt>
                <c:pt idx="5609">
                  <c:v>4.4517517089843715E-2</c:v>
                </c:pt>
                <c:pt idx="5610">
                  <c:v>5.1525421142578076E-2</c:v>
                </c:pt>
                <c:pt idx="5611">
                  <c:v>6.7173500061035035E-2</c:v>
                </c:pt>
                <c:pt idx="5612">
                  <c:v>5.201013565063476E-2</c:v>
                </c:pt>
                <c:pt idx="5613">
                  <c:v>3.6846771240234479E-2</c:v>
                </c:pt>
                <c:pt idx="5614">
                  <c:v>0.38502960866811337</c:v>
                </c:pt>
                <c:pt idx="5615">
                  <c:v>0.44024732928715127</c:v>
                </c:pt>
                <c:pt idx="5616">
                  <c:v>0.45167889563338626</c:v>
                </c:pt>
                <c:pt idx="5617">
                  <c:v>0.44364902890645536</c:v>
                </c:pt>
                <c:pt idx="5618">
                  <c:v>0.44984819722293046</c:v>
                </c:pt>
                <c:pt idx="5619">
                  <c:v>0.45018672291825457</c:v>
                </c:pt>
                <c:pt idx="5620">
                  <c:v>0.44827433324743199</c:v>
                </c:pt>
                <c:pt idx="5621">
                  <c:v>0.44047790136092757</c:v>
                </c:pt>
                <c:pt idx="5622">
                  <c:v>0.45544966824404831</c:v>
                </c:pt>
                <c:pt idx="5623">
                  <c:v>0.45548495966726565</c:v>
                </c:pt>
                <c:pt idx="5624">
                  <c:v>0.43664138483446702</c:v>
                </c:pt>
                <c:pt idx="5625">
                  <c:v>0.41325779250447792</c:v>
                </c:pt>
                <c:pt idx="5626">
                  <c:v>0.20283769752177019</c:v>
                </c:pt>
                <c:pt idx="5627">
                  <c:v>7.5823974609375115E-3</c:v>
                </c:pt>
                <c:pt idx="5628">
                  <c:v>8.4007759094238244E-2</c:v>
                </c:pt>
                <c:pt idx="5629">
                  <c:v>6.9762210845947192E-2</c:v>
                </c:pt>
                <c:pt idx="5630">
                  <c:v>5.5516662597656155E-2</c:v>
                </c:pt>
                <c:pt idx="5631">
                  <c:v>6.4039192199706968E-2</c:v>
                </c:pt>
                <c:pt idx="5632">
                  <c:v>3.8126964569091766E-2</c:v>
                </c:pt>
                <c:pt idx="5633">
                  <c:v>1.2214736938476552E-2</c:v>
                </c:pt>
                <c:pt idx="5634">
                  <c:v>6.8014183044433671E-2</c:v>
                </c:pt>
                <c:pt idx="5635">
                  <c:v>6.368642807006844E-2</c:v>
                </c:pt>
                <c:pt idx="5636">
                  <c:v>5.9358673095703196E-2</c:v>
                </c:pt>
                <c:pt idx="5637">
                  <c:v>7.9524650573730482E-2</c:v>
                </c:pt>
                <c:pt idx="5638">
                  <c:v>4.8093795776367194E-2</c:v>
                </c:pt>
                <c:pt idx="5639">
                  <c:v>1.6662940979003903E-2</c:v>
                </c:pt>
                <c:pt idx="5640">
                  <c:v>0.13704551696777351</c:v>
                </c:pt>
                <c:pt idx="5641">
                  <c:v>0.10791715621948247</c:v>
                </c:pt>
                <c:pt idx="5642">
                  <c:v>7.8788795471191442E-2</c:v>
                </c:pt>
                <c:pt idx="5643">
                  <c:v>1.0035552978515617E-2</c:v>
                </c:pt>
                <c:pt idx="5644">
                  <c:v>0.29856613852760999</c:v>
                </c:pt>
                <c:pt idx="5645">
                  <c:v>5.2156219482421919E-2</c:v>
                </c:pt>
                <c:pt idx="5646">
                  <c:v>0.36681524758589906</c:v>
                </c:pt>
                <c:pt idx="5647">
                  <c:v>0.44154217938764373</c:v>
                </c:pt>
                <c:pt idx="5648">
                  <c:v>3.429828643798824E-2</c:v>
                </c:pt>
                <c:pt idx="5649">
                  <c:v>0.42148163411154671</c:v>
                </c:pt>
                <c:pt idx="5650">
                  <c:v>0.43835022781301758</c:v>
                </c:pt>
                <c:pt idx="5651">
                  <c:v>8.7597312927245999E-2</c:v>
                </c:pt>
                <c:pt idx="5652">
                  <c:v>0.43079691355465033</c:v>
                </c:pt>
                <c:pt idx="5653">
                  <c:v>0.43826783189149654</c:v>
                </c:pt>
                <c:pt idx="5654">
                  <c:v>0.44810029108265037</c:v>
                </c:pt>
                <c:pt idx="5655">
                  <c:v>0.43495380596375804</c:v>
                </c:pt>
                <c:pt idx="5656">
                  <c:v>0.44854891756747628</c:v>
                </c:pt>
                <c:pt idx="5657">
                  <c:v>9.1455078125000255E-2</c:v>
                </c:pt>
                <c:pt idx="5658">
                  <c:v>6.9125061035156157E-2</c:v>
                </c:pt>
                <c:pt idx="5659">
                  <c:v>0.41281966781616214</c:v>
                </c:pt>
                <c:pt idx="5660">
                  <c:v>0.45223052334931724</c:v>
                </c:pt>
                <c:pt idx="5661">
                  <c:v>0.44239906616793334</c:v>
                </c:pt>
                <c:pt idx="5662">
                  <c:v>0.45683806921655784</c:v>
                </c:pt>
                <c:pt idx="5663">
                  <c:v>0.4512916284509606</c:v>
                </c:pt>
                <c:pt idx="5664">
                  <c:v>0.44821270431674781</c:v>
                </c:pt>
                <c:pt idx="5665">
                  <c:v>0.44123332207563715</c:v>
                </c:pt>
                <c:pt idx="5666">
                  <c:v>0.43236579920969853</c:v>
                </c:pt>
                <c:pt idx="5667">
                  <c:v>0.45377384768823359</c:v>
                </c:pt>
                <c:pt idx="5668">
                  <c:v>0.44332731189149804</c:v>
                </c:pt>
                <c:pt idx="5669">
                  <c:v>0.44233791167085812</c:v>
                </c:pt>
                <c:pt idx="5670">
                  <c:v>0.44883704190427148</c:v>
                </c:pt>
                <c:pt idx="5671">
                  <c:v>0.44823179341978941</c:v>
                </c:pt>
                <c:pt idx="5672">
                  <c:v>0.4397196326144906</c:v>
                </c:pt>
                <c:pt idx="5673">
                  <c:v>0.42726363415987995</c:v>
                </c:pt>
                <c:pt idx="5674">
                  <c:v>0.4450803873221863</c:v>
                </c:pt>
                <c:pt idx="5675">
                  <c:v>0.45773842023766559</c:v>
                </c:pt>
                <c:pt idx="5676">
                  <c:v>6.0845718383789035E-2</c:v>
                </c:pt>
                <c:pt idx="5677">
                  <c:v>3.4543132781982407E-2</c:v>
                </c:pt>
                <c:pt idx="5678">
                  <c:v>8.2405471801757762E-3</c:v>
                </c:pt>
                <c:pt idx="5679">
                  <c:v>5.8149948120117118E-2</c:v>
                </c:pt>
                <c:pt idx="5680">
                  <c:v>8.3766632080078077E-2</c:v>
                </c:pt>
                <c:pt idx="5681">
                  <c:v>0.10938331604003904</c:v>
                </c:pt>
                <c:pt idx="5682">
                  <c:v>4.1721725463867119E-3</c:v>
                </c:pt>
                <c:pt idx="5683">
                  <c:v>7.6229095458985193E-4</c:v>
                </c:pt>
                <c:pt idx="5684">
                  <c:v>5.6967544555664162E-3</c:v>
                </c:pt>
                <c:pt idx="5685">
                  <c:v>3.3583946228027274E-2</c:v>
                </c:pt>
                <c:pt idx="5686">
                  <c:v>4.9795703887939441E-2</c:v>
                </c:pt>
                <c:pt idx="5687">
                  <c:v>6.6007461547851601E-2</c:v>
                </c:pt>
                <c:pt idx="5688">
                  <c:v>2.4221076965332079E-2</c:v>
                </c:pt>
                <c:pt idx="5689">
                  <c:v>0.41529867499215262</c:v>
                </c:pt>
                <c:pt idx="5690">
                  <c:v>0.43720601647148299</c:v>
                </c:pt>
                <c:pt idx="5691">
                  <c:v>0.42453950448469679</c:v>
                </c:pt>
                <c:pt idx="5692">
                  <c:v>0.43116343816121422</c:v>
                </c:pt>
                <c:pt idx="5693">
                  <c:v>0.15792385101318335</c:v>
                </c:pt>
                <c:pt idx="5694">
                  <c:v>0.4565691877002559</c:v>
                </c:pt>
                <c:pt idx="5695">
                  <c:v>0.36777013271669806</c:v>
                </c:pt>
                <c:pt idx="5696">
                  <c:v>0.12206851959228504</c:v>
                </c:pt>
                <c:pt idx="5697">
                  <c:v>8.5185127258300797E-2</c:v>
                </c:pt>
                <c:pt idx="5698">
                  <c:v>7.9509544372558555E-2</c:v>
                </c:pt>
                <c:pt idx="5699">
                  <c:v>7.3833961486816327E-2</c:v>
                </c:pt>
                <c:pt idx="5700">
                  <c:v>9.1238021850585833E-3</c:v>
                </c:pt>
                <c:pt idx="5701">
                  <c:v>1.2765655517578188E-2</c:v>
                </c:pt>
                <c:pt idx="5702">
                  <c:v>3.4655113220214959E-2</c:v>
                </c:pt>
                <c:pt idx="5703">
                  <c:v>5.1668930053710954E-2</c:v>
                </c:pt>
                <c:pt idx="5704">
                  <c:v>6.8682746887206964E-2</c:v>
                </c:pt>
                <c:pt idx="5705">
                  <c:v>2.8701553344726478E-2</c:v>
                </c:pt>
                <c:pt idx="5706">
                  <c:v>2.2560310363769497E-2</c:v>
                </c:pt>
                <c:pt idx="5707">
                  <c:v>1.6419067382812513E-2</c:v>
                </c:pt>
                <c:pt idx="5708">
                  <c:v>2.458282470703128E-2</c:v>
                </c:pt>
                <c:pt idx="5709">
                  <c:v>2.9153480529785159E-2</c:v>
                </c:pt>
                <c:pt idx="5710">
                  <c:v>3.3724136352539041E-2</c:v>
                </c:pt>
                <c:pt idx="5711">
                  <c:v>7.5603790283203201E-2</c:v>
                </c:pt>
                <c:pt idx="5712">
                  <c:v>5.0101833343505875E-2</c:v>
                </c:pt>
                <c:pt idx="5713">
                  <c:v>2.4599876403808559E-2</c:v>
                </c:pt>
                <c:pt idx="5714">
                  <c:v>0.13788940429687513</c:v>
                </c:pt>
                <c:pt idx="5715">
                  <c:v>0.26151375770568863</c:v>
                </c:pt>
                <c:pt idx="5716">
                  <c:v>0.38513811111450191</c:v>
                </c:pt>
                <c:pt idx="5717">
                  <c:v>0.40836797960925164</c:v>
                </c:pt>
                <c:pt idx="5718">
                  <c:v>0.40956743078028912</c:v>
                </c:pt>
                <c:pt idx="5719">
                  <c:v>0.42970175299845959</c:v>
                </c:pt>
                <c:pt idx="5720">
                  <c:v>2.9242286682128877E-2</c:v>
                </c:pt>
                <c:pt idx="5721">
                  <c:v>5.0765361785888634E-2</c:v>
                </c:pt>
                <c:pt idx="5722">
                  <c:v>7.2288436889648394E-2</c:v>
                </c:pt>
                <c:pt idx="5723">
                  <c:v>0.14448120117187513</c:v>
                </c:pt>
                <c:pt idx="5724">
                  <c:v>0.14213270187377941</c:v>
                </c:pt>
                <c:pt idx="5725">
                  <c:v>0.13978420257568366</c:v>
                </c:pt>
                <c:pt idx="5726">
                  <c:v>1.0141754150390617E-3</c:v>
                </c:pt>
                <c:pt idx="5727">
                  <c:v>2.725673675537112E-2</c:v>
                </c:pt>
                <c:pt idx="5728">
                  <c:v>5.5527648925781284E-2</c:v>
                </c:pt>
                <c:pt idx="5729">
                  <c:v>9.2791442871093838E-2</c:v>
                </c:pt>
                <c:pt idx="5730">
                  <c:v>7.3290424346923913E-2</c:v>
                </c:pt>
                <c:pt idx="5731">
                  <c:v>5.3789405822753995E-2</c:v>
                </c:pt>
                <c:pt idx="5732">
                  <c:v>5.6775054931640638E-2</c:v>
                </c:pt>
                <c:pt idx="5733">
                  <c:v>8.7540779113769521E-2</c:v>
                </c:pt>
                <c:pt idx="5734">
                  <c:v>0.1183065032958984</c:v>
                </c:pt>
                <c:pt idx="5735">
                  <c:v>1.580211639404297E-2</c:v>
                </c:pt>
                <c:pt idx="5736">
                  <c:v>6.4120674133300798E-3</c:v>
                </c:pt>
                <c:pt idx="5737">
                  <c:v>2.9779815673828076E-3</c:v>
                </c:pt>
                <c:pt idx="5738">
                  <c:v>7.3811302185058547E-2</c:v>
                </c:pt>
                <c:pt idx="5739">
                  <c:v>4.6873683929443341E-2</c:v>
                </c:pt>
                <c:pt idx="5740">
                  <c:v>1.9936065673828128E-2</c:v>
                </c:pt>
                <c:pt idx="5741">
                  <c:v>0.10208724975585935</c:v>
                </c:pt>
                <c:pt idx="5742">
                  <c:v>0.11589403152465816</c:v>
                </c:pt>
                <c:pt idx="5743">
                  <c:v>0.12970081329345695</c:v>
                </c:pt>
                <c:pt idx="5744">
                  <c:v>2.5182266235351598E-2</c:v>
                </c:pt>
                <c:pt idx="5745">
                  <c:v>4.0320339202880875E-2</c:v>
                </c:pt>
                <c:pt idx="5746">
                  <c:v>5.5458412170410164E-2</c:v>
                </c:pt>
                <c:pt idx="5747">
                  <c:v>8.4436798095703213E-3</c:v>
                </c:pt>
                <c:pt idx="5748">
                  <c:v>1.6190414428710938E-2</c:v>
                </c:pt>
                <c:pt idx="5749">
                  <c:v>2.393714904785155E-2</c:v>
                </c:pt>
                <c:pt idx="5750">
                  <c:v>4.4542236328125116E-2</c:v>
                </c:pt>
                <c:pt idx="5751">
                  <c:v>3.7357349395751999E-2</c:v>
                </c:pt>
                <c:pt idx="5752">
                  <c:v>3.0172462463378878E-2</c:v>
                </c:pt>
                <c:pt idx="5753">
                  <c:v>7.0352897644043039E-2</c:v>
                </c:pt>
                <c:pt idx="5754">
                  <c:v>6.4275741577148521E-2</c:v>
                </c:pt>
                <c:pt idx="5755">
                  <c:v>5.8198585510253996E-2</c:v>
                </c:pt>
                <c:pt idx="5756">
                  <c:v>6.7191696166992235E-3</c:v>
                </c:pt>
                <c:pt idx="5757">
                  <c:v>4.2969245910644542E-2</c:v>
                </c:pt>
                <c:pt idx="5758">
                  <c:v>7.921932220458984E-2</c:v>
                </c:pt>
                <c:pt idx="5759">
                  <c:v>2.674381256103504E-2</c:v>
                </c:pt>
                <c:pt idx="5760">
                  <c:v>7.0551681518554676E-2</c:v>
                </c:pt>
                <c:pt idx="5761">
                  <c:v>0.11435955047607432</c:v>
                </c:pt>
                <c:pt idx="5762">
                  <c:v>4.0843963623046802E-4</c:v>
                </c:pt>
                <c:pt idx="5763">
                  <c:v>3.8790607452392635E-2</c:v>
                </c:pt>
                <c:pt idx="5764">
                  <c:v>7.7172775268554789E-2</c:v>
                </c:pt>
                <c:pt idx="5765">
                  <c:v>0.10806850433349599</c:v>
                </c:pt>
                <c:pt idx="5766">
                  <c:v>6.9254436492919916E-2</c:v>
                </c:pt>
                <c:pt idx="5767">
                  <c:v>3.0440368652343841E-2</c:v>
                </c:pt>
                <c:pt idx="5768">
                  <c:v>5.4151954650878881E-2</c:v>
                </c:pt>
                <c:pt idx="5769">
                  <c:v>7.9100875854492117E-2</c:v>
                </c:pt>
                <c:pt idx="5770">
                  <c:v>0.10404979705810535</c:v>
                </c:pt>
                <c:pt idx="5771">
                  <c:v>4.1488037109375119E-2</c:v>
                </c:pt>
                <c:pt idx="5772">
                  <c:v>4.0943183898925803E-2</c:v>
                </c:pt>
                <c:pt idx="5773">
                  <c:v>4.039833068847648E-2</c:v>
                </c:pt>
                <c:pt idx="5774">
                  <c:v>4.3140678405761759E-2</c:v>
                </c:pt>
                <c:pt idx="5775">
                  <c:v>4.4024333953857478E-2</c:v>
                </c:pt>
                <c:pt idx="5776">
                  <c:v>4.4907989501953197E-2</c:v>
                </c:pt>
                <c:pt idx="5777">
                  <c:v>0.13577911376953128</c:v>
                </c:pt>
                <c:pt idx="5778">
                  <c:v>8.2004928588867237E-2</c:v>
                </c:pt>
                <c:pt idx="5779">
                  <c:v>2.82307434082032E-2</c:v>
                </c:pt>
                <c:pt idx="5780">
                  <c:v>4.5294342041015519E-2</c:v>
                </c:pt>
                <c:pt idx="5781">
                  <c:v>6.2004146575927677E-2</c:v>
                </c:pt>
                <c:pt idx="5782">
                  <c:v>7.8713951110839842E-2</c:v>
                </c:pt>
                <c:pt idx="5783">
                  <c:v>5.8646965026855478E-2</c:v>
                </c:pt>
                <c:pt idx="5784">
                  <c:v>3.8579978942871122E-2</c:v>
                </c:pt>
                <c:pt idx="5785">
                  <c:v>9.0156784057617123E-2</c:v>
                </c:pt>
                <c:pt idx="5786">
                  <c:v>6.5369739532470716E-2</c:v>
                </c:pt>
                <c:pt idx="5787">
                  <c:v>4.0582695007324317E-2</c:v>
                </c:pt>
                <c:pt idx="5788">
                  <c:v>0.11384456634521496</c:v>
                </c:pt>
                <c:pt idx="5789">
                  <c:v>0.45723183687995472</c:v>
                </c:pt>
                <c:pt idx="5790">
                  <c:v>0.40890332176571781</c:v>
                </c:pt>
                <c:pt idx="5791">
                  <c:v>6.7220764160156155E-2</c:v>
                </c:pt>
                <c:pt idx="5792">
                  <c:v>3.427883148193353E-2</c:v>
                </c:pt>
                <c:pt idx="5793">
                  <c:v>1.3368988037109383E-3</c:v>
                </c:pt>
                <c:pt idx="5794">
                  <c:v>6.9651832580566328E-2</c:v>
                </c:pt>
                <c:pt idx="5795">
                  <c:v>3.5664825439453075E-2</c:v>
                </c:pt>
                <c:pt idx="5796">
                  <c:v>1.6778182983398448E-3</c:v>
                </c:pt>
                <c:pt idx="5797">
                  <c:v>7.0790061950683672E-2</c:v>
                </c:pt>
                <c:pt idx="5798">
                  <c:v>3.2297973632812532E-2</c:v>
                </c:pt>
                <c:pt idx="5799">
                  <c:v>6.1941146850585833E-3</c:v>
                </c:pt>
                <c:pt idx="5800">
                  <c:v>2.0969810485839839E-2</c:v>
                </c:pt>
                <c:pt idx="5801">
                  <c:v>4.4767570495605497E-3</c:v>
                </c:pt>
                <c:pt idx="5802">
                  <c:v>1.2016296386718743E-2</c:v>
                </c:pt>
                <c:pt idx="5803">
                  <c:v>1.2386512756347648E-2</c:v>
                </c:pt>
                <c:pt idx="5804">
                  <c:v>5.6937389373779256E-2</c:v>
                </c:pt>
                <c:pt idx="5805">
                  <c:v>0.12626129150390616</c:v>
                </c:pt>
                <c:pt idx="5806">
                  <c:v>2.5045280456543039E-2</c:v>
                </c:pt>
                <c:pt idx="5807">
                  <c:v>1.5003490447998083E-2</c:v>
                </c:pt>
                <c:pt idx="5808">
                  <c:v>4.9617004394531278E-3</c:v>
                </c:pt>
                <c:pt idx="5809">
                  <c:v>7.6961975097656149E-2</c:v>
                </c:pt>
                <c:pt idx="5810">
                  <c:v>6.6565990447997991E-2</c:v>
                </c:pt>
                <c:pt idx="5811">
                  <c:v>5.6170005798339834E-2</c:v>
                </c:pt>
                <c:pt idx="5812">
                  <c:v>3.699680328369144E-2</c:v>
                </c:pt>
                <c:pt idx="5813">
                  <c:v>4.3065319061279278E-2</c:v>
                </c:pt>
                <c:pt idx="5814">
                  <c:v>4.9133834838867116E-2</c:v>
                </c:pt>
                <c:pt idx="5815">
                  <c:v>1.7548713684082031E-2</c:v>
                </c:pt>
                <c:pt idx="5816">
                  <c:v>5.3996086120605474E-3</c:v>
                </c:pt>
                <c:pt idx="5817">
                  <c:v>6.7494964599609355E-3</c:v>
                </c:pt>
                <c:pt idx="5818">
                  <c:v>9.9103431701660152E-2</c:v>
                </c:pt>
                <c:pt idx="5819">
                  <c:v>8.6449527740478468E-2</c:v>
                </c:pt>
                <c:pt idx="5820">
                  <c:v>7.3795623779296798E-2</c:v>
                </c:pt>
                <c:pt idx="5821">
                  <c:v>1.8015518188476552E-2</c:v>
                </c:pt>
                <c:pt idx="5822">
                  <c:v>2.2672462463378916E-2</c:v>
                </c:pt>
                <c:pt idx="5823">
                  <c:v>2.732940673828128E-2</c:v>
                </c:pt>
                <c:pt idx="5824">
                  <c:v>6.6933746337890634E-2</c:v>
                </c:pt>
                <c:pt idx="5825">
                  <c:v>4.9275627136230481E-2</c:v>
                </c:pt>
                <c:pt idx="5826">
                  <c:v>3.161750793457032E-2</c:v>
                </c:pt>
                <c:pt idx="5827">
                  <c:v>5.5946617126464954E-2</c:v>
                </c:pt>
                <c:pt idx="5828">
                  <c:v>6.2582588195800787E-2</c:v>
                </c:pt>
                <c:pt idx="5829">
                  <c:v>6.9218559265136634E-2</c:v>
                </c:pt>
                <c:pt idx="5830">
                  <c:v>7.781719207763664E-2</c:v>
                </c:pt>
                <c:pt idx="5831">
                  <c:v>5.716072082519532E-2</c:v>
                </c:pt>
                <c:pt idx="5832">
                  <c:v>3.6504249572754E-2</c:v>
                </c:pt>
                <c:pt idx="5833">
                  <c:v>0.13726066589355479</c:v>
                </c:pt>
                <c:pt idx="5834">
                  <c:v>9.7386531829834075E-2</c:v>
                </c:pt>
                <c:pt idx="5835">
                  <c:v>5.751239776611336E-2</c:v>
                </c:pt>
                <c:pt idx="5836">
                  <c:v>3.7737350463867121E-2</c:v>
                </c:pt>
                <c:pt idx="5837">
                  <c:v>3.3144378662109363E-2</c:v>
                </c:pt>
                <c:pt idx="5838">
                  <c:v>2.8551406860351597E-2</c:v>
                </c:pt>
                <c:pt idx="5839">
                  <c:v>8.5132598876953205E-3</c:v>
                </c:pt>
                <c:pt idx="5840">
                  <c:v>8.2569694519043033E-3</c:v>
                </c:pt>
                <c:pt idx="5841">
                  <c:v>8.0006790161132879E-3</c:v>
                </c:pt>
                <c:pt idx="5842">
                  <c:v>1.8822555541992188E-2</c:v>
                </c:pt>
                <c:pt idx="5843">
                  <c:v>5.4253005981445297E-3</c:v>
                </c:pt>
                <c:pt idx="5844">
                  <c:v>7.9719543457031274E-3</c:v>
                </c:pt>
                <c:pt idx="5845">
                  <c:v>1.2775497436523448E-2</c:v>
                </c:pt>
                <c:pt idx="5846">
                  <c:v>4.5188827514648471E-2</c:v>
                </c:pt>
                <c:pt idx="5847">
                  <c:v>7.7602157592773516E-2</c:v>
                </c:pt>
                <c:pt idx="5848">
                  <c:v>0.10788619995117191</c:v>
                </c:pt>
                <c:pt idx="5849">
                  <c:v>5.8485603332519544E-2</c:v>
                </c:pt>
                <c:pt idx="5850">
                  <c:v>9.0850067138671924E-3</c:v>
                </c:pt>
                <c:pt idx="5851">
                  <c:v>5.7365112304687438E-2</c:v>
                </c:pt>
                <c:pt idx="5852">
                  <c:v>6.1534595489501881E-2</c:v>
                </c:pt>
                <c:pt idx="5853">
                  <c:v>6.5704078674316324E-2</c:v>
                </c:pt>
                <c:pt idx="5854">
                  <c:v>6.3300247192382877E-2</c:v>
                </c:pt>
                <c:pt idx="5855">
                  <c:v>9.8205356597900403E-2</c:v>
                </c:pt>
                <c:pt idx="5856">
                  <c:v>0.13311046600341792</c:v>
                </c:pt>
                <c:pt idx="5857">
                  <c:v>6.4008407592773514E-2</c:v>
                </c:pt>
                <c:pt idx="5858">
                  <c:v>4.4516086578369238E-2</c:v>
                </c:pt>
                <c:pt idx="5859">
                  <c:v>2.5023765563964958E-2</c:v>
                </c:pt>
                <c:pt idx="5860">
                  <c:v>5.2697982788085837E-2</c:v>
                </c:pt>
                <c:pt idx="5861">
                  <c:v>5.6692829132080076E-2</c:v>
                </c:pt>
                <c:pt idx="5862">
                  <c:v>6.0687675476074322E-2</c:v>
                </c:pt>
                <c:pt idx="5863">
                  <c:v>3.9654693603515687E-2</c:v>
                </c:pt>
                <c:pt idx="5864">
                  <c:v>1.862171173095703E-2</c:v>
                </c:pt>
                <c:pt idx="5865">
                  <c:v>3.4906883239746E-2</c:v>
                </c:pt>
                <c:pt idx="5866">
                  <c:v>4.9238605499267514E-2</c:v>
                </c:pt>
                <c:pt idx="5867">
                  <c:v>6.3570327758789028E-2</c:v>
                </c:pt>
                <c:pt idx="5868">
                  <c:v>4.8547153472900395E-2</c:v>
                </c:pt>
                <c:pt idx="5869">
                  <c:v>3.3523979187011756E-2</c:v>
                </c:pt>
                <c:pt idx="5870">
                  <c:v>6.4638633728027278E-2</c:v>
                </c:pt>
                <c:pt idx="5871">
                  <c:v>6.8852405548095713E-2</c:v>
                </c:pt>
                <c:pt idx="5872">
                  <c:v>7.3066177368164148E-2</c:v>
                </c:pt>
                <c:pt idx="5873">
                  <c:v>3.0585594177246E-2</c:v>
                </c:pt>
                <c:pt idx="5874">
                  <c:v>1.5427665710449172E-2</c:v>
                </c:pt>
                <c:pt idx="5875">
                  <c:v>2.6973724365234476E-4</c:v>
                </c:pt>
                <c:pt idx="5876">
                  <c:v>0.11833911895751952</c:v>
                </c:pt>
                <c:pt idx="5877">
                  <c:v>9.9088668823242243E-2</c:v>
                </c:pt>
                <c:pt idx="5878">
                  <c:v>7.9838218688964957E-2</c:v>
                </c:pt>
                <c:pt idx="5879">
                  <c:v>3.5841407775878881E-2</c:v>
                </c:pt>
                <c:pt idx="5880">
                  <c:v>4.1180362701416041E-2</c:v>
                </c:pt>
                <c:pt idx="5881">
                  <c:v>4.6519317626953195E-2</c:v>
                </c:pt>
                <c:pt idx="5882">
                  <c:v>7.5760917663574318E-2</c:v>
                </c:pt>
                <c:pt idx="5883">
                  <c:v>7.6560115814209073E-2</c:v>
                </c:pt>
                <c:pt idx="5884">
                  <c:v>7.7359313964843843E-2</c:v>
                </c:pt>
                <c:pt idx="5885">
                  <c:v>7.2455291748046796E-2</c:v>
                </c:pt>
                <c:pt idx="5886">
                  <c:v>9.0579242706298801E-2</c:v>
                </c:pt>
                <c:pt idx="5887">
                  <c:v>0.10870319366455079</c:v>
                </c:pt>
                <c:pt idx="5888">
                  <c:v>2.2952499389648447E-2</c:v>
                </c:pt>
                <c:pt idx="5889">
                  <c:v>4.8997650146484377E-2</c:v>
                </c:pt>
                <c:pt idx="5890">
                  <c:v>7.5042800903320328E-2</c:v>
                </c:pt>
                <c:pt idx="5891">
                  <c:v>2.3879013061523447E-2</c:v>
                </c:pt>
                <c:pt idx="5892">
                  <c:v>7.0177402496337915E-2</c:v>
                </c:pt>
                <c:pt idx="5893">
                  <c:v>0.11647579193115239</c:v>
                </c:pt>
                <c:pt idx="5894">
                  <c:v>0.14821884155273449</c:v>
                </c:pt>
                <c:pt idx="5895">
                  <c:v>8.5609073638916067E-2</c:v>
                </c:pt>
                <c:pt idx="5896">
                  <c:v>2.299930572509765E-2</c:v>
                </c:pt>
                <c:pt idx="5897">
                  <c:v>4.2827110290527277E-2</c:v>
                </c:pt>
                <c:pt idx="5898">
                  <c:v>5.6883602142333956E-2</c:v>
                </c:pt>
                <c:pt idx="5899">
                  <c:v>7.0940093994140641E-2</c:v>
                </c:pt>
                <c:pt idx="5900">
                  <c:v>3.5181198120117121E-2</c:v>
                </c:pt>
                <c:pt idx="5901">
                  <c:v>5.6025352478027278E-2</c:v>
                </c:pt>
                <c:pt idx="5902">
                  <c:v>7.6869506835937434E-2</c:v>
                </c:pt>
                <c:pt idx="5903">
                  <c:v>0.11388690948486335</c:v>
                </c:pt>
                <c:pt idx="5904">
                  <c:v>5.2578220367431677E-2</c:v>
                </c:pt>
                <c:pt idx="5905">
                  <c:v>8.7304687499999995E-3</c:v>
                </c:pt>
                <c:pt idx="5906">
                  <c:v>5.7828254699706955E-2</c:v>
                </c:pt>
                <c:pt idx="5907">
                  <c:v>4.1434307098388634E-2</c:v>
                </c:pt>
                <c:pt idx="5908">
                  <c:v>2.5040359497070317E-2</c:v>
                </c:pt>
                <c:pt idx="5909">
                  <c:v>3.2009582519531281E-2</c:v>
                </c:pt>
                <c:pt idx="5910">
                  <c:v>1.1808929443359383E-2</c:v>
                </c:pt>
                <c:pt idx="5911">
                  <c:v>8.391723632812511E-3</c:v>
                </c:pt>
                <c:pt idx="5912">
                  <c:v>0.1144047546386719</c:v>
                </c:pt>
                <c:pt idx="5913">
                  <c:v>0.12130022048950201</c:v>
                </c:pt>
                <c:pt idx="5914">
                  <c:v>0.12819568634033207</c:v>
                </c:pt>
                <c:pt idx="5915">
                  <c:v>0.13638198852539066</c:v>
                </c:pt>
                <c:pt idx="5916">
                  <c:v>8.7672443389892635E-2</c:v>
                </c:pt>
                <c:pt idx="5917">
                  <c:v>3.8962898254394633E-2</c:v>
                </c:pt>
                <c:pt idx="5918">
                  <c:v>4.296489715576176E-2</c:v>
                </c:pt>
                <c:pt idx="5919">
                  <c:v>6.0692424774169917E-2</c:v>
                </c:pt>
                <c:pt idx="5920">
                  <c:v>7.8419952392578082E-2</c:v>
                </c:pt>
                <c:pt idx="5921">
                  <c:v>3.9722099304199197E-2</c:v>
                </c:pt>
                <c:pt idx="5922">
                  <c:v>8.3932342529296905E-2</c:v>
                </c:pt>
                <c:pt idx="5923">
                  <c:v>0.12814258575439463</c:v>
                </c:pt>
                <c:pt idx="5924">
                  <c:v>0.14075820922851551</c:v>
                </c:pt>
                <c:pt idx="5925">
                  <c:v>0.14060651779174799</c:v>
                </c:pt>
                <c:pt idx="5926">
                  <c:v>0.14045482635498047</c:v>
                </c:pt>
                <c:pt idx="5927">
                  <c:v>2.1170310974121097E-2</c:v>
                </c:pt>
                <c:pt idx="5928">
                  <c:v>2.4095535278320319E-2</c:v>
                </c:pt>
                <c:pt idx="5929">
                  <c:v>2.7020759582519521E-2</c:v>
                </c:pt>
                <c:pt idx="5930">
                  <c:v>2.0454025268554677E-3</c:v>
                </c:pt>
                <c:pt idx="5931">
                  <c:v>1.7350044250488295E-2</c:v>
                </c:pt>
                <c:pt idx="5932">
                  <c:v>3.265468597412112E-2</c:v>
                </c:pt>
                <c:pt idx="5933">
                  <c:v>4.7668075561523521E-3</c:v>
                </c:pt>
                <c:pt idx="5934">
                  <c:v>2.7031517028808559E-3</c:v>
                </c:pt>
                <c:pt idx="5935">
                  <c:v>1.0173110961914063E-2</c:v>
                </c:pt>
                <c:pt idx="5936">
                  <c:v>9.3573760986328074E-3</c:v>
                </c:pt>
                <c:pt idx="5937">
                  <c:v>6.4242553710937437E-3</c:v>
                </c:pt>
                <c:pt idx="5938">
                  <c:v>3.4911346435546799E-3</c:v>
                </c:pt>
                <c:pt idx="5939">
                  <c:v>0.13035861968994142</c:v>
                </c:pt>
                <c:pt idx="5940">
                  <c:v>0.11267623901367191</c:v>
                </c:pt>
                <c:pt idx="5941">
                  <c:v>9.4993858337402398E-2</c:v>
                </c:pt>
                <c:pt idx="5942">
                  <c:v>6.3162918090820322E-2</c:v>
                </c:pt>
                <c:pt idx="5943">
                  <c:v>9.1575851440429665E-2</c:v>
                </c:pt>
                <c:pt idx="5944">
                  <c:v>0.11998878479003904</c:v>
                </c:pt>
                <c:pt idx="5945">
                  <c:v>2.6541252136230476E-2</c:v>
                </c:pt>
                <c:pt idx="5946">
                  <c:v>3.2124366760253875E-2</c:v>
                </c:pt>
                <c:pt idx="5947">
                  <c:v>3.7707481384277278E-2</c:v>
                </c:pt>
                <c:pt idx="5948">
                  <c:v>7.496932983398448E-2</c:v>
                </c:pt>
                <c:pt idx="5949">
                  <c:v>7.9377937316894631E-2</c:v>
                </c:pt>
                <c:pt idx="5950">
                  <c:v>8.3786544799804796E-2</c:v>
                </c:pt>
                <c:pt idx="5951">
                  <c:v>7.6510162353515515E-2</c:v>
                </c:pt>
                <c:pt idx="5952">
                  <c:v>0.10406112670898436</c:v>
                </c:pt>
                <c:pt idx="5953">
                  <c:v>0.13161209106445321</c:v>
                </c:pt>
                <c:pt idx="5954">
                  <c:v>1.0071029663085936E-2</c:v>
                </c:pt>
                <c:pt idx="5955">
                  <c:v>1.554164886474611E-3</c:v>
                </c:pt>
                <c:pt idx="5956">
                  <c:v>6.9626998901367119E-3</c:v>
                </c:pt>
                <c:pt idx="5957">
                  <c:v>6.5894622802734476E-2</c:v>
                </c:pt>
                <c:pt idx="5958">
                  <c:v>6.4877014160156274E-2</c:v>
                </c:pt>
                <c:pt idx="5959">
                  <c:v>6.3859405517578086E-2</c:v>
                </c:pt>
                <c:pt idx="5960">
                  <c:v>6.8059158325195195E-3</c:v>
                </c:pt>
                <c:pt idx="5961">
                  <c:v>7.917823791503905E-3</c:v>
                </c:pt>
                <c:pt idx="5962">
                  <c:v>9.029731750488287E-3</c:v>
                </c:pt>
                <c:pt idx="5963">
                  <c:v>5.4490699768066315E-2</c:v>
                </c:pt>
                <c:pt idx="5964">
                  <c:v>3.2519588470458938E-2</c:v>
                </c:pt>
                <c:pt idx="5965">
                  <c:v>1.0548477172851551E-2</c:v>
                </c:pt>
                <c:pt idx="5966">
                  <c:v>1.689708709716797E-2</c:v>
                </c:pt>
                <c:pt idx="5967">
                  <c:v>1.030786514282226E-2</c:v>
                </c:pt>
                <c:pt idx="5968">
                  <c:v>3.7186431884765518E-3</c:v>
                </c:pt>
                <c:pt idx="5969">
                  <c:v>5.5389404296875114E-5</c:v>
                </c:pt>
                <c:pt idx="5970">
                  <c:v>2.4584197998046894E-3</c:v>
                </c:pt>
                <c:pt idx="5971">
                  <c:v>4.9722290039062554E-3</c:v>
                </c:pt>
                <c:pt idx="5972">
                  <c:v>1.3420715332031256E-2</c:v>
                </c:pt>
                <c:pt idx="5973">
                  <c:v>1.4814376831054686E-3</c:v>
                </c:pt>
                <c:pt idx="5974">
                  <c:v>1.045783996582032E-2</c:v>
                </c:pt>
                <c:pt idx="5975">
                  <c:v>0.1334631729125976</c:v>
                </c:pt>
                <c:pt idx="5976">
                  <c:v>6.1885814666748015E-2</c:v>
                </c:pt>
                <c:pt idx="5977">
                  <c:v>9.6915435791015518E-3</c:v>
                </c:pt>
                <c:pt idx="5978">
                  <c:v>1.6750946044921871E-2</c:v>
                </c:pt>
                <c:pt idx="5979">
                  <c:v>3.2960758209228454E-2</c:v>
                </c:pt>
                <c:pt idx="5980">
                  <c:v>4.917057037353504E-2</c:v>
                </c:pt>
                <c:pt idx="5981">
                  <c:v>0.15229934692382807</c:v>
                </c:pt>
                <c:pt idx="5982">
                  <c:v>8.8686332702636636E-2</c:v>
                </c:pt>
                <c:pt idx="5983">
                  <c:v>2.5073318481445197E-2</c:v>
                </c:pt>
                <c:pt idx="5984">
                  <c:v>3.3046188354492238E-2</c:v>
                </c:pt>
                <c:pt idx="5985">
                  <c:v>4.8132848739624069E-2</c:v>
                </c:pt>
                <c:pt idx="5986">
                  <c:v>6.3219509124755879E-2</c:v>
                </c:pt>
                <c:pt idx="5987">
                  <c:v>0.14498222351074225</c:v>
                </c:pt>
                <c:pt idx="5988">
                  <c:v>0.11350719451904304</c:v>
                </c:pt>
                <c:pt idx="5989">
                  <c:v>8.2032165527343839E-2</c:v>
                </c:pt>
                <c:pt idx="5990">
                  <c:v>0.14032882690429679</c:v>
                </c:pt>
                <c:pt idx="5991">
                  <c:v>6.6359424591064406E-2</c:v>
                </c:pt>
                <c:pt idx="5992">
                  <c:v>7.6099777221679682E-3</c:v>
                </c:pt>
                <c:pt idx="5993">
                  <c:v>4.8539657592773518E-2</c:v>
                </c:pt>
                <c:pt idx="5994">
                  <c:v>4.7529144287109359E-2</c:v>
                </c:pt>
                <c:pt idx="5995">
                  <c:v>4.6518630981445194E-2</c:v>
                </c:pt>
                <c:pt idx="5996">
                  <c:v>2.42444229125976E-2</c:v>
                </c:pt>
                <c:pt idx="5997">
                  <c:v>8.3396358489990233E-2</c:v>
                </c:pt>
                <c:pt idx="5998">
                  <c:v>0.1425482940673829</c:v>
                </c:pt>
                <c:pt idx="5999">
                  <c:v>0.4355571847877755</c:v>
                </c:pt>
                <c:pt idx="6000">
                  <c:v>0.21829117326546979</c:v>
                </c:pt>
                <c:pt idx="6001">
                  <c:v>1.0251617431640617E-3</c:v>
                </c:pt>
                <c:pt idx="6002">
                  <c:v>2.6771163940429677E-3</c:v>
                </c:pt>
                <c:pt idx="6003">
                  <c:v>3.6885509490966792E-2</c:v>
                </c:pt>
                <c:pt idx="6004">
                  <c:v>7.1093902587890639E-2</c:v>
                </c:pt>
                <c:pt idx="6005">
                  <c:v>3.2187881469726481E-2</c:v>
                </c:pt>
                <c:pt idx="6006">
                  <c:v>2.3926677703857386E-2</c:v>
                </c:pt>
                <c:pt idx="6007">
                  <c:v>1.5665473937988287E-2</c:v>
                </c:pt>
                <c:pt idx="6008">
                  <c:v>5.8014678955078079E-3</c:v>
                </c:pt>
                <c:pt idx="6009">
                  <c:v>1.5103340148925806E-3</c:v>
                </c:pt>
                <c:pt idx="6010">
                  <c:v>2.7807998657226477E-3</c:v>
                </c:pt>
                <c:pt idx="6011">
                  <c:v>4.0212478637695295E-2</c:v>
                </c:pt>
                <c:pt idx="6012">
                  <c:v>4.4504070281982409E-2</c:v>
                </c:pt>
                <c:pt idx="6013">
                  <c:v>4.8795661926269517E-2</c:v>
                </c:pt>
                <c:pt idx="6014">
                  <c:v>6.0357742309570327E-2</c:v>
                </c:pt>
                <c:pt idx="6015">
                  <c:v>4.0774440765380879E-2</c:v>
                </c:pt>
                <c:pt idx="6016">
                  <c:v>2.1191139221191417E-2</c:v>
                </c:pt>
                <c:pt idx="6017">
                  <c:v>1.468677520751953E-2</c:v>
                </c:pt>
                <c:pt idx="6018">
                  <c:v>8.1824111938476468E-3</c:v>
                </c:pt>
                <c:pt idx="6019">
                  <c:v>4.0624008178710959E-2</c:v>
                </c:pt>
                <c:pt idx="6020">
                  <c:v>3.928991317749024E-2</c:v>
                </c:pt>
                <c:pt idx="6021">
                  <c:v>3.7955818176269515E-2</c:v>
                </c:pt>
                <c:pt idx="6022">
                  <c:v>5.7845077514648395E-2</c:v>
                </c:pt>
                <c:pt idx="6023">
                  <c:v>2.5697994232177702E-2</c:v>
                </c:pt>
                <c:pt idx="6024">
                  <c:v>6.4490890502929676E-3</c:v>
                </c:pt>
                <c:pt idx="6025">
                  <c:v>7.3865776062011751E-2</c:v>
                </c:pt>
                <c:pt idx="6026">
                  <c:v>0.43932793829176153</c:v>
                </c:pt>
                <c:pt idx="6027">
                  <c:v>7.4066047668456966E-2</c:v>
                </c:pt>
                <c:pt idx="6028">
                  <c:v>7.3711738586425671E-2</c:v>
                </c:pt>
                <c:pt idx="6029">
                  <c:v>4.5597839355468697E-2</c:v>
                </c:pt>
                <c:pt idx="6030">
                  <c:v>1.748394012451171E-2</c:v>
                </c:pt>
                <c:pt idx="6031">
                  <c:v>0.1369599151611329</c:v>
                </c:pt>
                <c:pt idx="6032">
                  <c:v>6.3892421722412163E-2</c:v>
                </c:pt>
                <c:pt idx="6033">
                  <c:v>9.1750717163085835E-3</c:v>
                </c:pt>
                <c:pt idx="6034">
                  <c:v>1.1854476928710935E-2</c:v>
                </c:pt>
                <c:pt idx="6035">
                  <c:v>1.5958786010742191E-2</c:v>
                </c:pt>
                <c:pt idx="6036">
                  <c:v>2.0063095092773448E-2</c:v>
                </c:pt>
                <c:pt idx="6037">
                  <c:v>4.1242332458495998E-2</c:v>
                </c:pt>
                <c:pt idx="6038">
                  <c:v>8.3606243133544922E-2</c:v>
                </c:pt>
                <c:pt idx="6039">
                  <c:v>0.12597015380859383</c:v>
                </c:pt>
                <c:pt idx="6040">
                  <c:v>0.12668907165527352</c:v>
                </c:pt>
                <c:pt idx="6041">
                  <c:v>0.10027124404907231</c:v>
                </c:pt>
                <c:pt idx="6042">
                  <c:v>7.385341644287112E-2</c:v>
                </c:pt>
                <c:pt idx="6043">
                  <c:v>1.427009582519532E-2</c:v>
                </c:pt>
                <c:pt idx="6044">
                  <c:v>8.1745147705078794E-4</c:v>
                </c:pt>
                <c:pt idx="6045">
                  <c:v>1.2635192871093742E-2</c:v>
                </c:pt>
                <c:pt idx="6046">
                  <c:v>4.5478820800781282E-4</c:v>
                </c:pt>
                <c:pt idx="6047">
                  <c:v>1.6672897338867149E-2</c:v>
                </c:pt>
                <c:pt idx="6048">
                  <c:v>3.289100646972648E-2</c:v>
                </c:pt>
                <c:pt idx="6049">
                  <c:v>7.5959815979004003E-2</c:v>
                </c:pt>
                <c:pt idx="6050">
                  <c:v>5.3214054107666039E-2</c:v>
                </c:pt>
                <c:pt idx="6051">
                  <c:v>3.0468292236328076E-2</c:v>
                </c:pt>
                <c:pt idx="6052">
                  <c:v>6.9099082946777274E-2</c:v>
                </c:pt>
                <c:pt idx="6053">
                  <c:v>2.7728748321533159E-2</c:v>
                </c:pt>
                <c:pt idx="6054">
                  <c:v>1.3641586303710936E-2</c:v>
                </c:pt>
                <c:pt idx="6055">
                  <c:v>4.2012176513671923E-2</c:v>
                </c:pt>
                <c:pt idx="6056">
                  <c:v>7.4882984161377009E-2</c:v>
                </c:pt>
                <c:pt idx="6057">
                  <c:v>0.10775379180908208</c:v>
                </c:pt>
                <c:pt idx="6058">
                  <c:v>1.7287673950195318E-2</c:v>
                </c:pt>
                <c:pt idx="6059">
                  <c:v>9.5443153381347678E-3</c:v>
                </c:pt>
                <c:pt idx="6060">
                  <c:v>1.800956726074219E-3</c:v>
                </c:pt>
                <c:pt idx="6061">
                  <c:v>1.3525085449218743E-2</c:v>
                </c:pt>
                <c:pt idx="6062">
                  <c:v>5.304508209228515E-3</c:v>
                </c:pt>
                <c:pt idx="6063">
                  <c:v>2.9160690307617121E-3</c:v>
                </c:pt>
                <c:pt idx="6064">
                  <c:v>6.1269035339355363E-2</c:v>
                </c:pt>
                <c:pt idx="6065">
                  <c:v>3.9861660003662064E-2</c:v>
                </c:pt>
                <c:pt idx="6066">
                  <c:v>1.8454284667968744E-2</c:v>
                </c:pt>
                <c:pt idx="6067">
                  <c:v>8.1877212524414156E-2</c:v>
                </c:pt>
                <c:pt idx="6068">
                  <c:v>7.8131389617919919E-2</c:v>
                </c:pt>
                <c:pt idx="6069">
                  <c:v>7.4385566711425669E-2</c:v>
                </c:pt>
                <c:pt idx="6070">
                  <c:v>0.14843147277832031</c:v>
                </c:pt>
                <c:pt idx="6071">
                  <c:v>0.10532415390014652</c:v>
                </c:pt>
                <c:pt idx="6072">
                  <c:v>6.221683502197272E-2</c:v>
                </c:pt>
                <c:pt idx="6073">
                  <c:v>7.5341720581054789E-2</c:v>
                </c:pt>
                <c:pt idx="6074">
                  <c:v>8.5325660705566436E-2</c:v>
                </c:pt>
                <c:pt idx="6075">
                  <c:v>9.5309600830078084E-2</c:v>
                </c:pt>
                <c:pt idx="6076">
                  <c:v>7.0084648132324318E-2</c:v>
                </c:pt>
                <c:pt idx="6077">
                  <c:v>4.8593101501464835E-2</c:v>
                </c:pt>
                <c:pt idx="6078">
                  <c:v>2.7101554870605359E-2</c:v>
                </c:pt>
                <c:pt idx="6079">
                  <c:v>0.14260746002197269</c:v>
                </c:pt>
                <c:pt idx="6080">
                  <c:v>0.12279104232788085</c:v>
                </c:pt>
                <c:pt idx="6081">
                  <c:v>0.10297462463378904</c:v>
                </c:pt>
                <c:pt idx="6082">
                  <c:v>2.9464187622070318E-2</c:v>
                </c:pt>
                <c:pt idx="6083">
                  <c:v>1.7239723205566417E-2</c:v>
                </c:pt>
                <c:pt idx="6084">
                  <c:v>5.0152587890625114E-3</c:v>
                </c:pt>
                <c:pt idx="6085">
                  <c:v>6.4011039733886638E-2</c:v>
                </c:pt>
                <c:pt idx="6086">
                  <c:v>6.0835018157958956E-2</c:v>
                </c:pt>
                <c:pt idx="6087">
                  <c:v>5.7658996582031281E-2</c:v>
                </c:pt>
                <c:pt idx="6088">
                  <c:v>1.0451431274414063E-2</c:v>
                </c:pt>
                <c:pt idx="6089">
                  <c:v>5.9435062408447245E-2</c:v>
                </c:pt>
                <c:pt idx="6090">
                  <c:v>0.12932155609130858</c:v>
                </c:pt>
                <c:pt idx="6091">
                  <c:v>5.3401451110839833E-2</c:v>
                </c:pt>
                <c:pt idx="6092">
                  <c:v>3.321332931518553E-2</c:v>
                </c:pt>
                <c:pt idx="6093">
                  <c:v>1.3025207519531257E-2</c:v>
                </c:pt>
                <c:pt idx="6094">
                  <c:v>0.14468318939208985</c:v>
                </c:pt>
                <c:pt idx="6095">
                  <c:v>8.7550563812255885E-2</c:v>
                </c:pt>
                <c:pt idx="6096">
                  <c:v>3.0417938232421921E-2</c:v>
                </c:pt>
                <c:pt idx="6097">
                  <c:v>1.9696083068847649E-2</c:v>
                </c:pt>
                <c:pt idx="6098">
                  <c:v>6.8587017059326225E-2</c:v>
                </c:pt>
                <c:pt idx="6099">
                  <c:v>0.1174779510498048</c:v>
                </c:pt>
                <c:pt idx="6100">
                  <c:v>6.3855857849121123E-2</c:v>
                </c:pt>
                <c:pt idx="6101">
                  <c:v>6.49710845947266E-2</c:v>
                </c:pt>
                <c:pt idx="6102">
                  <c:v>6.6086311340332077E-2</c:v>
                </c:pt>
                <c:pt idx="6103">
                  <c:v>1.2327919006347648E-2</c:v>
                </c:pt>
                <c:pt idx="6104">
                  <c:v>6.7223682403564466E-2</c:v>
                </c:pt>
                <c:pt idx="6105">
                  <c:v>0.12211944580078127</c:v>
                </c:pt>
                <c:pt idx="6106">
                  <c:v>0.12272541046142567</c:v>
                </c:pt>
                <c:pt idx="6107">
                  <c:v>8.1043052673339847E-2</c:v>
                </c:pt>
                <c:pt idx="6108">
                  <c:v>3.9360694885253997E-2</c:v>
                </c:pt>
                <c:pt idx="6109">
                  <c:v>3.790065765380856E-2</c:v>
                </c:pt>
                <c:pt idx="6110">
                  <c:v>3.9528694152831959E-2</c:v>
                </c:pt>
                <c:pt idx="6111">
                  <c:v>4.1156730651855364E-2</c:v>
                </c:pt>
                <c:pt idx="6112">
                  <c:v>0.13551269531249999</c:v>
                </c:pt>
                <c:pt idx="6113">
                  <c:v>7.1907348632812507E-2</c:v>
                </c:pt>
                <c:pt idx="6114">
                  <c:v>8.3020019531249989E-3</c:v>
                </c:pt>
                <c:pt idx="6115">
                  <c:v>1.1458854675292968E-2</c:v>
                </c:pt>
                <c:pt idx="6116">
                  <c:v>4.1399002075195152E-4</c:v>
                </c:pt>
                <c:pt idx="6117">
                  <c:v>1.2286834716796872E-2</c:v>
                </c:pt>
                <c:pt idx="6118">
                  <c:v>4.358905792236336E-2</c:v>
                </c:pt>
                <c:pt idx="6119">
                  <c:v>7.6148185729980486E-2</c:v>
                </c:pt>
                <c:pt idx="6120">
                  <c:v>0.10870731353759761</c:v>
                </c:pt>
                <c:pt idx="6121">
                  <c:v>6.6933174133300799E-2</c:v>
                </c:pt>
                <c:pt idx="6122">
                  <c:v>2.9034061431884757E-2</c:v>
                </c:pt>
                <c:pt idx="6123">
                  <c:v>8.8650512695312555E-3</c:v>
                </c:pt>
                <c:pt idx="6124">
                  <c:v>9.4702148437499998E-3</c:v>
                </c:pt>
                <c:pt idx="6125">
                  <c:v>2.915559768676752E-2</c:v>
                </c:pt>
                <c:pt idx="6126">
                  <c:v>4.8840980529785041E-2</c:v>
                </c:pt>
                <c:pt idx="6127">
                  <c:v>2.2654495239257808E-2</c:v>
                </c:pt>
                <c:pt idx="6128">
                  <c:v>1.408802032470703E-2</c:v>
                </c:pt>
                <c:pt idx="6129">
                  <c:v>5.5215454101562554E-3</c:v>
                </c:pt>
                <c:pt idx="6130">
                  <c:v>1.0448112487792968E-2</c:v>
                </c:pt>
                <c:pt idx="6131">
                  <c:v>2.6550521850586005E-2</c:v>
                </c:pt>
                <c:pt idx="6132">
                  <c:v>6.3549156188964964E-2</c:v>
                </c:pt>
                <c:pt idx="6133">
                  <c:v>6.756855010986336E-2</c:v>
                </c:pt>
                <c:pt idx="6134">
                  <c:v>7.051288604736336E-2</c:v>
                </c:pt>
                <c:pt idx="6135">
                  <c:v>7.3457221984863361E-2</c:v>
                </c:pt>
                <c:pt idx="6136">
                  <c:v>3.3200798034667918E-2</c:v>
                </c:pt>
                <c:pt idx="6137">
                  <c:v>2.5690097808837863E-2</c:v>
                </c:pt>
                <c:pt idx="6138">
                  <c:v>1.8179397583007809E-2</c:v>
                </c:pt>
                <c:pt idx="6139">
                  <c:v>6.0867919921875117E-2</c:v>
                </c:pt>
                <c:pt idx="6140">
                  <c:v>6.501365661621096E-2</c:v>
                </c:pt>
                <c:pt idx="6141">
                  <c:v>6.9159393310546796E-2</c:v>
                </c:pt>
                <c:pt idx="6142">
                  <c:v>2.7543411254882879E-2</c:v>
                </c:pt>
                <c:pt idx="6143">
                  <c:v>5.1283836364746122E-2</c:v>
                </c:pt>
                <c:pt idx="6144">
                  <c:v>7.5024261474609361E-2</c:v>
                </c:pt>
                <c:pt idx="6145">
                  <c:v>5.4829788208007758E-3</c:v>
                </c:pt>
                <c:pt idx="6146">
                  <c:v>2.8604793548583959E-2</c:v>
                </c:pt>
                <c:pt idx="6147">
                  <c:v>5.1726608276367117E-2</c:v>
                </c:pt>
                <c:pt idx="6148">
                  <c:v>6.6489944458007752E-2</c:v>
                </c:pt>
                <c:pt idx="6149">
                  <c:v>3.2570800781249971E-2</c:v>
                </c:pt>
                <c:pt idx="6150">
                  <c:v>1.3483428955078126E-3</c:v>
                </c:pt>
                <c:pt idx="6151">
                  <c:v>6.9446067810058548E-2</c:v>
                </c:pt>
                <c:pt idx="6152">
                  <c:v>4.9071979522705075E-2</c:v>
                </c:pt>
                <c:pt idx="6153">
                  <c:v>2.8697891235351599E-2</c:v>
                </c:pt>
                <c:pt idx="6154">
                  <c:v>9.4679031372070316E-2</c:v>
                </c:pt>
                <c:pt idx="6155">
                  <c:v>7.1756515502929677E-2</c:v>
                </c:pt>
                <c:pt idx="6156">
                  <c:v>4.8833999633789038E-2</c:v>
                </c:pt>
                <c:pt idx="6157">
                  <c:v>8.0107383728027268E-2</c:v>
                </c:pt>
                <c:pt idx="6158">
                  <c:v>8.0644912719726486E-2</c:v>
                </c:pt>
                <c:pt idx="6159">
                  <c:v>8.1182441711425676E-2</c:v>
                </c:pt>
                <c:pt idx="6160">
                  <c:v>1.0040702819824223E-2</c:v>
                </c:pt>
                <c:pt idx="6161">
                  <c:v>2.1034584045410202E-2</c:v>
                </c:pt>
                <c:pt idx="6162">
                  <c:v>5.2109870910644639E-2</c:v>
                </c:pt>
                <c:pt idx="6163">
                  <c:v>3.1810455322265514E-2</c:v>
                </c:pt>
                <c:pt idx="6164">
                  <c:v>3.1138401031494119E-2</c:v>
                </c:pt>
                <c:pt idx="6165">
                  <c:v>3.0466346740722721E-2</c:v>
                </c:pt>
                <c:pt idx="6166">
                  <c:v>5.6563568115234478E-3</c:v>
                </c:pt>
                <c:pt idx="6167">
                  <c:v>3.0368900299072226E-2</c:v>
                </c:pt>
                <c:pt idx="6168">
                  <c:v>6.639415740966792E-2</c:v>
                </c:pt>
                <c:pt idx="6169">
                  <c:v>4.2368316650390637E-3</c:v>
                </c:pt>
                <c:pt idx="6170">
                  <c:v>1.9237003326416029E-2</c:v>
                </c:pt>
                <c:pt idx="6171">
                  <c:v>4.2710838317871119E-2</c:v>
                </c:pt>
                <c:pt idx="6172">
                  <c:v>5.8356857299804799E-3</c:v>
                </c:pt>
                <c:pt idx="6173">
                  <c:v>1.6274299621582076E-2</c:v>
                </c:pt>
                <c:pt idx="6174">
                  <c:v>3.8384284973144639E-2</c:v>
                </c:pt>
                <c:pt idx="6175">
                  <c:v>1.1172065734863287E-2</c:v>
                </c:pt>
                <c:pt idx="6176">
                  <c:v>2.5425224304199249E-2</c:v>
                </c:pt>
                <c:pt idx="6177">
                  <c:v>6.2022514343261753E-2</c:v>
                </c:pt>
                <c:pt idx="6178">
                  <c:v>3.4824371337890638E-4</c:v>
                </c:pt>
                <c:pt idx="6179">
                  <c:v>7.4440956115722726E-2</c:v>
                </c:pt>
                <c:pt idx="6180">
                  <c:v>0.14923015594482433</c:v>
                </c:pt>
                <c:pt idx="6181">
                  <c:v>4.8602256774902396E-2</c:v>
                </c:pt>
                <c:pt idx="6182">
                  <c:v>3.3145179748535182E-2</c:v>
                </c:pt>
                <c:pt idx="6183">
                  <c:v>1.7688102722167968E-2</c:v>
                </c:pt>
                <c:pt idx="6184">
                  <c:v>3.7599678039550798E-2</c:v>
                </c:pt>
                <c:pt idx="6185">
                  <c:v>1.8797779083251961E-2</c:v>
                </c:pt>
                <c:pt idx="6186">
                  <c:v>4.1198730468750003E-6</c:v>
                </c:pt>
                <c:pt idx="6187">
                  <c:v>2.9946556091308561E-2</c:v>
                </c:pt>
                <c:pt idx="6188">
                  <c:v>4.6365909576416044E-2</c:v>
                </c:pt>
                <c:pt idx="6189">
                  <c:v>6.2785263061523516E-2</c:v>
                </c:pt>
                <c:pt idx="6190">
                  <c:v>4.1756172180175681E-2</c:v>
                </c:pt>
                <c:pt idx="6191">
                  <c:v>9.7470417022705078E-2</c:v>
                </c:pt>
                <c:pt idx="6192">
                  <c:v>0.15318466186523447</c:v>
                </c:pt>
                <c:pt idx="6193">
                  <c:v>6.9425582885742233E-3</c:v>
                </c:pt>
                <c:pt idx="6194">
                  <c:v>3.9868583679199245E-2</c:v>
                </c:pt>
                <c:pt idx="6195">
                  <c:v>8.6679725646972725E-2</c:v>
                </c:pt>
                <c:pt idx="6196">
                  <c:v>0.15077316284179679</c:v>
                </c:pt>
                <c:pt idx="6197">
                  <c:v>0.15093492507934569</c:v>
                </c:pt>
                <c:pt idx="6198">
                  <c:v>0.15109668731689463</c:v>
                </c:pt>
                <c:pt idx="6199">
                  <c:v>2.7502441406249997E-3</c:v>
                </c:pt>
                <c:pt idx="6200">
                  <c:v>6.2129058837890598E-2</c:v>
                </c:pt>
                <c:pt idx="6201">
                  <c:v>0.12700836181640618</c:v>
                </c:pt>
                <c:pt idx="6202">
                  <c:v>5.2753829956054803E-3</c:v>
                </c:pt>
                <c:pt idx="6203">
                  <c:v>2.070808410644537E-3</c:v>
                </c:pt>
                <c:pt idx="6204">
                  <c:v>1.1337661743164064E-3</c:v>
                </c:pt>
                <c:pt idx="6205">
                  <c:v>3.5548782348632877E-3</c:v>
                </c:pt>
                <c:pt idx="6206">
                  <c:v>8.187904357910147E-3</c:v>
                </c:pt>
                <c:pt idx="6207">
                  <c:v>1.9930686950683583E-2</c:v>
                </c:pt>
                <c:pt idx="6208">
                  <c:v>1.4825706481933583E-2</c:v>
                </c:pt>
                <c:pt idx="6209">
                  <c:v>3.1711406707763713E-2</c:v>
                </c:pt>
                <c:pt idx="6210">
                  <c:v>4.8597106933593842E-2</c:v>
                </c:pt>
                <c:pt idx="6211">
                  <c:v>4.6251926422119241E-2</c:v>
                </c:pt>
                <c:pt idx="6212">
                  <c:v>4.3906745910644633E-2</c:v>
                </c:pt>
                <c:pt idx="6213">
                  <c:v>7.3852958679199207E-2</c:v>
                </c:pt>
                <c:pt idx="6214">
                  <c:v>0.11060171127319335</c:v>
                </c:pt>
                <c:pt idx="6215">
                  <c:v>0.14735046386718745</c:v>
                </c:pt>
                <c:pt idx="6216">
                  <c:v>9.3232727050781283E-3</c:v>
                </c:pt>
                <c:pt idx="6217">
                  <c:v>1.097408294677734E-2</c:v>
                </c:pt>
                <c:pt idx="6218">
                  <c:v>1.2624893188476552E-2</c:v>
                </c:pt>
                <c:pt idx="6219">
                  <c:v>3.60832214355468E-3</c:v>
                </c:pt>
                <c:pt idx="6220">
                  <c:v>4.0575542449951124E-2</c:v>
                </c:pt>
                <c:pt idx="6221">
                  <c:v>8.4759407043456955E-2</c:v>
                </c:pt>
                <c:pt idx="6222">
                  <c:v>0.13621261596679679</c:v>
                </c:pt>
                <c:pt idx="6223">
                  <c:v>7.9778881072997992E-2</c:v>
                </c:pt>
                <c:pt idx="6224">
                  <c:v>2.3345146179199226E-2</c:v>
                </c:pt>
                <c:pt idx="6225">
                  <c:v>4.4600143432617118E-2</c:v>
                </c:pt>
                <c:pt idx="6226">
                  <c:v>3.1295871734619091E-2</c:v>
                </c:pt>
                <c:pt idx="6227">
                  <c:v>1.7991600036621095E-2</c:v>
                </c:pt>
                <c:pt idx="6228">
                  <c:v>1.767036437988281E-2</c:v>
                </c:pt>
                <c:pt idx="6229">
                  <c:v>3.4117984771728574E-2</c:v>
                </c:pt>
                <c:pt idx="6230">
                  <c:v>5.0565605163574313E-2</c:v>
                </c:pt>
                <c:pt idx="6231">
                  <c:v>5.2002182006835838E-2</c:v>
                </c:pt>
                <c:pt idx="6232">
                  <c:v>4.9034156799316317E-2</c:v>
                </c:pt>
                <c:pt idx="6233">
                  <c:v>4.6066131591796802E-2</c:v>
                </c:pt>
                <c:pt idx="6234">
                  <c:v>8.3326492309570316E-2</c:v>
                </c:pt>
                <c:pt idx="6235">
                  <c:v>5.604406356811524E-2</c:v>
                </c:pt>
                <c:pt idx="6236">
                  <c:v>2.8761634826660158E-2</c:v>
                </c:pt>
                <c:pt idx="6237">
                  <c:v>1.8104095458984386E-2</c:v>
                </c:pt>
                <c:pt idx="6238">
                  <c:v>2.3701801300048873E-2</c:v>
                </c:pt>
                <c:pt idx="6239">
                  <c:v>2.929950714111336E-2</c:v>
                </c:pt>
                <c:pt idx="6240">
                  <c:v>5.6543769836425679E-2</c:v>
                </c:pt>
                <c:pt idx="6241">
                  <c:v>4.4296531677245995E-2</c:v>
                </c:pt>
                <c:pt idx="6242">
                  <c:v>3.2049293518066319E-2</c:v>
                </c:pt>
                <c:pt idx="6243">
                  <c:v>0.37595261192321761</c:v>
                </c:pt>
                <c:pt idx="6244">
                  <c:v>0.41631340356181845</c:v>
                </c:pt>
                <c:pt idx="6245">
                  <c:v>0.42390279922485358</c:v>
                </c:pt>
                <c:pt idx="6246">
                  <c:v>0.44551098801220534</c:v>
                </c:pt>
                <c:pt idx="6247">
                  <c:v>0.4282792068313766</c:v>
                </c:pt>
                <c:pt idx="6248">
                  <c:v>5.0652923583984481E-2</c:v>
                </c:pt>
                <c:pt idx="6249">
                  <c:v>0.15182384490966791</c:v>
                </c:pt>
                <c:pt idx="6250">
                  <c:v>0.13806358337402339</c:v>
                </c:pt>
                <c:pt idx="6251">
                  <c:v>0.12430332183837887</c:v>
                </c:pt>
                <c:pt idx="6252">
                  <c:v>0.1558348846435548</c:v>
                </c:pt>
                <c:pt idx="6253">
                  <c:v>0.12239255905151375</c:v>
                </c:pt>
                <c:pt idx="6254">
                  <c:v>8.8950233459472713E-2</c:v>
                </c:pt>
                <c:pt idx="6255">
                  <c:v>6.3061866760253993E-2</c:v>
                </c:pt>
                <c:pt idx="6256">
                  <c:v>7.9998893737793036E-2</c:v>
                </c:pt>
                <c:pt idx="6257">
                  <c:v>9.693592071533208E-2</c:v>
                </c:pt>
                <c:pt idx="6258">
                  <c:v>1.0504302978515616E-2</c:v>
                </c:pt>
                <c:pt idx="6259">
                  <c:v>4.0397644042968792E-2</c:v>
                </c:pt>
                <c:pt idx="6260">
                  <c:v>9.1299591064453206E-2</c:v>
                </c:pt>
                <c:pt idx="6261">
                  <c:v>9.2550315856933671E-2</c:v>
                </c:pt>
                <c:pt idx="6262">
                  <c:v>9.7481060028076189E-2</c:v>
                </c:pt>
                <c:pt idx="6263">
                  <c:v>0.10241180419921872</c:v>
                </c:pt>
                <c:pt idx="6264">
                  <c:v>3.0310134887695198E-2</c:v>
                </c:pt>
                <c:pt idx="6265">
                  <c:v>1.1568717956542908E-2</c:v>
                </c:pt>
                <c:pt idx="6266">
                  <c:v>7.1726989746093836E-3</c:v>
                </c:pt>
                <c:pt idx="6267">
                  <c:v>7.2726173400878877E-2</c:v>
                </c:pt>
                <c:pt idx="6268">
                  <c:v>0.42322555160522446</c:v>
                </c:pt>
                <c:pt idx="6269">
                  <c:v>0.45364915674382988</c:v>
                </c:pt>
                <c:pt idx="6270">
                  <c:v>0.43758435689485992</c:v>
                </c:pt>
                <c:pt idx="6271">
                  <c:v>0.24515169840592607</c:v>
                </c:pt>
                <c:pt idx="6272">
                  <c:v>5.2719039916992241E-2</c:v>
                </c:pt>
                <c:pt idx="6273">
                  <c:v>1.0595169067382807E-2</c:v>
                </c:pt>
                <c:pt idx="6274">
                  <c:v>2.0010280609130918E-2</c:v>
                </c:pt>
                <c:pt idx="6275">
                  <c:v>5.0615730285644638E-2</c:v>
                </c:pt>
                <c:pt idx="6276">
                  <c:v>9.3447189331054795E-2</c:v>
                </c:pt>
                <c:pt idx="6277">
                  <c:v>0.12125221252441416</c:v>
                </c:pt>
                <c:pt idx="6278">
                  <c:v>0.14905723571777352</c:v>
                </c:pt>
                <c:pt idx="6279">
                  <c:v>3.2251510620117121E-2</c:v>
                </c:pt>
                <c:pt idx="6280">
                  <c:v>5.2658214569091713E-2</c:v>
                </c:pt>
                <c:pt idx="6281">
                  <c:v>7.3064918518066319E-2</c:v>
                </c:pt>
                <c:pt idx="6282">
                  <c:v>1.0039672851562511E-2</c:v>
                </c:pt>
                <c:pt idx="6283">
                  <c:v>2.9630870819091815E-2</c:v>
                </c:pt>
                <c:pt idx="6284">
                  <c:v>4.9222068786621116E-2</c:v>
                </c:pt>
                <c:pt idx="6285">
                  <c:v>0.1123917388916016</c:v>
                </c:pt>
                <c:pt idx="6286">
                  <c:v>6.0325641632080075E-2</c:v>
                </c:pt>
                <c:pt idx="6287">
                  <c:v>8.2595443725585835E-3</c:v>
                </c:pt>
                <c:pt idx="6288">
                  <c:v>4.0248985290527277E-2</c:v>
                </c:pt>
                <c:pt idx="6289">
                  <c:v>3.9980449676513638E-2</c:v>
                </c:pt>
                <c:pt idx="6290">
                  <c:v>3.9711914062499999E-2</c:v>
                </c:pt>
                <c:pt idx="6291">
                  <c:v>6.3055801391601598E-3</c:v>
                </c:pt>
                <c:pt idx="6292">
                  <c:v>1.3330478668212888E-2</c:v>
                </c:pt>
                <c:pt idx="6293">
                  <c:v>2.0355377197265614E-2</c:v>
                </c:pt>
                <c:pt idx="6294">
                  <c:v>6.7352714538574318E-2</c:v>
                </c:pt>
                <c:pt idx="6295">
                  <c:v>2.7645549774169966E-2</c:v>
                </c:pt>
                <c:pt idx="6296">
                  <c:v>1.2061614990234382E-2</c:v>
                </c:pt>
                <c:pt idx="6297">
                  <c:v>1.7661437988281257E-2</c:v>
                </c:pt>
                <c:pt idx="6298">
                  <c:v>2.9953250885009733E-2</c:v>
                </c:pt>
                <c:pt idx="6299">
                  <c:v>4.2245063781738243E-2</c:v>
                </c:pt>
                <c:pt idx="6300">
                  <c:v>5.9249382019043041E-2</c:v>
                </c:pt>
                <c:pt idx="6301">
                  <c:v>4.7632598876953196E-2</c:v>
                </c:pt>
                <c:pt idx="6302">
                  <c:v>3.6015815734863357E-2</c:v>
                </c:pt>
                <c:pt idx="6303">
                  <c:v>3.0575180053710959E-3</c:v>
                </c:pt>
                <c:pt idx="6304">
                  <c:v>1.5577125549316426E-2</c:v>
                </c:pt>
                <c:pt idx="6305">
                  <c:v>2.8096733093261758E-2</c:v>
                </c:pt>
                <c:pt idx="6306">
                  <c:v>7.7560729980468715E-2</c:v>
                </c:pt>
                <c:pt idx="6307">
                  <c:v>9.3650722503662034E-2</c:v>
                </c:pt>
                <c:pt idx="6308">
                  <c:v>0.10974071502685535</c:v>
                </c:pt>
                <c:pt idx="6309">
                  <c:v>0.1487798309326171</c:v>
                </c:pt>
                <c:pt idx="6310">
                  <c:v>0.10072952270507808</c:v>
                </c:pt>
                <c:pt idx="6311">
                  <c:v>5.2679214477539038E-2</c:v>
                </c:pt>
                <c:pt idx="6312">
                  <c:v>4.2575798034667919E-2</c:v>
                </c:pt>
                <c:pt idx="6313">
                  <c:v>2.1040649414062477E-2</c:v>
                </c:pt>
                <c:pt idx="6314">
                  <c:v>4.9449920654296797E-4</c:v>
                </c:pt>
                <c:pt idx="6315">
                  <c:v>2.7138862609863361E-2</c:v>
                </c:pt>
                <c:pt idx="6316">
                  <c:v>5.3603897094726599E-2</c:v>
                </c:pt>
                <c:pt idx="6317">
                  <c:v>8.0068931579589844E-2</c:v>
                </c:pt>
                <c:pt idx="6318">
                  <c:v>4.0048713684082075E-2</c:v>
                </c:pt>
                <c:pt idx="6319">
                  <c:v>8.7835922241210965E-2</c:v>
                </c:pt>
                <c:pt idx="6320">
                  <c:v>0.13562313079833985</c:v>
                </c:pt>
                <c:pt idx="6321">
                  <c:v>9.3442153930664157E-3</c:v>
                </c:pt>
                <c:pt idx="6322">
                  <c:v>2.1253452301025353E-2</c:v>
                </c:pt>
                <c:pt idx="6323">
                  <c:v>5.1851119995117122E-2</c:v>
                </c:pt>
                <c:pt idx="6324">
                  <c:v>3.0209884643554799E-2</c:v>
                </c:pt>
                <c:pt idx="6325">
                  <c:v>8.5733184814453203E-2</c:v>
                </c:pt>
                <c:pt idx="6326">
                  <c:v>0.14125648498535159</c:v>
                </c:pt>
                <c:pt idx="6327">
                  <c:v>3.9987258911132875E-2</c:v>
                </c:pt>
                <c:pt idx="6328">
                  <c:v>9.2563247680664026E-2</c:v>
                </c:pt>
                <c:pt idx="6329">
                  <c:v>0.14513923645019519</c:v>
                </c:pt>
                <c:pt idx="6330">
                  <c:v>9.7933158874511761E-2</c:v>
                </c:pt>
                <c:pt idx="6331">
                  <c:v>6.2462654113769514E-2</c:v>
                </c:pt>
                <c:pt idx="6332">
                  <c:v>2.6992149353027281E-2</c:v>
                </c:pt>
                <c:pt idx="6333">
                  <c:v>9.3117141723632873E-3</c:v>
                </c:pt>
                <c:pt idx="6334">
                  <c:v>3.3817405700683603E-2</c:v>
                </c:pt>
                <c:pt idx="6335">
                  <c:v>7.6946525573730482E-2</c:v>
                </c:pt>
                <c:pt idx="6336">
                  <c:v>0.13640876770019519</c:v>
                </c:pt>
                <c:pt idx="6337">
                  <c:v>9.2408981323242115E-2</c:v>
                </c:pt>
                <c:pt idx="6338">
                  <c:v>4.8409194946289043E-2</c:v>
                </c:pt>
                <c:pt idx="6339">
                  <c:v>5.2973327636718713E-2</c:v>
                </c:pt>
                <c:pt idx="6340">
                  <c:v>9.5130672454833948E-2</c:v>
                </c:pt>
                <c:pt idx="6341">
                  <c:v>0.13728801727294918</c:v>
                </c:pt>
                <c:pt idx="6342">
                  <c:v>7.1756286621093845E-2</c:v>
                </c:pt>
                <c:pt idx="6343">
                  <c:v>5.1567192077636756E-2</c:v>
                </c:pt>
                <c:pt idx="6344">
                  <c:v>3.137809753417968E-2</c:v>
                </c:pt>
                <c:pt idx="6345">
                  <c:v>4.9278259277343839E-4</c:v>
                </c:pt>
                <c:pt idx="6346">
                  <c:v>1.1914043426513679E-2</c:v>
                </c:pt>
                <c:pt idx="6347">
                  <c:v>2.4320869445800801E-2</c:v>
                </c:pt>
                <c:pt idx="6348">
                  <c:v>0.12510189056396495</c:v>
                </c:pt>
                <c:pt idx="6349">
                  <c:v>8.0318298339843844E-2</c:v>
                </c:pt>
                <c:pt idx="6350">
                  <c:v>3.5534706115722722E-2</c:v>
                </c:pt>
                <c:pt idx="6351">
                  <c:v>0.14467517852783207</c:v>
                </c:pt>
                <c:pt idx="6352">
                  <c:v>0.12925100326538089</c:v>
                </c:pt>
                <c:pt idx="6353">
                  <c:v>0.11382682800292968</c:v>
                </c:pt>
                <c:pt idx="6354">
                  <c:v>0.11680938720703127</c:v>
                </c:pt>
                <c:pt idx="6355">
                  <c:v>7.6971416473388649E-2</c:v>
                </c:pt>
                <c:pt idx="6356">
                  <c:v>3.7133445739746002E-2</c:v>
                </c:pt>
                <c:pt idx="6357">
                  <c:v>0.12826869964599599</c:v>
                </c:pt>
                <c:pt idx="6358">
                  <c:v>0.10067344665527336</c:v>
                </c:pt>
                <c:pt idx="6359">
                  <c:v>7.3078193664550789E-2</c:v>
                </c:pt>
                <c:pt idx="6360">
                  <c:v>3.46683883666992E-2</c:v>
                </c:pt>
                <c:pt idx="6361">
                  <c:v>5.4989776611328076E-2</c:v>
                </c:pt>
                <c:pt idx="6362">
                  <c:v>7.5311164855956958E-2</c:v>
                </c:pt>
                <c:pt idx="6363">
                  <c:v>4.9474067687988239E-2</c:v>
                </c:pt>
                <c:pt idx="6364">
                  <c:v>3.5016746520996074E-2</c:v>
                </c:pt>
                <c:pt idx="6365">
                  <c:v>2.0559425354003902E-2</c:v>
                </c:pt>
                <c:pt idx="6366">
                  <c:v>6.4582099914550786E-2</c:v>
                </c:pt>
                <c:pt idx="6367">
                  <c:v>7.7320175170898398E-2</c:v>
                </c:pt>
                <c:pt idx="6368">
                  <c:v>9.0058250427245995E-2</c:v>
                </c:pt>
                <c:pt idx="6369">
                  <c:v>2.6538391113281278E-2</c:v>
                </c:pt>
                <c:pt idx="6370">
                  <c:v>4.9123191833496116E-2</c:v>
                </c:pt>
                <c:pt idx="6371">
                  <c:v>7.1707992553710964E-2</c:v>
                </c:pt>
                <c:pt idx="6372">
                  <c:v>7.6411972045898391E-2</c:v>
                </c:pt>
                <c:pt idx="6373">
                  <c:v>8.0923862457275397E-2</c:v>
                </c:pt>
                <c:pt idx="6374">
                  <c:v>8.543575286865239E-2</c:v>
                </c:pt>
                <c:pt idx="6375">
                  <c:v>6.4092864990234477E-2</c:v>
                </c:pt>
                <c:pt idx="6376">
                  <c:v>6.1950359344482474E-2</c:v>
                </c:pt>
                <c:pt idx="6377">
                  <c:v>5.9807853698730477E-2</c:v>
                </c:pt>
                <c:pt idx="6378">
                  <c:v>3.5717124938964957E-2</c:v>
                </c:pt>
                <c:pt idx="6379">
                  <c:v>4.8467044830322319E-2</c:v>
                </c:pt>
                <c:pt idx="6380">
                  <c:v>6.1216964721679673E-2</c:v>
                </c:pt>
                <c:pt idx="6381">
                  <c:v>3.7989463806152396E-2</c:v>
                </c:pt>
                <c:pt idx="6382">
                  <c:v>4.5109405517578194E-2</c:v>
                </c:pt>
                <c:pt idx="6383">
                  <c:v>5.2229347229003999E-2</c:v>
                </c:pt>
                <c:pt idx="6384">
                  <c:v>0.11570823669433584</c:v>
                </c:pt>
                <c:pt idx="6385">
                  <c:v>6.6871089935302677E-2</c:v>
                </c:pt>
                <c:pt idx="6386">
                  <c:v>1.803394317626952E-2</c:v>
                </c:pt>
                <c:pt idx="6387">
                  <c:v>2.1939010620117189E-2</c:v>
                </c:pt>
                <c:pt idx="6388">
                  <c:v>1.1681728363037113E-2</c:v>
                </c:pt>
                <c:pt idx="6389">
                  <c:v>1.424446105957032E-3</c:v>
                </c:pt>
                <c:pt idx="6390">
                  <c:v>2.4872245788574318E-2</c:v>
                </c:pt>
                <c:pt idx="6391">
                  <c:v>4.0722827911376998E-2</c:v>
                </c:pt>
                <c:pt idx="6392">
                  <c:v>5.6573410034179678E-2</c:v>
                </c:pt>
                <c:pt idx="6393">
                  <c:v>7.8174362182617113E-2</c:v>
                </c:pt>
                <c:pt idx="6394">
                  <c:v>5.4136276245117118E-2</c:v>
                </c:pt>
                <c:pt idx="6395">
                  <c:v>3.009819030761712E-2</c:v>
                </c:pt>
                <c:pt idx="6396">
                  <c:v>2.3545532226562513E-2</c:v>
                </c:pt>
                <c:pt idx="6397">
                  <c:v>5.0810222625732454E-2</c:v>
                </c:pt>
                <c:pt idx="6398">
                  <c:v>7.8074913024902395E-2</c:v>
                </c:pt>
                <c:pt idx="6399">
                  <c:v>1.0275650024414065E-3</c:v>
                </c:pt>
                <c:pt idx="6400">
                  <c:v>6.1403903961181651E-2</c:v>
                </c:pt>
                <c:pt idx="6401">
                  <c:v>0.12178024291992193</c:v>
                </c:pt>
                <c:pt idx="6402">
                  <c:v>4.694469451904304E-2</c:v>
                </c:pt>
                <c:pt idx="6403">
                  <c:v>5.629589080810548E-2</c:v>
                </c:pt>
                <c:pt idx="6404">
                  <c:v>6.5647087097167919E-2</c:v>
                </c:pt>
                <c:pt idx="6405">
                  <c:v>6.7684936523437433E-2</c:v>
                </c:pt>
                <c:pt idx="6406">
                  <c:v>6.9722785949706961E-2</c:v>
                </c:pt>
                <c:pt idx="6407">
                  <c:v>0.10133422851562511</c:v>
                </c:pt>
                <c:pt idx="6408">
                  <c:v>4.5794906616211009E-2</c:v>
                </c:pt>
                <c:pt idx="6409">
                  <c:v>9.7444152832031287E-3</c:v>
                </c:pt>
                <c:pt idx="6410">
                  <c:v>3.012153625488288E-2</c:v>
                </c:pt>
                <c:pt idx="6411">
                  <c:v>4.130928039550788E-2</c:v>
                </c:pt>
                <c:pt idx="6412">
                  <c:v>5.2497024536132877E-2</c:v>
                </c:pt>
                <c:pt idx="6413">
                  <c:v>7.5778198242187431E-3</c:v>
                </c:pt>
                <c:pt idx="6414">
                  <c:v>1.0296363830566426E-2</c:v>
                </c:pt>
                <c:pt idx="6415">
                  <c:v>2.8170547485351596E-2</c:v>
                </c:pt>
                <c:pt idx="6416">
                  <c:v>5.0424613952636636E-2</c:v>
                </c:pt>
                <c:pt idx="6417">
                  <c:v>4.2231616973876882E-2</c:v>
                </c:pt>
                <c:pt idx="6418">
                  <c:v>3.403861999511712E-2</c:v>
                </c:pt>
                <c:pt idx="6419">
                  <c:v>1.6046447753906255E-2</c:v>
                </c:pt>
                <c:pt idx="6420">
                  <c:v>2.0235900878906209E-2</c:v>
                </c:pt>
                <c:pt idx="6421">
                  <c:v>2.442535400390616E-2</c:v>
                </c:pt>
                <c:pt idx="6422">
                  <c:v>6.5601196289062566E-2</c:v>
                </c:pt>
                <c:pt idx="6423">
                  <c:v>7.2263717651367243E-2</c:v>
                </c:pt>
                <c:pt idx="6424">
                  <c:v>7.8926239013671906E-2</c:v>
                </c:pt>
                <c:pt idx="6425">
                  <c:v>0.12953842163085935</c:v>
                </c:pt>
                <c:pt idx="6426">
                  <c:v>8.7489223480224587E-2</c:v>
                </c:pt>
                <c:pt idx="6427">
                  <c:v>4.5440025329589837E-2</c:v>
                </c:pt>
                <c:pt idx="6428">
                  <c:v>3.2442398071289041E-2</c:v>
                </c:pt>
                <c:pt idx="6429">
                  <c:v>1.5758171081542958E-2</c:v>
                </c:pt>
                <c:pt idx="6430">
                  <c:v>9.2605590820312562E-4</c:v>
                </c:pt>
                <c:pt idx="6431">
                  <c:v>3.7615699768066321E-2</c:v>
                </c:pt>
                <c:pt idx="6432">
                  <c:v>3.1762046813964835E-2</c:v>
                </c:pt>
                <c:pt idx="6433">
                  <c:v>2.5908393859863359E-2</c:v>
                </c:pt>
                <c:pt idx="6434">
                  <c:v>6.8737335205078076E-2</c:v>
                </c:pt>
                <c:pt idx="6435">
                  <c:v>2.9933052062988262E-2</c:v>
                </c:pt>
                <c:pt idx="6436">
                  <c:v>8.871231079101552E-3</c:v>
                </c:pt>
                <c:pt idx="6437">
                  <c:v>5.3126449584960954E-2</c:v>
                </c:pt>
                <c:pt idx="6438">
                  <c:v>5.5474834442138639E-2</c:v>
                </c:pt>
                <c:pt idx="6439">
                  <c:v>5.7823219299316317E-2</c:v>
                </c:pt>
                <c:pt idx="6440">
                  <c:v>9.6784973144531279E-3</c:v>
                </c:pt>
                <c:pt idx="6441">
                  <c:v>3.0361232757568364E-2</c:v>
                </c:pt>
                <c:pt idx="6442">
                  <c:v>7.0400962829589839E-2</c:v>
                </c:pt>
                <c:pt idx="6443">
                  <c:v>5.6971092224121118E-2</c:v>
                </c:pt>
                <c:pt idx="6444">
                  <c:v>8.2871704101562568E-2</c:v>
                </c:pt>
                <c:pt idx="6445">
                  <c:v>0.108772315979004</c:v>
                </c:pt>
                <c:pt idx="6446">
                  <c:v>0.11971458435058584</c:v>
                </c:pt>
                <c:pt idx="6447">
                  <c:v>7.3257522583007759E-2</c:v>
                </c:pt>
                <c:pt idx="6448">
                  <c:v>2.680046081542968E-2</c:v>
                </c:pt>
                <c:pt idx="6449">
                  <c:v>3.7062492370605361E-2</c:v>
                </c:pt>
                <c:pt idx="6450">
                  <c:v>9.1340446472167908E-2</c:v>
                </c:pt>
                <c:pt idx="6451">
                  <c:v>0.14561840057373046</c:v>
                </c:pt>
                <c:pt idx="6452">
                  <c:v>2.4951782226562559E-2</c:v>
                </c:pt>
                <c:pt idx="6453">
                  <c:v>4.9780082702636758E-2</c:v>
                </c:pt>
                <c:pt idx="6454">
                  <c:v>7.4608383178710963E-2</c:v>
                </c:pt>
                <c:pt idx="6455">
                  <c:v>2.9582061767578077E-2</c:v>
                </c:pt>
                <c:pt idx="6456">
                  <c:v>4.9899044036865237E-2</c:v>
                </c:pt>
                <c:pt idx="6457">
                  <c:v>7.0216026306152396E-2</c:v>
                </c:pt>
                <c:pt idx="6458">
                  <c:v>2.0569152832031257E-2</c:v>
                </c:pt>
                <c:pt idx="6459">
                  <c:v>1.7938613891601563E-2</c:v>
                </c:pt>
                <c:pt idx="6460">
                  <c:v>1.5308074951171872E-2</c:v>
                </c:pt>
                <c:pt idx="6461">
                  <c:v>6.4758796691894632E-2</c:v>
                </c:pt>
                <c:pt idx="6462">
                  <c:v>6.115951538085948E-2</c:v>
                </c:pt>
                <c:pt idx="6463">
                  <c:v>5.7560234069824315E-2</c:v>
                </c:pt>
                <c:pt idx="6464">
                  <c:v>2.2641220092773445E-2</c:v>
                </c:pt>
                <c:pt idx="6465">
                  <c:v>1.5002918243408209E-2</c:v>
                </c:pt>
                <c:pt idx="6466">
                  <c:v>7.3646163940429676E-3</c:v>
                </c:pt>
                <c:pt idx="6467">
                  <c:v>3.7112960815429683E-2</c:v>
                </c:pt>
                <c:pt idx="6468">
                  <c:v>6.5853080749511753E-2</c:v>
                </c:pt>
                <c:pt idx="6469">
                  <c:v>9.4593200683593837E-2</c:v>
                </c:pt>
                <c:pt idx="6470">
                  <c:v>3.2384719848632879E-2</c:v>
                </c:pt>
                <c:pt idx="6471">
                  <c:v>4.180778503417968E-2</c:v>
                </c:pt>
                <c:pt idx="6472">
                  <c:v>5.1230850219726481E-2</c:v>
                </c:pt>
                <c:pt idx="6473">
                  <c:v>7.1538848876953207E-2</c:v>
                </c:pt>
                <c:pt idx="6474">
                  <c:v>6.7056827545166037E-2</c:v>
                </c:pt>
                <c:pt idx="6475">
                  <c:v>6.2574806213378881E-2</c:v>
                </c:pt>
                <c:pt idx="6476">
                  <c:v>6.3695182800293029E-2</c:v>
                </c:pt>
                <c:pt idx="6477">
                  <c:v>4.6856575012207073E-2</c:v>
                </c:pt>
                <c:pt idx="6478">
                  <c:v>3.0017967224121121E-2</c:v>
                </c:pt>
                <c:pt idx="6479">
                  <c:v>3.45381546020508E-2</c:v>
                </c:pt>
                <c:pt idx="6480">
                  <c:v>7.9719429016113216E-2</c:v>
                </c:pt>
                <c:pt idx="6481">
                  <c:v>0.12490070343017567</c:v>
                </c:pt>
                <c:pt idx="6482">
                  <c:v>2.0325965881347649E-2</c:v>
                </c:pt>
                <c:pt idx="6483">
                  <c:v>4.2109336853027299E-2</c:v>
                </c:pt>
                <c:pt idx="6484">
                  <c:v>6.3892707824706962E-2</c:v>
                </c:pt>
                <c:pt idx="6485">
                  <c:v>7.6596908569335848E-2</c:v>
                </c:pt>
                <c:pt idx="6486">
                  <c:v>5.5562267303466716E-2</c:v>
                </c:pt>
                <c:pt idx="6487">
                  <c:v>3.4527626037597604E-2</c:v>
                </c:pt>
                <c:pt idx="6488">
                  <c:v>2.0340843200683582E-2</c:v>
                </c:pt>
                <c:pt idx="6489">
                  <c:v>4.3197326660156229E-2</c:v>
                </c:pt>
                <c:pt idx="6490">
                  <c:v>6.6053810119628881E-2</c:v>
                </c:pt>
                <c:pt idx="6491">
                  <c:v>1.8838577270507809E-2</c:v>
                </c:pt>
                <c:pt idx="6492">
                  <c:v>2.0238475799560545E-2</c:v>
                </c:pt>
                <c:pt idx="6493">
                  <c:v>2.1638374328613288E-2</c:v>
                </c:pt>
                <c:pt idx="6494">
                  <c:v>3.3160629272460954E-2</c:v>
                </c:pt>
                <c:pt idx="6495">
                  <c:v>3.568496704101564E-2</c:v>
                </c:pt>
                <c:pt idx="6496">
                  <c:v>3.820930480957032E-2</c:v>
                </c:pt>
                <c:pt idx="6497">
                  <c:v>1.2904815673828127E-2</c:v>
                </c:pt>
                <c:pt idx="6498">
                  <c:v>0.21582562715952636</c:v>
                </c:pt>
                <c:pt idx="6499">
                  <c:v>0.44455606999288078</c:v>
                </c:pt>
                <c:pt idx="6500">
                  <c:v>0.39002113635723407</c:v>
                </c:pt>
                <c:pt idx="6501">
                  <c:v>0.2194569793114296</c:v>
                </c:pt>
                <c:pt idx="6502">
                  <c:v>4.8892822265625115E-2</c:v>
                </c:pt>
                <c:pt idx="6503">
                  <c:v>2.921985626220696E-2</c:v>
                </c:pt>
                <c:pt idx="6504">
                  <c:v>7.4050312042236235E-2</c:v>
                </c:pt>
                <c:pt idx="6505">
                  <c:v>0.11888076782226552</c:v>
                </c:pt>
                <c:pt idx="6506">
                  <c:v>9.0844345092773518E-3</c:v>
                </c:pt>
                <c:pt idx="6507">
                  <c:v>5.6307220458984434E-3</c:v>
                </c:pt>
                <c:pt idx="6508">
                  <c:v>2.1770095825195319E-3</c:v>
                </c:pt>
                <c:pt idx="6509">
                  <c:v>7.2763366699218721E-2</c:v>
                </c:pt>
                <c:pt idx="6510">
                  <c:v>4.412441253662109E-2</c:v>
                </c:pt>
                <c:pt idx="6511">
                  <c:v>1.5485458374023446E-2</c:v>
                </c:pt>
                <c:pt idx="6512">
                  <c:v>0.11604400634765616</c:v>
                </c:pt>
                <c:pt idx="6513">
                  <c:v>6.4450206756591771E-2</c:v>
                </c:pt>
                <c:pt idx="6514">
                  <c:v>1.2856407165527351E-2</c:v>
                </c:pt>
                <c:pt idx="6515">
                  <c:v>6.7618560791015518E-3</c:v>
                </c:pt>
                <c:pt idx="6516">
                  <c:v>3.9642047882080103E-2</c:v>
                </c:pt>
                <c:pt idx="6517">
                  <c:v>8.6045951843261761E-2</c:v>
                </c:pt>
                <c:pt idx="6518">
                  <c:v>2.80281829833984E-2</c:v>
                </c:pt>
                <c:pt idx="6519">
                  <c:v>5.486457824707032E-2</c:v>
                </c:pt>
                <c:pt idx="6520">
                  <c:v>8.1700973510742236E-2</c:v>
                </c:pt>
                <c:pt idx="6521">
                  <c:v>3.0491981506347601E-2</c:v>
                </c:pt>
                <c:pt idx="6522">
                  <c:v>6.6106796264648396E-2</c:v>
                </c:pt>
                <c:pt idx="6523">
                  <c:v>0.1017216110229492</c:v>
                </c:pt>
                <c:pt idx="6524">
                  <c:v>6.7022781372070322E-2</c:v>
                </c:pt>
                <c:pt idx="6525">
                  <c:v>0.24534453703009559</c:v>
                </c:pt>
                <c:pt idx="6526">
                  <c:v>0.42366629268812084</c:v>
                </c:pt>
                <c:pt idx="6527">
                  <c:v>0.44276527836637675</c:v>
                </c:pt>
                <c:pt idx="6528">
                  <c:v>0.25071968294539532</c:v>
                </c:pt>
                <c:pt idx="6529">
                  <c:v>5.8674087524414158E-2</c:v>
                </c:pt>
                <c:pt idx="6530">
                  <c:v>6.6399536132812562E-2</c:v>
                </c:pt>
                <c:pt idx="6531">
                  <c:v>4.2200889587402375E-2</c:v>
                </c:pt>
                <c:pt idx="6532">
                  <c:v>1.8002243041992189E-2</c:v>
                </c:pt>
                <c:pt idx="6533">
                  <c:v>2.953845977783208E-2</c:v>
                </c:pt>
                <c:pt idx="6534">
                  <c:v>6.9408588409423794E-2</c:v>
                </c:pt>
                <c:pt idx="6535">
                  <c:v>0.10927871704101551</c:v>
                </c:pt>
                <c:pt idx="6536">
                  <c:v>1.4822387695312511E-3</c:v>
                </c:pt>
                <c:pt idx="6537">
                  <c:v>3.9601020812988212E-2</c:v>
                </c:pt>
                <c:pt idx="6538">
                  <c:v>7.7719802856445197E-2</c:v>
                </c:pt>
                <c:pt idx="6539">
                  <c:v>3.4478530883789042E-2</c:v>
                </c:pt>
                <c:pt idx="6540">
                  <c:v>5.7567329406738241E-2</c:v>
                </c:pt>
                <c:pt idx="6541">
                  <c:v>8.0656127929687432E-2</c:v>
                </c:pt>
                <c:pt idx="6542">
                  <c:v>6.5423126220703204E-2</c:v>
                </c:pt>
                <c:pt idx="6543">
                  <c:v>4.2895717620849649E-2</c:v>
                </c:pt>
                <c:pt idx="6544">
                  <c:v>2.0368309020996095E-2</c:v>
                </c:pt>
                <c:pt idx="6545">
                  <c:v>3.29930877685548E-2</c:v>
                </c:pt>
                <c:pt idx="6546">
                  <c:v>4.9025001525878999E-2</c:v>
                </c:pt>
                <c:pt idx="6547">
                  <c:v>6.5056915283203204E-2</c:v>
                </c:pt>
                <c:pt idx="6548">
                  <c:v>3.4657287597656158E-3</c:v>
                </c:pt>
                <c:pt idx="6549">
                  <c:v>3.8286666870117191E-2</c:v>
                </c:pt>
                <c:pt idx="6550">
                  <c:v>8.0039062499999994E-2</c:v>
                </c:pt>
                <c:pt idx="6551">
                  <c:v>6.0006866455078085E-2</c:v>
                </c:pt>
                <c:pt idx="6552">
                  <c:v>0.1055185890197754</c:v>
                </c:pt>
                <c:pt idx="6553">
                  <c:v>0.15103031158447269</c:v>
                </c:pt>
                <c:pt idx="6554">
                  <c:v>0.13788539886474599</c:v>
                </c:pt>
                <c:pt idx="6555">
                  <c:v>0.14549989700317376</c:v>
                </c:pt>
                <c:pt idx="6556">
                  <c:v>0.15311439514160158</c:v>
                </c:pt>
                <c:pt idx="6557">
                  <c:v>4.8970413208007761E-3</c:v>
                </c:pt>
                <c:pt idx="6558">
                  <c:v>1.222051620483398E-2</c:v>
                </c:pt>
                <c:pt idx="6559">
                  <c:v>1.9543991088867192E-2</c:v>
                </c:pt>
                <c:pt idx="6560">
                  <c:v>4.4520835876464958E-2</c:v>
                </c:pt>
                <c:pt idx="6561">
                  <c:v>3.9086208343505881E-2</c:v>
                </c:pt>
                <c:pt idx="6562">
                  <c:v>3.3651580810546804E-2</c:v>
                </c:pt>
                <c:pt idx="6563">
                  <c:v>5.4271316528320315E-3</c:v>
                </c:pt>
                <c:pt idx="6564">
                  <c:v>5.6049728393554677E-3</c:v>
                </c:pt>
                <c:pt idx="6565">
                  <c:v>5.7828140258789039E-3</c:v>
                </c:pt>
                <c:pt idx="6566">
                  <c:v>6.4622383117675666E-2</c:v>
                </c:pt>
                <c:pt idx="6567">
                  <c:v>3.850622177124019E-2</c:v>
                </c:pt>
                <c:pt idx="6568">
                  <c:v>1.2390060424804679E-2</c:v>
                </c:pt>
                <c:pt idx="6569">
                  <c:v>8.2514533996582082E-2</c:v>
                </c:pt>
                <c:pt idx="6570">
                  <c:v>6.9400978088378876E-2</c:v>
                </c:pt>
                <c:pt idx="6571">
                  <c:v>5.6287422180175677E-2</c:v>
                </c:pt>
                <c:pt idx="6572">
                  <c:v>2.496036529541016E-2</c:v>
                </c:pt>
                <c:pt idx="6573">
                  <c:v>8.5740451812744117E-2</c:v>
                </c:pt>
                <c:pt idx="6574">
                  <c:v>0.14652053833007805</c:v>
                </c:pt>
                <c:pt idx="6575">
                  <c:v>6.8579063415527275E-2</c:v>
                </c:pt>
                <c:pt idx="6576">
                  <c:v>5.7918205261230482E-2</c:v>
                </c:pt>
                <c:pt idx="6577">
                  <c:v>4.7257347106933675E-2</c:v>
                </c:pt>
                <c:pt idx="6578">
                  <c:v>5.554389953613288E-3</c:v>
                </c:pt>
                <c:pt idx="6579">
                  <c:v>2.4952812194824248E-2</c:v>
                </c:pt>
                <c:pt idx="6580">
                  <c:v>5.5460014343261754E-2</c:v>
                </c:pt>
                <c:pt idx="6581">
                  <c:v>7.9594459533691445E-2</c:v>
                </c:pt>
                <c:pt idx="6582">
                  <c:v>9.0084686279296916E-2</c:v>
                </c:pt>
                <c:pt idx="6583">
                  <c:v>0.10057491302490239</c:v>
                </c:pt>
                <c:pt idx="6584">
                  <c:v>7.7921676635742234E-3</c:v>
                </c:pt>
                <c:pt idx="6585">
                  <c:v>3.9445896148681631E-2</c:v>
                </c:pt>
                <c:pt idx="6586">
                  <c:v>7.1099624633789035E-2</c:v>
                </c:pt>
                <c:pt idx="6587">
                  <c:v>2.4882888793945198E-3</c:v>
                </c:pt>
                <c:pt idx="6588">
                  <c:v>5.7615966796874925E-2</c:v>
                </c:pt>
                <c:pt idx="6589">
                  <c:v>0.11274364471435536</c:v>
                </c:pt>
                <c:pt idx="6590">
                  <c:v>2.8606681823730478E-2</c:v>
                </c:pt>
                <c:pt idx="6591">
                  <c:v>3.5404758453369121E-2</c:v>
                </c:pt>
                <c:pt idx="6592">
                  <c:v>4.2202835083007754E-2</c:v>
                </c:pt>
                <c:pt idx="6593">
                  <c:v>4.6061096191406158E-2</c:v>
                </c:pt>
                <c:pt idx="6594">
                  <c:v>3.1929588317871044E-2</c:v>
                </c:pt>
                <c:pt idx="6595">
                  <c:v>1.7798080444335937E-2</c:v>
                </c:pt>
                <c:pt idx="6596">
                  <c:v>7.8632926940917971E-3</c:v>
                </c:pt>
                <c:pt idx="6597">
                  <c:v>2.0714950561523449E-3</c:v>
                </c:pt>
                <c:pt idx="6598">
                  <c:v>3.9489212036132877E-2</c:v>
                </c:pt>
                <c:pt idx="6599">
                  <c:v>4.6310577392578198E-2</c:v>
                </c:pt>
                <c:pt idx="6600">
                  <c:v>5.3131942749023518E-2</c:v>
                </c:pt>
                <c:pt idx="6601">
                  <c:v>2.1959838867187512E-2</c:v>
                </c:pt>
                <c:pt idx="6602">
                  <c:v>2.1641578674316417E-2</c:v>
                </c:pt>
                <c:pt idx="6603">
                  <c:v>2.1323318481445318E-2</c:v>
                </c:pt>
                <c:pt idx="6604">
                  <c:v>4.4498405456543037E-2</c:v>
                </c:pt>
                <c:pt idx="6605">
                  <c:v>4.9885597229004E-2</c:v>
                </c:pt>
                <c:pt idx="6606">
                  <c:v>5.5272789001464956E-2</c:v>
                </c:pt>
                <c:pt idx="6607">
                  <c:v>7.5216751098632878E-2</c:v>
                </c:pt>
                <c:pt idx="6608">
                  <c:v>5.15909957885742E-2</c:v>
                </c:pt>
                <c:pt idx="6609">
                  <c:v>2.7965240478515518E-2</c:v>
                </c:pt>
                <c:pt idx="6610">
                  <c:v>4.4349632263183676E-2</c:v>
                </c:pt>
                <c:pt idx="6611">
                  <c:v>3.3561058044433635E-2</c:v>
                </c:pt>
                <c:pt idx="6612">
                  <c:v>2.2772483825683584E-2</c:v>
                </c:pt>
                <c:pt idx="6613">
                  <c:v>1.8292579650878903E-2</c:v>
                </c:pt>
                <c:pt idx="6614">
                  <c:v>2.6044120788574224E-2</c:v>
                </c:pt>
                <c:pt idx="6615">
                  <c:v>3.3795661926269517E-2</c:v>
                </c:pt>
                <c:pt idx="6616">
                  <c:v>5.0971527099609358E-2</c:v>
                </c:pt>
                <c:pt idx="6617">
                  <c:v>4.8442211151123002E-2</c:v>
                </c:pt>
                <c:pt idx="6618">
                  <c:v>4.5912895202636639E-2</c:v>
                </c:pt>
                <c:pt idx="6619">
                  <c:v>3.9493446350097598E-2</c:v>
                </c:pt>
                <c:pt idx="6620">
                  <c:v>8.4082374572753873E-2</c:v>
                </c:pt>
                <c:pt idx="6621">
                  <c:v>0.12867130279541014</c:v>
                </c:pt>
                <c:pt idx="6622">
                  <c:v>1.9501075744628903E-2</c:v>
                </c:pt>
                <c:pt idx="6623">
                  <c:v>7.0785999298095717E-2</c:v>
                </c:pt>
                <c:pt idx="6624">
                  <c:v>0.12207092285156255</c:v>
                </c:pt>
                <c:pt idx="6625">
                  <c:v>1.1392021179199224E-2</c:v>
                </c:pt>
                <c:pt idx="6626">
                  <c:v>5.4383640289306652E-2</c:v>
                </c:pt>
                <c:pt idx="6627">
                  <c:v>0.12015930175781254</c:v>
                </c:pt>
                <c:pt idx="6628">
                  <c:v>1.3844718933105481E-2</c:v>
                </c:pt>
                <c:pt idx="6629">
                  <c:v>2.1861362457275338E-2</c:v>
                </c:pt>
                <c:pt idx="6630">
                  <c:v>5.7567443847656156E-2</c:v>
                </c:pt>
                <c:pt idx="6631">
                  <c:v>4.3303298950195194E-3</c:v>
                </c:pt>
                <c:pt idx="6632">
                  <c:v>3.1993103027343696E-3</c:v>
                </c:pt>
                <c:pt idx="6633">
                  <c:v>2.068290710449219E-3</c:v>
                </c:pt>
                <c:pt idx="6634">
                  <c:v>9.2368698120117113E-3</c:v>
                </c:pt>
                <c:pt idx="6635">
                  <c:v>3.3467273712158185E-2</c:v>
                </c:pt>
                <c:pt idx="6636">
                  <c:v>7.6171417236328087E-2</c:v>
                </c:pt>
                <c:pt idx="6637">
                  <c:v>0.12245887756347648</c:v>
                </c:pt>
                <c:pt idx="6638">
                  <c:v>0.10889282226562499</c:v>
                </c:pt>
                <c:pt idx="6639">
                  <c:v>9.5326766967773507E-2</c:v>
                </c:pt>
                <c:pt idx="6640">
                  <c:v>0.14879539489746096</c:v>
                </c:pt>
                <c:pt idx="6641">
                  <c:v>0.10002599716186523</c:v>
                </c:pt>
                <c:pt idx="6642">
                  <c:v>5.1256599426269513E-2</c:v>
                </c:pt>
                <c:pt idx="6643">
                  <c:v>1.9991912841796872E-2</c:v>
                </c:pt>
                <c:pt idx="6644">
                  <c:v>3.7336521148681606E-2</c:v>
                </c:pt>
                <c:pt idx="6645">
                  <c:v>5.4681129455566316E-2</c:v>
                </c:pt>
                <c:pt idx="6646">
                  <c:v>3.7946319580078082E-3</c:v>
                </c:pt>
                <c:pt idx="6647">
                  <c:v>5.8532180786132856E-2</c:v>
                </c:pt>
                <c:pt idx="6648">
                  <c:v>0.12085899353027352</c:v>
                </c:pt>
                <c:pt idx="6649">
                  <c:v>3.2481422424316321E-2</c:v>
                </c:pt>
                <c:pt idx="6650">
                  <c:v>4.8952732086181561E-2</c:v>
                </c:pt>
                <c:pt idx="6651">
                  <c:v>6.5424041748046793E-2</c:v>
                </c:pt>
                <c:pt idx="6652">
                  <c:v>3.1290664672851604E-2</c:v>
                </c:pt>
                <c:pt idx="6653">
                  <c:v>4.2055492401123121E-2</c:v>
                </c:pt>
                <c:pt idx="6654">
                  <c:v>5.2820320129394638E-2</c:v>
                </c:pt>
                <c:pt idx="6655">
                  <c:v>5.1404914855956954E-2</c:v>
                </c:pt>
                <c:pt idx="6656">
                  <c:v>5.5069942474365238E-2</c:v>
                </c:pt>
                <c:pt idx="6657">
                  <c:v>5.8734970092773515E-2</c:v>
                </c:pt>
                <c:pt idx="6658">
                  <c:v>6.0654144287109357E-2</c:v>
                </c:pt>
                <c:pt idx="6659">
                  <c:v>5.5073261260986363E-2</c:v>
                </c:pt>
                <c:pt idx="6660">
                  <c:v>4.9492378234863361E-2</c:v>
                </c:pt>
                <c:pt idx="6661">
                  <c:v>6.1619110107421909E-2</c:v>
                </c:pt>
                <c:pt idx="6662">
                  <c:v>3.2204418182373074E-2</c:v>
                </c:pt>
                <c:pt idx="6663">
                  <c:v>2.7897262573242242E-3</c:v>
                </c:pt>
                <c:pt idx="6664">
                  <c:v>1.2599716186523446E-2</c:v>
                </c:pt>
                <c:pt idx="6665">
                  <c:v>1.698354721069336E-2</c:v>
                </c:pt>
                <c:pt idx="6666">
                  <c:v>4.656681060791016E-2</c:v>
                </c:pt>
                <c:pt idx="6667">
                  <c:v>3.4160957336425678E-2</c:v>
                </c:pt>
                <c:pt idx="6668">
                  <c:v>2.5520381927490191E-2</c:v>
                </c:pt>
                <c:pt idx="6669">
                  <c:v>1.6879806518554679E-2</c:v>
                </c:pt>
                <c:pt idx="6670">
                  <c:v>6.1580543518066327E-2</c:v>
                </c:pt>
                <c:pt idx="6671">
                  <c:v>7.3449325561523393E-2</c:v>
                </c:pt>
                <c:pt idx="6672">
                  <c:v>8.5318107604980473E-2</c:v>
                </c:pt>
                <c:pt idx="6673">
                  <c:v>4.9893493652343843E-2</c:v>
                </c:pt>
                <c:pt idx="6674">
                  <c:v>3.6032981872558649E-2</c:v>
                </c:pt>
                <c:pt idx="6675">
                  <c:v>2.2172470092773448E-2</c:v>
                </c:pt>
                <c:pt idx="6676">
                  <c:v>1.2461357116699222E-2</c:v>
                </c:pt>
                <c:pt idx="6677">
                  <c:v>1.6076259613037113E-2</c:v>
                </c:pt>
                <c:pt idx="6678">
                  <c:v>1.9691162109375E-2</c:v>
                </c:pt>
                <c:pt idx="6679">
                  <c:v>7.5864715576171915E-2</c:v>
                </c:pt>
                <c:pt idx="6680">
                  <c:v>0.1076682472229004</c:v>
                </c:pt>
                <c:pt idx="6681">
                  <c:v>0.13947177886962889</c:v>
                </c:pt>
                <c:pt idx="6682">
                  <c:v>0.14560810089111337</c:v>
                </c:pt>
                <c:pt idx="6683">
                  <c:v>0.10079154968261723</c:v>
                </c:pt>
                <c:pt idx="6684">
                  <c:v>5.5974998474121115E-2</c:v>
                </c:pt>
                <c:pt idx="6685">
                  <c:v>0.14109031677246095</c:v>
                </c:pt>
                <c:pt idx="6686">
                  <c:v>7.2461299896240228E-2</c:v>
                </c:pt>
                <c:pt idx="6687">
                  <c:v>3.8322830200195196E-3</c:v>
                </c:pt>
                <c:pt idx="6688">
                  <c:v>6.3682479858398394E-2</c:v>
                </c:pt>
                <c:pt idx="6689">
                  <c:v>6.0877304077148392E-2</c:v>
                </c:pt>
                <c:pt idx="6690">
                  <c:v>5.8072128295898397E-2</c:v>
                </c:pt>
                <c:pt idx="6691">
                  <c:v>6.2139129638671912E-3</c:v>
                </c:pt>
                <c:pt idx="6692">
                  <c:v>5.4505119323730457E-2</c:v>
                </c:pt>
                <c:pt idx="6693">
                  <c:v>0.11522415161132808</c:v>
                </c:pt>
                <c:pt idx="6694">
                  <c:v>7.4800415039062568E-2</c:v>
                </c:pt>
                <c:pt idx="6695">
                  <c:v>5.2223854064941434E-2</c:v>
                </c:pt>
                <c:pt idx="6696">
                  <c:v>2.9647293090820318E-2</c:v>
                </c:pt>
                <c:pt idx="6697">
                  <c:v>5.5469398498535043E-2</c:v>
                </c:pt>
                <c:pt idx="6698">
                  <c:v>3.7131500244140567E-2</c:v>
                </c:pt>
                <c:pt idx="6699">
                  <c:v>1.8793601989746098E-2</c:v>
                </c:pt>
                <c:pt idx="6700">
                  <c:v>3.0177154541015518E-2</c:v>
                </c:pt>
                <c:pt idx="6701">
                  <c:v>3.7049274444580074E-2</c:v>
                </c:pt>
                <c:pt idx="6702">
                  <c:v>4.3921394348144634E-2</c:v>
                </c:pt>
                <c:pt idx="6703">
                  <c:v>4.6001014709472723E-2</c:v>
                </c:pt>
                <c:pt idx="6704">
                  <c:v>1.9422569274902379E-2</c:v>
                </c:pt>
                <c:pt idx="6705">
                  <c:v>7.1558761596679675E-3</c:v>
                </c:pt>
                <c:pt idx="6706">
                  <c:v>7.3543624877929675E-2</c:v>
                </c:pt>
                <c:pt idx="6707">
                  <c:v>4.3363208770751949E-2</c:v>
                </c:pt>
                <c:pt idx="6708">
                  <c:v>1.3182792663574224E-2</c:v>
                </c:pt>
                <c:pt idx="6709">
                  <c:v>1.8373718261718741E-2</c:v>
                </c:pt>
                <c:pt idx="6710">
                  <c:v>6.2663154602050797E-2</c:v>
                </c:pt>
                <c:pt idx="6711">
                  <c:v>0.10695259094238288</c:v>
                </c:pt>
                <c:pt idx="6712">
                  <c:v>1.592090606689452E-2</c:v>
                </c:pt>
                <c:pt idx="6713">
                  <c:v>2.0940685272216781E-2</c:v>
                </c:pt>
                <c:pt idx="6714">
                  <c:v>2.5960464477539039E-2</c:v>
                </c:pt>
                <c:pt idx="6715">
                  <c:v>0.1119824981689452</c:v>
                </c:pt>
                <c:pt idx="6716">
                  <c:v>7.7930030822753876E-2</c:v>
                </c:pt>
                <c:pt idx="6717">
                  <c:v>4.3877563476562562E-2</c:v>
                </c:pt>
                <c:pt idx="6718">
                  <c:v>1.1199073791503904E-2</c:v>
                </c:pt>
                <c:pt idx="6719">
                  <c:v>4.0744972229003952E-2</c:v>
                </c:pt>
                <c:pt idx="6720">
                  <c:v>7.0290870666503996E-2</c:v>
                </c:pt>
                <c:pt idx="6721">
                  <c:v>6.9114303588867117E-3</c:v>
                </c:pt>
                <c:pt idx="6722">
                  <c:v>2.2862720489501914E-2</c:v>
                </c:pt>
                <c:pt idx="6723">
                  <c:v>3.881401062011712E-2</c:v>
                </c:pt>
                <c:pt idx="6724">
                  <c:v>0.10690074920654304</c:v>
                </c:pt>
                <c:pt idx="6725">
                  <c:v>6.3884696960449239E-2</c:v>
                </c:pt>
                <c:pt idx="6726">
                  <c:v>2.0868644714355476E-2</c:v>
                </c:pt>
                <c:pt idx="6727">
                  <c:v>0.12375629425048823</c:v>
                </c:pt>
                <c:pt idx="6728">
                  <c:v>5.9087162017822242E-2</c:v>
                </c:pt>
                <c:pt idx="6729">
                  <c:v>5.5819702148437438E-3</c:v>
                </c:pt>
                <c:pt idx="6730">
                  <c:v>2.9816894531249999E-2</c:v>
                </c:pt>
                <c:pt idx="6731">
                  <c:v>2.4122886657714841E-2</c:v>
                </c:pt>
                <c:pt idx="6732">
                  <c:v>1.8428878784179679E-2</c:v>
                </c:pt>
                <c:pt idx="6733">
                  <c:v>4.669452667236336E-2</c:v>
                </c:pt>
                <c:pt idx="6734">
                  <c:v>5.7379589080810561E-2</c:v>
                </c:pt>
                <c:pt idx="6735">
                  <c:v>6.8064651489257763E-2</c:v>
                </c:pt>
                <c:pt idx="6736">
                  <c:v>1.738941192626952E-2</c:v>
                </c:pt>
                <c:pt idx="6737">
                  <c:v>3.1488246917724602E-2</c:v>
                </c:pt>
                <c:pt idx="6738">
                  <c:v>4.5587081909179678E-2</c:v>
                </c:pt>
                <c:pt idx="6739">
                  <c:v>2.2444496154785158E-2</c:v>
                </c:pt>
                <c:pt idx="6740">
                  <c:v>2.4989032745361312E-2</c:v>
                </c:pt>
                <c:pt idx="6741">
                  <c:v>2.7533569335937438E-2</c:v>
                </c:pt>
                <c:pt idx="6742">
                  <c:v>3.4101905822753999E-2</c:v>
                </c:pt>
                <c:pt idx="6743">
                  <c:v>4.3431186676025399E-2</c:v>
                </c:pt>
                <c:pt idx="6744">
                  <c:v>5.2760467529296799E-2</c:v>
                </c:pt>
                <c:pt idx="6745">
                  <c:v>2.9680137634277279E-2</c:v>
                </c:pt>
                <c:pt idx="6746">
                  <c:v>1.9159870147705045E-2</c:v>
                </c:pt>
                <c:pt idx="6747">
                  <c:v>8.6396026611328079E-3</c:v>
                </c:pt>
                <c:pt idx="6748">
                  <c:v>0.10288421630859385</c:v>
                </c:pt>
                <c:pt idx="6749">
                  <c:v>7.2804679870605474E-2</c:v>
                </c:pt>
                <c:pt idx="6750">
                  <c:v>4.2725143432617116E-2</c:v>
                </c:pt>
                <c:pt idx="6751">
                  <c:v>8.3369979858398391E-2</c:v>
                </c:pt>
                <c:pt idx="6752">
                  <c:v>8.0328769683837828E-2</c:v>
                </c:pt>
                <c:pt idx="6753">
                  <c:v>7.7287559509277279E-2</c:v>
                </c:pt>
                <c:pt idx="6754">
                  <c:v>1.7931289672851552E-2</c:v>
                </c:pt>
                <c:pt idx="6755">
                  <c:v>3.600683212280277E-2</c:v>
                </c:pt>
                <c:pt idx="6756">
                  <c:v>5.4082374572754E-2</c:v>
                </c:pt>
                <c:pt idx="6757">
                  <c:v>7.6233329772949207E-2</c:v>
                </c:pt>
                <c:pt idx="6758">
                  <c:v>4.9327697753906254E-2</c:v>
                </c:pt>
                <c:pt idx="6759">
                  <c:v>2.2422065734863286E-2</c:v>
                </c:pt>
                <c:pt idx="6760">
                  <c:v>6.9496994018554789E-2</c:v>
                </c:pt>
                <c:pt idx="6761">
                  <c:v>8.5151767730712952E-2</c:v>
                </c:pt>
                <c:pt idx="6762">
                  <c:v>0.10080654144287111</c:v>
                </c:pt>
                <c:pt idx="6763">
                  <c:v>3.4423942565917923E-2</c:v>
                </c:pt>
                <c:pt idx="6764">
                  <c:v>7.2192649841308548E-2</c:v>
                </c:pt>
                <c:pt idx="6765">
                  <c:v>0.1099613571166992</c:v>
                </c:pt>
                <c:pt idx="6766">
                  <c:v>7.7446861267089842E-2</c:v>
                </c:pt>
                <c:pt idx="6767">
                  <c:v>5.262136459350588E-2</c:v>
                </c:pt>
                <c:pt idx="6768">
                  <c:v>2.7795867919921922E-2</c:v>
                </c:pt>
                <c:pt idx="6769">
                  <c:v>7.7011413574218715E-2</c:v>
                </c:pt>
                <c:pt idx="6770">
                  <c:v>4.6293525695800773E-2</c:v>
                </c:pt>
                <c:pt idx="6771">
                  <c:v>1.5575637817382809E-2</c:v>
                </c:pt>
                <c:pt idx="6772">
                  <c:v>1.006233215332032E-2</c:v>
                </c:pt>
                <c:pt idx="6773">
                  <c:v>3.857517242431632E-3</c:v>
                </c:pt>
                <c:pt idx="6774">
                  <c:v>1.7777366638183582E-2</c:v>
                </c:pt>
                <c:pt idx="6775">
                  <c:v>3.3468132019043043E-2</c:v>
                </c:pt>
                <c:pt idx="6776">
                  <c:v>3.95060348510742E-2</c:v>
                </c:pt>
                <c:pt idx="6777">
                  <c:v>4.5543937683105364E-2</c:v>
                </c:pt>
                <c:pt idx="6778">
                  <c:v>1.3071098327636711E-2</c:v>
                </c:pt>
                <c:pt idx="6779">
                  <c:v>2.4268856048584007E-2</c:v>
                </c:pt>
                <c:pt idx="6780">
                  <c:v>3.546661376953128E-2</c:v>
                </c:pt>
                <c:pt idx="6781">
                  <c:v>5.8925971984863358E-2</c:v>
                </c:pt>
                <c:pt idx="6782">
                  <c:v>5.1530456542968839E-2</c:v>
                </c:pt>
                <c:pt idx="6783">
                  <c:v>4.413494110107432E-2</c:v>
                </c:pt>
                <c:pt idx="6784">
                  <c:v>6.5997619628906157E-2</c:v>
                </c:pt>
                <c:pt idx="6785">
                  <c:v>0.1041539192199708</c:v>
                </c:pt>
                <c:pt idx="6786">
                  <c:v>0.14231021881103542</c:v>
                </c:pt>
                <c:pt idx="6787">
                  <c:v>0.14717857360839839</c:v>
                </c:pt>
                <c:pt idx="6788">
                  <c:v>0.41921235096605519</c:v>
                </c:pt>
                <c:pt idx="6789">
                  <c:v>0.43111152443343287</c:v>
                </c:pt>
                <c:pt idx="6790">
                  <c:v>0.41745330873082898</c:v>
                </c:pt>
                <c:pt idx="6791">
                  <c:v>0.12908271789550776</c:v>
                </c:pt>
                <c:pt idx="6792">
                  <c:v>7.7440910339355365E-2</c:v>
                </c:pt>
                <c:pt idx="6793">
                  <c:v>0.11428745269775388</c:v>
                </c:pt>
                <c:pt idx="6794">
                  <c:v>0.15113399505615238</c:v>
                </c:pt>
                <c:pt idx="6795">
                  <c:v>3.9987487792968714E-2</c:v>
                </c:pt>
                <c:pt idx="6796">
                  <c:v>4.8928642272949199E-2</c:v>
                </c:pt>
                <c:pt idx="6797">
                  <c:v>5.7869796752929678E-2</c:v>
                </c:pt>
                <c:pt idx="6798">
                  <c:v>7.8391685485839843E-2</c:v>
                </c:pt>
                <c:pt idx="6799">
                  <c:v>3.5286998748779302E-2</c:v>
                </c:pt>
                <c:pt idx="6800">
                  <c:v>7.8176879882812557E-3</c:v>
                </c:pt>
                <c:pt idx="6801">
                  <c:v>1.1652946472167969E-2</c:v>
                </c:pt>
                <c:pt idx="6802">
                  <c:v>8.978519439697295E-3</c:v>
                </c:pt>
                <c:pt idx="6803">
                  <c:v>2.9609985351562559E-2</c:v>
                </c:pt>
                <c:pt idx="6804">
                  <c:v>4.5141448974609359E-2</c:v>
                </c:pt>
                <c:pt idx="6805">
                  <c:v>1.8104267120361325E-2</c:v>
                </c:pt>
                <c:pt idx="6806">
                  <c:v>8.9329147338867119E-3</c:v>
                </c:pt>
                <c:pt idx="6807">
                  <c:v>4.0077323913574318E-2</c:v>
                </c:pt>
                <c:pt idx="6808">
                  <c:v>7.2043590545654401E-2</c:v>
                </c:pt>
                <c:pt idx="6809">
                  <c:v>0.10400985717773448</c:v>
                </c:pt>
                <c:pt idx="6810">
                  <c:v>0.12992202758789065</c:v>
                </c:pt>
                <c:pt idx="6811">
                  <c:v>0.12938117980957031</c:v>
                </c:pt>
                <c:pt idx="6812">
                  <c:v>0.12884033203125</c:v>
                </c:pt>
                <c:pt idx="6813">
                  <c:v>1.5608253479003902E-2</c:v>
                </c:pt>
                <c:pt idx="6814">
                  <c:v>6.5381011962890589E-2</c:v>
                </c:pt>
                <c:pt idx="6815">
                  <c:v>0.11515377044677727</c:v>
                </c:pt>
                <c:pt idx="6816">
                  <c:v>6.1751632690429673E-2</c:v>
                </c:pt>
                <c:pt idx="6817">
                  <c:v>4.6860523223877001E-2</c:v>
                </c:pt>
                <c:pt idx="6818">
                  <c:v>3.1969413757324316E-2</c:v>
                </c:pt>
                <c:pt idx="6819">
                  <c:v>4.9684753417968713E-2</c:v>
                </c:pt>
                <c:pt idx="6820">
                  <c:v>4.1930065155029277E-2</c:v>
                </c:pt>
                <c:pt idx="6821">
                  <c:v>3.4175376892089833E-2</c:v>
                </c:pt>
                <c:pt idx="6822">
                  <c:v>4.0215682983398395E-3</c:v>
                </c:pt>
                <c:pt idx="6823">
                  <c:v>6.0785865783691438E-3</c:v>
                </c:pt>
                <c:pt idx="6824">
                  <c:v>1.6178741455078128E-2</c:v>
                </c:pt>
                <c:pt idx="6825">
                  <c:v>2.9929618835449198E-2</c:v>
                </c:pt>
                <c:pt idx="6826">
                  <c:v>1.9125766754150376E-2</c:v>
                </c:pt>
                <c:pt idx="6827">
                  <c:v>8.321914672851552E-3</c:v>
                </c:pt>
                <c:pt idx="6828">
                  <c:v>9.2262382507324325E-2</c:v>
                </c:pt>
                <c:pt idx="6829">
                  <c:v>0.10065393447875977</c:v>
                </c:pt>
                <c:pt idx="6830">
                  <c:v>0.1090454864501952</c:v>
                </c:pt>
                <c:pt idx="6831">
                  <c:v>2.8664474487304799E-2</c:v>
                </c:pt>
                <c:pt idx="6832">
                  <c:v>1.2597484588623108E-2</c:v>
                </c:pt>
                <c:pt idx="6833">
                  <c:v>3.4695053100585842E-3</c:v>
                </c:pt>
                <c:pt idx="6834">
                  <c:v>0.144104347229004</c:v>
                </c:pt>
                <c:pt idx="6835">
                  <c:v>0.10009838104248048</c:v>
                </c:pt>
                <c:pt idx="6836">
                  <c:v>5.6092414855956958E-2</c:v>
                </c:pt>
                <c:pt idx="6837">
                  <c:v>6.4464454650878883E-2</c:v>
                </c:pt>
                <c:pt idx="6838">
                  <c:v>8.5341339111328088E-2</c:v>
                </c:pt>
                <c:pt idx="6839">
                  <c:v>0.10621822357177728</c:v>
                </c:pt>
                <c:pt idx="6840">
                  <c:v>4.3178100585937441E-2</c:v>
                </c:pt>
                <c:pt idx="6841">
                  <c:v>4.1626167297363237E-2</c:v>
                </c:pt>
                <c:pt idx="6842">
                  <c:v>4.0074234008789039E-2</c:v>
                </c:pt>
                <c:pt idx="6843">
                  <c:v>5.7154541015625115E-2</c:v>
                </c:pt>
                <c:pt idx="6844">
                  <c:v>5.5533714294433677E-2</c:v>
                </c:pt>
                <c:pt idx="6845">
                  <c:v>5.3912887573242238E-2</c:v>
                </c:pt>
                <c:pt idx="6846">
                  <c:v>8.0474739074706966E-2</c:v>
                </c:pt>
                <c:pt idx="6847">
                  <c:v>6.2342891693115229E-2</c:v>
                </c:pt>
                <c:pt idx="6848">
                  <c:v>4.4211044311523513E-2</c:v>
                </c:pt>
                <c:pt idx="6849">
                  <c:v>2.9498519897460961E-2</c:v>
                </c:pt>
                <c:pt idx="6850">
                  <c:v>5.4907264709472721E-2</c:v>
                </c:pt>
                <c:pt idx="6851">
                  <c:v>8.0316009521484474E-2</c:v>
                </c:pt>
                <c:pt idx="6852">
                  <c:v>2.6255035400390642E-3</c:v>
                </c:pt>
                <c:pt idx="6853">
                  <c:v>2.5869369506835958E-3</c:v>
                </c:pt>
                <c:pt idx="6854">
                  <c:v>2.5483703613281279E-3</c:v>
                </c:pt>
                <c:pt idx="6855">
                  <c:v>6.5167694091796791E-2</c:v>
                </c:pt>
                <c:pt idx="6856">
                  <c:v>6.754034042358395E-2</c:v>
                </c:pt>
                <c:pt idx="6857">
                  <c:v>6.9912986755371123E-2</c:v>
                </c:pt>
                <c:pt idx="6858">
                  <c:v>3.967071533203128E-2</c:v>
                </c:pt>
                <c:pt idx="6859">
                  <c:v>3.5344848632812557E-2</c:v>
                </c:pt>
                <c:pt idx="6860">
                  <c:v>3.1018981933593842E-2</c:v>
                </c:pt>
                <c:pt idx="6861">
                  <c:v>2.4990005493164158E-2</c:v>
                </c:pt>
                <c:pt idx="6862">
                  <c:v>9.186286926269582E-3</c:v>
                </c:pt>
                <c:pt idx="6863">
                  <c:v>6.6174316406250001E-3</c:v>
                </c:pt>
                <c:pt idx="6864">
                  <c:v>8.3853950500488245E-2</c:v>
                </c:pt>
                <c:pt idx="6865">
                  <c:v>4.1088867187499975E-2</c:v>
                </c:pt>
                <c:pt idx="6866">
                  <c:v>1.6762161254882807E-3</c:v>
                </c:pt>
                <c:pt idx="6867">
                  <c:v>3.6847686767578079E-3</c:v>
                </c:pt>
                <c:pt idx="6868">
                  <c:v>2.7721824645996141E-2</c:v>
                </c:pt>
                <c:pt idx="6869">
                  <c:v>5.1758880615234482E-2</c:v>
                </c:pt>
                <c:pt idx="6870">
                  <c:v>3.51969909667968E-2</c:v>
                </c:pt>
                <c:pt idx="6871">
                  <c:v>4.8166637420654274E-2</c:v>
                </c:pt>
                <c:pt idx="6872">
                  <c:v>6.1136283874511754E-2</c:v>
                </c:pt>
                <c:pt idx="6873">
                  <c:v>6.7684593200683665E-2</c:v>
                </c:pt>
                <c:pt idx="6874">
                  <c:v>6.921764373779303E-2</c:v>
                </c:pt>
                <c:pt idx="6875">
                  <c:v>7.0750694274902395E-2</c:v>
                </c:pt>
                <c:pt idx="6876">
                  <c:v>2.3595771789550773E-2</c:v>
                </c:pt>
                <c:pt idx="6877">
                  <c:v>4.8650493621826177E-2</c:v>
                </c:pt>
                <c:pt idx="6878">
                  <c:v>7.3705215454101594E-2</c:v>
                </c:pt>
                <c:pt idx="6879">
                  <c:v>2.1343002319335936E-2</c:v>
                </c:pt>
                <c:pt idx="6880">
                  <c:v>7.4589385986328124E-2</c:v>
                </c:pt>
                <c:pt idx="6881">
                  <c:v>0.1278357696533203</c:v>
                </c:pt>
                <c:pt idx="6882">
                  <c:v>7.9786605834960958E-2</c:v>
                </c:pt>
                <c:pt idx="6883">
                  <c:v>6.5805988311767649E-2</c:v>
                </c:pt>
                <c:pt idx="6884">
                  <c:v>5.182537078857432E-2</c:v>
                </c:pt>
                <c:pt idx="6885">
                  <c:v>0.13370155334472647</c:v>
                </c:pt>
                <c:pt idx="6886">
                  <c:v>9.786724090576164E-2</c:v>
                </c:pt>
                <c:pt idx="6887">
                  <c:v>6.203292846679679E-2</c:v>
                </c:pt>
                <c:pt idx="6888">
                  <c:v>4.2886047363281284E-2</c:v>
                </c:pt>
                <c:pt idx="6889">
                  <c:v>3.6105136871337956E-2</c:v>
                </c:pt>
                <c:pt idx="6890">
                  <c:v>2.9324226379394639E-2</c:v>
                </c:pt>
                <c:pt idx="6891">
                  <c:v>7.7599296569824325E-2</c:v>
                </c:pt>
                <c:pt idx="6892">
                  <c:v>5.9167613983154392E-2</c:v>
                </c:pt>
                <c:pt idx="6893">
                  <c:v>4.073593139648448E-2</c:v>
                </c:pt>
                <c:pt idx="6894">
                  <c:v>8.8666648864745998E-2</c:v>
                </c:pt>
                <c:pt idx="6895">
                  <c:v>5.5682086944580031E-2</c:v>
                </c:pt>
                <c:pt idx="6896">
                  <c:v>2.2697525024414061E-2</c:v>
                </c:pt>
                <c:pt idx="6897">
                  <c:v>1.870857238769532E-2</c:v>
                </c:pt>
                <c:pt idx="6898">
                  <c:v>4.2723426818847651E-2</c:v>
                </c:pt>
                <c:pt idx="6899">
                  <c:v>6.6738281250000003E-2</c:v>
                </c:pt>
                <c:pt idx="6900">
                  <c:v>4.6680793762206955E-2</c:v>
                </c:pt>
                <c:pt idx="6901">
                  <c:v>3.8554916381835953E-2</c:v>
                </c:pt>
                <c:pt idx="6902">
                  <c:v>3.0429039001464955E-2</c:v>
                </c:pt>
                <c:pt idx="6903">
                  <c:v>7.2044334411621114E-2</c:v>
                </c:pt>
                <c:pt idx="6904">
                  <c:v>4.5425033569335957E-2</c:v>
                </c:pt>
                <c:pt idx="6905">
                  <c:v>1.8805732727050772E-2</c:v>
                </c:pt>
                <c:pt idx="6906">
                  <c:v>2.55200958251952E-2</c:v>
                </c:pt>
                <c:pt idx="6907">
                  <c:v>1.8717041015624939E-2</c:v>
                </c:pt>
                <c:pt idx="6908">
                  <c:v>1.1913986206054678E-2</c:v>
                </c:pt>
                <c:pt idx="6909">
                  <c:v>1.5600929260253903E-2</c:v>
                </c:pt>
                <c:pt idx="6910">
                  <c:v>7.3901939392089812E-3</c:v>
                </c:pt>
                <c:pt idx="6911">
                  <c:v>8.2054138183593845E-4</c:v>
                </c:pt>
                <c:pt idx="6912">
                  <c:v>2.6241989135742241E-2</c:v>
                </c:pt>
                <c:pt idx="6913">
                  <c:v>4.9255313873291039E-2</c:v>
                </c:pt>
                <c:pt idx="6914">
                  <c:v>7.2268638610839847E-2</c:v>
                </c:pt>
                <c:pt idx="6915">
                  <c:v>0.10237993240356444</c:v>
                </c:pt>
                <c:pt idx="6916">
                  <c:v>7.5496473312377951E-2</c:v>
                </c:pt>
                <c:pt idx="6917">
                  <c:v>4.8613014221191436E-2</c:v>
                </c:pt>
                <c:pt idx="6918">
                  <c:v>0.10519454956054679</c:v>
                </c:pt>
                <c:pt idx="6919">
                  <c:v>9.1840038299560556E-2</c:v>
                </c:pt>
                <c:pt idx="6920">
                  <c:v>7.8485527038574324E-2</c:v>
                </c:pt>
                <c:pt idx="6921">
                  <c:v>0.13909114837646494</c:v>
                </c:pt>
                <c:pt idx="6922">
                  <c:v>8.188814163208008E-2</c:v>
                </c:pt>
                <c:pt idx="6923">
                  <c:v>2.46851348876952E-2</c:v>
                </c:pt>
                <c:pt idx="6924">
                  <c:v>0.11144737243652351</c:v>
                </c:pt>
                <c:pt idx="6925">
                  <c:v>9.0114383697509765E-2</c:v>
                </c:pt>
                <c:pt idx="6926">
                  <c:v>6.8781394958496E-2</c:v>
                </c:pt>
                <c:pt idx="6927">
                  <c:v>0.11067707061767568</c:v>
                </c:pt>
                <c:pt idx="6928">
                  <c:v>6.336347579956049E-2</c:v>
                </c:pt>
                <c:pt idx="6929">
                  <c:v>1.604988098144532E-2</c:v>
                </c:pt>
                <c:pt idx="6930">
                  <c:v>7.5611915588378875E-2</c:v>
                </c:pt>
                <c:pt idx="6931">
                  <c:v>6.3561630249023393E-2</c:v>
                </c:pt>
                <c:pt idx="6932">
                  <c:v>5.1511344909667918E-2</c:v>
                </c:pt>
                <c:pt idx="6933">
                  <c:v>0.11854522705078127</c:v>
                </c:pt>
                <c:pt idx="6934">
                  <c:v>0.11717611312866216</c:v>
                </c:pt>
                <c:pt idx="6935">
                  <c:v>0.11580699920654303</c:v>
                </c:pt>
                <c:pt idx="6936">
                  <c:v>4.1657524108886637E-2</c:v>
                </c:pt>
                <c:pt idx="6937">
                  <c:v>5.9695415496826075E-2</c:v>
                </c:pt>
                <c:pt idx="6938">
                  <c:v>7.7733306884765513E-2</c:v>
                </c:pt>
                <c:pt idx="6939">
                  <c:v>1.0782051086425775E-2</c:v>
                </c:pt>
                <c:pt idx="6940">
                  <c:v>2.5868339538574273E-2</c:v>
                </c:pt>
                <c:pt idx="6941">
                  <c:v>6.2518730163574329E-2</c:v>
                </c:pt>
                <c:pt idx="6942">
                  <c:v>0.13394691467285158</c:v>
                </c:pt>
                <c:pt idx="6943">
                  <c:v>6.496667861938478E-2</c:v>
                </c:pt>
                <c:pt idx="6944">
                  <c:v>4.0135574340820317E-3</c:v>
                </c:pt>
                <c:pt idx="6945">
                  <c:v>2.9617996215820317E-2</c:v>
                </c:pt>
                <c:pt idx="6946">
                  <c:v>2.0829277038574224E-2</c:v>
                </c:pt>
                <c:pt idx="6947">
                  <c:v>1.2040557861328127E-2</c:v>
                </c:pt>
                <c:pt idx="6948">
                  <c:v>1.8020324707031257E-2</c:v>
                </c:pt>
                <c:pt idx="6949">
                  <c:v>5.3675937652587956E-2</c:v>
                </c:pt>
                <c:pt idx="6950">
                  <c:v>8.9331550598144641E-2</c:v>
                </c:pt>
                <c:pt idx="6951">
                  <c:v>8.9331550598144641E-2</c:v>
                </c:pt>
                <c:pt idx="6952">
                  <c:v>8.9211642476536387E-2</c:v>
                </c:pt>
                <c:pt idx="6953">
                  <c:v>8.9091734354928148E-2</c:v>
                </c:pt>
                <c:pt idx="6954">
                  <c:v>8.8971826233319895E-2</c:v>
                </c:pt>
                <c:pt idx="6955">
                  <c:v>8.8851918111711642E-2</c:v>
                </c:pt>
                <c:pt idx="6956">
                  <c:v>8.8732009990103403E-2</c:v>
                </c:pt>
                <c:pt idx="6957">
                  <c:v>8.8612101868495149E-2</c:v>
                </c:pt>
                <c:pt idx="6958">
                  <c:v>8.8492193746886896E-2</c:v>
                </c:pt>
                <c:pt idx="6959">
                  <c:v>8.8372285625278657E-2</c:v>
                </c:pt>
                <c:pt idx="6960">
                  <c:v>8.8252377503670404E-2</c:v>
                </c:pt>
                <c:pt idx="6961">
                  <c:v>8.8132469382062151E-2</c:v>
                </c:pt>
                <c:pt idx="6962">
                  <c:v>8.8012561260453898E-2</c:v>
                </c:pt>
                <c:pt idx="6963">
                  <c:v>8.7892653138845658E-2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D533-427D-A479-FCB5BF6AB4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93173215"/>
        <c:axId val="1187402207"/>
      </c:scatterChart>
      <c:valAx>
        <c:axId val="1193173215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187402207"/>
        <c:crosses val="autoZero"/>
        <c:crossBetween val="midCat"/>
        <c:majorUnit val="60"/>
      </c:valAx>
      <c:valAx>
        <c:axId val="1187402207"/>
        <c:scaling>
          <c:orientation val="minMax"/>
          <c:max val="0.70000000000000007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 err="1">
                    <a:solidFill>
                      <a:sysClr val="windowText" lastClr="000000"/>
                    </a:solidFill>
                  </a:rPr>
                  <a:t>PH_consumption</a:t>
                </a:r>
                <a:r>
                  <a:rPr lang="en-US" b="1" dirty="0">
                    <a:solidFill>
                      <a:sysClr val="windowText" lastClr="000000"/>
                    </a:solidFill>
                  </a:rPr>
                  <a:t> (kWh)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193173215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Sheet1!$C$1</c:f>
              <c:strCache>
                <c:ptCount val="1"/>
                <c:pt idx="0">
                  <c:v>1035-02_amp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Sheet1!$C$2:$C$8753</c:f>
              <c:numCache>
                <c:formatCode>General</c:formatCode>
                <c:ptCount val="8752"/>
                <c:pt idx="3813">
                  <c:v>1.477352142333984E-2</c:v>
                </c:pt>
                <c:pt idx="3814">
                  <c:v>2.470447540283208E-2</c:v>
                </c:pt>
                <c:pt idx="3815">
                  <c:v>4.364187240600588E-2</c:v>
                </c:pt>
                <c:pt idx="3816">
                  <c:v>6.2579269409179669E-2</c:v>
                </c:pt>
                <c:pt idx="3817">
                  <c:v>4.5527801513671917E-2</c:v>
                </c:pt>
                <c:pt idx="3818">
                  <c:v>1.8270320892334008E-2</c:v>
                </c:pt>
                <c:pt idx="3819">
                  <c:v>-8.9871597290039039E-3</c:v>
                </c:pt>
                <c:pt idx="3820">
                  <c:v>5.0379638671875115E-2</c:v>
                </c:pt>
                <c:pt idx="3821">
                  <c:v>5.8501396179199319E-2</c:v>
                </c:pt>
                <c:pt idx="3822">
                  <c:v>6.6623153686523509E-2</c:v>
                </c:pt>
                <c:pt idx="3823">
                  <c:v>-7.3289108276367119E-3</c:v>
                </c:pt>
                <c:pt idx="3824">
                  <c:v>3.9997100830078194E-3</c:v>
                </c:pt>
                <c:pt idx="3825">
                  <c:v>1.5328330993652349E-2</c:v>
                </c:pt>
                <c:pt idx="3826">
                  <c:v>3.2329101562499997E-2</c:v>
                </c:pt>
                <c:pt idx="3827">
                  <c:v>1.6628952026367189E-2</c:v>
                </c:pt>
                <c:pt idx="3828">
                  <c:v>9.2880249023437431E-4</c:v>
                </c:pt>
                <c:pt idx="3829">
                  <c:v>4.0348663330078076E-2</c:v>
                </c:pt>
                <c:pt idx="3830">
                  <c:v>2.6131038665771447E-2</c:v>
                </c:pt>
                <c:pt idx="3831">
                  <c:v>1.1913414001464839E-2</c:v>
                </c:pt>
                <c:pt idx="3832">
                  <c:v>-1.0428886413574224E-2</c:v>
                </c:pt>
                <c:pt idx="3833">
                  <c:v>1.3439369201660172E-3</c:v>
                </c:pt>
                <c:pt idx="3834">
                  <c:v>1.3116760253906257E-2</c:v>
                </c:pt>
                <c:pt idx="3835">
                  <c:v>3.4617347717285044E-2</c:v>
                </c:pt>
                <c:pt idx="3836">
                  <c:v>2.5515861511230409E-2</c:v>
                </c:pt>
                <c:pt idx="3837">
                  <c:v>1.6414375305175775E-2</c:v>
                </c:pt>
                <c:pt idx="3838">
                  <c:v>2.7883758544921849E-2</c:v>
                </c:pt>
                <c:pt idx="3839">
                  <c:v>3.9353141784667922E-2</c:v>
                </c:pt>
                <c:pt idx="3840">
                  <c:v>8.1401023864746E-2</c:v>
                </c:pt>
                <c:pt idx="3841">
                  <c:v>6.0605449676513642E-2</c:v>
                </c:pt>
                <c:pt idx="3842">
                  <c:v>3.9809875488281285E-2</c:v>
                </c:pt>
                <c:pt idx="3843">
                  <c:v>1.1770133972167968E-2</c:v>
                </c:pt>
                <c:pt idx="3844">
                  <c:v>-1.3632202148437566E-3</c:v>
                </c:pt>
                <c:pt idx="3845">
                  <c:v>-1.4496574401855479E-2</c:v>
                </c:pt>
                <c:pt idx="3846">
                  <c:v>3.8013839721679678E-3</c:v>
                </c:pt>
                <c:pt idx="3847">
                  <c:v>2.0788764953613263E-2</c:v>
                </c:pt>
                <c:pt idx="3848">
                  <c:v>3.7776145935058562E-2</c:v>
                </c:pt>
                <c:pt idx="3849">
                  <c:v>1.8310317993164061E-2</c:v>
                </c:pt>
                <c:pt idx="3850">
                  <c:v>3.5804557800292896E-3</c:v>
                </c:pt>
                <c:pt idx="3851">
                  <c:v>-1.1149406433105479E-2</c:v>
                </c:pt>
                <c:pt idx="3852">
                  <c:v>-5.8085632324218718E-3</c:v>
                </c:pt>
                <c:pt idx="3853">
                  <c:v>2.8486804962158181E-2</c:v>
                </c:pt>
                <c:pt idx="3854">
                  <c:v>6.2782173156738244E-2</c:v>
                </c:pt>
                <c:pt idx="3855">
                  <c:v>-9.3576049804687429E-3</c:v>
                </c:pt>
                <c:pt idx="3856">
                  <c:v>1.2872257232666027E-2</c:v>
                </c:pt>
                <c:pt idx="3857">
                  <c:v>3.51021194458008E-2</c:v>
                </c:pt>
                <c:pt idx="3858">
                  <c:v>7.5157814025878872E-2</c:v>
                </c:pt>
                <c:pt idx="3859">
                  <c:v>5.5354270935058555E-2</c:v>
                </c:pt>
                <c:pt idx="3860">
                  <c:v>3.5550727844238239E-2</c:v>
                </c:pt>
                <c:pt idx="3861">
                  <c:v>-8.6826324462890639E-3</c:v>
                </c:pt>
                <c:pt idx="3862">
                  <c:v>-1.0329208374023435E-2</c:v>
                </c:pt>
                <c:pt idx="3863">
                  <c:v>-1.1975784301757808E-2</c:v>
                </c:pt>
                <c:pt idx="3864">
                  <c:v>7.0587158203125127E-4</c:v>
                </c:pt>
                <c:pt idx="3865">
                  <c:v>1.2326087951660158E-2</c:v>
                </c:pt>
                <c:pt idx="3866">
                  <c:v>2.3946304321289063E-2</c:v>
                </c:pt>
                <c:pt idx="3867">
                  <c:v>3.2884941101074316E-2</c:v>
                </c:pt>
                <c:pt idx="3868">
                  <c:v>2.372869491577153E-2</c:v>
                </c:pt>
                <c:pt idx="3869">
                  <c:v>1.4572448730468743E-2</c:v>
                </c:pt>
                <c:pt idx="3870">
                  <c:v>3.0951004028320319E-2</c:v>
                </c:pt>
                <c:pt idx="3871">
                  <c:v>2.726108551025393E-2</c:v>
                </c:pt>
                <c:pt idx="3872">
                  <c:v>2.3571166992187514E-2</c:v>
                </c:pt>
                <c:pt idx="3873">
                  <c:v>3.3932647705078076E-2</c:v>
                </c:pt>
                <c:pt idx="3874">
                  <c:v>9.6489143371581848E-3</c:v>
                </c:pt>
                <c:pt idx="3875">
                  <c:v>-1.4634819030761711E-2</c:v>
                </c:pt>
                <c:pt idx="3876">
                  <c:v>1.8964347839355477E-2</c:v>
                </c:pt>
                <c:pt idx="3877">
                  <c:v>2.934957504272467E-2</c:v>
                </c:pt>
                <c:pt idx="3878">
                  <c:v>3.9734802246093839E-2</c:v>
                </c:pt>
                <c:pt idx="3879">
                  <c:v>3.7990722656249996E-2</c:v>
                </c:pt>
                <c:pt idx="3880">
                  <c:v>3.6246643066406153E-2</c:v>
                </c:pt>
                <c:pt idx="3881">
                  <c:v>2.1104393005371095E-2</c:v>
                </c:pt>
                <c:pt idx="3882">
                  <c:v>1.8580856323242193E-2</c:v>
                </c:pt>
                <c:pt idx="3883">
                  <c:v>1.6057319641113288E-2</c:v>
                </c:pt>
                <c:pt idx="3884">
                  <c:v>-7.6106643676757757E-3</c:v>
                </c:pt>
                <c:pt idx="3885">
                  <c:v>1.4469909667968717E-3</c:v>
                </c:pt>
                <c:pt idx="3886">
                  <c:v>1.0504646301269519E-2</c:v>
                </c:pt>
                <c:pt idx="3887">
                  <c:v>-2.0625686645507806E-3</c:v>
                </c:pt>
                <c:pt idx="3888">
                  <c:v>6.7206001281738337E-3</c:v>
                </c:pt>
                <c:pt idx="3889">
                  <c:v>1.5503768920898447E-2</c:v>
                </c:pt>
                <c:pt idx="3890">
                  <c:v>1.7758197784423835E-2</c:v>
                </c:pt>
                <c:pt idx="3891">
                  <c:v>2.0012626647949224E-2</c:v>
                </c:pt>
                <c:pt idx="3892">
                  <c:v>1.863292694091797E-2</c:v>
                </c:pt>
                <c:pt idx="3893">
                  <c:v>1.7253227233886712E-2</c:v>
                </c:pt>
                <c:pt idx="3894">
                  <c:v>3.4833984375000002E-2</c:v>
                </c:pt>
                <c:pt idx="3895">
                  <c:v>2.2270088195800775E-2</c:v>
                </c:pt>
                <c:pt idx="3896">
                  <c:v>9.7061920166015524E-3</c:v>
                </c:pt>
                <c:pt idx="3897">
                  <c:v>2.6571235656738239E-2</c:v>
                </c:pt>
                <c:pt idx="3898">
                  <c:v>4.0322399139404275E-2</c:v>
                </c:pt>
                <c:pt idx="3899">
                  <c:v>5.4073562622070317E-2</c:v>
                </c:pt>
                <c:pt idx="3900">
                  <c:v>7.1352882385254002E-2</c:v>
                </c:pt>
                <c:pt idx="3901">
                  <c:v>3.4355564117431708E-2</c:v>
                </c:pt>
                <c:pt idx="3902">
                  <c:v>-2.6417541503906158E-3</c:v>
                </c:pt>
                <c:pt idx="3903">
                  <c:v>-1.1715774536132807E-2</c:v>
                </c:pt>
                <c:pt idx="3904">
                  <c:v>1.8868846893310601E-2</c:v>
                </c:pt>
                <c:pt idx="3905">
                  <c:v>4.9453468322753998E-2</c:v>
                </c:pt>
                <c:pt idx="3906">
                  <c:v>7.652286529541015E-2</c:v>
                </c:pt>
                <c:pt idx="3907">
                  <c:v>4.1713027954101548E-2</c:v>
                </c:pt>
                <c:pt idx="3908">
                  <c:v>6.9031906127929674E-3</c:v>
                </c:pt>
                <c:pt idx="3909">
                  <c:v>-1.4898834228515616E-2</c:v>
                </c:pt>
                <c:pt idx="3910">
                  <c:v>-9.0514755249023401E-3</c:v>
                </c:pt>
                <c:pt idx="3911">
                  <c:v>-3.204116821289064E-3</c:v>
                </c:pt>
                <c:pt idx="3912">
                  <c:v>2.4674491882324318E-2</c:v>
                </c:pt>
                <c:pt idx="3913">
                  <c:v>2.6730651855468839E-2</c:v>
                </c:pt>
                <c:pt idx="3914">
                  <c:v>2.8786811828613361E-2</c:v>
                </c:pt>
                <c:pt idx="3915">
                  <c:v>1.5540962219238287E-2</c:v>
                </c:pt>
                <c:pt idx="3916">
                  <c:v>1.0306034088134772E-2</c:v>
                </c:pt>
                <c:pt idx="3917">
                  <c:v>5.0711059570312557E-3</c:v>
                </c:pt>
                <c:pt idx="3918">
                  <c:v>7.6937141418456964E-2</c:v>
                </c:pt>
                <c:pt idx="3919">
                  <c:v>4.6000156402587838E-2</c:v>
                </c:pt>
                <c:pt idx="3920">
                  <c:v>1.5063171386718742E-2</c:v>
                </c:pt>
                <c:pt idx="3921">
                  <c:v>2.2840576171874998E-2</c:v>
                </c:pt>
                <c:pt idx="3922">
                  <c:v>4.7727756500244189E-2</c:v>
                </c:pt>
                <c:pt idx="3923">
                  <c:v>7.2614936828613363E-2</c:v>
                </c:pt>
                <c:pt idx="3924">
                  <c:v>5.4986457824707076E-2</c:v>
                </c:pt>
                <c:pt idx="3925">
                  <c:v>3.7357978820800802E-2</c:v>
                </c:pt>
                <c:pt idx="3926">
                  <c:v>-7.7494812011718716E-3</c:v>
                </c:pt>
                <c:pt idx="3927">
                  <c:v>3.4821853637695348E-2</c:v>
                </c:pt>
                <c:pt idx="3928">
                  <c:v>7.7393188476562569E-2</c:v>
                </c:pt>
                <c:pt idx="3929">
                  <c:v>-1.4096946716308583E-2</c:v>
                </c:pt>
                <c:pt idx="3930">
                  <c:v>1.856861114501963E-3</c:v>
                </c:pt>
                <c:pt idx="3931">
                  <c:v>1.7810668945312514E-2</c:v>
                </c:pt>
                <c:pt idx="3932">
                  <c:v>1.529777526855468E-2</c:v>
                </c:pt>
                <c:pt idx="3933">
                  <c:v>4.336595535278321E-2</c:v>
                </c:pt>
                <c:pt idx="3934">
                  <c:v>7.1434135437011756E-2</c:v>
                </c:pt>
                <c:pt idx="3935">
                  <c:v>4.0407485961914159E-2</c:v>
                </c:pt>
                <c:pt idx="3936">
                  <c:v>3.9362411499023517E-2</c:v>
                </c:pt>
                <c:pt idx="3937">
                  <c:v>3.8317337036132874E-2</c:v>
                </c:pt>
                <c:pt idx="3938">
                  <c:v>4.06506729125976E-2</c:v>
                </c:pt>
                <c:pt idx="3939">
                  <c:v>2.6795139312744121E-2</c:v>
                </c:pt>
                <c:pt idx="3940">
                  <c:v>1.2939605712890616E-2</c:v>
                </c:pt>
                <c:pt idx="3941">
                  <c:v>6.9596443176269521E-2</c:v>
                </c:pt>
                <c:pt idx="3942">
                  <c:v>3.0791587829589837E-2</c:v>
                </c:pt>
                <c:pt idx="3943">
                  <c:v>-8.0132675170898407E-3</c:v>
                </c:pt>
                <c:pt idx="3944">
                  <c:v>-8.5926818847656163E-3</c:v>
                </c:pt>
                <c:pt idx="3945">
                  <c:v>6.5281105041503995E-3</c:v>
                </c:pt>
                <c:pt idx="3946">
                  <c:v>2.1648902893066417E-2</c:v>
                </c:pt>
                <c:pt idx="3947">
                  <c:v>2.4426956176757757E-2</c:v>
                </c:pt>
                <c:pt idx="3948">
                  <c:v>1.9131603240966768E-2</c:v>
                </c:pt>
                <c:pt idx="3949">
                  <c:v>1.3836250305175777E-2</c:v>
                </c:pt>
                <c:pt idx="3950">
                  <c:v>7.9451408386230479E-2</c:v>
                </c:pt>
                <c:pt idx="3951">
                  <c:v>3.5463466644287109E-2</c:v>
                </c:pt>
                <c:pt idx="3952">
                  <c:v>-8.5244750976562565E-3</c:v>
                </c:pt>
                <c:pt idx="3953">
                  <c:v>4.3348274230956954E-2</c:v>
                </c:pt>
                <c:pt idx="3954">
                  <c:v>2.2170753479003869E-2</c:v>
                </c:pt>
                <c:pt idx="3955">
                  <c:v>9.9323272705078083E-4</c:v>
                </c:pt>
                <c:pt idx="3956">
                  <c:v>1.3148460388183583E-2</c:v>
                </c:pt>
                <c:pt idx="3957">
                  <c:v>2.2588920593261713E-2</c:v>
                </c:pt>
                <c:pt idx="3958">
                  <c:v>3.2029380798339835E-2</c:v>
                </c:pt>
                <c:pt idx="3959">
                  <c:v>5.6436882019043039E-2</c:v>
                </c:pt>
                <c:pt idx="3960">
                  <c:v>4.0822906494140637E-2</c:v>
                </c:pt>
                <c:pt idx="3961">
                  <c:v>2.5208930969238239E-2</c:v>
                </c:pt>
                <c:pt idx="3962">
                  <c:v>-3.1359100341796799E-3</c:v>
                </c:pt>
                <c:pt idx="3963">
                  <c:v>2.050266265869144E-2</c:v>
                </c:pt>
                <c:pt idx="3964">
                  <c:v>4.4141235351562558E-2</c:v>
                </c:pt>
                <c:pt idx="3965">
                  <c:v>1.7650165557861364E-2</c:v>
                </c:pt>
                <c:pt idx="3966">
                  <c:v>-8.8409042358398408E-3</c:v>
                </c:pt>
                <c:pt idx="3967">
                  <c:v>1.1739807128906257E-2</c:v>
                </c:pt>
                <c:pt idx="3968">
                  <c:v>1.3404464721679691E-2</c:v>
                </c:pt>
                <c:pt idx="3969">
                  <c:v>1.5069122314453127E-2</c:v>
                </c:pt>
                <c:pt idx="3970">
                  <c:v>7.9055900573730478E-2</c:v>
                </c:pt>
                <c:pt idx="3971">
                  <c:v>5.2336292266845719E-2</c:v>
                </c:pt>
                <c:pt idx="3972">
                  <c:v>2.5616683959960959E-2</c:v>
                </c:pt>
                <c:pt idx="3973">
                  <c:v>5.5403137207031281E-3</c:v>
                </c:pt>
                <c:pt idx="3974">
                  <c:v>1.5470867156982442E-2</c:v>
                </c:pt>
                <c:pt idx="3975">
                  <c:v>2.5401420593261757E-2</c:v>
                </c:pt>
                <c:pt idx="3976">
                  <c:v>3.5005645751953196E-2</c:v>
                </c:pt>
                <c:pt idx="3977">
                  <c:v>3.5561656951904275E-2</c:v>
                </c:pt>
                <c:pt idx="3978">
                  <c:v>3.611766815185536E-2</c:v>
                </c:pt>
                <c:pt idx="3979">
                  <c:v>3.4566421508789039E-2</c:v>
                </c:pt>
                <c:pt idx="3980">
                  <c:v>3.409893035888676E-2</c:v>
                </c:pt>
                <c:pt idx="3981">
                  <c:v>3.3631439208984482E-2</c:v>
                </c:pt>
                <c:pt idx="3982">
                  <c:v>-7.5205993652343829E-3</c:v>
                </c:pt>
                <c:pt idx="3983">
                  <c:v>8.4714889526366893E-3</c:v>
                </c:pt>
                <c:pt idx="3984">
                  <c:v>2.4463577270507759E-2</c:v>
                </c:pt>
                <c:pt idx="3985">
                  <c:v>2.2756919860839841E-2</c:v>
                </c:pt>
                <c:pt idx="3986">
                  <c:v>2.4846668243408161E-2</c:v>
                </c:pt>
                <c:pt idx="3987">
                  <c:v>2.6936416625976477E-2</c:v>
                </c:pt>
                <c:pt idx="3988">
                  <c:v>-2.7297592163085839E-3</c:v>
                </c:pt>
                <c:pt idx="3989">
                  <c:v>8.317852020263675E-3</c:v>
                </c:pt>
                <c:pt idx="3990">
                  <c:v>1.9365463256835937E-2</c:v>
                </c:pt>
                <c:pt idx="3991">
                  <c:v>-1.4666404724121096E-2</c:v>
                </c:pt>
                <c:pt idx="3992">
                  <c:v>2.2487125396728494E-2</c:v>
                </c:pt>
                <c:pt idx="3993">
                  <c:v>5.9640655517578078E-2</c:v>
                </c:pt>
                <c:pt idx="3994">
                  <c:v>3.6353988647460957E-2</c:v>
                </c:pt>
                <c:pt idx="3995">
                  <c:v>1.0642604827880866E-2</c:v>
                </c:pt>
                <c:pt idx="3996">
                  <c:v>-1.5068778991699224E-2</c:v>
                </c:pt>
                <c:pt idx="3997">
                  <c:v>6.2500648498535039E-2</c:v>
                </c:pt>
                <c:pt idx="3998">
                  <c:v>2.9331321716308537E-2</c:v>
                </c:pt>
                <c:pt idx="3999">
                  <c:v>-3.8380050659179679E-3</c:v>
                </c:pt>
                <c:pt idx="4000">
                  <c:v>2.0310058593749999E-2</c:v>
                </c:pt>
                <c:pt idx="4001">
                  <c:v>-9.7206115722656156E-3</c:v>
                </c:pt>
                <c:pt idx="4002">
                  <c:v>5.7278823852539035E-3</c:v>
                </c:pt>
                <c:pt idx="4003">
                  <c:v>1.2469940185546872E-2</c:v>
                </c:pt>
                <c:pt idx="4004">
                  <c:v>3.7736091613769569E-2</c:v>
                </c:pt>
                <c:pt idx="4005">
                  <c:v>6.3002243041992242E-2</c:v>
                </c:pt>
                <c:pt idx="4006">
                  <c:v>4.1855678558349645E-2</c:v>
                </c:pt>
                <c:pt idx="4007">
                  <c:v>2.0709114074707029E-2</c:v>
                </c:pt>
                <c:pt idx="4008">
                  <c:v>-2.54344940185548E-3</c:v>
                </c:pt>
                <c:pt idx="4009">
                  <c:v>1.2167701721191379E-2</c:v>
                </c:pt>
                <c:pt idx="4010">
                  <c:v>2.687885284423824E-2</c:v>
                </c:pt>
                <c:pt idx="4011">
                  <c:v>-3.9165115356445193E-3</c:v>
                </c:pt>
                <c:pt idx="4012">
                  <c:v>-9.9885749816894503E-3</c:v>
                </c:pt>
                <c:pt idx="4013">
                  <c:v>-1.6060638427734385E-2</c:v>
                </c:pt>
                <c:pt idx="4014">
                  <c:v>7.526927947998048E-2</c:v>
                </c:pt>
                <c:pt idx="4015">
                  <c:v>5.1723632812499996E-2</c:v>
                </c:pt>
                <c:pt idx="4016">
                  <c:v>2.8177986145019519E-2</c:v>
                </c:pt>
                <c:pt idx="4017">
                  <c:v>3.7905807495117121E-2</c:v>
                </c:pt>
                <c:pt idx="4018">
                  <c:v>3.3830566406249998E-2</c:v>
                </c:pt>
                <c:pt idx="4019">
                  <c:v>2.975532531738288E-2</c:v>
                </c:pt>
                <c:pt idx="4020">
                  <c:v>9.0846633911132874E-3</c:v>
                </c:pt>
                <c:pt idx="4021">
                  <c:v>3.8084735870361333E-2</c:v>
                </c:pt>
                <c:pt idx="4022">
                  <c:v>6.7084808349609365E-2</c:v>
                </c:pt>
                <c:pt idx="4023">
                  <c:v>2.6744728088378879E-2</c:v>
                </c:pt>
                <c:pt idx="4024">
                  <c:v>8.1574058532714721E-3</c:v>
                </c:pt>
                <c:pt idx="4025">
                  <c:v>-1.0429916381835935E-2</c:v>
                </c:pt>
                <c:pt idx="4026">
                  <c:v>3.0099792480468717E-2</c:v>
                </c:pt>
                <c:pt idx="4027">
                  <c:v>2.6041316986083959E-2</c:v>
                </c:pt>
                <c:pt idx="4028">
                  <c:v>2.1982841491699226E-2</c:v>
                </c:pt>
                <c:pt idx="4029">
                  <c:v>1.4702339172363287E-2</c:v>
                </c:pt>
                <c:pt idx="4030">
                  <c:v>3.248691558837888E-3</c:v>
                </c:pt>
                <c:pt idx="4031">
                  <c:v>-8.2049560546875108E-3</c:v>
                </c:pt>
                <c:pt idx="4032">
                  <c:v>1.9889144897460936E-2</c:v>
                </c:pt>
                <c:pt idx="4033">
                  <c:v>2.1818275451660162E-2</c:v>
                </c:pt>
                <c:pt idx="4034">
                  <c:v>2.3747406005859385E-2</c:v>
                </c:pt>
                <c:pt idx="4035">
                  <c:v>-1.220260620117187E-2</c:v>
                </c:pt>
                <c:pt idx="4036">
                  <c:v>7.7062225341797035E-3</c:v>
                </c:pt>
                <c:pt idx="4037">
                  <c:v>2.7615051269531277E-2</c:v>
                </c:pt>
                <c:pt idx="4038">
                  <c:v>8.2947578430175667E-2</c:v>
                </c:pt>
                <c:pt idx="4039">
                  <c:v>3.8074035644531205E-2</c:v>
                </c:pt>
                <c:pt idx="4040">
                  <c:v>-6.7995071411132875E-3</c:v>
                </c:pt>
                <c:pt idx="4041">
                  <c:v>-9.4913864135742227E-3</c:v>
                </c:pt>
                <c:pt idx="4042">
                  <c:v>2.3261260986328076E-3</c:v>
                </c:pt>
                <c:pt idx="4043">
                  <c:v>1.4143638610839841E-2</c:v>
                </c:pt>
                <c:pt idx="4044">
                  <c:v>-1.4981689453124999E-2</c:v>
                </c:pt>
                <c:pt idx="4045">
                  <c:v>4.0195655822753877E-3</c:v>
                </c:pt>
                <c:pt idx="4046">
                  <c:v>2.3020820617675773E-2</c:v>
                </c:pt>
                <c:pt idx="4047">
                  <c:v>1.5581588745117191E-2</c:v>
                </c:pt>
                <c:pt idx="4048">
                  <c:v>4.3438167572021423E-2</c:v>
                </c:pt>
                <c:pt idx="4049">
                  <c:v>7.1294746398925676E-2</c:v>
                </c:pt>
                <c:pt idx="4050">
                  <c:v>3.0995864868164014E-2</c:v>
                </c:pt>
                <c:pt idx="4051">
                  <c:v>-9.3030166625976476E-3</c:v>
                </c:pt>
                <c:pt idx="4052">
                  <c:v>7.34131622314452E-2</c:v>
                </c:pt>
                <c:pt idx="4053">
                  <c:v>5.1724433898925677E-2</c:v>
                </c:pt>
                <c:pt idx="4054">
                  <c:v>3.0035705566406154E-2</c:v>
                </c:pt>
                <c:pt idx="4055">
                  <c:v>-1.3539505004882808E-3</c:v>
                </c:pt>
                <c:pt idx="4056">
                  <c:v>-3.6754989624023468E-3</c:v>
                </c:pt>
                <c:pt idx="4057">
                  <c:v>-5.9970474243164163E-3</c:v>
                </c:pt>
                <c:pt idx="4058">
                  <c:v>4.5816192626953196E-2</c:v>
                </c:pt>
                <c:pt idx="4059">
                  <c:v>4.3906745910644515E-2</c:v>
                </c:pt>
                <c:pt idx="4060">
                  <c:v>4.1997299194335834E-2</c:v>
                </c:pt>
                <c:pt idx="4061">
                  <c:v>2.224170684814452E-2</c:v>
                </c:pt>
                <c:pt idx="4062">
                  <c:v>9.8906707763671796E-3</c:v>
                </c:pt>
                <c:pt idx="4063">
                  <c:v>-2.4603652954101598E-3</c:v>
                </c:pt>
                <c:pt idx="4064">
                  <c:v>2.4887924194335841E-2</c:v>
                </c:pt>
                <c:pt idx="4065">
                  <c:v>2.3674736022949179E-2</c:v>
                </c:pt>
                <c:pt idx="4066">
                  <c:v>2.2461547851562513E-2</c:v>
                </c:pt>
                <c:pt idx="4067">
                  <c:v>2.1119270324707031E-2</c:v>
                </c:pt>
                <c:pt idx="4068">
                  <c:v>3.4444084167480502E-2</c:v>
                </c:pt>
                <c:pt idx="4069">
                  <c:v>4.7768898010253996E-2</c:v>
                </c:pt>
                <c:pt idx="4070">
                  <c:v>7.963565826416015E-2</c:v>
                </c:pt>
                <c:pt idx="4071">
                  <c:v>5.5780677795410162E-2</c:v>
                </c:pt>
                <c:pt idx="4072">
                  <c:v>3.192569732666016E-2</c:v>
                </c:pt>
                <c:pt idx="4073">
                  <c:v>1.0414924621582031E-2</c:v>
                </c:pt>
                <c:pt idx="4074">
                  <c:v>1.3685474395751952E-2</c:v>
                </c:pt>
                <c:pt idx="4075">
                  <c:v>1.6956024169921872E-2</c:v>
                </c:pt>
                <c:pt idx="4076">
                  <c:v>2.6082916259765516E-2</c:v>
                </c:pt>
                <c:pt idx="4077">
                  <c:v>0.17412555944139704</c:v>
                </c:pt>
                <c:pt idx="4078">
                  <c:v>0.32216820262302864</c:v>
                </c:pt>
                <c:pt idx="4079">
                  <c:v>-1.1991119384765617E-2</c:v>
                </c:pt>
                <c:pt idx="4080">
                  <c:v>-8.9800643920898409E-3</c:v>
                </c:pt>
                <c:pt idx="4081">
                  <c:v>-5.9690093994140643E-3</c:v>
                </c:pt>
                <c:pt idx="4082">
                  <c:v>3.7764358520507761E-3</c:v>
                </c:pt>
                <c:pt idx="4083">
                  <c:v>1.1398715972900387E-2</c:v>
                </c:pt>
                <c:pt idx="4084">
                  <c:v>1.9020996093749999E-2</c:v>
                </c:pt>
                <c:pt idx="4085">
                  <c:v>4.0081672668456955E-2</c:v>
                </c:pt>
                <c:pt idx="4086">
                  <c:v>3.3293266296386639E-2</c:v>
                </c:pt>
                <c:pt idx="4087">
                  <c:v>2.650485992431632E-2</c:v>
                </c:pt>
                <c:pt idx="4088">
                  <c:v>-1.0208702087402351E-2</c:v>
                </c:pt>
                <c:pt idx="4089">
                  <c:v>-1.342277526855467E-3</c:v>
                </c:pt>
                <c:pt idx="4090">
                  <c:v>7.5241470336914161E-3</c:v>
                </c:pt>
                <c:pt idx="4091">
                  <c:v>2.3805427551269506E-2</c:v>
                </c:pt>
                <c:pt idx="4092">
                  <c:v>4.00867080688476E-2</c:v>
                </c:pt>
                <c:pt idx="4093">
                  <c:v>1.6378555297851552E-2</c:v>
                </c:pt>
                <c:pt idx="4094">
                  <c:v>-1.5352249145508145E-4</c:v>
                </c:pt>
                <c:pt idx="4095">
                  <c:v>-1.6685600280761711E-2</c:v>
                </c:pt>
                <c:pt idx="4096">
                  <c:v>7.8193588256835839E-2</c:v>
                </c:pt>
                <c:pt idx="4097">
                  <c:v>3.6451320648193321E-2</c:v>
                </c:pt>
                <c:pt idx="4098">
                  <c:v>-5.2909469604492231E-3</c:v>
                </c:pt>
                <c:pt idx="4099">
                  <c:v>4.0302314758300803E-2</c:v>
                </c:pt>
                <c:pt idx="4100">
                  <c:v>3.0103569030761737E-2</c:v>
                </c:pt>
                <c:pt idx="4101">
                  <c:v>1.990482330322265E-2</c:v>
                </c:pt>
                <c:pt idx="4102">
                  <c:v>-1.0751953125E-2</c:v>
                </c:pt>
                <c:pt idx="4103">
                  <c:v>1.0614051818847598E-2</c:v>
                </c:pt>
                <c:pt idx="4104">
                  <c:v>3.1980056762695198E-2</c:v>
                </c:pt>
                <c:pt idx="4105">
                  <c:v>6.8382682800293026E-2</c:v>
                </c:pt>
                <c:pt idx="4106">
                  <c:v>2.8612747192382833E-2</c:v>
                </c:pt>
                <c:pt idx="4107">
                  <c:v>-1.1157188415527352E-2</c:v>
                </c:pt>
                <c:pt idx="4108">
                  <c:v>7.8433227539062567E-3</c:v>
                </c:pt>
                <c:pt idx="4109">
                  <c:v>1.7287273406982408E-2</c:v>
                </c:pt>
                <c:pt idx="4110">
                  <c:v>2.673122406005856E-2</c:v>
                </c:pt>
                <c:pt idx="4111">
                  <c:v>3.689346313476552E-3</c:v>
                </c:pt>
                <c:pt idx="4112">
                  <c:v>1.6650238037109393E-2</c:v>
                </c:pt>
                <c:pt idx="4113">
                  <c:v>2.961112976074224E-2</c:v>
                </c:pt>
                <c:pt idx="4114">
                  <c:v>2.4714202880859359E-2</c:v>
                </c:pt>
                <c:pt idx="4115">
                  <c:v>5.0669689178466835E-2</c:v>
                </c:pt>
                <c:pt idx="4116">
                  <c:v>7.6625175476074323E-2</c:v>
                </c:pt>
                <c:pt idx="4117">
                  <c:v>2.5641174316406157E-2</c:v>
                </c:pt>
                <c:pt idx="4118">
                  <c:v>4.3373794555664043E-2</c:v>
                </c:pt>
                <c:pt idx="4119">
                  <c:v>6.1106414794921911E-2</c:v>
                </c:pt>
                <c:pt idx="4120">
                  <c:v>3.4680519104004E-2</c:v>
                </c:pt>
                <c:pt idx="4121">
                  <c:v>2.9369258880615239E-2</c:v>
                </c:pt>
                <c:pt idx="4122">
                  <c:v>2.4057998657226479E-2</c:v>
                </c:pt>
                <c:pt idx="4123">
                  <c:v>1.4714698791503904E-2</c:v>
                </c:pt>
                <c:pt idx="4124">
                  <c:v>1.7938385009765627E-2</c:v>
                </c:pt>
                <c:pt idx="4125">
                  <c:v>2.1162071228027348E-2</c:v>
                </c:pt>
                <c:pt idx="4126">
                  <c:v>1.8949928283691415E-2</c:v>
                </c:pt>
                <c:pt idx="4127">
                  <c:v>2.5476207733154257E-2</c:v>
                </c:pt>
                <c:pt idx="4128">
                  <c:v>3.2002487182617119E-2</c:v>
                </c:pt>
                <c:pt idx="4129">
                  <c:v>8.0220108032226484E-2</c:v>
                </c:pt>
                <c:pt idx="4130">
                  <c:v>4.867155075073238E-2</c:v>
                </c:pt>
                <c:pt idx="4131">
                  <c:v>1.7122993469238287E-2</c:v>
                </c:pt>
                <c:pt idx="4132">
                  <c:v>-1.3619842529296872E-2</c:v>
                </c:pt>
                <c:pt idx="4133">
                  <c:v>-7.7376365661621094E-3</c:v>
                </c:pt>
                <c:pt idx="4134">
                  <c:v>-1.8554306030273448E-3</c:v>
                </c:pt>
                <c:pt idx="4135">
                  <c:v>2.6429557800293015E-2</c:v>
                </c:pt>
                <c:pt idx="4136">
                  <c:v>5.4714546203613358E-2</c:v>
                </c:pt>
                <c:pt idx="4137">
                  <c:v>-5.9144210815429681E-3</c:v>
                </c:pt>
                <c:pt idx="4138">
                  <c:v>9.3430137634277141E-3</c:v>
                </c:pt>
                <c:pt idx="4139">
                  <c:v>2.4600448608398402E-2</c:v>
                </c:pt>
                <c:pt idx="4140">
                  <c:v>5.9710693359375112E-3</c:v>
                </c:pt>
                <c:pt idx="4141">
                  <c:v>1.5533866882324238E-2</c:v>
                </c:pt>
                <c:pt idx="4142">
                  <c:v>2.509666442871096E-2</c:v>
                </c:pt>
                <c:pt idx="4143">
                  <c:v>3.916774749755856E-2</c:v>
                </c:pt>
                <c:pt idx="4144">
                  <c:v>3.0000686645507806E-2</c:v>
                </c:pt>
                <c:pt idx="4145">
                  <c:v>2.0833625793457031E-2</c:v>
                </c:pt>
                <c:pt idx="4146">
                  <c:v>-1.2507362365722648E-2</c:v>
                </c:pt>
                <c:pt idx="4147">
                  <c:v>-8.3720397949218709E-3</c:v>
                </c:pt>
                <c:pt idx="4148">
                  <c:v>-4.2367172241210959E-3</c:v>
                </c:pt>
                <c:pt idx="4149">
                  <c:v>4.1061172485351599E-2</c:v>
                </c:pt>
                <c:pt idx="4150">
                  <c:v>3.1911563873291041E-2</c:v>
                </c:pt>
                <c:pt idx="4151">
                  <c:v>2.2761955261230479E-2</c:v>
                </c:pt>
                <c:pt idx="4152">
                  <c:v>-1.6502380371093744E-4</c:v>
                </c:pt>
                <c:pt idx="4153">
                  <c:v>-4.7134208679199202E-3</c:v>
                </c:pt>
                <c:pt idx="4154">
                  <c:v>-9.2618179321289039E-3</c:v>
                </c:pt>
                <c:pt idx="4155">
                  <c:v>-1.3216323852539064E-2</c:v>
                </c:pt>
                <c:pt idx="4156">
                  <c:v>-9.5329856872558554E-3</c:v>
                </c:pt>
                <c:pt idx="4157">
                  <c:v>-5.8496475219726477E-3</c:v>
                </c:pt>
                <c:pt idx="4158">
                  <c:v>8.6560821533203207E-3</c:v>
                </c:pt>
                <c:pt idx="4159">
                  <c:v>1.0110626220703129E-2</c:v>
                </c:pt>
                <c:pt idx="4160">
                  <c:v>1.1565170288085935E-2</c:v>
                </c:pt>
                <c:pt idx="4161">
                  <c:v>-1.2338447570800775E-2</c:v>
                </c:pt>
                <c:pt idx="4162">
                  <c:v>-7.8824043273925792E-3</c:v>
                </c:pt>
                <c:pt idx="4163">
                  <c:v>-3.4263610839843838E-3</c:v>
                </c:pt>
                <c:pt idx="4164">
                  <c:v>1.7005462646484386E-2</c:v>
                </c:pt>
                <c:pt idx="4165">
                  <c:v>4.1989517211914133E-3</c:v>
                </c:pt>
                <c:pt idx="4166">
                  <c:v>-8.6075592041015524E-3</c:v>
                </c:pt>
                <c:pt idx="4167">
                  <c:v>2.7112541198730477E-2</c:v>
                </c:pt>
                <c:pt idx="4168">
                  <c:v>2.3973312377929691E-2</c:v>
                </c:pt>
                <c:pt idx="4169">
                  <c:v>2.0834083557128902E-2</c:v>
                </c:pt>
                <c:pt idx="4170">
                  <c:v>-1.8421554565429678E-3</c:v>
                </c:pt>
                <c:pt idx="4171">
                  <c:v>5.4937934875488236E-3</c:v>
                </c:pt>
                <c:pt idx="4172">
                  <c:v>1.2829742431640615E-2</c:v>
                </c:pt>
                <c:pt idx="4173">
                  <c:v>4.8987121582031279E-2</c:v>
                </c:pt>
                <c:pt idx="4174">
                  <c:v>2.3130569458007833E-2</c:v>
                </c:pt>
                <c:pt idx="4175">
                  <c:v>-2.7259826660156155E-3</c:v>
                </c:pt>
                <c:pt idx="4176">
                  <c:v>6.0619926452636762E-3</c:v>
                </c:pt>
                <c:pt idx="4177">
                  <c:v>1.4849967956542968E-2</c:v>
                </c:pt>
                <c:pt idx="4178">
                  <c:v>2.6649742126464961E-2</c:v>
                </c:pt>
                <c:pt idx="4179">
                  <c:v>4.9033126831054798E-2</c:v>
                </c:pt>
                <c:pt idx="4180">
                  <c:v>7.1416511535644642E-2</c:v>
                </c:pt>
                <c:pt idx="4181">
                  <c:v>-1.3986511230468743E-2</c:v>
                </c:pt>
                <c:pt idx="4182">
                  <c:v>-1.0069885253906242E-2</c:v>
                </c:pt>
                <c:pt idx="4183">
                  <c:v>-6.1532592773437438E-3</c:v>
                </c:pt>
                <c:pt idx="4184">
                  <c:v>-4.335021972656256E-4</c:v>
                </c:pt>
                <c:pt idx="4185">
                  <c:v>1.2938919067382823E-2</c:v>
                </c:pt>
                <c:pt idx="4186">
                  <c:v>2.631134033203128E-2</c:v>
                </c:pt>
                <c:pt idx="4187">
                  <c:v>3.5146064758300802E-2</c:v>
                </c:pt>
                <c:pt idx="4188">
                  <c:v>3.1720561981201198E-2</c:v>
                </c:pt>
                <c:pt idx="4189">
                  <c:v>2.8295059204101598E-2</c:v>
                </c:pt>
                <c:pt idx="4190">
                  <c:v>2.1214942932128902E-2</c:v>
                </c:pt>
                <c:pt idx="4191">
                  <c:v>4.8891735076904273E-2</c:v>
                </c:pt>
                <c:pt idx="4192">
                  <c:v>7.6568527221679672E-2</c:v>
                </c:pt>
                <c:pt idx="4193">
                  <c:v>1.1355857849121095E-2</c:v>
                </c:pt>
                <c:pt idx="4194">
                  <c:v>1.0553226470947271E-2</c:v>
                </c:pt>
                <c:pt idx="4195">
                  <c:v>9.7505950927734477E-3</c:v>
                </c:pt>
                <c:pt idx="4196">
                  <c:v>-7.9123306274414152E-3</c:v>
                </c:pt>
                <c:pt idx="4197">
                  <c:v>-9.5606803894043024E-3</c:v>
                </c:pt>
                <c:pt idx="4198">
                  <c:v>-1.1209030151367191E-2</c:v>
                </c:pt>
                <c:pt idx="4199">
                  <c:v>5.3202781677246E-2</c:v>
                </c:pt>
                <c:pt idx="4200">
                  <c:v>4.0034065246581957E-2</c:v>
                </c:pt>
                <c:pt idx="4201">
                  <c:v>2.6865348815917917E-2</c:v>
                </c:pt>
                <c:pt idx="4202">
                  <c:v>-6.1336898803710958E-3</c:v>
                </c:pt>
                <c:pt idx="4203">
                  <c:v>2.778047561645508E-2</c:v>
                </c:pt>
                <c:pt idx="4204">
                  <c:v>6.1694641113281275E-2</c:v>
                </c:pt>
                <c:pt idx="4205">
                  <c:v>2.3911743164062513E-2</c:v>
                </c:pt>
                <c:pt idx="4206">
                  <c:v>2.4055023193359334E-2</c:v>
                </c:pt>
                <c:pt idx="4207">
                  <c:v>2.4198303222656158E-2</c:v>
                </c:pt>
                <c:pt idx="4208">
                  <c:v>2.0470504760742188E-2</c:v>
                </c:pt>
                <c:pt idx="4209">
                  <c:v>2.6245422363281257E-2</c:v>
                </c:pt>
                <c:pt idx="4210">
                  <c:v>3.2020339965820321E-2</c:v>
                </c:pt>
                <c:pt idx="4211">
                  <c:v>1.464282989501952E-2</c:v>
                </c:pt>
                <c:pt idx="4212">
                  <c:v>2.4912872314453077E-2</c:v>
                </c:pt>
                <c:pt idx="4213">
                  <c:v>3.5182914733886635E-2</c:v>
                </c:pt>
                <c:pt idx="4214">
                  <c:v>7.5031356811523509E-2</c:v>
                </c:pt>
                <c:pt idx="4215">
                  <c:v>5.497758865356444E-2</c:v>
                </c:pt>
                <c:pt idx="4216">
                  <c:v>3.4923820495605364E-2</c:v>
                </c:pt>
                <c:pt idx="4217">
                  <c:v>1.5811386108398447E-2</c:v>
                </c:pt>
                <c:pt idx="4218">
                  <c:v>2.2839260101318346E-2</c:v>
                </c:pt>
                <c:pt idx="4219">
                  <c:v>2.9867134094238239E-2</c:v>
                </c:pt>
                <c:pt idx="4220">
                  <c:v>2.2829532623290991E-2</c:v>
                </c:pt>
                <c:pt idx="4221">
                  <c:v>1.5791931152343744E-2</c:v>
                </c:pt>
                <c:pt idx="4222">
                  <c:v>3.4563102722167921E-2</c:v>
                </c:pt>
                <c:pt idx="4223">
                  <c:v>1.1840400695800755E-2</c:v>
                </c:pt>
                <c:pt idx="4224">
                  <c:v>-1.0882301330566415E-2</c:v>
                </c:pt>
                <c:pt idx="4225">
                  <c:v>5.1948623657226481E-2</c:v>
                </c:pt>
                <c:pt idx="4226">
                  <c:v>2.2091846466064415E-2</c:v>
                </c:pt>
                <c:pt idx="4227">
                  <c:v>-7.7649307250976475E-3</c:v>
                </c:pt>
                <c:pt idx="4228">
                  <c:v>2.633903503417968E-2</c:v>
                </c:pt>
                <c:pt idx="4229">
                  <c:v>2.1600894927978516E-2</c:v>
                </c:pt>
                <c:pt idx="4230">
                  <c:v>1.6862754821777348E-2</c:v>
                </c:pt>
                <c:pt idx="4231">
                  <c:v>2.2930297851562514E-2</c:v>
                </c:pt>
                <c:pt idx="4232">
                  <c:v>2.3753585815429655E-2</c:v>
                </c:pt>
                <c:pt idx="4233">
                  <c:v>2.4576873779296796E-2</c:v>
                </c:pt>
                <c:pt idx="4234">
                  <c:v>6.6362342834472718E-2</c:v>
                </c:pt>
                <c:pt idx="4235">
                  <c:v>3.9951839447021513E-2</c:v>
                </c:pt>
                <c:pt idx="4236">
                  <c:v>1.354133605957032E-2</c:v>
                </c:pt>
                <c:pt idx="4237">
                  <c:v>3.058811187744144E-2</c:v>
                </c:pt>
                <c:pt idx="4238">
                  <c:v>2.8607311248779278E-2</c:v>
                </c:pt>
                <c:pt idx="4239">
                  <c:v>2.662651062011712E-2</c:v>
                </c:pt>
                <c:pt idx="4240">
                  <c:v>1.6508445739746098E-2</c:v>
                </c:pt>
                <c:pt idx="4241">
                  <c:v>9.6702003479003876E-3</c:v>
                </c:pt>
                <c:pt idx="4242">
                  <c:v>2.8319549560546801E-3</c:v>
                </c:pt>
                <c:pt idx="4243">
                  <c:v>-1.6390457153320319E-2</c:v>
                </c:pt>
                <c:pt idx="4244">
                  <c:v>-7.795772552490237E-3</c:v>
                </c:pt>
                <c:pt idx="4245">
                  <c:v>7.9891204833984475E-4</c:v>
                </c:pt>
                <c:pt idx="4246">
                  <c:v>4.3405151367187436E-3</c:v>
                </c:pt>
                <c:pt idx="4247">
                  <c:v>-5.3904533386230479E-3</c:v>
                </c:pt>
                <c:pt idx="4248">
                  <c:v>-1.5121421813964839E-2</c:v>
                </c:pt>
                <c:pt idx="4249">
                  <c:v>3.8630447387695201E-2</c:v>
                </c:pt>
                <c:pt idx="4250">
                  <c:v>3.4178409576415922E-2</c:v>
                </c:pt>
                <c:pt idx="4251">
                  <c:v>2.9726371765136636E-2</c:v>
                </c:pt>
                <c:pt idx="4252">
                  <c:v>1.103507995605468E-2</c:v>
                </c:pt>
                <c:pt idx="4253">
                  <c:v>4.7478103637695265E-3</c:v>
                </c:pt>
                <c:pt idx="4254">
                  <c:v>-1.5394592285156257E-3</c:v>
                </c:pt>
                <c:pt idx="4255">
                  <c:v>1.9568023681640616E-2</c:v>
                </c:pt>
                <c:pt idx="4256">
                  <c:v>4.0243549346923799E-2</c:v>
                </c:pt>
                <c:pt idx="4257">
                  <c:v>6.0919075012206961E-2</c:v>
                </c:pt>
                <c:pt idx="4258">
                  <c:v>-1.031078338623048E-2</c:v>
                </c:pt>
                <c:pt idx="4259">
                  <c:v>3.7743759155273379E-3</c:v>
                </c:pt>
                <c:pt idx="4260">
                  <c:v>1.7859535217285158E-2</c:v>
                </c:pt>
                <c:pt idx="4261">
                  <c:v>3.7142372131347716E-3</c:v>
                </c:pt>
                <c:pt idx="4262">
                  <c:v>-1.0431060791015617E-2</c:v>
                </c:pt>
                <c:pt idx="4263">
                  <c:v>6.6416816711425672E-2</c:v>
                </c:pt>
                <c:pt idx="4264">
                  <c:v>5.1904392242431562E-2</c:v>
                </c:pt>
                <c:pt idx="4265">
                  <c:v>3.7391967773437437E-2</c:v>
                </c:pt>
                <c:pt idx="4266">
                  <c:v>6.2595748901367121E-3</c:v>
                </c:pt>
                <c:pt idx="4267">
                  <c:v>7.9359054565429177E-4</c:v>
                </c:pt>
                <c:pt idx="4268">
                  <c:v>-4.6723937988281282E-3</c:v>
                </c:pt>
                <c:pt idx="4269">
                  <c:v>-6.5881347656249999E-3</c:v>
                </c:pt>
                <c:pt idx="4270">
                  <c:v>3.1969127655029329E-2</c:v>
                </c:pt>
                <c:pt idx="4271">
                  <c:v>7.0526390075683676E-2</c:v>
                </c:pt>
                <c:pt idx="4272">
                  <c:v>2.0602912902832029E-2</c:v>
                </c:pt>
                <c:pt idx="4273">
                  <c:v>2.8922538757324173E-2</c:v>
                </c:pt>
                <c:pt idx="4274">
                  <c:v>3.7242164611816321E-2</c:v>
                </c:pt>
                <c:pt idx="4275">
                  <c:v>3.3458862304687441E-2</c:v>
                </c:pt>
                <c:pt idx="4276">
                  <c:v>2.987216949462888E-2</c:v>
                </c:pt>
                <c:pt idx="4277">
                  <c:v>2.6285476684570319E-2</c:v>
                </c:pt>
                <c:pt idx="4278">
                  <c:v>4.6024017333984479E-2</c:v>
                </c:pt>
                <c:pt idx="4279">
                  <c:v>2.0731830596923885E-2</c:v>
                </c:pt>
                <c:pt idx="4280">
                  <c:v>-4.5603561401367119E-3</c:v>
                </c:pt>
                <c:pt idx="4281">
                  <c:v>-5.9494400024414163E-3</c:v>
                </c:pt>
                <c:pt idx="4282">
                  <c:v>1.7159099578857372E-2</c:v>
                </c:pt>
                <c:pt idx="4283">
                  <c:v>4.0267639160156153E-2</c:v>
                </c:pt>
                <c:pt idx="4284">
                  <c:v>-1.0473175048828129E-2</c:v>
                </c:pt>
                <c:pt idx="4285">
                  <c:v>8.8924026489257783E-3</c:v>
                </c:pt>
                <c:pt idx="4286">
                  <c:v>2.825798034667968E-2</c:v>
                </c:pt>
                <c:pt idx="4287">
                  <c:v>-6.2620925903320319E-3</c:v>
                </c:pt>
                <c:pt idx="4288">
                  <c:v>-7.2106361389160153E-3</c:v>
                </c:pt>
                <c:pt idx="4289">
                  <c:v>-8.1591796875000004E-3</c:v>
                </c:pt>
                <c:pt idx="4290">
                  <c:v>3.3141860961914162E-2</c:v>
                </c:pt>
                <c:pt idx="4291">
                  <c:v>9.1348457336426284E-3</c:v>
                </c:pt>
                <c:pt idx="4292">
                  <c:v>-1.4872169494628905E-2</c:v>
                </c:pt>
                <c:pt idx="4293">
                  <c:v>7.9528427124023523E-3</c:v>
                </c:pt>
                <c:pt idx="4294">
                  <c:v>2.1992053985595696E-2</c:v>
                </c:pt>
                <c:pt idx="4295">
                  <c:v>3.6031265258789039E-2</c:v>
                </c:pt>
                <c:pt idx="4296">
                  <c:v>2.150093078613281E-2</c:v>
                </c:pt>
                <c:pt idx="4297">
                  <c:v>4.3483829498290986E-2</c:v>
                </c:pt>
                <c:pt idx="4298">
                  <c:v>6.5466728210449202E-2</c:v>
                </c:pt>
                <c:pt idx="4299">
                  <c:v>3.4944419860839834E-2</c:v>
                </c:pt>
                <c:pt idx="4300">
                  <c:v>1.3547229766845695E-2</c:v>
                </c:pt>
                <c:pt idx="4301">
                  <c:v>-7.8499603271484468E-3</c:v>
                </c:pt>
                <c:pt idx="4302">
                  <c:v>-8.9143753051757878E-3</c:v>
                </c:pt>
                <c:pt idx="4303">
                  <c:v>-9.9787902832031272E-3</c:v>
                </c:pt>
                <c:pt idx="4304">
                  <c:v>1.477352142333984E-2</c:v>
                </c:pt>
                <c:pt idx="4305">
                  <c:v>1.9040966033935545E-2</c:v>
                </c:pt>
                <c:pt idx="4306">
                  <c:v>2.3308410644531256E-2</c:v>
                </c:pt>
                <c:pt idx="4307">
                  <c:v>-1.3587799072265616E-2</c:v>
                </c:pt>
                <c:pt idx="4308">
                  <c:v>1.7192401885986308E-2</c:v>
                </c:pt>
                <c:pt idx="4309">
                  <c:v>4.7972602844238238E-2</c:v>
                </c:pt>
                <c:pt idx="4310">
                  <c:v>3.6382942199706954E-2</c:v>
                </c:pt>
                <c:pt idx="4311">
                  <c:v>2.8232059478759734E-2</c:v>
                </c:pt>
                <c:pt idx="4312">
                  <c:v>2.0081176757812513E-2</c:v>
                </c:pt>
                <c:pt idx="4313">
                  <c:v>6.083564758300776E-3</c:v>
                </c:pt>
                <c:pt idx="4314">
                  <c:v>1.6422557830810546E-2</c:v>
                </c:pt>
                <c:pt idx="4315">
                  <c:v>2.676155090332032E-2</c:v>
                </c:pt>
                <c:pt idx="4316">
                  <c:v>-9.7460174560546793E-3</c:v>
                </c:pt>
                <c:pt idx="4317">
                  <c:v>1.3398571014404342E-2</c:v>
                </c:pt>
                <c:pt idx="4318">
                  <c:v>3.6543159484863356E-2</c:v>
                </c:pt>
                <c:pt idx="4319">
                  <c:v>2.690700531005856E-2</c:v>
                </c:pt>
                <c:pt idx="4320">
                  <c:v>4.1723957061767514E-2</c:v>
                </c:pt>
                <c:pt idx="4321">
                  <c:v>5.6540908813476481E-2</c:v>
                </c:pt>
                <c:pt idx="4322">
                  <c:v>1.0318908691406257E-2</c:v>
                </c:pt>
                <c:pt idx="4323">
                  <c:v>1.2095890045166015E-2</c:v>
                </c:pt>
                <c:pt idx="4324">
                  <c:v>1.3872871398925776E-2</c:v>
                </c:pt>
                <c:pt idx="4325">
                  <c:v>2.2319526672363286E-2</c:v>
                </c:pt>
                <c:pt idx="4326">
                  <c:v>0.2924100470542908</c:v>
                </c:pt>
                <c:pt idx="4327">
                  <c:v>-1.5581474304199225E-2</c:v>
                </c:pt>
                <c:pt idx="4328">
                  <c:v>4.3391418457031285E-3</c:v>
                </c:pt>
                <c:pt idx="4329">
                  <c:v>3.3875083923339815E-2</c:v>
                </c:pt>
                <c:pt idx="4330">
                  <c:v>6.3411026000976478E-2</c:v>
                </c:pt>
                <c:pt idx="4331">
                  <c:v>2.443176269531256E-2</c:v>
                </c:pt>
                <c:pt idx="4332">
                  <c:v>3.8622150421142636E-2</c:v>
                </c:pt>
                <c:pt idx="4333">
                  <c:v>5.2812538146972718E-2</c:v>
                </c:pt>
                <c:pt idx="4334">
                  <c:v>-4.733161926269519E-3</c:v>
                </c:pt>
                <c:pt idx="4335">
                  <c:v>-8.7231445312499992E-3</c:v>
                </c:pt>
                <c:pt idx="4336">
                  <c:v>-1.2713127136230479E-2</c:v>
                </c:pt>
                <c:pt idx="4337">
                  <c:v>-1.2898063659667969E-2</c:v>
                </c:pt>
                <c:pt idx="4338">
                  <c:v>3.5331344604492259E-3</c:v>
                </c:pt>
                <c:pt idx="4339">
                  <c:v>1.9964332580566416E-2</c:v>
                </c:pt>
                <c:pt idx="4340">
                  <c:v>7.7548027038574314E-3</c:v>
                </c:pt>
                <c:pt idx="4341">
                  <c:v>-4.4547271728515511E-3</c:v>
                </c:pt>
                <c:pt idx="4342">
                  <c:v>-3.460807800292968E-3</c:v>
                </c:pt>
                <c:pt idx="4343">
                  <c:v>2.9855918884277327E-2</c:v>
                </c:pt>
                <c:pt idx="4344">
                  <c:v>6.3172645568847607E-2</c:v>
                </c:pt>
                <c:pt idx="4345">
                  <c:v>7.5544853210449209E-2</c:v>
                </c:pt>
                <c:pt idx="4346">
                  <c:v>5.7167415618896517E-2</c:v>
                </c:pt>
                <c:pt idx="4347">
                  <c:v>3.8789978027343845E-2</c:v>
                </c:pt>
                <c:pt idx="4348">
                  <c:v>-9.5101547241210945E-3</c:v>
                </c:pt>
                <c:pt idx="4349">
                  <c:v>6.3652038574218738E-3</c:v>
                </c:pt>
                <c:pt idx="4350">
                  <c:v>2.2240562438964839E-2</c:v>
                </c:pt>
                <c:pt idx="4351">
                  <c:v>3.2751846313476478E-3</c:v>
                </c:pt>
                <c:pt idx="4352">
                  <c:v>1.7457675933837864E-2</c:v>
                </c:pt>
                <c:pt idx="4353">
                  <c:v>3.1640167236328079E-2</c:v>
                </c:pt>
                <c:pt idx="4354">
                  <c:v>-1.3428382873535158E-2</c:v>
                </c:pt>
                <c:pt idx="4355">
                  <c:v>3.4253826141357434E-2</c:v>
                </c:pt>
                <c:pt idx="4356">
                  <c:v>8.1936035156250003E-2</c:v>
                </c:pt>
                <c:pt idx="4357">
                  <c:v>-1.1961479187011712E-2</c:v>
                </c:pt>
                <c:pt idx="4358">
                  <c:v>-6.3319015502929649E-3</c:v>
                </c:pt>
                <c:pt idx="4359">
                  <c:v>-7.0232391357421913E-4</c:v>
                </c:pt>
                <c:pt idx="4360">
                  <c:v>6.8925933837890641E-2</c:v>
                </c:pt>
                <c:pt idx="4361">
                  <c:v>2.8067321777343765E-2</c:v>
                </c:pt>
                <c:pt idx="4362">
                  <c:v>-1.2791290283203128E-2</c:v>
                </c:pt>
                <c:pt idx="4363">
                  <c:v>4.9944190979003995E-2</c:v>
                </c:pt>
                <c:pt idx="4364">
                  <c:v>2.0203456878662159E-2</c:v>
                </c:pt>
                <c:pt idx="4365">
                  <c:v>-9.5372772216796783E-3</c:v>
                </c:pt>
                <c:pt idx="4366">
                  <c:v>5.7749061584472718E-2</c:v>
                </c:pt>
                <c:pt idx="4367">
                  <c:v>2.1717224121093781E-2</c:v>
                </c:pt>
                <c:pt idx="4368">
                  <c:v>-1.4314613342285159E-2</c:v>
                </c:pt>
                <c:pt idx="4369">
                  <c:v>6.8446197509765522E-2</c:v>
                </c:pt>
                <c:pt idx="4370">
                  <c:v>3.435750961303706E-2</c:v>
                </c:pt>
                <c:pt idx="4371">
                  <c:v>2.6882171630859358E-4</c:v>
                </c:pt>
                <c:pt idx="4372">
                  <c:v>-9.2460250854492238E-3</c:v>
                </c:pt>
                <c:pt idx="4373">
                  <c:v>1.0769748687744107E-2</c:v>
                </c:pt>
                <c:pt idx="4374">
                  <c:v>3.078552246093744E-2</c:v>
                </c:pt>
                <c:pt idx="4375">
                  <c:v>-6.2291336059570315E-3</c:v>
                </c:pt>
                <c:pt idx="4376">
                  <c:v>-6.7532730102539034E-3</c:v>
                </c:pt>
                <c:pt idx="4377">
                  <c:v>-7.2774124145507761E-3</c:v>
                </c:pt>
                <c:pt idx="4378">
                  <c:v>1.2792205810546929E-2</c:v>
                </c:pt>
                <c:pt idx="4379">
                  <c:v>3.2861824035644638E-2</c:v>
                </c:pt>
                <c:pt idx="4380">
                  <c:v>-1.5173721313476551E-3</c:v>
                </c:pt>
                <c:pt idx="4381">
                  <c:v>1.4154224395751971E-2</c:v>
                </c:pt>
                <c:pt idx="4382">
                  <c:v>2.9825820922851597E-2</c:v>
                </c:pt>
                <c:pt idx="4383">
                  <c:v>-7.3513412475585838E-3</c:v>
                </c:pt>
                <c:pt idx="4384">
                  <c:v>-8.584442138671872E-3</c:v>
                </c:pt>
                <c:pt idx="4385">
                  <c:v>-9.8175430297851585E-3</c:v>
                </c:pt>
                <c:pt idx="4386">
                  <c:v>4.1186370849609362E-2</c:v>
                </c:pt>
                <c:pt idx="4387">
                  <c:v>3.9886436462402274E-2</c:v>
                </c:pt>
                <c:pt idx="4388">
                  <c:v>3.8586502075195199E-2</c:v>
                </c:pt>
                <c:pt idx="4389">
                  <c:v>2.7084732055664158E-3</c:v>
                </c:pt>
                <c:pt idx="4390">
                  <c:v>2.7008056640625045E-2</c:v>
                </c:pt>
                <c:pt idx="4391">
                  <c:v>5.1307640075683676E-2</c:v>
                </c:pt>
                <c:pt idx="4392">
                  <c:v>1.6401672363281256E-3</c:v>
                </c:pt>
                <c:pt idx="4393">
                  <c:v>1.7691135406494144E-2</c:v>
                </c:pt>
                <c:pt idx="4394">
                  <c:v>3.374210357666016E-2</c:v>
                </c:pt>
                <c:pt idx="4395">
                  <c:v>1.4240570068359383E-2</c:v>
                </c:pt>
                <c:pt idx="4396">
                  <c:v>2.2568206787109375E-2</c:v>
                </c:pt>
                <c:pt idx="4397">
                  <c:v>3.0895843505859361E-2</c:v>
                </c:pt>
                <c:pt idx="4398">
                  <c:v>7.814712524414064E-3</c:v>
                </c:pt>
                <c:pt idx="4399">
                  <c:v>1.2514228820800787E-2</c:v>
                </c:pt>
                <c:pt idx="4400">
                  <c:v>1.7213745117187512E-2</c:v>
                </c:pt>
                <c:pt idx="4401">
                  <c:v>5.8275146484375116E-2</c:v>
                </c:pt>
                <c:pt idx="4402">
                  <c:v>3.6211967468261781E-2</c:v>
                </c:pt>
                <c:pt idx="4403">
                  <c:v>1.4148788452148446E-2</c:v>
                </c:pt>
                <c:pt idx="4404">
                  <c:v>6.9394798278808553E-2</c:v>
                </c:pt>
                <c:pt idx="4405">
                  <c:v>5.1606159210205074E-2</c:v>
                </c:pt>
                <c:pt idx="4406">
                  <c:v>3.3817520141601602E-2</c:v>
                </c:pt>
                <c:pt idx="4407">
                  <c:v>-6.1269378662109353E-3</c:v>
                </c:pt>
                <c:pt idx="4408">
                  <c:v>1.2902355194091851E-2</c:v>
                </c:pt>
                <c:pt idx="4409">
                  <c:v>3.1931648254394637E-2</c:v>
                </c:pt>
                <c:pt idx="4410">
                  <c:v>-6.0153579711914162E-3</c:v>
                </c:pt>
                <c:pt idx="4411">
                  <c:v>-7.6673126220703205E-3</c:v>
                </c:pt>
                <c:pt idx="4412">
                  <c:v>-9.3192672729492231E-3</c:v>
                </c:pt>
                <c:pt idx="4413">
                  <c:v>2.0526466369628901E-2</c:v>
                </c:pt>
                <c:pt idx="4414">
                  <c:v>1.9882907867431642E-2</c:v>
                </c:pt>
                <c:pt idx="4415">
                  <c:v>1.9239349365234384E-2</c:v>
                </c:pt>
                <c:pt idx="4416">
                  <c:v>-1.0833435058593743E-2</c:v>
                </c:pt>
                <c:pt idx="4417">
                  <c:v>3.8087081909179703E-3</c:v>
                </c:pt>
                <c:pt idx="4418">
                  <c:v>1.845085144042968E-2</c:v>
                </c:pt>
                <c:pt idx="4419">
                  <c:v>1.0091171264648447E-2</c:v>
                </c:pt>
                <c:pt idx="4420">
                  <c:v>-7.6091766357421192E-4</c:v>
                </c:pt>
                <c:pt idx="4421">
                  <c:v>-1.1613006591796871E-2</c:v>
                </c:pt>
                <c:pt idx="4422">
                  <c:v>2.3809204101562512E-2</c:v>
                </c:pt>
                <c:pt idx="4423">
                  <c:v>1.021471023559571E-2</c:v>
                </c:pt>
                <c:pt idx="4424">
                  <c:v>-3.3797836303710955E-3</c:v>
                </c:pt>
                <c:pt idx="4425">
                  <c:v>1.8193473815917967E-2</c:v>
                </c:pt>
                <c:pt idx="4426">
                  <c:v>3.9769535064697221E-2</c:v>
                </c:pt>
                <c:pt idx="4427">
                  <c:v>6.1345596313476483E-2</c:v>
                </c:pt>
                <c:pt idx="4428">
                  <c:v>-2.5552368164062558E-3</c:v>
                </c:pt>
                <c:pt idx="4429">
                  <c:v>6.8623352050781279E-3</c:v>
                </c:pt>
                <c:pt idx="4430">
                  <c:v>1.6279907226562512E-2</c:v>
                </c:pt>
                <c:pt idx="4431">
                  <c:v>2.6700210571289039E-3</c:v>
                </c:pt>
                <c:pt idx="4432">
                  <c:v>8.5228729248046919E-3</c:v>
                </c:pt>
                <c:pt idx="4433">
                  <c:v>1.437572479248048E-2</c:v>
                </c:pt>
                <c:pt idx="4434">
                  <c:v>6.5390968322753974E-3</c:v>
                </c:pt>
                <c:pt idx="4435">
                  <c:v>-1.2975311279296872E-3</c:v>
                </c:pt>
                <c:pt idx="4436">
                  <c:v>-6.5289688110351605E-3</c:v>
                </c:pt>
                <c:pt idx="4437">
                  <c:v>3.840522766113276E-3</c:v>
                </c:pt>
                <c:pt idx="4438">
                  <c:v>1.4210014343261711E-2</c:v>
                </c:pt>
                <c:pt idx="4439">
                  <c:v>2.2971839904785157E-2</c:v>
                </c:pt>
                <c:pt idx="4440">
                  <c:v>1.69720458984375E-2</c:v>
                </c:pt>
                <c:pt idx="4441">
                  <c:v>1.097225189208984E-2</c:v>
                </c:pt>
                <c:pt idx="4442">
                  <c:v>4.7493896484375117E-2</c:v>
                </c:pt>
                <c:pt idx="4443">
                  <c:v>3.0081310272216836E-2</c:v>
                </c:pt>
                <c:pt idx="4444">
                  <c:v>1.2668724060058584E-2</c:v>
                </c:pt>
                <c:pt idx="4445">
                  <c:v>1.7866859436035158E-2</c:v>
                </c:pt>
                <c:pt idx="4446">
                  <c:v>2.157491683959966E-2</c:v>
                </c:pt>
                <c:pt idx="4447">
                  <c:v>2.5282974243164159E-2</c:v>
                </c:pt>
                <c:pt idx="4448">
                  <c:v>7.2084846496582075E-2</c:v>
                </c:pt>
                <c:pt idx="4449">
                  <c:v>4.4313411712646515E-2</c:v>
                </c:pt>
                <c:pt idx="4450">
                  <c:v>1.6541976928710938E-2</c:v>
                </c:pt>
                <c:pt idx="4451">
                  <c:v>3.9275779724121121E-2</c:v>
                </c:pt>
                <c:pt idx="4452">
                  <c:v>2.0660247802734389E-2</c:v>
                </c:pt>
                <c:pt idx="4453">
                  <c:v>2.0447158813476549E-3</c:v>
                </c:pt>
                <c:pt idx="4454">
                  <c:v>-1.0438041687011712E-2</c:v>
                </c:pt>
                <c:pt idx="4455">
                  <c:v>1.3639755249023423E-2</c:v>
                </c:pt>
                <c:pt idx="4456">
                  <c:v>3.771755218505856E-2</c:v>
                </c:pt>
                <c:pt idx="4457">
                  <c:v>-9.3346023559570303E-3</c:v>
                </c:pt>
                <c:pt idx="4458">
                  <c:v>-1.0863132476806644E-2</c:v>
                </c:pt>
                <c:pt idx="4459">
                  <c:v>-1.2391662597656256E-2</c:v>
                </c:pt>
                <c:pt idx="4460">
                  <c:v>3.6256484985351604E-2</c:v>
                </c:pt>
                <c:pt idx="4461">
                  <c:v>1.2220630645751976E-2</c:v>
                </c:pt>
                <c:pt idx="4462">
                  <c:v>-1.1815223693847647E-2</c:v>
                </c:pt>
                <c:pt idx="4463">
                  <c:v>-7.0235824584960957E-3</c:v>
                </c:pt>
                <c:pt idx="4464">
                  <c:v>3.698638916015623E-2</c:v>
                </c:pt>
                <c:pt idx="4465">
                  <c:v>8.0996360778808549E-2</c:v>
                </c:pt>
                <c:pt idx="4466">
                  <c:v>-1.3780174255371095E-2</c:v>
                </c:pt>
                <c:pt idx="4467">
                  <c:v>1.5953292846679692E-2</c:v>
                </c:pt>
                <c:pt idx="4468">
                  <c:v>4.5686759948730483E-2</c:v>
                </c:pt>
                <c:pt idx="4469">
                  <c:v>-1.3409957885742192E-2</c:v>
                </c:pt>
                <c:pt idx="4470">
                  <c:v>8.3030319213866638E-3</c:v>
                </c:pt>
                <c:pt idx="4471">
                  <c:v>3.0016021728515516E-2</c:v>
                </c:pt>
                <c:pt idx="4472">
                  <c:v>-8.5768890380859362E-3</c:v>
                </c:pt>
                <c:pt idx="4473">
                  <c:v>-6.5542030334472595E-3</c:v>
                </c:pt>
                <c:pt idx="4474">
                  <c:v>-4.5315170288085837E-3</c:v>
                </c:pt>
                <c:pt idx="4475">
                  <c:v>3.5322875976562557E-2</c:v>
                </c:pt>
                <c:pt idx="4476">
                  <c:v>1.0833721160888696E-2</c:v>
                </c:pt>
                <c:pt idx="4477">
                  <c:v>-1.365543365478516E-2</c:v>
                </c:pt>
                <c:pt idx="4478">
                  <c:v>3.5389251708984479E-2</c:v>
                </c:pt>
                <c:pt idx="4479">
                  <c:v>1.7076759338378957E-2</c:v>
                </c:pt>
                <c:pt idx="4480">
                  <c:v>-1.2357330322265616E-3</c:v>
                </c:pt>
                <c:pt idx="4481">
                  <c:v>9.3186950683593825E-3</c:v>
                </c:pt>
                <c:pt idx="4482">
                  <c:v>3.1311664581298818E-2</c:v>
                </c:pt>
                <c:pt idx="4483">
                  <c:v>5.3304634094238239E-2</c:v>
                </c:pt>
                <c:pt idx="4484">
                  <c:v>1.9248962402343745E-4</c:v>
                </c:pt>
                <c:pt idx="4485">
                  <c:v>9.6719169616699269E-3</c:v>
                </c:pt>
                <c:pt idx="4486">
                  <c:v>1.9151344299316416E-2</c:v>
                </c:pt>
                <c:pt idx="4487">
                  <c:v>6.8155860900878992E-3</c:v>
                </c:pt>
                <c:pt idx="4488">
                  <c:v>-5.520172119140616E-3</c:v>
                </c:pt>
                <c:pt idx="4489">
                  <c:v>2.7508049011230478E-2</c:v>
                </c:pt>
                <c:pt idx="4490">
                  <c:v>3.85540580749512E-2</c:v>
                </c:pt>
                <c:pt idx="4491">
                  <c:v>4.9600067138671919E-2</c:v>
                </c:pt>
                <c:pt idx="4492">
                  <c:v>1.4969215393066415E-2</c:v>
                </c:pt>
                <c:pt idx="4493">
                  <c:v>1.0670471191406256E-2</c:v>
                </c:pt>
                <c:pt idx="4494">
                  <c:v>6.3717269897460961E-3</c:v>
                </c:pt>
                <c:pt idx="4495">
                  <c:v>3.5049133300781285E-2</c:v>
                </c:pt>
                <c:pt idx="4496">
                  <c:v>2.5169734954834006E-2</c:v>
                </c:pt>
                <c:pt idx="4497">
                  <c:v>1.5290336608886712E-2</c:v>
                </c:pt>
                <c:pt idx="4498">
                  <c:v>3.61405563354492E-2</c:v>
                </c:pt>
                <c:pt idx="4499">
                  <c:v>3.6714878082275394E-2</c:v>
                </c:pt>
                <c:pt idx="4500">
                  <c:v>3.7289199829101602E-2</c:v>
                </c:pt>
                <c:pt idx="4501">
                  <c:v>-8.8658523559570317E-3</c:v>
                </c:pt>
                <c:pt idx="4502">
                  <c:v>9.4696998596190841E-3</c:v>
                </c:pt>
                <c:pt idx="4503">
                  <c:v>2.78052520751952E-2</c:v>
                </c:pt>
                <c:pt idx="4504">
                  <c:v>4.2863159179687436E-2</c:v>
                </c:pt>
                <c:pt idx="4505">
                  <c:v>3.9289855957031279E-2</c:v>
                </c:pt>
                <c:pt idx="4506">
                  <c:v>3.5716552734375122E-2</c:v>
                </c:pt>
                <c:pt idx="4507">
                  <c:v>2.4024124145507759E-2</c:v>
                </c:pt>
                <c:pt idx="4508">
                  <c:v>4.2182350158691193E-3</c:v>
                </c:pt>
                <c:pt idx="4509">
                  <c:v>-1.5587654113769521E-2</c:v>
                </c:pt>
                <c:pt idx="4510">
                  <c:v>-7.4826049804687439E-3</c:v>
                </c:pt>
                <c:pt idx="4511">
                  <c:v>2.1245212554931666E-2</c:v>
                </c:pt>
                <c:pt idx="4512">
                  <c:v>4.9973030090332077E-2</c:v>
                </c:pt>
                <c:pt idx="4513">
                  <c:v>6.0013618469238236E-2</c:v>
                </c:pt>
                <c:pt idx="4514">
                  <c:v>2.9622116088867168E-2</c:v>
                </c:pt>
                <c:pt idx="4515">
                  <c:v>-7.6938629150390635E-4</c:v>
                </c:pt>
                <c:pt idx="4516">
                  <c:v>2.4733772277832081E-2</c:v>
                </c:pt>
                <c:pt idx="4517">
                  <c:v>2.1855697631835959E-2</c:v>
                </c:pt>
                <c:pt idx="4518">
                  <c:v>1.897762298583984E-2</c:v>
                </c:pt>
                <c:pt idx="4519">
                  <c:v>2.4835166931152401E-2</c:v>
                </c:pt>
                <c:pt idx="4520">
                  <c:v>3.1816062927246119E-2</c:v>
                </c:pt>
                <c:pt idx="4521">
                  <c:v>3.8796958923339835E-2</c:v>
                </c:pt>
                <c:pt idx="4522">
                  <c:v>2.4958877563476478E-2</c:v>
                </c:pt>
                <c:pt idx="4523">
                  <c:v>3.8841247558593715E-2</c:v>
                </c:pt>
                <c:pt idx="4524">
                  <c:v>5.2723617553710952E-2</c:v>
                </c:pt>
                <c:pt idx="4525">
                  <c:v>3.1348342895507759E-2</c:v>
                </c:pt>
                <c:pt idx="4526">
                  <c:v>3.2049579620361361E-2</c:v>
                </c:pt>
                <c:pt idx="4527">
                  <c:v>3.2750816345214956E-2</c:v>
                </c:pt>
                <c:pt idx="4528">
                  <c:v>3.3559684753417918E-2</c:v>
                </c:pt>
                <c:pt idx="4529">
                  <c:v>1.333631515502927E-2</c:v>
                </c:pt>
                <c:pt idx="4530">
                  <c:v>-6.887054443359384E-3</c:v>
                </c:pt>
                <c:pt idx="4531">
                  <c:v>-5.3572082519531281E-3</c:v>
                </c:pt>
                <c:pt idx="4532">
                  <c:v>1.4463672637939476E-2</c:v>
                </c:pt>
                <c:pt idx="4533">
                  <c:v>3.4284553527832079E-2</c:v>
                </c:pt>
                <c:pt idx="4534">
                  <c:v>-1.4265632629394519E-2</c:v>
                </c:pt>
                <c:pt idx="4535">
                  <c:v>-3.2431983947753878E-3</c:v>
                </c:pt>
                <c:pt idx="4536">
                  <c:v>7.779235839843743E-3</c:v>
                </c:pt>
                <c:pt idx="4537">
                  <c:v>-6.7767333984375113E-3</c:v>
                </c:pt>
                <c:pt idx="4538">
                  <c:v>-7.8763389587402383E-3</c:v>
                </c:pt>
                <c:pt idx="4539">
                  <c:v>-8.9759445190429679E-3</c:v>
                </c:pt>
                <c:pt idx="4540">
                  <c:v>1.6548042297363286E-2</c:v>
                </c:pt>
                <c:pt idx="4541">
                  <c:v>3.6848831176757879E-3</c:v>
                </c:pt>
                <c:pt idx="4542">
                  <c:v>-9.1782760620117126E-3</c:v>
                </c:pt>
                <c:pt idx="4543">
                  <c:v>1.7759799957275418E-2</c:v>
                </c:pt>
                <c:pt idx="4544">
                  <c:v>4.4697875976562558E-2</c:v>
                </c:pt>
                <c:pt idx="4545">
                  <c:v>7.0546073913574328E-2</c:v>
                </c:pt>
                <c:pt idx="4546">
                  <c:v>3.1222457885742239E-2</c:v>
                </c:pt>
                <c:pt idx="4547">
                  <c:v>-8.1011581420898406E-3</c:v>
                </c:pt>
                <c:pt idx="4548">
                  <c:v>2.8180847167968717E-2</c:v>
                </c:pt>
                <c:pt idx="4549">
                  <c:v>4.4677448272705075E-2</c:v>
                </c:pt>
                <c:pt idx="4550">
                  <c:v>6.1174049377441447E-2</c:v>
                </c:pt>
                <c:pt idx="4551">
                  <c:v>5.0676383972167921E-2</c:v>
                </c:pt>
                <c:pt idx="4552">
                  <c:v>3.397212982177733E-2</c:v>
                </c:pt>
                <c:pt idx="4553">
                  <c:v>1.7267875671386712E-2</c:v>
                </c:pt>
                <c:pt idx="4554">
                  <c:v>3.7233009338378878E-2</c:v>
                </c:pt>
                <c:pt idx="4555">
                  <c:v>3.7357521057128876E-2</c:v>
                </c:pt>
                <c:pt idx="4556">
                  <c:v>3.748203277587888E-2</c:v>
                </c:pt>
                <c:pt idx="4557">
                  <c:v>1.0761795043945321E-2</c:v>
                </c:pt>
                <c:pt idx="4558">
                  <c:v>1.9715023040771457E-2</c:v>
                </c:pt>
                <c:pt idx="4559">
                  <c:v>2.8668251037597597E-2</c:v>
                </c:pt>
                <c:pt idx="4560">
                  <c:v>2.6771049499511756E-2</c:v>
                </c:pt>
                <c:pt idx="4561">
                  <c:v>2.1238117218017605E-2</c:v>
                </c:pt>
                <c:pt idx="4562">
                  <c:v>1.5705184936523446E-2</c:v>
                </c:pt>
                <c:pt idx="4563">
                  <c:v>2.437168121337888E-2</c:v>
                </c:pt>
                <c:pt idx="4564">
                  <c:v>5.0741901397705076E-2</c:v>
                </c:pt>
                <c:pt idx="4565">
                  <c:v>7.7112121582031276E-2</c:v>
                </c:pt>
                <c:pt idx="4566">
                  <c:v>1.388248443603516E-2</c:v>
                </c:pt>
                <c:pt idx="4567">
                  <c:v>2.1888771057128938E-2</c:v>
                </c:pt>
                <c:pt idx="4568">
                  <c:v>2.9895057678222717E-2</c:v>
                </c:pt>
                <c:pt idx="4569">
                  <c:v>7.9232368469238243E-2</c:v>
                </c:pt>
                <c:pt idx="4570">
                  <c:v>3.6301231384277328E-2</c:v>
                </c:pt>
                <c:pt idx="4571">
                  <c:v>-6.6299057006835834E-3</c:v>
                </c:pt>
                <c:pt idx="4572">
                  <c:v>4.6911277770995997E-2</c:v>
                </c:pt>
                <c:pt idx="4573">
                  <c:v>4.8893051147460835E-2</c:v>
                </c:pt>
                <c:pt idx="4574">
                  <c:v>5.087482452392568E-2</c:v>
                </c:pt>
                <c:pt idx="4575">
                  <c:v>-1.0136947631835936E-2</c:v>
                </c:pt>
                <c:pt idx="4576">
                  <c:v>-7.2954940795898395E-3</c:v>
                </c:pt>
                <c:pt idx="4577">
                  <c:v>-4.4540405273437436E-3</c:v>
                </c:pt>
                <c:pt idx="4578">
                  <c:v>4.261596679687512E-2</c:v>
                </c:pt>
                <c:pt idx="4579">
                  <c:v>1.5951976776123106E-2</c:v>
                </c:pt>
                <c:pt idx="4580">
                  <c:v>-1.0712013244628903E-2</c:v>
                </c:pt>
                <c:pt idx="4581">
                  <c:v>-8.0529785156249999E-3</c:v>
                </c:pt>
                <c:pt idx="4582">
                  <c:v>2.0509185791015579E-2</c:v>
                </c:pt>
                <c:pt idx="4583">
                  <c:v>4.9071350097656154E-2</c:v>
                </c:pt>
                <c:pt idx="4584">
                  <c:v>2.0952758789062512E-2</c:v>
                </c:pt>
                <c:pt idx="4585">
                  <c:v>2.2407817840576178E-2</c:v>
                </c:pt>
                <c:pt idx="4586">
                  <c:v>2.3862876892089841E-2</c:v>
                </c:pt>
                <c:pt idx="4587">
                  <c:v>2.1272392272949223E-2</c:v>
                </c:pt>
                <c:pt idx="4588">
                  <c:v>2.7728462219238241E-2</c:v>
                </c:pt>
                <c:pt idx="4589">
                  <c:v>3.4184532165527276E-2</c:v>
                </c:pt>
                <c:pt idx="4590">
                  <c:v>3.3444900512695198E-2</c:v>
                </c:pt>
                <c:pt idx="4591">
                  <c:v>2.9426307678222598E-2</c:v>
                </c:pt>
                <c:pt idx="4592">
                  <c:v>2.5407714843749998E-2</c:v>
                </c:pt>
                <c:pt idx="4593">
                  <c:v>8.239311218261712E-2</c:v>
                </c:pt>
                <c:pt idx="4594">
                  <c:v>5.1345691680908183E-2</c:v>
                </c:pt>
                <c:pt idx="4595">
                  <c:v>2.0298271179199225E-2</c:v>
                </c:pt>
                <c:pt idx="4596">
                  <c:v>3.3700675964355359E-2</c:v>
                </c:pt>
                <c:pt idx="4597">
                  <c:v>3.9168777465820197E-2</c:v>
                </c:pt>
                <c:pt idx="4598">
                  <c:v>4.4636878967285042E-2</c:v>
                </c:pt>
                <c:pt idx="4599">
                  <c:v>3.0849952697753851E-2</c:v>
                </c:pt>
                <c:pt idx="4600">
                  <c:v>1.706302642822265E-2</c:v>
                </c:pt>
                <c:pt idx="4601">
                  <c:v>2.890502929687512E-2</c:v>
                </c:pt>
                <c:pt idx="4602">
                  <c:v>5.372257232666016E-2</c:v>
                </c:pt>
                <c:pt idx="4603">
                  <c:v>7.85401153564452E-2</c:v>
                </c:pt>
                <c:pt idx="4604">
                  <c:v>6.2506713867187425E-2</c:v>
                </c:pt>
                <c:pt idx="4605">
                  <c:v>5.0362014770507758E-2</c:v>
                </c:pt>
                <c:pt idx="4606">
                  <c:v>3.8217315673828078E-2</c:v>
                </c:pt>
                <c:pt idx="4607">
                  <c:v>-1.0046882629394519E-2</c:v>
                </c:pt>
                <c:pt idx="4608">
                  <c:v>-7.028503417968744E-3</c:v>
                </c:pt>
                <c:pt idx="4609">
                  <c:v>-4.010124206542968E-3</c:v>
                </c:pt>
                <c:pt idx="4610">
                  <c:v>2.5395927429199199E-2</c:v>
                </c:pt>
                <c:pt idx="4611">
                  <c:v>3.2682952880859359E-2</c:v>
                </c:pt>
                <c:pt idx="4612">
                  <c:v>3.9969978332519515E-2</c:v>
                </c:pt>
                <c:pt idx="4613">
                  <c:v>2.6687164306640639E-2</c:v>
                </c:pt>
                <c:pt idx="4614">
                  <c:v>9.1699218750000144E-3</c:v>
                </c:pt>
                <c:pt idx="4615">
                  <c:v>-8.3473205566406156E-3</c:v>
                </c:pt>
                <c:pt idx="4616">
                  <c:v>-1.0364913940429678E-3</c:v>
                </c:pt>
                <c:pt idx="4617">
                  <c:v>1.5315456390380915E-2</c:v>
                </c:pt>
                <c:pt idx="4618">
                  <c:v>3.1667404174804799E-2</c:v>
                </c:pt>
                <c:pt idx="4619">
                  <c:v>1.7527999877929679E-2</c:v>
                </c:pt>
                <c:pt idx="4620">
                  <c:v>3.1064357757568318E-2</c:v>
                </c:pt>
                <c:pt idx="4621">
                  <c:v>4.4600715637206953E-2</c:v>
                </c:pt>
                <c:pt idx="4622">
                  <c:v>-1.1101455688476551E-2</c:v>
                </c:pt>
                <c:pt idx="4623">
                  <c:v>2.0673751831054688E-4</c:v>
                </c:pt>
                <c:pt idx="4624">
                  <c:v>1.1514930725097648E-2</c:v>
                </c:pt>
                <c:pt idx="4625">
                  <c:v>3.026481628417968E-2</c:v>
                </c:pt>
                <c:pt idx="4626">
                  <c:v>3.9077339172363237E-2</c:v>
                </c:pt>
                <c:pt idx="4627">
                  <c:v>4.7889862060546802E-2</c:v>
                </c:pt>
                <c:pt idx="4628">
                  <c:v>2.9094314575195197E-3</c:v>
                </c:pt>
                <c:pt idx="4629">
                  <c:v>2.6342811584472599E-2</c:v>
                </c:pt>
                <c:pt idx="4630">
                  <c:v>4.977619171142568E-2</c:v>
                </c:pt>
                <c:pt idx="4631">
                  <c:v>2.9305229187011759E-2</c:v>
                </c:pt>
                <c:pt idx="4632">
                  <c:v>1.7301807403564472E-2</c:v>
                </c:pt>
                <c:pt idx="4633">
                  <c:v>5.2983856201171912E-3</c:v>
                </c:pt>
                <c:pt idx="4634">
                  <c:v>3.2360000610351602E-2</c:v>
                </c:pt>
                <c:pt idx="4635">
                  <c:v>1.0134258270263688E-2</c:v>
                </c:pt>
                <c:pt idx="4636">
                  <c:v>-1.2091484069824224E-2</c:v>
                </c:pt>
                <c:pt idx="4637">
                  <c:v>4.692958831787112E-2</c:v>
                </c:pt>
                <c:pt idx="4638">
                  <c:v>2.6959991455078151E-2</c:v>
                </c:pt>
                <c:pt idx="4639">
                  <c:v>6.9903945922851598E-3</c:v>
                </c:pt>
                <c:pt idx="4640">
                  <c:v>2.6740379333496E-2</c:v>
                </c:pt>
                <c:pt idx="4641">
                  <c:v>9.0519332885741748E-3</c:v>
                </c:pt>
                <c:pt idx="4642">
                  <c:v>-8.6365127563476484E-3</c:v>
                </c:pt>
                <c:pt idx="4643">
                  <c:v>3.895294189453128E-2</c:v>
                </c:pt>
                <c:pt idx="4644">
                  <c:v>4.9528999328613238E-2</c:v>
                </c:pt>
                <c:pt idx="4645">
                  <c:v>6.0105056762695203E-2</c:v>
                </c:pt>
                <c:pt idx="4646">
                  <c:v>4.670871734619144E-2</c:v>
                </c:pt>
                <c:pt idx="4647">
                  <c:v>4.1806869506835959E-2</c:v>
                </c:pt>
                <c:pt idx="4648">
                  <c:v>3.6905021667480484E-2</c:v>
                </c:pt>
                <c:pt idx="4649">
                  <c:v>-1.6820983886718741E-2</c:v>
                </c:pt>
                <c:pt idx="4650">
                  <c:v>-1.432491302490234E-2</c:v>
                </c:pt>
                <c:pt idx="4651">
                  <c:v>-1.1828842163085936E-2</c:v>
                </c:pt>
                <c:pt idx="4652">
                  <c:v>7.2714042663574339E-3</c:v>
                </c:pt>
                <c:pt idx="4653">
                  <c:v>2.6371650695800799E-2</c:v>
                </c:pt>
                <c:pt idx="4654">
                  <c:v>5.5875091552734478E-2</c:v>
                </c:pt>
                <c:pt idx="4655">
                  <c:v>6.4256343841552793E-2</c:v>
                </c:pt>
                <c:pt idx="4656">
                  <c:v>7.2637596130371115E-2</c:v>
                </c:pt>
                <c:pt idx="4657">
                  <c:v>9.5681762695312561E-3</c:v>
                </c:pt>
                <c:pt idx="4658">
                  <c:v>7.6821899414062566E-3</c:v>
                </c:pt>
                <c:pt idx="4659">
                  <c:v>5.7962036132812554E-3</c:v>
                </c:pt>
                <c:pt idx="4660">
                  <c:v>3.3518600463867121E-3</c:v>
                </c:pt>
                <c:pt idx="4661">
                  <c:v>1.5870952606201111E-2</c:v>
                </c:pt>
                <c:pt idx="4662">
                  <c:v>2.8390045166015516E-2</c:v>
                </c:pt>
                <c:pt idx="4663">
                  <c:v>-1.4635391235351552E-2</c:v>
                </c:pt>
                <c:pt idx="4664">
                  <c:v>-7.6045989990234221E-4</c:v>
                </c:pt>
                <c:pt idx="4665">
                  <c:v>1.3114471435546872E-2</c:v>
                </c:pt>
                <c:pt idx="4666">
                  <c:v>1.5002746582031256E-2</c:v>
                </c:pt>
                <c:pt idx="4667">
                  <c:v>6.4785003662109553E-4</c:v>
                </c:pt>
                <c:pt idx="4668">
                  <c:v>-1.3707046508789063E-2</c:v>
                </c:pt>
                <c:pt idx="4669">
                  <c:v>5.4514389038085836E-2</c:v>
                </c:pt>
                <c:pt idx="4670">
                  <c:v>4.1085548400878878E-2</c:v>
                </c:pt>
                <c:pt idx="4671">
                  <c:v>2.765670776367192E-2</c:v>
                </c:pt>
                <c:pt idx="4672">
                  <c:v>3.7756233215332079E-2</c:v>
                </c:pt>
                <c:pt idx="4673">
                  <c:v>2.7158660888671894E-2</c:v>
                </c:pt>
                <c:pt idx="4674">
                  <c:v>1.6561088562011713E-2</c:v>
                </c:pt>
                <c:pt idx="4675">
                  <c:v>2.6718864440917919E-2</c:v>
                </c:pt>
                <c:pt idx="4676">
                  <c:v>2.5614967346191439E-2</c:v>
                </c:pt>
                <c:pt idx="4677">
                  <c:v>2.4511070251464959E-2</c:v>
                </c:pt>
                <c:pt idx="4678">
                  <c:v>2.4725990295410158E-2</c:v>
                </c:pt>
                <c:pt idx="4679">
                  <c:v>2.3933429718017579E-2</c:v>
                </c:pt>
                <c:pt idx="4680">
                  <c:v>2.3140869140624999E-2</c:v>
                </c:pt>
                <c:pt idx="4681">
                  <c:v>-1.1449470520019519E-2</c:v>
                </c:pt>
                <c:pt idx="4682">
                  <c:v>-4.5314598083496024E-3</c:v>
                </c:pt>
                <c:pt idx="4683">
                  <c:v>2.386550903320313E-3</c:v>
                </c:pt>
                <c:pt idx="4684">
                  <c:v>-1.0402793884277351E-2</c:v>
                </c:pt>
                <c:pt idx="4685">
                  <c:v>2.7532939910888735E-2</c:v>
                </c:pt>
                <c:pt idx="4686">
                  <c:v>6.5468673706054789E-2</c:v>
                </c:pt>
                <c:pt idx="4687">
                  <c:v>7.9493179321289034E-2</c:v>
                </c:pt>
                <c:pt idx="4688">
                  <c:v>5.65932655334472E-2</c:v>
                </c:pt>
                <c:pt idx="4689">
                  <c:v>3.3693351745605359E-2</c:v>
                </c:pt>
                <c:pt idx="4690">
                  <c:v>3.6730842590332075E-2</c:v>
                </c:pt>
                <c:pt idx="4691">
                  <c:v>4.415376663208008E-2</c:v>
                </c:pt>
                <c:pt idx="4692">
                  <c:v>5.1576690673828078E-2</c:v>
                </c:pt>
                <c:pt idx="4693">
                  <c:v>3.5179023742675682E-2</c:v>
                </c:pt>
                <c:pt idx="4694">
                  <c:v>3.744461059570308E-2</c:v>
                </c:pt>
                <c:pt idx="4695">
                  <c:v>3.9710197448730479E-2</c:v>
                </c:pt>
                <c:pt idx="4696">
                  <c:v>4.8649520874023515E-2</c:v>
                </c:pt>
                <c:pt idx="4697">
                  <c:v>6.3346138000488356E-2</c:v>
                </c:pt>
                <c:pt idx="4698">
                  <c:v>7.8042755126953203E-2</c:v>
                </c:pt>
                <c:pt idx="4699">
                  <c:v>7.2902297973632879E-3</c:v>
                </c:pt>
                <c:pt idx="4700">
                  <c:v>-1.7116928100585971E-3</c:v>
                </c:pt>
                <c:pt idx="4701">
                  <c:v>-1.071361541748048E-2</c:v>
                </c:pt>
                <c:pt idx="4702">
                  <c:v>1.399852752685548E-2</c:v>
                </c:pt>
                <c:pt idx="4703">
                  <c:v>7.3981475830078173E-3</c:v>
                </c:pt>
                <c:pt idx="4704">
                  <c:v>7.9776763916015515E-4</c:v>
                </c:pt>
                <c:pt idx="4705">
                  <c:v>2.6440887451171919E-2</c:v>
                </c:pt>
                <c:pt idx="4706">
                  <c:v>1.0095977783203151E-2</c:v>
                </c:pt>
                <c:pt idx="4707">
                  <c:v>-6.2489318847656159E-3</c:v>
                </c:pt>
                <c:pt idx="4708">
                  <c:v>4.2719650268554675E-3</c:v>
                </c:pt>
                <c:pt idx="4709">
                  <c:v>1.4792861938476553E-2</c:v>
                </c:pt>
                <c:pt idx="4710">
                  <c:v>0.33170072972774522</c:v>
                </c:pt>
                <c:pt idx="4711">
                  <c:v>0.3297287615607768</c:v>
                </c:pt>
                <c:pt idx="4712">
                  <c:v>0.29122125409506816</c:v>
                </c:pt>
                <c:pt idx="4713">
                  <c:v>-1.476081848144532E-2</c:v>
                </c:pt>
                <c:pt idx="4714">
                  <c:v>2.33871459960937E-3</c:v>
                </c:pt>
                <c:pt idx="4715">
                  <c:v>1.9438247680664062E-2</c:v>
                </c:pt>
                <c:pt idx="4716">
                  <c:v>3.9607200622558562E-2</c:v>
                </c:pt>
                <c:pt idx="4717">
                  <c:v>3.1795063018798822E-2</c:v>
                </c:pt>
                <c:pt idx="4718">
                  <c:v>2.3982925415039061E-2</c:v>
                </c:pt>
                <c:pt idx="4719">
                  <c:v>3.9990005493164164E-2</c:v>
                </c:pt>
                <c:pt idx="4720">
                  <c:v>2.6485462188720766E-2</c:v>
                </c:pt>
                <c:pt idx="4721">
                  <c:v>1.2980918884277352E-2</c:v>
                </c:pt>
                <c:pt idx="4722">
                  <c:v>-3.5318756103515521E-3</c:v>
                </c:pt>
                <c:pt idx="4723">
                  <c:v>2.9560661315917943E-2</c:v>
                </c:pt>
                <c:pt idx="4724">
                  <c:v>6.265319824218743E-2</c:v>
                </c:pt>
                <c:pt idx="4725">
                  <c:v>1.8882293701171872E-2</c:v>
                </c:pt>
                <c:pt idx="4726">
                  <c:v>1.7164535522460937E-2</c:v>
                </c:pt>
                <c:pt idx="4727">
                  <c:v>1.5446777343749999E-2</c:v>
                </c:pt>
                <c:pt idx="4728">
                  <c:v>-1.5133323669433584E-2</c:v>
                </c:pt>
                <c:pt idx="4729">
                  <c:v>-1.3536815643310548E-2</c:v>
                </c:pt>
                <c:pt idx="4730">
                  <c:v>-1.1940307617187512E-2</c:v>
                </c:pt>
                <c:pt idx="4731">
                  <c:v>-7.5060653686523518E-3</c:v>
                </c:pt>
                <c:pt idx="4732">
                  <c:v>6.0129547119140642E-3</c:v>
                </c:pt>
                <c:pt idx="4733">
                  <c:v>1.9531974792480478E-2</c:v>
                </c:pt>
                <c:pt idx="4734">
                  <c:v>-5.9940719604492237E-3</c:v>
                </c:pt>
                <c:pt idx="4735">
                  <c:v>9.854335784912148E-3</c:v>
                </c:pt>
                <c:pt idx="4736">
                  <c:v>2.570274353027352E-2</c:v>
                </c:pt>
                <c:pt idx="4737">
                  <c:v>3.7016029357910159E-2</c:v>
                </c:pt>
                <c:pt idx="4738">
                  <c:v>4.4461441040039039E-2</c:v>
                </c:pt>
                <c:pt idx="4739">
                  <c:v>5.1906852722167919E-2</c:v>
                </c:pt>
                <c:pt idx="4740">
                  <c:v>5.3635940551757758E-2</c:v>
                </c:pt>
                <c:pt idx="4741">
                  <c:v>3.7666168212890615E-2</c:v>
                </c:pt>
                <c:pt idx="4742">
                  <c:v>2.1696395874023448E-2</c:v>
                </c:pt>
                <c:pt idx="4743">
                  <c:v>-8.3060073852539041E-3</c:v>
                </c:pt>
                <c:pt idx="4744">
                  <c:v>1.0923671722412088E-2</c:v>
                </c:pt>
                <c:pt idx="4745">
                  <c:v>3.0153350830078078E-2</c:v>
                </c:pt>
                <c:pt idx="4746">
                  <c:v>-9.6393585205078076E-3</c:v>
                </c:pt>
                <c:pt idx="4747">
                  <c:v>-3.0599212646484357E-3</c:v>
                </c:pt>
                <c:pt idx="4748">
                  <c:v>3.5195159912109358E-3</c:v>
                </c:pt>
                <c:pt idx="4749">
                  <c:v>6.2615089416503997E-2</c:v>
                </c:pt>
                <c:pt idx="4750">
                  <c:v>3.7666568756103545E-2</c:v>
                </c:pt>
                <c:pt idx="4751">
                  <c:v>1.2718048095703129E-2</c:v>
                </c:pt>
                <c:pt idx="4752">
                  <c:v>5.8792076110839836E-2</c:v>
                </c:pt>
                <c:pt idx="4753">
                  <c:v>2.2965488433837881E-2</c:v>
                </c:pt>
                <c:pt idx="4754">
                  <c:v>-1.2861099243164064E-2</c:v>
                </c:pt>
                <c:pt idx="4755">
                  <c:v>6.5421524047851606E-2</c:v>
                </c:pt>
                <c:pt idx="4756">
                  <c:v>3.5672721862792987E-2</c:v>
                </c:pt>
                <c:pt idx="4757">
                  <c:v>5.923919677734384E-3</c:v>
                </c:pt>
                <c:pt idx="4758">
                  <c:v>3.4002799987793042E-2</c:v>
                </c:pt>
                <c:pt idx="4759">
                  <c:v>5.0070362091064441E-2</c:v>
                </c:pt>
                <c:pt idx="4760">
                  <c:v>6.613792419433584E-2</c:v>
                </c:pt>
                <c:pt idx="4761">
                  <c:v>-1.0743827819824223E-2</c:v>
                </c:pt>
                <c:pt idx="4762">
                  <c:v>2.3381881713867167E-2</c:v>
                </c:pt>
                <c:pt idx="4763">
                  <c:v>5.7507591247558561E-2</c:v>
                </c:pt>
                <c:pt idx="4764">
                  <c:v>4.4848937988281282E-2</c:v>
                </c:pt>
                <c:pt idx="4765">
                  <c:v>3.2190284729003996E-2</c:v>
                </c:pt>
                <c:pt idx="4766">
                  <c:v>2.4498596191406159E-2</c:v>
                </c:pt>
                <c:pt idx="4767">
                  <c:v>1.6830139160156209E-2</c:v>
                </c:pt>
                <c:pt idx="4768">
                  <c:v>9.1616821289062563E-3</c:v>
                </c:pt>
                <c:pt idx="4769">
                  <c:v>1.6406936645507807E-2</c:v>
                </c:pt>
                <c:pt idx="4770">
                  <c:v>1.3631572723388666E-2</c:v>
                </c:pt>
                <c:pt idx="4771">
                  <c:v>1.0856208801269519E-2</c:v>
                </c:pt>
                <c:pt idx="4772">
                  <c:v>1.864860534667968E-2</c:v>
                </c:pt>
                <c:pt idx="4773">
                  <c:v>0.17038804190499446</c:v>
                </c:pt>
                <c:pt idx="4774">
                  <c:v>0.32212747846330919</c:v>
                </c:pt>
                <c:pt idx="4775">
                  <c:v>0.29761267359116494</c:v>
                </c:pt>
                <c:pt idx="4776">
                  <c:v>0.29779359031134239</c:v>
                </c:pt>
                <c:pt idx="4777">
                  <c:v>0.29797450703151984</c:v>
                </c:pt>
                <c:pt idx="4778">
                  <c:v>0.20657039642333996</c:v>
                </c:pt>
                <c:pt idx="4779">
                  <c:v>0.30337902516734855</c:v>
                </c:pt>
                <c:pt idx="4780">
                  <c:v>-7.2707748413085834E-3</c:v>
                </c:pt>
                <c:pt idx="4781">
                  <c:v>0.32531310129973823</c:v>
                </c:pt>
                <c:pt idx="4782">
                  <c:v>0.34373867225646959</c:v>
                </c:pt>
                <c:pt idx="4783">
                  <c:v>0.30015260440200114</c:v>
                </c:pt>
                <c:pt idx="4784">
                  <c:v>1.9980697631835936E-2</c:v>
                </c:pt>
                <c:pt idx="4785">
                  <c:v>2.6635379791259808E-2</c:v>
                </c:pt>
                <c:pt idx="4786">
                  <c:v>3.329006195068368E-2</c:v>
                </c:pt>
                <c:pt idx="4787">
                  <c:v>1.2530937194824223E-2</c:v>
                </c:pt>
                <c:pt idx="4788">
                  <c:v>4.8346996307373075E-2</c:v>
                </c:pt>
                <c:pt idx="4789">
                  <c:v>8.4163055419921917E-2</c:v>
                </c:pt>
                <c:pt idx="4790">
                  <c:v>0.27643514087209031</c:v>
                </c:pt>
                <c:pt idx="4791">
                  <c:v>0.16926848138575226</c:v>
                </c:pt>
                <c:pt idx="4792">
                  <c:v>6.2101821899414156E-2</c:v>
                </c:pt>
                <c:pt idx="4793">
                  <c:v>3.510131835937512E-3</c:v>
                </c:pt>
                <c:pt idx="4794">
                  <c:v>0.28776784328704175</c:v>
                </c:pt>
                <c:pt idx="4795">
                  <c:v>0.25136841141550154</c:v>
                </c:pt>
                <c:pt idx="4796">
                  <c:v>0.29257746804523943</c:v>
                </c:pt>
                <c:pt idx="4797">
                  <c:v>0.34081399056570866</c:v>
                </c:pt>
                <c:pt idx="4798">
                  <c:v>0.22303677876790368</c:v>
                </c:pt>
                <c:pt idx="4799">
                  <c:v>0.25862421835622468</c:v>
                </c:pt>
                <c:pt idx="4800">
                  <c:v>0.32848466196367826</c:v>
                </c:pt>
                <c:pt idx="4801">
                  <c:v>0.34334765849969329</c:v>
                </c:pt>
                <c:pt idx="4802">
                  <c:v>0.32501952404112333</c:v>
                </c:pt>
                <c:pt idx="4803">
                  <c:v>0.31396048217260536</c:v>
                </c:pt>
                <c:pt idx="4804">
                  <c:v>0.29763754172403306</c:v>
                </c:pt>
                <c:pt idx="4805">
                  <c:v>0.2954994432853929</c:v>
                </c:pt>
                <c:pt idx="4806">
                  <c:v>0.32053549465380216</c:v>
                </c:pt>
                <c:pt idx="4807">
                  <c:v>0.34613658550173743</c:v>
                </c:pt>
                <c:pt idx="4808">
                  <c:v>4.5351448059082075E-2</c:v>
                </c:pt>
                <c:pt idx="4809">
                  <c:v>0.26219543110240584</c:v>
                </c:pt>
                <c:pt idx="4810">
                  <c:v>8.2590866088867232E-2</c:v>
                </c:pt>
                <c:pt idx="4811">
                  <c:v>-6.5098571777343836E-3</c:v>
                </c:pt>
                <c:pt idx="4812">
                  <c:v>-8.8043975830078211E-3</c:v>
                </c:pt>
                <c:pt idx="4813">
                  <c:v>-1.1098937988281257E-2</c:v>
                </c:pt>
                <c:pt idx="4814">
                  <c:v>2.40145111083984E-2</c:v>
                </c:pt>
                <c:pt idx="4815">
                  <c:v>2.0037059783935527E-2</c:v>
                </c:pt>
                <c:pt idx="4816">
                  <c:v>1.605960845947265E-2</c:v>
                </c:pt>
                <c:pt idx="4817">
                  <c:v>2.482624053955068E-3</c:v>
                </c:pt>
                <c:pt idx="4818">
                  <c:v>-1.1094360351562511E-2</c:v>
                </c:pt>
                <c:pt idx="4819">
                  <c:v>0.30732448154025621</c:v>
                </c:pt>
                <c:pt idx="4820">
                  <c:v>0.3306965630741443</c:v>
                </c:pt>
                <c:pt idx="4821">
                  <c:v>0.30729549071368056</c:v>
                </c:pt>
                <c:pt idx="4822">
                  <c:v>0.27806484350422078</c:v>
                </c:pt>
                <c:pt idx="4823">
                  <c:v>0.32322120619018058</c:v>
                </c:pt>
                <c:pt idx="4824">
                  <c:v>0.32192593142283049</c:v>
                </c:pt>
                <c:pt idx="4825">
                  <c:v>0.33140078296811565</c:v>
                </c:pt>
                <c:pt idx="4826">
                  <c:v>0.31899578261375428</c:v>
                </c:pt>
                <c:pt idx="4827">
                  <c:v>0.23222270965576161</c:v>
                </c:pt>
                <c:pt idx="4828">
                  <c:v>0.28644044395830986</c:v>
                </c:pt>
                <c:pt idx="4829">
                  <c:v>0.29092149675989448</c:v>
                </c:pt>
                <c:pt idx="4830">
                  <c:v>0.30587418302893632</c:v>
                </c:pt>
                <c:pt idx="4831">
                  <c:v>0.33058144077373919</c:v>
                </c:pt>
                <c:pt idx="4832">
                  <c:v>0.31400621765538261</c:v>
                </c:pt>
                <c:pt idx="4833">
                  <c:v>1.8815917968749998E-2</c:v>
                </c:pt>
                <c:pt idx="4834">
                  <c:v>4.8951873779296801E-2</c:v>
                </c:pt>
                <c:pt idx="4835">
                  <c:v>2.1525249481201145E-2</c:v>
                </c:pt>
                <c:pt idx="4836">
                  <c:v>-5.9013748168945191E-3</c:v>
                </c:pt>
                <c:pt idx="4837">
                  <c:v>2.8805236816406159E-2</c:v>
                </c:pt>
                <c:pt idx="4838">
                  <c:v>2.0553474426269484E-2</c:v>
                </c:pt>
                <c:pt idx="4839">
                  <c:v>1.2301712036132806E-2</c:v>
                </c:pt>
                <c:pt idx="4840">
                  <c:v>-2.9994964599609356E-3</c:v>
                </c:pt>
                <c:pt idx="4841">
                  <c:v>9.1373634338378865E-3</c:v>
                </c:pt>
                <c:pt idx="4842">
                  <c:v>2.1274223327636711E-2</c:v>
                </c:pt>
                <c:pt idx="4843">
                  <c:v>-5.8859252929687441E-3</c:v>
                </c:pt>
                <c:pt idx="4844">
                  <c:v>1.0379562377929667E-2</c:v>
                </c:pt>
                <c:pt idx="4845">
                  <c:v>2.6645050048828077E-2</c:v>
                </c:pt>
                <c:pt idx="4846">
                  <c:v>-6.8252563476562554E-3</c:v>
                </c:pt>
                <c:pt idx="4847">
                  <c:v>1.2338848114013711E-2</c:v>
                </c:pt>
                <c:pt idx="4848">
                  <c:v>3.1502952575683682E-2</c:v>
                </c:pt>
                <c:pt idx="4849">
                  <c:v>4.5582504272460952E-2</c:v>
                </c:pt>
                <c:pt idx="4850">
                  <c:v>0.31656783510576481</c:v>
                </c:pt>
                <c:pt idx="4851">
                  <c:v>0.32347483668873911</c:v>
                </c:pt>
                <c:pt idx="4852">
                  <c:v>1.2146072387695321E-2</c:v>
                </c:pt>
                <c:pt idx="4853">
                  <c:v>0.3208755338191987</c:v>
                </c:pt>
                <c:pt idx="4854">
                  <c:v>0.32659185229607351</c:v>
                </c:pt>
                <c:pt idx="4855">
                  <c:v>0.33735053439100243</c:v>
                </c:pt>
                <c:pt idx="4856">
                  <c:v>0.31860764309368295</c:v>
                </c:pt>
                <c:pt idx="4857">
                  <c:v>3.4824485778808562E-2</c:v>
                </c:pt>
                <c:pt idx="4858">
                  <c:v>-1.1489410400390617E-2</c:v>
                </c:pt>
                <c:pt idx="4859">
                  <c:v>1.0662746429443332E-2</c:v>
                </c:pt>
                <c:pt idx="4860">
                  <c:v>3.2814903259277273E-2</c:v>
                </c:pt>
                <c:pt idx="4861">
                  <c:v>-5.8606338500976473E-3</c:v>
                </c:pt>
                <c:pt idx="4862">
                  <c:v>4.1750907897949319E-3</c:v>
                </c:pt>
                <c:pt idx="4863">
                  <c:v>1.4210815429687511E-2</c:v>
                </c:pt>
                <c:pt idx="4864">
                  <c:v>4.840953826904304E-2</c:v>
                </c:pt>
                <c:pt idx="4865">
                  <c:v>4.8410511016845723E-2</c:v>
                </c:pt>
                <c:pt idx="4866">
                  <c:v>4.8411483764648398E-2</c:v>
                </c:pt>
                <c:pt idx="4867">
                  <c:v>-9.9375915527343834E-3</c:v>
                </c:pt>
                <c:pt idx="4868">
                  <c:v>-8.7777900695800801E-3</c:v>
                </c:pt>
                <c:pt idx="4869">
                  <c:v>-7.617988586425776E-3</c:v>
                </c:pt>
                <c:pt idx="4870">
                  <c:v>3.6427803039550802E-2</c:v>
                </c:pt>
                <c:pt idx="4871">
                  <c:v>6.0370559692382877E-2</c:v>
                </c:pt>
                <c:pt idx="4872">
                  <c:v>8.4313316345214967E-2</c:v>
                </c:pt>
                <c:pt idx="4873">
                  <c:v>4.7761459350586011E-2</c:v>
                </c:pt>
                <c:pt idx="4874">
                  <c:v>1.120960235595703E-2</c:v>
                </c:pt>
                <c:pt idx="4875">
                  <c:v>5.7235679626464954E-2</c:v>
                </c:pt>
                <c:pt idx="4876">
                  <c:v>4.3388614654541038E-2</c:v>
                </c:pt>
                <c:pt idx="4877">
                  <c:v>2.9541549682617119E-2</c:v>
                </c:pt>
                <c:pt idx="4878">
                  <c:v>-5.1272964477539033E-3</c:v>
                </c:pt>
                <c:pt idx="4879">
                  <c:v>-7.2429656982421911E-3</c:v>
                </c:pt>
                <c:pt idx="4880">
                  <c:v>-9.3586349487304807E-3</c:v>
                </c:pt>
                <c:pt idx="4881">
                  <c:v>4.374710083007808E-2</c:v>
                </c:pt>
                <c:pt idx="4882">
                  <c:v>5.2383956909179678E-2</c:v>
                </c:pt>
                <c:pt idx="4883">
                  <c:v>6.1020812988281277E-2</c:v>
                </c:pt>
                <c:pt idx="4884">
                  <c:v>3.3574447631835834E-2</c:v>
                </c:pt>
                <c:pt idx="4885">
                  <c:v>1.0542583465576124E-2</c:v>
                </c:pt>
                <c:pt idx="4886">
                  <c:v>-1.2489280700683583E-2</c:v>
                </c:pt>
                <c:pt idx="4887">
                  <c:v>7.4008827209472716E-2</c:v>
                </c:pt>
                <c:pt idx="4888">
                  <c:v>3.0620498657226602E-2</c:v>
                </c:pt>
                <c:pt idx="4889">
                  <c:v>-1.276782989501952E-2</c:v>
                </c:pt>
                <c:pt idx="4890">
                  <c:v>8.444274902343743E-2</c:v>
                </c:pt>
                <c:pt idx="4891">
                  <c:v>5.3051376342773397E-2</c:v>
                </c:pt>
                <c:pt idx="4892">
                  <c:v>2.1660003662109385E-2</c:v>
                </c:pt>
                <c:pt idx="4893">
                  <c:v>2.236209869384765E-2</c:v>
                </c:pt>
                <c:pt idx="4894">
                  <c:v>1.9678516387939451E-2</c:v>
                </c:pt>
                <c:pt idx="4895">
                  <c:v>1.6994934082031257E-2</c:v>
                </c:pt>
                <c:pt idx="4896">
                  <c:v>-6.1030197143554805E-3</c:v>
                </c:pt>
                <c:pt idx="4897">
                  <c:v>1.7810153961181619E-2</c:v>
                </c:pt>
                <c:pt idx="4898">
                  <c:v>4.1723327636718717E-2</c:v>
                </c:pt>
                <c:pt idx="4899">
                  <c:v>3.4544792175293042E-2</c:v>
                </c:pt>
                <c:pt idx="4900">
                  <c:v>2.6750507354736362E-2</c:v>
                </c:pt>
                <c:pt idx="4901">
                  <c:v>1.8956222534179681E-2</c:v>
                </c:pt>
                <c:pt idx="4902">
                  <c:v>2.0598335266113287E-2</c:v>
                </c:pt>
                <c:pt idx="4903">
                  <c:v>3.4358024597168036E-3</c:v>
                </c:pt>
                <c:pt idx="4904">
                  <c:v>-1.3726730346679679E-2</c:v>
                </c:pt>
                <c:pt idx="4905">
                  <c:v>7.8283996582031279E-2</c:v>
                </c:pt>
                <c:pt idx="4906">
                  <c:v>3.4296970367431651E-2</c:v>
                </c:pt>
                <c:pt idx="4907">
                  <c:v>-9.690055847167969E-3</c:v>
                </c:pt>
                <c:pt idx="4908">
                  <c:v>4.0960693359375112E-3</c:v>
                </c:pt>
                <c:pt idx="4909">
                  <c:v>-3.9756774902343743E-3</c:v>
                </c:pt>
                <c:pt idx="4910">
                  <c:v>-1.2047424316406256E-2</c:v>
                </c:pt>
                <c:pt idx="4911">
                  <c:v>3.87915802001952E-2</c:v>
                </c:pt>
                <c:pt idx="4912">
                  <c:v>2.9908161163330008E-2</c:v>
                </c:pt>
                <c:pt idx="4913">
                  <c:v>2.1024742126464841E-2</c:v>
                </c:pt>
                <c:pt idx="4914">
                  <c:v>3.6966361999511754E-2</c:v>
                </c:pt>
                <c:pt idx="4915">
                  <c:v>1.7602500915527362E-2</c:v>
                </c:pt>
                <c:pt idx="4916">
                  <c:v>-1.761360168457032E-3</c:v>
                </c:pt>
                <c:pt idx="4917">
                  <c:v>3.6456527709960954E-2</c:v>
                </c:pt>
                <c:pt idx="4918">
                  <c:v>1.5550231933593752E-2</c:v>
                </c:pt>
                <c:pt idx="4919">
                  <c:v>-5.3560638427734477E-3</c:v>
                </c:pt>
                <c:pt idx="4920">
                  <c:v>1.8679161071777351E-2</c:v>
                </c:pt>
                <c:pt idx="4921">
                  <c:v>3.1564521789550819E-2</c:v>
                </c:pt>
                <c:pt idx="4922">
                  <c:v>4.4449882507324318E-2</c:v>
                </c:pt>
                <c:pt idx="4923">
                  <c:v>3.8582496643066316E-2</c:v>
                </c:pt>
                <c:pt idx="4924">
                  <c:v>0.16985584259033204</c:v>
                </c:pt>
                <c:pt idx="4925">
                  <c:v>0.30112918853759779</c:v>
                </c:pt>
                <c:pt idx="4926">
                  <c:v>0.29370576245752389</c:v>
                </c:pt>
                <c:pt idx="4927">
                  <c:v>0.294124433672106</c:v>
                </c:pt>
                <c:pt idx="4928">
                  <c:v>-9.4777679443359356E-3</c:v>
                </c:pt>
                <c:pt idx="4929">
                  <c:v>1.549329757690435E-2</c:v>
                </c:pt>
                <c:pt idx="4930">
                  <c:v>4.0464363098144635E-2</c:v>
                </c:pt>
                <c:pt idx="4931">
                  <c:v>3.7097396850585836E-2</c:v>
                </c:pt>
                <c:pt idx="4932">
                  <c:v>1.2913169860839789E-2</c:v>
                </c:pt>
                <c:pt idx="4933">
                  <c:v>-1.1271057128906256E-2</c:v>
                </c:pt>
                <c:pt idx="4934">
                  <c:v>4.5929489135742241E-2</c:v>
                </c:pt>
                <c:pt idx="4935">
                  <c:v>6.3698101043701202E-2</c:v>
                </c:pt>
                <c:pt idx="4936">
                  <c:v>8.146671295166015E-2</c:v>
                </c:pt>
                <c:pt idx="4937">
                  <c:v>2.0641021728515615E-2</c:v>
                </c:pt>
                <c:pt idx="4938">
                  <c:v>0.16771111186546611</c:v>
                </c:pt>
                <c:pt idx="4939">
                  <c:v>0.3147812020024166</c:v>
                </c:pt>
                <c:pt idx="4940">
                  <c:v>4.1011962890625121E-2</c:v>
                </c:pt>
                <c:pt idx="4941">
                  <c:v>0.16729259814856196</c:v>
                </c:pt>
                <c:pt idx="4942">
                  <c:v>0.29357323340649888</c:v>
                </c:pt>
                <c:pt idx="4943">
                  <c:v>0.32115520036076928</c:v>
                </c:pt>
                <c:pt idx="4944">
                  <c:v>0.15585588234591199</c:v>
                </c:pt>
                <c:pt idx="4945">
                  <c:v>-9.443435668945321E-3</c:v>
                </c:pt>
                <c:pt idx="4946">
                  <c:v>0.29730754593183406</c:v>
                </c:pt>
                <c:pt idx="4947">
                  <c:v>0.31264157654138636</c:v>
                </c:pt>
                <c:pt idx="4948">
                  <c:v>0.32797560715093843</c:v>
                </c:pt>
                <c:pt idx="4949">
                  <c:v>0.31753164451540872</c:v>
                </c:pt>
                <c:pt idx="4950">
                  <c:v>0.30528609485949504</c:v>
                </c:pt>
                <c:pt idx="4951">
                  <c:v>0.30730556252561975</c:v>
                </c:pt>
                <c:pt idx="4952">
                  <c:v>6.2373275756835843E-2</c:v>
                </c:pt>
                <c:pt idx="4953">
                  <c:v>7.2982063293456967E-2</c:v>
                </c:pt>
                <c:pt idx="4954">
                  <c:v>8.3590850830078084E-2</c:v>
                </c:pt>
                <c:pt idx="4955">
                  <c:v>3.2744636535644633E-2</c:v>
                </c:pt>
                <c:pt idx="4956">
                  <c:v>9.6054267883301271E-3</c:v>
                </c:pt>
                <c:pt idx="4957">
                  <c:v>-1.3533782958984383E-2</c:v>
                </c:pt>
                <c:pt idx="4958">
                  <c:v>-1.3478279113769519E-2</c:v>
                </c:pt>
                <c:pt idx="4959">
                  <c:v>3.2719230651855479E-3</c:v>
                </c:pt>
                <c:pt idx="4960">
                  <c:v>2.0022125244140616E-2</c:v>
                </c:pt>
                <c:pt idx="4961">
                  <c:v>-7.0358276367187443E-3</c:v>
                </c:pt>
                <c:pt idx="4962">
                  <c:v>-8.678226470947261E-3</c:v>
                </c:pt>
                <c:pt idx="4963">
                  <c:v>-1.0320625305175775E-2</c:v>
                </c:pt>
                <c:pt idx="4964">
                  <c:v>2.9506072998046796E-2</c:v>
                </c:pt>
                <c:pt idx="4965">
                  <c:v>0.14985374747382263</c:v>
                </c:pt>
                <c:pt idx="4966">
                  <c:v>0.27020142194959845</c:v>
                </c:pt>
                <c:pt idx="4967">
                  <c:v>0.23499746585714412</c:v>
                </c:pt>
                <c:pt idx="4968">
                  <c:v>0.27650796890258761</c:v>
                </c:pt>
                <c:pt idx="4969">
                  <c:v>0.33669105363928753</c:v>
                </c:pt>
                <c:pt idx="4970">
                  <c:v>0.29833169657814934</c:v>
                </c:pt>
                <c:pt idx="4971">
                  <c:v>0.32255267050958447</c:v>
                </c:pt>
                <c:pt idx="4972">
                  <c:v>0.30033577813042533</c:v>
                </c:pt>
                <c:pt idx="4973">
                  <c:v>0.3257636540110519</c:v>
                </c:pt>
                <c:pt idx="4974">
                  <c:v>0.3053104630936968</c:v>
                </c:pt>
                <c:pt idx="4975">
                  <c:v>6.1363105773925675E-2</c:v>
                </c:pt>
                <c:pt idx="4976">
                  <c:v>2.945789337158208E-2</c:v>
                </c:pt>
                <c:pt idx="4977">
                  <c:v>1.7235260009765652E-2</c:v>
                </c:pt>
                <c:pt idx="4978">
                  <c:v>5.0126266479492239E-3</c:v>
                </c:pt>
                <c:pt idx="4979">
                  <c:v>4.3893928527832075E-2</c:v>
                </c:pt>
                <c:pt idx="4980">
                  <c:v>1.8950614929199243E-2</c:v>
                </c:pt>
                <c:pt idx="4981">
                  <c:v>-5.9926986694335835E-3</c:v>
                </c:pt>
                <c:pt idx="4982">
                  <c:v>-1.4173164367675775E-2</c:v>
                </c:pt>
                <c:pt idx="4983">
                  <c:v>-7.3734283447264798E-4</c:v>
                </c:pt>
                <c:pt idx="4984">
                  <c:v>1.2698478698730481E-2</c:v>
                </c:pt>
                <c:pt idx="4985">
                  <c:v>1.3156299591064465E-2</c:v>
                </c:pt>
                <c:pt idx="4986">
                  <c:v>1.3614120483398447E-2</c:v>
                </c:pt>
                <c:pt idx="4987">
                  <c:v>-1.0802993774414064E-2</c:v>
                </c:pt>
                <c:pt idx="4988">
                  <c:v>-1.0682258605957031E-2</c:v>
                </c:pt>
                <c:pt idx="4989">
                  <c:v>-1.05615234375E-2</c:v>
                </c:pt>
                <c:pt idx="4990">
                  <c:v>1.8414230346679682E-2</c:v>
                </c:pt>
                <c:pt idx="4991">
                  <c:v>1.8227748870849603E-2</c:v>
                </c:pt>
                <c:pt idx="4992">
                  <c:v>1.804126739501952E-2</c:v>
                </c:pt>
                <c:pt idx="4993">
                  <c:v>-1.1885719299316417E-2</c:v>
                </c:pt>
                <c:pt idx="4994">
                  <c:v>5.9035167694091804E-2</c:v>
                </c:pt>
                <c:pt idx="4995">
                  <c:v>0.12995605468750004</c:v>
                </c:pt>
                <c:pt idx="4996">
                  <c:v>-9.1366195678710942E-3</c:v>
                </c:pt>
                <c:pt idx="4997">
                  <c:v>0.34209251730782664</c:v>
                </c:pt>
                <c:pt idx="4998">
                  <c:v>0.33972243809463959</c:v>
                </c:pt>
                <c:pt idx="4999">
                  <c:v>0.28735026523984702</c:v>
                </c:pt>
                <c:pt idx="5000">
                  <c:v>0.13765084825713059</c:v>
                </c:pt>
                <c:pt idx="5001">
                  <c:v>-1.2048568725585936E-2</c:v>
                </c:pt>
                <c:pt idx="5002">
                  <c:v>2.8711395263671922E-2</c:v>
                </c:pt>
                <c:pt idx="5003">
                  <c:v>1.5871868133544943E-2</c:v>
                </c:pt>
                <c:pt idx="5004">
                  <c:v>3.0323410034179678E-3</c:v>
                </c:pt>
                <c:pt idx="5005">
                  <c:v>7.273143768310536E-2</c:v>
                </c:pt>
                <c:pt idx="5006">
                  <c:v>6.7758235931396404E-2</c:v>
                </c:pt>
                <c:pt idx="5007">
                  <c:v>6.2785034179687435E-2</c:v>
                </c:pt>
                <c:pt idx="5008">
                  <c:v>1.557975769042968E-2</c:v>
                </c:pt>
                <c:pt idx="5009">
                  <c:v>6.9744300842285115E-3</c:v>
                </c:pt>
                <c:pt idx="5010">
                  <c:v>-1.6308975219726551E-3</c:v>
                </c:pt>
                <c:pt idx="5011">
                  <c:v>2.5351982116699198E-2</c:v>
                </c:pt>
                <c:pt idx="5012">
                  <c:v>3.9014625549316298E-3</c:v>
                </c:pt>
                <c:pt idx="5013">
                  <c:v>-1.7549057006835938E-2</c:v>
                </c:pt>
                <c:pt idx="5014">
                  <c:v>1.9155921936035158E-2</c:v>
                </c:pt>
                <c:pt idx="5015">
                  <c:v>0.30855714797973649</c:v>
                </c:pt>
                <c:pt idx="5016">
                  <c:v>3.6752471923828078E-2</c:v>
                </c:pt>
                <c:pt idx="5017">
                  <c:v>0.29759865894218812</c:v>
                </c:pt>
                <c:pt idx="5018">
                  <c:v>0.29929447378431046</c:v>
                </c:pt>
                <c:pt idx="5019">
                  <c:v>0.32161138019046265</c:v>
                </c:pt>
                <c:pt idx="5020">
                  <c:v>0.34110687446594257</c:v>
                </c:pt>
                <c:pt idx="5021">
                  <c:v>0.31712305906718374</c:v>
                </c:pt>
                <c:pt idx="5022">
                  <c:v>0.29313924366842498</c:v>
                </c:pt>
                <c:pt idx="5023">
                  <c:v>-5.4766845703125115E-3</c:v>
                </c:pt>
                <c:pt idx="5024">
                  <c:v>1.6663513183593742E-2</c:v>
                </c:pt>
                <c:pt idx="5025">
                  <c:v>3.8803710937499999E-2</c:v>
                </c:pt>
                <c:pt idx="5026">
                  <c:v>9.366073608398447E-3</c:v>
                </c:pt>
                <c:pt idx="5027">
                  <c:v>3.364625930786138E-2</c:v>
                </c:pt>
                <c:pt idx="5028">
                  <c:v>5.7926445007324315E-2</c:v>
                </c:pt>
                <c:pt idx="5029">
                  <c:v>5.4424667358398396E-3</c:v>
                </c:pt>
                <c:pt idx="5030">
                  <c:v>1.0283432006835933E-2</c:v>
                </c:pt>
                <c:pt idx="5031">
                  <c:v>1.5124397277832031E-2</c:v>
                </c:pt>
                <c:pt idx="5032">
                  <c:v>1.5416336059570321E-3</c:v>
                </c:pt>
                <c:pt idx="5033">
                  <c:v>2.0030765533447233E-2</c:v>
                </c:pt>
                <c:pt idx="5034">
                  <c:v>3.8519897460937438E-2</c:v>
                </c:pt>
                <c:pt idx="5035">
                  <c:v>-1.1250915527343744E-2</c:v>
                </c:pt>
                <c:pt idx="5036">
                  <c:v>-1.093225479125976E-2</c:v>
                </c:pt>
                <c:pt idx="5037">
                  <c:v>-1.0613594055175776E-2</c:v>
                </c:pt>
                <c:pt idx="5038">
                  <c:v>2.1354675292968718E-3</c:v>
                </c:pt>
                <c:pt idx="5039">
                  <c:v>1.4884529113769519E-2</c:v>
                </c:pt>
                <c:pt idx="5040">
                  <c:v>2.9112854003906161E-2</c:v>
                </c:pt>
                <c:pt idx="5041">
                  <c:v>1.9784259796142532E-2</c:v>
                </c:pt>
                <c:pt idx="5042">
                  <c:v>1.0455665588378904E-2</c:v>
                </c:pt>
                <c:pt idx="5043">
                  <c:v>5.2799949645995999E-2</c:v>
                </c:pt>
                <c:pt idx="5044">
                  <c:v>4.742214202880856E-2</c:v>
                </c:pt>
                <c:pt idx="5045">
                  <c:v>4.2044334411621122E-2</c:v>
                </c:pt>
                <c:pt idx="5046">
                  <c:v>3.8977088928222721E-2</c:v>
                </c:pt>
                <c:pt idx="5047">
                  <c:v>5.8772277832031282E-2</c:v>
                </c:pt>
                <c:pt idx="5048">
                  <c:v>7.8567466735839836E-2</c:v>
                </c:pt>
                <c:pt idx="5049">
                  <c:v>2.6020202636718719E-2</c:v>
                </c:pt>
                <c:pt idx="5050">
                  <c:v>1.6522407531738264E-2</c:v>
                </c:pt>
                <c:pt idx="5051">
                  <c:v>7.0246124267578083E-3</c:v>
                </c:pt>
                <c:pt idx="5052">
                  <c:v>4.738185882568368E-2</c:v>
                </c:pt>
                <c:pt idx="5053">
                  <c:v>2.1126022338867227E-2</c:v>
                </c:pt>
                <c:pt idx="5054">
                  <c:v>-5.129814147949224E-3</c:v>
                </c:pt>
                <c:pt idx="5055">
                  <c:v>2.4242134094238241E-2</c:v>
                </c:pt>
                <c:pt idx="5056">
                  <c:v>2.015378952026365E-2</c:v>
                </c:pt>
                <c:pt idx="5057">
                  <c:v>1.6065444946289063E-2</c:v>
                </c:pt>
                <c:pt idx="5058">
                  <c:v>-1.3830757141113287E-2</c:v>
                </c:pt>
                <c:pt idx="5059">
                  <c:v>1.2623748779296838E-2</c:v>
                </c:pt>
                <c:pt idx="5060">
                  <c:v>3.9078254699706959E-2</c:v>
                </c:pt>
                <c:pt idx="5061">
                  <c:v>5.1708869934082073E-2</c:v>
                </c:pt>
                <c:pt idx="5062">
                  <c:v>4.538869857788088E-2</c:v>
                </c:pt>
                <c:pt idx="5063">
                  <c:v>3.906852722167968E-2</c:v>
                </c:pt>
                <c:pt idx="5064">
                  <c:v>-9.3260192871093828E-3</c:v>
                </c:pt>
                <c:pt idx="5065">
                  <c:v>-1.0565929412841802E-2</c:v>
                </c:pt>
                <c:pt idx="5066">
                  <c:v>-1.1805839538574224E-2</c:v>
                </c:pt>
                <c:pt idx="5067">
                  <c:v>6.4715995788574329E-2</c:v>
                </c:pt>
                <c:pt idx="5068">
                  <c:v>4.9364547729492239E-2</c:v>
                </c:pt>
                <c:pt idx="5069">
                  <c:v>3.4013099670410163E-2</c:v>
                </c:pt>
                <c:pt idx="5070">
                  <c:v>1.3579902648925776E-2</c:v>
                </c:pt>
                <c:pt idx="5071">
                  <c:v>4.2984008789062438E-3</c:v>
                </c:pt>
                <c:pt idx="5072">
                  <c:v>-4.9831008911132881E-3</c:v>
                </c:pt>
                <c:pt idx="5073">
                  <c:v>6.0850982666015518E-2</c:v>
                </c:pt>
                <c:pt idx="5074">
                  <c:v>2.6247138977050728E-2</c:v>
                </c:pt>
                <c:pt idx="5075">
                  <c:v>-8.3567047119140637E-3</c:v>
                </c:pt>
                <c:pt idx="5076">
                  <c:v>-9.8245239257812571E-3</c:v>
                </c:pt>
                <c:pt idx="5077">
                  <c:v>1.7732620239257767E-2</c:v>
                </c:pt>
                <c:pt idx="5078">
                  <c:v>4.5289764404296801E-2</c:v>
                </c:pt>
                <c:pt idx="5079">
                  <c:v>2.4429359436035039E-2</c:v>
                </c:pt>
                <c:pt idx="5080">
                  <c:v>5.1978092193603477E-2</c:v>
                </c:pt>
                <c:pt idx="5081">
                  <c:v>7.9526824951171915E-2</c:v>
                </c:pt>
                <c:pt idx="5082">
                  <c:v>1.8160514831542969E-2</c:v>
                </c:pt>
                <c:pt idx="5083">
                  <c:v>3.9526519775390616E-2</c:v>
                </c:pt>
                <c:pt idx="5084">
                  <c:v>6.0892524719238242E-2</c:v>
                </c:pt>
                <c:pt idx="5085">
                  <c:v>-1.3789329528808583E-2</c:v>
                </c:pt>
                <c:pt idx="5086">
                  <c:v>3.2094841003418015E-2</c:v>
                </c:pt>
                <c:pt idx="5087">
                  <c:v>7.7979011535644641E-2</c:v>
                </c:pt>
                <c:pt idx="5088">
                  <c:v>2.0694808959960936E-2</c:v>
                </c:pt>
                <c:pt idx="5089">
                  <c:v>2.7690696716308538E-2</c:v>
                </c:pt>
                <c:pt idx="5090">
                  <c:v>3.4686584472656157E-2</c:v>
                </c:pt>
                <c:pt idx="5091">
                  <c:v>-1.2092742919921871E-2</c:v>
                </c:pt>
                <c:pt idx="5092">
                  <c:v>1.1293544769287065E-2</c:v>
                </c:pt>
                <c:pt idx="5093">
                  <c:v>3.4679832458495999E-2</c:v>
                </c:pt>
                <c:pt idx="5094">
                  <c:v>1.5204849243164016E-2</c:v>
                </c:pt>
                <c:pt idx="5095">
                  <c:v>-4.2701339721679674E-3</c:v>
                </c:pt>
                <c:pt idx="5096">
                  <c:v>-1.0311584472656257E-2</c:v>
                </c:pt>
                <c:pt idx="5097">
                  <c:v>7.4033546447753494E-3</c:v>
                </c:pt>
                <c:pt idx="5098">
                  <c:v>2.5118293762206961E-2</c:v>
                </c:pt>
                <c:pt idx="5099">
                  <c:v>-4.9657058715820322E-3</c:v>
                </c:pt>
                <c:pt idx="5100">
                  <c:v>-7.4557685852050795E-3</c:v>
                </c:pt>
                <c:pt idx="5101">
                  <c:v>-9.9458312988281276E-3</c:v>
                </c:pt>
                <c:pt idx="5102">
                  <c:v>8.1655769348144641E-2</c:v>
                </c:pt>
                <c:pt idx="5103">
                  <c:v>3.5563888549804752E-2</c:v>
                </c:pt>
                <c:pt idx="5104">
                  <c:v>-1.0527992248535159E-2</c:v>
                </c:pt>
                <c:pt idx="5105">
                  <c:v>5.5840530395507758E-2</c:v>
                </c:pt>
                <c:pt idx="5106">
                  <c:v>3.9010677337646453E-2</c:v>
                </c:pt>
                <c:pt idx="5107">
                  <c:v>2.2180824279785159E-2</c:v>
                </c:pt>
                <c:pt idx="5108">
                  <c:v>-3.2448577880859358E-3</c:v>
                </c:pt>
                <c:pt idx="5109">
                  <c:v>1.5424003601074272E-2</c:v>
                </c:pt>
                <c:pt idx="5110">
                  <c:v>3.4092864990234478E-2</c:v>
                </c:pt>
                <c:pt idx="5111">
                  <c:v>-1.1108322143554679E-2</c:v>
                </c:pt>
                <c:pt idx="5112">
                  <c:v>-1.2293186187744129E-2</c:v>
                </c:pt>
                <c:pt idx="5113">
                  <c:v>-1.3478050231933584E-2</c:v>
                </c:pt>
                <c:pt idx="5114">
                  <c:v>3.1830368041992241E-2</c:v>
                </c:pt>
                <c:pt idx="5115">
                  <c:v>0.35479077315330504</c:v>
                </c:pt>
                <c:pt idx="5116">
                  <c:v>5.7001075744628878E-2</c:v>
                </c:pt>
                <c:pt idx="5117">
                  <c:v>0.31446996832612778</c:v>
                </c:pt>
                <c:pt idx="5118">
                  <c:v>0.17574019503952873</c:v>
                </c:pt>
                <c:pt idx="5119">
                  <c:v>3.7010421752929679E-2</c:v>
                </c:pt>
                <c:pt idx="5120">
                  <c:v>1.9671592712402351E-2</c:v>
                </c:pt>
                <c:pt idx="5121">
                  <c:v>6.5571784973144521E-3</c:v>
                </c:pt>
                <c:pt idx="5122">
                  <c:v>-6.5572357177734481E-3</c:v>
                </c:pt>
                <c:pt idx="5123">
                  <c:v>1.4564781188964839E-2</c:v>
                </c:pt>
                <c:pt idx="5124">
                  <c:v>4.1086006164550793E-3</c:v>
                </c:pt>
                <c:pt idx="5125">
                  <c:v>-6.3475799560546798E-3</c:v>
                </c:pt>
                <c:pt idx="5126">
                  <c:v>4.1225395202636635E-2</c:v>
                </c:pt>
                <c:pt idx="5127">
                  <c:v>3.7883090972900393E-2</c:v>
                </c:pt>
                <c:pt idx="5128">
                  <c:v>3.4540786743164159E-2</c:v>
                </c:pt>
                <c:pt idx="5129">
                  <c:v>-9.6703720092773515E-3</c:v>
                </c:pt>
                <c:pt idx="5130">
                  <c:v>1.389369964599601E-3</c:v>
                </c:pt>
                <c:pt idx="5131">
                  <c:v>1.2449111938476552E-2</c:v>
                </c:pt>
                <c:pt idx="5132">
                  <c:v>-1.0181808471679678E-2</c:v>
                </c:pt>
                <c:pt idx="5133">
                  <c:v>-6.2401199340820267E-3</c:v>
                </c:pt>
                <c:pt idx="5134">
                  <c:v>-2.2984313964843745E-3</c:v>
                </c:pt>
                <c:pt idx="5135">
                  <c:v>3.6793670654296798E-2</c:v>
                </c:pt>
                <c:pt idx="5136">
                  <c:v>0.1770302505493164</c:v>
                </c:pt>
                <c:pt idx="5137">
                  <c:v>0.31726683044433596</c:v>
                </c:pt>
                <c:pt idx="5138">
                  <c:v>0.34586912920520568</c:v>
                </c:pt>
                <c:pt idx="5139">
                  <c:v>0.20897910500787625</c:v>
                </c:pt>
                <c:pt idx="5140">
                  <c:v>7.2089080810546796E-2</c:v>
                </c:pt>
                <c:pt idx="5141">
                  <c:v>-1.3030586242675776E-2</c:v>
                </c:pt>
                <c:pt idx="5142">
                  <c:v>0.31996630096435513</c:v>
                </c:pt>
                <c:pt idx="5143">
                  <c:v>0.3338946252498986</c:v>
                </c:pt>
                <c:pt idx="5144">
                  <c:v>0.22686722682072555</c:v>
                </c:pt>
                <c:pt idx="5145">
                  <c:v>0.1425781103280874</c:v>
                </c:pt>
                <c:pt idx="5146">
                  <c:v>5.8288993835449193E-2</c:v>
                </c:pt>
                <c:pt idx="5147">
                  <c:v>-1.2240943908691416E-2</c:v>
                </c:pt>
                <c:pt idx="5148">
                  <c:v>3.1794719696044943E-2</c:v>
                </c:pt>
                <c:pt idx="5149">
                  <c:v>7.5830383300781276E-2</c:v>
                </c:pt>
                <c:pt idx="5150">
                  <c:v>3.5479316711425797E-2</c:v>
                </c:pt>
                <c:pt idx="5151">
                  <c:v>-4.8717498779296802E-3</c:v>
                </c:pt>
                <c:pt idx="5152">
                  <c:v>4.0304260253906155E-2</c:v>
                </c:pt>
                <c:pt idx="5153">
                  <c:v>9.811090469360341E-2</c:v>
                </c:pt>
                <c:pt idx="5154">
                  <c:v>0.15591754913330072</c:v>
                </c:pt>
                <c:pt idx="5155">
                  <c:v>0.15099765777587895</c:v>
                </c:pt>
                <c:pt idx="5156">
                  <c:v>0.25529361534118655</c:v>
                </c:pt>
                <c:pt idx="5157">
                  <c:v>0.24471866607666001</c:v>
                </c:pt>
                <c:pt idx="5158">
                  <c:v>0.18967240333557145</c:v>
                </c:pt>
                <c:pt idx="5159">
                  <c:v>0.18276651859283469</c:v>
                </c:pt>
                <c:pt idx="5160">
                  <c:v>0.17586063385009798</c:v>
                </c:pt>
                <c:pt idx="5161">
                  <c:v>0.19794541168212881</c:v>
                </c:pt>
                <c:pt idx="5162">
                  <c:v>0.31282136372157504</c:v>
                </c:pt>
                <c:pt idx="5163">
                  <c:v>0.21103234291076653</c:v>
                </c:pt>
                <c:pt idx="5164">
                  <c:v>0.30298227992626514</c:v>
                </c:pt>
                <c:pt idx="5165">
                  <c:v>0.34631266593933091</c:v>
                </c:pt>
                <c:pt idx="5166">
                  <c:v>0.32788480429813771</c:v>
                </c:pt>
                <c:pt idx="5167">
                  <c:v>9.1137313842773512E-3</c:v>
                </c:pt>
                <c:pt idx="5168">
                  <c:v>0.35225605986839109</c:v>
                </c:pt>
                <c:pt idx="5169">
                  <c:v>-5.9283828735351603E-3</c:v>
                </c:pt>
                <c:pt idx="5170">
                  <c:v>1.8370399475097648E-2</c:v>
                </c:pt>
                <c:pt idx="5171">
                  <c:v>1.0986671447753905E-2</c:v>
                </c:pt>
                <c:pt idx="5172">
                  <c:v>3.6029434204101598E-3</c:v>
                </c:pt>
                <c:pt idx="5173">
                  <c:v>6.7271919250488241E-2</c:v>
                </c:pt>
                <c:pt idx="5174">
                  <c:v>4.6859436035156285E-2</c:v>
                </c:pt>
                <c:pt idx="5175">
                  <c:v>2.6446952819824319E-2</c:v>
                </c:pt>
                <c:pt idx="5176">
                  <c:v>-1.3827667236328127E-2</c:v>
                </c:pt>
                <c:pt idx="5177">
                  <c:v>9.5633125305176134E-3</c:v>
                </c:pt>
                <c:pt idx="5178">
                  <c:v>3.2954292297363359E-2</c:v>
                </c:pt>
                <c:pt idx="5179">
                  <c:v>5.0646858215332075E-2</c:v>
                </c:pt>
                <c:pt idx="5180">
                  <c:v>4.2026596069335953E-2</c:v>
                </c:pt>
                <c:pt idx="5181">
                  <c:v>3.3406333923339838E-2</c:v>
                </c:pt>
                <c:pt idx="5182">
                  <c:v>2.5126419067382878E-2</c:v>
                </c:pt>
                <c:pt idx="5183">
                  <c:v>0.3155747486361497</c:v>
                </c:pt>
                <c:pt idx="5184">
                  <c:v>0.29473115391201454</c:v>
                </c:pt>
                <c:pt idx="5185">
                  <c:v>0.21777470397949206</c:v>
                </c:pt>
                <c:pt idx="5186">
                  <c:v>0.2478520584106447</c:v>
                </c:pt>
                <c:pt idx="5187">
                  <c:v>0.32777243329989192</c:v>
                </c:pt>
                <c:pt idx="5188">
                  <c:v>0.29426384199911088</c:v>
                </c:pt>
                <c:pt idx="5189">
                  <c:v>0.31489421712941135</c:v>
                </c:pt>
                <c:pt idx="5190">
                  <c:v>8.2534904479980478E-2</c:v>
                </c:pt>
                <c:pt idx="5191">
                  <c:v>3.9837112426757755E-2</c:v>
                </c:pt>
                <c:pt idx="5192">
                  <c:v>2.7164039611816369E-2</c:v>
                </c:pt>
                <c:pt idx="5193">
                  <c:v>1.4490966796874999E-2</c:v>
                </c:pt>
                <c:pt idx="5194">
                  <c:v>-5.0399780273437437E-4</c:v>
                </c:pt>
                <c:pt idx="5195">
                  <c:v>9.1017723083496038E-3</c:v>
                </c:pt>
                <c:pt idx="5196">
                  <c:v>1.8707542419433582E-2</c:v>
                </c:pt>
                <c:pt idx="5197">
                  <c:v>-8.5804367065429685E-3</c:v>
                </c:pt>
                <c:pt idx="5198">
                  <c:v>1.1776084899902315E-2</c:v>
                </c:pt>
                <c:pt idx="5199">
                  <c:v>3.2132606506347604E-2</c:v>
                </c:pt>
                <c:pt idx="5200">
                  <c:v>6.2818450927734484E-2</c:v>
                </c:pt>
                <c:pt idx="5201">
                  <c:v>4.9969482421874996E-2</c:v>
                </c:pt>
                <c:pt idx="5202">
                  <c:v>3.7120513916015514E-2</c:v>
                </c:pt>
                <c:pt idx="5203">
                  <c:v>2.4476966857910159E-2</c:v>
                </c:pt>
                <c:pt idx="5204">
                  <c:v>5.0924491882324173E-3</c:v>
                </c:pt>
                <c:pt idx="5205">
                  <c:v>-1.4292068481445321E-2</c:v>
                </c:pt>
                <c:pt idx="5206">
                  <c:v>1.47690582275391E-2</c:v>
                </c:pt>
                <c:pt idx="5207">
                  <c:v>4.3830184936523513E-2</c:v>
                </c:pt>
                <c:pt idx="5208">
                  <c:v>7.0971908569335843E-2</c:v>
                </c:pt>
                <c:pt idx="5209">
                  <c:v>5.4144058227539038E-2</c:v>
                </c:pt>
                <c:pt idx="5210">
                  <c:v>3.7316207885742241E-2</c:v>
                </c:pt>
                <c:pt idx="5211">
                  <c:v>-8.7279510498046789E-3</c:v>
                </c:pt>
                <c:pt idx="5212">
                  <c:v>9.7499656677246596E-3</c:v>
                </c:pt>
                <c:pt idx="5213">
                  <c:v>2.8227882385253998E-2</c:v>
                </c:pt>
                <c:pt idx="5214">
                  <c:v>7.6220855712890639E-2</c:v>
                </c:pt>
                <c:pt idx="5215">
                  <c:v>7.4270095825195323E-2</c:v>
                </c:pt>
                <c:pt idx="5216">
                  <c:v>7.2319335937499993E-2</c:v>
                </c:pt>
                <c:pt idx="5217">
                  <c:v>2.0235900878906254E-2</c:v>
                </c:pt>
                <c:pt idx="5218">
                  <c:v>5.1002311706543043E-3</c:v>
                </c:pt>
                <c:pt idx="5219">
                  <c:v>-1.0035438537597648E-2</c:v>
                </c:pt>
                <c:pt idx="5220">
                  <c:v>8.650119781494145E-2</c:v>
                </c:pt>
                <c:pt idx="5221">
                  <c:v>5.5596599578857479E-2</c:v>
                </c:pt>
                <c:pt idx="5222">
                  <c:v>2.469200134277352E-2</c:v>
                </c:pt>
                <c:pt idx="5223">
                  <c:v>1.3808555603027352E-2</c:v>
                </c:pt>
                <c:pt idx="5224">
                  <c:v>4.9633026123046915E-3</c:v>
                </c:pt>
                <c:pt idx="5225">
                  <c:v>-3.8819503784179679E-3</c:v>
                </c:pt>
                <c:pt idx="5226">
                  <c:v>7.0182723999023519E-2</c:v>
                </c:pt>
                <c:pt idx="5227">
                  <c:v>5.600584030151376E-2</c:v>
                </c:pt>
                <c:pt idx="5228">
                  <c:v>4.1828956604004E-2</c:v>
                </c:pt>
                <c:pt idx="5229">
                  <c:v>3.8963928222656152E-2</c:v>
                </c:pt>
                <c:pt idx="5230">
                  <c:v>1.6770057678222608E-2</c:v>
                </c:pt>
                <c:pt idx="5231">
                  <c:v>-5.4238128662109355E-3</c:v>
                </c:pt>
                <c:pt idx="5232">
                  <c:v>1.4169044494628904E-2</c:v>
                </c:pt>
                <c:pt idx="5233">
                  <c:v>2.346611022949202E-4</c:v>
                </c:pt>
                <c:pt idx="5234">
                  <c:v>-1.3699722290039063E-2</c:v>
                </c:pt>
                <c:pt idx="5235">
                  <c:v>3.4751815795898394E-2</c:v>
                </c:pt>
                <c:pt idx="5236">
                  <c:v>3.8277168273925799E-2</c:v>
                </c:pt>
                <c:pt idx="5237">
                  <c:v>4.1802520751953197E-2</c:v>
                </c:pt>
                <c:pt idx="5238">
                  <c:v>1.5506973266601552E-2</c:v>
                </c:pt>
                <c:pt idx="5239">
                  <c:v>2.0667686462402378E-2</c:v>
                </c:pt>
                <c:pt idx="5240">
                  <c:v>2.5828399658203202E-2</c:v>
                </c:pt>
                <c:pt idx="5241">
                  <c:v>3.5394973754882875E-2</c:v>
                </c:pt>
                <c:pt idx="5242">
                  <c:v>1.222114562988284E-2</c:v>
                </c:pt>
                <c:pt idx="5243">
                  <c:v>-1.0952682495117192E-2</c:v>
                </c:pt>
                <c:pt idx="5244">
                  <c:v>-7.8211212158203203E-3</c:v>
                </c:pt>
                <c:pt idx="5245">
                  <c:v>3.171215057373048E-3</c:v>
                </c:pt>
                <c:pt idx="5246">
                  <c:v>1.4163551330566416E-2</c:v>
                </c:pt>
                <c:pt idx="5247">
                  <c:v>4.0370864868164158E-2</c:v>
                </c:pt>
                <c:pt idx="5248">
                  <c:v>1.5239696502685597E-2</c:v>
                </c:pt>
                <c:pt idx="5249">
                  <c:v>-9.8914718627929679E-3</c:v>
                </c:pt>
                <c:pt idx="5250">
                  <c:v>2.8243904113769522E-2</c:v>
                </c:pt>
                <c:pt idx="5251">
                  <c:v>3.3864097595214838E-2</c:v>
                </c:pt>
                <c:pt idx="5252">
                  <c:v>3.9484291076660162E-2</c:v>
                </c:pt>
                <c:pt idx="5253">
                  <c:v>1.2224349975585936E-2</c:v>
                </c:pt>
                <c:pt idx="5254">
                  <c:v>3.7345848083496044E-2</c:v>
                </c:pt>
                <c:pt idx="5255">
                  <c:v>6.2467346191406155E-2</c:v>
                </c:pt>
                <c:pt idx="5256">
                  <c:v>2.99206924438476E-2</c:v>
                </c:pt>
                <c:pt idx="5257">
                  <c:v>2.7209587097167916E-2</c:v>
                </c:pt>
                <c:pt idx="5258">
                  <c:v>2.449848175048824E-2</c:v>
                </c:pt>
                <c:pt idx="5259">
                  <c:v>6.7577934265136514E-3</c:v>
                </c:pt>
                <c:pt idx="5260">
                  <c:v>-1.0982894897460935E-2</c:v>
                </c:pt>
                <c:pt idx="5261">
                  <c:v>-8.2392883300781289E-3</c:v>
                </c:pt>
                <c:pt idx="5262">
                  <c:v>7.3986625671386757E-3</c:v>
                </c:pt>
                <c:pt idx="5263">
                  <c:v>2.3036613464355479E-2</c:v>
                </c:pt>
                <c:pt idx="5264">
                  <c:v>1.3442115783691417E-2</c:v>
                </c:pt>
                <c:pt idx="5265">
                  <c:v>2.657014846801764E-2</c:v>
                </c:pt>
                <c:pt idx="5266">
                  <c:v>3.9698181152343845E-2</c:v>
                </c:pt>
                <c:pt idx="5267">
                  <c:v>7.8725280761718724E-2</c:v>
                </c:pt>
                <c:pt idx="5268">
                  <c:v>5.4890899658203075E-2</c:v>
                </c:pt>
                <c:pt idx="5269">
                  <c:v>3.105651855468744E-2</c:v>
                </c:pt>
                <c:pt idx="5270">
                  <c:v>-1.2259826660156256E-2</c:v>
                </c:pt>
                <c:pt idx="5271">
                  <c:v>4.8324394226074222E-3</c:v>
                </c:pt>
                <c:pt idx="5272">
                  <c:v>2.1924705505371095E-2</c:v>
                </c:pt>
                <c:pt idx="5273">
                  <c:v>-9.3862152099609356E-3</c:v>
                </c:pt>
                <c:pt idx="5274">
                  <c:v>7.506809234619132E-3</c:v>
                </c:pt>
                <c:pt idx="5275">
                  <c:v>2.4399833679199196E-2</c:v>
                </c:pt>
                <c:pt idx="5276">
                  <c:v>-1.3207283020019519E-2</c:v>
                </c:pt>
                <c:pt idx="5277">
                  <c:v>-8.207416534423825E-3</c:v>
                </c:pt>
                <c:pt idx="5278">
                  <c:v>-3.2075500488281277E-3</c:v>
                </c:pt>
                <c:pt idx="5279">
                  <c:v>2.1771125793457032E-2</c:v>
                </c:pt>
                <c:pt idx="5280">
                  <c:v>9.0052986145019512E-3</c:v>
                </c:pt>
                <c:pt idx="5281">
                  <c:v>-3.7605285644531283E-3</c:v>
                </c:pt>
                <c:pt idx="5282">
                  <c:v>3.2842712402343842E-2</c:v>
                </c:pt>
                <c:pt idx="5283">
                  <c:v>1.1341495513916066E-2</c:v>
                </c:pt>
                <c:pt idx="5284">
                  <c:v>-1.0159721374511712E-2</c:v>
                </c:pt>
                <c:pt idx="5285">
                  <c:v>0.27439236195882166</c:v>
                </c:pt>
                <c:pt idx="5286">
                  <c:v>0.1459924532572428</c:v>
                </c:pt>
                <c:pt idx="5287">
                  <c:v>1.7592544555664062E-2</c:v>
                </c:pt>
                <c:pt idx="5288">
                  <c:v>6.7395057678222722E-2</c:v>
                </c:pt>
                <c:pt idx="5289">
                  <c:v>2.9224720001220717E-2</c:v>
                </c:pt>
                <c:pt idx="5290">
                  <c:v>-8.9456176757812568E-3</c:v>
                </c:pt>
                <c:pt idx="5291">
                  <c:v>-9.6685409545898462E-3</c:v>
                </c:pt>
                <c:pt idx="5292">
                  <c:v>-1.0391464233398439E-2</c:v>
                </c:pt>
                <c:pt idx="5293">
                  <c:v>-1.1114387512207027E-2</c:v>
                </c:pt>
                <c:pt idx="5294">
                  <c:v>-1.1837310791015616E-2</c:v>
                </c:pt>
                <c:pt idx="5295">
                  <c:v>6.4813957214355358E-2</c:v>
                </c:pt>
                <c:pt idx="5296">
                  <c:v>2.4278411865234311E-2</c:v>
                </c:pt>
                <c:pt idx="5297">
                  <c:v>-1.6257133483886712E-2</c:v>
                </c:pt>
                <c:pt idx="5298">
                  <c:v>3.4331016540527275E-2</c:v>
                </c:pt>
                <c:pt idx="5299">
                  <c:v>1.3465232849121057E-2</c:v>
                </c:pt>
                <c:pt idx="5300">
                  <c:v>-7.4005508422851606E-3</c:v>
                </c:pt>
                <c:pt idx="5301">
                  <c:v>-2.7603149414062557E-3</c:v>
                </c:pt>
                <c:pt idx="5302">
                  <c:v>-2.5161552429199246E-3</c:v>
                </c:pt>
                <c:pt idx="5303">
                  <c:v>-2.2719955444335939E-3</c:v>
                </c:pt>
                <c:pt idx="5304">
                  <c:v>-4.3132781982421911E-3</c:v>
                </c:pt>
                <c:pt idx="5305">
                  <c:v>-5.1505851745605475E-3</c:v>
                </c:pt>
                <c:pt idx="5306">
                  <c:v>-5.9878921508789039E-3</c:v>
                </c:pt>
                <c:pt idx="5307">
                  <c:v>4.1275177001953198E-2</c:v>
                </c:pt>
                <c:pt idx="5308">
                  <c:v>3.1937255859375027E-2</c:v>
                </c:pt>
                <c:pt idx="5309">
                  <c:v>2.2599334716796871E-2</c:v>
                </c:pt>
                <c:pt idx="5310">
                  <c:v>3.1479148864746002E-2</c:v>
                </c:pt>
                <c:pt idx="5311">
                  <c:v>4.2726688385009759E-2</c:v>
                </c:pt>
                <c:pt idx="5312">
                  <c:v>5.3974227905273515E-2</c:v>
                </c:pt>
                <c:pt idx="5313">
                  <c:v>2.1353530883789097E-2</c:v>
                </c:pt>
                <c:pt idx="5314">
                  <c:v>-1.1267166137695321E-2</c:v>
                </c:pt>
                <c:pt idx="5315">
                  <c:v>-8.7641143798828074E-3</c:v>
                </c:pt>
                <c:pt idx="5316">
                  <c:v>1.2534656524658192E-2</c:v>
                </c:pt>
                <c:pt idx="5317">
                  <c:v>3.3833427429199196E-2</c:v>
                </c:pt>
                <c:pt idx="5318">
                  <c:v>6.562580108642567E-2</c:v>
                </c:pt>
                <c:pt idx="5319">
                  <c:v>4.526304244995108E-2</c:v>
                </c:pt>
                <c:pt idx="5320">
                  <c:v>2.4900283813476479E-2</c:v>
                </c:pt>
                <c:pt idx="5321">
                  <c:v>6.8074264526367112E-2</c:v>
                </c:pt>
                <c:pt idx="5322">
                  <c:v>3.5857143402099577E-2</c:v>
                </c:pt>
                <c:pt idx="5323">
                  <c:v>3.6400222778320318E-3</c:v>
                </c:pt>
                <c:pt idx="5324">
                  <c:v>1.7327613830566416E-2</c:v>
                </c:pt>
                <c:pt idx="5325">
                  <c:v>2.4886894226074249E-2</c:v>
                </c:pt>
                <c:pt idx="5326">
                  <c:v>3.2446174621582079E-2</c:v>
                </c:pt>
                <c:pt idx="5327">
                  <c:v>1.9385604858398447E-2</c:v>
                </c:pt>
                <c:pt idx="5328">
                  <c:v>2.9203205108642542E-2</c:v>
                </c:pt>
                <c:pt idx="5329">
                  <c:v>3.9020805358886634E-2</c:v>
                </c:pt>
                <c:pt idx="5330">
                  <c:v>3.0700149536132877E-2</c:v>
                </c:pt>
                <c:pt idx="5331">
                  <c:v>2.423830032348636E-2</c:v>
                </c:pt>
                <c:pt idx="5332">
                  <c:v>1.7776451110839839E-2</c:v>
                </c:pt>
                <c:pt idx="5333">
                  <c:v>3.2944450378417922E-2</c:v>
                </c:pt>
                <c:pt idx="5334">
                  <c:v>2.4837398529052725E-2</c:v>
                </c:pt>
                <c:pt idx="5335">
                  <c:v>1.6730346679687511E-2</c:v>
                </c:pt>
                <c:pt idx="5336">
                  <c:v>-1.047557830810548E-2</c:v>
                </c:pt>
                <c:pt idx="5337">
                  <c:v>6.1677932739257757E-3</c:v>
                </c:pt>
                <c:pt idx="5338">
                  <c:v>2.2811164855957029E-2</c:v>
                </c:pt>
                <c:pt idx="5339">
                  <c:v>6.7179565429687435E-2</c:v>
                </c:pt>
                <c:pt idx="5340">
                  <c:v>4.7653827667236241E-2</c:v>
                </c:pt>
                <c:pt idx="5341">
                  <c:v>2.8128089904785037E-2</c:v>
                </c:pt>
                <c:pt idx="5342">
                  <c:v>-1.4561920166015617E-2</c:v>
                </c:pt>
                <c:pt idx="5343">
                  <c:v>8.0877113342285537E-3</c:v>
                </c:pt>
                <c:pt idx="5344">
                  <c:v>3.0737342834472721E-2</c:v>
                </c:pt>
                <c:pt idx="5345">
                  <c:v>6.6012954711914158E-3</c:v>
                </c:pt>
                <c:pt idx="5346">
                  <c:v>1.501562118530274E-2</c:v>
                </c:pt>
                <c:pt idx="5347">
                  <c:v>2.3429946899414061E-2</c:v>
                </c:pt>
                <c:pt idx="5348">
                  <c:v>-1.0890655517578129E-2</c:v>
                </c:pt>
                <c:pt idx="5349">
                  <c:v>1.3146572113037134E-2</c:v>
                </c:pt>
                <c:pt idx="5350">
                  <c:v>3.7183799743652393E-2</c:v>
                </c:pt>
                <c:pt idx="5351">
                  <c:v>-1.5654602050781258E-2</c:v>
                </c:pt>
                <c:pt idx="5352">
                  <c:v>2.9355182647705105E-2</c:v>
                </c:pt>
                <c:pt idx="5353">
                  <c:v>7.4364967346191441E-2</c:v>
                </c:pt>
                <c:pt idx="5354">
                  <c:v>-1.3128318786621095E-2</c:v>
                </c:pt>
                <c:pt idx="5355">
                  <c:v>3.5332260131835956E-2</c:v>
                </c:pt>
                <c:pt idx="5356">
                  <c:v>8.3792839050293028E-2</c:v>
                </c:pt>
                <c:pt idx="5357">
                  <c:v>1.8115310668945318E-2</c:v>
                </c:pt>
                <c:pt idx="5358">
                  <c:v>2.0049819946289061E-2</c:v>
                </c:pt>
                <c:pt idx="5359">
                  <c:v>2.1984329223632807E-2</c:v>
                </c:pt>
                <c:pt idx="5360">
                  <c:v>6.7927894592285029E-2</c:v>
                </c:pt>
                <c:pt idx="5361">
                  <c:v>3.4149284362792923E-2</c:v>
                </c:pt>
                <c:pt idx="5362">
                  <c:v>3.7067413330078077E-4</c:v>
                </c:pt>
                <c:pt idx="5363">
                  <c:v>-1.1135673522949223E-2</c:v>
                </c:pt>
                <c:pt idx="5364">
                  <c:v>-1.0893287658691405E-2</c:v>
                </c:pt>
                <c:pt idx="5365">
                  <c:v>-1.0650901794433584E-2</c:v>
                </c:pt>
                <c:pt idx="5366">
                  <c:v>2.0080261230468743E-2</c:v>
                </c:pt>
                <c:pt idx="5367">
                  <c:v>3.7901000976562439E-2</c:v>
                </c:pt>
                <c:pt idx="5368">
                  <c:v>5.5721740722656156E-2</c:v>
                </c:pt>
                <c:pt idx="5369">
                  <c:v>-1.0709152221679679E-2</c:v>
                </c:pt>
                <c:pt idx="5370">
                  <c:v>1.0512485504150402E-2</c:v>
                </c:pt>
                <c:pt idx="5371">
                  <c:v>3.1734123229980482E-2</c:v>
                </c:pt>
                <c:pt idx="5372">
                  <c:v>3.243988037109384E-2</c:v>
                </c:pt>
                <c:pt idx="5373">
                  <c:v>3.2031841278076199E-2</c:v>
                </c:pt>
                <c:pt idx="5374">
                  <c:v>3.1623802185058558E-2</c:v>
                </c:pt>
                <c:pt idx="5375">
                  <c:v>3.0936036181094015E-2</c:v>
                </c:pt>
                <c:pt idx="5376">
                  <c:v>3.0248270177129447E-2</c:v>
                </c:pt>
                <c:pt idx="5377">
                  <c:v>2.9560504173164904E-2</c:v>
                </c:pt>
                <c:pt idx="5378">
                  <c:v>2.8872738169200357E-2</c:v>
                </c:pt>
                <c:pt idx="5379">
                  <c:v>2.8184972165235793E-2</c:v>
                </c:pt>
                <c:pt idx="5380">
                  <c:v>2.7497206161271246E-2</c:v>
                </c:pt>
                <c:pt idx="5381">
                  <c:v>2.6809440157306703E-2</c:v>
                </c:pt>
                <c:pt idx="5382">
                  <c:v>2.6121674153342135E-2</c:v>
                </c:pt>
                <c:pt idx="5383">
                  <c:v>2.5433908149377592E-2</c:v>
                </c:pt>
                <c:pt idx="5384">
                  <c:v>2.4746142145413048E-2</c:v>
                </c:pt>
                <c:pt idx="5385">
                  <c:v>2.4058376141448477E-2</c:v>
                </c:pt>
                <c:pt idx="5386">
                  <c:v>2.3370610137483941E-2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-1.4456520080566415E-2</c:v>
                </c:pt>
                <c:pt idx="5442">
                  <c:v>2.2310371398925773E-2</c:v>
                </c:pt>
                <c:pt idx="5443">
                  <c:v>2.0883121490478516E-2</c:v>
                </c:pt>
                <c:pt idx="5444">
                  <c:v>1.9455871582031256E-2</c:v>
                </c:pt>
                <c:pt idx="5445">
                  <c:v>-9.948120117187511E-3</c:v>
                </c:pt>
                <c:pt idx="5446">
                  <c:v>1.1612834930419882E-2</c:v>
                </c:pt>
                <c:pt idx="5447">
                  <c:v>3.3173789978027279E-2</c:v>
                </c:pt>
                <c:pt idx="5448">
                  <c:v>2.732425689697272E-2</c:v>
                </c:pt>
                <c:pt idx="5449">
                  <c:v>1.1766929626464875E-2</c:v>
                </c:pt>
                <c:pt idx="5450">
                  <c:v>-3.7903976440429679E-3</c:v>
                </c:pt>
                <c:pt idx="5451">
                  <c:v>4.4636192321777277E-2</c:v>
                </c:pt>
                <c:pt idx="5452">
                  <c:v>2.6862716674804655E-2</c:v>
                </c:pt>
                <c:pt idx="5453">
                  <c:v>9.0892410278320315E-3</c:v>
                </c:pt>
                <c:pt idx="5454">
                  <c:v>8.4870071411132869E-2</c:v>
                </c:pt>
                <c:pt idx="5455">
                  <c:v>6.1664428710937566E-2</c:v>
                </c:pt>
                <c:pt idx="5456">
                  <c:v>3.8458786010742242E-2</c:v>
                </c:pt>
                <c:pt idx="5457">
                  <c:v>2.5300369262695341E-2</c:v>
                </c:pt>
                <c:pt idx="5458">
                  <c:v>1.2141952514648446E-2</c:v>
                </c:pt>
                <c:pt idx="5459">
                  <c:v>1.613513946533203E-2</c:v>
                </c:pt>
                <c:pt idx="5460">
                  <c:v>2.4154586791992217E-2</c:v>
                </c:pt>
                <c:pt idx="5461">
                  <c:v>3.2174034118652398E-2</c:v>
                </c:pt>
                <c:pt idx="5462">
                  <c:v>4.2221031188964954E-2</c:v>
                </c:pt>
                <c:pt idx="5463">
                  <c:v>3.4580097198486363E-2</c:v>
                </c:pt>
                <c:pt idx="5464">
                  <c:v>2.6939163208007759E-2</c:v>
                </c:pt>
                <c:pt idx="5465">
                  <c:v>0.31868050119151248</c:v>
                </c:pt>
                <c:pt idx="5466">
                  <c:v>0.25788525581359895</c:v>
                </c:pt>
                <c:pt idx="5467">
                  <c:v>0.24138490925664455</c:v>
                </c:pt>
                <c:pt idx="5468">
                  <c:v>0.32331422201017029</c:v>
                </c:pt>
                <c:pt idx="5469">
                  <c:v>0.32466803283691414</c:v>
                </c:pt>
                <c:pt idx="5470">
                  <c:v>0.25808592796325686</c:v>
                </c:pt>
                <c:pt idx="5471">
                  <c:v>0.32231415399363333</c:v>
                </c:pt>
                <c:pt idx="5472">
                  <c:v>0.33847952641667539</c:v>
                </c:pt>
                <c:pt idx="5473">
                  <c:v>0.2944025997682051</c:v>
                </c:pt>
                <c:pt idx="5474">
                  <c:v>0.33825712345668241</c:v>
                </c:pt>
                <c:pt idx="5475">
                  <c:v>0.32029603140694751</c:v>
                </c:pt>
                <c:pt idx="5476">
                  <c:v>0.28859620823579685</c:v>
                </c:pt>
                <c:pt idx="5477">
                  <c:v>0.32315453141927736</c:v>
                </c:pt>
                <c:pt idx="5478">
                  <c:v>0.3275479125976562</c:v>
                </c:pt>
                <c:pt idx="5479">
                  <c:v>0.33083472259773694</c:v>
                </c:pt>
                <c:pt idx="5480">
                  <c:v>0.33206899481304625</c:v>
                </c:pt>
                <c:pt idx="5481">
                  <c:v>0.32835801845643575</c:v>
                </c:pt>
                <c:pt idx="5482">
                  <c:v>-6.5139770507812557E-3</c:v>
                </c:pt>
                <c:pt idx="5483">
                  <c:v>5.4043350219726484E-2</c:v>
                </c:pt>
                <c:pt idx="5484">
                  <c:v>3.9007530212402303E-2</c:v>
                </c:pt>
                <c:pt idx="5485">
                  <c:v>2.3971710205078128E-2</c:v>
                </c:pt>
                <c:pt idx="5486">
                  <c:v>6.3262252807617117E-2</c:v>
                </c:pt>
                <c:pt idx="5487">
                  <c:v>4.4080524444580077E-2</c:v>
                </c:pt>
                <c:pt idx="5488">
                  <c:v>2.4898796081543037E-2</c:v>
                </c:pt>
                <c:pt idx="5489">
                  <c:v>-8.7801361083984474E-3</c:v>
                </c:pt>
                <c:pt idx="5490">
                  <c:v>1.4396324157714814E-2</c:v>
                </c:pt>
                <c:pt idx="5491">
                  <c:v>3.7572784423828075E-2</c:v>
                </c:pt>
                <c:pt idx="5492">
                  <c:v>2.1835556030273446E-2</c:v>
                </c:pt>
                <c:pt idx="5493">
                  <c:v>0.14139257299488989</c:v>
                </c:pt>
                <c:pt idx="5494">
                  <c:v>0.2609495899595064</c:v>
                </c:pt>
                <c:pt idx="5495">
                  <c:v>0.22925640106201167</c:v>
                </c:pt>
                <c:pt idx="5496">
                  <c:v>0.32334778809849213</c:v>
                </c:pt>
                <c:pt idx="5497">
                  <c:v>0.32677036285400402</c:v>
                </c:pt>
                <c:pt idx="5498">
                  <c:v>0.32378089141845695</c:v>
                </c:pt>
                <c:pt idx="5499">
                  <c:v>0.32288885593414296</c:v>
                </c:pt>
                <c:pt idx="5500">
                  <c:v>0.33064909627118444</c:v>
                </c:pt>
                <c:pt idx="5501">
                  <c:v>0.32005603586288689</c:v>
                </c:pt>
                <c:pt idx="5502">
                  <c:v>0.30233143301571119</c:v>
                </c:pt>
                <c:pt idx="5503">
                  <c:v>0.3235711323529824</c:v>
                </c:pt>
                <c:pt idx="5504">
                  <c:v>0.31448653170936985</c:v>
                </c:pt>
                <c:pt idx="5505">
                  <c:v>0.15419530366596423</c:v>
                </c:pt>
                <c:pt idx="5506">
                  <c:v>-6.0959243774414158E-3</c:v>
                </c:pt>
                <c:pt idx="5507">
                  <c:v>3.1664772033691439E-2</c:v>
                </c:pt>
                <c:pt idx="5508">
                  <c:v>3.614444732666016E-2</c:v>
                </c:pt>
                <c:pt idx="5509">
                  <c:v>4.0624122619628882E-2</c:v>
                </c:pt>
                <c:pt idx="5510">
                  <c:v>2.1618804931640614E-2</c:v>
                </c:pt>
                <c:pt idx="5511">
                  <c:v>4.2920608520507858E-2</c:v>
                </c:pt>
                <c:pt idx="5512">
                  <c:v>6.4222412109375113E-2</c:v>
                </c:pt>
                <c:pt idx="5513">
                  <c:v>2.8426952362060606E-2</c:v>
                </c:pt>
                <c:pt idx="5514">
                  <c:v>-7.3685073852539033E-3</c:v>
                </c:pt>
                <c:pt idx="5515">
                  <c:v>1.2604179382324223E-2</c:v>
                </c:pt>
                <c:pt idx="5516">
                  <c:v>1.4274158477783204E-2</c:v>
                </c:pt>
                <c:pt idx="5517">
                  <c:v>1.594413757324219E-2</c:v>
                </c:pt>
                <c:pt idx="5518">
                  <c:v>1.1439743041992191E-2</c:v>
                </c:pt>
                <c:pt idx="5519">
                  <c:v>1.4513740539550787E-2</c:v>
                </c:pt>
                <c:pt idx="5520">
                  <c:v>1.7587738037109384E-2</c:v>
                </c:pt>
                <c:pt idx="5521">
                  <c:v>6.8986587524414153E-2</c:v>
                </c:pt>
                <c:pt idx="5522">
                  <c:v>0.1959699503142259</c:v>
                </c:pt>
                <c:pt idx="5523">
                  <c:v>0.32295331310403769</c:v>
                </c:pt>
                <c:pt idx="5524">
                  <c:v>5.590518951416016E-2</c:v>
                </c:pt>
                <c:pt idx="5525">
                  <c:v>0.29461692369901199</c:v>
                </c:pt>
                <c:pt idx="5526">
                  <c:v>0.33270244907688451</c:v>
                </c:pt>
                <c:pt idx="5527">
                  <c:v>0.16152912139892567</c:v>
                </c:pt>
                <c:pt idx="5528">
                  <c:v>0.11751806259155267</c:v>
                </c:pt>
                <c:pt idx="5529">
                  <c:v>7.3507003784179667E-2</c:v>
                </c:pt>
                <c:pt idx="5530">
                  <c:v>4.0162811279296801E-2</c:v>
                </c:pt>
                <c:pt idx="5531">
                  <c:v>1.9719142913818322E-2</c:v>
                </c:pt>
                <c:pt idx="5532">
                  <c:v>-7.2452545166015519E-4</c:v>
                </c:pt>
                <c:pt idx="5533">
                  <c:v>3.1807708740234477E-3</c:v>
                </c:pt>
                <c:pt idx="5534">
                  <c:v>3.1297931671142615E-2</c:v>
                </c:pt>
                <c:pt idx="5535">
                  <c:v>5.9415092468261758E-2</c:v>
                </c:pt>
                <c:pt idx="5536">
                  <c:v>1.0013694763183584E-2</c:v>
                </c:pt>
                <c:pt idx="5537">
                  <c:v>3.5832538604736314E-2</c:v>
                </c:pt>
                <c:pt idx="5538">
                  <c:v>6.1651382446289031E-2</c:v>
                </c:pt>
                <c:pt idx="5539">
                  <c:v>1.5885887145996095E-2</c:v>
                </c:pt>
                <c:pt idx="5540">
                  <c:v>2.8526458740234406E-2</c:v>
                </c:pt>
                <c:pt idx="5541">
                  <c:v>4.1167030334472721E-2</c:v>
                </c:pt>
                <c:pt idx="5542">
                  <c:v>1.9626388549804679E-2</c:v>
                </c:pt>
                <c:pt idx="5543">
                  <c:v>2.8448066711425749E-2</c:v>
                </c:pt>
                <c:pt idx="5544">
                  <c:v>3.7269744873046802E-2</c:v>
                </c:pt>
                <c:pt idx="5545">
                  <c:v>3.8176345825195195E-3</c:v>
                </c:pt>
                <c:pt idx="5546">
                  <c:v>9.4981956481933558E-3</c:v>
                </c:pt>
                <c:pt idx="5547">
                  <c:v>1.5178756713867191E-2</c:v>
                </c:pt>
                <c:pt idx="5548">
                  <c:v>3.83158493041992E-2</c:v>
                </c:pt>
                <c:pt idx="5549">
                  <c:v>4.3052158355712834E-2</c:v>
                </c:pt>
                <c:pt idx="5550">
                  <c:v>4.7788467407226483E-2</c:v>
                </c:pt>
                <c:pt idx="5551">
                  <c:v>1.9792442321777348E-2</c:v>
                </c:pt>
                <c:pt idx="5552">
                  <c:v>2.5625324249267546E-2</c:v>
                </c:pt>
                <c:pt idx="5553">
                  <c:v>3.1458206176757757E-2</c:v>
                </c:pt>
                <c:pt idx="5554">
                  <c:v>1.5726699829101552E-2</c:v>
                </c:pt>
                <c:pt idx="5555">
                  <c:v>1.9115867614746082E-2</c:v>
                </c:pt>
                <c:pt idx="5556">
                  <c:v>2.2505035400390613E-2</c:v>
                </c:pt>
                <c:pt idx="5557">
                  <c:v>1.3470039367675777E-2</c:v>
                </c:pt>
                <c:pt idx="5558">
                  <c:v>2.2948265075683608E-2</c:v>
                </c:pt>
                <c:pt idx="5559">
                  <c:v>3.242649078369144E-2</c:v>
                </c:pt>
                <c:pt idx="5560">
                  <c:v>6.1385650634765518E-2</c:v>
                </c:pt>
                <c:pt idx="5561">
                  <c:v>2.7657108306884712E-2</c:v>
                </c:pt>
                <c:pt idx="5562">
                  <c:v>-6.071434020996096E-3</c:v>
                </c:pt>
                <c:pt idx="5563">
                  <c:v>-5.2828216552734484E-3</c:v>
                </c:pt>
                <c:pt idx="5564">
                  <c:v>-2.821769714355475E-3</c:v>
                </c:pt>
                <c:pt idx="5565">
                  <c:v>-3.6071777343750001E-4</c:v>
                </c:pt>
                <c:pt idx="5566">
                  <c:v>1.9302749633789062E-3</c:v>
                </c:pt>
                <c:pt idx="5567">
                  <c:v>3.1422786712646519E-2</c:v>
                </c:pt>
                <c:pt idx="5568">
                  <c:v>6.0915298461914152E-2</c:v>
                </c:pt>
                <c:pt idx="5569">
                  <c:v>4.8955821990966833E-2</c:v>
                </c:pt>
                <c:pt idx="5570">
                  <c:v>3.6996345520019513E-2</c:v>
                </c:pt>
                <c:pt idx="5571">
                  <c:v>1.801506042480468E-2</c:v>
                </c:pt>
                <c:pt idx="5572">
                  <c:v>1.5975780487060547E-2</c:v>
                </c:pt>
                <c:pt idx="5573">
                  <c:v>1.3936500549316416E-2</c:v>
                </c:pt>
                <c:pt idx="5574">
                  <c:v>1.7332420349121098E-2</c:v>
                </c:pt>
                <c:pt idx="5575">
                  <c:v>1.5384235382080081E-2</c:v>
                </c:pt>
                <c:pt idx="5576">
                  <c:v>1.3436050415039064E-2</c:v>
                </c:pt>
                <c:pt idx="5577">
                  <c:v>-8.1166076660156156E-3</c:v>
                </c:pt>
                <c:pt idx="5578">
                  <c:v>-6.9011306762695318E-3</c:v>
                </c:pt>
                <c:pt idx="5579">
                  <c:v>-5.685653686523448E-3</c:v>
                </c:pt>
                <c:pt idx="5580">
                  <c:v>-8.9697647094726472E-3</c:v>
                </c:pt>
                <c:pt idx="5581">
                  <c:v>-9.9795913696289051E-3</c:v>
                </c:pt>
                <c:pt idx="5582">
                  <c:v>-1.098941802978516E-2</c:v>
                </c:pt>
                <c:pt idx="5583">
                  <c:v>2.0508155822753903E-2</c:v>
                </c:pt>
                <c:pt idx="5584">
                  <c:v>1.7668533325195305E-2</c:v>
                </c:pt>
                <c:pt idx="5585">
                  <c:v>1.4828910827636712E-2</c:v>
                </c:pt>
                <c:pt idx="5586">
                  <c:v>1.9497528076171871E-2</c:v>
                </c:pt>
                <c:pt idx="5587">
                  <c:v>2.2368621826171893E-2</c:v>
                </c:pt>
                <c:pt idx="5588">
                  <c:v>2.5239715576171922E-2</c:v>
                </c:pt>
                <c:pt idx="5589">
                  <c:v>7.5369415283203206E-2</c:v>
                </c:pt>
                <c:pt idx="5590">
                  <c:v>3.2898101806640663E-2</c:v>
                </c:pt>
                <c:pt idx="5591">
                  <c:v>-9.5732116699218713E-3</c:v>
                </c:pt>
                <c:pt idx="5592">
                  <c:v>6.3545837402343847E-2</c:v>
                </c:pt>
                <c:pt idx="5593">
                  <c:v>4.8123836517334075E-2</c:v>
                </c:pt>
                <c:pt idx="5594">
                  <c:v>3.2701835632324316E-2</c:v>
                </c:pt>
                <c:pt idx="5595">
                  <c:v>0.30525444738643681</c:v>
                </c:pt>
                <c:pt idx="5596">
                  <c:v>0.24032052040100085</c:v>
                </c:pt>
                <c:pt idx="5597">
                  <c:v>0.31350255966186524</c:v>
                </c:pt>
                <c:pt idx="5598">
                  <c:v>0.31686682904020269</c:v>
                </c:pt>
                <c:pt idx="5599">
                  <c:v>0.33545767315013975</c:v>
                </c:pt>
                <c:pt idx="5600">
                  <c:v>0.25006802876790379</c:v>
                </c:pt>
                <c:pt idx="5601">
                  <c:v>0.3321178746091728</c:v>
                </c:pt>
                <c:pt idx="5602">
                  <c:v>0.34923224118291119</c:v>
                </c:pt>
                <c:pt idx="5603">
                  <c:v>0.34013150195686198</c:v>
                </c:pt>
                <c:pt idx="5604">
                  <c:v>0.23432830810546867</c:v>
                </c:pt>
                <c:pt idx="5605">
                  <c:v>0.14402647018432616</c:v>
                </c:pt>
                <c:pt idx="5606">
                  <c:v>5.3724632263183678E-2</c:v>
                </c:pt>
                <c:pt idx="5607">
                  <c:v>2.0002441406249998E-2</c:v>
                </c:pt>
                <c:pt idx="5608">
                  <c:v>2.6750278472900398E-2</c:v>
                </c:pt>
                <c:pt idx="5609">
                  <c:v>3.3498115539550802E-2</c:v>
                </c:pt>
                <c:pt idx="5610">
                  <c:v>8.3619461059570327E-2</c:v>
                </c:pt>
                <c:pt idx="5611">
                  <c:v>5.302230834960938E-2</c:v>
                </c:pt>
                <c:pt idx="5612">
                  <c:v>2.2425155639648461E-2</c:v>
                </c:pt>
                <c:pt idx="5613">
                  <c:v>3.416324615478504E-2</c:v>
                </c:pt>
                <c:pt idx="5614">
                  <c:v>5.6505203247070195E-2</c:v>
                </c:pt>
                <c:pt idx="5615">
                  <c:v>7.8847160339355363E-2</c:v>
                </c:pt>
                <c:pt idx="5616">
                  <c:v>1.8830909729003902E-2</c:v>
                </c:pt>
                <c:pt idx="5617">
                  <c:v>1.7393188476562498E-2</c:v>
                </c:pt>
                <c:pt idx="5618">
                  <c:v>1.5955467224121098E-2</c:v>
                </c:pt>
                <c:pt idx="5619">
                  <c:v>0.3231471806078885</c:v>
                </c:pt>
                <c:pt idx="5620">
                  <c:v>0.30863556568439204</c:v>
                </c:pt>
                <c:pt idx="5621">
                  <c:v>0.28190301949637281</c:v>
                </c:pt>
                <c:pt idx="5622">
                  <c:v>0.17345035552978499</c:v>
                </c:pt>
                <c:pt idx="5623">
                  <c:v>0.21688407897949194</c:v>
                </c:pt>
                <c:pt idx="5624">
                  <c:v>3.613815307617192E-3</c:v>
                </c:pt>
                <c:pt idx="5625">
                  <c:v>-4.3498420715331939E-3</c:v>
                </c:pt>
                <c:pt idx="5626">
                  <c:v>-1.2313499450683583E-2</c:v>
                </c:pt>
                <c:pt idx="5627">
                  <c:v>2.6307563781738239E-2</c:v>
                </c:pt>
                <c:pt idx="5628">
                  <c:v>3.0608654022216717E-2</c:v>
                </c:pt>
                <c:pt idx="5629">
                  <c:v>3.4909744262695198E-2</c:v>
                </c:pt>
                <c:pt idx="5630">
                  <c:v>7.5962562561035035E-2</c:v>
                </c:pt>
                <c:pt idx="5631">
                  <c:v>4.5952720642089766E-2</c:v>
                </c:pt>
                <c:pt idx="5632">
                  <c:v>1.5942878723144521E-2</c:v>
                </c:pt>
                <c:pt idx="5633">
                  <c:v>4.9550971984863357E-2</c:v>
                </c:pt>
                <c:pt idx="5634">
                  <c:v>3.7707653045654273E-2</c:v>
                </c:pt>
                <c:pt idx="5635">
                  <c:v>2.5864334106445199E-2</c:v>
                </c:pt>
                <c:pt idx="5636">
                  <c:v>-8.2133102416992228E-3</c:v>
                </c:pt>
                <c:pt idx="5637">
                  <c:v>9.0660095214843452E-3</c:v>
                </c:pt>
                <c:pt idx="5638">
                  <c:v>2.6345329284667918E-2</c:v>
                </c:pt>
                <c:pt idx="5639">
                  <c:v>4.267913818359384E-2</c:v>
                </c:pt>
                <c:pt idx="5640">
                  <c:v>2.9456977844238334E-2</c:v>
                </c:pt>
                <c:pt idx="5641">
                  <c:v>1.6234817504882808E-2</c:v>
                </c:pt>
                <c:pt idx="5642">
                  <c:v>3.5025329589843841E-2</c:v>
                </c:pt>
                <c:pt idx="5643">
                  <c:v>2.976716995239264E-2</c:v>
                </c:pt>
                <c:pt idx="5644">
                  <c:v>2.4509010314941439E-2</c:v>
                </c:pt>
                <c:pt idx="5645">
                  <c:v>7.9949913024902397E-2</c:v>
                </c:pt>
                <c:pt idx="5646">
                  <c:v>5.3039703369140635E-2</c:v>
                </c:pt>
                <c:pt idx="5647">
                  <c:v>2.6129493713378877E-2</c:v>
                </c:pt>
                <c:pt idx="5648">
                  <c:v>5.3059043884277277E-2</c:v>
                </c:pt>
                <c:pt idx="5649">
                  <c:v>3.6935977935790967E-2</c:v>
                </c:pt>
                <c:pt idx="5650">
                  <c:v>2.0812911987304679E-2</c:v>
                </c:pt>
                <c:pt idx="5651">
                  <c:v>2.6244621276855357E-2</c:v>
                </c:pt>
                <c:pt idx="5652">
                  <c:v>3.2770786285400276E-2</c:v>
                </c:pt>
                <c:pt idx="5653">
                  <c:v>3.9296951293945198E-2</c:v>
                </c:pt>
                <c:pt idx="5654">
                  <c:v>-1.4799613952636712E-2</c:v>
                </c:pt>
                <c:pt idx="5655">
                  <c:v>2.4908466339111309E-2</c:v>
                </c:pt>
                <c:pt idx="5656">
                  <c:v>6.4616546630859362E-2</c:v>
                </c:pt>
                <c:pt idx="5657">
                  <c:v>2.7446708679199197E-2</c:v>
                </c:pt>
                <c:pt idx="5658">
                  <c:v>2.2445068359374987E-2</c:v>
                </c:pt>
                <c:pt idx="5659">
                  <c:v>1.7443428039550773E-2</c:v>
                </c:pt>
                <c:pt idx="5660">
                  <c:v>-3.4735107421875119E-3</c:v>
                </c:pt>
                <c:pt idx="5661">
                  <c:v>3.4568538665771496E-2</c:v>
                </c:pt>
                <c:pt idx="5662">
                  <c:v>7.2610588073730484E-2</c:v>
                </c:pt>
                <c:pt idx="5663">
                  <c:v>0.13201522827148421</c:v>
                </c:pt>
                <c:pt idx="5664">
                  <c:v>0.32091058609333434</c:v>
                </c:pt>
                <c:pt idx="5665">
                  <c:v>0.30321646746467135</c:v>
                </c:pt>
                <c:pt idx="5666">
                  <c:v>0.33543172817230221</c:v>
                </c:pt>
                <c:pt idx="5667">
                  <c:v>0.32111477642524533</c:v>
                </c:pt>
                <c:pt idx="5668">
                  <c:v>0.20401492309570329</c:v>
                </c:pt>
                <c:pt idx="5669">
                  <c:v>0.30928159737888766</c:v>
                </c:pt>
                <c:pt idx="5670">
                  <c:v>0.23189352035522498</c:v>
                </c:pt>
                <c:pt idx="5671">
                  <c:v>0.33254244636086855</c:v>
                </c:pt>
                <c:pt idx="5672">
                  <c:v>0.29904420427707817</c:v>
                </c:pt>
                <c:pt idx="5673">
                  <c:v>0.29808581301396936</c:v>
                </c:pt>
                <c:pt idx="5674">
                  <c:v>0.29712742175086082</c:v>
                </c:pt>
                <c:pt idx="5675">
                  <c:v>1.434276580810548E-2</c:v>
                </c:pt>
                <c:pt idx="5676">
                  <c:v>6.432952880859379E-3</c:v>
                </c:pt>
                <c:pt idx="5677">
                  <c:v>-1.4768600463867191E-3</c:v>
                </c:pt>
                <c:pt idx="5678">
                  <c:v>1.9690475463867201E-2</c:v>
                </c:pt>
                <c:pt idx="5679">
                  <c:v>4.0857810974121118E-2</c:v>
                </c:pt>
                <c:pt idx="5680">
                  <c:v>-8.9647293090820302E-3</c:v>
                </c:pt>
                <c:pt idx="5681">
                  <c:v>-9.4204330444335946E-3</c:v>
                </c:pt>
                <c:pt idx="5682">
                  <c:v>-9.876136779785159E-3</c:v>
                </c:pt>
                <c:pt idx="5683">
                  <c:v>4.0211563110351602E-2</c:v>
                </c:pt>
                <c:pt idx="5684">
                  <c:v>5.6712512969970721E-2</c:v>
                </c:pt>
                <c:pt idx="5685">
                  <c:v>7.3213462829589834E-2</c:v>
                </c:pt>
                <c:pt idx="5686">
                  <c:v>2.0229377746582032E-2</c:v>
                </c:pt>
                <c:pt idx="5687">
                  <c:v>7.4935340881347569E-3</c:v>
                </c:pt>
                <c:pt idx="5688">
                  <c:v>-5.2423095703125113E-3</c:v>
                </c:pt>
                <c:pt idx="5689">
                  <c:v>2.801822662353504E-2</c:v>
                </c:pt>
                <c:pt idx="5690">
                  <c:v>9.3852424621581453E-3</c:v>
                </c:pt>
                <c:pt idx="5691">
                  <c:v>-9.2477416992187422E-3</c:v>
                </c:pt>
                <c:pt idx="5692">
                  <c:v>1.5099678039550774E-2</c:v>
                </c:pt>
                <c:pt idx="5693">
                  <c:v>3.4114265441894517E-3</c:v>
                </c:pt>
                <c:pt idx="5694">
                  <c:v>-8.2768249511718708E-3</c:v>
                </c:pt>
                <c:pt idx="5695">
                  <c:v>3.1046447753906154E-2</c:v>
                </c:pt>
                <c:pt idx="5696">
                  <c:v>1.3335514068603465E-2</c:v>
                </c:pt>
                <c:pt idx="5697">
                  <c:v>-4.375419616699224E-3</c:v>
                </c:pt>
                <c:pt idx="5698">
                  <c:v>4.3954696655273517E-2</c:v>
                </c:pt>
                <c:pt idx="5699">
                  <c:v>6.3253841400146518E-2</c:v>
                </c:pt>
                <c:pt idx="5700">
                  <c:v>8.2552986145019519E-2</c:v>
                </c:pt>
                <c:pt idx="5701">
                  <c:v>3.1965408325195198E-2</c:v>
                </c:pt>
                <c:pt idx="5702">
                  <c:v>3.8748893737792924E-2</c:v>
                </c:pt>
                <c:pt idx="5703">
                  <c:v>4.5532379150390635E-2</c:v>
                </c:pt>
                <c:pt idx="5704">
                  <c:v>6.9528694152832082E-2</c:v>
                </c:pt>
                <c:pt idx="5705">
                  <c:v>5.4426898956298798E-2</c:v>
                </c:pt>
                <c:pt idx="5706">
                  <c:v>3.9325103759765515E-2</c:v>
                </c:pt>
                <c:pt idx="5707">
                  <c:v>3.8039932250976481E-2</c:v>
                </c:pt>
                <c:pt idx="5708">
                  <c:v>5.6437683105468713E-2</c:v>
                </c:pt>
                <c:pt idx="5709">
                  <c:v>7.4835433959960965E-2</c:v>
                </c:pt>
                <c:pt idx="5710">
                  <c:v>3.1799240112304797E-2</c:v>
                </c:pt>
                <c:pt idx="5711">
                  <c:v>3.5860061645507875E-2</c:v>
                </c:pt>
                <c:pt idx="5712">
                  <c:v>3.9920883178710953E-2</c:v>
                </c:pt>
                <c:pt idx="5713">
                  <c:v>2.2669258117675773E-2</c:v>
                </c:pt>
                <c:pt idx="5714">
                  <c:v>5.2226028442382805E-2</c:v>
                </c:pt>
                <c:pt idx="5715">
                  <c:v>8.178279876708984E-2</c:v>
                </c:pt>
                <c:pt idx="5716">
                  <c:v>7.001369476318367E-2</c:v>
                </c:pt>
                <c:pt idx="5717">
                  <c:v>4.7198867797851603E-2</c:v>
                </c:pt>
                <c:pt idx="5718">
                  <c:v>2.4384040832519521E-2</c:v>
                </c:pt>
                <c:pt idx="5719">
                  <c:v>2.0959510803222649E-2</c:v>
                </c:pt>
                <c:pt idx="5720">
                  <c:v>2.4746074676513734E-2</c:v>
                </c:pt>
                <c:pt idx="5721">
                  <c:v>2.8532638549804798E-2</c:v>
                </c:pt>
                <c:pt idx="5722">
                  <c:v>1.7188224792480479E-2</c:v>
                </c:pt>
                <c:pt idx="5723">
                  <c:v>2.6196670532226624E-3</c:v>
                </c:pt>
                <c:pt idx="5724">
                  <c:v>-1.1948890686035159E-2</c:v>
                </c:pt>
                <c:pt idx="5725">
                  <c:v>-1.3068237304687511E-2</c:v>
                </c:pt>
                <c:pt idx="5726">
                  <c:v>1.9902133941650364E-2</c:v>
                </c:pt>
                <c:pt idx="5727">
                  <c:v>5.2872505187988236E-2</c:v>
                </c:pt>
                <c:pt idx="5728">
                  <c:v>8.2984313964843834E-2</c:v>
                </c:pt>
                <c:pt idx="5729">
                  <c:v>4.9440593719482478E-2</c:v>
                </c:pt>
                <c:pt idx="5730">
                  <c:v>1.5896873474121095E-2</c:v>
                </c:pt>
                <c:pt idx="5731">
                  <c:v>1.6187553405761713E-2</c:v>
                </c:pt>
                <c:pt idx="5732">
                  <c:v>2.2938423156738337E-2</c:v>
                </c:pt>
                <c:pt idx="5733">
                  <c:v>2.9689292907714958E-2</c:v>
                </c:pt>
                <c:pt idx="5734">
                  <c:v>1.3937759399414119E-2</c:v>
                </c:pt>
                <c:pt idx="5735">
                  <c:v>-1.8137741088867191E-3</c:v>
                </c:pt>
                <c:pt idx="5736">
                  <c:v>3.0238952636718715E-2</c:v>
                </c:pt>
                <c:pt idx="5737">
                  <c:v>2.7337532043456961E-2</c:v>
                </c:pt>
                <c:pt idx="5738">
                  <c:v>2.4436111450195197E-2</c:v>
                </c:pt>
                <c:pt idx="5739">
                  <c:v>6.1328086853027278E-2</c:v>
                </c:pt>
                <c:pt idx="5740">
                  <c:v>4.4523811340331954E-2</c:v>
                </c:pt>
                <c:pt idx="5741">
                  <c:v>2.7719535827636636E-2</c:v>
                </c:pt>
                <c:pt idx="5742">
                  <c:v>1.8340759277343743E-2</c:v>
                </c:pt>
                <c:pt idx="5743">
                  <c:v>1.50201416015625E-2</c:v>
                </c:pt>
                <c:pt idx="5744">
                  <c:v>1.1699523925781257E-2</c:v>
                </c:pt>
                <c:pt idx="5745">
                  <c:v>-6.2150573730468716E-3</c:v>
                </c:pt>
                <c:pt idx="5746">
                  <c:v>2.1960811614990205E-2</c:v>
                </c:pt>
                <c:pt idx="5747">
                  <c:v>5.0136680603027277E-2</c:v>
                </c:pt>
                <c:pt idx="5748">
                  <c:v>1.1772766113281256E-2</c:v>
                </c:pt>
                <c:pt idx="5749">
                  <c:v>1.9379711151123104E-2</c:v>
                </c:pt>
                <c:pt idx="5750">
                  <c:v>2.6986656188964959E-2</c:v>
                </c:pt>
                <c:pt idx="5751">
                  <c:v>2.4013938903808561E-2</c:v>
                </c:pt>
                <c:pt idx="5752">
                  <c:v>2.2028961181640605E-2</c:v>
                </c:pt>
                <c:pt idx="5753">
                  <c:v>2.0043983459472649E-2</c:v>
                </c:pt>
                <c:pt idx="5754">
                  <c:v>7.8962860107421914E-2</c:v>
                </c:pt>
                <c:pt idx="5755">
                  <c:v>7.1513843536377006E-2</c:v>
                </c:pt>
                <c:pt idx="5756">
                  <c:v>6.4064826965332083E-2</c:v>
                </c:pt>
                <c:pt idx="5757">
                  <c:v>-1.1556243896484382E-2</c:v>
                </c:pt>
                <c:pt idx="5758">
                  <c:v>1.2671413421630808E-2</c:v>
                </c:pt>
                <c:pt idx="5759">
                  <c:v>3.6899070739746E-2</c:v>
                </c:pt>
                <c:pt idx="5760">
                  <c:v>5.8353424072265516E-4</c:v>
                </c:pt>
                <c:pt idx="5761">
                  <c:v>6.5114593505859403E-3</c:v>
                </c:pt>
                <c:pt idx="5762">
                  <c:v>1.2439384460449223E-2</c:v>
                </c:pt>
                <c:pt idx="5763">
                  <c:v>-1.2004508972167968E-2</c:v>
                </c:pt>
                <c:pt idx="5764">
                  <c:v>1.87205314636231E-2</c:v>
                </c:pt>
                <c:pt idx="5765">
                  <c:v>4.9445571899414162E-2</c:v>
                </c:pt>
                <c:pt idx="5766">
                  <c:v>8.7021217346191448E-2</c:v>
                </c:pt>
                <c:pt idx="5767">
                  <c:v>5.6519279479980478E-2</c:v>
                </c:pt>
                <c:pt idx="5768">
                  <c:v>2.6017341613769521E-2</c:v>
                </c:pt>
                <c:pt idx="5769">
                  <c:v>1.4073257446289063E-2</c:v>
                </c:pt>
                <c:pt idx="5770">
                  <c:v>2.0652580261230485E-3</c:v>
                </c:pt>
                <c:pt idx="5771">
                  <c:v>-9.9427413940429681E-3</c:v>
                </c:pt>
                <c:pt idx="5772">
                  <c:v>4.853290557861336E-2</c:v>
                </c:pt>
                <c:pt idx="5773">
                  <c:v>3.1200199127197299E-2</c:v>
                </c:pt>
                <c:pt idx="5774">
                  <c:v>1.3867492675781256E-2</c:v>
                </c:pt>
                <c:pt idx="5775">
                  <c:v>8.4325561523437426E-2</c:v>
                </c:pt>
                <c:pt idx="5776">
                  <c:v>6.174350738525388E-2</c:v>
                </c:pt>
                <c:pt idx="5777">
                  <c:v>3.9161453247070314E-2</c:v>
                </c:pt>
                <c:pt idx="5778">
                  <c:v>3.9563827514648396E-2</c:v>
                </c:pt>
                <c:pt idx="5779">
                  <c:v>2.7098751068115212E-2</c:v>
                </c:pt>
                <c:pt idx="5780">
                  <c:v>1.463367462158203E-2</c:v>
                </c:pt>
                <c:pt idx="5781">
                  <c:v>2.3563041687011711E-2</c:v>
                </c:pt>
                <c:pt idx="5782">
                  <c:v>2.3158893585205079E-2</c:v>
                </c:pt>
                <c:pt idx="5783">
                  <c:v>2.2754745483398446E-2</c:v>
                </c:pt>
                <c:pt idx="5784">
                  <c:v>-1.1572036743164064E-2</c:v>
                </c:pt>
                <c:pt idx="5785">
                  <c:v>8.5309410095214516E-3</c:v>
                </c:pt>
                <c:pt idx="5786">
                  <c:v>2.8633918762206959E-2</c:v>
                </c:pt>
                <c:pt idx="5787">
                  <c:v>2.430610656738288E-3</c:v>
                </c:pt>
                <c:pt idx="5788">
                  <c:v>4.1768932342529305E-2</c:v>
                </c:pt>
                <c:pt idx="5789">
                  <c:v>8.1107254028320322E-2</c:v>
                </c:pt>
                <c:pt idx="5790">
                  <c:v>5.4928722381591834E-2</c:v>
                </c:pt>
                <c:pt idx="5791">
                  <c:v>2.875019073486336E-2</c:v>
                </c:pt>
                <c:pt idx="5792">
                  <c:v>-1.2543983459472647E-2</c:v>
                </c:pt>
                <c:pt idx="5793">
                  <c:v>-5.1316452026367145E-3</c:v>
                </c:pt>
                <c:pt idx="5794">
                  <c:v>2.2806930541992192E-3</c:v>
                </c:pt>
                <c:pt idx="5795">
                  <c:v>2.624038696289064E-2</c:v>
                </c:pt>
                <c:pt idx="5796">
                  <c:v>2.7729034423828076E-2</c:v>
                </c:pt>
                <c:pt idx="5797">
                  <c:v>2.9217681884765517E-2</c:v>
                </c:pt>
                <c:pt idx="5798">
                  <c:v>3.4734077453613357E-2</c:v>
                </c:pt>
                <c:pt idx="5799">
                  <c:v>1.6885757446289101E-2</c:v>
                </c:pt>
                <c:pt idx="5800">
                  <c:v>-9.6256256103515521E-4</c:v>
                </c:pt>
                <c:pt idx="5801">
                  <c:v>-1.1093101501464839E-2</c:v>
                </c:pt>
                <c:pt idx="5802">
                  <c:v>4.9357223510742209E-3</c:v>
                </c:pt>
                <c:pt idx="5803">
                  <c:v>2.0964546203613287E-2</c:v>
                </c:pt>
                <c:pt idx="5804">
                  <c:v>7.5996780395507762E-3</c:v>
                </c:pt>
                <c:pt idx="5805">
                  <c:v>1.8686485290527277E-3</c:v>
                </c:pt>
                <c:pt idx="5806">
                  <c:v>-3.8623809814453199E-3</c:v>
                </c:pt>
                <c:pt idx="5807">
                  <c:v>-1.0456352233886712E-2</c:v>
                </c:pt>
                <c:pt idx="5808">
                  <c:v>-1.2090225219726563E-2</c:v>
                </c:pt>
                <c:pt idx="5809">
                  <c:v>-1.3724098205566415E-2</c:v>
                </c:pt>
                <c:pt idx="5810">
                  <c:v>2.004100799560548E-2</c:v>
                </c:pt>
                <c:pt idx="5811">
                  <c:v>2.6419143676757809E-2</c:v>
                </c:pt>
                <c:pt idx="5812">
                  <c:v>3.2797279357910158E-2</c:v>
                </c:pt>
                <c:pt idx="5813">
                  <c:v>5.6094360351562553E-3</c:v>
                </c:pt>
                <c:pt idx="5814">
                  <c:v>5.4542541503906322E-4</c:v>
                </c:pt>
                <c:pt idx="5815">
                  <c:v>-4.5185852050781284E-3</c:v>
                </c:pt>
                <c:pt idx="5816">
                  <c:v>1.3232345581054678E-2</c:v>
                </c:pt>
                <c:pt idx="5817">
                  <c:v>1.9145622253417979E-2</c:v>
                </c:pt>
                <c:pt idx="5818">
                  <c:v>2.5058898925781278E-2</c:v>
                </c:pt>
                <c:pt idx="5819">
                  <c:v>3.1662025451660164E-2</c:v>
                </c:pt>
                <c:pt idx="5820">
                  <c:v>5.0875740051269519E-2</c:v>
                </c:pt>
                <c:pt idx="5821">
                  <c:v>7.0089454650878874E-2</c:v>
                </c:pt>
                <c:pt idx="5822">
                  <c:v>3.3631439208984482E-2</c:v>
                </c:pt>
                <c:pt idx="5823">
                  <c:v>2.4764728546142641E-2</c:v>
                </c:pt>
                <c:pt idx="5824">
                  <c:v>1.5898017883300773E-2</c:v>
                </c:pt>
                <c:pt idx="5825">
                  <c:v>3.929237365722648E-2</c:v>
                </c:pt>
                <c:pt idx="5826">
                  <c:v>6.1145439147949204E-2</c:v>
                </c:pt>
                <c:pt idx="5827">
                  <c:v>8.2998504638671908E-2</c:v>
                </c:pt>
                <c:pt idx="5828">
                  <c:v>-6.3311004638671913E-3</c:v>
                </c:pt>
                <c:pt idx="5829">
                  <c:v>-1.1058082580566404E-2</c:v>
                </c:pt>
                <c:pt idx="5830">
                  <c:v>-1.5785064697265615E-2</c:v>
                </c:pt>
                <c:pt idx="5831">
                  <c:v>2.5483245849609357E-2</c:v>
                </c:pt>
                <c:pt idx="5832">
                  <c:v>2.6588859558105478E-2</c:v>
                </c:pt>
                <c:pt idx="5833">
                  <c:v>2.7694473266601599E-2</c:v>
                </c:pt>
                <c:pt idx="5834">
                  <c:v>2.7924613952636637E-2</c:v>
                </c:pt>
                <c:pt idx="5835">
                  <c:v>2.2318096160888624E-2</c:v>
                </c:pt>
                <c:pt idx="5836">
                  <c:v>1.6711578369140615E-2</c:v>
                </c:pt>
                <c:pt idx="5837">
                  <c:v>-1.0005798339843743E-2</c:v>
                </c:pt>
                <c:pt idx="5838">
                  <c:v>-1.2273445129394531E-2</c:v>
                </c:pt>
                <c:pt idx="5839">
                  <c:v>-1.454109191894532E-2</c:v>
                </c:pt>
                <c:pt idx="5840">
                  <c:v>-1.1809844970703127E-2</c:v>
                </c:pt>
                <c:pt idx="5841">
                  <c:v>6.9542884826659553E-3</c:v>
                </c:pt>
                <c:pt idx="5842">
                  <c:v>2.5718421936035039E-2</c:v>
                </c:pt>
                <c:pt idx="5843">
                  <c:v>6.7032508850097594E-2</c:v>
                </c:pt>
                <c:pt idx="5844">
                  <c:v>4.6744251251220718E-2</c:v>
                </c:pt>
                <c:pt idx="5845">
                  <c:v>2.6455993652343839E-2</c:v>
                </c:pt>
                <c:pt idx="5846">
                  <c:v>2.7434177398681679E-2</c:v>
                </c:pt>
                <c:pt idx="5847">
                  <c:v>2.8412361145019521E-2</c:v>
                </c:pt>
                <c:pt idx="5848">
                  <c:v>1.7240867614746098E-2</c:v>
                </c:pt>
                <c:pt idx="5849">
                  <c:v>1.4323997497558595E-2</c:v>
                </c:pt>
                <c:pt idx="5850">
                  <c:v>1.1407127380371095E-2</c:v>
                </c:pt>
                <c:pt idx="5851">
                  <c:v>-6.8724060058593843E-3</c:v>
                </c:pt>
                <c:pt idx="5852">
                  <c:v>-1.0513172149658207E-2</c:v>
                </c:pt>
                <c:pt idx="5853">
                  <c:v>-1.4153938293457031E-2</c:v>
                </c:pt>
                <c:pt idx="5854">
                  <c:v>9.8644638061523519E-3</c:v>
                </c:pt>
                <c:pt idx="5855">
                  <c:v>1.0618343353271484E-2</c:v>
                </c:pt>
                <c:pt idx="5856">
                  <c:v>1.1372222900390616E-2</c:v>
                </c:pt>
                <c:pt idx="5857">
                  <c:v>-2.9219055175781277E-3</c:v>
                </c:pt>
                <c:pt idx="5858">
                  <c:v>2.5353641510009736E-2</c:v>
                </c:pt>
                <c:pt idx="5859">
                  <c:v>5.36291885375976E-2</c:v>
                </c:pt>
                <c:pt idx="5860">
                  <c:v>-7.6167297363281278E-3</c:v>
                </c:pt>
                <c:pt idx="5861">
                  <c:v>1.1937103271484338E-2</c:v>
                </c:pt>
                <c:pt idx="5862">
                  <c:v>3.1490936279296798E-2</c:v>
                </c:pt>
                <c:pt idx="5863">
                  <c:v>5.2831192016601601E-2</c:v>
                </c:pt>
                <c:pt idx="5864">
                  <c:v>2.3428459167480493E-2</c:v>
                </c:pt>
                <c:pt idx="5865">
                  <c:v>-5.9742736816406159E-3</c:v>
                </c:pt>
                <c:pt idx="5866">
                  <c:v>3.0263328552246119E-2</c:v>
                </c:pt>
                <c:pt idx="5867">
                  <c:v>6.6500930786132881E-2</c:v>
                </c:pt>
                <c:pt idx="5868">
                  <c:v>4.420743942260745E-2</c:v>
                </c:pt>
                <c:pt idx="5869">
                  <c:v>2.191394805908203E-2</c:v>
                </c:pt>
                <c:pt idx="5870">
                  <c:v>1.482421875E-2</c:v>
                </c:pt>
                <c:pt idx="5871">
                  <c:v>1.5544910430908209E-2</c:v>
                </c:pt>
                <c:pt idx="5872">
                  <c:v>1.6265602111816414E-2</c:v>
                </c:pt>
                <c:pt idx="5873">
                  <c:v>5.6866149902343843E-2</c:v>
                </c:pt>
                <c:pt idx="5874">
                  <c:v>5.163923263549812E-2</c:v>
                </c:pt>
                <c:pt idx="5875">
                  <c:v>4.6412315368652396E-2</c:v>
                </c:pt>
                <c:pt idx="5876">
                  <c:v>2.8256950378417918E-2</c:v>
                </c:pt>
                <c:pt idx="5877">
                  <c:v>1.1284732818603493E-2</c:v>
                </c:pt>
                <c:pt idx="5878">
                  <c:v>-5.687484741210936E-3</c:v>
                </c:pt>
                <c:pt idx="5879">
                  <c:v>6.8170051574706958E-2</c:v>
                </c:pt>
                <c:pt idx="5880">
                  <c:v>3.648004531860348E-2</c:v>
                </c:pt>
                <c:pt idx="5881">
                  <c:v>4.7900390625000002E-3</c:v>
                </c:pt>
                <c:pt idx="5882">
                  <c:v>2.3750267028808583E-2</c:v>
                </c:pt>
                <c:pt idx="5883">
                  <c:v>2.679462432861324E-2</c:v>
                </c:pt>
                <c:pt idx="5884">
                  <c:v>2.9838981628417919E-2</c:v>
                </c:pt>
                <c:pt idx="5885">
                  <c:v>2.6109809875488239E-2</c:v>
                </c:pt>
                <c:pt idx="5886">
                  <c:v>2.8465118408203077E-2</c:v>
                </c:pt>
                <c:pt idx="5887">
                  <c:v>3.0820426940917921E-2</c:v>
                </c:pt>
                <c:pt idx="5888">
                  <c:v>2.164066314697265E-2</c:v>
                </c:pt>
                <c:pt idx="5889">
                  <c:v>2.9238338470458935E-2</c:v>
                </c:pt>
                <c:pt idx="5890">
                  <c:v>3.6836013793945195E-2</c:v>
                </c:pt>
                <c:pt idx="5891">
                  <c:v>-6.3832855224609355E-3</c:v>
                </c:pt>
                <c:pt idx="5892">
                  <c:v>-9.0437507629394509E-3</c:v>
                </c:pt>
                <c:pt idx="5893">
                  <c:v>-1.1704216003417969E-2</c:v>
                </c:pt>
                <c:pt idx="5894">
                  <c:v>2.0957908630371096E-2</c:v>
                </c:pt>
                <c:pt idx="5895">
                  <c:v>2.1441764831542968E-2</c:v>
                </c:pt>
                <c:pt idx="5896">
                  <c:v>2.1925621032714841E-2</c:v>
                </c:pt>
                <c:pt idx="5897">
                  <c:v>2.2612266540527351E-2</c:v>
                </c:pt>
                <c:pt idx="5898">
                  <c:v>4.8466300964355473E-3</c:v>
                </c:pt>
                <c:pt idx="5899">
                  <c:v>-1.2919006347656256E-2</c:v>
                </c:pt>
                <c:pt idx="5900">
                  <c:v>-4.4381332397460957E-3</c:v>
                </c:pt>
                <c:pt idx="5901">
                  <c:v>3.142433166503904E-3</c:v>
                </c:pt>
                <c:pt idx="5902">
                  <c:v>1.0722999572753904E-2</c:v>
                </c:pt>
                <c:pt idx="5903">
                  <c:v>-6.8023681640625496E-4</c:v>
                </c:pt>
                <c:pt idx="5904">
                  <c:v>-1.2083473205566415E-2</c:v>
                </c:pt>
                <c:pt idx="5905">
                  <c:v>2.7148017883300801E-2</c:v>
                </c:pt>
                <c:pt idx="5906">
                  <c:v>3.3757495880126998E-2</c:v>
                </c:pt>
                <c:pt idx="5907">
                  <c:v>4.0366973876953198E-2</c:v>
                </c:pt>
                <c:pt idx="5908">
                  <c:v>8.6286163330078075E-3</c:v>
                </c:pt>
                <c:pt idx="5909">
                  <c:v>5.4440116882324202E-3</c:v>
                </c:pt>
                <c:pt idx="5910">
                  <c:v>2.259407043457032E-3</c:v>
                </c:pt>
                <c:pt idx="5911">
                  <c:v>1.0624580383300776E-2</c:v>
                </c:pt>
                <c:pt idx="5912">
                  <c:v>2.5702686309814416E-2</c:v>
                </c:pt>
                <c:pt idx="5913">
                  <c:v>4.0780792236328078E-2</c:v>
                </c:pt>
                <c:pt idx="5914">
                  <c:v>8.6913299560546792E-3</c:v>
                </c:pt>
                <c:pt idx="5915">
                  <c:v>1.1055850982666015E-2</c:v>
                </c:pt>
                <c:pt idx="5916">
                  <c:v>1.3420372009277351E-2</c:v>
                </c:pt>
                <c:pt idx="5917">
                  <c:v>5.7408943176269517E-2</c:v>
                </c:pt>
                <c:pt idx="5918">
                  <c:v>6.5776233673095708E-2</c:v>
                </c:pt>
                <c:pt idx="5919">
                  <c:v>7.4143524169921912E-2</c:v>
                </c:pt>
                <c:pt idx="5920">
                  <c:v>4.6400184631347603E-2</c:v>
                </c:pt>
                <c:pt idx="5921">
                  <c:v>1.9172573089599576E-2</c:v>
                </c:pt>
                <c:pt idx="5922">
                  <c:v>-8.0550384521484476E-3</c:v>
                </c:pt>
                <c:pt idx="5923">
                  <c:v>-4.9802398681640641E-3</c:v>
                </c:pt>
                <c:pt idx="5924">
                  <c:v>1.0206413269042968E-2</c:v>
                </c:pt>
                <c:pt idx="5925">
                  <c:v>2.5393066406249998E-2</c:v>
                </c:pt>
                <c:pt idx="5926">
                  <c:v>3.0757026672363359E-2</c:v>
                </c:pt>
                <c:pt idx="5927">
                  <c:v>3.5678730010986363E-2</c:v>
                </c:pt>
                <c:pt idx="5928">
                  <c:v>4.0600433349609361E-2</c:v>
                </c:pt>
                <c:pt idx="5929">
                  <c:v>-2.2809219360351548E-3</c:v>
                </c:pt>
                <c:pt idx="5930">
                  <c:v>4.0922985076904346E-2</c:v>
                </c:pt>
                <c:pt idx="5931">
                  <c:v>8.4126892089843835E-2</c:v>
                </c:pt>
                <c:pt idx="5932">
                  <c:v>2.4941139221191438E-2</c:v>
                </c:pt>
                <c:pt idx="5933">
                  <c:v>5.0986461639404276E-2</c:v>
                </c:pt>
                <c:pt idx="5934">
                  <c:v>7.7031784057617111E-2</c:v>
                </c:pt>
                <c:pt idx="5935">
                  <c:v>2.275382995605468E-2</c:v>
                </c:pt>
                <c:pt idx="5936">
                  <c:v>5.9959030151367117E-3</c:v>
                </c:pt>
                <c:pt idx="5937">
                  <c:v>-1.0762023925781256E-2</c:v>
                </c:pt>
                <c:pt idx="5938">
                  <c:v>-8.3578491210937432E-3</c:v>
                </c:pt>
                <c:pt idx="5939">
                  <c:v>-3.6077499389648444E-4</c:v>
                </c:pt>
                <c:pt idx="5940">
                  <c:v>7.6362991333007758E-3</c:v>
                </c:pt>
                <c:pt idx="5941">
                  <c:v>2.5621147155761758E-2</c:v>
                </c:pt>
                <c:pt idx="5942">
                  <c:v>2.9776039123535158E-2</c:v>
                </c:pt>
                <c:pt idx="5943">
                  <c:v>3.3930931091308562E-2</c:v>
                </c:pt>
                <c:pt idx="5944">
                  <c:v>7.6958198547363355E-2</c:v>
                </c:pt>
                <c:pt idx="5945">
                  <c:v>7.0417213439941437E-2</c:v>
                </c:pt>
                <c:pt idx="5946">
                  <c:v>6.3876228332519519E-2</c:v>
                </c:pt>
                <c:pt idx="5947">
                  <c:v>-1.1028671264648447E-3</c:v>
                </c:pt>
                <c:pt idx="5948">
                  <c:v>2.3311614990234332E-3</c:v>
                </c:pt>
                <c:pt idx="5949">
                  <c:v>5.7651901245117116E-3</c:v>
                </c:pt>
                <c:pt idx="5950">
                  <c:v>3.4525909423828174E-2</c:v>
                </c:pt>
                <c:pt idx="5951">
                  <c:v>6.3286628723144639E-2</c:v>
                </c:pt>
                <c:pt idx="5952">
                  <c:v>4.7486572265625117E-2</c:v>
                </c:pt>
                <c:pt idx="5953">
                  <c:v>3.9170379638671919E-2</c:v>
                </c:pt>
                <c:pt idx="5954">
                  <c:v>3.0854187011718714E-2</c:v>
                </c:pt>
                <c:pt idx="5955">
                  <c:v>1.767070770263671E-2</c:v>
                </c:pt>
                <c:pt idx="5956">
                  <c:v>4.8257446289062438E-3</c:v>
                </c:pt>
                <c:pt idx="5957">
                  <c:v>-8.0192184448242242E-3</c:v>
                </c:pt>
                <c:pt idx="5958">
                  <c:v>8.5027542114257754E-2</c:v>
                </c:pt>
                <c:pt idx="5959">
                  <c:v>6.2752990722656277E-2</c:v>
                </c:pt>
                <c:pt idx="5960">
                  <c:v>4.04784393310548E-2</c:v>
                </c:pt>
                <c:pt idx="5961">
                  <c:v>1.5016937255859382E-3</c:v>
                </c:pt>
                <c:pt idx="5962">
                  <c:v>-6.0630798339843719E-3</c:v>
                </c:pt>
                <c:pt idx="5963">
                  <c:v>-1.3627853393554679E-2</c:v>
                </c:pt>
                <c:pt idx="5964">
                  <c:v>-3.3682250976562558E-3</c:v>
                </c:pt>
                <c:pt idx="5965">
                  <c:v>2.4156589508056631E-2</c:v>
                </c:pt>
                <c:pt idx="5966">
                  <c:v>5.1681404113769515E-2</c:v>
                </c:pt>
                <c:pt idx="5967">
                  <c:v>3.5424957275390634E-2</c:v>
                </c:pt>
                <c:pt idx="5968">
                  <c:v>2.400381088256837E-2</c:v>
                </c:pt>
                <c:pt idx="5969">
                  <c:v>1.2582664489746095E-2</c:v>
                </c:pt>
                <c:pt idx="5970">
                  <c:v>-9.5135879516601591E-3</c:v>
                </c:pt>
                <c:pt idx="5971">
                  <c:v>-1.1237697601318356E-2</c:v>
                </c:pt>
                <c:pt idx="5972">
                  <c:v>-1.2961807250976553E-2</c:v>
                </c:pt>
                <c:pt idx="5973">
                  <c:v>4.1904830932617118E-3</c:v>
                </c:pt>
                <c:pt idx="5974">
                  <c:v>2.2861804962158255E-2</c:v>
                </c:pt>
                <c:pt idx="5975">
                  <c:v>4.1533126831054798E-2</c:v>
                </c:pt>
                <c:pt idx="5976">
                  <c:v>-5.4916763305664163E-3</c:v>
                </c:pt>
                <c:pt idx="5977">
                  <c:v>-7.7739715576171922E-3</c:v>
                </c:pt>
                <c:pt idx="5978">
                  <c:v>-1.0056266784667969E-2</c:v>
                </c:pt>
                <c:pt idx="5979">
                  <c:v>4.5012130737304798E-2</c:v>
                </c:pt>
                <c:pt idx="5980">
                  <c:v>2.7789115905761785E-2</c:v>
                </c:pt>
                <c:pt idx="5981">
                  <c:v>1.0566101074218744E-2</c:v>
                </c:pt>
                <c:pt idx="5982">
                  <c:v>3.4185562133789038E-2</c:v>
                </c:pt>
                <c:pt idx="5983">
                  <c:v>1.2966213226318345E-2</c:v>
                </c:pt>
                <c:pt idx="5984">
                  <c:v>-8.2531356811523515E-3</c:v>
                </c:pt>
                <c:pt idx="5985">
                  <c:v>4.8091621398925678E-2</c:v>
                </c:pt>
                <c:pt idx="5986">
                  <c:v>3.1399669647216744E-2</c:v>
                </c:pt>
                <c:pt idx="5987">
                  <c:v>1.4707717895507807E-2</c:v>
                </c:pt>
                <c:pt idx="5988">
                  <c:v>3.3658103942871116E-2</c:v>
                </c:pt>
                <c:pt idx="5989">
                  <c:v>2.2329139709472673E-2</c:v>
                </c:pt>
                <c:pt idx="5990">
                  <c:v>1.1000175476074223E-2</c:v>
                </c:pt>
                <c:pt idx="5991">
                  <c:v>-1.2194023132324223E-2</c:v>
                </c:pt>
                <c:pt idx="5992">
                  <c:v>-1.0058555603027352E-2</c:v>
                </c:pt>
                <c:pt idx="5993">
                  <c:v>-7.9230880737304801E-3</c:v>
                </c:pt>
                <c:pt idx="5994">
                  <c:v>5.6322097778320193E-3</c:v>
                </c:pt>
                <c:pt idx="5995">
                  <c:v>1.9187507629394522E-2</c:v>
                </c:pt>
                <c:pt idx="5996">
                  <c:v>3.7681732177734482E-2</c:v>
                </c:pt>
                <c:pt idx="5997">
                  <c:v>1.22477531433106E-2</c:v>
                </c:pt>
                <c:pt idx="5998">
                  <c:v>-1.3186225891113287E-2</c:v>
                </c:pt>
                <c:pt idx="5999">
                  <c:v>7.1272659301757756E-3</c:v>
                </c:pt>
                <c:pt idx="6000">
                  <c:v>1.724464416503909E-2</c:v>
                </c:pt>
                <c:pt idx="6001">
                  <c:v>2.7362022399902399E-2</c:v>
                </c:pt>
                <c:pt idx="6002">
                  <c:v>-1.2619857788085935E-2</c:v>
                </c:pt>
                <c:pt idx="6003">
                  <c:v>2.0634841918945272E-2</c:v>
                </c:pt>
                <c:pt idx="6004">
                  <c:v>5.3889541625976478E-2</c:v>
                </c:pt>
                <c:pt idx="6005">
                  <c:v>2.3286323547363288E-2</c:v>
                </c:pt>
                <c:pt idx="6006">
                  <c:v>1.9799594879150399E-2</c:v>
                </c:pt>
                <c:pt idx="6007">
                  <c:v>1.6312866210937513E-2</c:v>
                </c:pt>
                <c:pt idx="6008">
                  <c:v>6.5067214965820325E-2</c:v>
                </c:pt>
                <c:pt idx="6009">
                  <c:v>2.7890567779541013E-2</c:v>
                </c:pt>
                <c:pt idx="6010">
                  <c:v>-9.2860794067382881E-3</c:v>
                </c:pt>
                <c:pt idx="6011">
                  <c:v>-1.9800567626953127E-3</c:v>
                </c:pt>
                <c:pt idx="6012">
                  <c:v>1.2228984832763705E-2</c:v>
                </c:pt>
                <c:pt idx="6013">
                  <c:v>2.6438026428222718E-2</c:v>
                </c:pt>
                <c:pt idx="6014">
                  <c:v>4.3856849670410161E-2</c:v>
                </c:pt>
                <c:pt idx="6015">
                  <c:v>1.9109001159667967E-2</c:v>
                </c:pt>
                <c:pt idx="6016">
                  <c:v>-5.6388473510742233E-3</c:v>
                </c:pt>
                <c:pt idx="6017">
                  <c:v>2.6037139892578078E-2</c:v>
                </c:pt>
                <c:pt idx="6018">
                  <c:v>2.2902946472167941E-2</c:v>
                </c:pt>
                <c:pt idx="6019">
                  <c:v>1.976875305175781E-2</c:v>
                </c:pt>
                <c:pt idx="6020">
                  <c:v>9.152069091796871E-3</c:v>
                </c:pt>
                <c:pt idx="6021">
                  <c:v>3.6649703979492166E-3</c:v>
                </c:pt>
                <c:pt idx="6022">
                  <c:v>-1.8221282958984382E-3</c:v>
                </c:pt>
                <c:pt idx="6023">
                  <c:v>2.8743095397949198E-2</c:v>
                </c:pt>
                <c:pt idx="6024">
                  <c:v>8.9697074890136667E-3</c:v>
                </c:pt>
                <c:pt idx="6025">
                  <c:v>-1.0803680419921871E-2</c:v>
                </c:pt>
                <c:pt idx="6026">
                  <c:v>7.1815452575683669E-2</c:v>
                </c:pt>
                <c:pt idx="6027">
                  <c:v>5.1551856994628997E-2</c:v>
                </c:pt>
                <c:pt idx="6028">
                  <c:v>3.1288261413574318E-2</c:v>
                </c:pt>
                <c:pt idx="6029">
                  <c:v>9.8886108398437422E-3</c:v>
                </c:pt>
                <c:pt idx="6030">
                  <c:v>-1.1635780334472723E-3</c:v>
                </c:pt>
                <c:pt idx="6031">
                  <c:v>-1.2215766906738288E-2</c:v>
                </c:pt>
                <c:pt idx="6032">
                  <c:v>-4.0858840942382879E-3</c:v>
                </c:pt>
                <c:pt idx="6033">
                  <c:v>1.3593749999999976E-2</c:v>
                </c:pt>
                <c:pt idx="6034">
                  <c:v>3.1273384094238244E-2</c:v>
                </c:pt>
                <c:pt idx="6035">
                  <c:v>3.6038246154785042E-2</c:v>
                </c:pt>
                <c:pt idx="6036">
                  <c:v>3.456476211547848E-2</c:v>
                </c:pt>
                <c:pt idx="6037">
                  <c:v>3.3091278076171918E-2</c:v>
                </c:pt>
                <c:pt idx="6038">
                  <c:v>-1.6104125976562512E-3</c:v>
                </c:pt>
                <c:pt idx="6039">
                  <c:v>1.6110363006591792E-2</c:v>
                </c:pt>
                <c:pt idx="6040">
                  <c:v>3.3831138610839834E-2</c:v>
                </c:pt>
                <c:pt idx="6041">
                  <c:v>2.452583312988281E-2</c:v>
                </c:pt>
                <c:pt idx="6042">
                  <c:v>1.5220527648925774E-2</c:v>
                </c:pt>
                <c:pt idx="6043">
                  <c:v>7.154354095458984E-2</c:v>
                </c:pt>
                <c:pt idx="6044">
                  <c:v>3.0420284271240213E-2</c:v>
                </c:pt>
                <c:pt idx="6045">
                  <c:v>-1.0702972412109383E-2</c:v>
                </c:pt>
                <c:pt idx="6046">
                  <c:v>5.8652000427245998E-2</c:v>
                </c:pt>
                <c:pt idx="6047">
                  <c:v>2.3100070953369092E-2</c:v>
                </c:pt>
                <c:pt idx="6048">
                  <c:v>-1.2451858520507807E-2</c:v>
                </c:pt>
                <c:pt idx="6049">
                  <c:v>5.2799949645995999E-2</c:v>
                </c:pt>
                <c:pt idx="6050">
                  <c:v>2.0264739990234322E-2</c:v>
                </c:pt>
                <c:pt idx="6051">
                  <c:v>-1.2270469665527351E-2</c:v>
                </c:pt>
                <c:pt idx="6052">
                  <c:v>2.2949295043945318E-2</c:v>
                </c:pt>
                <c:pt idx="6053">
                  <c:v>3.9534759521484379E-3</c:v>
                </c:pt>
                <c:pt idx="6054">
                  <c:v>-1.5042343139648447E-2</c:v>
                </c:pt>
                <c:pt idx="6055">
                  <c:v>3.9604797363281284E-2</c:v>
                </c:pt>
                <c:pt idx="6056">
                  <c:v>1.5778827667236348E-2</c:v>
                </c:pt>
                <c:pt idx="6057">
                  <c:v>-8.0471420288085842E-3</c:v>
                </c:pt>
                <c:pt idx="6058">
                  <c:v>6.4952087402343839E-3</c:v>
                </c:pt>
                <c:pt idx="6059">
                  <c:v>2.816316604614259E-2</c:v>
                </c:pt>
                <c:pt idx="6060">
                  <c:v>4.9831123352050796E-2</c:v>
                </c:pt>
                <c:pt idx="6061">
                  <c:v>-1.2864303588867192E-2</c:v>
                </c:pt>
                <c:pt idx="6062">
                  <c:v>2.6487178802490189E-2</c:v>
                </c:pt>
                <c:pt idx="6063">
                  <c:v>6.5838661193847597E-2</c:v>
                </c:pt>
                <c:pt idx="6064">
                  <c:v>2.5350151062011758E-2</c:v>
                </c:pt>
                <c:pt idx="6065">
                  <c:v>5.7987213134765882E-3</c:v>
                </c:pt>
                <c:pt idx="6066">
                  <c:v>-1.3752708435058584E-2</c:v>
                </c:pt>
                <c:pt idx="6067">
                  <c:v>7.3790702819824319E-2</c:v>
                </c:pt>
                <c:pt idx="6068">
                  <c:v>5.0662479400634758E-2</c:v>
                </c:pt>
                <c:pt idx="6069">
                  <c:v>2.75342559814452E-2</c:v>
                </c:pt>
                <c:pt idx="6070">
                  <c:v>-1.5158386230468742E-2</c:v>
                </c:pt>
                <c:pt idx="6071">
                  <c:v>-7.7687072753906197E-3</c:v>
                </c:pt>
                <c:pt idx="6072">
                  <c:v>-3.790283203125E-4</c:v>
                </c:pt>
                <c:pt idx="6073">
                  <c:v>1.5765609741210936E-2</c:v>
                </c:pt>
                <c:pt idx="6074">
                  <c:v>2.1952400207519505E-2</c:v>
                </c:pt>
                <c:pt idx="6075">
                  <c:v>2.8139190673828078E-2</c:v>
                </c:pt>
                <c:pt idx="6076">
                  <c:v>3.8243179321289039E-2</c:v>
                </c:pt>
                <c:pt idx="6077">
                  <c:v>2.7338676452636712E-2</c:v>
                </c:pt>
                <c:pt idx="6078">
                  <c:v>1.6434173583984385E-2</c:v>
                </c:pt>
                <c:pt idx="6079">
                  <c:v>1.6129989624023448E-2</c:v>
                </c:pt>
                <c:pt idx="6080">
                  <c:v>2.8312683105469075E-4</c:v>
                </c:pt>
                <c:pt idx="6081">
                  <c:v>-1.5563735961914063E-2</c:v>
                </c:pt>
                <c:pt idx="6082">
                  <c:v>5.1277198791503997E-2</c:v>
                </c:pt>
                <c:pt idx="6083">
                  <c:v>4.344669342041016E-2</c:v>
                </c:pt>
                <c:pt idx="6084">
                  <c:v>3.5616188049316315E-2</c:v>
                </c:pt>
                <c:pt idx="6085">
                  <c:v>2.5827140808105359E-2</c:v>
                </c:pt>
                <c:pt idx="6086">
                  <c:v>1.3222789764404243E-2</c:v>
                </c:pt>
                <c:pt idx="6087">
                  <c:v>6.1843872070312556E-4</c:v>
                </c:pt>
                <c:pt idx="6088">
                  <c:v>-2.5516891479492121E-3</c:v>
                </c:pt>
                <c:pt idx="6089">
                  <c:v>-5.7218170166015514E-3</c:v>
                </c:pt>
                <c:pt idx="6090">
                  <c:v>-8.3629989624023522E-3</c:v>
                </c:pt>
                <c:pt idx="6091">
                  <c:v>1.2742080688476504E-2</c:v>
                </c:pt>
                <c:pt idx="6092">
                  <c:v>3.3847160339355357E-2</c:v>
                </c:pt>
                <c:pt idx="6093">
                  <c:v>3.2466545104980482E-2</c:v>
                </c:pt>
                <c:pt idx="6094">
                  <c:v>4.6772804260253875E-2</c:v>
                </c:pt>
                <c:pt idx="6095">
                  <c:v>6.1079063415527275E-2</c:v>
                </c:pt>
                <c:pt idx="6096">
                  <c:v>2.483699798583984E-2</c:v>
                </c:pt>
                <c:pt idx="6097">
                  <c:v>3.3085041046142516E-2</c:v>
                </c:pt>
                <c:pt idx="6098">
                  <c:v>4.1333084106445199E-2</c:v>
                </c:pt>
                <c:pt idx="6099">
                  <c:v>-5.307197570800776E-3</c:v>
                </c:pt>
                <c:pt idx="6100">
                  <c:v>1.744033813476565E-2</c:v>
                </c:pt>
                <c:pt idx="6101">
                  <c:v>4.0187873840332074E-2</c:v>
                </c:pt>
                <c:pt idx="6102">
                  <c:v>-6.4177322387695196E-3</c:v>
                </c:pt>
                <c:pt idx="6103">
                  <c:v>1.3437767028808556E-2</c:v>
                </c:pt>
                <c:pt idx="6104">
                  <c:v>3.3293266296386639E-2</c:v>
                </c:pt>
                <c:pt idx="6105">
                  <c:v>-2.3767089843749999E-3</c:v>
                </c:pt>
                <c:pt idx="6106">
                  <c:v>-8.558692932128905E-3</c:v>
                </c:pt>
                <c:pt idx="6107">
                  <c:v>-1.4740676879882807E-2</c:v>
                </c:pt>
                <c:pt idx="6108">
                  <c:v>1.6745910644531257E-2</c:v>
                </c:pt>
                <c:pt idx="6109">
                  <c:v>3.1795692443847743E-3</c:v>
                </c:pt>
                <c:pt idx="6110">
                  <c:v>-1.0386772155761712E-2</c:v>
                </c:pt>
                <c:pt idx="6111">
                  <c:v>-9.8271560668945195E-3</c:v>
                </c:pt>
                <c:pt idx="6112">
                  <c:v>1.6454029083251939E-2</c:v>
                </c:pt>
                <c:pt idx="6113">
                  <c:v>4.2735214233398398E-2</c:v>
                </c:pt>
                <c:pt idx="6114">
                  <c:v>6.5882263183593845E-2</c:v>
                </c:pt>
                <c:pt idx="6115">
                  <c:v>5.5685806274414162E-2</c:v>
                </c:pt>
                <c:pt idx="6116">
                  <c:v>4.548934936523448E-2</c:v>
                </c:pt>
                <c:pt idx="6117">
                  <c:v>-1.4813003540039064E-2</c:v>
                </c:pt>
                <c:pt idx="6118">
                  <c:v>-6.3938140869140446E-4</c:v>
                </c:pt>
                <c:pt idx="6119">
                  <c:v>1.3534240722656255E-2</c:v>
                </c:pt>
                <c:pt idx="6120">
                  <c:v>1.4629325866699223E-2</c:v>
                </c:pt>
                <c:pt idx="6121">
                  <c:v>1.3899192810058594E-2</c:v>
                </c:pt>
                <c:pt idx="6122">
                  <c:v>1.3169059753417969E-2</c:v>
                </c:pt>
                <c:pt idx="6123">
                  <c:v>1.1305503845214841E-2</c:v>
                </c:pt>
                <c:pt idx="6124">
                  <c:v>2.4619674682617122E-3</c:v>
                </c:pt>
                <c:pt idx="6125">
                  <c:v>-6.3815689086914162E-3</c:v>
                </c:pt>
                <c:pt idx="6126">
                  <c:v>1.0790405273437512E-2</c:v>
                </c:pt>
                <c:pt idx="6127">
                  <c:v>1.386508941650399E-3</c:v>
                </c:pt>
                <c:pt idx="6128">
                  <c:v>-8.0173873901367119E-3</c:v>
                </c:pt>
                <c:pt idx="6129">
                  <c:v>-6.2618637084960963E-3</c:v>
                </c:pt>
                <c:pt idx="6130">
                  <c:v>-8.2391738891601594E-3</c:v>
                </c:pt>
                <c:pt idx="6131">
                  <c:v>-1.0216484069824224E-2</c:v>
                </c:pt>
                <c:pt idx="6132">
                  <c:v>2.7021217346191438E-3</c:v>
                </c:pt>
                <c:pt idx="6133">
                  <c:v>1.5620727539062513E-2</c:v>
                </c:pt>
                <c:pt idx="6134">
                  <c:v>1.3382835388183583E-2</c:v>
                </c:pt>
                <c:pt idx="6135">
                  <c:v>1.7378597259521483E-2</c:v>
                </c:pt>
                <c:pt idx="6136">
                  <c:v>2.1374359130859385E-2</c:v>
                </c:pt>
                <c:pt idx="6137">
                  <c:v>3.9966545104980482E-2</c:v>
                </c:pt>
                <c:pt idx="6138">
                  <c:v>5.0948467254638634E-2</c:v>
                </c:pt>
                <c:pt idx="6139">
                  <c:v>6.1930389404296793E-2</c:v>
                </c:pt>
                <c:pt idx="6140">
                  <c:v>7.6833457946777275E-2</c:v>
                </c:pt>
                <c:pt idx="6141">
                  <c:v>5.097255706787112E-2</c:v>
                </c:pt>
                <c:pt idx="6142">
                  <c:v>2.5111656188964958E-2</c:v>
                </c:pt>
                <c:pt idx="6143">
                  <c:v>4.657413482666016E-2</c:v>
                </c:pt>
                <c:pt idx="6144">
                  <c:v>2.5245952606201175E-2</c:v>
                </c:pt>
                <c:pt idx="6145">
                  <c:v>3.9177703857421918E-3</c:v>
                </c:pt>
                <c:pt idx="6146">
                  <c:v>1.8384132385253903E-2</c:v>
                </c:pt>
                <c:pt idx="6147">
                  <c:v>2.08432388305664E-2</c:v>
                </c:pt>
                <c:pt idx="6148">
                  <c:v>2.3302345275878902E-2</c:v>
                </c:pt>
                <c:pt idx="6149">
                  <c:v>2.7584037780761756E-2</c:v>
                </c:pt>
                <c:pt idx="6150">
                  <c:v>1.2320537567138688E-2</c:v>
                </c:pt>
                <c:pt idx="6151">
                  <c:v>-2.9429626464843842E-3</c:v>
                </c:pt>
                <c:pt idx="6152">
                  <c:v>4.217960357666016E-2</c:v>
                </c:pt>
                <c:pt idx="6153">
                  <c:v>4.3184452056884759E-2</c:v>
                </c:pt>
                <c:pt idx="6154">
                  <c:v>4.4189300537109358E-2</c:v>
                </c:pt>
                <c:pt idx="6155">
                  <c:v>1.1847267150878905E-2</c:v>
                </c:pt>
                <c:pt idx="6156">
                  <c:v>1.1202564239501951E-2</c:v>
                </c:pt>
                <c:pt idx="6157">
                  <c:v>1.0557861328124999E-2</c:v>
                </c:pt>
                <c:pt idx="6158">
                  <c:v>1.5600357055664062E-2</c:v>
                </c:pt>
                <c:pt idx="6159">
                  <c:v>1.4220829010009772E-2</c:v>
                </c:pt>
                <c:pt idx="6160">
                  <c:v>1.2841300964355479E-2</c:v>
                </c:pt>
                <c:pt idx="6161">
                  <c:v>-1.4034576416015616E-2</c:v>
                </c:pt>
                <c:pt idx="6162">
                  <c:v>3.2559471130371075E-2</c:v>
                </c:pt>
                <c:pt idx="6163">
                  <c:v>7.9153518676757753E-2</c:v>
                </c:pt>
                <c:pt idx="6164">
                  <c:v>-9.5901489257812569E-3</c:v>
                </c:pt>
                <c:pt idx="6165">
                  <c:v>2.0756206512451213E-2</c:v>
                </c:pt>
                <c:pt idx="6166">
                  <c:v>5.1102561950683675E-2</c:v>
                </c:pt>
                <c:pt idx="6167">
                  <c:v>6.7471389770507761E-2</c:v>
                </c:pt>
                <c:pt idx="6168">
                  <c:v>5.5297050476074194E-2</c:v>
                </c:pt>
                <c:pt idx="6169">
                  <c:v>4.3122711181640634E-2</c:v>
                </c:pt>
                <c:pt idx="6170">
                  <c:v>-1.3358345031738288E-2</c:v>
                </c:pt>
                <c:pt idx="6171">
                  <c:v>-1.2860927581787113E-2</c:v>
                </c:pt>
                <c:pt idx="6172">
                  <c:v>-1.2363510131835936E-2</c:v>
                </c:pt>
                <c:pt idx="6173">
                  <c:v>3.4356193542480477E-2</c:v>
                </c:pt>
                <c:pt idx="6174">
                  <c:v>3.7292747497558558E-2</c:v>
                </c:pt>
                <c:pt idx="6175">
                  <c:v>4.0229301452636639E-2</c:v>
                </c:pt>
                <c:pt idx="6176">
                  <c:v>2.7764854431152401E-2</c:v>
                </c:pt>
                <c:pt idx="6177">
                  <c:v>4.6730861663818436E-2</c:v>
                </c:pt>
                <c:pt idx="6178">
                  <c:v>6.5696868896484475E-2</c:v>
                </c:pt>
                <c:pt idx="6179">
                  <c:v>4.8792171478271515E-2</c:v>
                </c:pt>
                <c:pt idx="6180">
                  <c:v>3.1887474060058561E-2</c:v>
                </c:pt>
                <c:pt idx="6181">
                  <c:v>3.704486846923824E-2</c:v>
                </c:pt>
                <c:pt idx="6182">
                  <c:v>4.3922653198242116E-2</c:v>
                </c:pt>
                <c:pt idx="6183">
                  <c:v>5.0800437927245999E-2</c:v>
                </c:pt>
                <c:pt idx="6184">
                  <c:v>2.3956375122070318E-2</c:v>
                </c:pt>
                <c:pt idx="6185">
                  <c:v>9.5480346679687571E-3</c:v>
                </c:pt>
                <c:pt idx="6186">
                  <c:v>-4.8603057861328078E-3</c:v>
                </c:pt>
                <c:pt idx="6187">
                  <c:v>2.9822273254394641E-2</c:v>
                </c:pt>
                <c:pt idx="6188">
                  <c:v>2.9152908325195317E-2</c:v>
                </c:pt>
                <c:pt idx="6189">
                  <c:v>2.8483543395996E-2</c:v>
                </c:pt>
                <c:pt idx="6190">
                  <c:v>1.289794921875E-2</c:v>
                </c:pt>
                <c:pt idx="6191">
                  <c:v>2.0654697418212839E-2</c:v>
                </c:pt>
                <c:pt idx="6192">
                  <c:v>2.8411445617675682E-2</c:v>
                </c:pt>
                <c:pt idx="6193">
                  <c:v>-2.6934814453125119E-3</c:v>
                </c:pt>
                <c:pt idx="6194">
                  <c:v>6.3907241821289035E-3</c:v>
                </c:pt>
                <c:pt idx="6195">
                  <c:v>1.5474929809570319E-2</c:v>
                </c:pt>
                <c:pt idx="6196">
                  <c:v>3.898761749267568E-2</c:v>
                </c:pt>
                <c:pt idx="6197">
                  <c:v>4.1614151000976478E-2</c:v>
                </c:pt>
                <c:pt idx="6198">
                  <c:v>4.4240684509277275E-2</c:v>
                </c:pt>
                <c:pt idx="6199">
                  <c:v>-6.8021392822265516E-3</c:v>
                </c:pt>
                <c:pt idx="6200">
                  <c:v>-9.989089965820307E-3</c:v>
                </c:pt>
                <c:pt idx="6201">
                  <c:v>-1.3176040649414064E-2</c:v>
                </c:pt>
                <c:pt idx="6202">
                  <c:v>-6.6581726074218714E-4</c:v>
                </c:pt>
                <c:pt idx="6203">
                  <c:v>6.4990425109863262E-3</c:v>
                </c:pt>
                <c:pt idx="6204">
                  <c:v>1.366390228271484E-2</c:v>
                </c:pt>
                <c:pt idx="6205">
                  <c:v>8.1076927185058545E-2</c:v>
                </c:pt>
                <c:pt idx="6206">
                  <c:v>5.2908325195312439E-2</c:v>
                </c:pt>
                <c:pt idx="6207">
                  <c:v>2.4739723205566319E-2</c:v>
                </c:pt>
                <c:pt idx="6208">
                  <c:v>-8.330383300781256E-3</c:v>
                </c:pt>
                <c:pt idx="6209">
                  <c:v>2.2272491455078073E-3</c:v>
                </c:pt>
                <c:pt idx="6210">
                  <c:v>1.2784881591796872E-2</c:v>
                </c:pt>
                <c:pt idx="6211">
                  <c:v>-4.5429611206054803E-3</c:v>
                </c:pt>
                <c:pt idx="6212">
                  <c:v>1.6865158081054741E-2</c:v>
                </c:pt>
                <c:pt idx="6213">
                  <c:v>3.8273277282714957E-2</c:v>
                </c:pt>
                <c:pt idx="6214">
                  <c:v>8.5996856689453199E-2</c:v>
                </c:pt>
                <c:pt idx="6215">
                  <c:v>3.8488140106201198E-2</c:v>
                </c:pt>
                <c:pt idx="6216">
                  <c:v>-9.0205764770507763E-3</c:v>
                </c:pt>
                <c:pt idx="6217">
                  <c:v>-4.505653381347648E-3</c:v>
                </c:pt>
                <c:pt idx="6218">
                  <c:v>3.381076812744141E-2</c:v>
                </c:pt>
                <c:pt idx="6219">
                  <c:v>7.2127189636230479E-2</c:v>
                </c:pt>
                <c:pt idx="6220">
                  <c:v>-3.5947036743164155E-3</c:v>
                </c:pt>
                <c:pt idx="6221">
                  <c:v>-7.6434516906738366E-3</c:v>
                </c:pt>
                <c:pt idx="6222">
                  <c:v>-1.1692199707031257E-2</c:v>
                </c:pt>
                <c:pt idx="6223">
                  <c:v>3.9875450134277277E-2</c:v>
                </c:pt>
                <c:pt idx="6224">
                  <c:v>6.2022342681884765E-2</c:v>
                </c:pt>
                <c:pt idx="6225">
                  <c:v>8.416923522949224E-2</c:v>
                </c:pt>
                <c:pt idx="6226">
                  <c:v>4.8935508728027377E-2</c:v>
                </c:pt>
                <c:pt idx="6227">
                  <c:v>1.3701782226562511E-2</c:v>
                </c:pt>
                <c:pt idx="6228">
                  <c:v>-1.1927604675292969E-2</c:v>
                </c:pt>
                <c:pt idx="6229">
                  <c:v>-1.1077423095703127E-2</c:v>
                </c:pt>
                <c:pt idx="6230">
                  <c:v>-1.0227241516113287E-2</c:v>
                </c:pt>
                <c:pt idx="6231">
                  <c:v>8.3102645874023509E-2</c:v>
                </c:pt>
                <c:pt idx="6232">
                  <c:v>6.1092166900634765E-2</c:v>
                </c:pt>
                <c:pt idx="6233">
                  <c:v>3.9081687927245999E-2</c:v>
                </c:pt>
                <c:pt idx="6234">
                  <c:v>1.2900581359863288E-2</c:v>
                </c:pt>
                <c:pt idx="6235">
                  <c:v>1.1379947662353515E-2</c:v>
                </c:pt>
                <c:pt idx="6236">
                  <c:v>9.8593139648437429E-3</c:v>
                </c:pt>
                <c:pt idx="6237">
                  <c:v>7.1323814392089846E-2</c:v>
                </c:pt>
                <c:pt idx="6238">
                  <c:v>3.3309173583984379E-2</c:v>
                </c:pt>
                <c:pt idx="6239">
                  <c:v>-4.7054672241210963E-3</c:v>
                </c:pt>
                <c:pt idx="6240">
                  <c:v>-1.2062873840332031E-2</c:v>
                </c:pt>
                <c:pt idx="6241">
                  <c:v>-1.1069984436035159E-2</c:v>
                </c:pt>
                <c:pt idx="6242">
                  <c:v>-1.0077095031738287E-2</c:v>
                </c:pt>
                <c:pt idx="6243">
                  <c:v>2.1141128540039061E-2</c:v>
                </c:pt>
                <c:pt idx="6244">
                  <c:v>2.001073837280274E-2</c:v>
                </c:pt>
                <c:pt idx="6245">
                  <c:v>1.8880348205566416E-2</c:v>
                </c:pt>
                <c:pt idx="6246">
                  <c:v>-8.7153625488281278E-3</c:v>
                </c:pt>
                <c:pt idx="6247">
                  <c:v>-7.3326873779296911E-3</c:v>
                </c:pt>
                <c:pt idx="6248">
                  <c:v>-5.950012207031256E-3</c:v>
                </c:pt>
                <c:pt idx="6249">
                  <c:v>-5.0023269653320318E-3</c:v>
                </c:pt>
                <c:pt idx="6250">
                  <c:v>1.6536312103271545E-2</c:v>
                </c:pt>
                <c:pt idx="6251">
                  <c:v>3.8074951171875121E-2</c:v>
                </c:pt>
                <c:pt idx="6252">
                  <c:v>3.4247932434082078E-2</c:v>
                </c:pt>
                <c:pt idx="6253">
                  <c:v>2.9537773132324197E-2</c:v>
                </c:pt>
                <c:pt idx="6254">
                  <c:v>2.4827613830566319E-2</c:v>
                </c:pt>
                <c:pt idx="6255">
                  <c:v>1.0443077087402351E-2</c:v>
                </c:pt>
                <c:pt idx="6256">
                  <c:v>4.6787452697753945E-3</c:v>
                </c:pt>
                <c:pt idx="6257">
                  <c:v>-1.0855865478515616E-3</c:v>
                </c:pt>
                <c:pt idx="6258">
                  <c:v>-8.5242462158203209E-3</c:v>
                </c:pt>
                <c:pt idx="6259">
                  <c:v>-1.0199718475341802E-2</c:v>
                </c:pt>
                <c:pt idx="6260">
                  <c:v>-1.1875190734863287E-2</c:v>
                </c:pt>
                <c:pt idx="6261">
                  <c:v>-1.2858581542968742E-2</c:v>
                </c:pt>
                <c:pt idx="6262">
                  <c:v>9.9144744873046666E-3</c:v>
                </c:pt>
                <c:pt idx="6263">
                  <c:v>3.2687530517578077E-2</c:v>
                </c:pt>
                <c:pt idx="6264">
                  <c:v>3.3827133178710958E-2</c:v>
                </c:pt>
                <c:pt idx="6265">
                  <c:v>1.964767456054688E-2</c:v>
                </c:pt>
                <c:pt idx="6266">
                  <c:v>5.4682159423828083E-3</c:v>
                </c:pt>
                <c:pt idx="6267">
                  <c:v>-1.2787628173828128E-2</c:v>
                </c:pt>
                <c:pt idx="6268">
                  <c:v>3.4076499938964838E-3</c:v>
                </c:pt>
                <c:pt idx="6269">
                  <c:v>1.9602928161621097E-2</c:v>
                </c:pt>
                <c:pt idx="6270">
                  <c:v>5.908847808837888E-2</c:v>
                </c:pt>
                <c:pt idx="6271">
                  <c:v>2.5191078186035158E-2</c:v>
                </c:pt>
                <c:pt idx="6272">
                  <c:v>-8.7063217163085831E-3</c:v>
                </c:pt>
                <c:pt idx="6273">
                  <c:v>1.5130634307861351E-2</c:v>
                </c:pt>
                <c:pt idx="6274">
                  <c:v>3.8967590332031281E-2</c:v>
                </c:pt>
                <c:pt idx="6275">
                  <c:v>6.8732986450195196E-2</c:v>
                </c:pt>
                <c:pt idx="6276">
                  <c:v>4.3752994537353457E-2</c:v>
                </c:pt>
                <c:pt idx="6277">
                  <c:v>1.877300262451171E-2</c:v>
                </c:pt>
                <c:pt idx="6278">
                  <c:v>-1.0873031616210935E-2</c:v>
                </c:pt>
                <c:pt idx="6279">
                  <c:v>1.1753768920898413E-2</c:v>
                </c:pt>
                <c:pt idx="6280">
                  <c:v>3.4380569458007756E-2</c:v>
                </c:pt>
                <c:pt idx="6281">
                  <c:v>1.2357330322265616E-3</c:v>
                </c:pt>
                <c:pt idx="6282">
                  <c:v>1.405368804931636E-2</c:v>
                </c:pt>
                <c:pt idx="6283">
                  <c:v>2.6871643066406159E-2</c:v>
                </c:pt>
                <c:pt idx="6284">
                  <c:v>2.0680160522460935E-2</c:v>
                </c:pt>
                <c:pt idx="6285">
                  <c:v>2.8936786651611361E-2</c:v>
                </c:pt>
                <c:pt idx="6286">
                  <c:v>3.7193412780761756E-2</c:v>
                </c:pt>
                <c:pt idx="6287">
                  <c:v>1.963245391845703E-2</c:v>
                </c:pt>
                <c:pt idx="6288">
                  <c:v>6.6876411437988238E-3</c:v>
                </c:pt>
                <c:pt idx="6289">
                  <c:v>-6.2571716308593836E-3</c:v>
                </c:pt>
                <c:pt idx="6290">
                  <c:v>2.3975486755371096E-2</c:v>
                </c:pt>
                <c:pt idx="6291">
                  <c:v>2.2374744415283206E-2</c:v>
                </c:pt>
                <c:pt idx="6292">
                  <c:v>2.0774002075195318E-2</c:v>
                </c:pt>
                <c:pt idx="6293">
                  <c:v>8.0953102111816319E-2</c:v>
                </c:pt>
                <c:pt idx="6294">
                  <c:v>8.1623725891113233E-2</c:v>
                </c:pt>
                <c:pt idx="6295">
                  <c:v>8.2294349670410147E-2</c:v>
                </c:pt>
                <c:pt idx="6296">
                  <c:v>-5.2023696899414157E-3</c:v>
                </c:pt>
                <c:pt idx="6297">
                  <c:v>9.7215843200683331E-3</c:v>
                </c:pt>
                <c:pt idx="6298">
                  <c:v>2.4645538330078078E-2</c:v>
                </c:pt>
                <c:pt idx="6299">
                  <c:v>1.2104759216308584E-2</c:v>
                </c:pt>
                <c:pt idx="6300">
                  <c:v>2.3098011016845728E-2</c:v>
                </c:pt>
                <c:pt idx="6301">
                  <c:v>3.4091262817382881E-2</c:v>
                </c:pt>
                <c:pt idx="6302">
                  <c:v>1.143928527832032E-2</c:v>
                </c:pt>
                <c:pt idx="6303">
                  <c:v>2.8382492065429681E-2</c:v>
                </c:pt>
                <c:pt idx="6304">
                  <c:v>4.5325698852539044E-2</c:v>
                </c:pt>
                <c:pt idx="6305">
                  <c:v>2.1847114562988289E-2</c:v>
                </c:pt>
                <c:pt idx="6306">
                  <c:v>1.7071380615234385E-2</c:v>
                </c:pt>
                <c:pt idx="6307">
                  <c:v>1.2295646667480479E-2</c:v>
                </c:pt>
                <c:pt idx="6308">
                  <c:v>2.5684776306152398E-2</c:v>
                </c:pt>
                <c:pt idx="6309">
                  <c:v>2.775495529174812E-2</c:v>
                </c:pt>
                <c:pt idx="6310">
                  <c:v>2.9825134277343839E-2</c:v>
                </c:pt>
                <c:pt idx="6311">
                  <c:v>3.4900932312011759E-2</c:v>
                </c:pt>
                <c:pt idx="6312">
                  <c:v>3.4333534240722718E-2</c:v>
                </c:pt>
                <c:pt idx="6313">
                  <c:v>3.3766136169433678E-2</c:v>
                </c:pt>
                <c:pt idx="6314">
                  <c:v>3.9369049072265516E-2</c:v>
                </c:pt>
                <c:pt idx="6315">
                  <c:v>4.0185699462890516E-2</c:v>
                </c:pt>
                <c:pt idx="6316">
                  <c:v>4.1002349853515516E-2</c:v>
                </c:pt>
                <c:pt idx="6317">
                  <c:v>3.3408966064453198E-2</c:v>
                </c:pt>
                <c:pt idx="6318">
                  <c:v>3.113010406494144E-2</c:v>
                </c:pt>
                <c:pt idx="6319">
                  <c:v>2.8851242065429678E-2</c:v>
                </c:pt>
                <c:pt idx="6320">
                  <c:v>4.378669738769532E-2</c:v>
                </c:pt>
                <c:pt idx="6321">
                  <c:v>5.8722152709960958E-2</c:v>
                </c:pt>
                <c:pt idx="6322">
                  <c:v>7.4139633178710959E-2</c:v>
                </c:pt>
                <c:pt idx="6323">
                  <c:v>5.3841533660888639E-2</c:v>
                </c:pt>
                <c:pt idx="6324">
                  <c:v>3.354343414306632E-2</c:v>
                </c:pt>
                <c:pt idx="6325">
                  <c:v>3.8062248229980479E-2</c:v>
                </c:pt>
                <c:pt idx="6326">
                  <c:v>3.1734981536865242E-2</c:v>
                </c:pt>
                <c:pt idx="6327">
                  <c:v>2.5407714843749998E-2</c:v>
                </c:pt>
                <c:pt idx="6328">
                  <c:v>4.039077758789064E-3</c:v>
                </c:pt>
                <c:pt idx="6329">
                  <c:v>-2.0520401000976595E-3</c:v>
                </c:pt>
                <c:pt idx="6330">
                  <c:v>-8.143157958984383E-3</c:v>
                </c:pt>
                <c:pt idx="6331">
                  <c:v>2.1309928894042967E-2</c:v>
                </c:pt>
                <c:pt idx="6332">
                  <c:v>1.0101757049560548E-2</c:v>
                </c:pt>
                <c:pt idx="6333">
                  <c:v>-1.1064147949218744E-3</c:v>
                </c:pt>
                <c:pt idx="6334">
                  <c:v>5.5241088867187441E-2</c:v>
                </c:pt>
                <c:pt idx="6335">
                  <c:v>6.3578338623046793E-2</c:v>
                </c:pt>
                <c:pt idx="6336">
                  <c:v>7.1915588378906159E-2</c:v>
                </c:pt>
                <c:pt idx="6337">
                  <c:v>4.185802459716792E-2</c:v>
                </c:pt>
                <c:pt idx="6338">
                  <c:v>2.0060691833496069E-2</c:v>
                </c:pt>
                <c:pt idx="6339">
                  <c:v>-1.7366409301757808E-3</c:v>
                </c:pt>
                <c:pt idx="6340">
                  <c:v>-7.4565124511718718E-3</c:v>
                </c:pt>
                <c:pt idx="6341">
                  <c:v>-1.1096992492675775E-2</c:v>
                </c:pt>
                <c:pt idx="6342">
                  <c:v>-1.4737472534179679E-2</c:v>
                </c:pt>
                <c:pt idx="6343">
                  <c:v>2.7702827453613361E-2</c:v>
                </c:pt>
                <c:pt idx="6344">
                  <c:v>8.1507682800293392E-3</c:v>
                </c:pt>
                <c:pt idx="6345">
                  <c:v>-1.140129089355468E-2</c:v>
                </c:pt>
                <c:pt idx="6346">
                  <c:v>-1.3915214538574224E-2</c:v>
                </c:pt>
                <c:pt idx="6347">
                  <c:v>-1.4291095733642579E-2</c:v>
                </c:pt>
                <c:pt idx="6348">
                  <c:v>-1.4666976928710935E-2</c:v>
                </c:pt>
                <c:pt idx="6349">
                  <c:v>-1.4413261413574224E-2</c:v>
                </c:pt>
                <c:pt idx="6350">
                  <c:v>-1.4363937377929691E-2</c:v>
                </c:pt>
                <c:pt idx="6351">
                  <c:v>-1.4314613342285159E-2</c:v>
                </c:pt>
                <c:pt idx="6352">
                  <c:v>-1.257087707519532E-2</c:v>
                </c:pt>
                <c:pt idx="6353">
                  <c:v>-2.8856277465820967E-4</c:v>
                </c:pt>
                <c:pt idx="6354">
                  <c:v>1.1993751525878903E-2</c:v>
                </c:pt>
                <c:pt idx="6355">
                  <c:v>1.1338348388671871E-2</c:v>
                </c:pt>
                <c:pt idx="6356">
                  <c:v>-4.7613143920898447E-4</c:v>
                </c:pt>
                <c:pt idx="6357">
                  <c:v>-1.229061126708984E-2</c:v>
                </c:pt>
                <c:pt idx="6358">
                  <c:v>1.9533119201660159E-2</c:v>
                </c:pt>
                <c:pt idx="6359">
                  <c:v>4.7790527343749998E-3</c:v>
                </c:pt>
                <c:pt idx="6360">
                  <c:v>-9.9750137329101592E-3</c:v>
                </c:pt>
                <c:pt idx="6361">
                  <c:v>2.3056640624999999E-2</c:v>
                </c:pt>
                <c:pt idx="6362">
                  <c:v>2.3731670379638636E-2</c:v>
                </c:pt>
                <c:pt idx="6363">
                  <c:v>2.440670013427728E-2</c:v>
                </c:pt>
                <c:pt idx="6364">
                  <c:v>1.1526260375976528E-2</c:v>
                </c:pt>
                <c:pt idx="6365">
                  <c:v>-1.3541793823242192E-3</c:v>
                </c:pt>
                <c:pt idx="6366">
                  <c:v>3.0262756347656156E-3</c:v>
                </c:pt>
                <c:pt idx="6367">
                  <c:v>5.3865051269531153E-3</c:v>
                </c:pt>
                <c:pt idx="6368">
                  <c:v>7.7467346191406163E-3</c:v>
                </c:pt>
                <c:pt idx="6369">
                  <c:v>2.4156188964843841E-3</c:v>
                </c:pt>
                <c:pt idx="6370">
                  <c:v>4.1511840820312514E-2</c:v>
                </c:pt>
                <c:pt idx="6371">
                  <c:v>8.0608062744140632E-2</c:v>
                </c:pt>
                <c:pt idx="6372">
                  <c:v>3.5377006530761756E-2</c:v>
                </c:pt>
                <c:pt idx="6373">
                  <c:v>3.6454067230224603E-2</c:v>
                </c:pt>
                <c:pt idx="6374">
                  <c:v>3.7531127929687436E-2</c:v>
                </c:pt>
                <c:pt idx="6375">
                  <c:v>3.0660095214843842E-2</c:v>
                </c:pt>
                <c:pt idx="6376">
                  <c:v>1.9914150238037161E-2</c:v>
                </c:pt>
                <c:pt idx="6377">
                  <c:v>9.1682052612304804E-3</c:v>
                </c:pt>
                <c:pt idx="6378">
                  <c:v>5.1582183837890636E-2</c:v>
                </c:pt>
                <c:pt idx="6379">
                  <c:v>4.4504241943359363E-2</c:v>
                </c:pt>
                <c:pt idx="6380">
                  <c:v>3.7426300048828076E-2</c:v>
                </c:pt>
                <c:pt idx="6381">
                  <c:v>2.9829139709472718E-2</c:v>
                </c:pt>
                <c:pt idx="6382">
                  <c:v>1.3954639434814483E-2</c:v>
                </c:pt>
                <c:pt idx="6383">
                  <c:v>-1.9198608398437512E-3</c:v>
                </c:pt>
                <c:pt idx="6384">
                  <c:v>-2.2315979003906255E-5</c:v>
                </c:pt>
                <c:pt idx="6385">
                  <c:v>4.0518264770507802E-2</c:v>
                </c:pt>
                <c:pt idx="6386">
                  <c:v>8.1058845520019518E-2</c:v>
                </c:pt>
                <c:pt idx="6387">
                  <c:v>2.9469795227050802E-2</c:v>
                </c:pt>
                <c:pt idx="6388">
                  <c:v>2.2601795196533207E-2</c:v>
                </c:pt>
                <c:pt idx="6389">
                  <c:v>1.5733795166015613E-2</c:v>
                </c:pt>
                <c:pt idx="6390">
                  <c:v>4.2711868286132874E-2</c:v>
                </c:pt>
                <c:pt idx="6391">
                  <c:v>3.8481616973876996E-2</c:v>
                </c:pt>
                <c:pt idx="6392">
                  <c:v>3.4251365661621118E-2</c:v>
                </c:pt>
                <c:pt idx="6393">
                  <c:v>-1.4062156677246095E-2</c:v>
                </c:pt>
                <c:pt idx="6394">
                  <c:v>-1.0129852294921872E-2</c:v>
                </c:pt>
                <c:pt idx="6395">
                  <c:v>-6.1975479125976479E-3</c:v>
                </c:pt>
                <c:pt idx="6396">
                  <c:v>5.6492958068847604E-2</c:v>
                </c:pt>
                <c:pt idx="6397">
                  <c:v>2.3695793151855441E-2</c:v>
                </c:pt>
                <c:pt idx="6398">
                  <c:v>-9.1013717651367114E-3</c:v>
                </c:pt>
                <c:pt idx="6399">
                  <c:v>-1.0287208557128905E-2</c:v>
                </c:pt>
                <c:pt idx="6400">
                  <c:v>3.6909599304199174E-2</c:v>
                </c:pt>
                <c:pt idx="6401">
                  <c:v>8.410640716552728E-2</c:v>
                </c:pt>
                <c:pt idx="6402">
                  <c:v>2.7187728881835839E-3</c:v>
                </c:pt>
                <c:pt idx="6403">
                  <c:v>1.254358291625976E-2</c:v>
                </c:pt>
                <c:pt idx="6404">
                  <c:v>2.2368392944335937E-2</c:v>
                </c:pt>
                <c:pt idx="6405">
                  <c:v>5.9857635498046798E-2</c:v>
                </c:pt>
                <c:pt idx="6406">
                  <c:v>4.5087833404540922E-2</c:v>
                </c:pt>
                <c:pt idx="6407">
                  <c:v>3.031803131103504E-2</c:v>
                </c:pt>
                <c:pt idx="6408">
                  <c:v>2.3671760559082031E-2</c:v>
                </c:pt>
                <c:pt idx="6409">
                  <c:v>1.7471466064453128E-2</c:v>
                </c:pt>
                <c:pt idx="6410">
                  <c:v>1.1271171569824222E-2</c:v>
                </c:pt>
                <c:pt idx="6411">
                  <c:v>3.541585922241211E-2</c:v>
                </c:pt>
                <c:pt idx="6412">
                  <c:v>5.9560546874999995E-2</c:v>
                </c:pt>
                <c:pt idx="6413">
                  <c:v>7.3418426513671914E-3</c:v>
                </c:pt>
                <c:pt idx="6414">
                  <c:v>1.9315338134765633E-3</c:v>
                </c:pt>
                <c:pt idx="6415">
                  <c:v>-3.478775024414064E-3</c:v>
                </c:pt>
                <c:pt idx="6416">
                  <c:v>1.7369613647460938E-2</c:v>
                </c:pt>
                <c:pt idx="6417">
                  <c:v>2.8179931640624999E-2</c:v>
                </c:pt>
                <c:pt idx="6418">
                  <c:v>3.899024963378904E-2</c:v>
                </c:pt>
                <c:pt idx="6419">
                  <c:v>3.7473793029785041E-2</c:v>
                </c:pt>
                <c:pt idx="6420">
                  <c:v>2.9488849639892522E-2</c:v>
                </c:pt>
                <c:pt idx="6421">
                  <c:v>2.150390625E-2</c:v>
                </c:pt>
                <c:pt idx="6422">
                  <c:v>2.3184242248535158E-2</c:v>
                </c:pt>
                <c:pt idx="6423">
                  <c:v>2.3240947723388673E-2</c:v>
                </c:pt>
                <c:pt idx="6424">
                  <c:v>2.3297653198242192E-2</c:v>
                </c:pt>
                <c:pt idx="6425">
                  <c:v>-8.186073303222647E-3</c:v>
                </c:pt>
                <c:pt idx="6426">
                  <c:v>-7.9202270507812422E-3</c:v>
                </c:pt>
                <c:pt idx="6427">
                  <c:v>-7.6543807983398401E-3</c:v>
                </c:pt>
                <c:pt idx="6428">
                  <c:v>-6.0457992553710959E-3</c:v>
                </c:pt>
                <c:pt idx="6429">
                  <c:v>-5.8320236206054676E-3</c:v>
                </c:pt>
                <c:pt idx="6430">
                  <c:v>-5.6182479858398393E-3</c:v>
                </c:pt>
                <c:pt idx="6431">
                  <c:v>-7.852020263671872E-3</c:v>
                </c:pt>
                <c:pt idx="6432">
                  <c:v>-3.9384841918945297E-3</c:v>
                </c:pt>
                <c:pt idx="6433">
                  <c:v>-2.4948120117187439E-5</c:v>
                </c:pt>
                <c:pt idx="6434">
                  <c:v>2.046695709228516E-2</c:v>
                </c:pt>
                <c:pt idx="6435">
                  <c:v>2.7212162017822249E-2</c:v>
                </c:pt>
                <c:pt idx="6436">
                  <c:v>3.3957366943359359E-2</c:v>
                </c:pt>
                <c:pt idx="6437">
                  <c:v>-9.6874237060546788E-3</c:v>
                </c:pt>
                <c:pt idx="6438">
                  <c:v>5.5496406555175792E-3</c:v>
                </c:pt>
                <c:pt idx="6439">
                  <c:v>2.0786705017089839E-2</c:v>
                </c:pt>
                <c:pt idx="6440">
                  <c:v>2.4440460205078077E-2</c:v>
                </c:pt>
                <c:pt idx="6441">
                  <c:v>2.03289985656738E-2</c:v>
                </c:pt>
                <c:pt idx="6442">
                  <c:v>1.6217536926269521E-2</c:v>
                </c:pt>
                <c:pt idx="6443">
                  <c:v>5.5697135925293038E-2</c:v>
                </c:pt>
                <c:pt idx="6444">
                  <c:v>5.2754001617431677E-2</c:v>
                </c:pt>
                <c:pt idx="6445">
                  <c:v>4.9810867309570316E-2</c:v>
                </c:pt>
                <c:pt idx="6446">
                  <c:v>1.7030982971191416E-2</c:v>
                </c:pt>
                <c:pt idx="6447">
                  <c:v>3.9338665008544924E-2</c:v>
                </c:pt>
                <c:pt idx="6448">
                  <c:v>6.1646347045898393E-2</c:v>
                </c:pt>
                <c:pt idx="6449">
                  <c:v>3.3367080688476485E-2</c:v>
                </c:pt>
                <c:pt idx="6450">
                  <c:v>9.8281288146972248E-3</c:v>
                </c:pt>
                <c:pt idx="6451">
                  <c:v>-1.3710823059082031E-2</c:v>
                </c:pt>
                <c:pt idx="6452">
                  <c:v>6.392028808593743E-2</c:v>
                </c:pt>
                <c:pt idx="6453">
                  <c:v>4.8449192047119116E-2</c:v>
                </c:pt>
                <c:pt idx="6454">
                  <c:v>3.2978096008300803E-2</c:v>
                </c:pt>
                <c:pt idx="6455">
                  <c:v>-1.6469078063964838E-2</c:v>
                </c:pt>
                <c:pt idx="6456">
                  <c:v>1.1302642822265582E-2</c:v>
                </c:pt>
                <c:pt idx="6457">
                  <c:v>3.9074363708495999E-2</c:v>
                </c:pt>
                <c:pt idx="6458">
                  <c:v>2.975543975830075E-2</c:v>
                </c:pt>
                <c:pt idx="6459">
                  <c:v>2.0436515808105477E-2</c:v>
                </c:pt>
                <c:pt idx="6460">
                  <c:v>3.7817115783691437E-2</c:v>
                </c:pt>
                <c:pt idx="6461">
                  <c:v>3.183975219726564E-2</c:v>
                </c:pt>
                <c:pt idx="6462">
                  <c:v>2.5862388610839841E-2</c:v>
                </c:pt>
                <c:pt idx="6463">
                  <c:v>1.7098960876464838E-2</c:v>
                </c:pt>
                <c:pt idx="6464">
                  <c:v>3.6105880737304752E-2</c:v>
                </c:pt>
                <c:pt idx="6465">
                  <c:v>5.5112800598144635E-2</c:v>
                </c:pt>
                <c:pt idx="6466">
                  <c:v>-1.6305198669433585E-2</c:v>
                </c:pt>
                <c:pt idx="6467">
                  <c:v>2.1562671661376927E-2</c:v>
                </c:pt>
                <c:pt idx="6468">
                  <c:v>5.943054199218744E-2</c:v>
                </c:pt>
                <c:pt idx="6469">
                  <c:v>-7.9092407226562557E-3</c:v>
                </c:pt>
                <c:pt idx="6470">
                  <c:v>1.9611740112304626E-2</c:v>
                </c:pt>
                <c:pt idx="6471">
                  <c:v>4.7132720947265519E-2</c:v>
                </c:pt>
                <c:pt idx="6472">
                  <c:v>3.2443313598632881E-2</c:v>
                </c:pt>
                <c:pt idx="6473">
                  <c:v>8.7927246093750366E-3</c:v>
                </c:pt>
                <c:pt idx="6474">
                  <c:v>-1.4857864379882808E-2</c:v>
                </c:pt>
                <c:pt idx="6475">
                  <c:v>1.3511810302734384E-2</c:v>
                </c:pt>
                <c:pt idx="6476">
                  <c:v>2.1350898742675754E-2</c:v>
                </c:pt>
                <c:pt idx="6477">
                  <c:v>2.918998718261712E-2</c:v>
                </c:pt>
                <c:pt idx="6478">
                  <c:v>1.9805488586425776E-2</c:v>
                </c:pt>
                <c:pt idx="6479">
                  <c:v>2.8778285980224649E-2</c:v>
                </c:pt>
                <c:pt idx="6480">
                  <c:v>3.7751083374023518E-2</c:v>
                </c:pt>
                <c:pt idx="6481">
                  <c:v>4.8882064819335838E-2</c:v>
                </c:pt>
                <c:pt idx="6482">
                  <c:v>1.8441982269287061E-2</c:v>
                </c:pt>
                <c:pt idx="6483">
                  <c:v>-1.1998100280761712E-2</c:v>
                </c:pt>
                <c:pt idx="6484">
                  <c:v>1.2414894104003904E-2</c:v>
                </c:pt>
                <c:pt idx="6485">
                  <c:v>1.3008213043212888E-2</c:v>
                </c:pt>
                <c:pt idx="6486">
                  <c:v>1.3601531982421871E-2</c:v>
                </c:pt>
                <c:pt idx="6487">
                  <c:v>2.515342712402352E-2</c:v>
                </c:pt>
                <c:pt idx="6488">
                  <c:v>2.8424720764160159E-2</c:v>
                </c:pt>
                <c:pt idx="6489">
                  <c:v>3.1696014404296799E-2</c:v>
                </c:pt>
                <c:pt idx="6490">
                  <c:v>2.3120269775390615E-2</c:v>
                </c:pt>
                <c:pt idx="6491">
                  <c:v>2.1906337738037098E-2</c:v>
                </c:pt>
                <c:pt idx="6492">
                  <c:v>2.0692405700683585E-2</c:v>
                </c:pt>
                <c:pt idx="6493">
                  <c:v>-6.2713623046875113E-3</c:v>
                </c:pt>
                <c:pt idx="6494">
                  <c:v>2.9635620117187439E-3</c:v>
                </c:pt>
                <c:pt idx="6495">
                  <c:v>1.2198486328124999E-2</c:v>
                </c:pt>
                <c:pt idx="6496">
                  <c:v>3.7769851684570317E-2</c:v>
                </c:pt>
                <c:pt idx="6497">
                  <c:v>5.6297035217285157E-2</c:v>
                </c:pt>
                <c:pt idx="6498">
                  <c:v>7.4824218749999991E-2</c:v>
                </c:pt>
                <c:pt idx="6499">
                  <c:v>1.4109077453613287E-2</c:v>
                </c:pt>
                <c:pt idx="6500">
                  <c:v>4.5072555541992238E-3</c:v>
                </c:pt>
                <c:pt idx="6501">
                  <c:v>-5.0945663452148394E-3</c:v>
                </c:pt>
                <c:pt idx="6502">
                  <c:v>1.4636821746826137E-2</c:v>
                </c:pt>
                <c:pt idx="6503">
                  <c:v>3.4368209838867118E-2</c:v>
                </c:pt>
                <c:pt idx="6504">
                  <c:v>3.8257484436035043E-2</c:v>
                </c:pt>
                <c:pt idx="6505">
                  <c:v>1.4454860687255797E-2</c:v>
                </c:pt>
                <c:pt idx="6506">
                  <c:v>-9.3477630615234463E-3</c:v>
                </c:pt>
                <c:pt idx="6507">
                  <c:v>2.9095802307128878E-2</c:v>
                </c:pt>
                <c:pt idx="6508">
                  <c:v>3.7680931091308559E-2</c:v>
                </c:pt>
                <c:pt idx="6509">
                  <c:v>4.6266059875488243E-2</c:v>
                </c:pt>
                <c:pt idx="6510">
                  <c:v>-1.4500465393066415E-2</c:v>
                </c:pt>
                <c:pt idx="6511">
                  <c:v>6.2931632995605093E-3</c:v>
                </c:pt>
                <c:pt idx="6512">
                  <c:v>2.7086791992187439E-2</c:v>
                </c:pt>
                <c:pt idx="6513">
                  <c:v>7.861072540283208E-2</c:v>
                </c:pt>
                <c:pt idx="6514">
                  <c:v>3.2112064361572296E-2</c:v>
                </c:pt>
                <c:pt idx="6515">
                  <c:v>-1.4386596679687511E-2</c:v>
                </c:pt>
                <c:pt idx="6516">
                  <c:v>4.2966384887695198E-2</c:v>
                </c:pt>
                <c:pt idx="6517">
                  <c:v>1.5495300292968696E-2</c:v>
                </c:pt>
                <c:pt idx="6518">
                  <c:v>-1.1975784301757808E-2</c:v>
                </c:pt>
                <c:pt idx="6519">
                  <c:v>2.6604309082031281E-2</c:v>
                </c:pt>
                <c:pt idx="6520">
                  <c:v>1.781404495239259E-2</c:v>
                </c:pt>
                <c:pt idx="6521">
                  <c:v>9.0237808227539035E-3</c:v>
                </c:pt>
                <c:pt idx="6522">
                  <c:v>4.4039382934570319E-2</c:v>
                </c:pt>
                <c:pt idx="6523">
                  <c:v>4.7131805419921922E-2</c:v>
                </c:pt>
                <c:pt idx="6524">
                  <c:v>5.0224227905273512E-2</c:v>
                </c:pt>
                <c:pt idx="6525">
                  <c:v>2.2154388427734383E-2</c:v>
                </c:pt>
                <c:pt idx="6526">
                  <c:v>4.3842544555664109E-2</c:v>
                </c:pt>
                <c:pt idx="6527">
                  <c:v>6.5530700683593845E-2</c:v>
                </c:pt>
                <c:pt idx="6528">
                  <c:v>-1.3518562316894519E-2</c:v>
                </c:pt>
                <c:pt idx="6529">
                  <c:v>9.8325920104980567E-3</c:v>
                </c:pt>
                <c:pt idx="6530">
                  <c:v>3.3183746337890639E-2</c:v>
                </c:pt>
                <c:pt idx="6531">
                  <c:v>7.908462524414063E-2</c:v>
                </c:pt>
                <c:pt idx="6532">
                  <c:v>7.8233814239502E-2</c:v>
                </c:pt>
                <c:pt idx="6533">
                  <c:v>7.7383003234863357E-2</c:v>
                </c:pt>
                <c:pt idx="6534">
                  <c:v>-6.8785858154296799E-3</c:v>
                </c:pt>
                <c:pt idx="6535">
                  <c:v>3.7055969238281928E-4</c:v>
                </c:pt>
                <c:pt idx="6536">
                  <c:v>7.6197052001953204E-3</c:v>
                </c:pt>
                <c:pt idx="6537">
                  <c:v>1.933353424072265E-2</c:v>
                </c:pt>
                <c:pt idx="6538">
                  <c:v>1.646793365478515E-2</c:v>
                </c:pt>
                <c:pt idx="6539">
                  <c:v>1.3602333068847648E-2</c:v>
                </c:pt>
                <c:pt idx="6540">
                  <c:v>5.8017768859863358E-2</c:v>
                </c:pt>
                <c:pt idx="6541">
                  <c:v>3.7258987426757859E-2</c:v>
                </c:pt>
                <c:pt idx="6542">
                  <c:v>1.6500205993652348E-2</c:v>
                </c:pt>
                <c:pt idx="6543">
                  <c:v>3.855091094970696E-2</c:v>
                </c:pt>
                <c:pt idx="6544">
                  <c:v>3.4690589904785164E-2</c:v>
                </c:pt>
                <c:pt idx="6545">
                  <c:v>3.0830268859863359E-2</c:v>
                </c:pt>
                <c:pt idx="6546">
                  <c:v>2.2368278503417969E-2</c:v>
                </c:pt>
                <c:pt idx="6547">
                  <c:v>4.240179061889654E-2</c:v>
                </c:pt>
                <c:pt idx="6548">
                  <c:v>6.2435302734375114E-2</c:v>
                </c:pt>
                <c:pt idx="6549">
                  <c:v>4.021619796752935E-2</c:v>
                </c:pt>
                <c:pt idx="6550">
                  <c:v>1.7997093200683583E-2</c:v>
                </c:pt>
                <c:pt idx="6551">
                  <c:v>-1.2958145141601552E-2</c:v>
                </c:pt>
                <c:pt idx="6552">
                  <c:v>9.5637130737305075E-3</c:v>
                </c:pt>
                <c:pt idx="6553">
                  <c:v>3.2085571289062559E-2</c:v>
                </c:pt>
                <c:pt idx="6554">
                  <c:v>8.4161796569824324E-2</c:v>
                </c:pt>
                <c:pt idx="6555">
                  <c:v>4.2018928527832074E-2</c:v>
                </c:pt>
                <c:pt idx="6556">
                  <c:v>-1.2393951416015618E-4</c:v>
                </c:pt>
                <c:pt idx="6557">
                  <c:v>2.2078857421875001E-2</c:v>
                </c:pt>
                <c:pt idx="6558">
                  <c:v>1.9892177581787112E-2</c:v>
                </c:pt>
                <c:pt idx="6559">
                  <c:v>1.7705497741699223E-2</c:v>
                </c:pt>
                <c:pt idx="6560">
                  <c:v>2.1987075805664062E-2</c:v>
                </c:pt>
                <c:pt idx="6561">
                  <c:v>7.6698303222656247E-3</c:v>
                </c:pt>
                <c:pt idx="6562">
                  <c:v>-6.6474151611328079E-3</c:v>
                </c:pt>
                <c:pt idx="6563">
                  <c:v>3.6342201232910161E-2</c:v>
                </c:pt>
                <c:pt idx="6564">
                  <c:v>1.5673885345458983E-2</c:v>
                </c:pt>
                <c:pt idx="6565">
                  <c:v>-4.9944305419921918E-3</c:v>
                </c:pt>
                <c:pt idx="6566">
                  <c:v>3.9857940673828078E-2</c:v>
                </c:pt>
                <c:pt idx="6567">
                  <c:v>2.7525615692138638E-2</c:v>
                </c:pt>
                <c:pt idx="6568">
                  <c:v>1.5193290710449225E-2</c:v>
                </c:pt>
                <c:pt idx="6569">
                  <c:v>6.5104980468750004E-2</c:v>
                </c:pt>
                <c:pt idx="6570">
                  <c:v>2.8981876373291013E-2</c:v>
                </c:pt>
                <c:pt idx="6571">
                  <c:v>-7.1412277221679678E-3</c:v>
                </c:pt>
                <c:pt idx="6572">
                  <c:v>6.4309959411621112E-2</c:v>
                </c:pt>
                <c:pt idx="6573">
                  <c:v>4.063087463378906E-2</c:v>
                </c:pt>
                <c:pt idx="6574">
                  <c:v>1.6951789855957029E-2</c:v>
                </c:pt>
                <c:pt idx="6575">
                  <c:v>1.4151878356933583E-2</c:v>
                </c:pt>
                <c:pt idx="6576">
                  <c:v>3.0302810668945321E-3</c:v>
                </c:pt>
                <c:pt idx="6577">
                  <c:v>-8.0913162231445197E-3</c:v>
                </c:pt>
                <c:pt idx="6578">
                  <c:v>-1.3701095581054678E-2</c:v>
                </c:pt>
                <c:pt idx="6579">
                  <c:v>5.8846664428710577E-3</c:v>
                </c:pt>
                <c:pt idx="6580">
                  <c:v>2.5470428466796799E-2</c:v>
                </c:pt>
                <c:pt idx="6581">
                  <c:v>5.9655990600585837E-2</c:v>
                </c:pt>
                <c:pt idx="6582">
                  <c:v>4.0606441497802681E-2</c:v>
                </c:pt>
                <c:pt idx="6583">
                  <c:v>2.1556892395019522E-2</c:v>
                </c:pt>
                <c:pt idx="6584">
                  <c:v>8.4106292724609358E-2</c:v>
                </c:pt>
                <c:pt idx="6585">
                  <c:v>7.262666702270508E-2</c:v>
                </c:pt>
                <c:pt idx="6586">
                  <c:v>6.1147041320800795E-2</c:v>
                </c:pt>
                <c:pt idx="6587">
                  <c:v>-1.5609397888183583E-2</c:v>
                </c:pt>
                <c:pt idx="6588">
                  <c:v>1.1213264465332008E-2</c:v>
                </c:pt>
                <c:pt idx="6589">
                  <c:v>3.8035926818847599E-2</c:v>
                </c:pt>
                <c:pt idx="6590">
                  <c:v>3.4107742309570317E-2</c:v>
                </c:pt>
                <c:pt idx="6591">
                  <c:v>2.5909252166748047E-2</c:v>
                </c:pt>
                <c:pt idx="6592">
                  <c:v>1.7710762023925773E-2</c:v>
                </c:pt>
                <c:pt idx="6593">
                  <c:v>-5.9978485107421917E-3</c:v>
                </c:pt>
                <c:pt idx="6594">
                  <c:v>1.6463985443115267E-2</c:v>
                </c:pt>
                <c:pt idx="6595">
                  <c:v>3.8925819396972719E-2</c:v>
                </c:pt>
                <c:pt idx="6596">
                  <c:v>4.537113189697272E-2</c:v>
                </c:pt>
                <c:pt idx="6597">
                  <c:v>5.1816444396972722E-2</c:v>
                </c:pt>
                <c:pt idx="6598">
                  <c:v>-1.6388282775878903E-2</c:v>
                </c:pt>
                <c:pt idx="6599">
                  <c:v>3.0116844177246116E-3</c:v>
                </c:pt>
                <c:pt idx="6600">
                  <c:v>2.2411651611328128E-2</c:v>
                </c:pt>
                <c:pt idx="6601">
                  <c:v>-5.6726074218749999E-3</c:v>
                </c:pt>
                <c:pt idx="6602">
                  <c:v>8.437385559082031E-3</c:v>
                </c:pt>
                <c:pt idx="6603">
                  <c:v>2.2547378540039062E-2</c:v>
                </c:pt>
                <c:pt idx="6604">
                  <c:v>1.8123207092285157E-2</c:v>
                </c:pt>
                <c:pt idx="6605">
                  <c:v>2.0468902587890657E-3</c:v>
                </c:pt>
                <c:pt idx="6606">
                  <c:v>-1.4029426574707031E-2</c:v>
                </c:pt>
                <c:pt idx="6607">
                  <c:v>2.2141685485839838E-2</c:v>
                </c:pt>
                <c:pt idx="6608">
                  <c:v>2.1922531127929679E-2</c:v>
                </c:pt>
                <c:pt idx="6609">
                  <c:v>2.170337677001952E-2</c:v>
                </c:pt>
                <c:pt idx="6610">
                  <c:v>-4.0164184570312556E-3</c:v>
                </c:pt>
                <c:pt idx="6611">
                  <c:v>5.8802604675292913E-3</c:v>
                </c:pt>
                <c:pt idx="6612">
                  <c:v>1.577693939208984E-2</c:v>
                </c:pt>
                <c:pt idx="6613">
                  <c:v>1.850955963134765E-2</c:v>
                </c:pt>
                <c:pt idx="6614">
                  <c:v>2.2694206237792943E-2</c:v>
                </c:pt>
                <c:pt idx="6615">
                  <c:v>2.687885284423824E-2</c:v>
                </c:pt>
                <c:pt idx="6616">
                  <c:v>4.4817008972167921E-2</c:v>
                </c:pt>
                <c:pt idx="6617">
                  <c:v>2.8658809661865212E-2</c:v>
                </c:pt>
                <c:pt idx="6618">
                  <c:v>1.2500610351562511E-2</c:v>
                </c:pt>
                <c:pt idx="6619">
                  <c:v>5.9708061218261756E-2</c:v>
                </c:pt>
                <c:pt idx="6620">
                  <c:v>2.6003322601318369E-2</c:v>
                </c:pt>
                <c:pt idx="6621">
                  <c:v>-7.7014160156249995E-3</c:v>
                </c:pt>
                <c:pt idx="6622">
                  <c:v>-4.9639892578125112E-3</c:v>
                </c:pt>
                <c:pt idx="6623">
                  <c:v>9.9569320678711461E-3</c:v>
                </c:pt>
                <c:pt idx="6624">
                  <c:v>2.4877853393554798E-2</c:v>
                </c:pt>
                <c:pt idx="6625">
                  <c:v>3.3123321533203194E-2</c:v>
                </c:pt>
                <c:pt idx="6626">
                  <c:v>3.7294750213623121E-2</c:v>
                </c:pt>
                <c:pt idx="6627">
                  <c:v>4.146617889404304E-2</c:v>
                </c:pt>
                <c:pt idx="6628">
                  <c:v>4.5671424865722718E-2</c:v>
                </c:pt>
                <c:pt idx="6629">
                  <c:v>4.0040302276611359E-2</c:v>
                </c:pt>
                <c:pt idx="6630">
                  <c:v>3.4409179687499999E-2</c:v>
                </c:pt>
                <c:pt idx="6631">
                  <c:v>1.2793235778808584E-2</c:v>
                </c:pt>
                <c:pt idx="6632">
                  <c:v>1.6524696350097589E-3</c:v>
                </c:pt>
                <c:pt idx="6633">
                  <c:v>-9.4882965087890632E-3</c:v>
                </c:pt>
                <c:pt idx="6634">
                  <c:v>3.8122444152832079E-2</c:v>
                </c:pt>
                <c:pt idx="6635">
                  <c:v>4.8501319885253878E-2</c:v>
                </c:pt>
                <c:pt idx="6636">
                  <c:v>5.8880195617675678E-2</c:v>
                </c:pt>
                <c:pt idx="6637">
                  <c:v>-8.320083618164064E-3</c:v>
                </c:pt>
                <c:pt idx="6638">
                  <c:v>9.5386505126953663E-3</c:v>
                </c:pt>
                <c:pt idx="6639">
                  <c:v>2.73973846435548E-2</c:v>
                </c:pt>
                <c:pt idx="6640">
                  <c:v>1.1192665100097648E-2</c:v>
                </c:pt>
                <c:pt idx="6641">
                  <c:v>1.1750221252441405E-2</c:v>
                </c:pt>
                <c:pt idx="6642">
                  <c:v>1.2307777404785159E-2</c:v>
                </c:pt>
                <c:pt idx="6643">
                  <c:v>2.0524749755859422E-2</c:v>
                </c:pt>
                <c:pt idx="6644">
                  <c:v>2.8741722106933678E-2</c:v>
                </c:pt>
                <c:pt idx="6645">
                  <c:v>1.7706069946289062E-2</c:v>
                </c:pt>
                <c:pt idx="6646">
                  <c:v>4.5490093231201199E-2</c:v>
                </c:pt>
                <c:pt idx="6647">
                  <c:v>7.3274116516113361E-2</c:v>
                </c:pt>
                <c:pt idx="6648">
                  <c:v>-1.0096206665039064E-2</c:v>
                </c:pt>
                <c:pt idx="6649">
                  <c:v>-1.1952781677246095E-2</c:v>
                </c:pt>
                <c:pt idx="6650">
                  <c:v>-1.3809356689453128E-2</c:v>
                </c:pt>
                <c:pt idx="6651">
                  <c:v>-5.1147079467773523E-3</c:v>
                </c:pt>
                <c:pt idx="6652">
                  <c:v>1.5706443786621081E-2</c:v>
                </c:pt>
                <c:pt idx="6653">
                  <c:v>3.6527595520019517E-2</c:v>
                </c:pt>
                <c:pt idx="6654">
                  <c:v>2.2738494873046872E-2</c:v>
                </c:pt>
                <c:pt idx="6655">
                  <c:v>1.9435443878173825E-2</c:v>
                </c:pt>
                <c:pt idx="6656">
                  <c:v>1.6132392883300775E-2</c:v>
                </c:pt>
                <c:pt idx="6657">
                  <c:v>-7.9019165039062571E-3</c:v>
                </c:pt>
                <c:pt idx="6658">
                  <c:v>2.7494888305664111E-2</c:v>
                </c:pt>
                <c:pt idx="6659">
                  <c:v>6.2891693115234473E-2</c:v>
                </c:pt>
                <c:pt idx="6660">
                  <c:v>-1.2742652893066416E-2</c:v>
                </c:pt>
                <c:pt idx="6661">
                  <c:v>5.2840805053710835E-3</c:v>
                </c:pt>
                <c:pt idx="6662">
                  <c:v>2.3310813903808583E-2</c:v>
                </c:pt>
                <c:pt idx="6663">
                  <c:v>3.0938873291015516E-2</c:v>
                </c:pt>
                <c:pt idx="6664">
                  <c:v>3.1511592864990237E-2</c:v>
                </c:pt>
                <c:pt idx="6665">
                  <c:v>3.2084312438964958E-2</c:v>
                </c:pt>
                <c:pt idx="6666">
                  <c:v>-7.0224380493164162E-3</c:v>
                </c:pt>
                <c:pt idx="6667">
                  <c:v>2.5508308410644516E-3</c:v>
                </c:pt>
                <c:pt idx="6668">
                  <c:v>1.212409973144532E-2</c:v>
                </c:pt>
                <c:pt idx="6669">
                  <c:v>-7.8335952758789035E-3</c:v>
                </c:pt>
                <c:pt idx="6670">
                  <c:v>7.7468490600585953E-3</c:v>
                </c:pt>
                <c:pt idx="6671">
                  <c:v>2.3327293395996096E-2</c:v>
                </c:pt>
                <c:pt idx="6672">
                  <c:v>1.9381713867187512E-3</c:v>
                </c:pt>
                <c:pt idx="6673">
                  <c:v>9.1934394836425837E-3</c:v>
                </c:pt>
                <c:pt idx="6674">
                  <c:v>1.6448707580566414E-2</c:v>
                </c:pt>
                <c:pt idx="6675">
                  <c:v>3.5633010864257755E-2</c:v>
                </c:pt>
                <c:pt idx="6676">
                  <c:v>5.9810085296630879E-2</c:v>
                </c:pt>
                <c:pt idx="6677">
                  <c:v>8.3987159729004002E-2</c:v>
                </c:pt>
                <c:pt idx="6678">
                  <c:v>3.8619117736816318E-2</c:v>
                </c:pt>
                <c:pt idx="6679">
                  <c:v>3.0277519226074176E-2</c:v>
                </c:pt>
                <c:pt idx="6680">
                  <c:v>2.1935920715332031E-2</c:v>
                </c:pt>
                <c:pt idx="6681">
                  <c:v>6.6770896911621122E-2</c:v>
                </c:pt>
                <c:pt idx="6682">
                  <c:v>3.3226146697998074E-2</c:v>
                </c:pt>
                <c:pt idx="6683">
                  <c:v>-3.1860351562499998E-4</c:v>
                </c:pt>
                <c:pt idx="6684">
                  <c:v>-1.1298522949218744E-2</c:v>
                </c:pt>
                <c:pt idx="6685">
                  <c:v>2.1749496459961271E-4</c:v>
                </c:pt>
                <c:pt idx="6686">
                  <c:v>1.1733512878417968E-2</c:v>
                </c:pt>
                <c:pt idx="6687">
                  <c:v>1.6265029907226562E-2</c:v>
                </c:pt>
                <c:pt idx="6688">
                  <c:v>2.0796546936035158E-2</c:v>
                </c:pt>
                <c:pt idx="6689">
                  <c:v>2.2723731994628901E-2</c:v>
                </c:pt>
                <c:pt idx="6690">
                  <c:v>4.5562934875488258E-2</c:v>
                </c:pt>
                <c:pt idx="6691">
                  <c:v>6.8402137756347597E-2</c:v>
                </c:pt>
                <c:pt idx="6692">
                  <c:v>9.509925842285159E-3</c:v>
                </c:pt>
                <c:pt idx="6693">
                  <c:v>2.4988746643066391E-2</c:v>
                </c:pt>
                <c:pt idx="6694">
                  <c:v>4.04675674438476E-2</c:v>
                </c:pt>
                <c:pt idx="6695">
                  <c:v>-1.1510238647460935E-2</c:v>
                </c:pt>
                <c:pt idx="6696">
                  <c:v>5.3995513916015644E-3</c:v>
                </c:pt>
                <c:pt idx="6697">
                  <c:v>2.2309341430664063E-2</c:v>
                </c:pt>
                <c:pt idx="6698">
                  <c:v>6.2140274047851598E-3</c:v>
                </c:pt>
                <c:pt idx="6699">
                  <c:v>1.9231567382812498E-2</c:v>
                </c:pt>
                <c:pt idx="6700">
                  <c:v>3.2249107360839836E-2</c:v>
                </c:pt>
                <c:pt idx="6701">
                  <c:v>4.0374755859375121E-4</c:v>
                </c:pt>
                <c:pt idx="6702">
                  <c:v>9.2912292480468762E-3</c:v>
                </c:pt>
                <c:pt idx="6703">
                  <c:v>1.8178710937499998E-2</c:v>
                </c:pt>
                <c:pt idx="6704">
                  <c:v>2.9465446472167919E-2</c:v>
                </c:pt>
                <c:pt idx="6705">
                  <c:v>2.120298385620115E-2</c:v>
                </c:pt>
                <c:pt idx="6706">
                  <c:v>1.2940521240234383E-2</c:v>
                </c:pt>
                <c:pt idx="6707">
                  <c:v>-3.204345703125E-3</c:v>
                </c:pt>
                <c:pt idx="6708">
                  <c:v>3.688774108886724E-3</c:v>
                </c:pt>
                <c:pt idx="6709">
                  <c:v>1.0581893920898446E-2</c:v>
                </c:pt>
                <c:pt idx="6710">
                  <c:v>3.9078826904296801E-2</c:v>
                </c:pt>
                <c:pt idx="6711">
                  <c:v>3.7742557525634761E-2</c:v>
                </c:pt>
                <c:pt idx="6712">
                  <c:v>3.6406288146972721E-2</c:v>
                </c:pt>
                <c:pt idx="6713">
                  <c:v>1.1662788391113288E-2</c:v>
                </c:pt>
                <c:pt idx="6714">
                  <c:v>4.3069953918457027E-2</c:v>
                </c:pt>
                <c:pt idx="6715">
                  <c:v>7.4477119445800793E-2</c:v>
                </c:pt>
                <c:pt idx="6716">
                  <c:v>-1.4081840515136711E-2</c:v>
                </c:pt>
                <c:pt idx="6717">
                  <c:v>1.6163005828857442E-2</c:v>
                </c:pt>
                <c:pt idx="6718">
                  <c:v>4.6407852172851601E-2</c:v>
                </c:pt>
                <c:pt idx="6719">
                  <c:v>-6.4533233642578083E-3</c:v>
                </c:pt>
                <c:pt idx="6720">
                  <c:v>4.8593902587890639E-3</c:v>
                </c:pt>
                <c:pt idx="6721">
                  <c:v>1.6172103881835938E-2</c:v>
                </c:pt>
                <c:pt idx="6722">
                  <c:v>-1.0846824645996095E-2</c:v>
                </c:pt>
                <c:pt idx="6723">
                  <c:v>-1.0694046020507808E-2</c:v>
                </c:pt>
                <c:pt idx="6724">
                  <c:v>-1.0541267395019519E-2</c:v>
                </c:pt>
                <c:pt idx="6725">
                  <c:v>3.0136756896972722E-2</c:v>
                </c:pt>
                <c:pt idx="6726">
                  <c:v>1.7224674224853555E-2</c:v>
                </c:pt>
                <c:pt idx="6727">
                  <c:v>4.3125915527343836E-3</c:v>
                </c:pt>
                <c:pt idx="6728">
                  <c:v>2.0768623352050774E-2</c:v>
                </c:pt>
                <c:pt idx="6729">
                  <c:v>4.8105812072753882E-3</c:v>
                </c:pt>
                <c:pt idx="6730">
                  <c:v>-1.1147460937499999E-2</c:v>
                </c:pt>
                <c:pt idx="6731">
                  <c:v>1.8217163085937512E-2</c:v>
                </c:pt>
                <c:pt idx="6732">
                  <c:v>4.7736225128173819E-2</c:v>
                </c:pt>
                <c:pt idx="6733">
                  <c:v>7.725528717041015E-2</c:v>
                </c:pt>
                <c:pt idx="6734">
                  <c:v>3.0863914489746094E-2</c:v>
                </c:pt>
                <c:pt idx="6735">
                  <c:v>-1.5527458190917968E-2</c:v>
                </c:pt>
                <c:pt idx="6736">
                  <c:v>-7.6532363891601597E-3</c:v>
                </c:pt>
                <c:pt idx="6737">
                  <c:v>2.2024726867675812E-3</c:v>
                </c:pt>
                <c:pt idx="6738">
                  <c:v>1.2058181762695321E-2</c:v>
                </c:pt>
                <c:pt idx="6739">
                  <c:v>2.1794013977050775E-2</c:v>
                </c:pt>
                <c:pt idx="6740">
                  <c:v>3.261623382568353E-2</c:v>
                </c:pt>
                <c:pt idx="6741">
                  <c:v>4.343845367431632E-2</c:v>
                </c:pt>
                <c:pt idx="6742">
                  <c:v>2.4133415222167918E-2</c:v>
                </c:pt>
                <c:pt idx="6743">
                  <c:v>1.1717891693115209E-2</c:v>
                </c:pt>
                <c:pt idx="6744">
                  <c:v>-6.9763183593749998E-4</c:v>
                </c:pt>
                <c:pt idx="6745">
                  <c:v>7.8419494628906156E-3</c:v>
                </c:pt>
                <c:pt idx="6746">
                  <c:v>-2.3494720458984474E-3</c:v>
                </c:pt>
                <c:pt idx="6747">
                  <c:v>-1.254089355468751E-2</c:v>
                </c:pt>
                <c:pt idx="6748">
                  <c:v>5.6629257202148398E-2</c:v>
                </c:pt>
                <c:pt idx="6749">
                  <c:v>2.2027473449707003E-2</c:v>
                </c:pt>
                <c:pt idx="6750">
                  <c:v>-1.2574310302734383E-2</c:v>
                </c:pt>
                <c:pt idx="6751">
                  <c:v>3.6582412719726481E-2</c:v>
                </c:pt>
                <c:pt idx="6752">
                  <c:v>1.139482498168942E-2</c:v>
                </c:pt>
                <c:pt idx="6753">
                  <c:v>-1.3792762756347648E-2</c:v>
                </c:pt>
                <c:pt idx="6754">
                  <c:v>2.4250717163085841E-2</c:v>
                </c:pt>
                <c:pt idx="6755">
                  <c:v>1.9433097839355422E-2</c:v>
                </c:pt>
                <c:pt idx="6756">
                  <c:v>1.4615478515624999E-2</c:v>
                </c:pt>
                <c:pt idx="6757">
                  <c:v>6.6274108886718724E-2</c:v>
                </c:pt>
                <c:pt idx="6758">
                  <c:v>2.9134140014648424E-2</c:v>
                </c:pt>
                <c:pt idx="6759">
                  <c:v>-8.0058288574218709E-3</c:v>
                </c:pt>
                <c:pt idx="6760">
                  <c:v>-6.2192916870117115E-3</c:v>
                </c:pt>
                <c:pt idx="6761">
                  <c:v>1.4376983642578103E-2</c:v>
                </c:pt>
                <c:pt idx="6762">
                  <c:v>3.4973258972167923E-2</c:v>
                </c:pt>
                <c:pt idx="6763">
                  <c:v>1.5870780944824223E-2</c:v>
                </c:pt>
                <c:pt idx="6764">
                  <c:v>4.1423263549804634E-2</c:v>
                </c:pt>
                <c:pt idx="6765">
                  <c:v>6.6975746154785035E-2</c:v>
                </c:pt>
                <c:pt idx="6766">
                  <c:v>-8.3337020874023511E-3</c:v>
                </c:pt>
                <c:pt idx="6767">
                  <c:v>6.7508697509765635E-3</c:v>
                </c:pt>
                <c:pt idx="6768">
                  <c:v>2.1835441589355478E-2</c:v>
                </c:pt>
                <c:pt idx="6769">
                  <c:v>3.5683937072753996E-2</c:v>
                </c:pt>
                <c:pt idx="6770">
                  <c:v>3.2917957305908283E-2</c:v>
                </c:pt>
                <c:pt idx="6771">
                  <c:v>3.0151977539062558E-2</c:v>
                </c:pt>
                <c:pt idx="6772">
                  <c:v>4.0497093200683676E-2</c:v>
                </c:pt>
                <c:pt idx="6773">
                  <c:v>4.9980640411376995E-2</c:v>
                </c:pt>
                <c:pt idx="6774">
                  <c:v>5.9464187622070314E-2</c:v>
                </c:pt>
                <c:pt idx="6775">
                  <c:v>8.1059761047363357E-2</c:v>
                </c:pt>
                <c:pt idx="6776">
                  <c:v>6.9433479309082086E-2</c:v>
                </c:pt>
                <c:pt idx="6777">
                  <c:v>5.78071975708008E-2</c:v>
                </c:pt>
                <c:pt idx="6778">
                  <c:v>9.6852493286132876E-3</c:v>
                </c:pt>
                <c:pt idx="6779">
                  <c:v>2.2293663024902363E-2</c:v>
                </c:pt>
                <c:pt idx="6780">
                  <c:v>3.4902076721191437E-2</c:v>
                </c:pt>
                <c:pt idx="6781">
                  <c:v>3.5994243621826197E-2</c:v>
                </c:pt>
                <c:pt idx="6782">
                  <c:v>3.7086410522460957E-2</c:v>
                </c:pt>
                <c:pt idx="6783">
                  <c:v>-5.9114456176757764E-3</c:v>
                </c:pt>
                <c:pt idx="6784">
                  <c:v>-4.254798889160148E-3</c:v>
                </c:pt>
                <c:pt idx="6785">
                  <c:v>-2.5981521606445201E-3</c:v>
                </c:pt>
                <c:pt idx="6786">
                  <c:v>2.8026924133300799E-2</c:v>
                </c:pt>
                <c:pt idx="6787">
                  <c:v>2.7391433715820319E-2</c:v>
                </c:pt>
                <c:pt idx="6788">
                  <c:v>2.675594329833984E-2</c:v>
                </c:pt>
                <c:pt idx="6789">
                  <c:v>5.7813606262206954E-2</c:v>
                </c:pt>
                <c:pt idx="6790">
                  <c:v>4.2356357574462836E-2</c:v>
                </c:pt>
                <c:pt idx="6791">
                  <c:v>2.6899108886718721E-2</c:v>
                </c:pt>
                <c:pt idx="6792">
                  <c:v>-8.3215713500976469E-3</c:v>
                </c:pt>
                <c:pt idx="6793">
                  <c:v>1.5297260284423774E-2</c:v>
                </c:pt>
                <c:pt idx="6794">
                  <c:v>3.8916091918945198E-2</c:v>
                </c:pt>
                <c:pt idx="6795">
                  <c:v>6.2147483825683671E-2</c:v>
                </c:pt>
                <c:pt idx="6796">
                  <c:v>6.8400306701660155E-2</c:v>
                </c:pt>
                <c:pt idx="6797">
                  <c:v>7.4653129577636632E-2</c:v>
                </c:pt>
                <c:pt idx="6798">
                  <c:v>2.0224456787109383E-2</c:v>
                </c:pt>
                <c:pt idx="6799">
                  <c:v>3.6169738769531279E-2</c:v>
                </c:pt>
                <c:pt idx="6800">
                  <c:v>5.2115020751953199E-2</c:v>
                </c:pt>
                <c:pt idx="6801">
                  <c:v>2.5439414978027281E-2</c:v>
                </c:pt>
                <c:pt idx="6802">
                  <c:v>3.041759490966792E-2</c:v>
                </c:pt>
                <c:pt idx="6803">
                  <c:v>3.5395774841308562E-2</c:v>
                </c:pt>
                <c:pt idx="6804">
                  <c:v>8.5448455810546789E-3</c:v>
                </c:pt>
                <c:pt idx="6805">
                  <c:v>1.1097335815429678E-2</c:v>
                </c:pt>
                <c:pt idx="6806">
                  <c:v>1.3649826049804678E-2</c:v>
                </c:pt>
                <c:pt idx="6807">
                  <c:v>7.0930366516113355E-2</c:v>
                </c:pt>
                <c:pt idx="6808">
                  <c:v>5.5911026000976603E-2</c:v>
                </c:pt>
                <c:pt idx="6809">
                  <c:v>4.0891685485839838E-2</c:v>
                </c:pt>
                <c:pt idx="6810">
                  <c:v>8.7857437133789049E-3</c:v>
                </c:pt>
                <c:pt idx="6811">
                  <c:v>1.905967712402341E-2</c:v>
                </c:pt>
                <c:pt idx="6812">
                  <c:v>2.9333610534667917E-2</c:v>
                </c:pt>
                <c:pt idx="6813">
                  <c:v>-9.2634201049804805E-3</c:v>
                </c:pt>
                <c:pt idx="6814">
                  <c:v>-1.3613319396972722E-3</c:v>
                </c:pt>
                <c:pt idx="6815">
                  <c:v>6.5407562255859353E-3</c:v>
                </c:pt>
                <c:pt idx="6816">
                  <c:v>7.9249420166015522E-2</c:v>
                </c:pt>
                <c:pt idx="6817">
                  <c:v>6.2734107971191319E-2</c:v>
                </c:pt>
                <c:pt idx="6818">
                  <c:v>4.6218795776367116E-2</c:v>
                </c:pt>
                <c:pt idx="6819">
                  <c:v>2.4970664978027281E-2</c:v>
                </c:pt>
                <c:pt idx="6820">
                  <c:v>2.1577033996581996E-2</c:v>
                </c:pt>
                <c:pt idx="6821">
                  <c:v>1.8183403015136712E-2</c:v>
                </c:pt>
                <c:pt idx="6822">
                  <c:v>9.8508453369140631E-3</c:v>
                </c:pt>
                <c:pt idx="6823">
                  <c:v>2.407722473144527E-2</c:v>
                </c:pt>
                <c:pt idx="6824">
                  <c:v>3.8303604125976484E-2</c:v>
                </c:pt>
                <c:pt idx="6825">
                  <c:v>1.8921947479248007E-2</c:v>
                </c:pt>
                <c:pt idx="6826">
                  <c:v>-4.5970916748046801E-4</c:v>
                </c:pt>
                <c:pt idx="6827">
                  <c:v>-1.1755142211914064E-2</c:v>
                </c:pt>
                <c:pt idx="6828">
                  <c:v>2.5137519836425728E-2</c:v>
                </c:pt>
                <c:pt idx="6829">
                  <c:v>6.2030181884765515E-2</c:v>
                </c:pt>
                <c:pt idx="6830">
                  <c:v>-1.4920806884765617E-2</c:v>
                </c:pt>
                <c:pt idx="6831">
                  <c:v>9.8078155517578314E-3</c:v>
                </c:pt>
                <c:pt idx="6832">
                  <c:v>3.4536437988281279E-2</c:v>
                </c:pt>
                <c:pt idx="6833">
                  <c:v>-1.4123153686523447E-2</c:v>
                </c:pt>
                <c:pt idx="6834">
                  <c:v>1.8335380554199233E-2</c:v>
                </c:pt>
                <c:pt idx="6835">
                  <c:v>5.0793914794921922E-2</c:v>
                </c:pt>
                <c:pt idx="6836">
                  <c:v>2.4486808776855357E-2</c:v>
                </c:pt>
                <c:pt idx="6837">
                  <c:v>3.0594978332519517E-2</c:v>
                </c:pt>
                <c:pt idx="6838">
                  <c:v>3.6703147888183678E-2</c:v>
                </c:pt>
                <c:pt idx="6839">
                  <c:v>-7.1508407592773514E-3</c:v>
                </c:pt>
                <c:pt idx="6840">
                  <c:v>3.5494079589843817E-2</c:v>
                </c:pt>
                <c:pt idx="6841">
                  <c:v>7.8138999938964962E-2</c:v>
                </c:pt>
                <c:pt idx="6842">
                  <c:v>1.4772377014160159E-2</c:v>
                </c:pt>
                <c:pt idx="6843">
                  <c:v>2.9858894348144521E-2</c:v>
                </c:pt>
                <c:pt idx="6844">
                  <c:v>4.4945411682128879E-2</c:v>
                </c:pt>
                <c:pt idx="6845">
                  <c:v>2.4626884460449198E-2</c:v>
                </c:pt>
                <c:pt idx="6846">
                  <c:v>2.7978057861328079E-2</c:v>
                </c:pt>
                <c:pt idx="6847">
                  <c:v>3.1329231262206957E-2</c:v>
                </c:pt>
                <c:pt idx="6848">
                  <c:v>2.411064147949224E-2</c:v>
                </c:pt>
                <c:pt idx="6849">
                  <c:v>1.8806705474853542E-2</c:v>
                </c:pt>
                <c:pt idx="6850">
                  <c:v>1.3502769470214841E-2</c:v>
                </c:pt>
                <c:pt idx="6851">
                  <c:v>3.3915481567382881E-2</c:v>
                </c:pt>
                <c:pt idx="6852">
                  <c:v>4.6759643554687556E-2</c:v>
                </c:pt>
                <c:pt idx="6853">
                  <c:v>5.9603805541992239E-2</c:v>
                </c:pt>
                <c:pt idx="6854">
                  <c:v>-1.1159248352050776E-2</c:v>
                </c:pt>
                <c:pt idx="6855">
                  <c:v>1.4744167327880886E-2</c:v>
                </c:pt>
                <c:pt idx="6856">
                  <c:v>4.0647583007812557E-2</c:v>
                </c:pt>
                <c:pt idx="6857">
                  <c:v>3.9405326843261756E-2</c:v>
                </c:pt>
                <c:pt idx="6858">
                  <c:v>1.2566928863525409E-2</c:v>
                </c:pt>
                <c:pt idx="6859">
                  <c:v>-1.4271469116210935E-2</c:v>
                </c:pt>
                <c:pt idx="6860">
                  <c:v>4.5022430419921919E-2</c:v>
                </c:pt>
                <c:pt idx="6861">
                  <c:v>2.6130294799804728E-2</c:v>
                </c:pt>
                <c:pt idx="6862">
                  <c:v>7.2381591796875115E-3</c:v>
                </c:pt>
                <c:pt idx="6863">
                  <c:v>-7.0436096191406157E-3</c:v>
                </c:pt>
                <c:pt idx="6864">
                  <c:v>8.939266204833974E-3</c:v>
                </c:pt>
                <c:pt idx="6865">
                  <c:v>2.4922142028808561E-2</c:v>
                </c:pt>
                <c:pt idx="6866">
                  <c:v>7.7794990539550787E-2</c:v>
                </c:pt>
                <c:pt idx="6867">
                  <c:v>4.522705078125E-2</c:v>
                </c:pt>
                <c:pt idx="6868">
                  <c:v>1.2659111022949223E-2</c:v>
                </c:pt>
                <c:pt idx="6869">
                  <c:v>8.3562698364257754E-2</c:v>
                </c:pt>
                <c:pt idx="6870">
                  <c:v>6.5929985046386641E-2</c:v>
                </c:pt>
                <c:pt idx="6871">
                  <c:v>4.8297271728515515E-2</c:v>
                </c:pt>
                <c:pt idx="6872">
                  <c:v>4.0581893920898393E-2</c:v>
                </c:pt>
                <c:pt idx="6873">
                  <c:v>3.2866516113281286E-2</c:v>
                </c:pt>
                <c:pt idx="6874">
                  <c:v>-1.1268997192382807E-3</c:v>
                </c:pt>
                <c:pt idx="6875">
                  <c:v>1.2486476898193417E-2</c:v>
                </c:pt>
                <c:pt idx="6876">
                  <c:v>2.6099853515625118E-2</c:v>
                </c:pt>
                <c:pt idx="6877">
                  <c:v>3.3035430908203198E-2</c:v>
                </c:pt>
                <c:pt idx="6878">
                  <c:v>3.9880943298339834E-2</c:v>
                </c:pt>
                <c:pt idx="6879">
                  <c:v>4.6726455688476484E-2</c:v>
                </c:pt>
                <c:pt idx="6880">
                  <c:v>-1.652137756347655E-2</c:v>
                </c:pt>
                <c:pt idx="6881">
                  <c:v>-1.1923027038574184E-3</c:v>
                </c:pt>
                <c:pt idx="6882">
                  <c:v>1.4136772155761711E-2</c:v>
                </c:pt>
                <c:pt idx="6883">
                  <c:v>1.6042442321777348E-2</c:v>
                </c:pt>
                <c:pt idx="6884">
                  <c:v>2.4437141418456983E-2</c:v>
                </c:pt>
                <c:pt idx="6885">
                  <c:v>3.2831840515136636E-2</c:v>
                </c:pt>
                <c:pt idx="6886">
                  <c:v>5.9329490661621118E-2</c:v>
                </c:pt>
                <c:pt idx="6887">
                  <c:v>2.2702388763427752E-2</c:v>
                </c:pt>
                <c:pt idx="6888">
                  <c:v>-1.3924713134765615E-2</c:v>
                </c:pt>
                <c:pt idx="6889">
                  <c:v>3.4329643249511758E-2</c:v>
                </c:pt>
                <c:pt idx="6890">
                  <c:v>5.1318168640136753E-2</c:v>
                </c:pt>
                <c:pt idx="6891">
                  <c:v>6.8306694030761755E-2</c:v>
                </c:pt>
                <c:pt idx="6892">
                  <c:v>-7.6318359374999995E-3</c:v>
                </c:pt>
                <c:pt idx="6893">
                  <c:v>3.6382484436035161E-3</c:v>
                </c:pt>
                <c:pt idx="6894">
                  <c:v>1.490833282470703E-2</c:v>
                </c:pt>
                <c:pt idx="6895">
                  <c:v>-8.1255340576171925E-3</c:v>
                </c:pt>
                <c:pt idx="6896">
                  <c:v>9.1715812683105264E-3</c:v>
                </c:pt>
                <c:pt idx="6897">
                  <c:v>2.6468696594238242E-2</c:v>
                </c:pt>
                <c:pt idx="6898">
                  <c:v>2.455123901367192E-2</c:v>
                </c:pt>
                <c:pt idx="6899">
                  <c:v>2.4314289093017642E-2</c:v>
                </c:pt>
                <c:pt idx="6900">
                  <c:v>2.4077339172363359E-2</c:v>
                </c:pt>
                <c:pt idx="6901">
                  <c:v>4.5141334533691437E-2</c:v>
                </c:pt>
                <c:pt idx="6902">
                  <c:v>4.1465778350830075E-2</c:v>
                </c:pt>
                <c:pt idx="6903">
                  <c:v>3.7790222167968714E-2</c:v>
                </c:pt>
                <c:pt idx="6904">
                  <c:v>2.5032463073730478E-2</c:v>
                </c:pt>
                <c:pt idx="6905">
                  <c:v>3.4344749450683561E-2</c:v>
                </c:pt>
                <c:pt idx="6906">
                  <c:v>4.3657035827636637E-2</c:v>
                </c:pt>
                <c:pt idx="6907">
                  <c:v>2.4959564208984481E-4</c:v>
                </c:pt>
                <c:pt idx="6908">
                  <c:v>5.954074859619146E-3</c:v>
                </c:pt>
                <c:pt idx="6909">
                  <c:v>1.1658554077148447E-2</c:v>
                </c:pt>
                <c:pt idx="6910">
                  <c:v>6.5775718688964965E-2</c:v>
                </c:pt>
                <c:pt idx="6911">
                  <c:v>3.8213195800781301E-2</c:v>
                </c:pt>
                <c:pt idx="6912">
                  <c:v>1.0650672912597647E-2</c:v>
                </c:pt>
                <c:pt idx="6913">
                  <c:v>4.5925598144531281E-2</c:v>
                </c:pt>
                <c:pt idx="6914">
                  <c:v>2.0358295440673843E-2</c:v>
                </c:pt>
                <c:pt idx="6915">
                  <c:v>-5.2090072631835833E-3</c:v>
                </c:pt>
                <c:pt idx="6916">
                  <c:v>8.5969161987304796E-3</c:v>
                </c:pt>
                <c:pt idx="6917">
                  <c:v>4.520776748657232E-2</c:v>
                </c:pt>
                <c:pt idx="6918">
                  <c:v>8.1818618774414154E-2</c:v>
                </c:pt>
                <c:pt idx="6919">
                  <c:v>5.8116245269775393E-2</c:v>
                </c:pt>
                <c:pt idx="6920">
                  <c:v>3.441387176513664E-2</c:v>
                </c:pt>
                <c:pt idx="6921">
                  <c:v>5.7165870666503998E-2</c:v>
                </c:pt>
                <c:pt idx="6922">
                  <c:v>3.2005977630615259E-2</c:v>
                </c:pt>
                <c:pt idx="6923">
                  <c:v>6.8460845947265515E-3</c:v>
                </c:pt>
                <c:pt idx="6924">
                  <c:v>2.0410423278808584E-2</c:v>
                </c:pt>
                <c:pt idx="6925">
                  <c:v>1.9816875457763665E-2</c:v>
                </c:pt>
                <c:pt idx="6926">
                  <c:v>1.9223327636718742E-2</c:v>
                </c:pt>
                <c:pt idx="6927">
                  <c:v>2.2662734985351551E-3</c:v>
                </c:pt>
                <c:pt idx="6928">
                  <c:v>-6.2962532043457E-3</c:v>
                </c:pt>
                <c:pt idx="6929">
                  <c:v>-1.4858779907226552E-2</c:v>
                </c:pt>
                <c:pt idx="6930">
                  <c:v>8.189746856689463E-2</c:v>
                </c:pt>
                <c:pt idx="6931">
                  <c:v>3.4006633758544992E-2</c:v>
                </c:pt>
                <c:pt idx="6932">
                  <c:v>-1.3884201049804678E-2</c:v>
                </c:pt>
                <c:pt idx="6933">
                  <c:v>-8.4299468994140647E-3</c:v>
                </c:pt>
                <c:pt idx="6934">
                  <c:v>1.9285526275634804E-2</c:v>
                </c:pt>
                <c:pt idx="6935">
                  <c:v>4.700099945068368E-2</c:v>
                </c:pt>
                <c:pt idx="6936">
                  <c:v>-6.969680786132808E-3</c:v>
                </c:pt>
                <c:pt idx="6937">
                  <c:v>1.4689922332763675E-2</c:v>
                </c:pt>
                <c:pt idx="6938">
                  <c:v>3.6349525451660161E-2</c:v>
                </c:pt>
                <c:pt idx="6939">
                  <c:v>3.2574119567871117E-2</c:v>
                </c:pt>
                <c:pt idx="6940">
                  <c:v>2.1212253570556658E-2</c:v>
                </c:pt>
                <c:pt idx="6941">
                  <c:v>9.8503875732421919E-3</c:v>
                </c:pt>
                <c:pt idx="6942">
                  <c:v>3.2108917236328076E-2</c:v>
                </c:pt>
                <c:pt idx="6943">
                  <c:v>3.4794502258300802E-2</c:v>
                </c:pt>
                <c:pt idx="6944">
                  <c:v>3.7480087280273515E-2</c:v>
                </c:pt>
                <c:pt idx="6945">
                  <c:v>1.8306770324707032E-2</c:v>
                </c:pt>
                <c:pt idx="6946">
                  <c:v>2.6107406616210937E-3</c:v>
                </c:pt>
                <c:pt idx="6947">
                  <c:v>-1.308528900146484E-2</c:v>
                </c:pt>
                <c:pt idx="6948">
                  <c:v>2.081233978271484E-2</c:v>
                </c:pt>
                <c:pt idx="6949">
                  <c:v>2.8674259185790991E-2</c:v>
                </c:pt>
                <c:pt idx="6950">
                  <c:v>3.6536178588867117E-2</c:v>
                </c:pt>
                <c:pt idx="6951">
                  <c:v>-7.353630065917968E-3</c:v>
                </c:pt>
                <c:pt idx="6952">
                  <c:v>6.4653396606445344E-3</c:v>
                </c:pt>
                <c:pt idx="6953">
                  <c:v>2.0284309387207031E-2</c:v>
                </c:pt>
                <c:pt idx="6954">
                  <c:v>-2.5281143188476476E-3</c:v>
                </c:pt>
                <c:pt idx="6955">
                  <c:v>8.7332725524902396E-3</c:v>
                </c:pt>
                <c:pt idx="6956">
                  <c:v>1.9994659423828127E-2</c:v>
                </c:pt>
                <c:pt idx="6957">
                  <c:v>1.4753952026367192E-2</c:v>
                </c:pt>
                <c:pt idx="6958">
                  <c:v>1.2864933013916014E-2</c:v>
                </c:pt>
                <c:pt idx="6959">
                  <c:v>1.097591400146484E-2</c:v>
                </c:pt>
                <c:pt idx="6960">
                  <c:v>7.5639610290527279E-2</c:v>
                </c:pt>
                <c:pt idx="6961">
                  <c:v>3.2039051055908159E-2</c:v>
                </c:pt>
                <c:pt idx="6962">
                  <c:v>-1.1561508178710935E-2</c:v>
                </c:pt>
                <c:pt idx="6963">
                  <c:v>6.1323966979980479E-2</c:v>
                </c:pt>
                <c:pt idx="6964">
                  <c:v>2.5340824127197271E-2</c:v>
                </c:pt>
                <c:pt idx="6965">
                  <c:v>-1.0642318725585935E-2</c:v>
                </c:pt>
                <c:pt idx="6966">
                  <c:v>1.5201358795165995E-2</c:v>
                </c:pt>
                <c:pt idx="6967">
                  <c:v>4.1045036315917924E-2</c:v>
                </c:pt>
                <c:pt idx="6968">
                  <c:v>1.252326965332032E-3</c:v>
                </c:pt>
                <c:pt idx="6969">
                  <c:v>6.5113449096679673E-3</c:v>
                </c:pt>
                <c:pt idx="6970">
                  <c:v>1.1770362854003904E-2</c:v>
                </c:pt>
                <c:pt idx="6971">
                  <c:v>-4.2301940917968718E-3</c:v>
                </c:pt>
                <c:pt idx="6972">
                  <c:v>1.1646480560302763E-2</c:v>
                </c:pt>
                <c:pt idx="6973">
                  <c:v>2.7523155212402398E-2</c:v>
                </c:pt>
                <c:pt idx="6974">
                  <c:v>3.8594741821289039E-2</c:v>
                </c:pt>
                <c:pt idx="6975">
                  <c:v>2.6519794464111311E-2</c:v>
                </c:pt>
                <c:pt idx="6976">
                  <c:v>1.4444847106933584E-2</c:v>
                </c:pt>
                <c:pt idx="6977">
                  <c:v>-5.1506423950195192E-3</c:v>
                </c:pt>
                <c:pt idx="6978">
                  <c:v>2.5693988800048799E-2</c:v>
                </c:pt>
                <c:pt idx="6979">
                  <c:v>5.6538619995117119E-2</c:v>
                </c:pt>
                <c:pt idx="6980">
                  <c:v>-1.5860710144042969E-2</c:v>
                </c:pt>
                <c:pt idx="6981">
                  <c:v>8.0379867553710353E-3</c:v>
                </c:pt>
                <c:pt idx="6982">
                  <c:v>3.1936683654785039E-2</c:v>
                </c:pt>
                <c:pt idx="6983">
                  <c:v>4.65355682373048E-2</c:v>
                </c:pt>
                <c:pt idx="6984">
                  <c:v>1.6626949310302785E-2</c:v>
                </c:pt>
                <c:pt idx="6985">
                  <c:v>-1.3281669616699224E-2</c:v>
                </c:pt>
                <c:pt idx="6986">
                  <c:v>1.396190643310548E-2</c:v>
                </c:pt>
                <c:pt idx="6987">
                  <c:v>4.1432189941406281E-3</c:v>
                </c:pt>
                <c:pt idx="6988">
                  <c:v>-5.6754684448242238E-3</c:v>
                </c:pt>
                <c:pt idx="6989">
                  <c:v>6.7665252685546795E-2</c:v>
                </c:pt>
                <c:pt idx="6990">
                  <c:v>7.4269523620605474E-2</c:v>
                </c:pt>
                <c:pt idx="6991">
                  <c:v>8.0873794555664152E-2</c:v>
                </c:pt>
                <c:pt idx="6992">
                  <c:v>1.5353507995605479E-2</c:v>
                </c:pt>
                <c:pt idx="6993">
                  <c:v>3.9210147857665967E-2</c:v>
                </c:pt>
                <c:pt idx="6994">
                  <c:v>6.3066787719726486E-2</c:v>
                </c:pt>
                <c:pt idx="6995">
                  <c:v>-5.6300354003906159E-3</c:v>
                </c:pt>
                <c:pt idx="6996">
                  <c:v>1.3691711425781294E-2</c:v>
                </c:pt>
                <c:pt idx="6997">
                  <c:v>3.3013458251953197E-2</c:v>
                </c:pt>
                <c:pt idx="6998">
                  <c:v>-3.9321899414062559E-4</c:v>
                </c:pt>
                <c:pt idx="6999">
                  <c:v>1.4228496551513649E-2</c:v>
                </c:pt>
                <c:pt idx="7000">
                  <c:v>2.8850212097167916E-2</c:v>
                </c:pt>
                <c:pt idx="7001">
                  <c:v>2.4241676330566318E-2</c:v>
                </c:pt>
                <c:pt idx="7002">
                  <c:v>2.0025100708007771E-2</c:v>
                </c:pt>
                <c:pt idx="7003">
                  <c:v>1.5808525085449224E-2</c:v>
                </c:pt>
                <c:pt idx="7004">
                  <c:v>1.9758338928222648E-2</c:v>
                </c:pt>
                <c:pt idx="7005">
                  <c:v>1.3173694610595695E-2</c:v>
                </c:pt>
                <c:pt idx="7006">
                  <c:v>6.5890502929687438E-3</c:v>
                </c:pt>
                <c:pt idx="7007">
                  <c:v>2.4954299926757757E-2</c:v>
                </c:pt>
                <c:pt idx="7008">
                  <c:v>6.35902404785154E-3</c:v>
                </c:pt>
                <c:pt idx="7009">
                  <c:v>-1.2236251831054678E-2</c:v>
                </c:pt>
                <c:pt idx="7010">
                  <c:v>5.3289985656738356E-3</c:v>
                </c:pt>
                <c:pt idx="7011">
                  <c:v>2.2894248962402351E-2</c:v>
                </c:pt>
                <c:pt idx="7012">
                  <c:v>-1.2537803649902351E-2</c:v>
                </c:pt>
                <c:pt idx="7013">
                  <c:v>8.5319137573242228E-3</c:v>
                </c:pt>
                <c:pt idx="7014">
                  <c:v>2.96016311645508E-2</c:v>
                </c:pt>
                <c:pt idx="7015">
                  <c:v>-7.9925537109375114E-3</c:v>
                </c:pt>
                <c:pt idx="7016">
                  <c:v>-9.694747924804693E-3</c:v>
                </c:pt>
                <c:pt idx="7017">
                  <c:v>-1.1396942138671871E-2</c:v>
                </c:pt>
                <c:pt idx="7018">
                  <c:v>3.9985198974609358E-2</c:v>
                </c:pt>
                <c:pt idx="7019">
                  <c:v>2.9840927124023447E-2</c:v>
                </c:pt>
                <c:pt idx="7020">
                  <c:v>1.9696655273437513E-2</c:v>
                </c:pt>
                <c:pt idx="7021">
                  <c:v>3.6351699829101601E-2</c:v>
                </c:pt>
                <c:pt idx="7022">
                  <c:v>2.667320251464847E-2</c:v>
                </c:pt>
                <c:pt idx="7023">
                  <c:v>1.6994705200195317E-2</c:v>
                </c:pt>
                <c:pt idx="7024">
                  <c:v>2.3537063598632808E-3</c:v>
                </c:pt>
                <c:pt idx="7025">
                  <c:v>1.5413188934326158E-2</c:v>
                </c:pt>
                <c:pt idx="7026">
                  <c:v>2.8472671508789037E-2</c:v>
                </c:pt>
                <c:pt idx="7027">
                  <c:v>-3.4132003784179679E-3</c:v>
                </c:pt>
                <c:pt idx="7028">
                  <c:v>3.3392257690429653E-2</c:v>
                </c:pt>
                <c:pt idx="7029">
                  <c:v>7.0197715759277274E-2</c:v>
                </c:pt>
                <c:pt idx="7030">
                  <c:v>-9.2161560058593838E-3</c:v>
                </c:pt>
                <c:pt idx="7031">
                  <c:v>-6.6275024414062557E-3</c:v>
                </c:pt>
                <c:pt idx="7032">
                  <c:v>-4.0388488769531284E-3</c:v>
                </c:pt>
                <c:pt idx="7033">
                  <c:v>3.1827964782714956E-2</c:v>
                </c:pt>
                <c:pt idx="7034">
                  <c:v>3.4260349273681677E-2</c:v>
                </c:pt>
                <c:pt idx="7035">
                  <c:v>3.6692733764648398E-2</c:v>
                </c:pt>
                <c:pt idx="7036">
                  <c:v>2.0513763427734383E-2</c:v>
                </c:pt>
                <c:pt idx="7037">
                  <c:v>9.2021942138671917E-3</c:v>
                </c:pt>
                <c:pt idx="7038">
                  <c:v>-2.1093750000000001E-3</c:v>
                </c:pt>
                <c:pt idx="7039">
                  <c:v>2.3410949707031257E-2</c:v>
                </c:pt>
                <c:pt idx="7040">
                  <c:v>3.0084571838378853E-2</c:v>
                </c:pt>
                <c:pt idx="7041">
                  <c:v>3.6758193969726481E-2</c:v>
                </c:pt>
                <c:pt idx="7042">
                  <c:v>3.172988891601552E-3</c:v>
                </c:pt>
                <c:pt idx="7043">
                  <c:v>3.0475330352783256E-2</c:v>
                </c:pt>
                <c:pt idx="7044">
                  <c:v>5.7777671813964954E-2</c:v>
                </c:pt>
                <c:pt idx="7045">
                  <c:v>3.3184890747070317E-2</c:v>
                </c:pt>
                <c:pt idx="7046">
                  <c:v>3.0301494598388639E-2</c:v>
                </c:pt>
                <c:pt idx="7047">
                  <c:v>2.7418098449706961E-2</c:v>
                </c:pt>
                <c:pt idx="7048">
                  <c:v>4.9250106811523517E-2</c:v>
                </c:pt>
                <c:pt idx="7049">
                  <c:v>1.6905670166015664E-2</c:v>
                </c:pt>
                <c:pt idx="7050">
                  <c:v>-1.543876647949219E-2</c:v>
                </c:pt>
                <c:pt idx="7051">
                  <c:v>2.6625366210937439E-2</c:v>
                </c:pt>
                <c:pt idx="7052">
                  <c:v>2.0393886566162076E-2</c:v>
                </c:pt>
                <c:pt idx="7053">
                  <c:v>1.4162406921386712E-2</c:v>
                </c:pt>
                <c:pt idx="7054">
                  <c:v>7.9255027770995995E-2</c:v>
                </c:pt>
                <c:pt idx="7055">
                  <c:v>3.6094322204589788E-2</c:v>
                </c:pt>
                <c:pt idx="7056">
                  <c:v>-7.0663833618164161E-3</c:v>
                </c:pt>
                <c:pt idx="7057">
                  <c:v>2.4172210693359356E-3</c:v>
                </c:pt>
                <c:pt idx="7058">
                  <c:v>1.1900825500488288E-2</c:v>
                </c:pt>
                <c:pt idx="7059">
                  <c:v>4.5280151367187438E-2</c:v>
                </c:pt>
                <c:pt idx="7060">
                  <c:v>2.8748016357421847E-2</c:v>
                </c:pt>
                <c:pt idx="7061">
                  <c:v>1.2215881347656256E-2</c:v>
                </c:pt>
                <c:pt idx="7062">
                  <c:v>-1.5487403869628902E-2</c:v>
                </c:pt>
                <c:pt idx="7063">
                  <c:v>-1.3963050842285159E-2</c:v>
                </c:pt>
                <c:pt idx="7064">
                  <c:v>-1.2438697814941415E-2</c:v>
                </c:pt>
                <c:pt idx="7065">
                  <c:v>5.8208770751953194E-2</c:v>
                </c:pt>
                <c:pt idx="7066">
                  <c:v>2.2488155364990273E-2</c:v>
                </c:pt>
                <c:pt idx="7067">
                  <c:v>-1.3232460021972647E-2</c:v>
                </c:pt>
                <c:pt idx="7068">
                  <c:v>3.5795860290527275E-2</c:v>
                </c:pt>
                <c:pt idx="7069">
                  <c:v>3.6743316650390635E-2</c:v>
                </c:pt>
                <c:pt idx="7070">
                  <c:v>3.7690773010253996E-2</c:v>
                </c:pt>
                <c:pt idx="7071">
                  <c:v>-2.533378601074224E-3</c:v>
                </c:pt>
                <c:pt idx="7072">
                  <c:v>-2.2158622741699249E-3</c:v>
                </c:pt>
                <c:pt idx="7073">
                  <c:v>-1.8983459472656254E-3</c:v>
                </c:pt>
                <c:pt idx="7074">
                  <c:v>-1.5216865539550773E-2</c:v>
                </c:pt>
                <c:pt idx="7075">
                  <c:v>1.1122512817382772E-2</c:v>
                </c:pt>
                <c:pt idx="7076">
                  <c:v>3.7461891174316315E-2</c:v>
                </c:pt>
                <c:pt idx="7077">
                  <c:v>-1.2878150939941416E-2</c:v>
                </c:pt>
                <c:pt idx="7078">
                  <c:v>1.1600074768066449E-2</c:v>
                </c:pt>
                <c:pt idx="7079">
                  <c:v>3.607830047607432E-2</c:v>
                </c:pt>
                <c:pt idx="7080">
                  <c:v>6.9124259948730477E-2</c:v>
                </c:pt>
                <c:pt idx="7081">
                  <c:v>2.8893756866455081E-2</c:v>
                </c:pt>
                <c:pt idx="7082">
                  <c:v>-1.133674621582032E-2</c:v>
                </c:pt>
                <c:pt idx="7083">
                  <c:v>2.0768051147460935E-2</c:v>
                </c:pt>
                <c:pt idx="7084">
                  <c:v>5.0093822479247971E-2</c:v>
                </c:pt>
                <c:pt idx="7085">
                  <c:v>7.9419593811035027E-2</c:v>
                </c:pt>
                <c:pt idx="7086">
                  <c:v>2.1687240600585935E-2</c:v>
                </c:pt>
                <c:pt idx="7087">
                  <c:v>3.0924510955810485E-2</c:v>
                </c:pt>
                <c:pt idx="7088">
                  <c:v>4.0161781311035039E-2</c:v>
                </c:pt>
                <c:pt idx="7089">
                  <c:v>-1.2569160461425775E-2</c:v>
                </c:pt>
                <c:pt idx="7090">
                  <c:v>1.0303173065185512E-2</c:v>
                </c:pt>
                <c:pt idx="7091">
                  <c:v>3.31755065917968E-2</c:v>
                </c:pt>
                <c:pt idx="7092">
                  <c:v>2.7953453063964958E-2</c:v>
                </c:pt>
                <c:pt idx="7093">
                  <c:v>4.7826004028320317E-2</c:v>
                </c:pt>
                <c:pt idx="7094">
                  <c:v>6.7698554992675672E-2</c:v>
                </c:pt>
                <c:pt idx="7095">
                  <c:v>-1.2579460144042967E-2</c:v>
                </c:pt>
                <c:pt idx="7096">
                  <c:v>-1.0379962921142582E-2</c:v>
                </c:pt>
                <c:pt idx="7097">
                  <c:v>-8.1804656982421928E-3</c:v>
                </c:pt>
                <c:pt idx="7098">
                  <c:v>2.9694786071777279E-2</c:v>
                </c:pt>
                <c:pt idx="7099">
                  <c:v>2.3014011383056608E-2</c:v>
                </c:pt>
                <c:pt idx="7100">
                  <c:v>1.6333236694335937E-2</c:v>
                </c:pt>
                <c:pt idx="7101">
                  <c:v>3.4315223693847603E-2</c:v>
                </c:pt>
                <c:pt idx="7102">
                  <c:v>3.7621307373046801E-2</c:v>
                </c:pt>
                <c:pt idx="7103">
                  <c:v>4.0927391052246E-2</c:v>
                </c:pt>
                <c:pt idx="7104">
                  <c:v>1.3612232208251899E-2</c:v>
                </c:pt>
                <c:pt idx="7105">
                  <c:v>-1.3702926635742192E-2</c:v>
                </c:pt>
                <c:pt idx="7106">
                  <c:v>3.8682632446289042E-2</c:v>
                </c:pt>
                <c:pt idx="7107">
                  <c:v>1.990447998046874E-2</c:v>
                </c:pt>
                <c:pt idx="7108">
                  <c:v>1.1263275146484383E-3</c:v>
                </c:pt>
                <c:pt idx="7109">
                  <c:v>1.4893455505371096E-2</c:v>
                </c:pt>
                <c:pt idx="7110">
                  <c:v>6.3559341430664083E-3</c:v>
                </c:pt>
                <c:pt idx="7111">
                  <c:v>-2.1815872192382808E-3</c:v>
                </c:pt>
                <c:pt idx="7112">
                  <c:v>2.0810279846191417E-2</c:v>
                </c:pt>
                <c:pt idx="7113">
                  <c:v>4.6576309204101598E-3</c:v>
                </c:pt>
                <c:pt idx="7114">
                  <c:v>-1.1495018005371095E-2</c:v>
                </c:pt>
                <c:pt idx="7115">
                  <c:v>1.3262901306152352E-2</c:v>
                </c:pt>
                <c:pt idx="7116">
                  <c:v>1.9692420959472722E-3</c:v>
                </c:pt>
                <c:pt idx="7117">
                  <c:v>-9.3244171142578079E-3</c:v>
                </c:pt>
                <c:pt idx="7118">
                  <c:v>3.3465728759765515E-2</c:v>
                </c:pt>
                <c:pt idx="7119">
                  <c:v>3.0551548004150275E-2</c:v>
                </c:pt>
                <c:pt idx="7120">
                  <c:v>2.7637367248535039E-2</c:v>
                </c:pt>
                <c:pt idx="7121">
                  <c:v>2.6968345642089841E-2</c:v>
                </c:pt>
                <c:pt idx="7122">
                  <c:v>2.4268913269042968E-2</c:v>
                </c:pt>
                <c:pt idx="7123">
                  <c:v>2.1569480895996095E-2</c:v>
                </c:pt>
                <c:pt idx="7124">
                  <c:v>5.9813232421875119E-2</c:v>
                </c:pt>
                <c:pt idx="7125">
                  <c:v>2.2220478057861381E-2</c:v>
                </c:pt>
                <c:pt idx="7126">
                  <c:v>-1.5372276306152351E-2</c:v>
                </c:pt>
                <c:pt idx="7127">
                  <c:v>1.7429008483886711E-2</c:v>
                </c:pt>
                <c:pt idx="7128">
                  <c:v>2.131233215332031E-3</c:v>
                </c:pt>
                <c:pt idx="7129">
                  <c:v>-1.3166542053222647E-2</c:v>
                </c:pt>
                <c:pt idx="7130">
                  <c:v>3.452041625976552E-2</c:v>
                </c:pt>
                <c:pt idx="7131">
                  <c:v>4.9460964202880757E-2</c:v>
                </c:pt>
                <c:pt idx="7132">
                  <c:v>6.4401512145996001E-2</c:v>
                </c:pt>
                <c:pt idx="7133">
                  <c:v>1.6061553955078127E-2</c:v>
                </c:pt>
                <c:pt idx="7134">
                  <c:v>1.431489944458008E-2</c:v>
                </c:pt>
                <c:pt idx="7135">
                  <c:v>1.2568244934082031E-2</c:v>
                </c:pt>
                <c:pt idx="7136">
                  <c:v>6.046588897705079E-2</c:v>
                </c:pt>
                <c:pt idx="7137">
                  <c:v>2.5199775695800775E-2</c:v>
                </c:pt>
                <c:pt idx="7138">
                  <c:v>-1.0066337585449224E-2</c:v>
                </c:pt>
                <c:pt idx="7139">
                  <c:v>2.9942779541015516E-2</c:v>
                </c:pt>
                <c:pt idx="7140">
                  <c:v>8.7464904785155683E-3</c:v>
                </c:pt>
                <c:pt idx="7141">
                  <c:v>-1.2449798583984383E-2</c:v>
                </c:pt>
                <c:pt idx="7142">
                  <c:v>3.5164718627929678E-2</c:v>
                </c:pt>
                <c:pt idx="7143">
                  <c:v>1.8454513549804683E-2</c:v>
                </c:pt>
                <c:pt idx="7144">
                  <c:v>1.7443084716796872E-3</c:v>
                </c:pt>
                <c:pt idx="7145">
                  <c:v>1.7232055664062513E-2</c:v>
                </c:pt>
                <c:pt idx="7146">
                  <c:v>3.4089088439941413E-2</c:v>
                </c:pt>
                <c:pt idx="7147">
                  <c:v>5.0946121215820317E-2</c:v>
                </c:pt>
                <c:pt idx="7148">
                  <c:v>6.4971542358398396E-3</c:v>
                </c:pt>
                <c:pt idx="7149">
                  <c:v>2.5752010345458959E-2</c:v>
                </c:pt>
                <c:pt idx="7150">
                  <c:v>4.5006866455078079E-2</c:v>
                </c:pt>
                <c:pt idx="7151">
                  <c:v>3.8977375030517514E-2</c:v>
                </c:pt>
                <c:pt idx="7152">
                  <c:v>3.2947883605956955E-2</c:v>
                </c:pt>
                <c:pt idx="7153">
                  <c:v>1.5997924804687511E-2</c:v>
                </c:pt>
                <c:pt idx="7154">
                  <c:v>4.9614372253417943E-2</c:v>
                </c:pt>
                <c:pt idx="7155">
                  <c:v>8.3230819702148393E-2</c:v>
                </c:pt>
                <c:pt idx="7156">
                  <c:v>2.2497138977050773E-2</c:v>
                </c:pt>
                <c:pt idx="7157">
                  <c:v>7.2591018676757737E-3</c:v>
                </c:pt>
                <c:pt idx="7158">
                  <c:v>-7.9789352416992226E-3</c:v>
                </c:pt>
                <c:pt idx="7159">
                  <c:v>1.8119201660156257E-2</c:v>
                </c:pt>
                <c:pt idx="7160">
                  <c:v>1.8327255249023434E-2</c:v>
                </c:pt>
                <c:pt idx="7161">
                  <c:v>1.8535308837890615E-2</c:v>
                </c:pt>
                <c:pt idx="7162">
                  <c:v>3.5704078674316318E-2</c:v>
                </c:pt>
                <c:pt idx="7163">
                  <c:v>1.6679821014404253E-2</c:v>
                </c:pt>
                <c:pt idx="7164">
                  <c:v>-2.3444366455078127E-3</c:v>
                </c:pt>
                <c:pt idx="7165">
                  <c:v>9.2284011840820315E-3</c:v>
                </c:pt>
                <c:pt idx="7166">
                  <c:v>4.4930477142333933E-2</c:v>
                </c:pt>
                <c:pt idx="7167">
                  <c:v>8.0632553100585841E-2</c:v>
                </c:pt>
                <c:pt idx="7168">
                  <c:v>-1.5367698669433584E-2</c:v>
                </c:pt>
                <c:pt idx="7169">
                  <c:v>1.0353813171386688E-2</c:v>
                </c:pt>
                <c:pt idx="7170">
                  <c:v>3.6075325012206956E-2</c:v>
                </c:pt>
                <c:pt idx="7171">
                  <c:v>4.1266136169433677E-2</c:v>
                </c:pt>
                <c:pt idx="7172">
                  <c:v>1.6219139099121128E-2</c:v>
                </c:pt>
                <c:pt idx="7173">
                  <c:v>-8.8278579711914152E-3</c:v>
                </c:pt>
                <c:pt idx="7174">
                  <c:v>5.0076828002929681E-2</c:v>
                </c:pt>
                <c:pt idx="7175">
                  <c:v>1.9912834167480468E-2</c:v>
                </c:pt>
                <c:pt idx="7176">
                  <c:v>-1.0251159667968744E-2</c:v>
                </c:pt>
                <c:pt idx="7177">
                  <c:v>5.2148780822753996E-2</c:v>
                </c:pt>
                <c:pt idx="7178">
                  <c:v>2.2023067474365273E-2</c:v>
                </c:pt>
                <c:pt idx="7179">
                  <c:v>-8.1026458740234477E-3</c:v>
                </c:pt>
                <c:pt idx="7180">
                  <c:v>3.3174934387206957E-2</c:v>
                </c:pt>
                <c:pt idx="7181">
                  <c:v>1.1683845520019493E-2</c:v>
                </c:pt>
                <c:pt idx="7182">
                  <c:v>-9.8072433471679682E-3</c:v>
                </c:pt>
                <c:pt idx="7183">
                  <c:v>3.3557853698730482E-2</c:v>
                </c:pt>
                <c:pt idx="7184">
                  <c:v>2.0670433044433598E-2</c:v>
                </c:pt>
                <c:pt idx="7185">
                  <c:v>7.7830123901367117E-3</c:v>
                </c:pt>
                <c:pt idx="7186">
                  <c:v>-1.0377960205078128E-2</c:v>
                </c:pt>
                <c:pt idx="7187">
                  <c:v>1.8747081756591812E-2</c:v>
                </c:pt>
                <c:pt idx="7188">
                  <c:v>4.7872123718261758E-2</c:v>
                </c:pt>
                <c:pt idx="7189">
                  <c:v>2.2841377258300773E-2</c:v>
                </c:pt>
                <c:pt idx="7190">
                  <c:v>1.6738929748535147E-2</c:v>
                </c:pt>
                <c:pt idx="7191">
                  <c:v>1.0636482238769519E-2</c:v>
                </c:pt>
                <c:pt idx="7192">
                  <c:v>7.4032058715820317E-2</c:v>
                </c:pt>
                <c:pt idx="7193">
                  <c:v>3.2429866790771499E-2</c:v>
                </c:pt>
                <c:pt idx="7194">
                  <c:v>-9.1723251342773517E-3</c:v>
                </c:pt>
                <c:pt idx="7195">
                  <c:v>6.8377304077148378E-3</c:v>
                </c:pt>
                <c:pt idx="7196">
                  <c:v>2.2847785949707031E-2</c:v>
                </c:pt>
                <c:pt idx="7197">
                  <c:v>7.5836906433105353E-2</c:v>
                </c:pt>
                <c:pt idx="7198">
                  <c:v>3.1160430908203078E-2</c:v>
                </c:pt>
                <c:pt idx="7199">
                  <c:v>-1.3516044616699223E-2</c:v>
                </c:pt>
                <c:pt idx="7200">
                  <c:v>3.3682136535644634E-2</c:v>
                </c:pt>
                <c:pt idx="7201">
                  <c:v>1.3465461730957078E-2</c:v>
                </c:pt>
                <c:pt idx="7202">
                  <c:v>-6.7512130737304799E-3</c:v>
                </c:pt>
                <c:pt idx="7203">
                  <c:v>2.8805809020995998E-2</c:v>
                </c:pt>
                <c:pt idx="7204">
                  <c:v>3.99951553344726E-2</c:v>
                </c:pt>
                <c:pt idx="7205">
                  <c:v>5.1184501647949195E-2</c:v>
                </c:pt>
                <c:pt idx="7206">
                  <c:v>0.58997314453125116</c:v>
                </c:pt>
                <c:pt idx="7207">
                  <c:v>0.31837102890014712</c:v>
                </c:pt>
                <c:pt idx="7208">
                  <c:v>4.676891326904304E-2</c:v>
                </c:pt>
                <c:pt idx="7209">
                  <c:v>-1.3634033203125E-2</c:v>
                </c:pt>
                <c:pt idx="7210">
                  <c:v>1.2435321807861305E-2</c:v>
                </c:pt>
                <c:pt idx="7211">
                  <c:v>3.8504676818847602E-2</c:v>
                </c:pt>
                <c:pt idx="7212">
                  <c:v>-6.5771484374999994E-3</c:v>
                </c:pt>
                <c:pt idx="7213">
                  <c:v>2.9281997680664041E-3</c:v>
                </c:pt>
                <c:pt idx="7214">
                  <c:v>1.2433547973632808E-2</c:v>
                </c:pt>
                <c:pt idx="7215">
                  <c:v>1.3354339599609383E-2</c:v>
                </c:pt>
                <c:pt idx="7216">
                  <c:v>1.8008308410644529E-2</c:v>
                </c:pt>
                <c:pt idx="7217">
                  <c:v>2.266227722167968E-2</c:v>
                </c:pt>
                <c:pt idx="7218">
                  <c:v>-1.0801620483398448E-2</c:v>
                </c:pt>
                <c:pt idx="7219">
                  <c:v>-1.3376598358154303E-2</c:v>
                </c:pt>
                <c:pt idx="7220">
                  <c:v>-1.5951576232910158E-2</c:v>
                </c:pt>
                <c:pt idx="7221">
                  <c:v>3.5178337097167924E-2</c:v>
                </c:pt>
                <c:pt idx="7222">
                  <c:v>4.5799255371093715E-2</c:v>
                </c:pt>
                <c:pt idx="7223">
                  <c:v>5.6420173645019514E-2</c:v>
                </c:pt>
                <c:pt idx="7224">
                  <c:v>-1.3977584838867192E-2</c:v>
                </c:pt>
                <c:pt idx="7225">
                  <c:v>9.6467399597168057E-3</c:v>
                </c:pt>
                <c:pt idx="7226">
                  <c:v>3.32710647583008E-2</c:v>
                </c:pt>
                <c:pt idx="7227">
                  <c:v>3.619857788085936E-2</c:v>
                </c:pt>
                <c:pt idx="7228">
                  <c:v>1.5596237182617181E-2</c:v>
                </c:pt>
                <c:pt idx="7229">
                  <c:v>-5.0061035156249998E-3</c:v>
                </c:pt>
                <c:pt idx="7230">
                  <c:v>-1.986808776855468E-3</c:v>
                </c:pt>
                <c:pt idx="7231">
                  <c:v>4.0702342987060512E-2</c:v>
                </c:pt>
                <c:pt idx="7232">
                  <c:v>8.3391494750976486E-2</c:v>
                </c:pt>
                <c:pt idx="7233">
                  <c:v>1.1887435913085935E-2</c:v>
                </c:pt>
                <c:pt idx="7234">
                  <c:v>2.5480270385742026E-4</c:v>
                </c:pt>
                <c:pt idx="7235">
                  <c:v>-1.1377830505371094E-2</c:v>
                </c:pt>
                <c:pt idx="7236">
                  <c:v>-1.1326217651367192E-2</c:v>
                </c:pt>
                <c:pt idx="7237">
                  <c:v>2.718938827514647E-2</c:v>
                </c:pt>
                <c:pt idx="7238">
                  <c:v>6.570499420166015E-2</c:v>
                </c:pt>
                <c:pt idx="7239">
                  <c:v>5.1100044250488239E-2</c:v>
                </c:pt>
                <c:pt idx="7240">
                  <c:v>2.200859069824217E-2</c:v>
                </c:pt>
                <c:pt idx="7241">
                  <c:v>-7.0828628540039037E-3</c:v>
                </c:pt>
                <c:pt idx="7242">
                  <c:v>-6.7048072814941441E-3</c:v>
                </c:pt>
                <c:pt idx="7243">
                  <c:v>-6.3267517089843836E-3</c:v>
                </c:pt>
                <c:pt idx="7244">
                  <c:v>3.0807380676269518E-2</c:v>
                </c:pt>
                <c:pt idx="7245">
                  <c:v>2.2150611877441401E-2</c:v>
                </c:pt>
                <c:pt idx="7246">
                  <c:v>1.3493843078613288E-2</c:v>
                </c:pt>
                <c:pt idx="7247">
                  <c:v>3.8893547058105361E-2</c:v>
                </c:pt>
                <c:pt idx="7248">
                  <c:v>6.0507659912109359E-2</c:v>
                </c:pt>
                <c:pt idx="7249">
                  <c:v>8.2121772766113363E-2</c:v>
                </c:pt>
                <c:pt idx="7250">
                  <c:v>4.2413864135742239E-2</c:v>
                </c:pt>
                <c:pt idx="7251">
                  <c:v>1.6038322448730491E-2</c:v>
                </c:pt>
                <c:pt idx="7252">
                  <c:v>-1.0337219238281256E-2</c:v>
                </c:pt>
                <c:pt idx="7253">
                  <c:v>4.4170761108398397E-3</c:v>
                </c:pt>
                <c:pt idx="7254">
                  <c:v>8.8659667968749994E-3</c:v>
                </c:pt>
                <c:pt idx="7255">
                  <c:v>1.3314857482910159E-2</c:v>
                </c:pt>
                <c:pt idx="7256">
                  <c:v>1.7891693115234383E-3</c:v>
                </c:pt>
                <c:pt idx="7257">
                  <c:v>-1.2851142883300722E-3</c:v>
                </c:pt>
                <c:pt idx="7258">
                  <c:v>-4.3593978881835832E-3</c:v>
                </c:pt>
                <c:pt idx="7259">
                  <c:v>-1.3290252685546872E-2</c:v>
                </c:pt>
                <c:pt idx="7260">
                  <c:v>-1.2199001312255856E-2</c:v>
                </c:pt>
                <c:pt idx="7261">
                  <c:v>-1.110774993896484E-2</c:v>
                </c:pt>
                <c:pt idx="7262">
                  <c:v>2.969947814941416E-2</c:v>
                </c:pt>
                <c:pt idx="7263">
                  <c:v>3.2122821807861357E-2</c:v>
                </c:pt>
                <c:pt idx="7264">
                  <c:v>3.4546165466308558E-2</c:v>
                </c:pt>
                <c:pt idx="7265">
                  <c:v>3.6619606018066318E-2</c:v>
                </c:pt>
                <c:pt idx="7266">
                  <c:v>3.6886940002441318E-2</c:v>
                </c:pt>
                <c:pt idx="7267">
                  <c:v>3.7154273986816318E-2</c:v>
                </c:pt>
                <c:pt idx="7268">
                  <c:v>3.9051361083984479E-2</c:v>
                </c:pt>
                <c:pt idx="7269">
                  <c:v>3.1173019409179752E-2</c:v>
                </c:pt>
                <c:pt idx="7270">
                  <c:v>2.3294677734374998E-2</c:v>
                </c:pt>
                <c:pt idx="7271">
                  <c:v>-1.0959548950195321E-2</c:v>
                </c:pt>
                <c:pt idx="7272">
                  <c:v>1.5032215118408222E-2</c:v>
                </c:pt>
                <c:pt idx="7273">
                  <c:v>4.1023979187011755E-2</c:v>
                </c:pt>
                <c:pt idx="7274">
                  <c:v>8.3229904174804789E-2</c:v>
                </c:pt>
                <c:pt idx="7275">
                  <c:v>4.1563854217529346E-2</c:v>
                </c:pt>
                <c:pt idx="7276">
                  <c:v>-1.0219573974609384E-4</c:v>
                </c:pt>
                <c:pt idx="7277">
                  <c:v>1.218326568603516E-2</c:v>
                </c:pt>
                <c:pt idx="7278">
                  <c:v>2.7604293823242167E-2</c:v>
                </c:pt>
                <c:pt idx="7279">
                  <c:v>4.3025321960449198E-2</c:v>
                </c:pt>
                <c:pt idx="7280">
                  <c:v>-1.1632232666015617E-2</c:v>
                </c:pt>
                <c:pt idx="7281">
                  <c:v>-4.6830368041992148E-3</c:v>
                </c:pt>
                <c:pt idx="7282">
                  <c:v>2.2661590576171869E-3</c:v>
                </c:pt>
                <c:pt idx="7283">
                  <c:v>3.4939155578613358E-2</c:v>
                </c:pt>
                <c:pt idx="7284">
                  <c:v>3.0871238708496118E-2</c:v>
                </c:pt>
                <c:pt idx="7285">
                  <c:v>2.6803321838378878E-2</c:v>
                </c:pt>
                <c:pt idx="7286">
                  <c:v>3.2603302001953195E-2</c:v>
                </c:pt>
                <c:pt idx="7287">
                  <c:v>3.8591995239257874E-2</c:v>
                </c:pt>
                <c:pt idx="7288">
                  <c:v>4.4580688476562561E-2</c:v>
                </c:pt>
                <c:pt idx="7289">
                  <c:v>3.980312347412112E-2</c:v>
                </c:pt>
                <c:pt idx="7290">
                  <c:v>3.502555847167968E-2</c:v>
                </c:pt>
                <c:pt idx="7291">
                  <c:v>3.0653800964355361E-2</c:v>
                </c:pt>
                <c:pt idx="7292">
                  <c:v>5.3899269104003875E-2</c:v>
                </c:pt>
                <c:pt idx="7293">
                  <c:v>7.7144737243652395E-2</c:v>
                </c:pt>
                <c:pt idx="7294">
                  <c:v>4.1092987060546801E-2</c:v>
                </c:pt>
                <c:pt idx="7295">
                  <c:v>3.0389499664306607E-2</c:v>
                </c:pt>
                <c:pt idx="7296">
                  <c:v>1.9686012268066416E-2</c:v>
                </c:pt>
                <c:pt idx="7297">
                  <c:v>3.9534530639648395E-2</c:v>
                </c:pt>
                <c:pt idx="7298">
                  <c:v>4.9335994720458957E-2</c:v>
                </c:pt>
                <c:pt idx="7299">
                  <c:v>5.9137458801269513E-2</c:v>
                </c:pt>
                <c:pt idx="7300">
                  <c:v>1.9110946655273447E-2</c:v>
                </c:pt>
                <c:pt idx="7301">
                  <c:v>2.2706279754638726E-2</c:v>
                </c:pt>
                <c:pt idx="7302">
                  <c:v>2.6301612854003998E-2</c:v>
                </c:pt>
                <c:pt idx="7303">
                  <c:v>2.6179389953613359E-2</c:v>
                </c:pt>
                <c:pt idx="7304">
                  <c:v>1.6227722167968792E-2</c:v>
                </c:pt>
                <c:pt idx="7305">
                  <c:v>6.2760543823242232E-3</c:v>
                </c:pt>
                <c:pt idx="7306">
                  <c:v>-1.2182693481445321E-2</c:v>
                </c:pt>
                <c:pt idx="7307">
                  <c:v>-2.8511238098144517E-3</c:v>
                </c:pt>
                <c:pt idx="7308">
                  <c:v>6.4804458618164156E-3</c:v>
                </c:pt>
                <c:pt idx="7309">
                  <c:v>-7.9634857177734476E-3</c:v>
                </c:pt>
                <c:pt idx="7310">
                  <c:v>2.5023078918456985E-2</c:v>
                </c:pt>
                <c:pt idx="7311">
                  <c:v>5.8009643554687434E-2</c:v>
                </c:pt>
                <c:pt idx="7312">
                  <c:v>2.1172828674316416E-2</c:v>
                </c:pt>
                <c:pt idx="7313">
                  <c:v>1.1447525024414065E-2</c:v>
                </c:pt>
                <c:pt idx="7314">
                  <c:v>1.7222213745117191E-3</c:v>
                </c:pt>
                <c:pt idx="7315">
                  <c:v>1.4268722534179679E-2</c:v>
                </c:pt>
                <c:pt idx="7316">
                  <c:v>1.7544422149658196E-2</c:v>
                </c:pt>
                <c:pt idx="7317">
                  <c:v>2.0820121765136711E-2</c:v>
                </c:pt>
                <c:pt idx="7318">
                  <c:v>-1.4423675537109383E-2</c:v>
                </c:pt>
                <c:pt idx="7319">
                  <c:v>1.2973651885986349E-2</c:v>
                </c:pt>
                <c:pt idx="7320">
                  <c:v>4.0370979309082074E-2</c:v>
                </c:pt>
                <c:pt idx="7321">
                  <c:v>3.8760681152343844E-2</c:v>
                </c:pt>
                <c:pt idx="7322">
                  <c:v>2.9636363983154352E-2</c:v>
                </c:pt>
                <c:pt idx="7323">
                  <c:v>2.0512046813964839E-2</c:v>
                </c:pt>
                <c:pt idx="7324">
                  <c:v>2.0258102416992191E-2</c:v>
                </c:pt>
                <c:pt idx="7325">
                  <c:v>4.8424758911132855E-2</c:v>
                </c:pt>
                <c:pt idx="7326">
                  <c:v>7.6591415405273519E-2</c:v>
                </c:pt>
                <c:pt idx="7327">
                  <c:v>1.6213073730468743E-2</c:v>
                </c:pt>
                <c:pt idx="7328">
                  <c:v>4.2423534393310584E-2</c:v>
                </c:pt>
                <c:pt idx="7329">
                  <c:v>6.8633995056152391E-2</c:v>
                </c:pt>
                <c:pt idx="7330">
                  <c:v>3.6825828552245997E-2</c:v>
                </c:pt>
                <c:pt idx="7331">
                  <c:v>2.3753185272216756E-2</c:v>
                </c:pt>
                <c:pt idx="7332">
                  <c:v>1.0680541992187511E-2</c:v>
                </c:pt>
                <c:pt idx="7333">
                  <c:v>3.2849807739257761E-2</c:v>
                </c:pt>
                <c:pt idx="7334">
                  <c:v>1.177276611328122E-2</c:v>
                </c:pt>
                <c:pt idx="7335">
                  <c:v>-9.304275512695321E-3</c:v>
                </c:pt>
                <c:pt idx="7336">
                  <c:v>1.2109622955322258E-2</c:v>
                </c:pt>
                <c:pt idx="7337">
                  <c:v>3.3523521423339836E-2</c:v>
                </c:pt>
                <c:pt idx="7338">
                  <c:v>-9.2390441894531286E-3</c:v>
                </c:pt>
                <c:pt idx="7339">
                  <c:v>3.1398010253906278E-3</c:v>
                </c:pt>
                <c:pt idx="7340">
                  <c:v>1.5518646240234385E-2</c:v>
                </c:pt>
                <c:pt idx="7341">
                  <c:v>3.6247901916503997E-2</c:v>
                </c:pt>
                <c:pt idx="7342">
                  <c:v>2.4982452392578174E-2</c:v>
                </c:pt>
                <c:pt idx="7343">
                  <c:v>1.3717002868652352E-2</c:v>
                </c:pt>
                <c:pt idx="7344">
                  <c:v>-3.6115264892578078E-3</c:v>
                </c:pt>
                <c:pt idx="7345">
                  <c:v>-7.9366493225097607E-3</c:v>
                </c:pt>
                <c:pt idx="7346">
                  <c:v>-1.2261772155761711E-2</c:v>
                </c:pt>
                <c:pt idx="7347">
                  <c:v>-1.1062545776367193E-2</c:v>
                </c:pt>
                <c:pt idx="7348">
                  <c:v>-1.0841903686523435E-2</c:v>
                </c:pt>
                <c:pt idx="7349">
                  <c:v>-1.062126159667968E-2</c:v>
                </c:pt>
                <c:pt idx="7350">
                  <c:v>2.5011291503906158E-2</c:v>
                </c:pt>
                <c:pt idx="7351">
                  <c:v>6.8564414978026919E-3</c:v>
                </c:pt>
                <c:pt idx="7352">
                  <c:v>-1.1298408508300776E-2</c:v>
                </c:pt>
                <c:pt idx="7353">
                  <c:v>1.4171562194824223E-2</c:v>
                </c:pt>
                <c:pt idx="7354">
                  <c:v>2.3502216339111308E-2</c:v>
                </c:pt>
                <c:pt idx="7355">
                  <c:v>3.2832870483398398E-2</c:v>
                </c:pt>
                <c:pt idx="7356">
                  <c:v>3.6738281249999998E-2</c:v>
                </c:pt>
                <c:pt idx="7357">
                  <c:v>2.0300445556640626E-2</c:v>
                </c:pt>
                <c:pt idx="7358">
                  <c:v>3.8626098632812559E-3</c:v>
                </c:pt>
                <c:pt idx="7359">
                  <c:v>4.1147003173828078E-2</c:v>
                </c:pt>
                <c:pt idx="7360">
                  <c:v>4.2341480255126879E-2</c:v>
                </c:pt>
                <c:pt idx="7361">
                  <c:v>4.3535957336425679E-2</c:v>
                </c:pt>
                <c:pt idx="7362">
                  <c:v>-1.174861907958984E-2</c:v>
                </c:pt>
                <c:pt idx="7363">
                  <c:v>7.3904228210449176E-3</c:v>
                </c:pt>
                <c:pt idx="7364">
                  <c:v>2.652946472167968E-2</c:v>
                </c:pt>
                <c:pt idx="7365">
                  <c:v>2.0311203002929681E-2</c:v>
                </c:pt>
                <c:pt idx="7366">
                  <c:v>4.7147827148437439E-2</c:v>
                </c:pt>
                <c:pt idx="7367">
                  <c:v>7.3984451293945208E-2</c:v>
                </c:pt>
                <c:pt idx="7368">
                  <c:v>-1.1557731628417969E-2</c:v>
                </c:pt>
                <c:pt idx="7369">
                  <c:v>2.4954414367675773E-2</c:v>
                </c:pt>
                <c:pt idx="7370">
                  <c:v>6.1466560363769518E-2</c:v>
                </c:pt>
                <c:pt idx="7371">
                  <c:v>-1.5701293945312512E-4</c:v>
                </c:pt>
                <c:pt idx="7372">
                  <c:v>9.493274688720698E-3</c:v>
                </c:pt>
                <c:pt idx="7373">
                  <c:v>1.914356231689452E-2</c:v>
                </c:pt>
                <c:pt idx="7374">
                  <c:v>1.3494415283203129E-2</c:v>
                </c:pt>
                <c:pt idx="7375">
                  <c:v>2.3186874389648483E-2</c:v>
                </c:pt>
                <c:pt idx="7376">
                  <c:v>3.2879333496093843E-2</c:v>
                </c:pt>
                <c:pt idx="7377">
                  <c:v>5.2043151855468714E-3</c:v>
                </c:pt>
                <c:pt idx="7378">
                  <c:v>9.7619819641113249E-3</c:v>
                </c:pt>
                <c:pt idx="7379">
                  <c:v>1.4319648742675776E-2</c:v>
                </c:pt>
                <c:pt idx="7380">
                  <c:v>3.7447643280029329E-2</c:v>
                </c:pt>
                <c:pt idx="7381">
                  <c:v>6.0575637817382878E-2</c:v>
                </c:pt>
                <c:pt idx="7382">
                  <c:v>5.0314178466796797E-2</c:v>
                </c:pt>
                <c:pt idx="7383">
                  <c:v>2.0028705596923789E-2</c:v>
                </c:pt>
                <c:pt idx="7384">
                  <c:v>-1.0256767272949224E-2</c:v>
                </c:pt>
                <c:pt idx="7385">
                  <c:v>5.2216987609863361E-2</c:v>
                </c:pt>
                <c:pt idx="7386">
                  <c:v>2.3029060363769567E-2</c:v>
                </c:pt>
                <c:pt idx="7387">
                  <c:v>-6.1588668823242239E-3</c:v>
                </c:pt>
                <c:pt idx="7388">
                  <c:v>5.8680725097656154E-3</c:v>
                </c:pt>
                <c:pt idx="7389">
                  <c:v>-3.3887100219726599E-3</c:v>
                </c:pt>
                <c:pt idx="7390">
                  <c:v>-1.2645492553710936E-2</c:v>
                </c:pt>
                <c:pt idx="7391">
                  <c:v>6.136413574218743E-2</c:v>
                </c:pt>
                <c:pt idx="7392">
                  <c:v>4.36271667480468E-2</c:v>
                </c:pt>
                <c:pt idx="7393">
                  <c:v>2.589019775390616E-2</c:v>
                </c:pt>
                <c:pt idx="7394">
                  <c:v>1.3078422546386711E-2</c:v>
                </c:pt>
                <c:pt idx="7395">
                  <c:v>8.4587860107421791E-3</c:v>
                </c:pt>
                <c:pt idx="7396">
                  <c:v>3.8391494750976479E-3</c:v>
                </c:pt>
                <c:pt idx="7397">
                  <c:v>1.8546638488769522E-2</c:v>
                </c:pt>
                <c:pt idx="7398">
                  <c:v>4.0602550506591832E-2</c:v>
                </c:pt>
                <c:pt idx="7399">
                  <c:v>6.2658462524414149E-2</c:v>
                </c:pt>
                <c:pt idx="7400">
                  <c:v>-7.0988845825195193E-3</c:v>
                </c:pt>
                <c:pt idx="7401">
                  <c:v>-5.418434143066404E-3</c:v>
                </c:pt>
                <c:pt idx="7402">
                  <c:v>-3.7379837036132877E-3</c:v>
                </c:pt>
                <c:pt idx="7403">
                  <c:v>-8.0220794677734464E-3</c:v>
                </c:pt>
                <c:pt idx="7404">
                  <c:v>-7.237815856933596E-3</c:v>
                </c:pt>
                <c:pt idx="7405">
                  <c:v>-6.4535522460937439E-3</c:v>
                </c:pt>
                <c:pt idx="7406">
                  <c:v>2.5677452087402398E-2</c:v>
                </c:pt>
                <c:pt idx="7407">
                  <c:v>2.3724002838134795E-2</c:v>
                </c:pt>
                <c:pt idx="7408">
                  <c:v>2.1770553588867189E-2</c:v>
                </c:pt>
                <c:pt idx="7409">
                  <c:v>-1.3585624694824223E-2</c:v>
                </c:pt>
                <c:pt idx="7410">
                  <c:v>-1.1085605621337888E-2</c:v>
                </c:pt>
                <c:pt idx="7411">
                  <c:v>-8.5855865478515515E-3</c:v>
                </c:pt>
                <c:pt idx="7412">
                  <c:v>3.8244094848632879E-2</c:v>
                </c:pt>
                <c:pt idx="7413">
                  <c:v>5.5228958129882877E-2</c:v>
                </c:pt>
                <c:pt idx="7414">
                  <c:v>7.2213821411132875E-2</c:v>
                </c:pt>
                <c:pt idx="7415">
                  <c:v>2.3627700805664061E-2</c:v>
                </c:pt>
                <c:pt idx="7416">
                  <c:v>2.4637069702148469E-2</c:v>
                </c:pt>
                <c:pt idx="7417">
                  <c:v>2.5646438598632876E-2</c:v>
                </c:pt>
                <c:pt idx="7418">
                  <c:v>7.0671386718749993E-2</c:v>
                </c:pt>
                <c:pt idx="7419">
                  <c:v>3.8293018341064466E-2</c:v>
                </c:pt>
                <c:pt idx="7420">
                  <c:v>5.9146499633789037E-3</c:v>
                </c:pt>
                <c:pt idx="7421">
                  <c:v>-1.1149635314941416E-2</c:v>
                </c:pt>
                <c:pt idx="7422">
                  <c:v>3.1273670196533182E-2</c:v>
                </c:pt>
                <c:pt idx="7423">
                  <c:v>7.3696975708007761E-2</c:v>
                </c:pt>
                <c:pt idx="7424">
                  <c:v>-7.8092193603515525E-3</c:v>
                </c:pt>
                <c:pt idx="7425">
                  <c:v>4.8822212219238352E-3</c:v>
                </c:pt>
                <c:pt idx="7426">
                  <c:v>1.7573661804199225E-2</c:v>
                </c:pt>
                <c:pt idx="7427">
                  <c:v>1.3618469238281257E-2</c:v>
                </c:pt>
                <c:pt idx="7428">
                  <c:v>9.6632766723632867E-3</c:v>
                </c:pt>
                <c:pt idx="7429">
                  <c:v>1.2922325134277352E-2</c:v>
                </c:pt>
                <c:pt idx="7430">
                  <c:v>1.4261798858642583E-2</c:v>
                </c:pt>
                <c:pt idx="7431">
                  <c:v>1.5601272583007808E-2</c:v>
                </c:pt>
                <c:pt idx="7432">
                  <c:v>3.4818878173828074E-2</c:v>
                </c:pt>
                <c:pt idx="7433">
                  <c:v>1.1059341430664039E-2</c:v>
                </c:pt>
                <c:pt idx="7434">
                  <c:v>-1.2700195312499999E-2</c:v>
                </c:pt>
                <c:pt idx="7435">
                  <c:v>-8.692474365234383E-3</c:v>
                </c:pt>
                <c:pt idx="7436">
                  <c:v>-4.8220825195312532E-3</c:v>
                </c:pt>
                <c:pt idx="7437">
                  <c:v>-9.5169067382812561E-4</c:v>
                </c:pt>
                <c:pt idx="7438">
                  <c:v>2.462917327880856E-2</c:v>
                </c:pt>
                <c:pt idx="7439">
                  <c:v>3.1515083312988239E-2</c:v>
                </c:pt>
                <c:pt idx="7440">
                  <c:v>3.8400993347167921E-2</c:v>
                </c:pt>
                <c:pt idx="7441">
                  <c:v>3.8216857910156159E-2</c:v>
                </c:pt>
                <c:pt idx="7442">
                  <c:v>2.712707519531244E-2</c:v>
                </c:pt>
                <c:pt idx="7443">
                  <c:v>1.6037292480468743E-2</c:v>
                </c:pt>
                <c:pt idx="7444">
                  <c:v>2.0919570922851551E-2</c:v>
                </c:pt>
                <c:pt idx="7445">
                  <c:v>1.691036224365234E-2</c:v>
                </c:pt>
                <c:pt idx="7446">
                  <c:v>1.2901153564453129E-2</c:v>
                </c:pt>
                <c:pt idx="7447">
                  <c:v>6.5140571594238236E-2</c:v>
                </c:pt>
                <c:pt idx="7448">
                  <c:v>3.0606994628906228E-2</c:v>
                </c:pt>
                <c:pt idx="7449">
                  <c:v>-3.9265823364257758E-3</c:v>
                </c:pt>
                <c:pt idx="7450">
                  <c:v>-1.2616081237792969E-2</c:v>
                </c:pt>
                <c:pt idx="7451">
                  <c:v>-1.0060615539550776E-2</c:v>
                </c:pt>
                <c:pt idx="7452">
                  <c:v>-7.5051498413085836E-3</c:v>
                </c:pt>
                <c:pt idx="7453">
                  <c:v>2.1482505798339841E-2</c:v>
                </c:pt>
                <c:pt idx="7454">
                  <c:v>2.1512489318847659E-2</c:v>
                </c:pt>
                <c:pt idx="7455">
                  <c:v>2.1542472839355477E-2</c:v>
                </c:pt>
                <c:pt idx="7456">
                  <c:v>-1.4133110046386711E-2</c:v>
                </c:pt>
                <c:pt idx="7457">
                  <c:v>-1.2582778930663062E-4</c:v>
                </c:pt>
                <c:pt idx="7458">
                  <c:v>1.3881454467773446E-2</c:v>
                </c:pt>
                <c:pt idx="7459">
                  <c:v>2.1914176940917969E-2</c:v>
                </c:pt>
                <c:pt idx="7460">
                  <c:v>2.8685817718505903E-2</c:v>
                </c:pt>
                <c:pt idx="7461">
                  <c:v>3.5457458496093844E-2</c:v>
                </c:pt>
                <c:pt idx="7462">
                  <c:v>1.8890533447265614E-2</c:v>
                </c:pt>
                <c:pt idx="7463">
                  <c:v>3.4300804138183557E-3</c:v>
                </c:pt>
                <c:pt idx="7464">
                  <c:v>-1.2030372619628905E-2</c:v>
                </c:pt>
                <c:pt idx="7465">
                  <c:v>8.2206115722656153E-2</c:v>
                </c:pt>
                <c:pt idx="7466">
                  <c:v>3.6452693939208934E-2</c:v>
                </c:pt>
                <c:pt idx="7467">
                  <c:v>-9.3007278442382869E-3</c:v>
                </c:pt>
                <c:pt idx="7468">
                  <c:v>2.5546989440917919E-2</c:v>
                </c:pt>
                <c:pt idx="7469">
                  <c:v>5.4864234924316441E-2</c:v>
                </c:pt>
                <c:pt idx="7470">
                  <c:v>8.4181480407714962E-2</c:v>
                </c:pt>
                <c:pt idx="7471">
                  <c:v>-1.9013214111328128E-3</c:v>
                </c:pt>
                <c:pt idx="7472">
                  <c:v>4.0507507324218702E-3</c:v>
                </c:pt>
                <c:pt idx="7473">
                  <c:v>1.0002822875976551E-2</c:v>
                </c:pt>
                <c:pt idx="7474">
                  <c:v>3.0509376525878925E-2</c:v>
                </c:pt>
                <c:pt idx="7475">
                  <c:v>5.1015930175781279E-2</c:v>
                </c:pt>
                <c:pt idx="7476">
                  <c:v>9.2175292968749989E-3</c:v>
                </c:pt>
                <c:pt idx="7477">
                  <c:v>1.9381427764892576E-2</c:v>
                </c:pt>
                <c:pt idx="7478">
                  <c:v>2.954532623291016E-2</c:v>
                </c:pt>
                <c:pt idx="7479">
                  <c:v>-1.1771278381347648E-2</c:v>
                </c:pt>
                <c:pt idx="7480">
                  <c:v>6.1802673339843356E-3</c:v>
                </c:pt>
                <c:pt idx="7481">
                  <c:v>2.413181304931632E-2</c:v>
                </c:pt>
                <c:pt idx="7482">
                  <c:v>6.5053024291992237E-2</c:v>
                </c:pt>
                <c:pt idx="7483">
                  <c:v>3.2535610198974649E-2</c:v>
                </c:pt>
                <c:pt idx="7484">
                  <c:v>1.8196105957031255E-5</c:v>
                </c:pt>
                <c:pt idx="7485">
                  <c:v>1.419250488281251E-2</c:v>
                </c:pt>
                <c:pt idx="7486">
                  <c:v>1.6917114257812511E-2</c:v>
                </c:pt>
                <c:pt idx="7487">
                  <c:v>1.9641723632812514E-2</c:v>
                </c:pt>
                <c:pt idx="7488">
                  <c:v>1.9521798771139583E-2</c:v>
                </c:pt>
                <c:pt idx="7489">
                  <c:v>1.9401873909466651E-2</c:v>
                </c:pt>
                <c:pt idx="7490">
                  <c:v>1.9281949047793723E-2</c:v>
                </c:pt>
                <c:pt idx="7491">
                  <c:v>1.9162024186120789E-2</c:v>
                </c:pt>
                <c:pt idx="7492">
                  <c:v>1.9042099324447861E-2</c:v>
                </c:pt>
                <c:pt idx="7493">
                  <c:v>1.8922174462774929E-2</c:v>
                </c:pt>
                <c:pt idx="7494">
                  <c:v>1.8802249601102002E-2</c:v>
                </c:pt>
                <c:pt idx="7495">
                  <c:v>1.868232473942907E-2</c:v>
                </c:pt>
                <c:pt idx="7496">
                  <c:v>1.8562399877756142E-2</c:v>
                </c:pt>
                <c:pt idx="7497">
                  <c:v>1.8442475016083211E-2</c:v>
                </c:pt>
                <c:pt idx="7498">
                  <c:v>1.832255015441028E-2</c:v>
                </c:pt>
                <c:pt idx="7499">
                  <c:v>1.8202625292737348E-2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-5.6624221801757756E-3</c:v>
                </c:pt>
                <c:pt idx="7699">
                  <c:v>-1.6366767883300774E-2</c:v>
                </c:pt>
                <c:pt idx="7700">
                  <c:v>7.3722267150878535E-3</c:v>
                </c:pt>
                <c:pt idx="7701">
                  <c:v>3.1111221313476482E-2</c:v>
                </c:pt>
                <c:pt idx="7702">
                  <c:v>3.5992469787597604E-2</c:v>
                </c:pt>
                <c:pt idx="7703">
                  <c:v>1.4900836944580045E-2</c:v>
                </c:pt>
                <c:pt idx="7704">
                  <c:v>-6.1907958984375117E-3</c:v>
                </c:pt>
                <c:pt idx="7705">
                  <c:v>7.8197364807128883E-2</c:v>
                </c:pt>
                <c:pt idx="7706">
                  <c:v>3.8877811431884755E-2</c:v>
                </c:pt>
                <c:pt idx="7707">
                  <c:v>-4.4174194335937434E-4</c:v>
                </c:pt>
                <c:pt idx="7708">
                  <c:v>2.5466308593750001E-2</c:v>
                </c:pt>
                <c:pt idx="7709">
                  <c:v>4.6936225891113237E-3</c:v>
                </c:pt>
                <c:pt idx="7710">
                  <c:v>-1.607906341552735E-2</c:v>
                </c:pt>
                <c:pt idx="7711">
                  <c:v>-6.3332748413085834E-3</c:v>
                </c:pt>
                <c:pt idx="7712">
                  <c:v>2.8890037536621095E-2</c:v>
                </c:pt>
                <c:pt idx="7713">
                  <c:v>6.4113349914550796E-2</c:v>
                </c:pt>
                <c:pt idx="7714">
                  <c:v>-1.0032005310058583E-2</c:v>
                </c:pt>
                <c:pt idx="7715">
                  <c:v>2.6162338256835956E-3</c:v>
                </c:pt>
                <c:pt idx="7716">
                  <c:v>1.5264472961425773E-2</c:v>
                </c:pt>
                <c:pt idx="7717">
                  <c:v>-1.3366355895996095E-2</c:v>
                </c:pt>
                <c:pt idx="7718">
                  <c:v>8.6049270629883108E-3</c:v>
                </c:pt>
                <c:pt idx="7719">
                  <c:v>3.0576210021972722E-2</c:v>
                </c:pt>
                <c:pt idx="7720">
                  <c:v>-1.8479347229003903E-2</c:v>
                </c:pt>
                <c:pt idx="7721">
                  <c:v>2.6385498046874998E-3</c:v>
                </c:pt>
                <c:pt idx="7722">
                  <c:v>2.3756446838378902E-2</c:v>
                </c:pt>
                <c:pt idx="7723">
                  <c:v>-1.4296874999999999E-2</c:v>
                </c:pt>
                <c:pt idx="7724">
                  <c:v>-3.5596847534179678E-3</c:v>
                </c:pt>
                <c:pt idx="7725">
                  <c:v>7.1775054931640641E-3</c:v>
                </c:pt>
                <c:pt idx="7726">
                  <c:v>-9.6576690673828077E-4</c:v>
                </c:pt>
                <c:pt idx="7727">
                  <c:v>3.0037593841552773E-2</c:v>
                </c:pt>
                <c:pt idx="7728">
                  <c:v>6.1040954589843842E-2</c:v>
                </c:pt>
                <c:pt idx="7729">
                  <c:v>2.6700897216796797E-2</c:v>
                </c:pt>
                <c:pt idx="7730">
                  <c:v>1.7960586547851529E-2</c:v>
                </c:pt>
                <c:pt idx="7731">
                  <c:v>9.2202758789062568E-3</c:v>
                </c:pt>
                <c:pt idx="7732">
                  <c:v>1.6762619018554682E-2</c:v>
                </c:pt>
                <c:pt idx="7733">
                  <c:v>5.5863189697265636E-3</c:v>
                </c:pt>
                <c:pt idx="7734">
                  <c:v>-5.5899810791015516E-3</c:v>
                </c:pt>
                <c:pt idx="7735">
                  <c:v>2.6661758422851622E-2</c:v>
                </c:pt>
                <c:pt idx="7736">
                  <c:v>5.8913497924804797E-2</c:v>
                </c:pt>
                <c:pt idx="7737">
                  <c:v>-1.5688133239746098E-2</c:v>
                </c:pt>
                <c:pt idx="7738">
                  <c:v>9.7440719604491852E-4</c:v>
                </c:pt>
                <c:pt idx="7739">
                  <c:v>1.7636947631835938E-2</c:v>
                </c:pt>
                <c:pt idx="7740">
                  <c:v>1.3256607055664064E-2</c:v>
                </c:pt>
                <c:pt idx="7741">
                  <c:v>-5.786705017089811E-4</c:v>
                </c:pt>
                <c:pt idx="7742">
                  <c:v>-1.441394805908203E-2</c:v>
                </c:pt>
                <c:pt idx="7743">
                  <c:v>1.3203735351562511E-2</c:v>
                </c:pt>
                <c:pt idx="7744">
                  <c:v>1.3323097229003916E-2</c:v>
                </c:pt>
                <c:pt idx="7745">
                  <c:v>1.344245910644532E-2</c:v>
                </c:pt>
                <c:pt idx="7746">
                  <c:v>-1.1847038269042969E-2</c:v>
                </c:pt>
                <c:pt idx="7747">
                  <c:v>3.1488189697265682E-2</c:v>
                </c:pt>
                <c:pt idx="7748">
                  <c:v>7.4823417663574324E-2</c:v>
                </c:pt>
                <c:pt idx="7749">
                  <c:v>-1.5650596618652351E-2</c:v>
                </c:pt>
                <c:pt idx="7750">
                  <c:v>1.7387981414794942E-2</c:v>
                </c:pt>
                <c:pt idx="7751">
                  <c:v>5.0426559448242238E-2</c:v>
                </c:pt>
                <c:pt idx="7752">
                  <c:v>-9.9310684204101593E-3</c:v>
                </c:pt>
                <c:pt idx="7753">
                  <c:v>-6.178436279296871E-3</c:v>
                </c:pt>
                <c:pt idx="7754">
                  <c:v>-2.4258041381835841E-3</c:v>
                </c:pt>
                <c:pt idx="7755">
                  <c:v>5.7409629821777275E-2</c:v>
                </c:pt>
                <c:pt idx="7756">
                  <c:v>2.2074851989746059E-2</c:v>
                </c:pt>
                <c:pt idx="7757">
                  <c:v>-1.3259925842285159E-2</c:v>
                </c:pt>
                <c:pt idx="7758">
                  <c:v>1.4192962646484384E-3</c:v>
                </c:pt>
                <c:pt idx="7759">
                  <c:v>1.6438350677490256E-2</c:v>
                </c:pt>
                <c:pt idx="7760">
                  <c:v>3.1457405090332076E-2</c:v>
                </c:pt>
                <c:pt idx="7761">
                  <c:v>2.2654609680175773E-2</c:v>
                </c:pt>
                <c:pt idx="7762">
                  <c:v>4.9715194702148448E-2</c:v>
                </c:pt>
                <c:pt idx="7763">
                  <c:v>7.6775779724121113E-2</c:v>
                </c:pt>
                <c:pt idx="7764">
                  <c:v>-7.7737426757812566E-3</c:v>
                </c:pt>
                <c:pt idx="7765">
                  <c:v>-8.1373786926269513E-3</c:v>
                </c:pt>
                <c:pt idx="7766">
                  <c:v>-8.5010147094726467E-3</c:v>
                </c:pt>
                <c:pt idx="7767">
                  <c:v>6.9259185791015518E-2</c:v>
                </c:pt>
                <c:pt idx="7768">
                  <c:v>5.1595115661620998E-2</c:v>
                </c:pt>
                <c:pt idx="7769">
                  <c:v>3.3931045532226478E-2</c:v>
                </c:pt>
                <c:pt idx="7770">
                  <c:v>3.2040939331054799E-2</c:v>
                </c:pt>
                <c:pt idx="7771">
                  <c:v>1.37792587280274E-2</c:v>
                </c:pt>
                <c:pt idx="7772">
                  <c:v>-4.4824218749999999E-3</c:v>
                </c:pt>
                <c:pt idx="7773">
                  <c:v>1.0413665771484382E-2</c:v>
                </c:pt>
                <c:pt idx="7774">
                  <c:v>1.4344139099121096E-2</c:v>
                </c:pt>
                <c:pt idx="7775">
                  <c:v>1.8274612426757809E-2</c:v>
                </c:pt>
                <c:pt idx="7776">
                  <c:v>7.3727531433105356E-2</c:v>
                </c:pt>
                <c:pt idx="7777">
                  <c:v>3.5728969573974548E-2</c:v>
                </c:pt>
                <c:pt idx="7778">
                  <c:v>-2.269592285156251E-3</c:v>
                </c:pt>
                <c:pt idx="7779">
                  <c:v>-9.255180358886712E-3</c:v>
                </c:pt>
                <c:pt idx="7780">
                  <c:v>1.295980453491212E-2</c:v>
                </c:pt>
                <c:pt idx="7781">
                  <c:v>3.5174789428710954E-2</c:v>
                </c:pt>
                <c:pt idx="7782">
                  <c:v>7.9725952148437432E-2</c:v>
                </c:pt>
                <c:pt idx="7783">
                  <c:v>4.7680034637451123E-2</c:v>
                </c:pt>
                <c:pt idx="7784">
                  <c:v>1.5634117126464842E-2</c:v>
                </c:pt>
                <c:pt idx="7785">
                  <c:v>4.5449867248535107E-2</c:v>
                </c:pt>
                <c:pt idx="7786">
                  <c:v>7.5265617370605359E-2</c:v>
                </c:pt>
                <c:pt idx="7787">
                  <c:v>3.7005271911621118E-2</c:v>
                </c:pt>
                <c:pt idx="7788">
                  <c:v>2.777984619140628E-2</c:v>
                </c:pt>
                <c:pt idx="7789">
                  <c:v>1.8554420471191414E-2</c:v>
                </c:pt>
                <c:pt idx="7790">
                  <c:v>1.1147003173828128E-2</c:v>
                </c:pt>
                <c:pt idx="7791">
                  <c:v>1.3484115600585935E-2</c:v>
                </c:pt>
                <c:pt idx="7792">
                  <c:v>1.5821228027343742E-2</c:v>
                </c:pt>
                <c:pt idx="7793">
                  <c:v>1.4080467224121094E-2</c:v>
                </c:pt>
                <c:pt idx="7794">
                  <c:v>3.7365531921386757E-3</c:v>
                </c:pt>
                <c:pt idx="7795">
                  <c:v>-6.6073608398437437E-3</c:v>
                </c:pt>
                <c:pt idx="7796">
                  <c:v>1.3543395996093744E-2</c:v>
                </c:pt>
                <c:pt idx="7797">
                  <c:v>3.6885166168212906E-2</c:v>
                </c:pt>
                <c:pt idx="7798">
                  <c:v>6.0226936340332084E-2</c:v>
                </c:pt>
                <c:pt idx="7799">
                  <c:v>-8.8039398193359361E-4</c:v>
                </c:pt>
                <c:pt idx="7800">
                  <c:v>7.3514556884765585E-3</c:v>
                </c:pt>
                <c:pt idx="7801">
                  <c:v>1.5583305358886711E-2</c:v>
                </c:pt>
                <c:pt idx="7802">
                  <c:v>2.608234405517568E-2</c:v>
                </c:pt>
                <c:pt idx="7803">
                  <c:v>4.9112319946289042E-2</c:v>
                </c:pt>
                <c:pt idx="7804">
                  <c:v>7.2142295837402393E-2</c:v>
                </c:pt>
                <c:pt idx="7805">
                  <c:v>3.1418380737304796E-2</c:v>
                </c:pt>
                <c:pt idx="7806">
                  <c:v>1.0223693847656303E-2</c:v>
                </c:pt>
                <c:pt idx="7807">
                  <c:v>-1.0970993041992193E-2</c:v>
                </c:pt>
                <c:pt idx="7808">
                  <c:v>3.4506568908691436E-2</c:v>
                </c:pt>
                <c:pt idx="7809">
                  <c:v>5.365333557128904E-2</c:v>
                </c:pt>
                <c:pt idx="7810">
                  <c:v>7.2800102233886638E-2</c:v>
                </c:pt>
                <c:pt idx="7811">
                  <c:v>-1.1443748474121095E-2</c:v>
                </c:pt>
                <c:pt idx="7812">
                  <c:v>-1.0601348876953128E-2</c:v>
                </c:pt>
                <c:pt idx="7813">
                  <c:v>-9.7589492797851597E-3</c:v>
                </c:pt>
                <c:pt idx="7814">
                  <c:v>6.7719383239745995E-2</c:v>
                </c:pt>
                <c:pt idx="7815">
                  <c:v>4.1092300415039015E-2</c:v>
                </c:pt>
                <c:pt idx="7816">
                  <c:v>1.446521759033203E-2</c:v>
                </c:pt>
                <c:pt idx="7817">
                  <c:v>2.6618156433105358E-2</c:v>
                </c:pt>
                <c:pt idx="7818">
                  <c:v>2.1906909942626902E-2</c:v>
                </c:pt>
                <c:pt idx="7819">
                  <c:v>1.7195663452148447E-2</c:v>
                </c:pt>
                <c:pt idx="7820">
                  <c:v>-8.9849853515625109E-3</c:v>
                </c:pt>
                <c:pt idx="7821">
                  <c:v>1.3519248962402306E-2</c:v>
                </c:pt>
                <c:pt idx="7822">
                  <c:v>3.6023483276367119E-2</c:v>
                </c:pt>
                <c:pt idx="7823">
                  <c:v>2.8719863891601596E-2</c:v>
                </c:pt>
                <c:pt idx="7824">
                  <c:v>2.4217758178710962E-2</c:v>
                </c:pt>
                <c:pt idx="7825">
                  <c:v>1.971565246582032E-2</c:v>
                </c:pt>
                <c:pt idx="7826">
                  <c:v>6.7907295227050787E-2</c:v>
                </c:pt>
                <c:pt idx="7827">
                  <c:v>3.3528671264648452E-2</c:v>
                </c:pt>
                <c:pt idx="7828">
                  <c:v>-8.4995269775390637E-4</c:v>
                </c:pt>
                <c:pt idx="7829">
                  <c:v>1.3305931091308584E-2</c:v>
                </c:pt>
                <c:pt idx="7830">
                  <c:v>2.1453723907470728E-2</c:v>
                </c:pt>
                <c:pt idx="7831">
                  <c:v>2.9601516723632877E-2</c:v>
                </c:pt>
                <c:pt idx="7832">
                  <c:v>2.7764625549316319E-2</c:v>
                </c:pt>
                <c:pt idx="7833">
                  <c:v>2.0001983642578079E-2</c:v>
                </c:pt>
                <c:pt idx="7834">
                  <c:v>1.223934173583984E-2</c:v>
                </c:pt>
                <c:pt idx="7835">
                  <c:v>2.1611881256103482E-2</c:v>
                </c:pt>
                <c:pt idx="7836">
                  <c:v>3.0984420776367119E-2</c:v>
                </c:pt>
                <c:pt idx="7837">
                  <c:v>-1.8250236511230478E-2</c:v>
                </c:pt>
                <c:pt idx="7838">
                  <c:v>-1.4386310577392578E-2</c:v>
                </c:pt>
                <c:pt idx="7839">
                  <c:v>-1.0522384643554679E-2</c:v>
                </c:pt>
                <c:pt idx="7840">
                  <c:v>-8.3515548706054807E-3</c:v>
                </c:pt>
                <c:pt idx="7841">
                  <c:v>1.7329902648925741E-2</c:v>
                </c:pt>
                <c:pt idx="7842">
                  <c:v>4.3011360168456955E-2</c:v>
                </c:pt>
                <c:pt idx="7843">
                  <c:v>6.8852691650390638E-2</c:v>
                </c:pt>
                <c:pt idx="7844">
                  <c:v>3.8801307678222645E-2</c:v>
                </c:pt>
                <c:pt idx="7845">
                  <c:v>8.749923706054678E-3</c:v>
                </c:pt>
                <c:pt idx="7846">
                  <c:v>4.6080551147460957E-2</c:v>
                </c:pt>
                <c:pt idx="7847">
                  <c:v>5.1067943572998001E-2</c:v>
                </c:pt>
                <c:pt idx="7848">
                  <c:v>5.6055335998535044E-2</c:v>
                </c:pt>
                <c:pt idx="7849">
                  <c:v>3.59928131103516E-3</c:v>
                </c:pt>
                <c:pt idx="7850">
                  <c:v>2.6431388854980409E-2</c:v>
                </c:pt>
                <c:pt idx="7851">
                  <c:v>4.9263496398925681E-2</c:v>
                </c:pt>
                <c:pt idx="7852">
                  <c:v>6.9417457580566319E-2</c:v>
                </c:pt>
                <c:pt idx="7853">
                  <c:v>3.8851890563964792E-2</c:v>
                </c:pt>
                <c:pt idx="7854">
                  <c:v>8.2863235473632883E-3</c:v>
                </c:pt>
                <c:pt idx="7855">
                  <c:v>2.9022560119628879E-2</c:v>
                </c:pt>
                <c:pt idx="7856">
                  <c:v>2.998443603515628E-2</c:v>
                </c:pt>
                <c:pt idx="7857">
                  <c:v>3.0946311950683678E-2</c:v>
                </c:pt>
                <c:pt idx="7858">
                  <c:v>9.8488998413085831E-3</c:v>
                </c:pt>
                <c:pt idx="7859">
                  <c:v>-2.3950767517089844E-3</c:v>
                </c:pt>
                <c:pt idx="7860">
                  <c:v>-1.4639053344726552E-2</c:v>
                </c:pt>
                <c:pt idx="7861">
                  <c:v>1.2887992858886711E-2</c:v>
                </c:pt>
                <c:pt idx="7862">
                  <c:v>1.8689117431640676E-2</c:v>
                </c:pt>
                <c:pt idx="7863">
                  <c:v>2.449024200439464E-2</c:v>
                </c:pt>
                <c:pt idx="7864">
                  <c:v>-1.4378128051757807E-2</c:v>
                </c:pt>
                <c:pt idx="7865">
                  <c:v>-4.2772293090819478E-4</c:v>
                </c:pt>
                <c:pt idx="7866">
                  <c:v>1.3522682189941416E-2</c:v>
                </c:pt>
                <c:pt idx="7867">
                  <c:v>1.6950187683105477E-2</c:v>
                </c:pt>
                <c:pt idx="7868">
                  <c:v>2.2844696044921906E-3</c:v>
                </c:pt>
                <c:pt idx="7869">
                  <c:v>-1.2381248474121096E-2</c:v>
                </c:pt>
                <c:pt idx="7870">
                  <c:v>1.4791603088378904E-2</c:v>
                </c:pt>
                <c:pt idx="7871">
                  <c:v>-6.0018539428711103E-4</c:v>
                </c:pt>
                <c:pt idx="7872">
                  <c:v>-1.5991973876953128E-2</c:v>
                </c:pt>
                <c:pt idx="7873">
                  <c:v>3.5979080200195198E-3</c:v>
                </c:pt>
                <c:pt idx="7874">
                  <c:v>3.7771968841552678E-2</c:v>
                </c:pt>
                <c:pt idx="7875">
                  <c:v>7.1946029663085845E-2</c:v>
                </c:pt>
                <c:pt idx="7876">
                  <c:v>-1.0565414428710935E-2</c:v>
                </c:pt>
                <c:pt idx="7877">
                  <c:v>0.26952232360839862</c:v>
                </c:pt>
                <c:pt idx="7878">
                  <c:v>0.54961006164550796</c:v>
                </c:pt>
                <c:pt idx="7879">
                  <c:v>0.36700057983398449</c:v>
                </c:pt>
                <c:pt idx="7880">
                  <c:v>0.18439109802246098</c:v>
                </c:pt>
                <c:pt idx="7881">
                  <c:v>1.7816162109374999E-3</c:v>
                </c:pt>
                <c:pt idx="7882">
                  <c:v>-5.3993797302246066E-3</c:v>
                </c:pt>
                <c:pt idx="7883">
                  <c:v>-1.2580375671386711E-2</c:v>
                </c:pt>
                <c:pt idx="7884">
                  <c:v>2.1746978759765615E-2</c:v>
                </c:pt>
                <c:pt idx="7885">
                  <c:v>4.2383880615234404E-2</c:v>
                </c:pt>
                <c:pt idx="7886">
                  <c:v>6.3020782470703196E-2</c:v>
                </c:pt>
                <c:pt idx="7887">
                  <c:v>5.308891296386712E-2</c:v>
                </c:pt>
                <c:pt idx="7888">
                  <c:v>1.924541473388669E-2</c:v>
                </c:pt>
                <c:pt idx="7889">
                  <c:v>-1.4598083496093742E-2</c:v>
                </c:pt>
                <c:pt idx="7890">
                  <c:v>-5.169525146484384E-3</c:v>
                </c:pt>
                <c:pt idx="7891">
                  <c:v>1.8553390502929725E-2</c:v>
                </c:pt>
                <c:pt idx="7892">
                  <c:v>4.2276306152343839E-2</c:v>
                </c:pt>
                <c:pt idx="7893">
                  <c:v>2.5722999572753997E-2</c:v>
                </c:pt>
                <c:pt idx="7894">
                  <c:v>7.3789215087891116E-3</c:v>
                </c:pt>
                <c:pt idx="7895">
                  <c:v>-1.0965156555175775E-2</c:v>
                </c:pt>
                <c:pt idx="7896">
                  <c:v>1.9603500366210936E-2</c:v>
                </c:pt>
                <c:pt idx="7897">
                  <c:v>5.4039573669433585E-3</c:v>
                </c:pt>
                <c:pt idx="7898">
                  <c:v>-8.7955856323242241E-3</c:v>
                </c:pt>
                <c:pt idx="7899">
                  <c:v>-1.4662742614746095E-2</c:v>
                </c:pt>
                <c:pt idx="7900">
                  <c:v>-1.0563011169433595E-2</c:v>
                </c:pt>
                <c:pt idx="7901">
                  <c:v>-6.4632797241210961E-3</c:v>
                </c:pt>
                <c:pt idx="7902">
                  <c:v>1.5194435119628903E-2</c:v>
                </c:pt>
                <c:pt idx="7903">
                  <c:v>4.1780548095703078E-2</c:v>
                </c:pt>
                <c:pt idx="7904">
                  <c:v>6.8366661071777274E-2</c:v>
                </c:pt>
                <c:pt idx="7905">
                  <c:v>-6.2413787841796801E-3</c:v>
                </c:pt>
                <c:pt idx="7906">
                  <c:v>1.1591777801513636E-2</c:v>
                </c:pt>
                <c:pt idx="7907">
                  <c:v>2.9424934387206961E-2</c:v>
                </c:pt>
                <c:pt idx="7908">
                  <c:v>5.3901329040527274E-2</c:v>
                </c:pt>
                <c:pt idx="7909">
                  <c:v>4.3008384704589835E-2</c:v>
                </c:pt>
                <c:pt idx="7910">
                  <c:v>3.2115440368652395E-2</c:v>
                </c:pt>
                <c:pt idx="7911">
                  <c:v>7.9689331054687437E-2</c:v>
                </c:pt>
                <c:pt idx="7912">
                  <c:v>3.8818016052246072E-2</c:v>
                </c:pt>
                <c:pt idx="7913">
                  <c:v>-2.0532989501953129E-3</c:v>
                </c:pt>
                <c:pt idx="7914">
                  <c:v>-2.2701644897460938E-3</c:v>
                </c:pt>
                <c:pt idx="7915">
                  <c:v>1.2702999114990192E-2</c:v>
                </c:pt>
                <c:pt idx="7916">
                  <c:v>2.7676162719726477E-2</c:v>
                </c:pt>
                <c:pt idx="7917">
                  <c:v>-1.423278808593751E-2</c:v>
                </c:pt>
                <c:pt idx="7918">
                  <c:v>3.6625671386718746E-3</c:v>
                </c:pt>
                <c:pt idx="7919">
                  <c:v>2.1557922363281256E-2</c:v>
                </c:pt>
                <c:pt idx="7920">
                  <c:v>1.9214859008789061E-2</c:v>
                </c:pt>
                <c:pt idx="7921">
                  <c:v>6.259174346923824E-3</c:v>
                </c:pt>
                <c:pt idx="7922">
                  <c:v>-6.696510314941416E-3</c:v>
                </c:pt>
                <c:pt idx="7923">
                  <c:v>2.7517433166503999E-2</c:v>
                </c:pt>
                <c:pt idx="7924">
                  <c:v>3.2346668243408282E-2</c:v>
                </c:pt>
                <c:pt idx="7925">
                  <c:v>3.7175903320312557E-2</c:v>
                </c:pt>
                <c:pt idx="7926">
                  <c:v>-1.5407524108886711E-2</c:v>
                </c:pt>
                <c:pt idx="7927">
                  <c:v>1.1868438720703162E-2</c:v>
                </c:pt>
                <c:pt idx="7928">
                  <c:v>3.9144401550293043E-2</c:v>
                </c:pt>
                <c:pt idx="7929">
                  <c:v>3.6716880798339839E-2</c:v>
                </c:pt>
                <c:pt idx="7930">
                  <c:v>1.5078964233398433E-2</c:v>
                </c:pt>
                <c:pt idx="7931">
                  <c:v>-6.5589523315429674E-3</c:v>
                </c:pt>
                <c:pt idx="7932">
                  <c:v>-1.3658523559570895E-4</c:v>
                </c:pt>
                <c:pt idx="7933">
                  <c:v>6.2857818603515511E-3</c:v>
                </c:pt>
                <c:pt idx="7934">
                  <c:v>-1.3506088256835936E-2</c:v>
                </c:pt>
                <c:pt idx="7935">
                  <c:v>1.1135845184326155E-2</c:v>
                </c:pt>
                <c:pt idx="7936">
                  <c:v>3.5777778625488241E-2</c:v>
                </c:pt>
                <c:pt idx="7937">
                  <c:v>2.7963409423828078E-2</c:v>
                </c:pt>
                <c:pt idx="7938">
                  <c:v>2.2139282226562473E-2</c:v>
                </c:pt>
                <c:pt idx="7939">
                  <c:v>1.6315155029296872E-2</c:v>
                </c:pt>
                <c:pt idx="7940">
                  <c:v>-4.7672653198242232E-3</c:v>
                </c:pt>
                <c:pt idx="7941">
                  <c:v>-7.4463272094726606E-3</c:v>
                </c:pt>
                <c:pt idx="7942">
                  <c:v>-1.0125389099121095E-2</c:v>
                </c:pt>
                <c:pt idx="7943">
                  <c:v>2.4223823547363361E-2</c:v>
                </c:pt>
                <c:pt idx="7944">
                  <c:v>1.2930793762207071E-2</c:v>
                </c:pt>
                <c:pt idx="7945">
                  <c:v>1.6377639770507808E-3</c:v>
                </c:pt>
                <c:pt idx="7946">
                  <c:v>1.8255157470703127E-2</c:v>
                </c:pt>
                <c:pt idx="7947">
                  <c:v>2.3165073394775363E-2</c:v>
                </c:pt>
                <c:pt idx="7948">
                  <c:v>2.8074989318847599E-2</c:v>
                </c:pt>
                <c:pt idx="7949">
                  <c:v>6.1435317993164158E-3</c:v>
                </c:pt>
                <c:pt idx="7950">
                  <c:v>1.1844406127929693E-2</c:v>
                </c:pt>
                <c:pt idx="7951">
                  <c:v>1.7545280456542967E-2</c:v>
                </c:pt>
                <c:pt idx="7952">
                  <c:v>7.1520996093749995E-3</c:v>
                </c:pt>
                <c:pt idx="7953">
                  <c:v>3.9647026062011682E-2</c:v>
                </c:pt>
                <c:pt idx="7954">
                  <c:v>7.2141952514648389E-2</c:v>
                </c:pt>
                <c:pt idx="7955">
                  <c:v>-1.128353118896484E-2</c:v>
                </c:pt>
                <c:pt idx="7956">
                  <c:v>-1.2435836791992179E-2</c:v>
                </c:pt>
                <c:pt idx="7957">
                  <c:v>-1.358814239501952E-2</c:v>
                </c:pt>
                <c:pt idx="7958">
                  <c:v>2.1206817626953128E-2</c:v>
                </c:pt>
                <c:pt idx="7959">
                  <c:v>5.8743095397949174E-3</c:v>
                </c:pt>
                <c:pt idx="7960">
                  <c:v>-9.4581985473632876E-3</c:v>
                </c:pt>
                <c:pt idx="7961">
                  <c:v>6.4895668029785039E-2</c:v>
                </c:pt>
                <c:pt idx="7962">
                  <c:v>5.2624969482421798E-2</c:v>
                </c:pt>
                <c:pt idx="7963">
                  <c:v>4.0354270935058556E-2</c:v>
                </c:pt>
                <c:pt idx="7964">
                  <c:v>1.4461212158203127E-2</c:v>
                </c:pt>
                <c:pt idx="7965">
                  <c:v>4.200754165649407E-2</c:v>
                </c:pt>
                <c:pt idx="7966">
                  <c:v>6.9553871154785035E-2</c:v>
                </c:pt>
                <c:pt idx="7967">
                  <c:v>-1.1669769287109383E-2</c:v>
                </c:pt>
                <c:pt idx="7968">
                  <c:v>2.6230430603027301E-3</c:v>
                </c:pt>
                <c:pt idx="7969">
                  <c:v>1.6915855407714838E-2</c:v>
                </c:pt>
                <c:pt idx="7970">
                  <c:v>5.1205101013183679E-2</c:v>
                </c:pt>
                <c:pt idx="7971">
                  <c:v>6.6725978851318438E-2</c:v>
                </c:pt>
                <c:pt idx="7972">
                  <c:v>8.2246856689453196E-2</c:v>
                </c:pt>
                <c:pt idx="7973">
                  <c:v>6.1116142272949203E-2</c:v>
                </c:pt>
                <c:pt idx="7974">
                  <c:v>2.8119392395019521E-2</c:v>
                </c:pt>
                <c:pt idx="7975">
                  <c:v>-4.8773574829101603E-3</c:v>
                </c:pt>
                <c:pt idx="7976">
                  <c:v>1.3427124023437511E-2</c:v>
                </c:pt>
                <c:pt idx="7977">
                  <c:v>1.7418479919433596E-2</c:v>
                </c:pt>
                <c:pt idx="7978">
                  <c:v>2.1409835815429681E-2</c:v>
                </c:pt>
                <c:pt idx="7979">
                  <c:v>3.5057029724121121E-2</c:v>
                </c:pt>
                <c:pt idx="7980">
                  <c:v>4.7830352783203078E-2</c:v>
                </c:pt>
                <c:pt idx="7981">
                  <c:v>6.0603675842285036E-2</c:v>
                </c:pt>
                <c:pt idx="7982">
                  <c:v>-1.1400146484375E-2</c:v>
                </c:pt>
                <c:pt idx="7983">
                  <c:v>1.3321495056152427E-3</c:v>
                </c:pt>
                <c:pt idx="7984">
                  <c:v>1.406444549560548E-2</c:v>
                </c:pt>
                <c:pt idx="7985">
                  <c:v>7.4900207519531276E-2</c:v>
                </c:pt>
                <c:pt idx="7986">
                  <c:v>5.9079036712646513E-2</c:v>
                </c:pt>
                <c:pt idx="7987">
                  <c:v>4.3257865905761757E-2</c:v>
                </c:pt>
                <c:pt idx="7988">
                  <c:v>-1.098255157470703E-2</c:v>
                </c:pt>
                <c:pt idx="7989">
                  <c:v>3.9042663574218699E-3</c:v>
                </c:pt>
                <c:pt idx="7990">
                  <c:v>1.8791084289550775E-2</c:v>
                </c:pt>
                <c:pt idx="7991">
                  <c:v>1.367488861083984E-2</c:v>
                </c:pt>
                <c:pt idx="7992">
                  <c:v>1.6589183807373047E-2</c:v>
                </c:pt>
                <c:pt idx="7993">
                  <c:v>1.9503479003906254E-2</c:v>
                </c:pt>
                <c:pt idx="7994">
                  <c:v>4.8282794952392565E-2</c:v>
                </c:pt>
                <c:pt idx="7995">
                  <c:v>7.7062110900878875E-2</c:v>
                </c:pt>
                <c:pt idx="7996">
                  <c:v>3.7221565246582079E-2</c:v>
                </c:pt>
                <c:pt idx="7997">
                  <c:v>2.3872261047363296E-2</c:v>
                </c:pt>
                <c:pt idx="7998">
                  <c:v>1.052295684814452E-2</c:v>
                </c:pt>
                <c:pt idx="7999">
                  <c:v>-1.272205352783203E-2</c:v>
                </c:pt>
                <c:pt idx="8000">
                  <c:v>-8.6407470703124996E-3</c:v>
                </c:pt>
                <c:pt idx="8001">
                  <c:v>-4.559440612792968E-3</c:v>
                </c:pt>
                <c:pt idx="8002">
                  <c:v>1.5569572448730478E-2</c:v>
                </c:pt>
                <c:pt idx="8003">
                  <c:v>1.5642242431640623E-2</c:v>
                </c:pt>
                <c:pt idx="8004">
                  <c:v>1.5714912414550773E-2</c:v>
                </c:pt>
                <c:pt idx="8005">
                  <c:v>1.2333755493164063E-2</c:v>
                </c:pt>
                <c:pt idx="8006">
                  <c:v>1.1367588043212886E-2</c:v>
                </c:pt>
                <c:pt idx="8007">
                  <c:v>1.0401420593261712E-2</c:v>
                </c:pt>
                <c:pt idx="8008">
                  <c:v>-1.3000717163085936E-2</c:v>
                </c:pt>
                <c:pt idx="8009">
                  <c:v>-1.1451759338378904E-2</c:v>
                </c:pt>
                <c:pt idx="8010">
                  <c:v>-9.9028015136718717E-3</c:v>
                </c:pt>
                <c:pt idx="8011">
                  <c:v>-1.0907363891601552E-3</c:v>
                </c:pt>
                <c:pt idx="8012">
                  <c:v>1.3311824798583963E-2</c:v>
                </c:pt>
                <c:pt idx="8013">
                  <c:v>2.7714385986328076E-2</c:v>
                </c:pt>
                <c:pt idx="8014">
                  <c:v>3.675178527832032E-2</c:v>
                </c:pt>
                <c:pt idx="8015">
                  <c:v>3.6626186370849599E-2</c:v>
                </c:pt>
                <c:pt idx="8016">
                  <c:v>3.6500587463378878E-2</c:v>
                </c:pt>
                <c:pt idx="8017">
                  <c:v>1.6308631896972649E-2</c:v>
                </c:pt>
                <c:pt idx="8018">
                  <c:v>3.6184959411621073E-2</c:v>
                </c:pt>
                <c:pt idx="8019">
                  <c:v>5.6061286926269514E-2</c:v>
                </c:pt>
                <c:pt idx="8020">
                  <c:v>-2.2849273681640617E-3</c:v>
                </c:pt>
                <c:pt idx="8021">
                  <c:v>8.7467193603515663E-3</c:v>
                </c:pt>
                <c:pt idx="8022">
                  <c:v>1.977836608886719E-2</c:v>
                </c:pt>
                <c:pt idx="8023">
                  <c:v>0.3345491451298423</c:v>
                </c:pt>
                <c:pt idx="8024">
                  <c:v>0.20906581878662142</c:v>
                </c:pt>
                <c:pt idx="8025">
                  <c:v>2.4610977172851597E-2</c:v>
                </c:pt>
                <c:pt idx="8026">
                  <c:v>5.3879699707031284E-2</c:v>
                </c:pt>
                <c:pt idx="8027">
                  <c:v>6.6681232452392644E-2</c:v>
                </c:pt>
                <c:pt idx="8028">
                  <c:v>7.9482765197753991E-2</c:v>
                </c:pt>
                <c:pt idx="8029">
                  <c:v>4.8178710937500001E-2</c:v>
                </c:pt>
                <c:pt idx="8030">
                  <c:v>3.4318885803222648E-2</c:v>
                </c:pt>
                <c:pt idx="8031">
                  <c:v>2.0459060668945317E-2</c:v>
                </c:pt>
                <c:pt idx="8032">
                  <c:v>-8.2937622070312564E-3</c:v>
                </c:pt>
                <c:pt idx="8033">
                  <c:v>1.2570991516113251E-2</c:v>
                </c:pt>
                <c:pt idx="8034">
                  <c:v>3.3435745239257755E-2</c:v>
                </c:pt>
                <c:pt idx="8035">
                  <c:v>5.2875938415527277E-2</c:v>
                </c:pt>
                <c:pt idx="8036">
                  <c:v>3.4298400878906211E-2</c:v>
                </c:pt>
                <c:pt idx="8037">
                  <c:v>1.572086334228516E-2</c:v>
                </c:pt>
                <c:pt idx="8038">
                  <c:v>1.9117584228515613E-2</c:v>
                </c:pt>
                <c:pt idx="8039">
                  <c:v>2.2006587982177726E-2</c:v>
                </c:pt>
                <c:pt idx="8040">
                  <c:v>2.4895591735839839E-2</c:v>
                </c:pt>
                <c:pt idx="8041">
                  <c:v>3.2267875671386635E-2</c:v>
                </c:pt>
                <c:pt idx="8042">
                  <c:v>3.5267372131347605E-2</c:v>
                </c:pt>
                <c:pt idx="8043">
                  <c:v>3.826686859130856E-2</c:v>
                </c:pt>
                <c:pt idx="8044">
                  <c:v>3.6095352172851598E-2</c:v>
                </c:pt>
                <c:pt idx="8045">
                  <c:v>1.2696590423584011E-2</c:v>
                </c:pt>
                <c:pt idx="8046">
                  <c:v>-1.0702171325683584E-2</c:v>
                </c:pt>
                <c:pt idx="8047">
                  <c:v>1.3653602600097648E-2</c:v>
                </c:pt>
                <c:pt idx="8048">
                  <c:v>2.1174316406250025E-2</c:v>
                </c:pt>
                <c:pt idx="8049">
                  <c:v>2.8695030212402398E-2</c:v>
                </c:pt>
                <c:pt idx="8050">
                  <c:v>5.1474609375000001E-2</c:v>
                </c:pt>
                <c:pt idx="8051">
                  <c:v>6.1702308654785154E-2</c:v>
                </c:pt>
                <c:pt idx="8052">
                  <c:v>7.1930007934570328E-2</c:v>
                </c:pt>
                <c:pt idx="8053">
                  <c:v>4.7847747802734475E-4</c:v>
                </c:pt>
                <c:pt idx="8054">
                  <c:v>-5.2872276306152322E-3</c:v>
                </c:pt>
                <c:pt idx="8055">
                  <c:v>-1.1052932739257807E-2</c:v>
                </c:pt>
                <c:pt idx="8056">
                  <c:v>-1.3071441650390628E-2</c:v>
                </c:pt>
                <c:pt idx="8057">
                  <c:v>-1.5089950561523447E-2</c:v>
                </c:pt>
                <c:pt idx="8058">
                  <c:v>-1.173282623291016E-2</c:v>
                </c:pt>
                <c:pt idx="8059">
                  <c:v>6.7480659484863573E-3</c:v>
                </c:pt>
                <c:pt idx="8060">
                  <c:v>2.5228958129882878E-2</c:v>
                </c:pt>
                <c:pt idx="8061">
                  <c:v>7.1794052124023511E-2</c:v>
                </c:pt>
                <c:pt idx="8062">
                  <c:v>3.4073238372802774E-2</c:v>
                </c:pt>
                <c:pt idx="8063">
                  <c:v>-3.6475753784179677E-3</c:v>
                </c:pt>
                <c:pt idx="8064">
                  <c:v>1.6257820129394522E-2</c:v>
                </c:pt>
                <c:pt idx="8065">
                  <c:v>4.8569869995117192E-2</c:v>
                </c:pt>
                <c:pt idx="8066">
                  <c:v>8.088191986083984E-2</c:v>
                </c:pt>
                <c:pt idx="8067">
                  <c:v>-9.6155548095703206E-3</c:v>
                </c:pt>
                <c:pt idx="8068">
                  <c:v>-4.1927719116210986E-3</c:v>
                </c:pt>
                <c:pt idx="8069">
                  <c:v>1.2300109863281256E-3</c:v>
                </c:pt>
                <c:pt idx="8070">
                  <c:v>2.75744247436524E-2</c:v>
                </c:pt>
                <c:pt idx="8071">
                  <c:v>7.463092803955104E-3</c:v>
                </c:pt>
                <c:pt idx="8072">
                  <c:v>-1.2648239135742192E-2</c:v>
                </c:pt>
                <c:pt idx="8073">
                  <c:v>2.3361625671386711E-2</c:v>
                </c:pt>
                <c:pt idx="8074">
                  <c:v>7.5505828857421785E-3</c:v>
                </c:pt>
                <c:pt idx="8075">
                  <c:v>-8.2604598999023518E-3</c:v>
                </c:pt>
                <c:pt idx="8076">
                  <c:v>5.7233047485351603E-3</c:v>
                </c:pt>
                <c:pt idx="8077">
                  <c:v>1.8444728851318381E-2</c:v>
                </c:pt>
                <c:pt idx="8078">
                  <c:v>3.1166152954101602E-2</c:v>
                </c:pt>
                <c:pt idx="8079">
                  <c:v>-1.0139007568359382E-2</c:v>
                </c:pt>
                <c:pt idx="8080">
                  <c:v>1.2831230163574188E-2</c:v>
                </c:pt>
                <c:pt idx="8081">
                  <c:v>3.5801467895507755E-2</c:v>
                </c:pt>
                <c:pt idx="8082">
                  <c:v>2.2416572570800774E-2</c:v>
                </c:pt>
                <c:pt idx="8083">
                  <c:v>2.5492343902587936E-2</c:v>
                </c:pt>
                <c:pt idx="8084">
                  <c:v>2.8568115234375118E-2</c:v>
                </c:pt>
                <c:pt idx="8085">
                  <c:v>2.9712753295898401E-2</c:v>
                </c:pt>
                <c:pt idx="8086">
                  <c:v>3.1886386871337838E-2</c:v>
                </c:pt>
                <c:pt idx="8087">
                  <c:v>3.4060020446777278E-2</c:v>
                </c:pt>
                <c:pt idx="8088">
                  <c:v>7.3858108520507754E-2</c:v>
                </c:pt>
                <c:pt idx="8089">
                  <c:v>6.722505569458008E-2</c:v>
                </c:pt>
                <c:pt idx="8090">
                  <c:v>6.0592002868652392E-2</c:v>
                </c:pt>
                <c:pt idx="8091">
                  <c:v>2.2815170288085936E-2</c:v>
                </c:pt>
                <c:pt idx="8092">
                  <c:v>4.9328613281249996E-3</c:v>
                </c:pt>
                <c:pt idx="8093">
                  <c:v>-1.2949447631835935E-2</c:v>
                </c:pt>
                <c:pt idx="8094">
                  <c:v>1.013923645019532E-2</c:v>
                </c:pt>
                <c:pt idx="8095">
                  <c:v>2.1518325805664103E-2</c:v>
                </c:pt>
                <c:pt idx="8096">
                  <c:v>3.2897415161132877E-2</c:v>
                </c:pt>
                <c:pt idx="8097">
                  <c:v>3.8549766540527275E-2</c:v>
                </c:pt>
                <c:pt idx="8098">
                  <c:v>2.6604595184326129E-2</c:v>
                </c:pt>
                <c:pt idx="8099">
                  <c:v>1.4659423828124999E-2</c:v>
                </c:pt>
                <c:pt idx="8100">
                  <c:v>1.1834220886230481E-2</c:v>
                </c:pt>
                <c:pt idx="8101">
                  <c:v>-1.4804649353027278E-3</c:v>
                </c:pt>
                <c:pt idx="8102">
                  <c:v>-1.4795150756835936E-2</c:v>
                </c:pt>
                <c:pt idx="8103">
                  <c:v>-9.9710083007812558E-3</c:v>
                </c:pt>
                <c:pt idx="8104">
                  <c:v>3.0939903259277302E-2</c:v>
                </c:pt>
                <c:pt idx="8105">
                  <c:v>7.1850814819335848E-2</c:v>
                </c:pt>
                <c:pt idx="8106">
                  <c:v>2.5309410095214958E-2</c:v>
                </c:pt>
                <c:pt idx="8107">
                  <c:v>3.5213184356689561E-2</c:v>
                </c:pt>
                <c:pt idx="8108">
                  <c:v>4.5116958618164157E-2</c:v>
                </c:pt>
                <c:pt idx="8109">
                  <c:v>2.4293403625488239E-2</c:v>
                </c:pt>
                <c:pt idx="8110">
                  <c:v>1.8324565887451152E-2</c:v>
                </c:pt>
                <c:pt idx="8111">
                  <c:v>1.2355728149414064E-2</c:v>
                </c:pt>
                <c:pt idx="8112">
                  <c:v>3.2124824523925677E-2</c:v>
                </c:pt>
                <c:pt idx="8113">
                  <c:v>3.3974819183349603E-2</c:v>
                </c:pt>
                <c:pt idx="8114">
                  <c:v>3.5824813842773515E-2</c:v>
                </c:pt>
                <c:pt idx="8115">
                  <c:v>-1.226497650146484E-2</c:v>
                </c:pt>
                <c:pt idx="8116">
                  <c:v>3.028221130371089E-2</c:v>
                </c:pt>
                <c:pt idx="8117">
                  <c:v>7.2829399108886639E-2</c:v>
                </c:pt>
                <c:pt idx="8118">
                  <c:v>4.0438213348388617E-2</c:v>
                </c:pt>
                <c:pt idx="8119">
                  <c:v>8.0470275878906164E-3</c:v>
                </c:pt>
                <c:pt idx="8120">
                  <c:v>2.2643165588378901E-2</c:v>
                </c:pt>
                <c:pt idx="8121">
                  <c:v>5.3482818603515616E-3</c:v>
                </c:pt>
                <c:pt idx="8122">
                  <c:v>-1.1946601867675776E-2</c:v>
                </c:pt>
                <c:pt idx="8123">
                  <c:v>1.8586120605468742E-2</c:v>
                </c:pt>
                <c:pt idx="8124">
                  <c:v>2.3266410827636652E-3</c:v>
                </c:pt>
                <c:pt idx="8125">
                  <c:v>-1.3932838439941416E-2</c:v>
                </c:pt>
                <c:pt idx="8126">
                  <c:v>2.1456756591796872E-2</c:v>
                </c:pt>
                <c:pt idx="8127">
                  <c:v>2.3184070587158195E-2</c:v>
                </c:pt>
                <c:pt idx="8128">
                  <c:v>2.491138458251952E-2</c:v>
                </c:pt>
                <c:pt idx="8129">
                  <c:v>4.8398094177245998E-2</c:v>
                </c:pt>
                <c:pt idx="8130">
                  <c:v>1.9782085418701127E-2</c:v>
                </c:pt>
                <c:pt idx="8131">
                  <c:v>-8.8339233398437422E-3</c:v>
                </c:pt>
                <c:pt idx="8132">
                  <c:v>1.3375053405761712E-2</c:v>
                </c:pt>
                <c:pt idx="8133">
                  <c:v>4.0274047851562439E-3</c:v>
                </c:pt>
                <c:pt idx="8134">
                  <c:v>-5.3202438354492234E-3</c:v>
                </c:pt>
                <c:pt idx="8135">
                  <c:v>7.5192146301269511E-2</c:v>
                </c:pt>
                <c:pt idx="8136">
                  <c:v>7.6806793212890634E-2</c:v>
                </c:pt>
                <c:pt idx="8137">
                  <c:v>7.8421440124511757E-2</c:v>
                </c:pt>
                <c:pt idx="8138">
                  <c:v>2.0719985961914062E-2</c:v>
                </c:pt>
                <c:pt idx="8139">
                  <c:v>2.5953826904296869E-2</c:v>
                </c:pt>
                <c:pt idx="8140">
                  <c:v>3.118766784667968E-2</c:v>
                </c:pt>
                <c:pt idx="8141">
                  <c:v>3.0713539123535041E-2</c:v>
                </c:pt>
                <c:pt idx="8142">
                  <c:v>2.915794372558584E-2</c:v>
                </c:pt>
                <c:pt idx="8143">
                  <c:v>2.7602348327636639E-2</c:v>
                </c:pt>
                <c:pt idx="8144">
                  <c:v>2.6891326904296799E-3</c:v>
                </c:pt>
                <c:pt idx="8145">
                  <c:v>4.0329208374023394E-2</c:v>
                </c:pt>
                <c:pt idx="8146">
                  <c:v>7.7969284057617119E-2</c:v>
                </c:pt>
                <c:pt idx="8147">
                  <c:v>2.4969673156738249E-2</c:v>
                </c:pt>
                <c:pt idx="8148">
                  <c:v>1.9177284240722646E-2</c:v>
                </c:pt>
                <c:pt idx="8149">
                  <c:v>1.3384895324707031E-2</c:v>
                </c:pt>
                <c:pt idx="8150">
                  <c:v>1.1370391845703128E-2</c:v>
                </c:pt>
                <c:pt idx="8151">
                  <c:v>2.1268386840820285E-2</c:v>
                </c:pt>
                <c:pt idx="8152">
                  <c:v>3.1166381835937437E-2</c:v>
                </c:pt>
                <c:pt idx="8153">
                  <c:v>-1.0597457885742192E-2</c:v>
                </c:pt>
                <c:pt idx="8154">
                  <c:v>3.4659633636474618E-2</c:v>
                </c:pt>
                <c:pt idx="8155">
                  <c:v>7.9916725158691443E-2</c:v>
                </c:pt>
                <c:pt idx="8156">
                  <c:v>3.5797920227050799E-2</c:v>
                </c:pt>
                <c:pt idx="8157">
                  <c:v>2.4158191680908207E-2</c:v>
                </c:pt>
                <c:pt idx="8158">
                  <c:v>1.2518463134765616E-2</c:v>
                </c:pt>
                <c:pt idx="8159">
                  <c:v>-1.1266479492187511E-2</c:v>
                </c:pt>
                <c:pt idx="8160">
                  <c:v>6.7975616455078439E-3</c:v>
                </c:pt>
                <c:pt idx="8161">
                  <c:v>2.48616027832032E-2</c:v>
                </c:pt>
                <c:pt idx="8162">
                  <c:v>3.1130676269531282E-2</c:v>
                </c:pt>
                <c:pt idx="8163">
                  <c:v>2.7819499969482478E-2</c:v>
                </c:pt>
                <c:pt idx="8164">
                  <c:v>2.4508323669433681E-2</c:v>
                </c:pt>
                <c:pt idx="8165">
                  <c:v>3.0656547546386637E-2</c:v>
                </c:pt>
                <c:pt idx="8166">
                  <c:v>2.6693992614746063E-2</c:v>
                </c:pt>
                <c:pt idx="8167">
                  <c:v>6.8561363220214725E-3</c:v>
                </c:pt>
                <c:pt idx="8168">
                  <c:v>-1.2981719970703128E-2</c:v>
                </c:pt>
                <c:pt idx="8169">
                  <c:v>-9.1308975219726481E-3</c:v>
                </c:pt>
                <c:pt idx="8170">
                  <c:v>-9.572410583495993E-4</c:v>
                </c:pt>
                <c:pt idx="8171">
                  <c:v>7.2164154052734479E-3</c:v>
                </c:pt>
                <c:pt idx="8172">
                  <c:v>-1.5483398437499999E-2</c:v>
                </c:pt>
                <c:pt idx="8173">
                  <c:v>1.9069862365722601E-2</c:v>
                </c:pt>
                <c:pt idx="8174">
                  <c:v>5.36231231689452E-2</c:v>
                </c:pt>
                <c:pt idx="8175">
                  <c:v>-1.0835151672363288E-2</c:v>
                </c:pt>
                <c:pt idx="8176">
                  <c:v>-6.3962745666503928E-3</c:v>
                </c:pt>
                <c:pt idx="8177">
                  <c:v>-1.9573974609375E-3</c:v>
                </c:pt>
                <c:pt idx="8178">
                  <c:v>2.5951995849609357E-2</c:v>
                </c:pt>
                <c:pt idx="8179">
                  <c:v>2.8575382232666039E-2</c:v>
                </c:pt>
                <c:pt idx="8180">
                  <c:v>3.1198768615722721E-2</c:v>
                </c:pt>
                <c:pt idx="8181">
                  <c:v>1.5201988220214839E-2</c:v>
                </c:pt>
                <c:pt idx="8182">
                  <c:v>1.54248046875E-2</c:v>
                </c:pt>
                <c:pt idx="8183">
                  <c:v>1.5647621154785157E-2</c:v>
                </c:pt>
                <c:pt idx="8184">
                  <c:v>3.7653350830078084E-3</c:v>
                </c:pt>
                <c:pt idx="8185">
                  <c:v>-2.0484924316406276E-3</c:v>
                </c:pt>
                <c:pt idx="8186">
                  <c:v>-7.862319946289064E-3</c:v>
                </c:pt>
                <c:pt idx="8187">
                  <c:v>1.3570060729980481E-2</c:v>
                </c:pt>
                <c:pt idx="8188">
                  <c:v>8.3215713500977228E-4</c:v>
                </c:pt>
                <c:pt idx="8189">
                  <c:v>-1.1905746459960936E-2</c:v>
                </c:pt>
                <c:pt idx="8190">
                  <c:v>1.7077102661132777E-2</c:v>
                </c:pt>
                <c:pt idx="8191">
                  <c:v>4.605995178222648E-2</c:v>
                </c:pt>
                <c:pt idx="8192">
                  <c:v>-1.6830368041992189E-2</c:v>
                </c:pt>
                <c:pt idx="8193">
                  <c:v>2.3891944885253903E-2</c:v>
                </c:pt>
                <c:pt idx="8194">
                  <c:v>6.4614257812499992E-2</c:v>
                </c:pt>
                <c:pt idx="8195">
                  <c:v>3.9997558593749996E-2</c:v>
                </c:pt>
                <c:pt idx="8196">
                  <c:v>1.5363636016845709E-2</c:v>
                </c:pt>
                <c:pt idx="8197">
                  <c:v>-9.2702865600585837E-3</c:v>
                </c:pt>
                <c:pt idx="8198">
                  <c:v>1.9497299194335936E-3</c:v>
                </c:pt>
                <c:pt idx="8199">
                  <c:v>1.2313442230224604E-2</c:v>
                </c:pt>
                <c:pt idx="8200">
                  <c:v>2.2677154541015616E-2</c:v>
                </c:pt>
                <c:pt idx="8201">
                  <c:v>-7.4409484863281281E-3</c:v>
                </c:pt>
                <c:pt idx="8202">
                  <c:v>-1.0358276367187499E-2</c:v>
                </c:pt>
                <c:pt idx="8203">
                  <c:v>-1.3275604248046871E-2</c:v>
                </c:pt>
                <c:pt idx="8204">
                  <c:v>-1.1223106384277351E-2</c:v>
                </c:pt>
                <c:pt idx="8205">
                  <c:v>2.2248001098632845E-2</c:v>
                </c:pt>
                <c:pt idx="8206">
                  <c:v>5.5719108581543039E-2</c:v>
                </c:pt>
                <c:pt idx="8207">
                  <c:v>8.3159980773925668E-2</c:v>
                </c:pt>
                <c:pt idx="8208">
                  <c:v>4.7683582305908134E-2</c:v>
                </c:pt>
                <c:pt idx="8209">
                  <c:v>1.2207183837890616E-2</c:v>
                </c:pt>
                <c:pt idx="8210">
                  <c:v>4.0325889587402394E-2</c:v>
                </c:pt>
                <c:pt idx="8211">
                  <c:v>4.4205093383789043E-2</c:v>
                </c:pt>
                <c:pt idx="8212">
                  <c:v>4.8084297180175678E-2</c:v>
                </c:pt>
                <c:pt idx="8213">
                  <c:v>2.3863677978515616E-2</c:v>
                </c:pt>
                <c:pt idx="8214">
                  <c:v>0.14340435159617462</c:v>
                </c:pt>
                <c:pt idx="8215">
                  <c:v>0.26294502521383367</c:v>
                </c:pt>
                <c:pt idx="8216">
                  <c:v>0.33563882042379933</c:v>
                </c:pt>
                <c:pt idx="8217">
                  <c:v>0.28860870775969122</c:v>
                </c:pt>
                <c:pt idx="8218">
                  <c:v>0.20649959564208967</c:v>
                </c:pt>
                <c:pt idx="8219">
                  <c:v>8.232902526855479E-2</c:v>
                </c:pt>
                <c:pt idx="8220">
                  <c:v>4.7781429290771546E-2</c:v>
                </c:pt>
                <c:pt idx="8221">
                  <c:v>1.3233833312988287E-2</c:v>
                </c:pt>
                <c:pt idx="8222">
                  <c:v>2.59949111938476E-2</c:v>
                </c:pt>
                <c:pt idx="8223">
                  <c:v>2.367296218872067E-2</c:v>
                </c:pt>
                <c:pt idx="8224">
                  <c:v>2.1351013183593743E-2</c:v>
                </c:pt>
                <c:pt idx="8225">
                  <c:v>3.6252822875976483E-2</c:v>
                </c:pt>
                <c:pt idx="8226">
                  <c:v>2.8938732147216765E-2</c:v>
                </c:pt>
                <c:pt idx="8227">
                  <c:v>2.1624641418457029E-2</c:v>
                </c:pt>
                <c:pt idx="8228">
                  <c:v>-1.4151535034179678E-2</c:v>
                </c:pt>
                <c:pt idx="8229">
                  <c:v>-1.0742683410644532E-2</c:v>
                </c:pt>
                <c:pt idx="8230">
                  <c:v>-7.3338317871093836E-3</c:v>
                </c:pt>
                <c:pt idx="8231">
                  <c:v>-7.2073864114695673E-3</c:v>
                </c:pt>
                <c:pt idx="8232">
                  <c:v>-7.0809410358297501E-3</c:v>
                </c:pt>
                <c:pt idx="8233">
                  <c:v>-6.9544956601899337E-3</c:v>
                </c:pt>
                <c:pt idx="8234">
                  <c:v>-6.8280502845501165E-3</c:v>
                </c:pt>
                <c:pt idx="8235">
                  <c:v>-6.7016049089103002E-3</c:v>
                </c:pt>
                <c:pt idx="8236">
                  <c:v>-6.575159533270483E-3</c:v>
                </c:pt>
                <c:pt idx="8237">
                  <c:v>-6.4487141576306641E-3</c:v>
                </c:pt>
                <c:pt idx="8238">
                  <c:v>-6.3222687819908469E-3</c:v>
                </c:pt>
                <c:pt idx="8239">
                  <c:v>-6.1958234063510306E-3</c:v>
                </c:pt>
                <c:pt idx="8240">
                  <c:v>-6.0693780307112134E-3</c:v>
                </c:pt>
                <c:pt idx="8241">
                  <c:v>-5.942932655071397E-3</c:v>
                </c:pt>
                <c:pt idx="8242">
                  <c:v>-5.8164872794315798E-3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2.3672046661377E-2</c:v>
                </c:pt>
                <c:pt idx="8290">
                  <c:v>4.7344093322754001E-2</c:v>
                </c:pt>
                <c:pt idx="8291">
                  <c:v>1.5517673492431694E-2</c:v>
                </c:pt>
                <c:pt idx="8292">
                  <c:v>-1.6308746337890614E-2</c:v>
                </c:pt>
                <c:pt idx="8293">
                  <c:v>6.8263092041015522E-2</c:v>
                </c:pt>
                <c:pt idx="8294">
                  <c:v>3.9202480316162039E-2</c:v>
                </c:pt>
                <c:pt idx="8295">
                  <c:v>1.0141868591308584E-2</c:v>
                </c:pt>
                <c:pt idx="8296">
                  <c:v>3.1566467285156156E-2</c:v>
                </c:pt>
                <c:pt idx="8297">
                  <c:v>1.7183246612548785E-2</c:v>
                </c:pt>
                <c:pt idx="8298">
                  <c:v>2.8000259399414158E-3</c:v>
                </c:pt>
                <c:pt idx="8299">
                  <c:v>2.1662178039550773E-2</c:v>
                </c:pt>
                <c:pt idx="8300">
                  <c:v>2.8957271575927774E-2</c:v>
                </c:pt>
                <c:pt idx="8301">
                  <c:v>3.6252365112304799E-2</c:v>
                </c:pt>
                <c:pt idx="8302">
                  <c:v>2.1896781921386711E-2</c:v>
                </c:pt>
                <c:pt idx="8303">
                  <c:v>1.4504814147949211E-2</c:v>
                </c:pt>
                <c:pt idx="8304">
                  <c:v>7.1128463745117115E-3</c:v>
                </c:pt>
                <c:pt idx="8305">
                  <c:v>4.5828666687011757E-2</c:v>
                </c:pt>
                <c:pt idx="8306">
                  <c:v>1.5852756500244151E-2</c:v>
                </c:pt>
                <c:pt idx="8307">
                  <c:v>-1.4123153686523447E-2</c:v>
                </c:pt>
                <c:pt idx="8308">
                  <c:v>4.6519546508789041E-2</c:v>
                </c:pt>
                <c:pt idx="8309">
                  <c:v>2.7220115661621098E-2</c:v>
                </c:pt>
                <c:pt idx="8310">
                  <c:v>7.9206848144531272E-3</c:v>
                </c:pt>
                <c:pt idx="8311">
                  <c:v>1.917835235595703E-2</c:v>
                </c:pt>
                <c:pt idx="8312">
                  <c:v>1.5851325988769531E-2</c:v>
                </c:pt>
                <c:pt idx="8313">
                  <c:v>1.2524299621582032E-2</c:v>
                </c:pt>
                <c:pt idx="8314">
                  <c:v>1.9795761108398448E-2</c:v>
                </c:pt>
                <c:pt idx="8315">
                  <c:v>2.7075634002685582E-2</c:v>
                </c:pt>
                <c:pt idx="8316">
                  <c:v>3.4355506896972719E-2</c:v>
                </c:pt>
                <c:pt idx="8317">
                  <c:v>3.4918327331543042E-2</c:v>
                </c:pt>
                <c:pt idx="8318">
                  <c:v>1.139539718627933E-2</c:v>
                </c:pt>
                <c:pt idx="8319">
                  <c:v>-1.2127532958984383E-2</c:v>
                </c:pt>
                <c:pt idx="8320">
                  <c:v>6.6414184570312562E-2</c:v>
                </c:pt>
                <c:pt idx="8321">
                  <c:v>4.1317405700683631E-2</c:v>
                </c:pt>
                <c:pt idx="8322">
                  <c:v>1.6220626831054682E-2</c:v>
                </c:pt>
                <c:pt idx="8323">
                  <c:v>3.5172500610351598E-2</c:v>
                </c:pt>
                <c:pt idx="8324">
                  <c:v>1.3537559509277363E-2</c:v>
                </c:pt>
                <c:pt idx="8325">
                  <c:v>-8.0973815917968709E-3</c:v>
                </c:pt>
                <c:pt idx="8326">
                  <c:v>1.1312370300292968E-2</c:v>
                </c:pt>
                <c:pt idx="8327">
                  <c:v>1.7483024597167968E-2</c:v>
                </c:pt>
                <c:pt idx="8328">
                  <c:v>2.3653678894042969E-2</c:v>
                </c:pt>
                <c:pt idx="8329">
                  <c:v>-7.9712677001953208E-3</c:v>
                </c:pt>
                <c:pt idx="8330">
                  <c:v>6.8434524536132761E-3</c:v>
                </c:pt>
                <c:pt idx="8331">
                  <c:v>2.165817260742187E-2</c:v>
                </c:pt>
                <c:pt idx="8332">
                  <c:v>-1.5860595703125001E-2</c:v>
                </c:pt>
                <c:pt idx="8333">
                  <c:v>-4.1559219360351549E-4</c:v>
                </c:pt>
                <c:pt idx="8334">
                  <c:v>1.5029411315917968E-2</c:v>
                </c:pt>
                <c:pt idx="8335">
                  <c:v>1.6224517822265614E-2</c:v>
                </c:pt>
                <c:pt idx="8336">
                  <c:v>1.7456531524658196E-2</c:v>
                </c:pt>
                <c:pt idx="8337">
                  <c:v>1.8688545227050775E-2</c:v>
                </c:pt>
                <c:pt idx="8338">
                  <c:v>2.6901512145995999E-2</c:v>
                </c:pt>
                <c:pt idx="8339">
                  <c:v>5.123468399047848E-2</c:v>
                </c:pt>
                <c:pt idx="8340">
                  <c:v>7.5567855834960965E-2</c:v>
                </c:pt>
                <c:pt idx="8341">
                  <c:v>4.1242218017578085E-3</c:v>
                </c:pt>
                <c:pt idx="8342">
                  <c:v>-5.8504486083984352E-3</c:v>
                </c:pt>
                <c:pt idx="8343">
                  <c:v>-1.5825119018554681E-2</c:v>
                </c:pt>
                <c:pt idx="8344">
                  <c:v>1.0464820861816417E-2</c:v>
                </c:pt>
                <c:pt idx="8345">
                  <c:v>1.9787178039550726E-2</c:v>
                </c:pt>
                <c:pt idx="8346">
                  <c:v>2.910953521728504E-2</c:v>
                </c:pt>
                <c:pt idx="8347">
                  <c:v>5.3939781188964954E-2</c:v>
                </c:pt>
                <c:pt idx="8348">
                  <c:v>3.3314266204834055E-2</c:v>
                </c:pt>
                <c:pt idx="8349">
                  <c:v>1.2688751220703127E-2</c:v>
                </c:pt>
                <c:pt idx="8350">
                  <c:v>6.7094535827636637E-2</c:v>
                </c:pt>
                <c:pt idx="8351">
                  <c:v>4.3951835632324174E-2</c:v>
                </c:pt>
                <c:pt idx="8352">
                  <c:v>2.0809135437011711E-2</c:v>
                </c:pt>
                <c:pt idx="8353">
                  <c:v>4.2048683166503995E-2</c:v>
                </c:pt>
                <c:pt idx="8354">
                  <c:v>3.2933464050293015E-2</c:v>
                </c:pt>
                <c:pt idx="8355">
                  <c:v>2.3818244934082029E-2</c:v>
                </c:pt>
                <c:pt idx="8356">
                  <c:v>4.5198669433593838E-2</c:v>
                </c:pt>
                <c:pt idx="8357">
                  <c:v>3.9176216125488363E-2</c:v>
                </c:pt>
                <c:pt idx="8358">
                  <c:v>3.315376281738288E-2</c:v>
                </c:pt>
                <c:pt idx="8359">
                  <c:v>5.865177154541016E-2</c:v>
                </c:pt>
                <c:pt idx="8360">
                  <c:v>7.1154670715332088E-2</c:v>
                </c:pt>
                <c:pt idx="8361">
                  <c:v>8.3657569885253996E-2</c:v>
                </c:pt>
                <c:pt idx="8362">
                  <c:v>-1.0766258239746095E-2</c:v>
                </c:pt>
                <c:pt idx="8363">
                  <c:v>6.969509124755832E-3</c:v>
                </c:pt>
                <c:pt idx="8364">
                  <c:v>2.4705276489257758E-2</c:v>
                </c:pt>
                <c:pt idx="8365">
                  <c:v>7.5437393188476476E-2</c:v>
                </c:pt>
                <c:pt idx="8366">
                  <c:v>5.6815509796142513E-2</c:v>
                </c:pt>
                <c:pt idx="8367">
                  <c:v>3.8193626403808557E-2</c:v>
                </c:pt>
                <c:pt idx="8368">
                  <c:v>1.7649307250976538E-2</c:v>
                </c:pt>
                <c:pt idx="8369">
                  <c:v>-2.8950119018554799E-3</c:v>
                </c:pt>
                <c:pt idx="8370">
                  <c:v>-1.303596496582032E-2</c:v>
                </c:pt>
                <c:pt idx="8371">
                  <c:v>2.0406532287597606E-3</c:v>
                </c:pt>
                <c:pt idx="8372">
                  <c:v>1.7117271423339839E-2</c:v>
                </c:pt>
                <c:pt idx="8373">
                  <c:v>-1.010261535644532E-2</c:v>
                </c:pt>
                <c:pt idx="8374">
                  <c:v>-3.9570808410644559E-3</c:v>
                </c:pt>
                <c:pt idx="8375">
                  <c:v>2.188453674316406E-3</c:v>
                </c:pt>
                <c:pt idx="8376">
                  <c:v>5.5532569885253999E-2</c:v>
                </c:pt>
                <c:pt idx="8377">
                  <c:v>3.3018093109130904E-2</c:v>
                </c:pt>
                <c:pt idx="8378">
                  <c:v>1.0503616333007807E-2</c:v>
                </c:pt>
                <c:pt idx="8379">
                  <c:v>2.7305946350097598E-2</c:v>
                </c:pt>
                <c:pt idx="8380">
                  <c:v>2.8910121917724598E-2</c:v>
                </c:pt>
                <c:pt idx="8381">
                  <c:v>3.0514297485351602E-2</c:v>
                </c:pt>
                <c:pt idx="8382">
                  <c:v>0.20128852844238287</c:v>
                </c:pt>
                <c:pt idx="8383">
                  <c:v>0.11444389343261724</c:v>
                </c:pt>
                <c:pt idx="8384">
                  <c:v>2.7599258422851599E-2</c:v>
                </c:pt>
                <c:pt idx="8385">
                  <c:v>2.3684577941894519E-2</c:v>
                </c:pt>
                <c:pt idx="8386">
                  <c:v>4.8896369934082008E-2</c:v>
                </c:pt>
                <c:pt idx="8387">
                  <c:v>7.4108161926269511E-2</c:v>
                </c:pt>
                <c:pt idx="8388">
                  <c:v>7.9286270141601597E-2</c:v>
                </c:pt>
                <c:pt idx="8389">
                  <c:v>3.9921970367431656E-2</c:v>
                </c:pt>
                <c:pt idx="8390">
                  <c:v>5.5767059326171918E-4</c:v>
                </c:pt>
                <c:pt idx="8391">
                  <c:v>1.7000427246093741E-2</c:v>
                </c:pt>
                <c:pt idx="8392">
                  <c:v>1.3839340209960936E-2</c:v>
                </c:pt>
                <c:pt idx="8393">
                  <c:v>1.0678253173828128E-2</c:v>
                </c:pt>
                <c:pt idx="8394">
                  <c:v>2.9198112487793037E-2</c:v>
                </c:pt>
                <c:pt idx="8395">
                  <c:v>4.8552589416503998E-2</c:v>
                </c:pt>
                <c:pt idx="8396">
                  <c:v>6.7907066345214956E-2</c:v>
                </c:pt>
                <c:pt idx="8397">
                  <c:v>2.4789047241210956E-3</c:v>
                </c:pt>
                <c:pt idx="8398">
                  <c:v>-2.3495292663574196E-3</c:v>
                </c:pt>
                <c:pt idx="8399">
                  <c:v>-7.1779632568359352E-3</c:v>
                </c:pt>
                <c:pt idx="8400">
                  <c:v>-1.4764938354492193E-2</c:v>
                </c:pt>
                <c:pt idx="8401">
                  <c:v>-1.1512012481689451E-2</c:v>
                </c:pt>
                <c:pt idx="8402">
                  <c:v>-8.2590866088867124E-3</c:v>
                </c:pt>
                <c:pt idx="8403">
                  <c:v>3.8492431640625116E-2</c:v>
                </c:pt>
                <c:pt idx="8404">
                  <c:v>2.8503398895263734E-2</c:v>
                </c:pt>
                <c:pt idx="8405">
                  <c:v>1.8514366149902348E-2</c:v>
                </c:pt>
                <c:pt idx="8406">
                  <c:v>4.6865844726562559E-3</c:v>
                </c:pt>
                <c:pt idx="8407">
                  <c:v>-1.0700798034667916E-3</c:v>
                </c:pt>
                <c:pt idx="8408">
                  <c:v>-6.8267440795898391E-3</c:v>
                </c:pt>
                <c:pt idx="8409">
                  <c:v>1.3552551269531256E-2</c:v>
                </c:pt>
                <c:pt idx="8410">
                  <c:v>1.8302078247070318E-2</c:v>
                </c:pt>
                <c:pt idx="8411">
                  <c:v>2.3051605224609382E-2</c:v>
                </c:pt>
                <c:pt idx="8412">
                  <c:v>3.3419494628906157E-2</c:v>
                </c:pt>
                <c:pt idx="8413">
                  <c:v>4.5091438293456958E-2</c:v>
                </c:pt>
                <c:pt idx="8414">
                  <c:v>5.6763381958007758E-2</c:v>
                </c:pt>
                <c:pt idx="8415">
                  <c:v>3.62956237792968E-2</c:v>
                </c:pt>
                <c:pt idx="8416">
                  <c:v>2.7480068206787087E-2</c:v>
                </c:pt>
                <c:pt idx="8417">
                  <c:v>1.8664512634277351E-2</c:v>
                </c:pt>
                <c:pt idx="8418">
                  <c:v>1.1738090515136712E-2</c:v>
                </c:pt>
                <c:pt idx="8419">
                  <c:v>3.908100128173829E-2</c:v>
                </c:pt>
                <c:pt idx="8420">
                  <c:v>6.6423912048339848E-2</c:v>
                </c:pt>
                <c:pt idx="8421">
                  <c:v>4.2685317993164159E-3</c:v>
                </c:pt>
                <c:pt idx="8422">
                  <c:v>-1.7263412475585605E-4</c:v>
                </c:pt>
                <c:pt idx="8423">
                  <c:v>-4.6138000488281285E-3</c:v>
                </c:pt>
                <c:pt idx="8424">
                  <c:v>2.1726837158203127E-2</c:v>
                </c:pt>
                <c:pt idx="8425">
                  <c:v>1.6408739089965846E-2</c:v>
                </c:pt>
                <c:pt idx="8426">
                  <c:v>1.1090641021728563E-2</c:v>
                </c:pt>
                <c:pt idx="8427">
                  <c:v>-1.0534057617187511E-2</c:v>
                </c:pt>
                <c:pt idx="8428">
                  <c:v>9.887638092041004E-3</c:v>
                </c:pt>
                <c:pt idx="8429">
                  <c:v>3.0309333801269517E-2</c:v>
                </c:pt>
                <c:pt idx="8430">
                  <c:v>3.028861999511712E-2</c:v>
                </c:pt>
                <c:pt idx="8431">
                  <c:v>2.9557971954345719E-2</c:v>
                </c:pt>
                <c:pt idx="8432">
                  <c:v>2.8827323913574319E-2</c:v>
                </c:pt>
                <c:pt idx="8433">
                  <c:v>1.987358093261719E-2</c:v>
                </c:pt>
                <c:pt idx="8434">
                  <c:v>7.2234535217285158E-3</c:v>
                </c:pt>
                <c:pt idx="8435">
                  <c:v>-5.4266738891601603E-3</c:v>
                </c:pt>
                <c:pt idx="8436">
                  <c:v>2.357677459716797E-2</c:v>
                </c:pt>
                <c:pt idx="8437">
                  <c:v>8.3782196044921934E-3</c:v>
                </c:pt>
                <c:pt idx="8438">
                  <c:v>-6.8203353881835837E-3</c:v>
                </c:pt>
                <c:pt idx="8439">
                  <c:v>-1.059700012207032E-2</c:v>
                </c:pt>
                <c:pt idx="8440">
                  <c:v>-1.1192665100097659E-2</c:v>
                </c:pt>
                <c:pt idx="8441">
                  <c:v>-1.1788330078124999E-2</c:v>
                </c:pt>
                <c:pt idx="8442">
                  <c:v>2.9605178833007759E-2</c:v>
                </c:pt>
                <c:pt idx="8443">
                  <c:v>1.641672134399412E-2</c:v>
                </c:pt>
                <c:pt idx="8444">
                  <c:v>3.22826385498048E-3</c:v>
                </c:pt>
                <c:pt idx="8445">
                  <c:v>3.6706008911132876E-2</c:v>
                </c:pt>
                <c:pt idx="8446">
                  <c:v>2.6938190460205104E-2</c:v>
                </c:pt>
                <c:pt idx="8447">
                  <c:v>1.7170372009277349E-2</c:v>
                </c:pt>
                <c:pt idx="8448">
                  <c:v>-3.3340072631835842E-3</c:v>
                </c:pt>
                <c:pt idx="8449">
                  <c:v>3.8541011810302728E-2</c:v>
                </c:pt>
                <c:pt idx="8450">
                  <c:v>8.0416030883789028E-2</c:v>
                </c:pt>
                <c:pt idx="8451">
                  <c:v>2.7069969177245998E-2</c:v>
                </c:pt>
                <c:pt idx="8452">
                  <c:v>8.9397811889647891E-3</c:v>
                </c:pt>
                <c:pt idx="8453">
                  <c:v>-9.1904067993164151E-3</c:v>
                </c:pt>
                <c:pt idx="8454">
                  <c:v>3.8335762023925683E-2</c:v>
                </c:pt>
                <c:pt idx="8455">
                  <c:v>3.2313594818115243E-2</c:v>
                </c:pt>
                <c:pt idx="8456">
                  <c:v>2.62914276123048E-2</c:v>
                </c:pt>
                <c:pt idx="8457">
                  <c:v>3.55912399291992E-2</c:v>
                </c:pt>
                <c:pt idx="8458">
                  <c:v>3.3224315643310562E-2</c:v>
                </c:pt>
                <c:pt idx="8459">
                  <c:v>3.085739135742192E-2</c:v>
                </c:pt>
                <c:pt idx="8460">
                  <c:v>-2.2477340698242193E-3</c:v>
                </c:pt>
                <c:pt idx="8461">
                  <c:v>1.3869209289550729E-2</c:v>
                </c:pt>
                <c:pt idx="8462">
                  <c:v>2.9986152648925679E-2</c:v>
                </c:pt>
                <c:pt idx="8463">
                  <c:v>1.9148712158203126E-2</c:v>
                </c:pt>
                <c:pt idx="8464">
                  <c:v>2.0034942626953128E-2</c:v>
                </c:pt>
                <c:pt idx="8465">
                  <c:v>2.0921173095703127E-2</c:v>
                </c:pt>
                <c:pt idx="8466">
                  <c:v>2.8391876220703202E-2</c:v>
                </c:pt>
                <c:pt idx="8467">
                  <c:v>1.0113201141357457E-2</c:v>
                </c:pt>
                <c:pt idx="8468">
                  <c:v>-8.1654739379882872E-3</c:v>
                </c:pt>
                <c:pt idx="8469">
                  <c:v>6.1875801086425673E-2</c:v>
                </c:pt>
                <c:pt idx="8470">
                  <c:v>4.0645809173583937E-2</c:v>
                </c:pt>
                <c:pt idx="8471">
                  <c:v>1.941581726074219E-2</c:v>
                </c:pt>
                <c:pt idx="8472">
                  <c:v>6.4762916564941445E-2</c:v>
                </c:pt>
                <c:pt idx="8473">
                  <c:v>4.2405796051025423E-2</c:v>
                </c:pt>
                <c:pt idx="8474">
                  <c:v>2.0048675537109383E-2</c:v>
                </c:pt>
                <c:pt idx="8475">
                  <c:v>1.6739959716796871E-2</c:v>
                </c:pt>
                <c:pt idx="8476">
                  <c:v>1.9211082458496093E-2</c:v>
                </c:pt>
                <c:pt idx="8477">
                  <c:v>2.1682205200195318E-2</c:v>
                </c:pt>
                <c:pt idx="8478">
                  <c:v>0.27494222640991201</c:v>
                </c:pt>
                <c:pt idx="8479">
                  <c:v>0.18586185455322229</c:v>
                </c:pt>
                <c:pt idx="8480">
                  <c:v>1.5862770080566416E-2</c:v>
                </c:pt>
                <c:pt idx="8481">
                  <c:v>1.8782043457031255E-2</c:v>
                </c:pt>
                <c:pt idx="8482">
                  <c:v>2.1701316833496097E-2</c:v>
                </c:pt>
                <c:pt idx="8483">
                  <c:v>6.1130905151367118E-3</c:v>
                </c:pt>
                <c:pt idx="8484">
                  <c:v>-2.1005058288574201E-3</c:v>
                </c:pt>
                <c:pt idx="8485">
                  <c:v>-1.0314102172851553E-2</c:v>
                </c:pt>
                <c:pt idx="8486">
                  <c:v>2.0515480041503904E-2</c:v>
                </c:pt>
                <c:pt idx="8487">
                  <c:v>1.3972606658935549E-2</c:v>
                </c:pt>
                <c:pt idx="8488">
                  <c:v>7.4297332763671913E-3</c:v>
                </c:pt>
                <c:pt idx="8489">
                  <c:v>-1.3119621276855479E-2</c:v>
                </c:pt>
                <c:pt idx="8490">
                  <c:v>3.0111579895019572E-2</c:v>
                </c:pt>
                <c:pt idx="8491">
                  <c:v>7.3342781066894638E-2</c:v>
                </c:pt>
                <c:pt idx="8492">
                  <c:v>-1.4138832092285159E-2</c:v>
                </c:pt>
                <c:pt idx="8493">
                  <c:v>3.3833255767822243E-2</c:v>
                </c:pt>
                <c:pt idx="8494">
                  <c:v>8.1805343627929669E-2</c:v>
                </c:pt>
                <c:pt idx="8495">
                  <c:v>2.4209175109863361E-2</c:v>
                </c:pt>
                <c:pt idx="8496">
                  <c:v>6.1100006103516026E-3</c:v>
                </c:pt>
                <c:pt idx="8497">
                  <c:v>-1.1989173889160159E-2</c:v>
                </c:pt>
                <c:pt idx="8498">
                  <c:v>5.3142814636230482E-2</c:v>
                </c:pt>
                <c:pt idx="8499">
                  <c:v>3.765512466430665E-2</c:v>
                </c:pt>
                <c:pt idx="8500">
                  <c:v>2.2167434692382807E-2</c:v>
                </c:pt>
                <c:pt idx="8501">
                  <c:v>2.7806968688964959E-2</c:v>
                </c:pt>
                <c:pt idx="8502">
                  <c:v>0.30198425567407389</c:v>
                </c:pt>
                <c:pt idx="8503">
                  <c:v>0.25479655705965476</c:v>
                </c:pt>
                <c:pt idx="8504">
                  <c:v>0.31570045832172983</c:v>
                </c:pt>
                <c:pt idx="8505">
                  <c:v>0.15313635052927319</c:v>
                </c:pt>
                <c:pt idx="8506">
                  <c:v>-9.4277572631835827E-3</c:v>
                </c:pt>
                <c:pt idx="8507">
                  <c:v>-7.8777694702148408E-3</c:v>
                </c:pt>
                <c:pt idx="8508">
                  <c:v>1.2007369995117177E-2</c:v>
                </c:pt>
                <c:pt idx="8509">
                  <c:v>3.1892509460449199E-2</c:v>
                </c:pt>
                <c:pt idx="8510">
                  <c:v>5.7533111572265518E-2</c:v>
                </c:pt>
                <c:pt idx="8511">
                  <c:v>3.2540359497070244E-2</c:v>
                </c:pt>
                <c:pt idx="8512">
                  <c:v>7.5476074218749998E-3</c:v>
                </c:pt>
                <c:pt idx="8513">
                  <c:v>5.4847297668456953E-2</c:v>
                </c:pt>
                <c:pt idx="8514">
                  <c:v>6.7722358703613234E-2</c:v>
                </c:pt>
                <c:pt idx="8515">
                  <c:v>8.0597419738769521E-2</c:v>
                </c:pt>
                <c:pt idx="8516">
                  <c:v>1.6948356628417968E-2</c:v>
                </c:pt>
                <c:pt idx="8517">
                  <c:v>3.4834098815917942E-3</c:v>
                </c:pt>
                <c:pt idx="8518">
                  <c:v>-9.9815368652343833E-3</c:v>
                </c:pt>
                <c:pt idx="8519">
                  <c:v>-6.9462203979492234E-3</c:v>
                </c:pt>
                <c:pt idx="8520">
                  <c:v>1.0502815246581964E-3</c:v>
                </c:pt>
                <c:pt idx="8521">
                  <c:v>9.0467834472656161E-3</c:v>
                </c:pt>
                <c:pt idx="8522">
                  <c:v>1.2375411987304678E-2</c:v>
                </c:pt>
                <c:pt idx="8523">
                  <c:v>2.1227474212646456E-2</c:v>
                </c:pt>
                <c:pt idx="8524">
                  <c:v>3.007953643798824E-2</c:v>
                </c:pt>
                <c:pt idx="8525">
                  <c:v>-5.1513290405273519E-3</c:v>
                </c:pt>
                <c:pt idx="8526">
                  <c:v>0.26463163375854504</c:v>
                </c:pt>
                <c:pt idx="8527">
                  <c:v>0.53441459655761758</c:v>
                </c:pt>
                <c:pt idx="8528">
                  <c:v>0.40614475250244242</c:v>
                </c:pt>
                <c:pt idx="8529">
                  <c:v>0.20924680709838916</c:v>
                </c:pt>
                <c:pt idx="8530">
                  <c:v>1.2348861694335935E-2</c:v>
                </c:pt>
                <c:pt idx="8531">
                  <c:v>5.7715187072753998E-2</c:v>
                </c:pt>
                <c:pt idx="8532">
                  <c:v>3.4375476837158254E-2</c:v>
                </c:pt>
                <c:pt idx="8533">
                  <c:v>1.1035766601562511E-2</c:v>
                </c:pt>
                <c:pt idx="8534">
                  <c:v>1.6369514465332042E-2</c:v>
                </c:pt>
                <c:pt idx="8535">
                  <c:v>2.170326232910157E-2</c:v>
                </c:pt>
                <c:pt idx="8536">
                  <c:v>2.7037010192871098E-2</c:v>
                </c:pt>
                <c:pt idx="8537">
                  <c:v>3.2370758056640636E-2</c:v>
                </c:pt>
                <c:pt idx="8538">
                  <c:v>3.7704505920410164E-2</c:v>
                </c:pt>
                <c:pt idx="8539">
                  <c:v>2.9989986419677751E-2</c:v>
                </c:pt>
                <c:pt idx="8540">
                  <c:v>2.227546691894532E-2</c:v>
                </c:pt>
                <c:pt idx="8541">
                  <c:v>1.9672622680664061E-2</c:v>
                </c:pt>
                <c:pt idx="8542">
                  <c:v>1.6797237396240242E-2</c:v>
                </c:pt>
                <c:pt idx="8543">
                  <c:v>1.3921852111816416E-2</c:v>
                </c:pt>
                <c:pt idx="8544">
                  <c:v>5.7786483764648393E-2</c:v>
                </c:pt>
                <c:pt idx="8545">
                  <c:v>2.6489009857177705E-2</c:v>
                </c:pt>
                <c:pt idx="8546">
                  <c:v>-4.8084640502929678E-3</c:v>
                </c:pt>
                <c:pt idx="8547">
                  <c:v>2.4062004089355358E-2</c:v>
                </c:pt>
                <c:pt idx="8548">
                  <c:v>4.5318946838378879E-2</c:v>
                </c:pt>
                <c:pt idx="8549">
                  <c:v>6.657588958740239E-2</c:v>
                </c:pt>
                <c:pt idx="8550">
                  <c:v>2.4881401062011758E-2</c:v>
                </c:pt>
                <c:pt idx="8551">
                  <c:v>0.16845016479492225</c:v>
                </c:pt>
                <c:pt idx="8552">
                  <c:v>0.31201892852783275</c:v>
                </c:pt>
                <c:pt idx="8553">
                  <c:v>0.14878950119018591</c:v>
                </c:pt>
                <c:pt idx="8554">
                  <c:v>-1.4439926147460935E-2</c:v>
                </c:pt>
                <c:pt idx="8555">
                  <c:v>6.7447242736816321E-2</c:v>
                </c:pt>
                <c:pt idx="8556">
                  <c:v>1.8090019226074224E-2</c:v>
                </c:pt>
                <c:pt idx="8557">
                  <c:v>-1.1481399536132806E-2</c:v>
                </c:pt>
                <c:pt idx="8558">
                  <c:v>4.8539886474609363E-2</c:v>
                </c:pt>
                <c:pt idx="8559">
                  <c:v>1.9815845489501938E-2</c:v>
                </c:pt>
                <c:pt idx="8560">
                  <c:v>-8.9081954956054792E-3</c:v>
                </c:pt>
                <c:pt idx="8561">
                  <c:v>2.74925994873048E-2</c:v>
                </c:pt>
                <c:pt idx="8562">
                  <c:v>9.0584564208984995E-3</c:v>
                </c:pt>
                <c:pt idx="8563">
                  <c:v>-9.3756866455078063E-3</c:v>
                </c:pt>
                <c:pt idx="8564">
                  <c:v>-7.8213500976562558E-3</c:v>
                </c:pt>
                <c:pt idx="8565">
                  <c:v>1.0678482055664026E-3</c:v>
                </c:pt>
                <c:pt idx="8566">
                  <c:v>9.9570465087890636E-3</c:v>
                </c:pt>
                <c:pt idx="8567">
                  <c:v>1.461742401123048E-2</c:v>
                </c:pt>
                <c:pt idx="8568">
                  <c:v>4.7978553771972722E-2</c:v>
                </c:pt>
                <c:pt idx="8569">
                  <c:v>8.1339683532714965E-2</c:v>
                </c:pt>
                <c:pt idx="8570">
                  <c:v>1.3570518493652352E-2</c:v>
                </c:pt>
                <c:pt idx="8571">
                  <c:v>1.463172912597656E-2</c:v>
                </c:pt>
                <c:pt idx="8572">
                  <c:v>1.5692939758300772E-2</c:v>
                </c:pt>
                <c:pt idx="8573">
                  <c:v>2.3969421386718742E-2</c:v>
                </c:pt>
                <c:pt idx="8574">
                  <c:v>9.7306823730468721E-3</c:v>
                </c:pt>
                <c:pt idx="8575">
                  <c:v>-4.508056640625E-3</c:v>
                </c:pt>
                <c:pt idx="8576">
                  <c:v>2.0921630859374998E-2</c:v>
                </c:pt>
                <c:pt idx="8577">
                  <c:v>4.1316032409667892E-3</c:v>
                </c:pt>
                <c:pt idx="8578">
                  <c:v>-1.2658424377441416E-2</c:v>
                </c:pt>
                <c:pt idx="8579">
                  <c:v>1.1229743957519519E-2</c:v>
                </c:pt>
                <c:pt idx="8580">
                  <c:v>2.2691688537597603E-2</c:v>
                </c:pt>
                <c:pt idx="8581">
                  <c:v>3.4153633117675677E-2</c:v>
                </c:pt>
                <c:pt idx="8582">
                  <c:v>5.4109039306640634E-2</c:v>
                </c:pt>
                <c:pt idx="8583">
                  <c:v>2.322017669677735E-2</c:v>
                </c:pt>
                <c:pt idx="8584">
                  <c:v>-7.6686859130859356E-3</c:v>
                </c:pt>
                <c:pt idx="8585">
                  <c:v>1.5557327270507808E-2</c:v>
                </c:pt>
                <c:pt idx="8586">
                  <c:v>2.5542926788330103E-2</c:v>
                </c:pt>
                <c:pt idx="8587">
                  <c:v>3.5528526306152393E-2</c:v>
                </c:pt>
                <c:pt idx="8588">
                  <c:v>7.6009826660156155E-2</c:v>
                </c:pt>
                <c:pt idx="8589">
                  <c:v>3.7613353729247997E-2</c:v>
                </c:pt>
                <c:pt idx="8590">
                  <c:v>-7.8311920166015514E-4</c:v>
                </c:pt>
                <c:pt idx="8591">
                  <c:v>-1.3485260009765616E-2</c:v>
                </c:pt>
                <c:pt idx="8592">
                  <c:v>-1.3834762573242121E-3</c:v>
                </c:pt>
                <c:pt idx="8593">
                  <c:v>1.0718307495117192E-2</c:v>
                </c:pt>
                <c:pt idx="8594">
                  <c:v>-6.3071823120117122E-3</c:v>
                </c:pt>
                <c:pt idx="8595">
                  <c:v>1.8735980987548823E-2</c:v>
                </c:pt>
                <c:pt idx="8596">
                  <c:v>4.3779144287109363E-2</c:v>
                </c:pt>
                <c:pt idx="8597">
                  <c:v>2.9188957214355358E-2</c:v>
                </c:pt>
                <c:pt idx="8598">
                  <c:v>3.2796707153320198E-2</c:v>
                </c:pt>
                <c:pt idx="8599">
                  <c:v>3.6404457092285042E-2</c:v>
                </c:pt>
                <c:pt idx="8600">
                  <c:v>6.5195159912109363E-2</c:v>
                </c:pt>
                <c:pt idx="8601">
                  <c:v>6.3936882019042907E-2</c:v>
                </c:pt>
                <c:pt idx="8602">
                  <c:v>6.2678604125976478E-2</c:v>
                </c:pt>
                <c:pt idx="8603">
                  <c:v>4.2459869384765519E-3</c:v>
                </c:pt>
                <c:pt idx="8604">
                  <c:v>2.7654705047607409E-2</c:v>
                </c:pt>
                <c:pt idx="8605">
                  <c:v>5.1063423156738237E-2</c:v>
                </c:pt>
                <c:pt idx="8606">
                  <c:v>3.0570945739745999E-2</c:v>
                </c:pt>
                <c:pt idx="8607">
                  <c:v>1.0000534057617144E-2</c:v>
                </c:pt>
                <c:pt idx="8608">
                  <c:v>-1.0569877624511712E-2</c:v>
                </c:pt>
                <c:pt idx="8609">
                  <c:v>2.4372596740722719E-2</c:v>
                </c:pt>
                <c:pt idx="8610">
                  <c:v>1.7622013092041051E-2</c:v>
                </c:pt>
                <c:pt idx="8611">
                  <c:v>1.0871429443359382E-2</c:v>
                </c:pt>
                <c:pt idx="8612">
                  <c:v>2.605899810791016E-2</c:v>
                </c:pt>
                <c:pt idx="8613">
                  <c:v>2.8941993713378879E-2</c:v>
                </c:pt>
                <c:pt idx="8614">
                  <c:v>3.1824989318847599E-2</c:v>
                </c:pt>
                <c:pt idx="8615">
                  <c:v>6.5312232971191445E-2</c:v>
                </c:pt>
                <c:pt idx="8616">
                  <c:v>2.9215507507324247E-2</c:v>
                </c:pt>
                <c:pt idx="8617">
                  <c:v>-6.8812179565429675E-3</c:v>
                </c:pt>
                <c:pt idx="8618">
                  <c:v>1.2323341369628904E-2</c:v>
                </c:pt>
                <c:pt idx="8619">
                  <c:v>3.3615131378173797E-2</c:v>
                </c:pt>
                <c:pt idx="8620">
                  <c:v>5.4906921386718717E-2</c:v>
                </c:pt>
                <c:pt idx="8621">
                  <c:v>-1.1549377441406256E-3</c:v>
                </c:pt>
                <c:pt idx="8622">
                  <c:v>0.33298436540545845</c:v>
                </c:pt>
                <c:pt idx="8623">
                  <c:v>0.33356351934551615</c:v>
                </c:pt>
                <c:pt idx="8624">
                  <c:v>0.31733597100299327</c:v>
                </c:pt>
                <c:pt idx="8625">
                  <c:v>0.16568716198465092</c:v>
                </c:pt>
                <c:pt idx="8626">
                  <c:v>1.4038352966308584E-2</c:v>
                </c:pt>
                <c:pt idx="8627">
                  <c:v>5.4285163879394638E-2</c:v>
                </c:pt>
                <c:pt idx="8628">
                  <c:v>3.8261203765869195E-2</c:v>
                </c:pt>
                <c:pt idx="8629">
                  <c:v>2.2237243652343742E-2</c:v>
                </c:pt>
                <c:pt idx="8630">
                  <c:v>2.8658752441406157E-2</c:v>
                </c:pt>
                <c:pt idx="8631">
                  <c:v>2.6286106109619095E-2</c:v>
                </c:pt>
                <c:pt idx="8632">
                  <c:v>2.3913459777832029E-2</c:v>
                </c:pt>
                <c:pt idx="8633">
                  <c:v>2.5338706970214817E-2</c:v>
                </c:pt>
                <c:pt idx="8634">
                  <c:v>2.6763954162597598E-2</c:v>
                </c:pt>
                <c:pt idx="8635">
                  <c:v>-3.5488128662109356E-3</c:v>
                </c:pt>
                <c:pt idx="8636">
                  <c:v>9.9350166320800789E-3</c:v>
                </c:pt>
                <c:pt idx="8637">
                  <c:v>2.3418846130371096E-2</c:v>
                </c:pt>
                <c:pt idx="8638">
                  <c:v>2.6000633239746E-2</c:v>
                </c:pt>
                <c:pt idx="8639">
                  <c:v>3.479896545410148E-2</c:v>
                </c:pt>
                <c:pt idx="8640">
                  <c:v>4.3597297668456957E-2</c:v>
                </c:pt>
                <c:pt idx="8641">
                  <c:v>1.9186363220214841E-2</c:v>
                </c:pt>
                <c:pt idx="8642">
                  <c:v>5.1704406738281229E-2</c:v>
                </c:pt>
                <c:pt idx="8643">
                  <c:v>8.42224502563476E-2</c:v>
                </c:pt>
                <c:pt idx="8644">
                  <c:v>1.872058868408203E-2</c:v>
                </c:pt>
                <c:pt idx="8645">
                  <c:v>0.16895084381103512</c:v>
                </c:pt>
                <c:pt idx="8646">
                  <c:v>0.31918109893798824</c:v>
                </c:pt>
                <c:pt idx="8647">
                  <c:v>0.33745907598397051</c:v>
                </c:pt>
                <c:pt idx="8648">
                  <c:v>0.32106687063194184</c:v>
                </c:pt>
                <c:pt idx="8649">
                  <c:v>0.28443754536764976</c:v>
                </c:pt>
                <c:pt idx="8650">
                  <c:v>1.043220520019532E-2</c:v>
                </c:pt>
                <c:pt idx="8651">
                  <c:v>3.0845203399658228E-2</c:v>
                </c:pt>
                <c:pt idx="8652">
                  <c:v>5.1258201599121117E-2</c:v>
                </c:pt>
                <c:pt idx="8653">
                  <c:v>8.369178771972647E-3</c:v>
                </c:pt>
                <c:pt idx="8654">
                  <c:v>1.1323585510253904E-2</c:v>
                </c:pt>
                <c:pt idx="8655">
                  <c:v>1.4277992248535159E-2</c:v>
                </c:pt>
                <c:pt idx="8656">
                  <c:v>3.7863121032714955E-2</c:v>
                </c:pt>
                <c:pt idx="8657">
                  <c:v>5.9007511138916037E-2</c:v>
                </c:pt>
                <c:pt idx="8658">
                  <c:v>8.0151901245117119E-2</c:v>
                </c:pt>
                <c:pt idx="8659">
                  <c:v>3.2745895385742241E-2</c:v>
                </c:pt>
                <c:pt idx="8660">
                  <c:v>2.3453292846679717E-2</c:v>
                </c:pt>
                <c:pt idx="8661">
                  <c:v>1.4160690307617192E-2</c:v>
                </c:pt>
                <c:pt idx="8662">
                  <c:v>4.4271583557128881E-2</c:v>
                </c:pt>
                <c:pt idx="8663">
                  <c:v>2.894868850708008E-2</c:v>
                </c:pt>
                <c:pt idx="8664">
                  <c:v>1.3625793457031255E-2</c:v>
                </c:pt>
                <c:pt idx="8665">
                  <c:v>3.9551582336425681E-2</c:v>
                </c:pt>
                <c:pt idx="8666">
                  <c:v>1.676382064819331E-2</c:v>
                </c:pt>
                <c:pt idx="8667">
                  <c:v>-6.0239410400390637E-3</c:v>
                </c:pt>
                <c:pt idx="8668">
                  <c:v>9.7329711914062571E-3</c:v>
                </c:pt>
                <c:pt idx="8669">
                  <c:v>0.17432297639443842</c:v>
                </c:pt>
                <c:pt idx="8670">
                  <c:v>0.33891298159747052</c:v>
                </c:pt>
                <c:pt idx="8671">
                  <c:v>0.32527480465682906</c:v>
                </c:pt>
                <c:pt idx="8672">
                  <c:v>0.25866633733113603</c:v>
                </c:pt>
                <c:pt idx="8673">
                  <c:v>-1.7503280639648448E-2</c:v>
                </c:pt>
                <c:pt idx="8674">
                  <c:v>1.6228866577148446E-3</c:v>
                </c:pt>
                <c:pt idx="8675">
                  <c:v>1.679409027099606E-2</c:v>
                </c:pt>
                <c:pt idx="8676">
                  <c:v>3.1965293884277275E-2</c:v>
                </c:pt>
                <c:pt idx="8677">
                  <c:v>-1.4285430908203127E-2</c:v>
                </c:pt>
                <c:pt idx="8678">
                  <c:v>-7.1173667907714856E-3</c:v>
                </c:pt>
                <c:pt idx="8679">
                  <c:v>5.0697326660156159E-5</c:v>
                </c:pt>
                <c:pt idx="8680">
                  <c:v>3.6141815185546801E-2</c:v>
                </c:pt>
                <c:pt idx="8681">
                  <c:v>2.4649658203124977E-2</c:v>
                </c:pt>
                <c:pt idx="8682">
                  <c:v>1.3157501220703128E-2</c:v>
                </c:pt>
                <c:pt idx="8683">
                  <c:v>4.5149688720703199E-2</c:v>
                </c:pt>
                <c:pt idx="8684">
                  <c:v>2.9674816131591838E-2</c:v>
                </c:pt>
                <c:pt idx="8685">
                  <c:v>1.419994354248048E-2</c:v>
                </c:pt>
                <c:pt idx="8686">
                  <c:v>3.1136627197265516E-2</c:v>
                </c:pt>
                <c:pt idx="8687">
                  <c:v>2.2203140258789014E-2</c:v>
                </c:pt>
                <c:pt idx="8688">
                  <c:v>1.3269653320312512E-2</c:v>
                </c:pt>
                <c:pt idx="8689">
                  <c:v>3.8674964904785045E-2</c:v>
                </c:pt>
                <c:pt idx="8690">
                  <c:v>2.4300441741943294E-2</c:v>
                </c:pt>
                <c:pt idx="8691">
                  <c:v>9.925918579101552E-3</c:v>
                </c:pt>
                <c:pt idx="8692">
                  <c:v>3.6870460510254E-2</c:v>
                </c:pt>
                <c:pt idx="8693">
                  <c:v>0.14687750244140621</c:v>
                </c:pt>
                <c:pt idx="8694">
                  <c:v>0.25688454437255831</c:v>
                </c:pt>
                <c:pt idx="8695">
                  <c:v>0.31857948303222672</c:v>
                </c:pt>
                <c:pt idx="8696">
                  <c:v>0.24292705535888687</c:v>
                </c:pt>
                <c:pt idx="8697">
                  <c:v>0.24788352825023494</c:v>
                </c:pt>
                <c:pt idx="8698">
                  <c:v>5.1504478454589837E-2</c:v>
                </c:pt>
                <c:pt idx="8699">
                  <c:v>2.1499328613281243E-2</c:v>
                </c:pt>
                <c:pt idx="8700">
                  <c:v>-8.5058212280273524E-3</c:v>
                </c:pt>
                <c:pt idx="8701">
                  <c:v>8.0922431945800788E-2</c:v>
                </c:pt>
                <c:pt idx="8702">
                  <c:v>4.4697418212890638E-2</c:v>
                </c:pt>
                <c:pt idx="8703">
                  <c:v>8.4724044799804801E-3</c:v>
                </c:pt>
                <c:pt idx="8704">
                  <c:v>7.3587913513183667E-2</c:v>
                </c:pt>
                <c:pt idx="8705">
                  <c:v>3.1625404357910211E-2</c:v>
                </c:pt>
                <c:pt idx="8706">
                  <c:v>-1.0337104797363288E-2</c:v>
                </c:pt>
                <c:pt idx="8707">
                  <c:v>2.3227043151855479E-2</c:v>
                </c:pt>
                <c:pt idx="8708">
                  <c:v>3.0800285339355429E-2</c:v>
                </c:pt>
                <c:pt idx="8709">
                  <c:v>3.8373527526855362E-2</c:v>
                </c:pt>
                <c:pt idx="8710">
                  <c:v>4.9902477264404277E-2</c:v>
                </c:pt>
                <c:pt idx="8711">
                  <c:v>6.1431427001953205E-2</c:v>
                </c:pt>
                <c:pt idx="8712">
                  <c:v>-1.0184211730957031E-2</c:v>
                </c:pt>
                <c:pt idx="8713">
                  <c:v>2.3318481445312434E-3</c:v>
                </c:pt>
                <c:pt idx="8714">
                  <c:v>1.4847908020019519E-2</c:v>
                </c:pt>
                <c:pt idx="8715">
                  <c:v>5.3154602050781284E-2</c:v>
                </c:pt>
                <c:pt idx="8716">
                  <c:v>2.9109477996826196E-2</c:v>
                </c:pt>
                <c:pt idx="8717">
                  <c:v>5.064353942871096E-3</c:v>
                </c:pt>
                <c:pt idx="8718">
                  <c:v>0.31799597073907726</c:v>
                </c:pt>
                <c:pt idx="8719">
                  <c:v>0.30402049367020773</c:v>
                </c:pt>
                <c:pt idx="8720">
                  <c:v>0.26933137512207023</c:v>
                </c:pt>
                <c:pt idx="8721">
                  <c:v>1.1408500671386712E-2</c:v>
                </c:pt>
                <c:pt idx="8722">
                  <c:v>2.6092700958251926E-2</c:v>
                </c:pt>
                <c:pt idx="8723">
                  <c:v>4.0776901245117118E-2</c:v>
                </c:pt>
                <c:pt idx="8724">
                  <c:v>4.0746345520019517E-2</c:v>
                </c:pt>
                <c:pt idx="8725">
                  <c:v>1.3686103820800773E-2</c:v>
                </c:pt>
                <c:pt idx="8726">
                  <c:v>-1.3374137878417968E-2</c:v>
                </c:pt>
                <c:pt idx="8727">
                  <c:v>3.4361000061035041E-2</c:v>
                </c:pt>
                <c:pt idx="8728">
                  <c:v>4.3712940216064436E-2</c:v>
                </c:pt>
                <c:pt idx="8729">
                  <c:v>5.3064880371093838E-2</c:v>
                </c:pt>
                <c:pt idx="8730">
                  <c:v>-1.2603721618652352E-2</c:v>
                </c:pt>
                <c:pt idx="8731">
                  <c:v>7.6414489746093831E-3</c:v>
                </c:pt>
                <c:pt idx="8732">
                  <c:v>2.788661956787112E-2</c:v>
                </c:pt>
                <c:pt idx="8733">
                  <c:v>4.8440208435058557E-2</c:v>
                </c:pt>
                <c:pt idx="8734">
                  <c:v>4.5319519042968714E-2</c:v>
                </c:pt>
                <c:pt idx="8735">
                  <c:v>4.2198829650878879E-2</c:v>
                </c:pt>
                <c:pt idx="8736">
                  <c:v>4.0533242225646957E-2</c:v>
                </c:pt>
                <c:pt idx="8737">
                  <c:v>3.8867654800415034E-2</c:v>
                </c:pt>
                <c:pt idx="8738">
                  <c:v>3.7202067375183119E-2</c:v>
                </c:pt>
                <c:pt idx="8739">
                  <c:v>3.5536479949951197E-2</c:v>
                </c:pt>
                <c:pt idx="8740">
                  <c:v>3.3870892524719275E-2</c:v>
                </c:pt>
                <c:pt idx="8741">
                  <c:v>3.2205305099487359E-2</c:v>
                </c:pt>
                <c:pt idx="8742">
                  <c:v>3.0539717674255437E-2</c:v>
                </c:pt>
                <c:pt idx="8743">
                  <c:v>2.8874130249023518E-2</c:v>
                </c:pt>
                <c:pt idx="8744">
                  <c:v>3.7841262817382877E-2</c:v>
                </c:pt>
                <c:pt idx="8745">
                  <c:v>1.2987899780273466E-2</c:v>
                </c:pt>
                <c:pt idx="8746">
                  <c:v>-1.1865463256835936E-2</c:v>
                </c:pt>
                <c:pt idx="8747">
                  <c:v>2.5356788635253997E-2</c:v>
                </c:pt>
                <c:pt idx="8748">
                  <c:v>2.2848300933837936E-2</c:v>
                </c:pt>
                <c:pt idx="8749">
                  <c:v>2.0339813232421872E-2</c:v>
                </c:pt>
                <c:pt idx="8750">
                  <c:v>3.4356422424316316E-2</c:v>
                </c:pt>
                <c:pt idx="8751">
                  <c:v>1.4573478698730416E-2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4043-46AA-BFDB-C0353F307E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415948703"/>
        <c:axId val="589721183"/>
      </c:scatterChart>
      <c:valAx>
        <c:axId val="1415948703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589721183"/>
        <c:crosses val="autoZero"/>
        <c:crossBetween val="midCat"/>
        <c:majorUnit val="60"/>
      </c:valAx>
      <c:valAx>
        <c:axId val="589721183"/>
        <c:scaling>
          <c:orientation val="minMax"/>
          <c:max val="0.75000000000000011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 err="1">
                    <a:solidFill>
                      <a:sysClr val="windowText" lastClr="000000"/>
                    </a:solidFill>
                  </a:rPr>
                  <a:t>PH_consumption</a:t>
                </a:r>
                <a:r>
                  <a:rPr lang="en-US" b="1" dirty="0">
                    <a:solidFill>
                      <a:sysClr val="windowText" lastClr="000000"/>
                    </a:solidFill>
                  </a:rPr>
                  <a:t> (kWh)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415948703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Value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Sheet1!$A$2:$A$8743</c:f>
              <c:numCache>
                <c:formatCode>[$-409]d/mmm;@</c:formatCode>
                <c:ptCount val="874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</c:numCache>
            </c:numRef>
          </c:xVal>
          <c:yVal>
            <c:numRef>
              <c:f>Sheet1!$B$2:$B$8743</c:f>
              <c:numCache>
                <c:formatCode>General</c:formatCode>
                <c:ptCount val="8742"/>
                <c:pt idx="0">
                  <c:v>1.795722979481577</c:v>
                </c:pt>
                <c:pt idx="1">
                  <c:v>1.7375133957873621</c:v>
                </c:pt>
                <c:pt idx="2">
                  <c:v>1.780455059475369</c:v>
                </c:pt>
                <c:pt idx="3">
                  <c:v>1.885772677339675</c:v>
                </c:pt>
                <c:pt idx="4">
                  <c:v>1.781518382541204</c:v>
                </c:pt>
                <c:pt idx="5">
                  <c:v>1.8159278388271971</c:v>
                </c:pt>
                <c:pt idx="6">
                  <c:v>1.8564149586122429</c:v>
                </c:pt>
                <c:pt idx="7">
                  <c:v>1.796200246388622</c:v>
                </c:pt>
                <c:pt idx="8">
                  <c:v>1.8788383613198489</c:v>
                </c:pt>
                <c:pt idx="9">
                  <c:v>1.7431920761285831</c:v>
                </c:pt>
                <c:pt idx="10">
                  <c:v>1.8412243596356901</c:v>
                </c:pt>
                <c:pt idx="11">
                  <c:v>1.6564778203210651</c:v>
                </c:pt>
                <c:pt idx="12">
                  <c:v>1.735258507626251</c:v>
                </c:pt>
                <c:pt idx="13">
                  <c:v>1.6403681947777311</c:v>
                </c:pt>
                <c:pt idx="14">
                  <c:v>1.758098244667053</c:v>
                </c:pt>
                <c:pt idx="15">
                  <c:v>1.6567952673313979</c:v>
                </c:pt>
                <c:pt idx="16">
                  <c:v>1.8187341122900329</c:v>
                </c:pt>
                <c:pt idx="17">
                  <c:v>1.7444844491702991</c:v>
                </c:pt>
                <c:pt idx="18">
                  <c:v>1.785016219701794</c:v>
                </c:pt>
                <c:pt idx="19">
                  <c:v>1.796653472412348</c:v>
                </c:pt>
                <c:pt idx="20">
                  <c:v>1.8536903779693099</c:v>
                </c:pt>
                <c:pt idx="21">
                  <c:v>1.837761433552674</c:v>
                </c:pt>
                <c:pt idx="22">
                  <c:v>1.7695762369742241</c:v>
                </c:pt>
                <c:pt idx="23">
                  <c:v>1.8619501920339701</c:v>
                </c:pt>
                <c:pt idx="24">
                  <c:v>1.829138888432827</c:v>
                </c:pt>
                <c:pt idx="25">
                  <c:v>1.8323047822904761</c:v>
                </c:pt>
                <c:pt idx="26">
                  <c:v>1.7868718992784931</c:v>
                </c:pt>
                <c:pt idx="27">
                  <c:v>1.8699237706045719</c:v>
                </c:pt>
                <c:pt idx="28">
                  <c:v>1.875543120583766</c:v>
                </c:pt>
                <c:pt idx="29">
                  <c:v>1.8178498927878319</c:v>
                </c:pt>
                <c:pt idx="30">
                  <c:v>1.8980671197211501</c:v>
                </c:pt>
                <c:pt idx="31">
                  <c:v>1.828818163629305</c:v>
                </c:pt>
                <c:pt idx="32">
                  <c:v>1.8565439089356219</c:v>
                </c:pt>
                <c:pt idx="33">
                  <c:v>1.767496361303581</c:v>
                </c:pt>
                <c:pt idx="34">
                  <c:v>1.76155203860739</c:v>
                </c:pt>
                <c:pt idx="35">
                  <c:v>1.8154716363517189</c:v>
                </c:pt>
                <c:pt idx="36">
                  <c:v>1.820117457582074</c:v>
                </c:pt>
                <c:pt idx="37">
                  <c:v>1.8607740082083659</c:v>
                </c:pt>
                <c:pt idx="38">
                  <c:v>1.8405786226930581</c:v>
                </c:pt>
                <c:pt idx="39">
                  <c:v>1.8707917716243481</c:v>
                </c:pt>
                <c:pt idx="40">
                  <c:v>1.857671772732455</c:v>
                </c:pt>
                <c:pt idx="41">
                  <c:v>1.8301039100975121</c:v>
                </c:pt>
                <c:pt idx="42">
                  <c:v>1.75574642140082</c:v>
                </c:pt>
                <c:pt idx="43">
                  <c:v>1.794462107456092</c:v>
                </c:pt>
                <c:pt idx="44">
                  <c:v>1.828767392349836</c:v>
                </c:pt>
                <c:pt idx="45">
                  <c:v>1.8910878307440071</c:v>
                </c:pt>
                <c:pt idx="46">
                  <c:v>1.866223445769106</c:v>
                </c:pt>
                <c:pt idx="47">
                  <c:v>1.889575230447869</c:v>
                </c:pt>
                <c:pt idx="48">
                  <c:v>1.8341205407072001</c:v>
                </c:pt>
                <c:pt idx="49">
                  <c:v>1.8286363217777339</c:v>
                </c:pt>
                <c:pt idx="50">
                  <c:v>1.8746277518191581</c:v>
                </c:pt>
                <c:pt idx="51">
                  <c:v>1.8344059980735581</c:v>
                </c:pt>
                <c:pt idx="52">
                  <c:v>1.874675466086118</c:v>
                </c:pt>
                <c:pt idx="53">
                  <c:v>1.859766743053644</c:v>
                </c:pt>
                <c:pt idx="54">
                  <c:v>1.8666023863686461</c:v>
                </c:pt>
                <c:pt idx="55">
                  <c:v>1.8254107475280761</c:v>
                </c:pt>
                <c:pt idx="56">
                  <c:v>1.8457534826419011</c:v>
                </c:pt>
                <c:pt idx="57">
                  <c:v>1.8075800791554071</c:v>
                </c:pt>
                <c:pt idx="58">
                  <c:v>1.7611369665931249</c:v>
                </c:pt>
                <c:pt idx="59">
                  <c:v>1.7456590686012159</c:v>
                </c:pt>
                <c:pt idx="60">
                  <c:v>1.80653932978598</c:v>
                </c:pt>
                <c:pt idx="61">
                  <c:v>1.8318734033198301</c:v>
                </c:pt>
                <c:pt idx="62">
                  <c:v>1.7615856732234401</c:v>
                </c:pt>
                <c:pt idx="63">
                  <c:v>1.776074550976263</c:v>
                </c:pt>
                <c:pt idx="64">
                  <c:v>1.8218749878453271</c:v>
                </c:pt>
                <c:pt idx="65">
                  <c:v>1.8561562586670519</c:v>
                </c:pt>
                <c:pt idx="66">
                  <c:v>1.847168436403628</c:v>
                </c:pt>
                <c:pt idx="67">
                  <c:v>1.7836732225168279</c:v>
                </c:pt>
                <c:pt idx="68">
                  <c:v>1.769377146809564</c:v>
                </c:pt>
                <c:pt idx="69">
                  <c:v>1.8446113675496809</c:v>
                </c:pt>
                <c:pt idx="70">
                  <c:v>1.8146162271246269</c:v>
                </c:pt>
                <c:pt idx="71">
                  <c:v>1.802280367785738</c:v>
                </c:pt>
                <c:pt idx="72">
                  <c:v>1.840356540679932</c:v>
                </c:pt>
                <c:pt idx="73">
                  <c:v>1.852904758622161</c:v>
                </c:pt>
                <c:pt idx="74">
                  <c:v>1.87590344129382</c:v>
                </c:pt>
                <c:pt idx="75">
                  <c:v>1.873115095598944</c:v>
                </c:pt>
                <c:pt idx="76">
                  <c:v>1.807631451536807</c:v>
                </c:pt>
                <c:pt idx="77">
                  <c:v>1.820917123360253</c:v>
                </c:pt>
                <c:pt idx="78">
                  <c:v>1.7704928107036331</c:v>
                </c:pt>
                <c:pt idx="79">
                  <c:v>1.82968514898549</c:v>
                </c:pt>
                <c:pt idx="80">
                  <c:v>1.699955992592342</c:v>
                </c:pt>
                <c:pt idx="81">
                  <c:v>1.776725027872168</c:v>
                </c:pt>
                <c:pt idx="82">
                  <c:v>1.695766958123115</c:v>
                </c:pt>
                <c:pt idx="83">
                  <c:v>1.812880820526189</c:v>
                </c:pt>
                <c:pt idx="84">
                  <c:v>1.765816749187938</c:v>
                </c:pt>
                <c:pt idx="85">
                  <c:v>1.755461870237838</c:v>
                </c:pt>
                <c:pt idx="86">
                  <c:v>1.757824742375091</c:v>
                </c:pt>
                <c:pt idx="87">
                  <c:v>1.780595424274604</c:v>
                </c:pt>
                <c:pt idx="88">
                  <c:v>1.810726098925153</c:v>
                </c:pt>
                <c:pt idx="89">
                  <c:v>1.8235839428725069</c:v>
                </c:pt>
                <c:pt idx="90">
                  <c:v>1.797503401657631</c:v>
                </c:pt>
                <c:pt idx="91">
                  <c:v>1.8003016580449469</c:v>
                </c:pt>
                <c:pt idx="92">
                  <c:v>1.741337632898039</c:v>
                </c:pt>
                <c:pt idx="93">
                  <c:v>1.8439822968863939</c:v>
                </c:pt>
                <c:pt idx="94">
                  <c:v>1.769940305376585</c:v>
                </c:pt>
                <c:pt idx="95">
                  <c:v>1.81760642675957</c:v>
                </c:pt>
                <c:pt idx="96">
                  <c:v>1.8262784426384711</c:v>
                </c:pt>
                <c:pt idx="97">
                  <c:v>1.643862853689892</c:v>
                </c:pt>
                <c:pt idx="98">
                  <c:v>1.7585344644403269</c:v>
                </c:pt>
                <c:pt idx="99">
                  <c:v>1.845137351069968</c:v>
                </c:pt>
                <c:pt idx="100">
                  <c:v>1.792602147346686</c:v>
                </c:pt>
                <c:pt idx="101">
                  <c:v>1.817450050045462</c:v>
                </c:pt>
                <c:pt idx="102">
                  <c:v>1.8103607390931029</c:v>
                </c:pt>
                <c:pt idx="103">
                  <c:v>1.739371455876173</c:v>
                </c:pt>
                <c:pt idx="104">
                  <c:v>0.48161554336547902</c:v>
                </c:pt>
                <c:pt idx="105">
                  <c:v>0.52576971054077104</c:v>
                </c:pt>
                <c:pt idx="106">
                  <c:v>0.52155756950378396</c:v>
                </c:pt>
                <c:pt idx="107">
                  <c:v>0.51734542846679699</c:v>
                </c:pt>
                <c:pt idx="108">
                  <c:v>0.27713394165039068</c:v>
                </c:pt>
                <c:pt idx="109">
                  <c:v>3.6922454833984403E-2</c:v>
                </c:pt>
                <c:pt idx="110">
                  <c:v>0.20089530944824199</c:v>
                </c:pt>
                <c:pt idx="111">
                  <c:v>0.2604355812072755</c:v>
                </c:pt>
                <c:pt idx="112">
                  <c:v>0.31997585296630898</c:v>
                </c:pt>
                <c:pt idx="113">
                  <c:v>2.4478912353515601E-2</c:v>
                </c:pt>
                <c:pt idx="114">
                  <c:v>0.2204105854034423</c:v>
                </c:pt>
                <c:pt idx="115">
                  <c:v>0.41634225845336897</c:v>
                </c:pt>
                <c:pt idx="116">
                  <c:v>4.6886920928955099E-2</c:v>
                </c:pt>
                <c:pt idx="117">
                  <c:v>0.27868032455444353</c:v>
                </c:pt>
                <c:pt idx="118">
                  <c:v>0.51047372817993197</c:v>
                </c:pt>
                <c:pt idx="119">
                  <c:v>0.31580591201782199</c:v>
                </c:pt>
                <c:pt idx="120">
                  <c:v>0.31633186340331998</c:v>
                </c:pt>
                <c:pt idx="121">
                  <c:v>0.31685781478881803</c:v>
                </c:pt>
                <c:pt idx="122">
                  <c:v>0.21606492996215801</c:v>
                </c:pt>
                <c:pt idx="123">
                  <c:v>8.6132287979125866E-2</c:v>
                </c:pt>
                <c:pt idx="124">
                  <c:v>-4.3800354003906299E-2</c:v>
                </c:pt>
                <c:pt idx="125">
                  <c:v>0.164924621582031</c:v>
                </c:pt>
                <c:pt idx="126">
                  <c:v>0.20844078063964849</c:v>
                </c:pt>
                <c:pt idx="127">
                  <c:v>0.25195693969726601</c:v>
                </c:pt>
                <c:pt idx="128">
                  <c:v>7.6322078704833998E-2</c:v>
                </c:pt>
                <c:pt idx="129">
                  <c:v>2.0442251425523019</c:v>
                </c:pt>
                <c:pt idx="130">
                  <c:v>1.7220410312789369</c:v>
                </c:pt>
                <c:pt idx="131">
                  <c:v>6.9616794586181599E-2</c:v>
                </c:pt>
                <c:pt idx="132">
                  <c:v>1.8256148601549249</c:v>
                </c:pt>
                <c:pt idx="133">
                  <c:v>1.7031687611910571</c:v>
                </c:pt>
                <c:pt idx="134">
                  <c:v>1.685574045476987</c:v>
                </c:pt>
                <c:pt idx="135">
                  <c:v>1.792426175541348</c:v>
                </c:pt>
                <c:pt idx="136">
                  <c:v>-2.41756439208984E-4</c:v>
                </c:pt>
                <c:pt idx="137">
                  <c:v>0.50291967391967796</c:v>
                </c:pt>
                <c:pt idx="138">
                  <c:v>0.37248420715332048</c:v>
                </c:pt>
                <c:pt idx="139">
                  <c:v>0.242048740386963</c:v>
                </c:pt>
                <c:pt idx="140">
                  <c:v>7.4841022491455106E-2</c:v>
                </c:pt>
                <c:pt idx="141">
                  <c:v>2.155518531799314E-2</c:v>
                </c:pt>
                <c:pt idx="142">
                  <c:v>-3.1730651855468799E-2</c:v>
                </c:pt>
                <c:pt idx="143">
                  <c:v>0.18230533599853499</c:v>
                </c:pt>
                <c:pt idx="144">
                  <c:v>7.4877262115478446E-2</c:v>
                </c:pt>
                <c:pt idx="145">
                  <c:v>-3.2550811767578097E-2</c:v>
                </c:pt>
                <c:pt idx="146">
                  <c:v>0.58657789230346702</c:v>
                </c:pt>
                <c:pt idx="147">
                  <c:v>0.34926414489746099</c:v>
                </c:pt>
                <c:pt idx="148">
                  <c:v>0.11195039749145499</c:v>
                </c:pt>
                <c:pt idx="149">
                  <c:v>0.20355319976806599</c:v>
                </c:pt>
                <c:pt idx="150">
                  <c:v>0.14941573143005349</c:v>
                </c:pt>
                <c:pt idx="151">
                  <c:v>9.5278263092041002E-2</c:v>
                </c:pt>
                <c:pt idx="152">
                  <c:v>0.2374842166900635</c:v>
                </c:pt>
                <c:pt idx="153">
                  <c:v>0.37969017028808599</c:v>
                </c:pt>
                <c:pt idx="154">
                  <c:v>0.155833721160889</c:v>
                </c:pt>
                <c:pt idx="155">
                  <c:v>0.12499070167541521</c:v>
                </c:pt>
                <c:pt idx="156">
                  <c:v>9.4147682189941406E-2</c:v>
                </c:pt>
                <c:pt idx="157">
                  <c:v>0.26810073852539101</c:v>
                </c:pt>
                <c:pt idx="158">
                  <c:v>0.30325222015380898</c:v>
                </c:pt>
                <c:pt idx="159">
                  <c:v>0.33840370178222701</c:v>
                </c:pt>
                <c:pt idx="160">
                  <c:v>1.58648490905762E-2</c:v>
                </c:pt>
                <c:pt idx="161">
                  <c:v>8.3996772766113101E-2</c:v>
                </c:pt>
                <c:pt idx="162">
                  <c:v>0.15212869644165</c:v>
                </c:pt>
                <c:pt idx="163">
                  <c:v>6.3699245452880901E-2</c:v>
                </c:pt>
                <c:pt idx="164">
                  <c:v>0.13944506645202651</c:v>
                </c:pt>
                <c:pt idx="165">
                  <c:v>0.21519088745117201</c:v>
                </c:pt>
                <c:pt idx="166">
                  <c:v>0.31464433670043901</c:v>
                </c:pt>
                <c:pt idx="167">
                  <c:v>0.13804793357849099</c:v>
                </c:pt>
                <c:pt idx="168">
                  <c:v>-3.8548469543456997E-2</c:v>
                </c:pt>
                <c:pt idx="169">
                  <c:v>0.45632314682006803</c:v>
                </c:pt>
                <c:pt idx="170">
                  <c:v>0.25361561775207497</c:v>
                </c:pt>
                <c:pt idx="171">
                  <c:v>5.0908088684081997E-2</c:v>
                </c:pt>
                <c:pt idx="172">
                  <c:v>5.4908752441406299E-2</c:v>
                </c:pt>
                <c:pt idx="173">
                  <c:v>3.42965126037598E-2</c:v>
                </c:pt>
                <c:pt idx="174">
                  <c:v>1.36842727661133E-2</c:v>
                </c:pt>
                <c:pt idx="175">
                  <c:v>-2.0898342132568401E-2</c:v>
                </c:pt>
                <c:pt idx="176">
                  <c:v>0.1013271808624268</c:v>
                </c:pt>
                <c:pt idx="177">
                  <c:v>0.22355270385742201</c:v>
                </c:pt>
                <c:pt idx="178">
                  <c:v>-1.30228996276855E-2</c:v>
                </c:pt>
                <c:pt idx="179">
                  <c:v>3.6734580993652358E-2</c:v>
                </c:pt>
                <c:pt idx="180">
                  <c:v>8.6492061614990207E-2</c:v>
                </c:pt>
                <c:pt idx="181">
                  <c:v>0.13192701339721699</c:v>
                </c:pt>
                <c:pt idx="182">
                  <c:v>0.16132545471191401</c:v>
                </c:pt>
                <c:pt idx="183">
                  <c:v>0.190723896026611</c:v>
                </c:pt>
                <c:pt idx="184">
                  <c:v>-2.1087646484375E-2</c:v>
                </c:pt>
                <c:pt idx="185">
                  <c:v>0.17978072166442849</c:v>
                </c:pt>
                <c:pt idx="186">
                  <c:v>0.38064908981323198</c:v>
                </c:pt>
                <c:pt idx="187">
                  <c:v>0.54656362533569303</c:v>
                </c:pt>
                <c:pt idx="188">
                  <c:v>0.3623297214508055</c:v>
                </c:pt>
                <c:pt idx="189">
                  <c:v>0.178095817565918</c:v>
                </c:pt>
                <c:pt idx="190">
                  <c:v>0.40371942520141602</c:v>
                </c:pt>
                <c:pt idx="191">
                  <c:v>0.39411473274230951</c:v>
                </c:pt>
                <c:pt idx="192">
                  <c:v>0.38451004028320301</c:v>
                </c:pt>
                <c:pt idx="193">
                  <c:v>9.7390651702880901E-2</c:v>
                </c:pt>
                <c:pt idx="194">
                  <c:v>0.13567566871643039</c:v>
                </c:pt>
                <c:pt idx="195">
                  <c:v>0.17396068572998</c:v>
                </c:pt>
                <c:pt idx="196">
                  <c:v>0.18844223022460899</c:v>
                </c:pt>
                <c:pt idx="197">
                  <c:v>0.1815934181213375</c:v>
                </c:pt>
                <c:pt idx="198">
                  <c:v>0.17474460601806599</c:v>
                </c:pt>
                <c:pt idx="199">
                  <c:v>0.17195630073547349</c:v>
                </c:pt>
                <c:pt idx="200">
                  <c:v>0.169167995452881</c:v>
                </c:pt>
                <c:pt idx="201">
                  <c:v>0.181968688964844</c:v>
                </c:pt>
                <c:pt idx="202">
                  <c:v>0.10922884941101089</c:v>
                </c:pt>
                <c:pt idx="203">
                  <c:v>3.64890098571777E-2</c:v>
                </c:pt>
                <c:pt idx="204">
                  <c:v>0.172671318054199</c:v>
                </c:pt>
                <c:pt idx="205">
                  <c:v>0.148815393447876</c:v>
                </c:pt>
                <c:pt idx="206">
                  <c:v>0.124959468841553</c:v>
                </c:pt>
                <c:pt idx="207">
                  <c:v>0.28094816207885698</c:v>
                </c:pt>
                <c:pt idx="208">
                  <c:v>0.19802761077880851</c:v>
                </c:pt>
                <c:pt idx="209">
                  <c:v>0.11510705947876</c:v>
                </c:pt>
                <c:pt idx="210">
                  <c:v>0.15928459167480499</c:v>
                </c:pt>
                <c:pt idx="211">
                  <c:v>0.30533576011657748</c:v>
                </c:pt>
                <c:pt idx="212">
                  <c:v>0.45138692855835</c:v>
                </c:pt>
                <c:pt idx="213">
                  <c:v>0.21854829788207999</c:v>
                </c:pt>
                <c:pt idx="214">
                  <c:v>0.42609024047851551</c:v>
                </c:pt>
                <c:pt idx="215">
                  <c:v>0.63363218307495095</c:v>
                </c:pt>
                <c:pt idx="216">
                  <c:v>0.27591896057128901</c:v>
                </c:pt>
                <c:pt idx="217">
                  <c:v>0.2185752391815185</c:v>
                </c:pt>
                <c:pt idx="218">
                  <c:v>0.16123151779174799</c:v>
                </c:pt>
                <c:pt idx="219">
                  <c:v>0.307020664215088</c:v>
                </c:pt>
                <c:pt idx="220">
                  <c:v>0.25290775299072249</c:v>
                </c:pt>
                <c:pt idx="221">
                  <c:v>0.19879484176635701</c:v>
                </c:pt>
                <c:pt idx="222">
                  <c:v>0.13387393951415999</c:v>
                </c:pt>
                <c:pt idx="223">
                  <c:v>0.1097888946533202</c:v>
                </c:pt>
                <c:pt idx="224">
                  <c:v>8.5703849792480497E-2</c:v>
                </c:pt>
                <c:pt idx="225">
                  <c:v>0.53986883163452104</c:v>
                </c:pt>
                <c:pt idx="226">
                  <c:v>0.3100461959838865</c:v>
                </c:pt>
                <c:pt idx="227">
                  <c:v>8.0223560333251995E-2</c:v>
                </c:pt>
                <c:pt idx="228">
                  <c:v>0.304136753082275</c:v>
                </c:pt>
                <c:pt idx="229">
                  <c:v>0.3103539943695065</c:v>
                </c:pt>
                <c:pt idx="230">
                  <c:v>0.316571235656738</c:v>
                </c:pt>
                <c:pt idx="231">
                  <c:v>0.12252759933471701</c:v>
                </c:pt>
                <c:pt idx="232">
                  <c:v>4.7233104705810658E-2</c:v>
                </c:pt>
                <c:pt idx="233">
                  <c:v>-2.80613899230957E-2</c:v>
                </c:pt>
                <c:pt idx="234">
                  <c:v>0.34367465972900402</c:v>
                </c:pt>
                <c:pt idx="235">
                  <c:v>0.4528281688690185</c:v>
                </c:pt>
                <c:pt idx="236">
                  <c:v>0.56198167800903298</c:v>
                </c:pt>
                <c:pt idx="237">
                  <c:v>0.36087131500244102</c:v>
                </c:pt>
                <c:pt idx="238">
                  <c:v>0.42937660217285151</c:v>
                </c:pt>
                <c:pt idx="239">
                  <c:v>0.497881889343262</c:v>
                </c:pt>
                <c:pt idx="240">
                  <c:v>0.30514669418335</c:v>
                </c:pt>
                <c:pt idx="241">
                  <c:v>0.26463294029235851</c:v>
                </c:pt>
                <c:pt idx="242">
                  <c:v>0.22411918640136699</c:v>
                </c:pt>
                <c:pt idx="243">
                  <c:v>0.206787824630737</c:v>
                </c:pt>
                <c:pt idx="244">
                  <c:v>0.18945646286010701</c:v>
                </c:pt>
                <c:pt idx="245">
                  <c:v>-3.0108928680419901E-2</c:v>
                </c:pt>
                <c:pt idx="246">
                  <c:v>1.7980575561523441E-2</c:v>
                </c:pt>
                <c:pt idx="247">
                  <c:v>6.6070079803466797E-2</c:v>
                </c:pt>
                <c:pt idx="248">
                  <c:v>6.2607288360595703E-2</c:v>
                </c:pt>
                <c:pt idx="249">
                  <c:v>9.245848655700685E-2</c:v>
                </c:pt>
                <c:pt idx="250">
                  <c:v>0.122309684753418</c:v>
                </c:pt>
                <c:pt idx="251">
                  <c:v>0.29088401794433599</c:v>
                </c:pt>
                <c:pt idx="252">
                  <c:v>0.12574458122253421</c:v>
                </c:pt>
                <c:pt idx="253">
                  <c:v>-3.9394855499267599E-2</c:v>
                </c:pt>
                <c:pt idx="254">
                  <c:v>0.48031139373779302</c:v>
                </c:pt>
                <c:pt idx="255">
                  <c:v>0.28490519523620611</c:v>
                </c:pt>
                <c:pt idx="256">
                  <c:v>8.9498996734619099E-2</c:v>
                </c:pt>
                <c:pt idx="257">
                  <c:v>0.63087511062622104</c:v>
                </c:pt>
                <c:pt idx="258">
                  <c:v>0.34437847137451189</c:v>
                </c:pt>
                <c:pt idx="259">
                  <c:v>5.78818321228027E-2</c:v>
                </c:pt>
                <c:pt idx="260">
                  <c:v>0.196324348449707</c:v>
                </c:pt>
                <c:pt idx="261">
                  <c:v>0.16757106781005851</c:v>
                </c:pt>
                <c:pt idx="262">
                  <c:v>0.13881778717040999</c:v>
                </c:pt>
                <c:pt idx="263">
                  <c:v>0.113924980163574</c:v>
                </c:pt>
                <c:pt idx="264">
                  <c:v>0.21567010879516599</c:v>
                </c:pt>
                <c:pt idx="265">
                  <c:v>0.31741523742675798</c:v>
                </c:pt>
                <c:pt idx="266">
                  <c:v>9.7612380981445299E-2</c:v>
                </c:pt>
                <c:pt idx="267">
                  <c:v>0.27385568618774409</c:v>
                </c:pt>
                <c:pt idx="268">
                  <c:v>0.45009899139404302</c:v>
                </c:pt>
                <c:pt idx="269">
                  <c:v>9.5130443572998005E-2</c:v>
                </c:pt>
                <c:pt idx="270">
                  <c:v>0.129772424697876</c:v>
                </c:pt>
                <c:pt idx="271">
                  <c:v>0.16441440582275399</c:v>
                </c:pt>
                <c:pt idx="272">
                  <c:v>0.27817535400390597</c:v>
                </c:pt>
                <c:pt idx="273">
                  <c:v>0.28117585182189953</c:v>
                </c:pt>
                <c:pt idx="274">
                  <c:v>0.28417634963989302</c:v>
                </c:pt>
                <c:pt idx="275">
                  <c:v>0.27277326583862299</c:v>
                </c:pt>
                <c:pt idx="276">
                  <c:v>0.1347889900207519</c:v>
                </c:pt>
                <c:pt idx="277">
                  <c:v>-3.1952857971191402E-3</c:v>
                </c:pt>
                <c:pt idx="278">
                  <c:v>0.57452344894409202</c:v>
                </c:pt>
                <c:pt idx="279">
                  <c:v>0.40867257118225098</c:v>
                </c:pt>
                <c:pt idx="280">
                  <c:v>0.24282169342040999</c:v>
                </c:pt>
                <c:pt idx="281">
                  <c:v>-5.5035591125488302E-2</c:v>
                </c:pt>
                <c:pt idx="282">
                  <c:v>4.0830135345458853E-2</c:v>
                </c:pt>
                <c:pt idx="283">
                  <c:v>0.136695861816406</c:v>
                </c:pt>
                <c:pt idx="284">
                  <c:v>0.22933292388915999</c:v>
                </c:pt>
                <c:pt idx="285">
                  <c:v>0.1585478782653808</c:v>
                </c:pt>
                <c:pt idx="286">
                  <c:v>8.7762832641601604E-2</c:v>
                </c:pt>
                <c:pt idx="287">
                  <c:v>0.26606512069702098</c:v>
                </c:pt>
                <c:pt idx="288">
                  <c:v>0.14360690116882299</c:v>
                </c:pt>
                <c:pt idx="289">
                  <c:v>2.1148681640625E-2</c:v>
                </c:pt>
                <c:pt idx="290">
                  <c:v>5.112671852111815E-2</c:v>
                </c:pt>
                <c:pt idx="291">
                  <c:v>8.11047554016113E-2</c:v>
                </c:pt>
                <c:pt idx="292">
                  <c:v>0.121003150939941</c:v>
                </c:pt>
                <c:pt idx="293">
                  <c:v>0.21482062339782701</c:v>
                </c:pt>
                <c:pt idx="294">
                  <c:v>0.308638095855713</c:v>
                </c:pt>
                <c:pt idx="295">
                  <c:v>5.7538986206054701E-2</c:v>
                </c:pt>
                <c:pt idx="296">
                  <c:v>0.29305338859558078</c:v>
                </c:pt>
                <c:pt idx="297">
                  <c:v>0.52856779098510698</c:v>
                </c:pt>
                <c:pt idx="298">
                  <c:v>0.26789474487304699</c:v>
                </c:pt>
                <c:pt idx="299">
                  <c:v>0.13934183120727539</c:v>
                </c:pt>
                <c:pt idx="300">
                  <c:v>1.0788917541503899E-2</c:v>
                </c:pt>
                <c:pt idx="301">
                  <c:v>0.22822332382202101</c:v>
                </c:pt>
                <c:pt idx="302">
                  <c:v>0.192049980163574</c:v>
                </c:pt>
                <c:pt idx="303">
                  <c:v>0.15587663650512701</c:v>
                </c:pt>
                <c:pt idx="304">
                  <c:v>0.228365898132324</c:v>
                </c:pt>
                <c:pt idx="305">
                  <c:v>0.4049835205078125</c:v>
                </c:pt>
                <c:pt idx="306">
                  <c:v>0.581601142883301</c:v>
                </c:pt>
                <c:pt idx="307">
                  <c:v>0.212718486785889</c:v>
                </c:pt>
                <c:pt idx="308">
                  <c:v>0.20206427574157751</c:v>
                </c:pt>
                <c:pt idx="309">
                  <c:v>0.19141006469726601</c:v>
                </c:pt>
                <c:pt idx="310">
                  <c:v>0.227020263671875</c:v>
                </c:pt>
                <c:pt idx="311">
                  <c:v>0.234290361404419</c:v>
                </c:pt>
                <c:pt idx="312">
                  <c:v>0.241560459136963</c:v>
                </c:pt>
                <c:pt idx="313">
                  <c:v>1.9919395446777299E-2</c:v>
                </c:pt>
                <c:pt idx="314">
                  <c:v>9.7910642623901159E-2</c:v>
                </c:pt>
                <c:pt idx="315">
                  <c:v>0.175901889801025</c:v>
                </c:pt>
                <c:pt idx="316">
                  <c:v>2.1511077880859399E-2</c:v>
                </c:pt>
                <c:pt idx="317">
                  <c:v>0.11074209213256821</c:v>
                </c:pt>
                <c:pt idx="318">
                  <c:v>0.19997310638427701</c:v>
                </c:pt>
                <c:pt idx="319">
                  <c:v>1.26161575317383E-2</c:v>
                </c:pt>
                <c:pt idx="320">
                  <c:v>5.6735038757324163E-2</c:v>
                </c:pt>
                <c:pt idx="321">
                  <c:v>0.10085391998291</c:v>
                </c:pt>
                <c:pt idx="322">
                  <c:v>0.284640312194824</c:v>
                </c:pt>
                <c:pt idx="323">
                  <c:v>0.37386846542358398</c:v>
                </c:pt>
                <c:pt idx="324">
                  <c:v>0.46309661865234403</c:v>
                </c:pt>
                <c:pt idx="325">
                  <c:v>1.7917279005050659</c:v>
                </c:pt>
                <c:pt idx="326">
                  <c:v>1.7010304198545569</c:v>
                </c:pt>
                <c:pt idx="327">
                  <c:v>1.7536049472342301</c:v>
                </c:pt>
                <c:pt idx="328">
                  <c:v>0.49027824401855502</c:v>
                </c:pt>
                <c:pt idx="329">
                  <c:v>1.0608973663125261</c:v>
                </c:pt>
                <c:pt idx="330">
                  <c:v>1.631516488606497</c:v>
                </c:pt>
                <c:pt idx="331">
                  <c:v>1.6866330598530019</c:v>
                </c:pt>
                <c:pt idx="332">
                  <c:v>1.7939904098375949</c:v>
                </c:pt>
                <c:pt idx="333">
                  <c:v>1.7336397658395499</c:v>
                </c:pt>
                <c:pt idx="334">
                  <c:v>1.5567808151245131</c:v>
                </c:pt>
                <c:pt idx="335">
                  <c:v>1.781746470928192</c:v>
                </c:pt>
                <c:pt idx="336">
                  <c:v>1.773148417012572</c:v>
                </c:pt>
                <c:pt idx="337">
                  <c:v>1.732376516300397</c:v>
                </c:pt>
                <c:pt idx="338">
                  <c:v>-2.8863906860351601E-2</c:v>
                </c:pt>
                <c:pt idx="339">
                  <c:v>0.45529699325561501</c:v>
                </c:pt>
                <c:pt idx="340">
                  <c:v>1.8357854069403889</c:v>
                </c:pt>
                <c:pt idx="341">
                  <c:v>1.779991158899271</c:v>
                </c:pt>
                <c:pt idx="342">
                  <c:v>1.591133872934636</c:v>
                </c:pt>
                <c:pt idx="343">
                  <c:v>0.81808032605472014</c:v>
                </c:pt>
                <c:pt idx="344">
                  <c:v>4.5026779174804701E-2</c:v>
                </c:pt>
                <c:pt idx="345">
                  <c:v>0.17146968841552701</c:v>
                </c:pt>
                <c:pt idx="346">
                  <c:v>0.1952486038208005</c:v>
                </c:pt>
                <c:pt idx="347">
                  <c:v>0.219027519226074</c:v>
                </c:pt>
                <c:pt idx="348">
                  <c:v>7.6682090759277302E-2</c:v>
                </c:pt>
                <c:pt idx="349">
                  <c:v>8.0361843109130859E-2</c:v>
                </c:pt>
                <c:pt idx="350">
                  <c:v>8.4041595458984403E-2</c:v>
                </c:pt>
                <c:pt idx="351">
                  <c:v>0.11254692077636699</c:v>
                </c:pt>
                <c:pt idx="352">
                  <c:v>0.1093664169311525</c:v>
                </c:pt>
                <c:pt idx="353">
                  <c:v>0.106185913085938</c:v>
                </c:pt>
                <c:pt idx="354">
                  <c:v>0.24949455261230499</c:v>
                </c:pt>
                <c:pt idx="355">
                  <c:v>0.89105701446533359</c:v>
                </c:pt>
                <c:pt idx="356">
                  <c:v>0.68073811531066952</c:v>
                </c:pt>
                <c:pt idx="357">
                  <c:v>1.742502722201597</c:v>
                </c:pt>
                <c:pt idx="358">
                  <c:v>1.7793265116679211</c:v>
                </c:pt>
                <c:pt idx="359">
                  <c:v>1.7501179979875749</c:v>
                </c:pt>
                <c:pt idx="360">
                  <c:v>0.222548007965088</c:v>
                </c:pt>
                <c:pt idx="361">
                  <c:v>1.826128769974682</c:v>
                </c:pt>
                <c:pt idx="362">
                  <c:v>1.8730437314068831</c:v>
                </c:pt>
                <c:pt idx="363">
                  <c:v>1.8025785639600931</c:v>
                </c:pt>
                <c:pt idx="364">
                  <c:v>1.6917813997812221</c:v>
                </c:pt>
                <c:pt idx="365">
                  <c:v>1.6857322575001239</c:v>
                </c:pt>
                <c:pt idx="366">
                  <c:v>1.80359426210093</c:v>
                </c:pt>
                <c:pt idx="367">
                  <c:v>1.7189262199401849</c:v>
                </c:pt>
                <c:pt idx="368">
                  <c:v>0.485734462738037</c:v>
                </c:pt>
                <c:pt idx="369">
                  <c:v>0.20923423767089799</c:v>
                </c:pt>
                <c:pt idx="370">
                  <c:v>8.7249517440795704E-2</c:v>
                </c:pt>
                <c:pt idx="371">
                  <c:v>-3.4735202789306599E-2</c:v>
                </c:pt>
                <c:pt idx="372">
                  <c:v>8.84442329406738E-2</c:v>
                </c:pt>
                <c:pt idx="373">
                  <c:v>0.29533147811889637</c:v>
                </c:pt>
                <c:pt idx="374">
                  <c:v>0.50221872329711903</c:v>
                </c:pt>
                <c:pt idx="375">
                  <c:v>9.2445850372314495E-2</c:v>
                </c:pt>
                <c:pt idx="376">
                  <c:v>1.843645129884993</c:v>
                </c:pt>
                <c:pt idx="377">
                  <c:v>1.763967180610599</c:v>
                </c:pt>
                <c:pt idx="378">
                  <c:v>1.8578962622017701</c:v>
                </c:pt>
                <c:pt idx="379">
                  <c:v>1.747243411478943</c:v>
                </c:pt>
                <c:pt idx="380">
                  <c:v>1.8670488425663541</c:v>
                </c:pt>
                <c:pt idx="381">
                  <c:v>1.7124781001697891</c:v>
                </c:pt>
                <c:pt idx="382">
                  <c:v>1.7799003379685541</c:v>
                </c:pt>
                <c:pt idx="383">
                  <c:v>0.42725165685017741</c:v>
                </c:pt>
                <c:pt idx="384">
                  <c:v>0.35971848169962473</c:v>
                </c:pt>
                <c:pt idx="385">
                  <c:v>0.29218530654907199</c:v>
                </c:pt>
                <c:pt idx="386">
                  <c:v>0.50119415918986154</c:v>
                </c:pt>
                <c:pt idx="387">
                  <c:v>0.68303227424621404</c:v>
                </c:pt>
                <c:pt idx="388">
                  <c:v>0.28134679794311501</c:v>
                </c:pt>
                <c:pt idx="389">
                  <c:v>0.17021703720092801</c:v>
                </c:pt>
                <c:pt idx="390">
                  <c:v>1.9200786285930209</c:v>
                </c:pt>
                <c:pt idx="391">
                  <c:v>0.53031508127848392</c:v>
                </c:pt>
                <c:pt idx="392">
                  <c:v>1.780148607141832</c:v>
                </c:pt>
                <c:pt idx="393">
                  <c:v>0.92748861593358678</c:v>
                </c:pt>
                <c:pt idx="394">
                  <c:v>7.4828624725341797E-2</c:v>
                </c:pt>
                <c:pt idx="395">
                  <c:v>0.27539110183715798</c:v>
                </c:pt>
                <c:pt idx="396">
                  <c:v>0.76482748985290394</c:v>
                </c:pt>
                <c:pt idx="397">
                  <c:v>0.54641771316528198</c:v>
                </c:pt>
                <c:pt idx="398">
                  <c:v>0.39142560958862299</c:v>
                </c:pt>
                <c:pt idx="399">
                  <c:v>0.2413942813873291</c:v>
                </c:pt>
                <c:pt idx="400">
                  <c:v>9.1362953186035198E-2</c:v>
                </c:pt>
                <c:pt idx="401">
                  <c:v>-2.0185947418212901E-2</c:v>
                </c:pt>
                <c:pt idx="402">
                  <c:v>1.766505985929254</c:v>
                </c:pt>
                <c:pt idx="403">
                  <c:v>1.849176972676692</c:v>
                </c:pt>
                <c:pt idx="404">
                  <c:v>1.7707199208876661</c:v>
                </c:pt>
                <c:pt idx="405">
                  <c:v>1.861960381951951</c:v>
                </c:pt>
                <c:pt idx="406">
                  <c:v>0.18733310699462899</c:v>
                </c:pt>
                <c:pt idx="407">
                  <c:v>-4.43792343139648E-3</c:v>
                </c:pt>
                <c:pt idx="408">
                  <c:v>-2.562355995178224E-2</c:v>
                </c:pt>
                <c:pt idx="409">
                  <c:v>-4.6809196472168003E-2</c:v>
                </c:pt>
                <c:pt idx="410">
                  <c:v>0.43655252456665</c:v>
                </c:pt>
                <c:pt idx="411">
                  <c:v>0.37277817726135248</c:v>
                </c:pt>
                <c:pt idx="412">
                  <c:v>0.30900382995605502</c:v>
                </c:pt>
                <c:pt idx="413">
                  <c:v>0.123641014099121</c:v>
                </c:pt>
                <c:pt idx="414">
                  <c:v>0.38437954584757522</c:v>
                </c:pt>
                <c:pt idx="415">
                  <c:v>0.64511807759602935</c:v>
                </c:pt>
                <c:pt idx="416">
                  <c:v>0.169184684753418</c:v>
                </c:pt>
                <c:pt idx="417">
                  <c:v>0.14597225189209001</c:v>
                </c:pt>
                <c:pt idx="418">
                  <c:v>0.122759819030762</c:v>
                </c:pt>
                <c:pt idx="419">
                  <c:v>0.21083641052246099</c:v>
                </c:pt>
                <c:pt idx="420">
                  <c:v>0.22747802734375</c:v>
                </c:pt>
                <c:pt idx="421">
                  <c:v>0.24411964416503901</c:v>
                </c:pt>
                <c:pt idx="422">
                  <c:v>9.6532821655273396E-2</c:v>
                </c:pt>
                <c:pt idx="423">
                  <c:v>1.252204963139125</c:v>
                </c:pt>
                <c:pt idx="424">
                  <c:v>1.795596273682958</c:v>
                </c:pt>
                <c:pt idx="425">
                  <c:v>1.7811587365825521</c:v>
                </c:pt>
                <c:pt idx="426">
                  <c:v>1.068184758839982</c:v>
                </c:pt>
                <c:pt idx="427">
                  <c:v>0.355210781097412</c:v>
                </c:pt>
                <c:pt idx="428">
                  <c:v>1.0983282957619771</c:v>
                </c:pt>
                <c:pt idx="429">
                  <c:v>1.8414458104265421</c:v>
                </c:pt>
                <c:pt idx="430">
                  <c:v>1.706110577085125</c:v>
                </c:pt>
                <c:pt idx="431">
                  <c:v>1.788998359391669</c:v>
                </c:pt>
                <c:pt idx="432">
                  <c:v>1.7305166182979459</c:v>
                </c:pt>
                <c:pt idx="433">
                  <c:v>1.8337465822696679</c:v>
                </c:pt>
                <c:pt idx="434">
                  <c:v>1.821713795339255</c:v>
                </c:pt>
                <c:pt idx="435">
                  <c:v>1.8785724365605709</c:v>
                </c:pt>
                <c:pt idx="436">
                  <c:v>1.801486518072045</c:v>
                </c:pt>
                <c:pt idx="437">
                  <c:v>1.579499196578569</c:v>
                </c:pt>
                <c:pt idx="438">
                  <c:v>1.6788809221844341</c:v>
                </c:pt>
                <c:pt idx="439">
                  <c:v>1.9598738566166209</c:v>
                </c:pt>
                <c:pt idx="440">
                  <c:v>1.132015080011191</c:v>
                </c:pt>
                <c:pt idx="441">
                  <c:v>0.304156303405762</c:v>
                </c:pt>
                <c:pt idx="442">
                  <c:v>0.23871302604675301</c:v>
                </c:pt>
                <c:pt idx="443">
                  <c:v>0.15675735473632799</c:v>
                </c:pt>
                <c:pt idx="444">
                  <c:v>8.723807334899894E-2</c:v>
                </c:pt>
                <c:pt idx="445">
                  <c:v>1.7718791961669901E-2</c:v>
                </c:pt>
                <c:pt idx="446">
                  <c:v>0.115200042724609</c:v>
                </c:pt>
                <c:pt idx="447">
                  <c:v>0.29385757446289051</c:v>
                </c:pt>
                <c:pt idx="448">
                  <c:v>0.47251510620117199</c:v>
                </c:pt>
                <c:pt idx="449">
                  <c:v>0.16084623336792001</c:v>
                </c:pt>
                <c:pt idx="450">
                  <c:v>5.38592338562012E-2</c:v>
                </c:pt>
                <c:pt idx="451">
                  <c:v>-5.3127765655517599E-2</c:v>
                </c:pt>
                <c:pt idx="452">
                  <c:v>0.157331943511963</c:v>
                </c:pt>
                <c:pt idx="453">
                  <c:v>0.1876227855682375</c:v>
                </c:pt>
                <c:pt idx="454">
                  <c:v>0.217913627624512</c:v>
                </c:pt>
                <c:pt idx="455">
                  <c:v>3.63974571228027E-2</c:v>
                </c:pt>
                <c:pt idx="456">
                  <c:v>5.1928758621215813E-2</c:v>
                </c:pt>
                <c:pt idx="457">
                  <c:v>6.7460060119628906E-2</c:v>
                </c:pt>
                <c:pt idx="458">
                  <c:v>8.58917236328125E-2</c:v>
                </c:pt>
                <c:pt idx="459">
                  <c:v>0.17446613311767581</c:v>
                </c:pt>
                <c:pt idx="460">
                  <c:v>0.26304054260253901</c:v>
                </c:pt>
                <c:pt idx="461">
                  <c:v>-9.2873573303222708E-3</c:v>
                </c:pt>
                <c:pt idx="462">
                  <c:v>3.967761993408201E-2</c:v>
                </c:pt>
                <c:pt idx="463">
                  <c:v>8.86425971984863E-2</c:v>
                </c:pt>
                <c:pt idx="464">
                  <c:v>1.47380828857422E-2</c:v>
                </c:pt>
                <c:pt idx="465">
                  <c:v>-1.387810707092285E-2</c:v>
                </c:pt>
                <c:pt idx="466">
                  <c:v>-4.2494297027587898E-2</c:v>
                </c:pt>
                <c:pt idx="467">
                  <c:v>2.995705604553205E-2</c:v>
                </c:pt>
                <c:pt idx="468">
                  <c:v>0.102408409118652</c:v>
                </c:pt>
                <c:pt idx="469">
                  <c:v>0.41630458831787098</c:v>
                </c:pt>
                <c:pt idx="470">
                  <c:v>0.24651312828063959</c:v>
                </c:pt>
                <c:pt idx="471">
                  <c:v>7.6721668243408203E-2</c:v>
                </c:pt>
                <c:pt idx="472">
                  <c:v>0.56983852386474598</c:v>
                </c:pt>
                <c:pt idx="473">
                  <c:v>0.343576669692993</c:v>
                </c:pt>
                <c:pt idx="474">
                  <c:v>0.11731481552124</c:v>
                </c:pt>
                <c:pt idx="475">
                  <c:v>9.7879886627197293E-2</c:v>
                </c:pt>
                <c:pt idx="476">
                  <c:v>0.10417461395263659</c:v>
                </c:pt>
                <c:pt idx="477">
                  <c:v>0.11046934127807601</c:v>
                </c:pt>
                <c:pt idx="478">
                  <c:v>0.24277400970459001</c:v>
                </c:pt>
                <c:pt idx="479">
                  <c:v>0.18401074409484849</c:v>
                </c:pt>
                <c:pt idx="480">
                  <c:v>0.12524747848510701</c:v>
                </c:pt>
                <c:pt idx="481">
                  <c:v>0.41118526458740201</c:v>
                </c:pt>
                <c:pt idx="482">
                  <c:v>0.26223826408386203</c:v>
                </c:pt>
                <c:pt idx="483">
                  <c:v>0.113291263580322</c:v>
                </c:pt>
                <c:pt idx="484">
                  <c:v>-4.2924880981445304E-3</c:v>
                </c:pt>
                <c:pt idx="485">
                  <c:v>3.3476114273071282E-2</c:v>
                </c:pt>
                <c:pt idx="486">
                  <c:v>7.1244716644287095E-2</c:v>
                </c:pt>
                <c:pt idx="487">
                  <c:v>0.240997314453125</c:v>
                </c:pt>
                <c:pt idx="488">
                  <c:v>0.24897742271423351</c:v>
                </c:pt>
                <c:pt idx="489">
                  <c:v>0.25695753097534202</c:v>
                </c:pt>
                <c:pt idx="490">
                  <c:v>0.17537450790405301</c:v>
                </c:pt>
                <c:pt idx="491">
                  <c:v>0.1030859947204591</c:v>
                </c:pt>
                <c:pt idx="492">
                  <c:v>3.07974815368652E-2</c:v>
                </c:pt>
                <c:pt idx="493">
                  <c:v>6.23211860656738E-2</c:v>
                </c:pt>
                <c:pt idx="494">
                  <c:v>1.0657548904418951E-2</c:v>
                </c:pt>
                <c:pt idx="495">
                  <c:v>-4.1006088256835903E-2</c:v>
                </c:pt>
                <c:pt idx="496">
                  <c:v>7.9978466033935505E-2</c:v>
                </c:pt>
                <c:pt idx="497">
                  <c:v>0.19928216934204071</c:v>
                </c:pt>
                <c:pt idx="498">
                  <c:v>0.31858587265014598</c:v>
                </c:pt>
                <c:pt idx="499">
                  <c:v>0.50097560882568404</c:v>
                </c:pt>
                <c:pt idx="500">
                  <c:v>0.57202458381652854</c:v>
                </c:pt>
                <c:pt idx="501">
                  <c:v>0.64307355880737305</c:v>
                </c:pt>
                <c:pt idx="502">
                  <c:v>0.32538318634033198</c:v>
                </c:pt>
                <c:pt idx="503">
                  <c:v>0.22390413284301749</c:v>
                </c:pt>
                <c:pt idx="504">
                  <c:v>0.122425079345703</c:v>
                </c:pt>
                <c:pt idx="505">
                  <c:v>0.52697849273681596</c:v>
                </c:pt>
                <c:pt idx="506">
                  <c:v>0.24857664108276339</c:v>
                </c:pt>
                <c:pt idx="507">
                  <c:v>-2.9825210571289101E-2</c:v>
                </c:pt>
                <c:pt idx="508">
                  <c:v>0.192746162414551</c:v>
                </c:pt>
                <c:pt idx="509">
                  <c:v>0.1555016040802005</c:v>
                </c:pt>
                <c:pt idx="510">
                  <c:v>0.11825704574585</c:v>
                </c:pt>
                <c:pt idx="511">
                  <c:v>0.23549818992614749</c:v>
                </c:pt>
                <c:pt idx="512">
                  <c:v>0.35273933410644498</c:v>
                </c:pt>
                <c:pt idx="513">
                  <c:v>9.1344356536865207E-2</c:v>
                </c:pt>
                <c:pt idx="514">
                  <c:v>0.26550078392028809</c:v>
                </c:pt>
                <c:pt idx="515">
                  <c:v>0.43965721130371099</c:v>
                </c:pt>
                <c:pt idx="516">
                  <c:v>0.14635419845581099</c:v>
                </c:pt>
                <c:pt idx="517">
                  <c:v>0.2287111282348635</c:v>
                </c:pt>
                <c:pt idx="518">
                  <c:v>0.31106805801391602</c:v>
                </c:pt>
                <c:pt idx="519">
                  <c:v>2.9981613159179701E-2</c:v>
                </c:pt>
                <c:pt idx="520">
                  <c:v>0.14434933662414531</c:v>
                </c:pt>
                <c:pt idx="521">
                  <c:v>0.258717060089111</c:v>
                </c:pt>
                <c:pt idx="522">
                  <c:v>0.12958908081054701</c:v>
                </c:pt>
                <c:pt idx="523">
                  <c:v>0.1966025829315185</c:v>
                </c:pt>
                <c:pt idx="524">
                  <c:v>0.26361608505249001</c:v>
                </c:pt>
                <c:pt idx="525">
                  <c:v>0.33492946624755898</c:v>
                </c:pt>
                <c:pt idx="526">
                  <c:v>0.16372084617614771</c:v>
                </c:pt>
                <c:pt idx="527">
                  <c:v>-7.4877738952636701E-3</c:v>
                </c:pt>
                <c:pt idx="528">
                  <c:v>0.46331834793090798</c:v>
                </c:pt>
                <c:pt idx="529">
                  <c:v>0.46395444869995089</c:v>
                </c:pt>
                <c:pt idx="530">
                  <c:v>0.46459054946899397</c:v>
                </c:pt>
                <c:pt idx="531">
                  <c:v>0.29839563369750999</c:v>
                </c:pt>
                <c:pt idx="532">
                  <c:v>0.17863845825195321</c:v>
                </c:pt>
                <c:pt idx="533">
                  <c:v>5.8881282806396498E-2</c:v>
                </c:pt>
                <c:pt idx="534">
                  <c:v>0.62864160537719704</c:v>
                </c:pt>
                <c:pt idx="535">
                  <c:v>0.40504646301269498</c:v>
                </c:pt>
                <c:pt idx="536">
                  <c:v>0.181451320648193</c:v>
                </c:pt>
                <c:pt idx="537">
                  <c:v>0.35690879821777299</c:v>
                </c:pt>
                <c:pt idx="538">
                  <c:v>0.32173752784728998</c:v>
                </c:pt>
                <c:pt idx="539">
                  <c:v>0.28656625747680697</c:v>
                </c:pt>
                <c:pt idx="540">
                  <c:v>0.124870300292969</c:v>
                </c:pt>
                <c:pt idx="541">
                  <c:v>0.25311064720153797</c:v>
                </c:pt>
                <c:pt idx="542">
                  <c:v>0.38135099411010698</c:v>
                </c:pt>
                <c:pt idx="543">
                  <c:v>0.13192367553710899</c:v>
                </c:pt>
                <c:pt idx="544">
                  <c:v>0.20373702049255349</c:v>
                </c:pt>
                <c:pt idx="545">
                  <c:v>0.27555036544799799</c:v>
                </c:pt>
                <c:pt idx="546">
                  <c:v>0.36980009078979498</c:v>
                </c:pt>
                <c:pt idx="547">
                  <c:v>0.32768201828002952</c:v>
                </c:pt>
                <c:pt idx="548">
                  <c:v>0.285563945770264</c:v>
                </c:pt>
                <c:pt idx="549">
                  <c:v>9.2168807983398396E-2</c:v>
                </c:pt>
                <c:pt idx="550">
                  <c:v>0.32198023796081521</c:v>
                </c:pt>
                <c:pt idx="551">
                  <c:v>0.55179166793823198</c:v>
                </c:pt>
                <c:pt idx="552">
                  <c:v>0.32580089569091802</c:v>
                </c:pt>
                <c:pt idx="553">
                  <c:v>0.1649169921875</c:v>
                </c:pt>
                <c:pt idx="554">
                  <c:v>4.0330886840820304E-3</c:v>
                </c:pt>
                <c:pt idx="555">
                  <c:v>-4.4456481933593799E-2</c:v>
                </c:pt>
                <c:pt idx="556">
                  <c:v>0.21927618980407709</c:v>
                </c:pt>
                <c:pt idx="557">
                  <c:v>0.48300886154174799</c:v>
                </c:pt>
                <c:pt idx="558">
                  <c:v>0.380035400390625</c:v>
                </c:pt>
                <c:pt idx="559">
                  <c:v>0.27706193923950201</c:v>
                </c:pt>
                <c:pt idx="560">
                  <c:v>0.28217840194702098</c:v>
                </c:pt>
                <c:pt idx="561">
                  <c:v>0.23666143417358351</c:v>
                </c:pt>
                <c:pt idx="562">
                  <c:v>0.19114446640014601</c:v>
                </c:pt>
                <c:pt idx="563">
                  <c:v>0.29160118103027299</c:v>
                </c:pt>
                <c:pt idx="564">
                  <c:v>0.22039079666137651</c:v>
                </c:pt>
                <c:pt idx="565">
                  <c:v>0.14918041229248</c:v>
                </c:pt>
                <c:pt idx="566">
                  <c:v>0.37057733535766602</c:v>
                </c:pt>
                <c:pt idx="567">
                  <c:v>0.41845583915710449</c:v>
                </c:pt>
                <c:pt idx="568">
                  <c:v>0.46633434295654302</c:v>
                </c:pt>
                <c:pt idx="569">
                  <c:v>0.390330791473389</c:v>
                </c:pt>
                <c:pt idx="570">
                  <c:v>0.21726155281066911</c:v>
                </c:pt>
                <c:pt idx="571">
                  <c:v>4.4192314147949198E-2</c:v>
                </c:pt>
                <c:pt idx="572">
                  <c:v>9.2988014221191406E-3</c:v>
                </c:pt>
                <c:pt idx="573">
                  <c:v>0.1287207603454591</c:v>
                </c:pt>
                <c:pt idx="574">
                  <c:v>0.24814271926879899</c:v>
                </c:pt>
                <c:pt idx="575">
                  <c:v>7.9450607299804705E-3</c:v>
                </c:pt>
                <c:pt idx="576">
                  <c:v>0.1798768043518067</c:v>
                </c:pt>
                <c:pt idx="577">
                  <c:v>0.35180854797363298</c:v>
                </c:pt>
                <c:pt idx="578">
                  <c:v>0.23079252243042001</c:v>
                </c:pt>
                <c:pt idx="579">
                  <c:v>0.1098718643188477</c:v>
                </c:pt>
                <c:pt idx="580">
                  <c:v>-1.1048793792724601E-2</c:v>
                </c:pt>
                <c:pt idx="581">
                  <c:v>0.28957080841064498</c:v>
                </c:pt>
                <c:pt idx="582">
                  <c:v>0.22877764701843301</c:v>
                </c:pt>
                <c:pt idx="583">
                  <c:v>0.16798448562622101</c:v>
                </c:pt>
                <c:pt idx="584">
                  <c:v>0.19485807418823201</c:v>
                </c:pt>
                <c:pt idx="585">
                  <c:v>0.33737421035766602</c:v>
                </c:pt>
                <c:pt idx="586">
                  <c:v>0.4798903465271</c:v>
                </c:pt>
                <c:pt idx="587">
                  <c:v>-4.3807029724121101E-2</c:v>
                </c:pt>
                <c:pt idx="588">
                  <c:v>0.14199709892272949</c:v>
                </c:pt>
                <c:pt idx="589">
                  <c:v>0.32780122756958002</c:v>
                </c:pt>
                <c:pt idx="590">
                  <c:v>0.43169212341308599</c:v>
                </c:pt>
                <c:pt idx="591">
                  <c:v>0.27138638496398948</c:v>
                </c:pt>
                <c:pt idx="592">
                  <c:v>0.11108064651489299</c:v>
                </c:pt>
                <c:pt idx="593">
                  <c:v>0.29916715621948198</c:v>
                </c:pt>
                <c:pt idx="594">
                  <c:v>0.19391918182373019</c:v>
                </c:pt>
                <c:pt idx="595">
                  <c:v>8.8671207427978502E-2</c:v>
                </c:pt>
                <c:pt idx="596">
                  <c:v>0.26315879821777299</c:v>
                </c:pt>
                <c:pt idx="597">
                  <c:v>0.30477929115295399</c:v>
                </c:pt>
                <c:pt idx="598">
                  <c:v>0.34639978408813499</c:v>
                </c:pt>
                <c:pt idx="599">
                  <c:v>0.36471700668335</c:v>
                </c:pt>
                <c:pt idx="600">
                  <c:v>0.31185698509216347</c:v>
                </c:pt>
                <c:pt idx="601">
                  <c:v>0.25899696350097701</c:v>
                </c:pt>
                <c:pt idx="602">
                  <c:v>0.31870555877685502</c:v>
                </c:pt>
                <c:pt idx="603">
                  <c:v>0.14210677146911599</c:v>
                </c:pt>
                <c:pt idx="604">
                  <c:v>-3.4492015838622998E-2</c:v>
                </c:pt>
                <c:pt idx="605">
                  <c:v>7.2543382644653487E-2</c:v>
                </c:pt>
                <c:pt idx="606">
                  <c:v>0.17957878112792999</c:v>
                </c:pt>
                <c:pt idx="607">
                  <c:v>-3.5276412963867201E-3</c:v>
                </c:pt>
                <c:pt idx="608">
                  <c:v>8.3979129791259641E-2</c:v>
                </c:pt>
                <c:pt idx="609">
                  <c:v>0.171485900878906</c:v>
                </c:pt>
                <c:pt idx="610">
                  <c:v>0.216453552246094</c:v>
                </c:pt>
                <c:pt idx="611">
                  <c:v>0.21817755699157751</c:v>
                </c:pt>
                <c:pt idx="612">
                  <c:v>0.21990156173706099</c:v>
                </c:pt>
                <c:pt idx="613">
                  <c:v>0.330076694488525</c:v>
                </c:pt>
                <c:pt idx="614">
                  <c:v>0.29139733314514149</c:v>
                </c:pt>
                <c:pt idx="615">
                  <c:v>0.25271797180175798</c:v>
                </c:pt>
                <c:pt idx="616">
                  <c:v>1.7491106986999501</c:v>
                </c:pt>
                <c:pt idx="617">
                  <c:v>0.98914432525634677</c:v>
                </c:pt>
                <c:pt idx="618">
                  <c:v>0.229177951812744</c:v>
                </c:pt>
                <c:pt idx="619">
                  <c:v>0.244076728820801</c:v>
                </c:pt>
                <c:pt idx="620">
                  <c:v>0.1110146045684816</c:v>
                </c:pt>
                <c:pt idx="621">
                  <c:v>-2.2047519683837901E-2</c:v>
                </c:pt>
                <c:pt idx="622">
                  <c:v>0.24404954910278301</c:v>
                </c:pt>
                <c:pt idx="623">
                  <c:v>0.183617353439331</c:v>
                </c:pt>
                <c:pt idx="624">
                  <c:v>0.123185157775879</c:v>
                </c:pt>
                <c:pt idx="625">
                  <c:v>7.8187942504882799E-2</c:v>
                </c:pt>
                <c:pt idx="626">
                  <c:v>8.9780330657958901E-2</c:v>
                </c:pt>
                <c:pt idx="627">
                  <c:v>0.101372718811035</c:v>
                </c:pt>
                <c:pt idx="628">
                  <c:v>0.32422256469726601</c:v>
                </c:pt>
                <c:pt idx="629">
                  <c:v>0.37938666343688998</c:v>
                </c:pt>
                <c:pt idx="630">
                  <c:v>0.434550762176514</c:v>
                </c:pt>
                <c:pt idx="631">
                  <c:v>9.7609996795654297E-2</c:v>
                </c:pt>
                <c:pt idx="632">
                  <c:v>5.3714513778686523E-2</c:v>
                </c:pt>
                <c:pt idx="633">
                  <c:v>9.81903076171875E-3</c:v>
                </c:pt>
                <c:pt idx="634">
                  <c:v>0.330921649932861</c:v>
                </c:pt>
                <c:pt idx="635">
                  <c:v>0.17798686027526839</c:v>
                </c:pt>
                <c:pt idx="636">
                  <c:v>2.5052070617675799E-2</c:v>
                </c:pt>
                <c:pt idx="637">
                  <c:v>0.56532812118530296</c:v>
                </c:pt>
                <c:pt idx="638">
                  <c:v>0.26873016357421892</c:v>
                </c:pt>
                <c:pt idx="639">
                  <c:v>-2.78677940368652E-2</c:v>
                </c:pt>
                <c:pt idx="640">
                  <c:v>0.177047729492188</c:v>
                </c:pt>
                <c:pt idx="641">
                  <c:v>6.3335657119751254E-2</c:v>
                </c:pt>
                <c:pt idx="642">
                  <c:v>-5.0376415252685498E-2</c:v>
                </c:pt>
                <c:pt idx="643">
                  <c:v>8.2496643066406306E-2</c:v>
                </c:pt>
                <c:pt idx="644">
                  <c:v>0.3578996658325197</c:v>
                </c:pt>
                <c:pt idx="645">
                  <c:v>0.63330268859863303</c:v>
                </c:pt>
                <c:pt idx="646">
                  <c:v>0.2969651222229</c:v>
                </c:pt>
                <c:pt idx="647">
                  <c:v>0.19581627845764141</c:v>
                </c:pt>
                <c:pt idx="648">
                  <c:v>9.4667434692382799E-2</c:v>
                </c:pt>
                <c:pt idx="649">
                  <c:v>0.20877909660339339</c:v>
                </c:pt>
                <c:pt idx="650">
                  <c:v>0.32289075851440402</c:v>
                </c:pt>
                <c:pt idx="651">
                  <c:v>0.30368614196777299</c:v>
                </c:pt>
                <c:pt idx="652">
                  <c:v>0.30258703231811501</c:v>
                </c:pt>
                <c:pt idx="653">
                  <c:v>0.30148792266845698</c:v>
                </c:pt>
                <c:pt idx="654">
                  <c:v>0.61125087738037098</c:v>
                </c:pt>
                <c:pt idx="655">
                  <c:v>0.29420709609985352</c:v>
                </c:pt>
                <c:pt idx="656">
                  <c:v>-2.2836685180664101E-2</c:v>
                </c:pt>
                <c:pt idx="657">
                  <c:v>0.14212703704834001</c:v>
                </c:pt>
                <c:pt idx="658">
                  <c:v>0.36370182037353499</c:v>
                </c:pt>
                <c:pt idx="659">
                  <c:v>0.58527660369873002</c:v>
                </c:pt>
                <c:pt idx="660">
                  <c:v>-4.2140960693359403E-2</c:v>
                </c:pt>
                <c:pt idx="661">
                  <c:v>4.8836469650268298E-2</c:v>
                </c:pt>
                <c:pt idx="662">
                  <c:v>0.13981389999389601</c:v>
                </c:pt>
                <c:pt idx="663">
                  <c:v>8.6756229400634793E-2</c:v>
                </c:pt>
                <c:pt idx="664">
                  <c:v>0.1712095737457274</c:v>
                </c:pt>
                <c:pt idx="665">
                  <c:v>0.25566291809081998</c:v>
                </c:pt>
                <c:pt idx="666">
                  <c:v>0.19389820098877</c:v>
                </c:pt>
                <c:pt idx="667">
                  <c:v>0.178980827331543</c:v>
                </c:pt>
                <c:pt idx="668">
                  <c:v>0.16406345367431599</c:v>
                </c:pt>
                <c:pt idx="669">
                  <c:v>0.29328727722168002</c:v>
                </c:pt>
                <c:pt idx="670">
                  <c:v>0.29046177864074701</c:v>
                </c:pt>
                <c:pt idx="671">
                  <c:v>0.28763628005981401</c:v>
                </c:pt>
                <c:pt idx="672">
                  <c:v>0.33251619338989302</c:v>
                </c:pt>
                <c:pt idx="673">
                  <c:v>0.32227897644043002</c:v>
                </c:pt>
                <c:pt idx="674">
                  <c:v>0.31204175949096702</c:v>
                </c:pt>
                <c:pt idx="675">
                  <c:v>0.47222423553466802</c:v>
                </c:pt>
                <c:pt idx="676">
                  <c:v>0.34308433532714849</c:v>
                </c:pt>
                <c:pt idx="677">
                  <c:v>0.21394443511962899</c:v>
                </c:pt>
                <c:pt idx="678">
                  <c:v>-1.18765830993652E-2</c:v>
                </c:pt>
                <c:pt idx="679">
                  <c:v>6.1351299285888901E-2</c:v>
                </c:pt>
                <c:pt idx="680">
                  <c:v>0.13457918167114299</c:v>
                </c:pt>
                <c:pt idx="681">
                  <c:v>0.21916675567627</c:v>
                </c:pt>
                <c:pt idx="682">
                  <c:v>0.19163680076599149</c:v>
                </c:pt>
                <c:pt idx="683">
                  <c:v>0.164106845855713</c:v>
                </c:pt>
                <c:pt idx="684">
                  <c:v>0.12202119827270499</c:v>
                </c:pt>
                <c:pt idx="685">
                  <c:v>0.29116463661193848</c:v>
                </c:pt>
                <c:pt idx="686">
                  <c:v>0.46030807495117199</c:v>
                </c:pt>
                <c:pt idx="687">
                  <c:v>-4.22778129577637E-2</c:v>
                </c:pt>
                <c:pt idx="688">
                  <c:v>4.8591613769531153E-2</c:v>
                </c:pt>
                <c:pt idx="689">
                  <c:v>0.13946104049682601</c:v>
                </c:pt>
                <c:pt idx="690">
                  <c:v>0.25660467147827098</c:v>
                </c:pt>
                <c:pt idx="691">
                  <c:v>0.29867649078369102</c:v>
                </c:pt>
                <c:pt idx="692">
                  <c:v>0.340748310089111</c:v>
                </c:pt>
                <c:pt idx="693">
                  <c:v>8.9125633239746094E-3</c:v>
                </c:pt>
                <c:pt idx="694">
                  <c:v>4.6021938323974602E-2</c:v>
                </c:pt>
                <c:pt idx="695">
                  <c:v>8.3131313323974595E-2</c:v>
                </c:pt>
                <c:pt idx="696">
                  <c:v>0.35335898399353027</c:v>
                </c:pt>
                <c:pt idx="697">
                  <c:v>0.62358665466308605</c:v>
                </c:pt>
                <c:pt idx="698">
                  <c:v>0.44972562789916998</c:v>
                </c:pt>
                <c:pt idx="699">
                  <c:v>0.20003318786621099</c:v>
                </c:pt>
                <c:pt idx="700">
                  <c:v>-4.9659252166747998E-2</c:v>
                </c:pt>
                <c:pt idx="701">
                  <c:v>0.32640552520751998</c:v>
                </c:pt>
                <c:pt idx="702">
                  <c:v>0.17466616630554219</c:v>
                </c:pt>
                <c:pt idx="703">
                  <c:v>2.2926807403564502E-2</c:v>
                </c:pt>
                <c:pt idx="704">
                  <c:v>9.9803924560546903E-2</c:v>
                </c:pt>
                <c:pt idx="705">
                  <c:v>0.17398190498352051</c:v>
                </c:pt>
                <c:pt idx="706">
                  <c:v>0.248159885406494</c:v>
                </c:pt>
                <c:pt idx="707">
                  <c:v>0.364898681640625</c:v>
                </c:pt>
                <c:pt idx="708">
                  <c:v>0.30453467369079601</c:v>
                </c:pt>
                <c:pt idx="709">
                  <c:v>0.24417066574096699</c:v>
                </c:pt>
                <c:pt idx="710">
                  <c:v>6.20064735412598E-2</c:v>
                </c:pt>
                <c:pt idx="711">
                  <c:v>4.3414354324340848E-2</c:v>
                </c:pt>
                <c:pt idx="712">
                  <c:v>2.4822235107421899E-2</c:v>
                </c:pt>
                <c:pt idx="713">
                  <c:v>0.32040882110595698</c:v>
                </c:pt>
                <c:pt idx="714">
                  <c:v>0.24092626571655251</c:v>
                </c:pt>
                <c:pt idx="715">
                  <c:v>0.16144371032714799</c:v>
                </c:pt>
                <c:pt idx="716">
                  <c:v>0.32624435424804699</c:v>
                </c:pt>
                <c:pt idx="717">
                  <c:v>0.29810023307800299</c:v>
                </c:pt>
                <c:pt idx="718">
                  <c:v>0.26995611190795898</c:v>
                </c:pt>
                <c:pt idx="719">
                  <c:v>0.48081731796264598</c:v>
                </c:pt>
                <c:pt idx="720">
                  <c:v>0.2380180358886716</c:v>
                </c:pt>
                <c:pt idx="721">
                  <c:v>-4.78124618530273E-3</c:v>
                </c:pt>
                <c:pt idx="722">
                  <c:v>8.6296558380126995E-2</c:v>
                </c:pt>
                <c:pt idx="723">
                  <c:v>0.24403572082519551</c:v>
                </c:pt>
                <c:pt idx="724">
                  <c:v>0.401774883270264</c:v>
                </c:pt>
                <c:pt idx="725">
                  <c:v>0.21248435974121099</c:v>
                </c:pt>
                <c:pt idx="726">
                  <c:v>0.42926406860351551</c:v>
                </c:pt>
                <c:pt idx="727">
                  <c:v>0.64604377746581998</c:v>
                </c:pt>
                <c:pt idx="728">
                  <c:v>-5.7454109191894497E-3</c:v>
                </c:pt>
                <c:pt idx="729">
                  <c:v>7.2668552398681779E-2</c:v>
                </c:pt>
                <c:pt idx="730">
                  <c:v>0.15108251571655301</c:v>
                </c:pt>
                <c:pt idx="731">
                  <c:v>0.40155124664306602</c:v>
                </c:pt>
                <c:pt idx="732">
                  <c:v>0.264156103134155</c:v>
                </c:pt>
                <c:pt idx="733">
                  <c:v>0.126760959625244</c:v>
                </c:pt>
                <c:pt idx="734">
                  <c:v>4.7303199768066399E-2</c:v>
                </c:pt>
                <c:pt idx="735">
                  <c:v>8.1325531005859208E-2</c:v>
                </c:pt>
                <c:pt idx="736">
                  <c:v>0.115347862243652</c:v>
                </c:pt>
                <c:pt idx="737">
                  <c:v>8.9135169982910208E-3</c:v>
                </c:pt>
                <c:pt idx="738">
                  <c:v>8.6981534957885506E-2</c:v>
                </c:pt>
                <c:pt idx="739">
                  <c:v>0.16504955291748</c:v>
                </c:pt>
                <c:pt idx="740">
                  <c:v>0.14479923248290999</c:v>
                </c:pt>
                <c:pt idx="741">
                  <c:v>0.17886376380920399</c:v>
                </c:pt>
                <c:pt idx="742">
                  <c:v>0.21292829513549799</c:v>
                </c:pt>
                <c:pt idx="743">
                  <c:v>0.376170873641968</c:v>
                </c:pt>
                <c:pt idx="744">
                  <c:v>0.53941345214843806</c:v>
                </c:pt>
                <c:pt idx="745">
                  <c:v>0.3052978515625</c:v>
                </c:pt>
                <c:pt idx="746">
                  <c:v>0.28652858734130848</c:v>
                </c:pt>
                <c:pt idx="747">
                  <c:v>0.26775932312011702</c:v>
                </c:pt>
                <c:pt idx="748">
                  <c:v>2.52227783203125E-2</c:v>
                </c:pt>
                <c:pt idx="749">
                  <c:v>0.10924530029296881</c:v>
                </c:pt>
                <c:pt idx="750">
                  <c:v>0.193267822265625</c:v>
                </c:pt>
                <c:pt idx="751">
                  <c:v>0.15632581710815399</c:v>
                </c:pt>
                <c:pt idx="752">
                  <c:v>7.3641300201415863E-2</c:v>
                </c:pt>
                <c:pt idx="753">
                  <c:v>-9.0432167053222708E-3</c:v>
                </c:pt>
                <c:pt idx="754">
                  <c:v>0.202867031097412</c:v>
                </c:pt>
                <c:pt idx="755">
                  <c:v>0.153730869293213</c:v>
                </c:pt>
                <c:pt idx="756">
                  <c:v>0.104594707489014</c:v>
                </c:pt>
                <c:pt idx="757">
                  <c:v>0.39167690277099598</c:v>
                </c:pt>
                <c:pt idx="758">
                  <c:v>0.46515798568725603</c:v>
                </c:pt>
                <c:pt idx="759">
                  <c:v>0.53863906860351596</c:v>
                </c:pt>
                <c:pt idx="760">
                  <c:v>0.17076063156127899</c:v>
                </c:pt>
                <c:pt idx="761">
                  <c:v>7.3124885559081892E-2</c:v>
                </c:pt>
                <c:pt idx="762">
                  <c:v>-2.45108604431152E-2</c:v>
                </c:pt>
                <c:pt idx="763">
                  <c:v>2.6669979095459002E-2</c:v>
                </c:pt>
                <c:pt idx="764">
                  <c:v>0.107574224472046</c:v>
                </c:pt>
                <c:pt idx="765">
                  <c:v>0.18847846984863301</c:v>
                </c:pt>
                <c:pt idx="766">
                  <c:v>9.20977592468262E-2</c:v>
                </c:pt>
                <c:pt idx="767">
                  <c:v>0.24369478225708011</c:v>
                </c:pt>
                <c:pt idx="768">
                  <c:v>0.39529180526733398</c:v>
                </c:pt>
                <c:pt idx="769">
                  <c:v>0.32443952560424799</c:v>
                </c:pt>
                <c:pt idx="770">
                  <c:v>0.2060070037841796</c:v>
                </c:pt>
                <c:pt idx="771">
                  <c:v>8.75744819641113E-2</c:v>
                </c:pt>
                <c:pt idx="772">
                  <c:v>0.39962959289550798</c:v>
                </c:pt>
                <c:pt idx="773">
                  <c:v>0.35754585266113298</c:v>
                </c:pt>
                <c:pt idx="774">
                  <c:v>0.31546211242675798</c:v>
                </c:pt>
                <c:pt idx="775">
                  <c:v>0.585737705230713</c:v>
                </c:pt>
                <c:pt idx="776">
                  <c:v>0.34564590454101551</c:v>
                </c:pt>
                <c:pt idx="777">
                  <c:v>0.105554103851318</c:v>
                </c:pt>
                <c:pt idx="778">
                  <c:v>0.23728275299072299</c:v>
                </c:pt>
                <c:pt idx="779">
                  <c:v>0.26666855812072748</c:v>
                </c:pt>
                <c:pt idx="780">
                  <c:v>0.29605436325073198</c:v>
                </c:pt>
                <c:pt idx="781">
                  <c:v>0.24875259399414101</c:v>
                </c:pt>
                <c:pt idx="782">
                  <c:v>0.37864184379577648</c:v>
                </c:pt>
                <c:pt idx="783">
                  <c:v>0.508531093597412</c:v>
                </c:pt>
                <c:pt idx="784">
                  <c:v>0.23846602439880371</c:v>
                </c:pt>
                <c:pt idx="785">
                  <c:v>-3.1599044799804701E-2</c:v>
                </c:pt>
                <c:pt idx="786">
                  <c:v>0.50087261199951205</c:v>
                </c:pt>
                <c:pt idx="787">
                  <c:v>0.2697954177856447</c:v>
                </c:pt>
                <c:pt idx="788">
                  <c:v>3.8718223571777302E-2</c:v>
                </c:pt>
                <c:pt idx="789">
                  <c:v>0.179046630859375</c:v>
                </c:pt>
                <c:pt idx="790">
                  <c:v>0.16104984283447249</c:v>
                </c:pt>
                <c:pt idx="791">
                  <c:v>0.14305305480957001</c:v>
                </c:pt>
                <c:pt idx="792">
                  <c:v>0.34287643432617199</c:v>
                </c:pt>
                <c:pt idx="793">
                  <c:v>0.3034987449645995</c:v>
                </c:pt>
                <c:pt idx="794">
                  <c:v>0.26412105560302701</c:v>
                </c:pt>
                <c:pt idx="795">
                  <c:v>0.122839450836182</c:v>
                </c:pt>
                <c:pt idx="796">
                  <c:v>0.30427598953247098</c:v>
                </c:pt>
                <c:pt idx="797">
                  <c:v>0.48571252822875999</c:v>
                </c:pt>
                <c:pt idx="798">
                  <c:v>0.250839233398438</c:v>
                </c:pt>
                <c:pt idx="799">
                  <c:v>0.32396602630615251</c:v>
                </c:pt>
                <c:pt idx="800">
                  <c:v>0.39709281921386702</c:v>
                </c:pt>
                <c:pt idx="801">
                  <c:v>-4.09960746765137E-2</c:v>
                </c:pt>
                <c:pt idx="802">
                  <c:v>-2.0567178726196299E-2</c:v>
                </c:pt>
                <c:pt idx="803">
                  <c:v>-1.3828277587890601E-4</c:v>
                </c:pt>
                <c:pt idx="804">
                  <c:v>7.9600334167480497E-2</c:v>
                </c:pt>
                <c:pt idx="805">
                  <c:v>1.8236875534057648E-2</c:v>
                </c:pt>
                <c:pt idx="806">
                  <c:v>-4.31265830993652E-2</c:v>
                </c:pt>
                <c:pt idx="807">
                  <c:v>0.13856744766235399</c:v>
                </c:pt>
                <c:pt idx="808">
                  <c:v>0.15605640411377</c:v>
                </c:pt>
                <c:pt idx="809">
                  <c:v>0.17354536056518599</c:v>
                </c:pt>
                <c:pt idx="810">
                  <c:v>0.21179580688476601</c:v>
                </c:pt>
                <c:pt idx="811">
                  <c:v>0.19137048721313499</c:v>
                </c:pt>
                <c:pt idx="812">
                  <c:v>0.17094516754150399</c:v>
                </c:pt>
                <c:pt idx="813">
                  <c:v>9.2142581939697293E-2</c:v>
                </c:pt>
                <c:pt idx="814">
                  <c:v>2.1513462066650391E-2</c:v>
                </c:pt>
                <c:pt idx="815">
                  <c:v>-4.9115657806396498E-2</c:v>
                </c:pt>
                <c:pt idx="816">
                  <c:v>0.17235803604125999</c:v>
                </c:pt>
                <c:pt idx="817">
                  <c:v>9.7315073013305789E-2</c:v>
                </c:pt>
                <c:pt idx="818">
                  <c:v>2.2272109985351601E-2</c:v>
                </c:pt>
                <c:pt idx="819">
                  <c:v>0.29631948471069303</c:v>
                </c:pt>
                <c:pt idx="820">
                  <c:v>0.18243670463562001</c:v>
                </c:pt>
                <c:pt idx="821">
                  <c:v>6.8553924560546903E-2</c:v>
                </c:pt>
                <c:pt idx="822">
                  <c:v>0.15629339218139601</c:v>
                </c:pt>
                <c:pt idx="823">
                  <c:v>0.16951441764831501</c:v>
                </c:pt>
                <c:pt idx="824">
                  <c:v>0.18273544311523399</c:v>
                </c:pt>
                <c:pt idx="825">
                  <c:v>0.62906837463378895</c:v>
                </c:pt>
                <c:pt idx="826">
                  <c:v>0.31930685043334961</c:v>
                </c:pt>
                <c:pt idx="827">
                  <c:v>9.5453262329101597E-3</c:v>
                </c:pt>
                <c:pt idx="828">
                  <c:v>0.31951141357421903</c:v>
                </c:pt>
                <c:pt idx="829">
                  <c:v>0.13987326622009291</c:v>
                </c:pt>
                <c:pt idx="830">
                  <c:v>-3.9764881134033203E-2</c:v>
                </c:pt>
                <c:pt idx="831">
                  <c:v>9.9304676055908203E-2</c:v>
                </c:pt>
                <c:pt idx="832">
                  <c:v>3.9695262908935547E-2</c:v>
                </c:pt>
                <c:pt idx="833">
                  <c:v>-1.9914150238037099E-2</c:v>
                </c:pt>
                <c:pt idx="834">
                  <c:v>0.13072156906127899</c:v>
                </c:pt>
                <c:pt idx="835">
                  <c:v>0.300878286361694</c:v>
                </c:pt>
                <c:pt idx="836">
                  <c:v>0.47103500366210899</c:v>
                </c:pt>
                <c:pt idx="837">
                  <c:v>0.31228685379028298</c:v>
                </c:pt>
                <c:pt idx="838">
                  <c:v>0.40665388107299799</c:v>
                </c:pt>
                <c:pt idx="839">
                  <c:v>0.501020908355713</c:v>
                </c:pt>
                <c:pt idx="840">
                  <c:v>0.19650030136108401</c:v>
                </c:pt>
                <c:pt idx="841">
                  <c:v>0.39468336105346702</c:v>
                </c:pt>
                <c:pt idx="842">
                  <c:v>0.59286642074585005</c:v>
                </c:pt>
                <c:pt idx="843">
                  <c:v>0.25434160232543901</c:v>
                </c:pt>
                <c:pt idx="844">
                  <c:v>0.12856698036193831</c:v>
                </c:pt>
                <c:pt idx="845">
                  <c:v>2.7923583984375E-3</c:v>
                </c:pt>
                <c:pt idx="846">
                  <c:v>7.8580856323242201E-2</c:v>
                </c:pt>
                <c:pt idx="847">
                  <c:v>0.18952775001525859</c:v>
                </c:pt>
                <c:pt idx="848">
                  <c:v>0.300474643707275</c:v>
                </c:pt>
                <c:pt idx="849">
                  <c:v>5.9424877166747998E-2</c:v>
                </c:pt>
                <c:pt idx="850">
                  <c:v>1.9990444183349599E-2</c:v>
                </c:pt>
                <c:pt idx="851">
                  <c:v>-1.94439888000488E-2</c:v>
                </c:pt>
                <c:pt idx="852">
                  <c:v>0.290557861328125</c:v>
                </c:pt>
                <c:pt idx="853">
                  <c:v>0.26874017715454102</c:v>
                </c:pt>
                <c:pt idx="854">
                  <c:v>0.246922492980957</c:v>
                </c:pt>
                <c:pt idx="855">
                  <c:v>-4.0238380432128899E-2</c:v>
                </c:pt>
                <c:pt idx="856">
                  <c:v>5.8819293975830057E-2</c:v>
                </c:pt>
                <c:pt idx="857">
                  <c:v>0.15787696838378901</c:v>
                </c:pt>
                <c:pt idx="858">
                  <c:v>3.6837100982666002E-2</c:v>
                </c:pt>
                <c:pt idx="859">
                  <c:v>0.18250393867492701</c:v>
                </c:pt>
                <c:pt idx="860">
                  <c:v>0.328170776367188</c:v>
                </c:pt>
                <c:pt idx="861">
                  <c:v>9.3108177185058594E-2</c:v>
                </c:pt>
                <c:pt idx="862">
                  <c:v>0.1399316787719728</c:v>
                </c:pt>
                <c:pt idx="863">
                  <c:v>0.186755180358887</c:v>
                </c:pt>
                <c:pt idx="864">
                  <c:v>3.4129142761230503E-2</c:v>
                </c:pt>
                <c:pt idx="865">
                  <c:v>8.2299232482910198E-2</c:v>
                </c:pt>
                <c:pt idx="866">
                  <c:v>8.8311672210693401E-2</c:v>
                </c:pt>
                <c:pt idx="867">
                  <c:v>7.5702905654907254E-2</c:v>
                </c:pt>
                <c:pt idx="868">
                  <c:v>6.3094139099121094E-2</c:v>
                </c:pt>
                <c:pt idx="869">
                  <c:v>2.1501064300537099E-2</c:v>
                </c:pt>
                <c:pt idx="870">
                  <c:v>0.10865902900695799</c:v>
                </c:pt>
                <c:pt idx="871">
                  <c:v>0.19581699371337899</c:v>
                </c:pt>
                <c:pt idx="872">
                  <c:v>0.59658575057983398</c:v>
                </c:pt>
                <c:pt idx="873">
                  <c:v>0.28728175163269037</c:v>
                </c:pt>
                <c:pt idx="874">
                  <c:v>-2.2022247314453101E-2</c:v>
                </c:pt>
                <c:pt idx="875">
                  <c:v>4.0284633636474602E-2</c:v>
                </c:pt>
                <c:pt idx="876">
                  <c:v>7.5229406356811301E-2</c:v>
                </c:pt>
                <c:pt idx="877">
                  <c:v>0.11017417907714799</c:v>
                </c:pt>
                <c:pt idx="878">
                  <c:v>-4.0098190307617201E-2</c:v>
                </c:pt>
                <c:pt idx="879">
                  <c:v>0.16209125518798839</c:v>
                </c:pt>
                <c:pt idx="880">
                  <c:v>0.36428070068359403</c:v>
                </c:pt>
                <c:pt idx="881">
                  <c:v>0.383898735046387</c:v>
                </c:pt>
                <c:pt idx="882">
                  <c:v>0.29054784774780301</c:v>
                </c:pt>
                <c:pt idx="883">
                  <c:v>0.197196960449219</c:v>
                </c:pt>
                <c:pt idx="884">
                  <c:v>0.218283176422119</c:v>
                </c:pt>
                <c:pt idx="885">
                  <c:v>0.33195710182189953</c:v>
                </c:pt>
                <c:pt idx="886">
                  <c:v>0.44563102722168002</c:v>
                </c:pt>
                <c:pt idx="887">
                  <c:v>0.21286392211914101</c:v>
                </c:pt>
                <c:pt idx="888">
                  <c:v>0.20454788208007851</c:v>
                </c:pt>
                <c:pt idx="889">
                  <c:v>0.19623184204101601</c:v>
                </c:pt>
                <c:pt idx="890">
                  <c:v>9.7857475280761705E-2</c:v>
                </c:pt>
                <c:pt idx="891">
                  <c:v>0.17090916633605929</c:v>
                </c:pt>
                <c:pt idx="892">
                  <c:v>0.24396085739135701</c:v>
                </c:pt>
                <c:pt idx="893">
                  <c:v>0.28772020339965798</c:v>
                </c:pt>
                <c:pt idx="894">
                  <c:v>0.1886453628540038</c:v>
                </c:pt>
                <c:pt idx="895">
                  <c:v>8.9570522308349595E-2</c:v>
                </c:pt>
                <c:pt idx="896">
                  <c:v>0.16082334518432631</c:v>
                </c:pt>
                <c:pt idx="897">
                  <c:v>0.23207616806030301</c:v>
                </c:pt>
                <c:pt idx="898">
                  <c:v>0.26835536956787098</c:v>
                </c:pt>
                <c:pt idx="899">
                  <c:v>0.2022364139556885</c:v>
                </c:pt>
                <c:pt idx="900">
                  <c:v>0.136117458343506</c:v>
                </c:pt>
                <c:pt idx="901">
                  <c:v>0.31628942489624001</c:v>
                </c:pt>
                <c:pt idx="902">
                  <c:v>0.39936923980712902</c:v>
                </c:pt>
                <c:pt idx="903">
                  <c:v>0.48244905471801802</c:v>
                </c:pt>
                <c:pt idx="904">
                  <c:v>0.61782789230346702</c:v>
                </c:pt>
                <c:pt idx="905">
                  <c:v>0.33632469177246099</c:v>
                </c:pt>
                <c:pt idx="906">
                  <c:v>5.4821491241455099E-2</c:v>
                </c:pt>
                <c:pt idx="907">
                  <c:v>0.234667778015137</c:v>
                </c:pt>
                <c:pt idx="908">
                  <c:v>0.39676690101623552</c:v>
                </c:pt>
                <c:pt idx="909">
                  <c:v>0.55886602401733398</c:v>
                </c:pt>
                <c:pt idx="910">
                  <c:v>8.3571434020996094E-2</c:v>
                </c:pt>
                <c:pt idx="911">
                  <c:v>0.193801164627075</c:v>
                </c:pt>
                <c:pt idx="912">
                  <c:v>0.30403089523315402</c:v>
                </c:pt>
                <c:pt idx="913">
                  <c:v>-3.7051200866699198E-2</c:v>
                </c:pt>
                <c:pt idx="914">
                  <c:v>4.2545080184936412E-2</c:v>
                </c:pt>
                <c:pt idx="915">
                  <c:v>0.122141361236572</c:v>
                </c:pt>
                <c:pt idx="916">
                  <c:v>6.6270351409912095E-2</c:v>
                </c:pt>
                <c:pt idx="917">
                  <c:v>9.4053030014038044E-2</c:v>
                </c:pt>
                <c:pt idx="918">
                  <c:v>0.12183570861816399</c:v>
                </c:pt>
                <c:pt idx="919">
                  <c:v>0.22982740402221699</c:v>
                </c:pt>
                <c:pt idx="920">
                  <c:v>0.15407228469848641</c:v>
                </c:pt>
                <c:pt idx="921">
                  <c:v>7.8317165374755901E-2</c:v>
                </c:pt>
                <c:pt idx="922">
                  <c:v>0.21719264984130901</c:v>
                </c:pt>
                <c:pt idx="923">
                  <c:v>0.2425870895385745</c:v>
                </c:pt>
                <c:pt idx="924">
                  <c:v>0.26798152923584001</c:v>
                </c:pt>
                <c:pt idx="925">
                  <c:v>0.240605354309082</c:v>
                </c:pt>
                <c:pt idx="926">
                  <c:v>0.2220277786254885</c:v>
                </c:pt>
                <c:pt idx="927">
                  <c:v>0.203450202941895</c:v>
                </c:pt>
                <c:pt idx="928">
                  <c:v>6.5581321716308594E-2</c:v>
                </c:pt>
                <c:pt idx="929">
                  <c:v>5.88531494140625E-2</c:v>
                </c:pt>
                <c:pt idx="930">
                  <c:v>5.2124977111816399E-2</c:v>
                </c:pt>
                <c:pt idx="931">
                  <c:v>0.24447107315063499</c:v>
                </c:pt>
                <c:pt idx="932">
                  <c:v>0.220446586608887</c:v>
                </c:pt>
                <c:pt idx="933">
                  <c:v>0.196422100067139</c:v>
                </c:pt>
                <c:pt idx="934">
                  <c:v>0.23282575607299799</c:v>
                </c:pt>
                <c:pt idx="935">
                  <c:v>0.16000509262084961</c:v>
                </c:pt>
                <c:pt idx="936">
                  <c:v>8.71844291687012E-2</c:v>
                </c:pt>
                <c:pt idx="937">
                  <c:v>0.19334650039672899</c:v>
                </c:pt>
                <c:pt idx="938">
                  <c:v>0.2283289432525635</c:v>
                </c:pt>
                <c:pt idx="939">
                  <c:v>0.26331138610839799</c:v>
                </c:pt>
                <c:pt idx="940">
                  <c:v>0.4977126121521</c:v>
                </c:pt>
                <c:pt idx="941">
                  <c:v>0.4697113037109375</c:v>
                </c:pt>
                <c:pt idx="942">
                  <c:v>0.441709995269775</c:v>
                </c:pt>
                <c:pt idx="943">
                  <c:v>-4.4413566589355503E-2</c:v>
                </c:pt>
                <c:pt idx="944">
                  <c:v>0.12039041519165029</c:v>
                </c:pt>
                <c:pt idx="945">
                  <c:v>0.28519439697265597</c:v>
                </c:pt>
                <c:pt idx="946">
                  <c:v>0.44058609008789101</c:v>
                </c:pt>
                <c:pt idx="947">
                  <c:v>0.25168037414550798</c:v>
                </c:pt>
                <c:pt idx="948">
                  <c:v>6.2774658203125E-2</c:v>
                </c:pt>
                <c:pt idx="949">
                  <c:v>0.172245979309082</c:v>
                </c:pt>
                <c:pt idx="950">
                  <c:v>0.35800218582153298</c:v>
                </c:pt>
                <c:pt idx="951">
                  <c:v>0.54375839233398404</c:v>
                </c:pt>
                <c:pt idx="952">
                  <c:v>-2.3207187652587901E-2</c:v>
                </c:pt>
                <c:pt idx="953">
                  <c:v>2.3667573928833001E-2</c:v>
                </c:pt>
                <c:pt idx="954">
                  <c:v>7.0542335510253906E-2</c:v>
                </c:pt>
                <c:pt idx="955">
                  <c:v>0.19693994522094699</c:v>
                </c:pt>
                <c:pt idx="956">
                  <c:v>0.1160137653350829</c:v>
                </c:pt>
                <c:pt idx="957">
                  <c:v>3.5087585449218799E-2</c:v>
                </c:pt>
                <c:pt idx="958">
                  <c:v>8.4562778472900405E-2</c:v>
                </c:pt>
                <c:pt idx="959">
                  <c:v>0.2330682277679442</c:v>
                </c:pt>
                <c:pt idx="960">
                  <c:v>0.381573677062988</c:v>
                </c:pt>
                <c:pt idx="961">
                  <c:v>0.231436252593994</c:v>
                </c:pt>
                <c:pt idx="962">
                  <c:v>0.10840320587158191</c:v>
                </c:pt>
                <c:pt idx="963">
                  <c:v>-1.4629840850830101E-2</c:v>
                </c:pt>
                <c:pt idx="964">
                  <c:v>0.15717554092407199</c:v>
                </c:pt>
                <c:pt idx="965">
                  <c:v>0.227311611175537</c:v>
                </c:pt>
                <c:pt idx="966">
                  <c:v>0.29744768142700201</c:v>
                </c:pt>
                <c:pt idx="967">
                  <c:v>0.50729417800903298</c:v>
                </c:pt>
                <c:pt idx="968">
                  <c:v>0.23911285400390611</c:v>
                </c:pt>
                <c:pt idx="969">
                  <c:v>-2.90684700012207E-2</c:v>
                </c:pt>
                <c:pt idx="970">
                  <c:v>0.22006464004516599</c:v>
                </c:pt>
                <c:pt idx="971">
                  <c:v>0.33675503730773948</c:v>
                </c:pt>
                <c:pt idx="972">
                  <c:v>0.453445434570313</c:v>
                </c:pt>
                <c:pt idx="973">
                  <c:v>0.18272018432617201</c:v>
                </c:pt>
                <c:pt idx="974">
                  <c:v>6.7374706268310589E-2</c:v>
                </c:pt>
                <c:pt idx="975">
                  <c:v>-4.7970771789550802E-2</c:v>
                </c:pt>
                <c:pt idx="976">
                  <c:v>0.32062387466430697</c:v>
                </c:pt>
                <c:pt idx="977">
                  <c:v>0.2642710208892825</c:v>
                </c:pt>
                <c:pt idx="978">
                  <c:v>0.20791816711425801</c:v>
                </c:pt>
                <c:pt idx="979">
                  <c:v>0.11293601989746101</c:v>
                </c:pt>
                <c:pt idx="980">
                  <c:v>9.1478824615478543E-2</c:v>
                </c:pt>
                <c:pt idx="981">
                  <c:v>7.0021629333496094E-2</c:v>
                </c:pt>
                <c:pt idx="982">
                  <c:v>9.0171813964843806E-2</c:v>
                </c:pt>
                <c:pt idx="983">
                  <c:v>4.7588348388671903E-2</c:v>
                </c:pt>
                <c:pt idx="984">
                  <c:v>5.0048828125E-3</c:v>
                </c:pt>
                <c:pt idx="985">
                  <c:v>0.34511756896972701</c:v>
                </c:pt>
                <c:pt idx="986">
                  <c:v>0.27701044082641602</c:v>
                </c:pt>
                <c:pt idx="987">
                  <c:v>0.208903312683105</c:v>
                </c:pt>
                <c:pt idx="988">
                  <c:v>-1.1831283569335899E-2</c:v>
                </c:pt>
                <c:pt idx="989">
                  <c:v>0.15009188652038549</c:v>
                </c:pt>
                <c:pt idx="990">
                  <c:v>0.31201505661010698</c:v>
                </c:pt>
                <c:pt idx="991">
                  <c:v>0.19708061218261699</c:v>
                </c:pt>
                <c:pt idx="992">
                  <c:v>0.39735221862792952</c:v>
                </c:pt>
                <c:pt idx="993">
                  <c:v>0.59762382507324197</c:v>
                </c:pt>
                <c:pt idx="994">
                  <c:v>0.63135576248168901</c:v>
                </c:pt>
                <c:pt idx="995">
                  <c:v>0.41961336135864252</c:v>
                </c:pt>
                <c:pt idx="996">
                  <c:v>0.20787096023559601</c:v>
                </c:pt>
                <c:pt idx="997">
                  <c:v>0.27368831634521501</c:v>
                </c:pt>
                <c:pt idx="998">
                  <c:v>0.14285016059875499</c:v>
                </c:pt>
                <c:pt idx="999">
                  <c:v>1.2012004852294899E-2</c:v>
                </c:pt>
                <c:pt idx="1000">
                  <c:v>0.10065269470214799</c:v>
                </c:pt>
                <c:pt idx="1001">
                  <c:v>0.1285600662231445</c:v>
                </c:pt>
                <c:pt idx="1002">
                  <c:v>0.15646743774414101</c:v>
                </c:pt>
                <c:pt idx="1003">
                  <c:v>0.328449726104736</c:v>
                </c:pt>
                <c:pt idx="1004">
                  <c:v>0.25626230239868147</c:v>
                </c:pt>
                <c:pt idx="1005">
                  <c:v>0.18407487869262701</c:v>
                </c:pt>
                <c:pt idx="1006">
                  <c:v>0.18361711502075201</c:v>
                </c:pt>
                <c:pt idx="1007">
                  <c:v>0.12613582611083979</c:v>
                </c:pt>
                <c:pt idx="1008">
                  <c:v>6.8654537200927707E-2</c:v>
                </c:pt>
                <c:pt idx="1009">
                  <c:v>0.16921162605285631</c:v>
                </c:pt>
                <c:pt idx="1010">
                  <c:v>0.26976871490478499</c:v>
                </c:pt>
                <c:pt idx="1011">
                  <c:v>7.3157310485839802E-2</c:v>
                </c:pt>
                <c:pt idx="1012">
                  <c:v>7.7398061752319308E-2</c:v>
                </c:pt>
                <c:pt idx="1013">
                  <c:v>8.16388130187988E-2</c:v>
                </c:pt>
                <c:pt idx="1014">
                  <c:v>-4.3205738067627002E-2</c:v>
                </c:pt>
                <c:pt idx="1015">
                  <c:v>0.141740322113037</c:v>
                </c:pt>
                <c:pt idx="1016">
                  <c:v>0.32668638229370101</c:v>
                </c:pt>
                <c:pt idx="1017">
                  <c:v>0.49493980407714799</c:v>
                </c:pt>
                <c:pt idx="1018">
                  <c:v>0.44364476203918451</c:v>
                </c:pt>
                <c:pt idx="1019">
                  <c:v>0.39234972000122098</c:v>
                </c:pt>
                <c:pt idx="1020">
                  <c:v>0.48682975769043002</c:v>
                </c:pt>
                <c:pt idx="1021">
                  <c:v>0.55029106140136752</c:v>
                </c:pt>
                <c:pt idx="1022">
                  <c:v>0.61375236511230502</c:v>
                </c:pt>
                <c:pt idx="1023">
                  <c:v>0.45039939880371099</c:v>
                </c:pt>
                <c:pt idx="1024">
                  <c:v>0.38125562667846702</c:v>
                </c:pt>
                <c:pt idx="1025">
                  <c:v>0.31211185455322299</c:v>
                </c:pt>
                <c:pt idx="1026">
                  <c:v>-3.7398338317871098E-3</c:v>
                </c:pt>
                <c:pt idx="1027">
                  <c:v>-1.3165235519409201E-2</c:v>
                </c:pt>
                <c:pt idx="1028">
                  <c:v>-2.2590637207031299E-2</c:v>
                </c:pt>
                <c:pt idx="1029">
                  <c:v>0.147125244140625</c:v>
                </c:pt>
                <c:pt idx="1030">
                  <c:v>0.19801664352417001</c:v>
                </c:pt>
                <c:pt idx="1031">
                  <c:v>0.24890804290771501</c:v>
                </c:pt>
                <c:pt idx="1032">
                  <c:v>-1.1295318603515601E-2</c:v>
                </c:pt>
                <c:pt idx="1033">
                  <c:v>1.1373758316040049E-2</c:v>
                </c:pt>
                <c:pt idx="1034">
                  <c:v>3.4042835235595703E-2</c:v>
                </c:pt>
                <c:pt idx="1035">
                  <c:v>0.44887828826904302</c:v>
                </c:pt>
                <c:pt idx="1036">
                  <c:v>0.23995018005371099</c:v>
                </c:pt>
                <c:pt idx="1037">
                  <c:v>3.1022071838378899E-2</c:v>
                </c:pt>
                <c:pt idx="1038">
                  <c:v>6.9800853729248005E-2</c:v>
                </c:pt>
                <c:pt idx="1039">
                  <c:v>2.1024942398071251E-2</c:v>
                </c:pt>
                <c:pt idx="1040">
                  <c:v>-2.77509689331055E-2</c:v>
                </c:pt>
                <c:pt idx="1041">
                  <c:v>0.30341100692749001</c:v>
                </c:pt>
                <c:pt idx="1042">
                  <c:v>0.34172844886779752</c:v>
                </c:pt>
                <c:pt idx="1043">
                  <c:v>0.38004589080810502</c:v>
                </c:pt>
                <c:pt idx="1044">
                  <c:v>0.14648532867431599</c:v>
                </c:pt>
                <c:pt idx="1045">
                  <c:v>0.15753149986267051</c:v>
                </c:pt>
                <c:pt idx="1046">
                  <c:v>0.168577671051025</c:v>
                </c:pt>
                <c:pt idx="1047">
                  <c:v>0.357441425323486</c:v>
                </c:pt>
                <c:pt idx="1048">
                  <c:v>0.17516922950744609</c:v>
                </c:pt>
                <c:pt idx="1049">
                  <c:v>-7.10296630859375E-3</c:v>
                </c:pt>
                <c:pt idx="1050">
                  <c:v>0.64383172988891602</c:v>
                </c:pt>
                <c:pt idx="1051">
                  <c:v>0.42905712127685552</c:v>
                </c:pt>
                <c:pt idx="1052">
                  <c:v>0.21428251266479501</c:v>
                </c:pt>
                <c:pt idx="1053">
                  <c:v>0.44265174865722701</c:v>
                </c:pt>
                <c:pt idx="1054">
                  <c:v>0.31241226196289101</c:v>
                </c:pt>
                <c:pt idx="1055">
                  <c:v>0.18217277526855499</c:v>
                </c:pt>
                <c:pt idx="1056">
                  <c:v>0.50780010223388705</c:v>
                </c:pt>
                <c:pt idx="1057">
                  <c:v>0.34530115127563499</c:v>
                </c:pt>
                <c:pt idx="1058">
                  <c:v>0.18280220031738301</c:v>
                </c:pt>
                <c:pt idx="1059">
                  <c:v>2.0854949951171899E-2</c:v>
                </c:pt>
                <c:pt idx="1060">
                  <c:v>0.108695983886719</c:v>
                </c:pt>
                <c:pt idx="1061">
                  <c:v>0.19653701782226601</c:v>
                </c:pt>
                <c:pt idx="1062">
                  <c:v>0.267916679382324</c:v>
                </c:pt>
                <c:pt idx="1063">
                  <c:v>0.16705656051635731</c:v>
                </c:pt>
                <c:pt idx="1064">
                  <c:v>6.6196441650390597E-2</c:v>
                </c:pt>
                <c:pt idx="1065">
                  <c:v>0.11269950866699199</c:v>
                </c:pt>
                <c:pt idx="1066">
                  <c:v>0.224376916885376</c:v>
                </c:pt>
                <c:pt idx="1067">
                  <c:v>0.33605432510375999</c:v>
                </c:pt>
                <c:pt idx="1068">
                  <c:v>0.21809625625610399</c:v>
                </c:pt>
                <c:pt idx="1069">
                  <c:v>0.22149920463562051</c:v>
                </c:pt>
                <c:pt idx="1070">
                  <c:v>0.224902153015137</c:v>
                </c:pt>
                <c:pt idx="1071">
                  <c:v>0.35707426071166998</c:v>
                </c:pt>
                <c:pt idx="1072">
                  <c:v>0.2130467891693115</c:v>
                </c:pt>
                <c:pt idx="1073">
                  <c:v>6.9019317626953097E-2</c:v>
                </c:pt>
                <c:pt idx="1074">
                  <c:v>-1.1585235595703101E-2</c:v>
                </c:pt>
                <c:pt idx="1075">
                  <c:v>-2.8300762176513651E-2</c:v>
                </c:pt>
                <c:pt idx="1076">
                  <c:v>-4.5016288757324198E-2</c:v>
                </c:pt>
                <c:pt idx="1077">
                  <c:v>0.28839159011840798</c:v>
                </c:pt>
                <c:pt idx="1078">
                  <c:v>0.24060106277465801</c:v>
                </c:pt>
                <c:pt idx="1079">
                  <c:v>0.19281053543090801</c:v>
                </c:pt>
                <c:pt idx="1080">
                  <c:v>0.25390100479125999</c:v>
                </c:pt>
                <c:pt idx="1081">
                  <c:v>0.17457747459411629</c:v>
                </c:pt>
                <c:pt idx="1082">
                  <c:v>9.5253944396972698E-2</c:v>
                </c:pt>
                <c:pt idx="1083">
                  <c:v>0.2149658203125</c:v>
                </c:pt>
                <c:pt idx="1084">
                  <c:v>0.26093959808349598</c:v>
                </c:pt>
                <c:pt idx="1085">
                  <c:v>0.30691337585449202</c:v>
                </c:pt>
                <c:pt idx="1086">
                  <c:v>9.4202041625976604E-2</c:v>
                </c:pt>
                <c:pt idx="1087">
                  <c:v>9.2160224914550809E-2</c:v>
                </c:pt>
                <c:pt idx="1088">
                  <c:v>9.0118408203125E-2</c:v>
                </c:pt>
                <c:pt idx="1089">
                  <c:v>0.115578651428223</c:v>
                </c:pt>
                <c:pt idx="1090">
                  <c:v>0.31441664695739752</c:v>
                </c:pt>
                <c:pt idx="1091">
                  <c:v>0.51325464248657204</c:v>
                </c:pt>
                <c:pt idx="1092">
                  <c:v>-5.2866935729980503E-2</c:v>
                </c:pt>
                <c:pt idx="1093">
                  <c:v>9.1994524002075251E-2</c:v>
                </c:pt>
                <c:pt idx="1094">
                  <c:v>0.236855983734131</c:v>
                </c:pt>
                <c:pt idx="1095">
                  <c:v>0.39516592025756803</c:v>
                </c:pt>
                <c:pt idx="1096">
                  <c:v>0.30717039108276351</c:v>
                </c:pt>
                <c:pt idx="1097">
                  <c:v>0.21917486190795901</c:v>
                </c:pt>
                <c:pt idx="1098">
                  <c:v>0.461178779602051</c:v>
                </c:pt>
                <c:pt idx="1099">
                  <c:v>0.478471279144287</c:v>
                </c:pt>
                <c:pt idx="1100">
                  <c:v>0.49576377868652299</c:v>
                </c:pt>
                <c:pt idx="1101">
                  <c:v>0.57381486892700195</c:v>
                </c:pt>
                <c:pt idx="1102">
                  <c:v>0.37328338623046903</c:v>
                </c:pt>
                <c:pt idx="1103">
                  <c:v>0.17275190353393599</c:v>
                </c:pt>
                <c:pt idx="1104">
                  <c:v>0.15359258651733401</c:v>
                </c:pt>
                <c:pt idx="1105">
                  <c:v>0.37710618972778298</c:v>
                </c:pt>
                <c:pt idx="1106">
                  <c:v>0.60061979293823198</c:v>
                </c:pt>
                <c:pt idx="1107">
                  <c:v>0.112358093261719</c:v>
                </c:pt>
                <c:pt idx="1108">
                  <c:v>0.20315742492675801</c:v>
                </c:pt>
                <c:pt idx="1109">
                  <c:v>0.29395675659179699</c:v>
                </c:pt>
                <c:pt idx="1110">
                  <c:v>0.344770908355713</c:v>
                </c:pt>
                <c:pt idx="1111">
                  <c:v>0.24326443672180201</c:v>
                </c:pt>
                <c:pt idx="1112">
                  <c:v>0.14175796508789101</c:v>
                </c:pt>
                <c:pt idx="1113">
                  <c:v>0.43375158309936501</c:v>
                </c:pt>
                <c:pt idx="1114">
                  <c:v>0.22582745552062969</c:v>
                </c:pt>
                <c:pt idx="1115">
                  <c:v>1.79033279418945E-2</c:v>
                </c:pt>
                <c:pt idx="1116">
                  <c:v>0.62538051605224598</c:v>
                </c:pt>
                <c:pt idx="1117">
                  <c:v>0.39180326461791998</c:v>
                </c:pt>
                <c:pt idx="1118">
                  <c:v>0.158226013183594</c:v>
                </c:pt>
                <c:pt idx="1119">
                  <c:v>-4.50186729431152E-2</c:v>
                </c:pt>
                <c:pt idx="1120">
                  <c:v>7.7736616134643416E-2</c:v>
                </c:pt>
                <c:pt idx="1121">
                  <c:v>0.20049190521240201</c:v>
                </c:pt>
                <c:pt idx="1122">
                  <c:v>0.28889536857604953</c:v>
                </c:pt>
                <c:pt idx="1123">
                  <c:v>0.37729883193969699</c:v>
                </c:pt>
                <c:pt idx="1124">
                  <c:v>-1.01709365844727E-3</c:v>
                </c:pt>
                <c:pt idx="1125">
                  <c:v>3.5057067871093757E-2</c:v>
                </c:pt>
                <c:pt idx="1126">
                  <c:v>7.1131229400634793E-2</c:v>
                </c:pt>
                <c:pt idx="1127">
                  <c:v>0.17025899887085</c:v>
                </c:pt>
                <c:pt idx="1128">
                  <c:v>0.2733750343322755</c:v>
                </c:pt>
                <c:pt idx="1129">
                  <c:v>0.37649106979370101</c:v>
                </c:pt>
                <c:pt idx="1130">
                  <c:v>0.165892124176025</c:v>
                </c:pt>
                <c:pt idx="1131">
                  <c:v>0.18332481384277299</c:v>
                </c:pt>
                <c:pt idx="1132">
                  <c:v>0.20075750350952101</c:v>
                </c:pt>
                <c:pt idx="1133">
                  <c:v>0.38814973831176802</c:v>
                </c:pt>
                <c:pt idx="1134">
                  <c:v>0.2212681770324709</c:v>
                </c:pt>
                <c:pt idx="1135">
                  <c:v>5.43866157531738E-2</c:v>
                </c:pt>
                <c:pt idx="1136">
                  <c:v>0.27191114425659202</c:v>
                </c:pt>
                <c:pt idx="1137">
                  <c:v>0.18847346305847201</c:v>
                </c:pt>
                <c:pt idx="1138">
                  <c:v>0.10503578186035201</c:v>
                </c:pt>
                <c:pt idx="1139">
                  <c:v>0.27243566513061501</c:v>
                </c:pt>
                <c:pt idx="1140">
                  <c:v>0.22716641426086401</c:v>
                </c:pt>
                <c:pt idx="1141">
                  <c:v>0.181897163391113</c:v>
                </c:pt>
                <c:pt idx="1142">
                  <c:v>0.26876020431518599</c:v>
                </c:pt>
                <c:pt idx="1143">
                  <c:v>0.21052646636962899</c:v>
                </c:pt>
                <c:pt idx="1144">
                  <c:v>0.15229272842407199</c:v>
                </c:pt>
                <c:pt idx="1145">
                  <c:v>6.8475723266601604E-2</c:v>
                </c:pt>
                <c:pt idx="1146">
                  <c:v>9.0341806411743303E-2</c:v>
                </c:pt>
                <c:pt idx="1147">
                  <c:v>0.112207889556885</c:v>
                </c:pt>
                <c:pt idx="1148">
                  <c:v>6.4920902252197293E-2</c:v>
                </c:pt>
                <c:pt idx="1149">
                  <c:v>0.1948716640472411</c:v>
                </c:pt>
                <c:pt idx="1150">
                  <c:v>0.32482242584228499</c:v>
                </c:pt>
                <c:pt idx="1151">
                  <c:v>0.43574190139770502</c:v>
                </c:pt>
                <c:pt idx="1152">
                  <c:v>0.20058369636535639</c:v>
                </c:pt>
                <c:pt idx="1153">
                  <c:v>-3.4574508666992201E-2</c:v>
                </c:pt>
                <c:pt idx="1154">
                  <c:v>0.16599035263061501</c:v>
                </c:pt>
                <c:pt idx="1155">
                  <c:v>0.172067880630493</c:v>
                </c:pt>
                <c:pt idx="1156">
                  <c:v>0.17814540863037101</c:v>
                </c:pt>
                <c:pt idx="1157">
                  <c:v>0.30258560180664101</c:v>
                </c:pt>
                <c:pt idx="1158">
                  <c:v>0.299726963043213</c:v>
                </c:pt>
                <c:pt idx="1159">
                  <c:v>0.29686832427978499</c:v>
                </c:pt>
                <c:pt idx="1160">
                  <c:v>0.29266691207885698</c:v>
                </c:pt>
                <c:pt idx="1161">
                  <c:v>0.26940250396728499</c:v>
                </c:pt>
                <c:pt idx="1162">
                  <c:v>0.246138095855713</c:v>
                </c:pt>
                <c:pt idx="1163">
                  <c:v>0.20313549041748</c:v>
                </c:pt>
                <c:pt idx="1164">
                  <c:v>0.252507925033569</c:v>
                </c:pt>
                <c:pt idx="1165">
                  <c:v>0.30188035964965798</c:v>
                </c:pt>
                <c:pt idx="1166">
                  <c:v>0.486735820770264</c:v>
                </c:pt>
                <c:pt idx="1167">
                  <c:v>0.34549164772033703</c:v>
                </c:pt>
                <c:pt idx="1168">
                  <c:v>0.20424747467040999</c:v>
                </c:pt>
                <c:pt idx="1169">
                  <c:v>8.2651615142822293E-2</c:v>
                </c:pt>
                <c:pt idx="1170">
                  <c:v>0.1198067665100096</c:v>
                </c:pt>
                <c:pt idx="1171">
                  <c:v>0.15696191787719699</c:v>
                </c:pt>
                <c:pt idx="1172">
                  <c:v>0.43686676025390597</c:v>
                </c:pt>
                <c:pt idx="1173">
                  <c:v>0.21274137496948231</c:v>
                </c:pt>
                <c:pt idx="1174">
                  <c:v>-1.1384010314941399E-2</c:v>
                </c:pt>
                <c:pt idx="1175">
                  <c:v>0.11623430252075199</c:v>
                </c:pt>
                <c:pt idx="1176">
                  <c:v>9.8538398742675795E-2</c:v>
                </c:pt>
                <c:pt idx="1177">
                  <c:v>8.0842494964599595E-2</c:v>
                </c:pt>
                <c:pt idx="1178">
                  <c:v>-4.2293548583984403E-2</c:v>
                </c:pt>
                <c:pt idx="1179">
                  <c:v>-9.765625E-3</c:v>
                </c:pt>
                <c:pt idx="1180">
                  <c:v>2.2762298583984399E-2</c:v>
                </c:pt>
                <c:pt idx="1181">
                  <c:v>0.25022792816162098</c:v>
                </c:pt>
                <c:pt idx="1182">
                  <c:v>0.1993138790130615</c:v>
                </c:pt>
                <c:pt idx="1183">
                  <c:v>0.14839982986450201</c:v>
                </c:pt>
                <c:pt idx="1184">
                  <c:v>0.27361249923706099</c:v>
                </c:pt>
                <c:pt idx="1185">
                  <c:v>0.18272471427917511</c:v>
                </c:pt>
                <c:pt idx="1186">
                  <c:v>9.1836929321289104E-2</c:v>
                </c:pt>
                <c:pt idx="1187">
                  <c:v>-1.73945426940918E-2</c:v>
                </c:pt>
                <c:pt idx="1188">
                  <c:v>-3.0352830886840799E-2</c:v>
                </c:pt>
                <c:pt idx="1189">
                  <c:v>-4.3311119079589802E-2</c:v>
                </c:pt>
                <c:pt idx="1190">
                  <c:v>0.32621717453002902</c:v>
                </c:pt>
                <c:pt idx="1191">
                  <c:v>0.17644429206848131</c:v>
                </c:pt>
                <c:pt idx="1192">
                  <c:v>2.6671409606933601E-2</c:v>
                </c:pt>
                <c:pt idx="1193">
                  <c:v>0.26976633071899397</c:v>
                </c:pt>
                <c:pt idx="1194">
                  <c:v>0.33590292930603</c:v>
                </c:pt>
                <c:pt idx="1195">
                  <c:v>0.40203952789306602</c:v>
                </c:pt>
                <c:pt idx="1196">
                  <c:v>0.14480018615722701</c:v>
                </c:pt>
                <c:pt idx="1197">
                  <c:v>0.13419723510742201</c:v>
                </c:pt>
                <c:pt idx="1198">
                  <c:v>0.12359428405761699</c:v>
                </c:pt>
                <c:pt idx="1199">
                  <c:v>0.30642938613891602</c:v>
                </c:pt>
                <c:pt idx="1200">
                  <c:v>0.24715304374694799</c:v>
                </c:pt>
                <c:pt idx="1201">
                  <c:v>0.18787670135498</c:v>
                </c:pt>
                <c:pt idx="1202">
                  <c:v>0.35213375091552701</c:v>
                </c:pt>
                <c:pt idx="1203">
                  <c:v>0.28809332847595198</c:v>
                </c:pt>
                <c:pt idx="1204">
                  <c:v>0.22405290603637701</c:v>
                </c:pt>
                <c:pt idx="1205">
                  <c:v>-4.1499137878418003E-3</c:v>
                </c:pt>
                <c:pt idx="1206">
                  <c:v>-3.2584667205810551E-3</c:v>
                </c:pt>
                <c:pt idx="1207">
                  <c:v>-2.3670196533203099E-3</c:v>
                </c:pt>
                <c:pt idx="1208">
                  <c:v>0.24953508377075201</c:v>
                </c:pt>
                <c:pt idx="1209">
                  <c:v>0.33086919784545898</c:v>
                </c:pt>
                <c:pt idx="1210">
                  <c:v>0.41220331192016602</c:v>
                </c:pt>
                <c:pt idx="1211">
                  <c:v>3.1545639038085903E-2</c:v>
                </c:pt>
                <c:pt idx="1212">
                  <c:v>8.2346916198730441E-2</c:v>
                </c:pt>
                <c:pt idx="1213">
                  <c:v>0.133148193359375</c:v>
                </c:pt>
                <c:pt idx="1214">
                  <c:v>0.24693536758422899</c:v>
                </c:pt>
                <c:pt idx="1215">
                  <c:v>0.258616924285889</c:v>
                </c:pt>
                <c:pt idx="1216">
                  <c:v>0.27029848098754899</c:v>
                </c:pt>
                <c:pt idx="1217">
                  <c:v>0.20977449417114299</c:v>
                </c:pt>
                <c:pt idx="1218">
                  <c:v>0.18006086349487349</c:v>
                </c:pt>
                <c:pt idx="1219">
                  <c:v>0.15034723281860399</c:v>
                </c:pt>
                <c:pt idx="1220">
                  <c:v>1.4044284820556601E-2</c:v>
                </c:pt>
                <c:pt idx="1221">
                  <c:v>9.4706773757934792E-2</c:v>
                </c:pt>
                <c:pt idx="1222">
                  <c:v>0.175369262695313</c:v>
                </c:pt>
                <c:pt idx="1223">
                  <c:v>0.33822584152221702</c:v>
                </c:pt>
                <c:pt idx="1224">
                  <c:v>0.41261959075927751</c:v>
                </c:pt>
                <c:pt idx="1225">
                  <c:v>0.487013339996338</c:v>
                </c:pt>
                <c:pt idx="1226">
                  <c:v>0.107239723205566</c:v>
                </c:pt>
                <c:pt idx="1227">
                  <c:v>0.2198271751403805</c:v>
                </c:pt>
                <c:pt idx="1228">
                  <c:v>0.33241462707519498</c:v>
                </c:pt>
                <c:pt idx="1229">
                  <c:v>0.29236650466918901</c:v>
                </c:pt>
                <c:pt idx="1230">
                  <c:v>0.27562737464904752</c:v>
                </c:pt>
                <c:pt idx="1231">
                  <c:v>0.25888824462890597</c:v>
                </c:pt>
                <c:pt idx="1232">
                  <c:v>9.5937728881835896E-2</c:v>
                </c:pt>
                <c:pt idx="1233">
                  <c:v>0.208446264266968</c:v>
                </c:pt>
                <c:pt idx="1234">
                  <c:v>0.3209547996521</c:v>
                </c:pt>
                <c:pt idx="1235">
                  <c:v>0.14368343353271501</c:v>
                </c:pt>
                <c:pt idx="1236">
                  <c:v>0.29923057556152349</c:v>
                </c:pt>
                <c:pt idx="1237">
                  <c:v>0.45477771759033198</c:v>
                </c:pt>
                <c:pt idx="1238">
                  <c:v>0.44249582290649397</c:v>
                </c:pt>
                <c:pt idx="1239">
                  <c:v>0.43021392822265597</c:v>
                </c:pt>
                <c:pt idx="1240">
                  <c:v>0.12773942947387701</c:v>
                </c:pt>
                <c:pt idx="1241">
                  <c:v>0.21575880050659199</c:v>
                </c:pt>
                <c:pt idx="1242">
                  <c:v>0.30377817153930697</c:v>
                </c:pt>
                <c:pt idx="1243">
                  <c:v>0.63300991058349598</c:v>
                </c:pt>
                <c:pt idx="1244">
                  <c:v>0.63464856147766102</c:v>
                </c:pt>
                <c:pt idx="1245">
                  <c:v>0.63628721237182595</c:v>
                </c:pt>
                <c:pt idx="1246">
                  <c:v>0.20738267898559601</c:v>
                </c:pt>
                <c:pt idx="1247">
                  <c:v>7.480025291442885E-2</c:v>
                </c:pt>
                <c:pt idx="1248">
                  <c:v>-5.7782173156738302E-2</c:v>
                </c:pt>
                <c:pt idx="1249">
                  <c:v>0.408588886260986</c:v>
                </c:pt>
                <c:pt idx="1250">
                  <c:v>0.31025528907775851</c:v>
                </c:pt>
                <c:pt idx="1251">
                  <c:v>0.211921691894531</c:v>
                </c:pt>
                <c:pt idx="1252">
                  <c:v>0.28679752349853499</c:v>
                </c:pt>
                <c:pt idx="1253">
                  <c:v>0.25573778152465798</c:v>
                </c:pt>
                <c:pt idx="1254">
                  <c:v>0.224678039550781</c:v>
                </c:pt>
                <c:pt idx="1255">
                  <c:v>6.5116882324218802E-3</c:v>
                </c:pt>
                <c:pt idx="1256">
                  <c:v>1.1730194091796901E-3</c:v>
                </c:pt>
                <c:pt idx="1257">
                  <c:v>-4.1656494140625E-3</c:v>
                </c:pt>
                <c:pt idx="1258">
                  <c:v>0.62173318862914995</c:v>
                </c:pt>
                <c:pt idx="1259">
                  <c:v>0.29885482788085921</c:v>
                </c:pt>
                <c:pt idx="1260">
                  <c:v>-2.4023532867431599E-2</c:v>
                </c:pt>
                <c:pt idx="1261">
                  <c:v>0.31862926483154302</c:v>
                </c:pt>
                <c:pt idx="1262">
                  <c:v>0.1937427520751954</c:v>
                </c:pt>
                <c:pt idx="1263">
                  <c:v>6.8856239318847698E-2</c:v>
                </c:pt>
                <c:pt idx="1264">
                  <c:v>0.111478328704834</c:v>
                </c:pt>
                <c:pt idx="1265">
                  <c:v>0.15779995918273951</c:v>
                </c:pt>
                <c:pt idx="1266">
                  <c:v>0.204121589660645</c:v>
                </c:pt>
                <c:pt idx="1267">
                  <c:v>9.7924709320068401E-2</c:v>
                </c:pt>
                <c:pt idx="1268">
                  <c:v>0.29477381706237821</c:v>
                </c:pt>
                <c:pt idx="1269">
                  <c:v>0.491622924804688</c:v>
                </c:pt>
                <c:pt idx="1270">
                  <c:v>0.30756044387817399</c:v>
                </c:pt>
                <c:pt idx="1271">
                  <c:v>0.25779533386230502</c:v>
                </c:pt>
                <c:pt idx="1272">
                  <c:v>0.20803022384643599</c:v>
                </c:pt>
                <c:pt idx="1273">
                  <c:v>8.8119029998779297E-2</c:v>
                </c:pt>
                <c:pt idx="1274">
                  <c:v>0.12873959541320809</c:v>
                </c:pt>
                <c:pt idx="1275">
                  <c:v>0.169360160827637</c:v>
                </c:pt>
                <c:pt idx="1276">
                  <c:v>0.20523643493652299</c:v>
                </c:pt>
                <c:pt idx="1277">
                  <c:v>0.393818140029907</c:v>
                </c:pt>
                <c:pt idx="1278">
                  <c:v>0.58239984512329102</c:v>
                </c:pt>
                <c:pt idx="1279">
                  <c:v>0.395460605621338</c:v>
                </c:pt>
                <c:pt idx="1280">
                  <c:v>0.3409438133239745</c:v>
                </c:pt>
                <c:pt idx="1281">
                  <c:v>0.286427021026611</c:v>
                </c:pt>
                <c:pt idx="1282">
                  <c:v>0.18543291091918901</c:v>
                </c:pt>
                <c:pt idx="1283">
                  <c:v>0.37235426902770952</c:v>
                </c:pt>
                <c:pt idx="1284">
                  <c:v>0.55927562713623002</c:v>
                </c:pt>
                <c:pt idx="1285">
                  <c:v>6.0750007629394497E-2</c:v>
                </c:pt>
                <c:pt idx="1286">
                  <c:v>9.8561048507690235E-2</c:v>
                </c:pt>
                <c:pt idx="1287">
                  <c:v>0.136372089385986</c:v>
                </c:pt>
                <c:pt idx="1288">
                  <c:v>0.100447177886963</c:v>
                </c:pt>
                <c:pt idx="1289">
                  <c:v>5.3627490997314509E-2</c:v>
                </c:pt>
                <c:pt idx="1290">
                  <c:v>6.80780410766602E-3</c:v>
                </c:pt>
                <c:pt idx="1291">
                  <c:v>0.17718172073364299</c:v>
                </c:pt>
                <c:pt idx="1292">
                  <c:v>0.2095224857330325</c:v>
                </c:pt>
                <c:pt idx="1293">
                  <c:v>0.24186325073242201</c:v>
                </c:pt>
                <c:pt idx="1294">
                  <c:v>-3.0407905578613299E-3</c:v>
                </c:pt>
                <c:pt idx="1295">
                  <c:v>0.1661849021911623</c:v>
                </c:pt>
                <c:pt idx="1296">
                  <c:v>0.33541059494018599</c:v>
                </c:pt>
                <c:pt idx="1297">
                  <c:v>6.05249404907227E-3</c:v>
                </c:pt>
                <c:pt idx="1298">
                  <c:v>0.1555969715118406</c:v>
                </c:pt>
                <c:pt idx="1299">
                  <c:v>0.30514144897460899</c:v>
                </c:pt>
                <c:pt idx="1300">
                  <c:v>4.00848388671875E-2</c:v>
                </c:pt>
                <c:pt idx="1301">
                  <c:v>0.11780548095703119</c:v>
                </c:pt>
                <c:pt idx="1302">
                  <c:v>0.195526123046875</c:v>
                </c:pt>
                <c:pt idx="1303">
                  <c:v>0.38903093338012701</c:v>
                </c:pt>
                <c:pt idx="1304">
                  <c:v>0.48063302040100098</c:v>
                </c:pt>
                <c:pt idx="1305">
                  <c:v>0.572235107421875</c:v>
                </c:pt>
                <c:pt idx="1306">
                  <c:v>-2.21095085144043E-2</c:v>
                </c:pt>
                <c:pt idx="1307">
                  <c:v>9.5885276794433372E-2</c:v>
                </c:pt>
                <c:pt idx="1308">
                  <c:v>0.21388006210327101</c:v>
                </c:pt>
                <c:pt idx="1309">
                  <c:v>0.29210472106933599</c:v>
                </c:pt>
                <c:pt idx="1310">
                  <c:v>0.34013247489929199</c:v>
                </c:pt>
                <c:pt idx="1311">
                  <c:v>0.38816022872924799</c:v>
                </c:pt>
                <c:pt idx="1312">
                  <c:v>0.28407192230224598</c:v>
                </c:pt>
                <c:pt idx="1313">
                  <c:v>0.2107954025268555</c:v>
                </c:pt>
                <c:pt idx="1314">
                  <c:v>0.13751888275146501</c:v>
                </c:pt>
                <c:pt idx="1315">
                  <c:v>0.105425357818604</c:v>
                </c:pt>
                <c:pt idx="1316">
                  <c:v>5.1446437835693602E-2</c:v>
                </c:pt>
                <c:pt idx="1317">
                  <c:v>-2.5324821472167999E-3</c:v>
                </c:pt>
                <c:pt idx="1318">
                  <c:v>-3.7276268005371101E-2</c:v>
                </c:pt>
                <c:pt idx="1319">
                  <c:v>3.8727998733520452E-2</c:v>
                </c:pt>
                <c:pt idx="1320">
                  <c:v>0.114732265472412</c:v>
                </c:pt>
                <c:pt idx="1321">
                  <c:v>0.13702011108398399</c:v>
                </c:pt>
                <c:pt idx="1322">
                  <c:v>0.20528388023376451</c:v>
                </c:pt>
                <c:pt idx="1323">
                  <c:v>0.27354764938354498</c:v>
                </c:pt>
                <c:pt idx="1324">
                  <c:v>0.187669277191162</c:v>
                </c:pt>
                <c:pt idx="1325">
                  <c:v>7.1049213409423745E-2</c:v>
                </c:pt>
                <c:pt idx="1326">
                  <c:v>-4.5570850372314502E-2</c:v>
                </c:pt>
                <c:pt idx="1327">
                  <c:v>7.40771293640137E-2</c:v>
                </c:pt>
                <c:pt idx="1328">
                  <c:v>0.13248872756957991</c:v>
                </c:pt>
                <c:pt idx="1329">
                  <c:v>0.19090032577514601</c:v>
                </c:pt>
                <c:pt idx="1330">
                  <c:v>0.22477674484252899</c:v>
                </c:pt>
                <c:pt idx="1331">
                  <c:v>0.19705057144165</c:v>
                </c:pt>
                <c:pt idx="1332">
                  <c:v>0.16932439804077101</c:v>
                </c:pt>
                <c:pt idx="1333">
                  <c:v>0.24554395675659199</c:v>
                </c:pt>
                <c:pt idx="1334">
                  <c:v>0.13677048683166521</c:v>
                </c:pt>
                <c:pt idx="1335">
                  <c:v>2.7997016906738299E-2</c:v>
                </c:pt>
                <c:pt idx="1336">
                  <c:v>0.219865322113037</c:v>
                </c:pt>
                <c:pt idx="1337">
                  <c:v>0.25804996490478499</c:v>
                </c:pt>
                <c:pt idx="1338">
                  <c:v>0.29623460769653298</c:v>
                </c:pt>
                <c:pt idx="1339">
                  <c:v>0.207992553710938</c:v>
                </c:pt>
                <c:pt idx="1340">
                  <c:v>0.28532886505126998</c:v>
                </c:pt>
                <c:pt idx="1341">
                  <c:v>0.36266517639160201</c:v>
                </c:pt>
                <c:pt idx="1342">
                  <c:v>0.42684745788574202</c:v>
                </c:pt>
                <c:pt idx="1343">
                  <c:v>0.25034427642822249</c:v>
                </c:pt>
                <c:pt idx="1344">
                  <c:v>7.3841094970703097E-2</c:v>
                </c:pt>
                <c:pt idx="1345">
                  <c:v>0.1845703125</c:v>
                </c:pt>
                <c:pt idx="1346">
                  <c:v>0.1165735721588135</c:v>
                </c:pt>
                <c:pt idx="1347">
                  <c:v>4.8576831817627002E-2</c:v>
                </c:pt>
                <c:pt idx="1348">
                  <c:v>0.22743177413940399</c:v>
                </c:pt>
                <c:pt idx="1349">
                  <c:v>0.37173032760620112</c:v>
                </c:pt>
                <c:pt idx="1350">
                  <c:v>0.51602888107299805</c:v>
                </c:pt>
                <c:pt idx="1351">
                  <c:v>0.37344813346862799</c:v>
                </c:pt>
                <c:pt idx="1352">
                  <c:v>0.23086738586425801</c:v>
                </c:pt>
                <c:pt idx="1353">
                  <c:v>0.281888008117676</c:v>
                </c:pt>
                <c:pt idx="1354">
                  <c:v>0.4385709762573245</c:v>
                </c:pt>
                <c:pt idx="1355">
                  <c:v>0.59525394439697299</c:v>
                </c:pt>
                <c:pt idx="1356">
                  <c:v>0.24498319625854501</c:v>
                </c:pt>
                <c:pt idx="1357">
                  <c:v>0.16781425476074219</c:v>
                </c:pt>
                <c:pt idx="1358">
                  <c:v>9.0645313262939495E-2</c:v>
                </c:pt>
                <c:pt idx="1359">
                  <c:v>9.2793464660644503E-2</c:v>
                </c:pt>
                <c:pt idx="1360">
                  <c:v>9.5396757125854492E-2</c:v>
                </c:pt>
                <c:pt idx="1361">
                  <c:v>9.8000049591064495E-2</c:v>
                </c:pt>
                <c:pt idx="1362">
                  <c:v>0.25800991058349598</c:v>
                </c:pt>
                <c:pt idx="1363">
                  <c:v>0.32873702049255349</c:v>
                </c:pt>
                <c:pt idx="1364">
                  <c:v>0.399464130401611</c:v>
                </c:pt>
                <c:pt idx="1365">
                  <c:v>-6.8216323852539097E-3</c:v>
                </c:pt>
                <c:pt idx="1366">
                  <c:v>-2.10871696472168E-2</c:v>
                </c:pt>
                <c:pt idx="1367">
                  <c:v>-3.5352706909179701E-2</c:v>
                </c:pt>
                <c:pt idx="1368">
                  <c:v>0.30320072174072299</c:v>
                </c:pt>
                <c:pt idx="1369">
                  <c:v>0.23636794090270999</c:v>
                </c:pt>
                <c:pt idx="1370">
                  <c:v>0.16953516006469699</c:v>
                </c:pt>
                <c:pt idx="1371">
                  <c:v>6.6915035247802707E-2</c:v>
                </c:pt>
                <c:pt idx="1372">
                  <c:v>0.3050932884216308</c:v>
                </c:pt>
                <c:pt idx="1373">
                  <c:v>0.54327154159545898</c:v>
                </c:pt>
                <c:pt idx="1374">
                  <c:v>0.126323223114014</c:v>
                </c:pt>
                <c:pt idx="1375">
                  <c:v>0.17428684234619149</c:v>
                </c:pt>
                <c:pt idx="1376">
                  <c:v>0.222250461578369</c:v>
                </c:pt>
                <c:pt idx="1377">
                  <c:v>0.55293893814086903</c:v>
                </c:pt>
                <c:pt idx="1378">
                  <c:v>0.336836338043213</c:v>
                </c:pt>
                <c:pt idx="1379">
                  <c:v>0.120733737945557</c:v>
                </c:pt>
                <c:pt idx="1380">
                  <c:v>0.20270729064941401</c:v>
                </c:pt>
                <c:pt idx="1381">
                  <c:v>9.7280979156494127E-2</c:v>
                </c:pt>
                <c:pt idx="1382">
                  <c:v>-8.1453323364257795E-3</c:v>
                </c:pt>
                <c:pt idx="1383">
                  <c:v>0.18822860717773399</c:v>
                </c:pt>
                <c:pt idx="1384">
                  <c:v>0.24100661277770999</c:v>
                </c:pt>
                <c:pt idx="1385">
                  <c:v>0.29378461837768599</c:v>
                </c:pt>
                <c:pt idx="1386">
                  <c:v>0.12659263610839799</c:v>
                </c:pt>
                <c:pt idx="1387">
                  <c:v>0.105253458023071</c:v>
                </c:pt>
                <c:pt idx="1388">
                  <c:v>8.3914279937744099E-2</c:v>
                </c:pt>
                <c:pt idx="1389">
                  <c:v>0.169242858886719</c:v>
                </c:pt>
                <c:pt idx="1390">
                  <c:v>0.20532655715942399</c:v>
                </c:pt>
                <c:pt idx="1391">
                  <c:v>0.24141025543212899</c:v>
                </c:pt>
                <c:pt idx="1392">
                  <c:v>0.30070686340331998</c:v>
                </c:pt>
                <c:pt idx="1393">
                  <c:v>0.24948096275329551</c:v>
                </c:pt>
                <c:pt idx="1394">
                  <c:v>0.19825506210327101</c:v>
                </c:pt>
                <c:pt idx="1395">
                  <c:v>0.62831783294677701</c:v>
                </c:pt>
                <c:pt idx="1396">
                  <c:v>0.45211052894592252</c:v>
                </c:pt>
                <c:pt idx="1397">
                  <c:v>0.27590322494506803</c:v>
                </c:pt>
                <c:pt idx="1398">
                  <c:v>0.28811073303222701</c:v>
                </c:pt>
                <c:pt idx="1399">
                  <c:v>0.36858534812927252</c:v>
                </c:pt>
                <c:pt idx="1400">
                  <c:v>0.44905996322631803</c:v>
                </c:pt>
                <c:pt idx="1401">
                  <c:v>1.5031337738037101E-2</c:v>
                </c:pt>
                <c:pt idx="1402">
                  <c:v>0.1157402992248535</c:v>
                </c:pt>
                <c:pt idx="1403">
                  <c:v>0.21644926071167001</c:v>
                </c:pt>
                <c:pt idx="1404">
                  <c:v>0.112051486968994</c:v>
                </c:pt>
                <c:pt idx="1405">
                  <c:v>0.18680739402770999</c:v>
                </c:pt>
                <c:pt idx="1406">
                  <c:v>0.261563301086426</c:v>
                </c:pt>
                <c:pt idx="1407">
                  <c:v>-4.64739799499512E-2</c:v>
                </c:pt>
                <c:pt idx="1408">
                  <c:v>1.464271545410155E-2</c:v>
                </c:pt>
                <c:pt idx="1409">
                  <c:v>7.5759410858154297E-2</c:v>
                </c:pt>
                <c:pt idx="1410">
                  <c:v>0.116241455078125</c:v>
                </c:pt>
                <c:pt idx="1411">
                  <c:v>6.9461822509765653E-2</c:v>
                </c:pt>
                <c:pt idx="1412">
                  <c:v>2.2682189941406299E-2</c:v>
                </c:pt>
                <c:pt idx="1413">
                  <c:v>-5.2242755889892599E-2</c:v>
                </c:pt>
                <c:pt idx="1414">
                  <c:v>4.4231414794922083E-3</c:v>
                </c:pt>
                <c:pt idx="1415">
                  <c:v>6.1089038848877002E-2</c:v>
                </c:pt>
                <c:pt idx="1416">
                  <c:v>0.246803283691406</c:v>
                </c:pt>
                <c:pt idx="1417">
                  <c:v>0.24738216400146451</c:v>
                </c:pt>
                <c:pt idx="1418">
                  <c:v>0.24796104431152299</c:v>
                </c:pt>
                <c:pt idx="1419">
                  <c:v>7.46808052062988E-2</c:v>
                </c:pt>
                <c:pt idx="1420">
                  <c:v>0.1958808898925779</c:v>
                </c:pt>
                <c:pt idx="1421">
                  <c:v>0.31708097457885698</c:v>
                </c:pt>
                <c:pt idx="1422">
                  <c:v>3.0218124389648399E-2</c:v>
                </c:pt>
                <c:pt idx="1423">
                  <c:v>0.1548612117767332</c:v>
                </c:pt>
                <c:pt idx="1424">
                  <c:v>0.27950429916381803</c:v>
                </c:pt>
                <c:pt idx="1425">
                  <c:v>0.64474153518676802</c:v>
                </c:pt>
                <c:pt idx="1426">
                  <c:v>0.45041179656982461</c:v>
                </c:pt>
                <c:pt idx="1427">
                  <c:v>0.25608205795288103</c:v>
                </c:pt>
                <c:pt idx="1428">
                  <c:v>0.14616346359252899</c:v>
                </c:pt>
                <c:pt idx="1429">
                  <c:v>0.35938453674316412</c:v>
                </c:pt>
                <c:pt idx="1430">
                  <c:v>0.57260560989379905</c:v>
                </c:pt>
                <c:pt idx="1431">
                  <c:v>0.18819952011108401</c:v>
                </c:pt>
                <c:pt idx="1432">
                  <c:v>0.17239475250244149</c:v>
                </c:pt>
                <c:pt idx="1433">
                  <c:v>0.15658998489379899</c:v>
                </c:pt>
                <c:pt idx="1434">
                  <c:v>0.17482852935790999</c:v>
                </c:pt>
                <c:pt idx="1435">
                  <c:v>0.242422580718994</c:v>
                </c:pt>
                <c:pt idx="1436">
                  <c:v>0.31001663208007801</c:v>
                </c:pt>
                <c:pt idx="1437">
                  <c:v>0.23702287673950201</c:v>
                </c:pt>
                <c:pt idx="1438">
                  <c:v>0.25173044204711897</c:v>
                </c:pt>
                <c:pt idx="1439">
                  <c:v>0.266438007354736</c:v>
                </c:pt>
                <c:pt idx="1440">
                  <c:v>0.4731125831604</c:v>
                </c:pt>
                <c:pt idx="1441">
                  <c:v>0.38317155838012701</c:v>
                </c:pt>
                <c:pt idx="1442">
                  <c:v>0.29323053359985402</c:v>
                </c:pt>
                <c:pt idx="1443">
                  <c:v>0.648212909698486</c:v>
                </c:pt>
                <c:pt idx="1444">
                  <c:v>0.30684804916381819</c:v>
                </c:pt>
                <c:pt idx="1445">
                  <c:v>-3.4516811370849602E-2</c:v>
                </c:pt>
                <c:pt idx="1446">
                  <c:v>4.6630859375E-2</c:v>
                </c:pt>
                <c:pt idx="1447">
                  <c:v>4.0810108184814453E-2</c:v>
                </c:pt>
                <c:pt idx="1448">
                  <c:v>3.4989356994628899E-2</c:v>
                </c:pt>
                <c:pt idx="1449">
                  <c:v>0.16707801818847701</c:v>
                </c:pt>
                <c:pt idx="1450">
                  <c:v>0.15144944190979051</c:v>
                </c:pt>
                <c:pt idx="1451">
                  <c:v>0.13582086563110399</c:v>
                </c:pt>
                <c:pt idx="1452">
                  <c:v>0.18373155593872101</c:v>
                </c:pt>
                <c:pt idx="1453">
                  <c:v>0.1399621963500978</c:v>
                </c:pt>
                <c:pt idx="1454">
                  <c:v>9.6192836761474595E-2</c:v>
                </c:pt>
                <c:pt idx="1455">
                  <c:v>-5.17535209655762E-2</c:v>
                </c:pt>
                <c:pt idx="1456">
                  <c:v>0.23665475845336889</c:v>
                </c:pt>
                <c:pt idx="1457">
                  <c:v>0.52506303787231401</c:v>
                </c:pt>
                <c:pt idx="1458">
                  <c:v>0.22765731811523399</c:v>
                </c:pt>
                <c:pt idx="1459">
                  <c:v>0.1191344261169431</c:v>
                </c:pt>
                <c:pt idx="1460">
                  <c:v>1.06115341186523E-2</c:v>
                </c:pt>
                <c:pt idx="1461">
                  <c:v>0.41320133209228499</c:v>
                </c:pt>
                <c:pt idx="1462">
                  <c:v>0.47287178039550748</c:v>
                </c:pt>
                <c:pt idx="1463">
                  <c:v>0.53254222869873002</c:v>
                </c:pt>
                <c:pt idx="1464">
                  <c:v>0.3359320163726805</c:v>
                </c:pt>
                <c:pt idx="1465">
                  <c:v>0.139321804046631</c:v>
                </c:pt>
                <c:pt idx="1466">
                  <c:v>0.33111619949340798</c:v>
                </c:pt>
                <c:pt idx="1467">
                  <c:v>0.23921370506286599</c:v>
                </c:pt>
                <c:pt idx="1468">
                  <c:v>0.147311210632324</c:v>
                </c:pt>
                <c:pt idx="1469">
                  <c:v>0.39228630065918002</c:v>
                </c:pt>
                <c:pt idx="1470">
                  <c:v>0.195352077484131</c:v>
                </c:pt>
                <c:pt idx="1471">
                  <c:v>-1.5821456909179701E-3</c:v>
                </c:pt>
                <c:pt idx="1472">
                  <c:v>0.51038789749145497</c:v>
                </c:pt>
                <c:pt idx="1473">
                  <c:v>0.42151618003845198</c:v>
                </c:pt>
                <c:pt idx="1474">
                  <c:v>0.332644462585449</c:v>
                </c:pt>
                <c:pt idx="1475">
                  <c:v>0.130349636077881</c:v>
                </c:pt>
                <c:pt idx="1476">
                  <c:v>0.18120670318603499</c:v>
                </c:pt>
                <c:pt idx="1477">
                  <c:v>0.23206377029418901</c:v>
                </c:pt>
                <c:pt idx="1478">
                  <c:v>1.7429473876953121</c:v>
                </c:pt>
                <c:pt idx="1479">
                  <c:v>1.0014180183410639</c:v>
                </c:pt>
                <c:pt idx="1480">
                  <c:v>0.25988864898681602</c:v>
                </c:pt>
                <c:pt idx="1481">
                  <c:v>0.29699754714965798</c:v>
                </c:pt>
                <c:pt idx="1482">
                  <c:v>0.35006093978881853</c:v>
                </c:pt>
                <c:pt idx="1483">
                  <c:v>0.40312433242797902</c:v>
                </c:pt>
                <c:pt idx="1484">
                  <c:v>0.58307123184204102</c:v>
                </c:pt>
                <c:pt idx="1485">
                  <c:v>0.53381156921386697</c:v>
                </c:pt>
                <c:pt idx="1486">
                  <c:v>0.48455190658569303</c:v>
                </c:pt>
                <c:pt idx="1487">
                  <c:v>0.14278793334960899</c:v>
                </c:pt>
                <c:pt idx="1488">
                  <c:v>4.4762134552001738E-2</c:v>
                </c:pt>
                <c:pt idx="1489">
                  <c:v>-5.3263664245605503E-2</c:v>
                </c:pt>
                <c:pt idx="1490">
                  <c:v>0.48900175094604498</c:v>
                </c:pt>
                <c:pt idx="1491">
                  <c:v>0.56573808193206754</c:v>
                </c:pt>
                <c:pt idx="1492">
                  <c:v>0.64247441291809004</c:v>
                </c:pt>
                <c:pt idx="1493">
                  <c:v>0.14398980140686041</c:v>
                </c:pt>
                <c:pt idx="1494">
                  <c:v>0.52648997306823686</c:v>
                </c:pt>
                <c:pt idx="1495">
                  <c:v>0.1332106590271</c:v>
                </c:pt>
                <c:pt idx="1496">
                  <c:v>0.35353279113769498</c:v>
                </c:pt>
                <c:pt idx="1497">
                  <c:v>0.32070469856262201</c:v>
                </c:pt>
                <c:pt idx="1498">
                  <c:v>0.28787660598754899</c:v>
                </c:pt>
                <c:pt idx="1499">
                  <c:v>0.25826978683471702</c:v>
                </c:pt>
                <c:pt idx="1500">
                  <c:v>0.1360116004943849</c:v>
                </c:pt>
                <c:pt idx="1501">
                  <c:v>1.37534141540527E-2</c:v>
                </c:pt>
                <c:pt idx="1502">
                  <c:v>0.14562177658081099</c:v>
                </c:pt>
                <c:pt idx="1503">
                  <c:v>0.17981457710266149</c:v>
                </c:pt>
                <c:pt idx="1504">
                  <c:v>0.214007377624512</c:v>
                </c:pt>
                <c:pt idx="1505">
                  <c:v>0.25899744033813499</c:v>
                </c:pt>
                <c:pt idx="1506">
                  <c:v>0.180262565612793</c:v>
                </c:pt>
                <c:pt idx="1507">
                  <c:v>0.10152769088745101</c:v>
                </c:pt>
                <c:pt idx="1508">
                  <c:v>0.29638719558715798</c:v>
                </c:pt>
                <c:pt idx="1509">
                  <c:v>0.41203260421752902</c:v>
                </c:pt>
                <c:pt idx="1510">
                  <c:v>0.52767801284789995</c:v>
                </c:pt>
                <c:pt idx="1511">
                  <c:v>0.12243223190307601</c:v>
                </c:pt>
                <c:pt idx="1512">
                  <c:v>3.8450241088867097E-2</c:v>
                </c:pt>
                <c:pt idx="1513">
                  <c:v>-4.5531749725341797E-2</c:v>
                </c:pt>
                <c:pt idx="1514">
                  <c:v>0.440948486328125</c:v>
                </c:pt>
                <c:pt idx="1515">
                  <c:v>0.32102179527282698</c:v>
                </c:pt>
                <c:pt idx="1516">
                  <c:v>0.20109510421752899</c:v>
                </c:pt>
                <c:pt idx="1517">
                  <c:v>6.9227695465087905E-2</c:v>
                </c:pt>
                <c:pt idx="1518">
                  <c:v>0.18847227096557589</c:v>
                </c:pt>
                <c:pt idx="1519">
                  <c:v>0.30771684646606401</c:v>
                </c:pt>
                <c:pt idx="1520">
                  <c:v>0.199958801269531</c:v>
                </c:pt>
                <c:pt idx="1521">
                  <c:v>9.134650230407701E-2</c:v>
                </c:pt>
                <c:pt idx="1522">
                  <c:v>-1.7265796661377002E-2</c:v>
                </c:pt>
                <c:pt idx="1523">
                  <c:v>0.23982000350952101</c:v>
                </c:pt>
                <c:pt idx="1524">
                  <c:v>0.17614793777465801</c:v>
                </c:pt>
                <c:pt idx="1525">
                  <c:v>0.11247587203979501</c:v>
                </c:pt>
                <c:pt idx="1526">
                  <c:v>0.20220947265625</c:v>
                </c:pt>
                <c:pt idx="1527">
                  <c:v>0.17436742782592751</c:v>
                </c:pt>
                <c:pt idx="1528">
                  <c:v>0.146525382995605</c:v>
                </c:pt>
                <c:pt idx="1529">
                  <c:v>-2.6088714599609399E-2</c:v>
                </c:pt>
                <c:pt idx="1530">
                  <c:v>0.1413249969482423</c:v>
                </c:pt>
                <c:pt idx="1531">
                  <c:v>0.30873870849609403</c:v>
                </c:pt>
                <c:pt idx="1532">
                  <c:v>0.243264675140381</c:v>
                </c:pt>
                <c:pt idx="1533">
                  <c:v>0.19770550727844249</c:v>
                </c:pt>
                <c:pt idx="1534">
                  <c:v>0.15214633941650399</c:v>
                </c:pt>
                <c:pt idx="1535">
                  <c:v>0.26794815063476601</c:v>
                </c:pt>
                <c:pt idx="1536">
                  <c:v>0.15529203414917009</c:v>
                </c:pt>
                <c:pt idx="1537">
                  <c:v>4.2635917663574198E-2</c:v>
                </c:pt>
                <c:pt idx="1538">
                  <c:v>0.12755060195922899</c:v>
                </c:pt>
                <c:pt idx="1539">
                  <c:v>0.28978514671325689</c:v>
                </c:pt>
                <c:pt idx="1540">
                  <c:v>0.45201969146728499</c:v>
                </c:pt>
                <c:pt idx="1541">
                  <c:v>7.25750923156738E-2</c:v>
                </c:pt>
                <c:pt idx="1542">
                  <c:v>0.87520321795814926</c:v>
                </c:pt>
                <c:pt idx="1543">
                  <c:v>1.6778313436006249</c:v>
                </c:pt>
                <c:pt idx="1544">
                  <c:v>0.186534404754639</c:v>
                </c:pt>
                <c:pt idx="1545">
                  <c:v>0.12674665451049821</c:v>
                </c:pt>
                <c:pt idx="1546">
                  <c:v>6.6958904266357394E-2</c:v>
                </c:pt>
                <c:pt idx="1547">
                  <c:v>9.2061042785644503E-2</c:v>
                </c:pt>
                <c:pt idx="1548">
                  <c:v>7.5095653533935547E-2</c:v>
                </c:pt>
                <c:pt idx="1549">
                  <c:v>5.8130264282226597E-2</c:v>
                </c:pt>
                <c:pt idx="1550">
                  <c:v>9.07177925109863E-2</c:v>
                </c:pt>
                <c:pt idx="1551">
                  <c:v>0.34340190887451161</c:v>
                </c:pt>
                <c:pt idx="1552">
                  <c:v>0.596086025238037</c:v>
                </c:pt>
                <c:pt idx="1553">
                  <c:v>0.22139692306518599</c:v>
                </c:pt>
                <c:pt idx="1554">
                  <c:v>0.2040252685546875</c:v>
                </c:pt>
                <c:pt idx="1555">
                  <c:v>0.18665361404418901</c:v>
                </c:pt>
                <c:pt idx="1556">
                  <c:v>0.14155817031860399</c:v>
                </c:pt>
                <c:pt idx="1557">
                  <c:v>0.15021634101867701</c:v>
                </c:pt>
                <c:pt idx="1558">
                  <c:v>0.15887451171875</c:v>
                </c:pt>
                <c:pt idx="1559">
                  <c:v>0.16102123260498</c:v>
                </c:pt>
                <c:pt idx="1560">
                  <c:v>0.35883474349975553</c:v>
                </c:pt>
                <c:pt idx="1561">
                  <c:v>0.55664825439453103</c:v>
                </c:pt>
                <c:pt idx="1562">
                  <c:v>-1.8244743347168E-2</c:v>
                </c:pt>
                <c:pt idx="1563">
                  <c:v>0.136953830718994</c:v>
                </c:pt>
                <c:pt idx="1564">
                  <c:v>0.29215240478515597</c:v>
                </c:pt>
                <c:pt idx="1565">
                  <c:v>0.165788173675537</c:v>
                </c:pt>
                <c:pt idx="1566">
                  <c:v>0.3548529148101805</c:v>
                </c:pt>
                <c:pt idx="1567">
                  <c:v>0.543917655944824</c:v>
                </c:pt>
                <c:pt idx="1568">
                  <c:v>7.67974853515625E-2</c:v>
                </c:pt>
                <c:pt idx="1569">
                  <c:v>0.1192243099212647</c:v>
                </c:pt>
                <c:pt idx="1570">
                  <c:v>0.16165113449096699</c:v>
                </c:pt>
                <c:pt idx="1571">
                  <c:v>-4.08740043640137E-2</c:v>
                </c:pt>
                <c:pt idx="1572">
                  <c:v>-2.3673772811889669E-2</c:v>
                </c:pt>
                <c:pt idx="1573">
                  <c:v>-6.4735412597656302E-3</c:v>
                </c:pt>
                <c:pt idx="1574">
                  <c:v>0.44086265563964799</c:v>
                </c:pt>
                <c:pt idx="1575">
                  <c:v>0.40977311134338351</c:v>
                </c:pt>
                <c:pt idx="1576">
                  <c:v>0.37868356704711897</c:v>
                </c:pt>
                <c:pt idx="1577">
                  <c:v>0.48490476608276351</c:v>
                </c:pt>
                <c:pt idx="1578">
                  <c:v>0.59112596511840798</c:v>
                </c:pt>
                <c:pt idx="1579">
                  <c:v>0.49811649322509799</c:v>
                </c:pt>
                <c:pt idx="1580">
                  <c:v>0.39378881454467801</c:v>
                </c:pt>
                <c:pt idx="1581">
                  <c:v>0.28946113586425798</c:v>
                </c:pt>
                <c:pt idx="1582">
                  <c:v>-2.5694847106933601E-2</c:v>
                </c:pt>
                <c:pt idx="1583">
                  <c:v>3.1505346298217753E-2</c:v>
                </c:pt>
                <c:pt idx="1584">
                  <c:v>8.8705539703369099E-2</c:v>
                </c:pt>
                <c:pt idx="1585">
                  <c:v>0.118921756744385</c:v>
                </c:pt>
                <c:pt idx="1586">
                  <c:v>0.36638808250427252</c:v>
                </c:pt>
                <c:pt idx="1587">
                  <c:v>0.61385440826416005</c:v>
                </c:pt>
                <c:pt idx="1588">
                  <c:v>0.322755336761475</c:v>
                </c:pt>
                <c:pt idx="1589">
                  <c:v>0.45161557197570801</c:v>
                </c:pt>
                <c:pt idx="1590">
                  <c:v>0.58047580718994096</c:v>
                </c:pt>
                <c:pt idx="1591">
                  <c:v>6.5439701080322293E-2</c:v>
                </c:pt>
                <c:pt idx="1592">
                  <c:v>0.26977157592773421</c:v>
                </c:pt>
                <c:pt idx="1593">
                  <c:v>0.47410345077514598</c:v>
                </c:pt>
                <c:pt idx="1594">
                  <c:v>0.30249261856079102</c:v>
                </c:pt>
                <c:pt idx="1595">
                  <c:v>0.3025553226470945</c:v>
                </c:pt>
                <c:pt idx="1596">
                  <c:v>0.30261802673339799</c:v>
                </c:pt>
                <c:pt idx="1597">
                  <c:v>6.5783977508544894E-2</c:v>
                </c:pt>
                <c:pt idx="1598">
                  <c:v>0.27493667602539051</c:v>
                </c:pt>
                <c:pt idx="1599">
                  <c:v>0.484089374542236</c:v>
                </c:pt>
                <c:pt idx="1600">
                  <c:v>0.315479755401611</c:v>
                </c:pt>
                <c:pt idx="1601">
                  <c:v>0.2581899166107175</c:v>
                </c:pt>
                <c:pt idx="1602">
                  <c:v>0.200900077819824</c:v>
                </c:pt>
                <c:pt idx="1603">
                  <c:v>0.19343185424804701</c:v>
                </c:pt>
                <c:pt idx="1604">
                  <c:v>0.2353780269622805</c:v>
                </c:pt>
                <c:pt idx="1605">
                  <c:v>0.277324199676514</c:v>
                </c:pt>
                <c:pt idx="1606">
                  <c:v>0.110339164733887</c:v>
                </c:pt>
                <c:pt idx="1607">
                  <c:v>0.28989672660827648</c:v>
                </c:pt>
                <c:pt idx="1608">
                  <c:v>0.46945428848266602</c:v>
                </c:pt>
                <c:pt idx="1609">
                  <c:v>0.20003128051757799</c:v>
                </c:pt>
                <c:pt idx="1610">
                  <c:v>0.35348105430602988</c:v>
                </c:pt>
                <c:pt idx="1611">
                  <c:v>0.50693082809448198</c:v>
                </c:pt>
                <c:pt idx="1612">
                  <c:v>0.57641458511352495</c:v>
                </c:pt>
                <c:pt idx="1613">
                  <c:v>0.33362412452697732</c:v>
                </c:pt>
                <c:pt idx="1614">
                  <c:v>9.0833663940429701E-2</c:v>
                </c:pt>
                <c:pt idx="1615">
                  <c:v>-3.2604217529296903E-2</c:v>
                </c:pt>
                <c:pt idx="1616">
                  <c:v>0.2237191200256346</c:v>
                </c:pt>
                <c:pt idx="1617">
                  <c:v>0.48004245758056602</c:v>
                </c:pt>
                <c:pt idx="1618">
                  <c:v>0.16723203659057601</c:v>
                </c:pt>
                <c:pt idx="1619">
                  <c:v>0.26447892189025851</c:v>
                </c:pt>
                <c:pt idx="1620">
                  <c:v>0.36172580718994102</c:v>
                </c:pt>
                <c:pt idx="1621">
                  <c:v>0.45333528518676802</c:v>
                </c:pt>
                <c:pt idx="1622">
                  <c:v>0.40208458900451699</c:v>
                </c:pt>
                <c:pt idx="1623">
                  <c:v>0.35083389282226601</c:v>
                </c:pt>
                <c:pt idx="1624">
                  <c:v>8.9402675628662095E-2</c:v>
                </c:pt>
                <c:pt idx="1625">
                  <c:v>0.74345424490154899</c:v>
                </c:pt>
                <c:pt idx="1626">
                  <c:v>1.3975058141744361</c:v>
                </c:pt>
                <c:pt idx="1627">
                  <c:v>1.67497718334198</c:v>
                </c:pt>
                <c:pt idx="1628">
                  <c:v>0.99666579564412572</c:v>
                </c:pt>
                <c:pt idx="1629">
                  <c:v>1.589430524544283</c:v>
                </c:pt>
                <c:pt idx="1630">
                  <c:v>1.7711491380419051</c:v>
                </c:pt>
                <c:pt idx="1631">
                  <c:v>1.9246585246494841</c:v>
                </c:pt>
                <c:pt idx="1632">
                  <c:v>1.745091866965246</c:v>
                </c:pt>
                <c:pt idx="1633">
                  <c:v>1.8730387268243021</c:v>
                </c:pt>
                <c:pt idx="1634">
                  <c:v>1.77897035796921</c:v>
                </c:pt>
                <c:pt idx="1635">
                  <c:v>1.866334942479928</c:v>
                </c:pt>
                <c:pt idx="1636">
                  <c:v>1.8437542801811579</c:v>
                </c:pt>
                <c:pt idx="1637">
                  <c:v>1.614503205564507</c:v>
                </c:pt>
                <c:pt idx="1638">
                  <c:v>1.7784836733782741</c:v>
                </c:pt>
                <c:pt idx="1639">
                  <c:v>1.816749871601157</c:v>
                </c:pt>
                <c:pt idx="1640">
                  <c:v>1.6750529891184529</c:v>
                </c:pt>
                <c:pt idx="1641">
                  <c:v>0.67720794677734397</c:v>
                </c:pt>
                <c:pt idx="1642">
                  <c:v>0.172051906585693</c:v>
                </c:pt>
                <c:pt idx="1643">
                  <c:v>1.6680198033650719</c:v>
                </c:pt>
                <c:pt idx="1644">
                  <c:v>1.657557711107978</c:v>
                </c:pt>
                <c:pt idx="1645">
                  <c:v>1.785703258897791</c:v>
                </c:pt>
                <c:pt idx="1646">
                  <c:v>1.8437304565539729</c:v>
                </c:pt>
                <c:pt idx="1647">
                  <c:v>1.7732851498119819</c:v>
                </c:pt>
                <c:pt idx="1648">
                  <c:v>0.58713817596435569</c:v>
                </c:pt>
                <c:pt idx="1649">
                  <c:v>0.22418200969696081</c:v>
                </c:pt>
                <c:pt idx="1650">
                  <c:v>0.54099702835082863</c:v>
                </c:pt>
                <c:pt idx="1651">
                  <c:v>1.738685170481028</c:v>
                </c:pt>
                <c:pt idx="1652">
                  <c:v>1.6796301903083311</c:v>
                </c:pt>
                <c:pt idx="1653">
                  <c:v>1.7999875876155209</c:v>
                </c:pt>
                <c:pt idx="1654">
                  <c:v>1.7326985271301689</c:v>
                </c:pt>
                <c:pt idx="1655">
                  <c:v>1.695757063592618</c:v>
                </c:pt>
                <c:pt idx="1656">
                  <c:v>1.9465278712185941</c:v>
                </c:pt>
                <c:pt idx="1657">
                  <c:v>1.80439740717411</c:v>
                </c:pt>
                <c:pt idx="1658">
                  <c:v>1.856124438895836</c:v>
                </c:pt>
                <c:pt idx="1659">
                  <c:v>1.8553200721740719</c:v>
                </c:pt>
                <c:pt idx="1660">
                  <c:v>1.8293185478601699</c:v>
                </c:pt>
                <c:pt idx="1661">
                  <c:v>1.8642999421376021</c:v>
                </c:pt>
                <c:pt idx="1662">
                  <c:v>1.840573305779315</c:v>
                </c:pt>
                <c:pt idx="1663">
                  <c:v>1.80770059022123</c:v>
                </c:pt>
                <c:pt idx="1664">
                  <c:v>1.7229799390996541</c:v>
                </c:pt>
                <c:pt idx="1665">
                  <c:v>1.814400751392047</c:v>
                </c:pt>
                <c:pt idx="1666">
                  <c:v>1.801836706406577</c:v>
                </c:pt>
                <c:pt idx="1667">
                  <c:v>1.9152193499393151</c:v>
                </c:pt>
                <c:pt idx="1668">
                  <c:v>-3.7916183471679701E-2</c:v>
                </c:pt>
                <c:pt idx="1669">
                  <c:v>1.810252836534193</c:v>
                </c:pt>
                <c:pt idx="1670">
                  <c:v>0.42108964920043901</c:v>
                </c:pt>
                <c:pt idx="1671">
                  <c:v>1.827956011662117</c:v>
                </c:pt>
                <c:pt idx="1672">
                  <c:v>0.72053527832031339</c:v>
                </c:pt>
                <c:pt idx="1673">
                  <c:v>1.7266193484583641</c:v>
                </c:pt>
                <c:pt idx="1674">
                  <c:v>1.798406142619118</c:v>
                </c:pt>
                <c:pt idx="1675">
                  <c:v>1.8386947147881809</c:v>
                </c:pt>
                <c:pt idx="1676">
                  <c:v>1.865335703861376</c:v>
                </c:pt>
                <c:pt idx="1677">
                  <c:v>1.7564905636665049</c:v>
                </c:pt>
                <c:pt idx="1678">
                  <c:v>1.7995283918216629</c:v>
                </c:pt>
                <c:pt idx="1679">
                  <c:v>1.9070332511498109</c:v>
                </c:pt>
                <c:pt idx="1680">
                  <c:v>1.872889260776708</c:v>
                </c:pt>
                <c:pt idx="1681">
                  <c:v>1.872396878574206</c:v>
                </c:pt>
                <c:pt idx="1682">
                  <c:v>1.7065467834472661</c:v>
                </c:pt>
                <c:pt idx="1683">
                  <c:v>1.8689871837270049</c:v>
                </c:pt>
                <c:pt idx="1684">
                  <c:v>1.819287545992744</c:v>
                </c:pt>
                <c:pt idx="1685">
                  <c:v>1.8569319304297951</c:v>
                </c:pt>
                <c:pt idx="1686">
                  <c:v>1.808638406711325</c:v>
                </c:pt>
                <c:pt idx="1687">
                  <c:v>1.871136308726618</c:v>
                </c:pt>
                <c:pt idx="1688">
                  <c:v>1.8838748582429641</c:v>
                </c:pt>
                <c:pt idx="1689">
                  <c:v>1.681147762707301</c:v>
                </c:pt>
                <c:pt idx="1690">
                  <c:v>1.7331534298983491</c:v>
                </c:pt>
                <c:pt idx="1691">
                  <c:v>1.8681186790572859</c:v>
                </c:pt>
                <c:pt idx="1692">
                  <c:v>1.812888366018284</c:v>
                </c:pt>
                <c:pt idx="1693">
                  <c:v>1.880094586732145</c:v>
                </c:pt>
                <c:pt idx="1694">
                  <c:v>1.7248636095778751</c:v>
                </c:pt>
                <c:pt idx="1695">
                  <c:v>1.8595220696382011</c:v>
                </c:pt>
                <c:pt idx="1696">
                  <c:v>1.7944616164216309</c:v>
                </c:pt>
                <c:pt idx="1697">
                  <c:v>1.594266874274028</c:v>
                </c:pt>
                <c:pt idx="1698">
                  <c:v>1.820160054599538</c:v>
                </c:pt>
                <c:pt idx="1699">
                  <c:v>1.766557769460992</c:v>
                </c:pt>
                <c:pt idx="1700">
                  <c:v>1.8551341632086189</c:v>
                </c:pt>
                <c:pt idx="1701">
                  <c:v>1.788251273248388</c:v>
                </c:pt>
                <c:pt idx="1702">
                  <c:v>1.909347219060558</c:v>
                </c:pt>
                <c:pt idx="1703">
                  <c:v>1.835832121148931</c:v>
                </c:pt>
                <c:pt idx="1704">
                  <c:v>1.8617535661716771</c:v>
                </c:pt>
                <c:pt idx="1705">
                  <c:v>1.8344578570975569</c:v>
                </c:pt>
                <c:pt idx="1706">
                  <c:v>1.8824026217049219</c:v>
                </c:pt>
                <c:pt idx="1707">
                  <c:v>1.810093081787298</c:v>
                </c:pt>
                <c:pt idx="1708">
                  <c:v>1.873983803652139</c:v>
                </c:pt>
                <c:pt idx="1709">
                  <c:v>1.818546589883119</c:v>
                </c:pt>
                <c:pt idx="1710">
                  <c:v>1.804583298936286</c:v>
                </c:pt>
                <c:pt idx="1711">
                  <c:v>1.8250716978265329</c:v>
                </c:pt>
                <c:pt idx="1712">
                  <c:v>1.8534860370978219</c:v>
                </c:pt>
                <c:pt idx="1713">
                  <c:v>1.8261513160998379</c:v>
                </c:pt>
                <c:pt idx="1714">
                  <c:v>1.897063376539845</c:v>
                </c:pt>
                <c:pt idx="1715">
                  <c:v>1.803008511871053</c:v>
                </c:pt>
                <c:pt idx="1716">
                  <c:v>1.8300779173883159</c:v>
                </c:pt>
                <c:pt idx="1717">
                  <c:v>1.7614160402234631</c:v>
                </c:pt>
                <c:pt idx="1718">
                  <c:v>1.7191582419107689</c:v>
                </c:pt>
                <c:pt idx="1719">
                  <c:v>1.729965642920207</c:v>
                </c:pt>
                <c:pt idx="1720">
                  <c:v>1.740773043929646</c:v>
                </c:pt>
                <c:pt idx="1721">
                  <c:v>1.878749406543271</c:v>
                </c:pt>
                <c:pt idx="1722">
                  <c:v>1.8270226901685691</c:v>
                </c:pt>
                <c:pt idx="1723">
                  <c:v>1.7105032725939679</c:v>
                </c:pt>
                <c:pt idx="1724">
                  <c:v>1.890109665774945</c:v>
                </c:pt>
                <c:pt idx="1725">
                  <c:v>1.783369468666657</c:v>
                </c:pt>
                <c:pt idx="1726">
                  <c:v>1.893973220596521</c:v>
                </c:pt>
                <c:pt idx="1727">
                  <c:v>1.8686527581050481</c:v>
                </c:pt>
                <c:pt idx="1728">
                  <c:v>1.8142466772170289</c:v>
                </c:pt>
                <c:pt idx="1729">
                  <c:v>1.8482330580280251</c:v>
                </c:pt>
                <c:pt idx="1730">
                  <c:v>1.8376546082238261</c:v>
                </c:pt>
                <c:pt idx="1731">
                  <c:v>1.81374914030875</c:v>
                </c:pt>
                <c:pt idx="1732">
                  <c:v>1.815775291658543</c:v>
                </c:pt>
                <c:pt idx="1733">
                  <c:v>1.835474492645264</c:v>
                </c:pt>
                <c:pt idx="1734">
                  <c:v>1.889559169313801</c:v>
                </c:pt>
                <c:pt idx="1735">
                  <c:v>1.866534498150789</c:v>
                </c:pt>
                <c:pt idx="1736">
                  <c:v>1.83295990401552</c:v>
                </c:pt>
                <c:pt idx="1737">
                  <c:v>1.6276582263190029</c:v>
                </c:pt>
                <c:pt idx="1738">
                  <c:v>1.659773017254826</c:v>
                </c:pt>
                <c:pt idx="1739">
                  <c:v>1.6086248712676561</c:v>
                </c:pt>
                <c:pt idx="1740">
                  <c:v>1.7255160384193591</c:v>
                </c:pt>
                <c:pt idx="1741">
                  <c:v>1.828038032923903</c:v>
                </c:pt>
                <c:pt idx="1742">
                  <c:v>1.8806600165270599</c:v>
                </c:pt>
                <c:pt idx="1743">
                  <c:v>1.755990800403413</c:v>
                </c:pt>
                <c:pt idx="1744">
                  <c:v>1.7734206011161691</c:v>
                </c:pt>
                <c:pt idx="1745">
                  <c:v>1.8090148123965899</c:v>
                </c:pt>
                <c:pt idx="1746">
                  <c:v>1.8808827299111299</c:v>
                </c:pt>
                <c:pt idx="1747">
                  <c:v>1.692402586300302</c:v>
                </c:pt>
                <c:pt idx="1748">
                  <c:v>1.7977492813752081</c:v>
                </c:pt>
                <c:pt idx="1749">
                  <c:v>1.5858606478373209</c:v>
                </c:pt>
                <c:pt idx="1750">
                  <c:v>1.791600150826536</c:v>
                </c:pt>
                <c:pt idx="1751">
                  <c:v>1.831464192065914</c:v>
                </c:pt>
                <c:pt idx="1752">
                  <c:v>1.848895584290533</c:v>
                </c:pt>
                <c:pt idx="1753">
                  <c:v>1.9175463736651339</c:v>
                </c:pt>
                <c:pt idx="1754">
                  <c:v>1.834173704976233</c:v>
                </c:pt>
                <c:pt idx="1755">
                  <c:v>1.7675203409194951</c:v>
                </c:pt>
                <c:pt idx="1756">
                  <c:v>1.894123540797704</c:v>
                </c:pt>
                <c:pt idx="1757">
                  <c:v>1.8707080321609471</c:v>
                </c:pt>
                <c:pt idx="1758">
                  <c:v>1.7874934257306929</c:v>
                </c:pt>
                <c:pt idx="1759">
                  <c:v>1.7923803087323911</c:v>
                </c:pt>
                <c:pt idx="1760">
                  <c:v>1.8189606859714169</c:v>
                </c:pt>
                <c:pt idx="1761">
                  <c:v>1.647025627002382</c:v>
                </c:pt>
                <c:pt idx="1762">
                  <c:v>1.739882388146095</c:v>
                </c:pt>
                <c:pt idx="1763">
                  <c:v>1.5681911375787529</c:v>
                </c:pt>
                <c:pt idx="1764">
                  <c:v>1.737551401456197</c:v>
                </c:pt>
                <c:pt idx="1765">
                  <c:v>1.757504210414657</c:v>
                </c:pt>
                <c:pt idx="1766">
                  <c:v>1.765078039564324</c:v>
                </c:pt>
                <c:pt idx="1767">
                  <c:v>1.805103604188363</c:v>
                </c:pt>
                <c:pt idx="1768">
                  <c:v>1.831354403423759</c:v>
                </c:pt>
                <c:pt idx="1769">
                  <c:v>1.7226594571144349</c:v>
                </c:pt>
                <c:pt idx="1770">
                  <c:v>1.805652049624866</c:v>
                </c:pt>
                <c:pt idx="1771">
                  <c:v>1.691219390365126</c:v>
                </c:pt>
                <c:pt idx="1772">
                  <c:v>1.738235202180334</c:v>
                </c:pt>
                <c:pt idx="1773">
                  <c:v>1.7175654854437321</c:v>
                </c:pt>
                <c:pt idx="1774">
                  <c:v>0.76926364898681565</c:v>
                </c:pt>
                <c:pt idx="1775">
                  <c:v>1.8582465206493031</c:v>
                </c:pt>
                <c:pt idx="1776">
                  <c:v>1.8461042826216489</c:v>
                </c:pt>
                <c:pt idx="1777">
                  <c:v>1.7708829728897011</c:v>
                </c:pt>
                <c:pt idx="1778">
                  <c:v>1.834100524093879</c:v>
                </c:pt>
                <c:pt idx="1779">
                  <c:v>1.837477188070112</c:v>
                </c:pt>
                <c:pt idx="1780">
                  <c:v>1.9091736613296151</c:v>
                </c:pt>
                <c:pt idx="1781">
                  <c:v>1.922965530213856</c:v>
                </c:pt>
                <c:pt idx="1782">
                  <c:v>1.8905730602757029</c:v>
                </c:pt>
                <c:pt idx="1783">
                  <c:v>1.829386638037523</c:v>
                </c:pt>
                <c:pt idx="1784">
                  <c:v>0.38427686691284202</c:v>
                </c:pt>
                <c:pt idx="1785">
                  <c:v>0.45206999778747547</c:v>
                </c:pt>
                <c:pt idx="1786">
                  <c:v>0.51986312866210904</c:v>
                </c:pt>
                <c:pt idx="1787">
                  <c:v>0.53425359725952104</c:v>
                </c:pt>
                <c:pt idx="1788">
                  <c:v>0.39211940765380848</c:v>
                </c:pt>
                <c:pt idx="1789">
                  <c:v>0.24998521804809601</c:v>
                </c:pt>
                <c:pt idx="1790">
                  <c:v>7.98993110656738E-2</c:v>
                </c:pt>
                <c:pt idx="1791">
                  <c:v>7.4547052383422852E-2</c:v>
                </c:pt>
                <c:pt idx="1792">
                  <c:v>6.9194793701171903E-2</c:v>
                </c:pt>
                <c:pt idx="1793">
                  <c:v>0.57270812988281306</c:v>
                </c:pt>
                <c:pt idx="1794">
                  <c:v>0.2814977169036868</c:v>
                </c:pt>
                <c:pt idx="1795">
                  <c:v>-9.7126960754394497E-3</c:v>
                </c:pt>
                <c:pt idx="1796">
                  <c:v>0.22143936157226601</c:v>
                </c:pt>
                <c:pt idx="1797">
                  <c:v>0.15596389770507829</c:v>
                </c:pt>
                <c:pt idx="1798">
                  <c:v>9.0488433837890597E-2</c:v>
                </c:pt>
                <c:pt idx="1799">
                  <c:v>0.23306655883789101</c:v>
                </c:pt>
                <c:pt idx="1800">
                  <c:v>0.41725468635559099</c:v>
                </c:pt>
                <c:pt idx="1801">
                  <c:v>0.60144281387329102</c:v>
                </c:pt>
                <c:pt idx="1802">
                  <c:v>0.442028999328613</c:v>
                </c:pt>
                <c:pt idx="1803">
                  <c:v>0.25959563255310047</c:v>
                </c:pt>
                <c:pt idx="1804">
                  <c:v>7.7162265777587905E-2</c:v>
                </c:pt>
                <c:pt idx="1805">
                  <c:v>0.49993371963500999</c:v>
                </c:pt>
                <c:pt idx="1806">
                  <c:v>0.31289696693420399</c:v>
                </c:pt>
                <c:pt idx="1807">
                  <c:v>0.12586021423339799</c:v>
                </c:pt>
                <c:pt idx="1808">
                  <c:v>0.11153745651245089</c:v>
                </c:pt>
                <c:pt idx="1809">
                  <c:v>9.7214698791503906E-2</c:v>
                </c:pt>
                <c:pt idx="1810">
                  <c:v>2.5478363037109399E-2</c:v>
                </c:pt>
                <c:pt idx="1811">
                  <c:v>0.1528539657592772</c:v>
                </c:pt>
                <c:pt idx="1812">
                  <c:v>0.28022956848144498</c:v>
                </c:pt>
                <c:pt idx="1813">
                  <c:v>0.24969863891601601</c:v>
                </c:pt>
                <c:pt idx="1814">
                  <c:v>0.28980088233947748</c:v>
                </c:pt>
                <c:pt idx="1815">
                  <c:v>0.32990312576293901</c:v>
                </c:pt>
                <c:pt idx="1816">
                  <c:v>1.2790203094482399E-2</c:v>
                </c:pt>
                <c:pt idx="1817">
                  <c:v>0.1120173931121827</c:v>
                </c:pt>
                <c:pt idx="1818">
                  <c:v>0.21124458312988301</c:v>
                </c:pt>
                <c:pt idx="1819">
                  <c:v>0.49272346496581998</c:v>
                </c:pt>
                <c:pt idx="1820">
                  <c:v>0.4507932662963865</c:v>
                </c:pt>
                <c:pt idx="1821">
                  <c:v>0.40886306762695301</c:v>
                </c:pt>
                <c:pt idx="1822">
                  <c:v>7.0577144622802707E-2</c:v>
                </c:pt>
                <c:pt idx="1823">
                  <c:v>3.1864643096923807E-2</c:v>
                </c:pt>
                <c:pt idx="1824">
                  <c:v>-6.8478584289550799E-3</c:v>
                </c:pt>
                <c:pt idx="1825">
                  <c:v>0.46012926101684598</c:v>
                </c:pt>
                <c:pt idx="1826">
                  <c:v>0.29914832115173351</c:v>
                </c:pt>
                <c:pt idx="1827">
                  <c:v>0.13816738128662101</c:v>
                </c:pt>
                <c:pt idx="1828">
                  <c:v>0.23989057540893599</c:v>
                </c:pt>
                <c:pt idx="1829">
                  <c:v>0.28980517387390148</c:v>
                </c:pt>
                <c:pt idx="1830">
                  <c:v>0.33971977233886702</c:v>
                </c:pt>
                <c:pt idx="1831">
                  <c:v>0.43231439590454102</c:v>
                </c:pt>
                <c:pt idx="1832">
                  <c:v>0.42123460769653298</c:v>
                </c:pt>
                <c:pt idx="1833">
                  <c:v>0.410154819488525</c:v>
                </c:pt>
                <c:pt idx="1834">
                  <c:v>0.103842258453369</c:v>
                </c:pt>
                <c:pt idx="1835">
                  <c:v>0.11058926582336399</c:v>
                </c:pt>
                <c:pt idx="1836">
                  <c:v>0.117336273193359</c:v>
                </c:pt>
                <c:pt idx="1837">
                  <c:v>0.20013046264648399</c:v>
                </c:pt>
                <c:pt idx="1838">
                  <c:v>0.24552035331726049</c:v>
                </c:pt>
                <c:pt idx="1839">
                  <c:v>0.290910243988037</c:v>
                </c:pt>
                <c:pt idx="1840">
                  <c:v>0.30709171295165999</c:v>
                </c:pt>
                <c:pt idx="1841">
                  <c:v>0.25112056732177751</c:v>
                </c:pt>
                <c:pt idx="1842">
                  <c:v>0.195149421691895</c:v>
                </c:pt>
                <c:pt idx="1843">
                  <c:v>4.6158313751220703E-2</c:v>
                </c:pt>
                <c:pt idx="1844">
                  <c:v>0.21469902992248541</c:v>
                </c:pt>
                <c:pt idx="1845">
                  <c:v>0.38323974609375</c:v>
                </c:pt>
                <c:pt idx="1846">
                  <c:v>0.34643363952636702</c:v>
                </c:pt>
                <c:pt idx="1847">
                  <c:v>0.18367910385131819</c:v>
                </c:pt>
                <c:pt idx="1848">
                  <c:v>2.09245681762695E-2</c:v>
                </c:pt>
                <c:pt idx="1849">
                  <c:v>0.33755922317504899</c:v>
                </c:pt>
                <c:pt idx="1850">
                  <c:v>0.32511878013610851</c:v>
                </c:pt>
                <c:pt idx="1851">
                  <c:v>0.31267833709716802</c:v>
                </c:pt>
                <c:pt idx="1852">
                  <c:v>0.16432094573974601</c:v>
                </c:pt>
                <c:pt idx="1853">
                  <c:v>0.38062977790832497</c:v>
                </c:pt>
                <c:pt idx="1854">
                  <c:v>0.59693861007690396</c:v>
                </c:pt>
                <c:pt idx="1855">
                  <c:v>9.37957763671875E-2</c:v>
                </c:pt>
                <c:pt idx="1856">
                  <c:v>0.12708353996276869</c:v>
                </c:pt>
                <c:pt idx="1857">
                  <c:v>0.16037130355835</c:v>
                </c:pt>
                <c:pt idx="1858">
                  <c:v>0.111741065979004</c:v>
                </c:pt>
                <c:pt idx="1859">
                  <c:v>7.8559875488281306E-2</c:v>
                </c:pt>
                <c:pt idx="1860">
                  <c:v>4.5378684997558601E-2</c:v>
                </c:pt>
                <c:pt idx="1861">
                  <c:v>0.40366363525390597</c:v>
                </c:pt>
                <c:pt idx="1862">
                  <c:v>0.34604239463806152</c:v>
                </c:pt>
                <c:pt idx="1863">
                  <c:v>0.28842115402221702</c:v>
                </c:pt>
                <c:pt idx="1864">
                  <c:v>9.9917888641357394E-2</c:v>
                </c:pt>
                <c:pt idx="1865">
                  <c:v>7.6189517974853502E-2</c:v>
                </c:pt>
                <c:pt idx="1866">
                  <c:v>5.2461147308349602E-2</c:v>
                </c:pt>
                <c:pt idx="1867">
                  <c:v>-7.7571868896484401E-3</c:v>
                </c:pt>
                <c:pt idx="1868">
                  <c:v>0.22803401947021479</c:v>
                </c:pt>
                <c:pt idx="1869">
                  <c:v>0.46382522583007801</c:v>
                </c:pt>
                <c:pt idx="1870">
                  <c:v>0.278578281402588</c:v>
                </c:pt>
                <c:pt idx="1871">
                  <c:v>0.2912251949310305</c:v>
                </c:pt>
                <c:pt idx="1872">
                  <c:v>0.30387210845947299</c:v>
                </c:pt>
                <c:pt idx="1873">
                  <c:v>0.42223644256591802</c:v>
                </c:pt>
                <c:pt idx="1874">
                  <c:v>0.2181665897369385</c:v>
                </c:pt>
                <c:pt idx="1875">
                  <c:v>1.4096736907959E-2</c:v>
                </c:pt>
                <c:pt idx="1876">
                  <c:v>0.174511909484863</c:v>
                </c:pt>
                <c:pt idx="1877">
                  <c:v>0.22915816307067849</c:v>
                </c:pt>
                <c:pt idx="1878">
                  <c:v>0.28380441665649397</c:v>
                </c:pt>
                <c:pt idx="1879">
                  <c:v>0.36894035339355502</c:v>
                </c:pt>
                <c:pt idx="1880">
                  <c:v>0.48162269592285151</c:v>
                </c:pt>
                <c:pt idx="1881">
                  <c:v>0.59430503845214799</c:v>
                </c:pt>
                <c:pt idx="1882">
                  <c:v>0.311068534851074</c:v>
                </c:pt>
                <c:pt idx="1883">
                  <c:v>0.27432179450988747</c:v>
                </c:pt>
                <c:pt idx="1884">
                  <c:v>0.23757505416870101</c:v>
                </c:pt>
                <c:pt idx="1885">
                  <c:v>0.58764839172363303</c:v>
                </c:pt>
                <c:pt idx="1886">
                  <c:v>0.42243599891662598</c:v>
                </c:pt>
                <c:pt idx="1887">
                  <c:v>0.25722360610961897</c:v>
                </c:pt>
                <c:pt idx="1888">
                  <c:v>0.24560499191284199</c:v>
                </c:pt>
                <c:pt idx="1889">
                  <c:v>0.24960231781005851</c:v>
                </c:pt>
                <c:pt idx="1890">
                  <c:v>0.253599643707275</c:v>
                </c:pt>
                <c:pt idx="1891">
                  <c:v>9.4651222229003906E-2</c:v>
                </c:pt>
                <c:pt idx="1892">
                  <c:v>8.2527637481689453E-2</c:v>
                </c:pt>
                <c:pt idx="1893">
                  <c:v>7.0404052734375E-2</c:v>
                </c:pt>
                <c:pt idx="1894">
                  <c:v>0.66046905517578103</c:v>
                </c:pt>
                <c:pt idx="1895">
                  <c:v>0.32340550422668451</c:v>
                </c:pt>
                <c:pt idx="1896">
                  <c:v>-1.3658046722412101E-2</c:v>
                </c:pt>
                <c:pt idx="1897">
                  <c:v>0.52332353591918901</c:v>
                </c:pt>
                <c:pt idx="1898">
                  <c:v>0.40069770812988248</c:v>
                </c:pt>
                <c:pt idx="1899">
                  <c:v>0.27807188034057601</c:v>
                </c:pt>
                <c:pt idx="1900">
                  <c:v>0.30219936370849598</c:v>
                </c:pt>
                <c:pt idx="1901">
                  <c:v>0.13018894195556641</c:v>
                </c:pt>
                <c:pt idx="1902">
                  <c:v>-4.1821479797363302E-2</c:v>
                </c:pt>
                <c:pt idx="1903">
                  <c:v>2.2057294845581051E-2</c:v>
                </c:pt>
                <c:pt idx="1904">
                  <c:v>8.5936069488525405E-2</c:v>
                </c:pt>
                <c:pt idx="1905">
                  <c:v>0.503123760223389</c:v>
                </c:pt>
                <c:pt idx="1906">
                  <c:v>0.40490007400512701</c:v>
                </c:pt>
                <c:pt idx="1907">
                  <c:v>0.30667638778686501</c:v>
                </c:pt>
                <c:pt idx="1908">
                  <c:v>8.3144187927246094E-2</c:v>
                </c:pt>
                <c:pt idx="1909">
                  <c:v>0.20004868507385251</c:v>
                </c:pt>
                <c:pt idx="1910">
                  <c:v>0.31695318222045898</c:v>
                </c:pt>
                <c:pt idx="1911">
                  <c:v>-3.5336017608642599E-2</c:v>
                </c:pt>
                <c:pt idx="1912">
                  <c:v>-1.6111850738525401E-2</c:v>
                </c:pt>
                <c:pt idx="1913">
                  <c:v>3.1123161315917999E-3</c:v>
                </c:pt>
                <c:pt idx="1914">
                  <c:v>0.103717803955078</c:v>
                </c:pt>
                <c:pt idx="1915">
                  <c:v>0.299878120422363</c:v>
                </c:pt>
                <c:pt idx="1916">
                  <c:v>0.49603843688964799</c:v>
                </c:pt>
                <c:pt idx="1917">
                  <c:v>0.27919244766235402</c:v>
                </c:pt>
                <c:pt idx="1918">
                  <c:v>0.2991082668304445</c:v>
                </c:pt>
                <c:pt idx="1919">
                  <c:v>0.31902408599853499</c:v>
                </c:pt>
                <c:pt idx="1920">
                  <c:v>0.29657793045043901</c:v>
                </c:pt>
                <c:pt idx="1921">
                  <c:v>0.1797358989715574</c:v>
                </c:pt>
                <c:pt idx="1922">
                  <c:v>6.2893867492675795E-2</c:v>
                </c:pt>
                <c:pt idx="1923">
                  <c:v>-1.6762256622314502E-2</c:v>
                </c:pt>
                <c:pt idx="1924">
                  <c:v>5.5685758590698249E-2</c:v>
                </c:pt>
                <c:pt idx="1925">
                  <c:v>0.12813377380371099</c:v>
                </c:pt>
                <c:pt idx="1926">
                  <c:v>0.43739414215087902</c:v>
                </c:pt>
                <c:pt idx="1927">
                  <c:v>0.35927009582519548</c:v>
                </c:pt>
                <c:pt idx="1928">
                  <c:v>0.281146049499512</c:v>
                </c:pt>
                <c:pt idx="1929">
                  <c:v>0.54071044921875</c:v>
                </c:pt>
                <c:pt idx="1930">
                  <c:v>0.41728043556213401</c:v>
                </c:pt>
                <c:pt idx="1931">
                  <c:v>0.29385042190551802</c:v>
                </c:pt>
                <c:pt idx="1932">
                  <c:v>-4.5027732849121102E-3</c:v>
                </c:pt>
                <c:pt idx="1933">
                  <c:v>6.2153339385986439E-2</c:v>
                </c:pt>
                <c:pt idx="1934">
                  <c:v>0.12880945205688499</c:v>
                </c:pt>
                <c:pt idx="1935">
                  <c:v>0.35775232315063499</c:v>
                </c:pt>
                <c:pt idx="1936">
                  <c:v>0.31498122215271002</c:v>
                </c:pt>
                <c:pt idx="1937">
                  <c:v>0.27221012115478499</c:v>
                </c:pt>
                <c:pt idx="1938">
                  <c:v>4.7005653381347698E-2</c:v>
                </c:pt>
                <c:pt idx="1939">
                  <c:v>7.5556993484496848E-2</c:v>
                </c:pt>
                <c:pt idx="1940">
                  <c:v>0.104108333587646</c:v>
                </c:pt>
                <c:pt idx="1941">
                  <c:v>0.30904340744018599</c:v>
                </c:pt>
                <c:pt idx="1942">
                  <c:v>0.18391728401184099</c:v>
                </c:pt>
                <c:pt idx="1943">
                  <c:v>5.8791160583496101E-2</c:v>
                </c:pt>
                <c:pt idx="1944">
                  <c:v>0.30605459213256803</c:v>
                </c:pt>
                <c:pt idx="1945">
                  <c:v>0.21294021606445299</c:v>
                </c:pt>
                <c:pt idx="1946">
                  <c:v>0.119825839996338</c:v>
                </c:pt>
                <c:pt idx="1947">
                  <c:v>0.33183956146240201</c:v>
                </c:pt>
                <c:pt idx="1948">
                  <c:v>0.30651950836181602</c:v>
                </c:pt>
                <c:pt idx="1949">
                  <c:v>0.28119945526123002</c:v>
                </c:pt>
                <c:pt idx="1950">
                  <c:v>-4.0981292724609403E-2</c:v>
                </c:pt>
                <c:pt idx="1951">
                  <c:v>-4.3565750122070347E-2</c:v>
                </c:pt>
                <c:pt idx="1952">
                  <c:v>-4.6150207519531299E-2</c:v>
                </c:pt>
                <c:pt idx="1953">
                  <c:v>3.4903049468994099E-2</c:v>
                </c:pt>
                <c:pt idx="1954">
                  <c:v>0.17964625358581551</c:v>
                </c:pt>
                <c:pt idx="1955">
                  <c:v>0.324389457702637</c:v>
                </c:pt>
                <c:pt idx="1956">
                  <c:v>0.39386415481567399</c:v>
                </c:pt>
                <c:pt idx="1957">
                  <c:v>0.26250576972961448</c:v>
                </c:pt>
                <c:pt idx="1958">
                  <c:v>0.13114738464355499</c:v>
                </c:pt>
                <c:pt idx="1959">
                  <c:v>-2.6206493377685498E-2</c:v>
                </c:pt>
                <c:pt idx="1960">
                  <c:v>0.14896321296691881</c:v>
                </c:pt>
                <c:pt idx="1961">
                  <c:v>0.32413291931152299</c:v>
                </c:pt>
                <c:pt idx="1962">
                  <c:v>0.607832431793213</c:v>
                </c:pt>
                <c:pt idx="1963">
                  <c:v>0.45222234725952148</c:v>
                </c:pt>
                <c:pt idx="1964">
                  <c:v>0.29661226272583002</c:v>
                </c:pt>
                <c:pt idx="1965">
                  <c:v>0.30917453765869102</c:v>
                </c:pt>
                <c:pt idx="1966">
                  <c:v>0.32078719139099099</c:v>
                </c:pt>
                <c:pt idx="1967">
                  <c:v>0.33239984512329102</c:v>
                </c:pt>
                <c:pt idx="1968">
                  <c:v>-8.4462165832519497E-3</c:v>
                </c:pt>
                <c:pt idx="1969">
                  <c:v>0.12546086311340349</c:v>
                </c:pt>
                <c:pt idx="1970">
                  <c:v>0.25936794281005898</c:v>
                </c:pt>
                <c:pt idx="1971">
                  <c:v>0.16183519363403301</c:v>
                </c:pt>
                <c:pt idx="1972">
                  <c:v>0.19549512863159149</c:v>
                </c:pt>
                <c:pt idx="1973">
                  <c:v>0.22915506362915</c:v>
                </c:pt>
                <c:pt idx="1974">
                  <c:v>0.204977512359619</c:v>
                </c:pt>
                <c:pt idx="1975">
                  <c:v>9.4850063323974554E-2</c:v>
                </c:pt>
                <c:pt idx="1976">
                  <c:v>-1.5277385711669899E-2</c:v>
                </c:pt>
                <c:pt idx="1977">
                  <c:v>0.59411573410034202</c:v>
                </c:pt>
                <c:pt idx="1978">
                  <c:v>0.35651993751525901</c:v>
                </c:pt>
                <c:pt idx="1979">
                  <c:v>0.118924140930176</c:v>
                </c:pt>
                <c:pt idx="1980">
                  <c:v>0.26098823547363298</c:v>
                </c:pt>
                <c:pt idx="1981">
                  <c:v>0.231832981109619</c:v>
                </c:pt>
                <c:pt idx="1982">
                  <c:v>0.202677726745605</c:v>
                </c:pt>
                <c:pt idx="1983">
                  <c:v>0.30125808715820301</c:v>
                </c:pt>
                <c:pt idx="1984">
                  <c:v>0.14162755012512199</c:v>
                </c:pt>
                <c:pt idx="1985">
                  <c:v>-1.8002986907959002E-2</c:v>
                </c:pt>
                <c:pt idx="1986">
                  <c:v>1.848605725500319</c:v>
                </c:pt>
                <c:pt idx="1987">
                  <c:v>1.727983188629151</c:v>
                </c:pt>
                <c:pt idx="1988">
                  <c:v>1.7730924407641091</c:v>
                </c:pt>
                <c:pt idx="1989">
                  <c:v>1.727629139616683</c:v>
                </c:pt>
                <c:pt idx="1990">
                  <c:v>1.726129227539831</c:v>
                </c:pt>
                <c:pt idx="1991">
                  <c:v>1.7246293154629799</c:v>
                </c:pt>
                <c:pt idx="1992">
                  <c:v>0.61227401097615564</c:v>
                </c:pt>
                <c:pt idx="1993">
                  <c:v>0.28418866793314618</c:v>
                </c:pt>
                <c:pt idx="1994">
                  <c:v>-4.3896675109863302E-2</c:v>
                </c:pt>
                <c:pt idx="1995">
                  <c:v>1.44679546356201E-2</c:v>
                </c:pt>
                <c:pt idx="1996">
                  <c:v>7.2832584381103502E-2</c:v>
                </c:pt>
                <c:pt idx="1997">
                  <c:v>0.54314517974853505</c:v>
                </c:pt>
                <c:pt idx="1998">
                  <c:v>0.42046904563903797</c:v>
                </c:pt>
                <c:pt idx="1999">
                  <c:v>0.29779291152954102</c:v>
                </c:pt>
                <c:pt idx="2000">
                  <c:v>0.15901756286621099</c:v>
                </c:pt>
                <c:pt idx="2001">
                  <c:v>0.20580339431762701</c:v>
                </c:pt>
                <c:pt idx="2002">
                  <c:v>0.25258922576904302</c:v>
                </c:pt>
                <c:pt idx="2003">
                  <c:v>0.53688716888427701</c:v>
                </c:pt>
                <c:pt idx="2004">
                  <c:v>0.33870458602905251</c:v>
                </c:pt>
                <c:pt idx="2005">
                  <c:v>0.14052200317382799</c:v>
                </c:pt>
                <c:pt idx="2006">
                  <c:v>0.21384096145629899</c:v>
                </c:pt>
                <c:pt idx="2007">
                  <c:v>0.1012585163116456</c:v>
                </c:pt>
                <c:pt idx="2008">
                  <c:v>-1.13239288330078E-2</c:v>
                </c:pt>
                <c:pt idx="2009">
                  <c:v>0.22080802917480499</c:v>
                </c:pt>
                <c:pt idx="2010">
                  <c:v>1.7192069549186551</c:v>
                </c:pt>
                <c:pt idx="2011">
                  <c:v>1.706079216178404</c:v>
                </c:pt>
                <c:pt idx="2012">
                  <c:v>1.7961646807499421</c:v>
                </c:pt>
                <c:pt idx="2013">
                  <c:v>1.867644503712655</c:v>
                </c:pt>
                <c:pt idx="2014">
                  <c:v>1.8234557710735999</c:v>
                </c:pt>
                <c:pt idx="2015">
                  <c:v>1.774121225797213</c:v>
                </c:pt>
                <c:pt idx="2016">
                  <c:v>1.83606839254732</c:v>
                </c:pt>
                <c:pt idx="2017">
                  <c:v>1.920539629632148</c:v>
                </c:pt>
                <c:pt idx="2018">
                  <c:v>1.8172610479620011</c:v>
                </c:pt>
                <c:pt idx="2019">
                  <c:v>1.7256541317456391</c:v>
                </c:pt>
                <c:pt idx="2020">
                  <c:v>1.6591900712565371</c:v>
                </c:pt>
                <c:pt idx="2021">
                  <c:v>1.7551604684416231</c:v>
                </c:pt>
                <c:pt idx="2022">
                  <c:v>1.803515271482796</c:v>
                </c:pt>
                <c:pt idx="2023">
                  <c:v>1.7545671794149611</c:v>
                </c:pt>
                <c:pt idx="2024">
                  <c:v>1.84494700315522</c:v>
                </c:pt>
                <c:pt idx="2025">
                  <c:v>1.78080055994146</c:v>
                </c:pt>
                <c:pt idx="2026">
                  <c:v>1.6872878784829</c:v>
                </c:pt>
                <c:pt idx="2027">
                  <c:v>1.7319806978847441</c:v>
                </c:pt>
                <c:pt idx="2028">
                  <c:v>1.685276060596878</c:v>
                </c:pt>
                <c:pt idx="2029">
                  <c:v>1.7186403274536139</c:v>
                </c:pt>
                <c:pt idx="2030">
                  <c:v>1.808843217855292</c:v>
                </c:pt>
                <c:pt idx="2031">
                  <c:v>1.831659292493548</c:v>
                </c:pt>
                <c:pt idx="2032">
                  <c:v>1.784328726254977</c:v>
                </c:pt>
                <c:pt idx="2033">
                  <c:v>1.7365391222293169</c:v>
                </c:pt>
                <c:pt idx="2034">
                  <c:v>1.8580767417622499</c:v>
                </c:pt>
                <c:pt idx="2035">
                  <c:v>1.8496021881602169</c:v>
                </c:pt>
                <c:pt idx="2036">
                  <c:v>1.8337093242200979</c:v>
                </c:pt>
                <c:pt idx="2037">
                  <c:v>1.904528592651636</c:v>
                </c:pt>
                <c:pt idx="2038">
                  <c:v>1.8519470826634821</c:v>
                </c:pt>
                <c:pt idx="2039">
                  <c:v>1.5526039215826219</c:v>
                </c:pt>
                <c:pt idx="2040">
                  <c:v>1.8678736323198399</c:v>
                </c:pt>
                <c:pt idx="2041">
                  <c:v>1.8583572973375739</c:v>
                </c:pt>
                <c:pt idx="2042">
                  <c:v>1.837011243543055</c:v>
                </c:pt>
                <c:pt idx="2043">
                  <c:v>1.8391568988481299</c:v>
                </c:pt>
                <c:pt idx="2044">
                  <c:v>1.67192084590594</c:v>
                </c:pt>
                <c:pt idx="2045">
                  <c:v>1.838574075456803</c:v>
                </c:pt>
                <c:pt idx="2046">
                  <c:v>1.7141223545222319</c:v>
                </c:pt>
                <c:pt idx="2047">
                  <c:v>1.74137559975728</c:v>
                </c:pt>
                <c:pt idx="2048">
                  <c:v>1.8873105980884071</c:v>
                </c:pt>
                <c:pt idx="2049">
                  <c:v>1.8155551008276041</c:v>
                </c:pt>
                <c:pt idx="2050">
                  <c:v>1.9104524961737701</c:v>
                </c:pt>
                <c:pt idx="2051">
                  <c:v>1.712962042717707</c:v>
                </c:pt>
                <c:pt idx="2052">
                  <c:v>1.830015755318976</c:v>
                </c:pt>
                <c:pt idx="2053">
                  <c:v>1.851152972972139</c:v>
                </c:pt>
                <c:pt idx="2054">
                  <c:v>1.830636487557338</c:v>
                </c:pt>
                <c:pt idx="2055">
                  <c:v>1.8315235529190459</c:v>
                </c:pt>
                <c:pt idx="2056">
                  <c:v>1.8809538777298549</c:v>
                </c:pt>
                <c:pt idx="2057">
                  <c:v>1.755491297538966</c:v>
                </c:pt>
                <c:pt idx="2058">
                  <c:v>1.8412919632551179</c:v>
                </c:pt>
                <c:pt idx="2059">
                  <c:v>1.866585379478916</c:v>
                </c:pt>
                <c:pt idx="2060">
                  <c:v>1.7982185996059099</c:v>
                </c:pt>
                <c:pt idx="2061">
                  <c:v>1.7711604479985139</c:v>
                </c:pt>
                <c:pt idx="2062">
                  <c:v>1.756194746771524</c:v>
                </c:pt>
                <c:pt idx="2063">
                  <c:v>1.7672148360580699</c:v>
                </c:pt>
                <c:pt idx="2064">
                  <c:v>1.685884819192401</c:v>
                </c:pt>
                <c:pt idx="2065">
                  <c:v>1.772194673105614</c:v>
                </c:pt>
                <c:pt idx="2066">
                  <c:v>1.8244484484437029</c:v>
                </c:pt>
                <c:pt idx="2067">
                  <c:v>1.7497310498695231</c:v>
                </c:pt>
                <c:pt idx="2068">
                  <c:v>1.7929222676181049</c:v>
                </c:pt>
                <c:pt idx="2069">
                  <c:v>1.829570143435483</c:v>
                </c:pt>
                <c:pt idx="2070">
                  <c:v>1.6965112047257771</c:v>
                </c:pt>
                <c:pt idx="2071">
                  <c:v>1.8285339734026489</c:v>
                </c:pt>
                <c:pt idx="2072">
                  <c:v>1.6416188831269929</c:v>
                </c:pt>
                <c:pt idx="2073">
                  <c:v>1.875869531523098</c:v>
                </c:pt>
                <c:pt idx="2074">
                  <c:v>1.7510891976563829</c:v>
                </c:pt>
                <c:pt idx="2075">
                  <c:v>0.13939285278320299</c:v>
                </c:pt>
                <c:pt idx="2076">
                  <c:v>1.8141147725436151</c:v>
                </c:pt>
                <c:pt idx="2077">
                  <c:v>1.8037238725474189</c:v>
                </c:pt>
                <c:pt idx="2078">
                  <c:v>1.7193429946899419</c:v>
                </c:pt>
                <c:pt idx="2079">
                  <c:v>1.8061898681852551</c:v>
                </c:pt>
                <c:pt idx="2080">
                  <c:v>1.7917364936277089</c:v>
                </c:pt>
                <c:pt idx="2081">
                  <c:v>1.894594049453735</c:v>
                </c:pt>
                <c:pt idx="2082">
                  <c:v>1.9130924934665909</c:v>
                </c:pt>
                <c:pt idx="2083">
                  <c:v>1.845044100284577</c:v>
                </c:pt>
                <c:pt idx="2084">
                  <c:v>1.8468093147760709</c:v>
                </c:pt>
                <c:pt idx="2085">
                  <c:v>1.7395373885914429</c:v>
                </c:pt>
                <c:pt idx="2086">
                  <c:v>1.8206650931699619</c:v>
                </c:pt>
                <c:pt idx="2087">
                  <c:v>1.817318457723315</c:v>
                </c:pt>
                <c:pt idx="2088">
                  <c:v>1.832721350193024</c:v>
                </c:pt>
                <c:pt idx="2089">
                  <c:v>1.8859356492757799</c:v>
                </c:pt>
                <c:pt idx="2090">
                  <c:v>1.7750567069420451</c:v>
                </c:pt>
                <c:pt idx="2091">
                  <c:v>1.6008563839507941</c:v>
                </c:pt>
                <c:pt idx="2092">
                  <c:v>1.839592131701383</c:v>
                </c:pt>
                <c:pt idx="2093">
                  <c:v>1.857346225868572</c:v>
                </c:pt>
                <c:pt idx="2094">
                  <c:v>1.684674447841858</c:v>
                </c:pt>
                <c:pt idx="2095">
                  <c:v>1.745188392911639</c:v>
                </c:pt>
                <c:pt idx="2096">
                  <c:v>1.7238234158219961</c:v>
                </c:pt>
                <c:pt idx="2097">
                  <c:v>1.8107296156993109</c:v>
                </c:pt>
                <c:pt idx="2098">
                  <c:v>1.839459250125979</c:v>
                </c:pt>
                <c:pt idx="2099">
                  <c:v>0.74019074440002541</c:v>
                </c:pt>
                <c:pt idx="2100">
                  <c:v>0.25438451766967801</c:v>
                </c:pt>
                <c:pt idx="2101">
                  <c:v>0.69306532541910759</c:v>
                </c:pt>
                <c:pt idx="2102">
                  <c:v>1.7295199553171801</c:v>
                </c:pt>
                <c:pt idx="2103">
                  <c:v>0.10633039474487301</c:v>
                </c:pt>
                <c:pt idx="2104">
                  <c:v>0.18334722518920901</c:v>
                </c:pt>
                <c:pt idx="2105">
                  <c:v>9.5538139343261733E-2</c:v>
                </c:pt>
                <c:pt idx="2106">
                  <c:v>7.7290534973144497E-3</c:v>
                </c:pt>
                <c:pt idx="2107">
                  <c:v>1.6920410498328831</c:v>
                </c:pt>
                <c:pt idx="2108">
                  <c:v>1.8046752476523109</c:v>
                </c:pt>
                <c:pt idx="2109">
                  <c:v>1.8589939337510331</c:v>
                </c:pt>
                <c:pt idx="2110">
                  <c:v>1.796259076724499</c:v>
                </c:pt>
                <c:pt idx="2111">
                  <c:v>1.8411813679308</c:v>
                </c:pt>
                <c:pt idx="2112">
                  <c:v>1.6652750589151299</c:v>
                </c:pt>
                <c:pt idx="2113">
                  <c:v>1.7277840217657849</c:v>
                </c:pt>
                <c:pt idx="2114">
                  <c:v>1.7278875069958819</c:v>
                </c:pt>
                <c:pt idx="2115">
                  <c:v>1.859152120257181</c:v>
                </c:pt>
                <c:pt idx="2116">
                  <c:v>1.7117899809733479</c:v>
                </c:pt>
                <c:pt idx="2117">
                  <c:v>1.7285236751332</c:v>
                </c:pt>
                <c:pt idx="2118">
                  <c:v>1.741575400034586</c:v>
                </c:pt>
                <c:pt idx="2119">
                  <c:v>1.7652387873331701</c:v>
                </c:pt>
                <c:pt idx="2120">
                  <c:v>1.69686371088028</c:v>
                </c:pt>
                <c:pt idx="2121">
                  <c:v>0.14825248718261699</c:v>
                </c:pt>
                <c:pt idx="2122">
                  <c:v>8.7481021881103502E-2</c:v>
                </c:pt>
                <c:pt idx="2123">
                  <c:v>0.19194173812866219</c:v>
                </c:pt>
                <c:pt idx="2124">
                  <c:v>0.29640245437622098</c:v>
                </c:pt>
                <c:pt idx="2125">
                  <c:v>0.4479079246521</c:v>
                </c:pt>
                <c:pt idx="2126">
                  <c:v>0.22895431518554701</c:v>
                </c:pt>
                <c:pt idx="2127">
                  <c:v>1.0000705718994101E-2</c:v>
                </c:pt>
                <c:pt idx="2128">
                  <c:v>0.60893869400024403</c:v>
                </c:pt>
                <c:pt idx="2129">
                  <c:v>1.1586710756475269</c:v>
                </c:pt>
                <c:pt idx="2130">
                  <c:v>1.708403457294811</c:v>
                </c:pt>
                <c:pt idx="2131">
                  <c:v>0.45809412002563499</c:v>
                </c:pt>
                <c:pt idx="2132">
                  <c:v>0.38884544372558599</c:v>
                </c:pt>
                <c:pt idx="2133">
                  <c:v>0.319596767425537</c:v>
                </c:pt>
                <c:pt idx="2134">
                  <c:v>-2.4659156799316399E-2</c:v>
                </c:pt>
                <c:pt idx="2135">
                  <c:v>0.1238410472869873</c:v>
                </c:pt>
                <c:pt idx="2136">
                  <c:v>0.27234125137329102</c:v>
                </c:pt>
                <c:pt idx="2137">
                  <c:v>-2.2402286529540998E-2</c:v>
                </c:pt>
                <c:pt idx="2138">
                  <c:v>0.275475263595581</c:v>
                </c:pt>
                <c:pt idx="2139">
                  <c:v>0.57335281372070301</c:v>
                </c:pt>
                <c:pt idx="2140">
                  <c:v>0.17543268203735399</c:v>
                </c:pt>
                <c:pt idx="2141">
                  <c:v>0.1628680229187015</c:v>
                </c:pt>
                <c:pt idx="2142">
                  <c:v>0.15030336380004899</c:v>
                </c:pt>
                <c:pt idx="2143">
                  <c:v>-3.29022407531738E-2</c:v>
                </c:pt>
                <c:pt idx="2144">
                  <c:v>0.1389586925506591</c:v>
                </c:pt>
                <c:pt idx="2145">
                  <c:v>0.31081962585449202</c:v>
                </c:pt>
                <c:pt idx="2146">
                  <c:v>0.29167079925537098</c:v>
                </c:pt>
                <c:pt idx="2147">
                  <c:v>0.1676719188690185</c:v>
                </c:pt>
                <c:pt idx="2148">
                  <c:v>4.3673038482666002E-2</c:v>
                </c:pt>
                <c:pt idx="2149">
                  <c:v>0.622403144836426</c:v>
                </c:pt>
                <c:pt idx="2150">
                  <c:v>0.40448307991027849</c:v>
                </c:pt>
                <c:pt idx="2151">
                  <c:v>0.186563014984131</c:v>
                </c:pt>
                <c:pt idx="2152">
                  <c:v>0.32269906997680697</c:v>
                </c:pt>
                <c:pt idx="2153">
                  <c:v>0.32708525657653847</c:v>
                </c:pt>
                <c:pt idx="2154">
                  <c:v>0.33147144317626998</c:v>
                </c:pt>
                <c:pt idx="2155">
                  <c:v>3.5422801971435498E-2</c:v>
                </c:pt>
                <c:pt idx="2156">
                  <c:v>-2.3579597473145231E-4</c:v>
                </c:pt>
                <c:pt idx="2157">
                  <c:v>-3.5894393920898403E-2</c:v>
                </c:pt>
                <c:pt idx="2158">
                  <c:v>0.19086885452270499</c:v>
                </c:pt>
                <c:pt idx="2159">
                  <c:v>0.19897508621215801</c:v>
                </c:pt>
                <c:pt idx="2160">
                  <c:v>0.207081317901611</c:v>
                </c:pt>
                <c:pt idx="2161">
                  <c:v>0.54646778106689498</c:v>
                </c:pt>
                <c:pt idx="2162">
                  <c:v>0.36009120941162148</c:v>
                </c:pt>
                <c:pt idx="2163">
                  <c:v>0.17371463775634799</c:v>
                </c:pt>
                <c:pt idx="2164">
                  <c:v>0.26754522323608398</c:v>
                </c:pt>
                <c:pt idx="2165">
                  <c:v>0.28736352920532249</c:v>
                </c:pt>
                <c:pt idx="2166">
                  <c:v>0.30718183517456099</c:v>
                </c:pt>
                <c:pt idx="2167">
                  <c:v>0.46625661849975603</c:v>
                </c:pt>
                <c:pt idx="2168">
                  <c:v>0.48503518104553262</c:v>
                </c:pt>
                <c:pt idx="2169">
                  <c:v>0.50381374359130904</c:v>
                </c:pt>
                <c:pt idx="2170">
                  <c:v>0.44494962692260698</c:v>
                </c:pt>
                <c:pt idx="2171">
                  <c:v>0.30019879341125449</c:v>
                </c:pt>
                <c:pt idx="2172">
                  <c:v>0.15544795989990201</c:v>
                </c:pt>
                <c:pt idx="2173">
                  <c:v>0.415037631988525</c:v>
                </c:pt>
                <c:pt idx="2174">
                  <c:v>0.36851167678833002</c:v>
                </c:pt>
                <c:pt idx="2175">
                  <c:v>0.32198572158813499</c:v>
                </c:pt>
                <c:pt idx="2176">
                  <c:v>0.40996408462524397</c:v>
                </c:pt>
                <c:pt idx="2177">
                  <c:v>0.47119355201721203</c:v>
                </c:pt>
                <c:pt idx="2178">
                  <c:v>0.53242301940918002</c:v>
                </c:pt>
                <c:pt idx="2179">
                  <c:v>0.24786901473999001</c:v>
                </c:pt>
                <c:pt idx="2180">
                  <c:v>0.14396691322326649</c:v>
                </c:pt>
                <c:pt idx="2181">
                  <c:v>4.0064811706543003E-2</c:v>
                </c:pt>
                <c:pt idx="2182">
                  <c:v>0.13632178306579601</c:v>
                </c:pt>
                <c:pt idx="2183">
                  <c:v>0.23257875442504899</c:v>
                </c:pt>
                <c:pt idx="2184">
                  <c:v>7.7980041503906306E-2</c:v>
                </c:pt>
                <c:pt idx="2185">
                  <c:v>0.20809268951416021</c:v>
                </c:pt>
                <c:pt idx="2186">
                  <c:v>0.33820533752441401</c:v>
                </c:pt>
                <c:pt idx="2187">
                  <c:v>0.47999763488769498</c:v>
                </c:pt>
                <c:pt idx="2188">
                  <c:v>0.53069639205932595</c:v>
                </c:pt>
                <c:pt idx="2189">
                  <c:v>0.58139514923095703</c:v>
                </c:pt>
                <c:pt idx="2190">
                  <c:v>0.102434635162354</c:v>
                </c:pt>
                <c:pt idx="2191">
                  <c:v>0.1983017921447755</c:v>
                </c:pt>
                <c:pt idx="2192">
                  <c:v>0.29416894912719699</c:v>
                </c:pt>
                <c:pt idx="2193">
                  <c:v>0.129043579101563</c:v>
                </c:pt>
                <c:pt idx="2194">
                  <c:v>0.16478562355041551</c:v>
                </c:pt>
                <c:pt idx="2195">
                  <c:v>0.20052766799926799</c:v>
                </c:pt>
                <c:pt idx="2196">
                  <c:v>0.31936836242675798</c:v>
                </c:pt>
                <c:pt idx="2197">
                  <c:v>0.23820805549621599</c:v>
                </c:pt>
                <c:pt idx="2198">
                  <c:v>0.15704774856567399</c:v>
                </c:pt>
                <c:pt idx="2199">
                  <c:v>0.26685428619384799</c:v>
                </c:pt>
                <c:pt idx="2200">
                  <c:v>0.30220985412597651</c:v>
                </c:pt>
                <c:pt idx="2201">
                  <c:v>0.33756542205810502</c:v>
                </c:pt>
                <c:pt idx="2202">
                  <c:v>0.52046203613281306</c:v>
                </c:pt>
                <c:pt idx="2203">
                  <c:v>0.35661315917968811</c:v>
                </c:pt>
                <c:pt idx="2204">
                  <c:v>0.192764282226563</c:v>
                </c:pt>
                <c:pt idx="2205">
                  <c:v>-2.4538040161132799E-3</c:v>
                </c:pt>
                <c:pt idx="2206">
                  <c:v>0.27052354812622093</c:v>
                </c:pt>
                <c:pt idx="2207">
                  <c:v>0.54350090026855502</c:v>
                </c:pt>
                <c:pt idx="2208">
                  <c:v>4.6115398406982401E-2</c:v>
                </c:pt>
                <c:pt idx="2209">
                  <c:v>4.9170732498168952E-2</c:v>
                </c:pt>
                <c:pt idx="2210">
                  <c:v>5.2226066589355503E-2</c:v>
                </c:pt>
                <c:pt idx="2211">
                  <c:v>0.32161283493041998</c:v>
                </c:pt>
                <c:pt idx="2212">
                  <c:v>0.31318497657775901</c:v>
                </c:pt>
                <c:pt idx="2213">
                  <c:v>0.30475711822509799</c:v>
                </c:pt>
                <c:pt idx="2214">
                  <c:v>0.26043081283569303</c:v>
                </c:pt>
                <c:pt idx="2215">
                  <c:v>0.2155921459197995</c:v>
                </c:pt>
                <c:pt idx="2216">
                  <c:v>0.170753479003906</c:v>
                </c:pt>
                <c:pt idx="2217">
                  <c:v>0.56470346450805697</c:v>
                </c:pt>
                <c:pt idx="2218">
                  <c:v>0.52877569198608398</c:v>
                </c:pt>
                <c:pt idx="2219">
                  <c:v>0.492847919464111</c:v>
                </c:pt>
                <c:pt idx="2220">
                  <c:v>0.33656501770019498</c:v>
                </c:pt>
                <c:pt idx="2221">
                  <c:v>0.25804781913757302</c:v>
                </c:pt>
                <c:pt idx="2222">
                  <c:v>0.17953062057495101</c:v>
                </c:pt>
                <c:pt idx="2223">
                  <c:v>-4.6383380889892599E-2</c:v>
                </c:pt>
                <c:pt idx="2224">
                  <c:v>6.190538406372071E-2</c:v>
                </c:pt>
                <c:pt idx="2225">
                  <c:v>0.17019414901733401</c:v>
                </c:pt>
                <c:pt idx="2226">
                  <c:v>0.335003852844238</c:v>
                </c:pt>
                <c:pt idx="2227">
                  <c:v>0.1717591285705565</c:v>
                </c:pt>
                <c:pt idx="2228">
                  <c:v>8.514404296875E-3</c:v>
                </c:pt>
                <c:pt idx="2229">
                  <c:v>0.58100318908691395</c:v>
                </c:pt>
                <c:pt idx="2230">
                  <c:v>0.36956620216369651</c:v>
                </c:pt>
                <c:pt idx="2231">
                  <c:v>0.15812921524047899</c:v>
                </c:pt>
                <c:pt idx="2232">
                  <c:v>0.24926567077636699</c:v>
                </c:pt>
                <c:pt idx="2233">
                  <c:v>0.1072347164154052</c:v>
                </c:pt>
                <c:pt idx="2234">
                  <c:v>-3.4796237945556599E-2</c:v>
                </c:pt>
                <c:pt idx="2235">
                  <c:v>0.63988018035888705</c:v>
                </c:pt>
                <c:pt idx="2236">
                  <c:v>0.47108006477355951</c:v>
                </c:pt>
                <c:pt idx="2237">
                  <c:v>0.30227994918823198</c:v>
                </c:pt>
                <c:pt idx="2238">
                  <c:v>6.1897754669189502E-2</c:v>
                </c:pt>
                <c:pt idx="2239">
                  <c:v>0.13585591316223131</c:v>
                </c:pt>
                <c:pt idx="2240">
                  <c:v>0.20981407165527299</c:v>
                </c:pt>
                <c:pt idx="2241">
                  <c:v>0.17836380004882799</c:v>
                </c:pt>
                <c:pt idx="2242">
                  <c:v>0.25066423416137701</c:v>
                </c:pt>
                <c:pt idx="2243">
                  <c:v>0.322964668273926</c:v>
                </c:pt>
                <c:pt idx="2244">
                  <c:v>6.16564750671387E-2</c:v>
                </c:pt>
                <c:pt idx="2245">
                  <c:v>0.29439449310302729</c:v>
                </c:pt>
                <c:pt idx="2246">
                  <c:v>0.52713251113891602</c:v>
                </c:pt>
                <c:pt idx="2247">
                  <c:v>0.42733287811279302</c:v>
                </c:pt>
                <c:pt idx="2248">
                  <c:v>0.26184821128845209</c:v>
                </c:pt>
                <c:pt idx="2249">
                  <c:v>9.63635444641113E-2</c:v>
                </c:pt>
                <c:pt idx="2250">
                  <c:v>0.36217117309570301</c:v>
                </c:pt>
                <c:pt idx="2251">
                  <c:v>0.21266674995422349</c:v>
                </c:pt>
                <c:pt idx="2252">
                  <c:v>6.3162326812744099E-2</c:v>
                </c:pt>
                <c:pt idx="2253">
                  <c:v>0.627499580383301</c:v>
                </c:pt>
                <c:pt idx="2254">
                  <c:v>0.41679716110229498</c:v>
                </c:pt>
                <c:pt idx="2255">
                  <c:v>0.20609474182128901</c:v>
                </c:pt>
                <c:pt idx="2256">
                  <c:v>6.5714836120605497E-2</c:v>
                </c:pt>
                <c:pt idx="2257">
                  <c:v>7.5319528579711942E-2</c:v>
                </c:pt>
                <c:pt idx="2258">
                  <c:v>8.4924221038818401E-2</c:v>
                </c:pt>
                <c:pt idx="2259">
                  <c:v>0.33552742004394498</c:v>
                </c:pt>
                <c:pt idx="2260">
                  <c:v>0.345210790634155</c:v>
                </c:pt>
                <c:pt idx="2261">
                  <c:v>0.35489416122436501</c:v>
                </c:pt>
                <c:pt idx="2262">
                  <c:v>0.29769992828369102</c:v>
                </c:pt>
                <c:pt idx="2263">
                  <c:v>0.31081295013427701</c:v>
                </c:pt>
                <c:pt idx="2264">
                  <c:v>0.323925971984863</c:v>
                </c:pt>
                <c:pt idx="2265">
                  <c:v>0.18695926666259799</c:v>
                </c:pt>
                <c:pt idx="2266">
                  <c:v>0.20804238319397</c:v>
                </c:pt>
                <c:pt idx="2267">
                  <c:v>0.22912549972534199</c:v>
                </c:pt>
                <c:pt idx="2268">
                  <c:v>0.47873783111572299</c:v>
                </c:pt>
                <c:pt idx="2269">
                  <c:v>0.29480218887329102</c:v>
                </c:pt>
                <c:pt idx="2270">
                  <c:v>0.110866546630859</c:v>
                </c:pt>
                <c:pt idx="2271">
                  <c:v>0.15241765975952101</c:v>
                </c:pt>
                <c:pt idx="2272">
                  <c:v>0.17551231384277299</c:v>
                </c:pt>
                <c:pt idx="2273">
                  <c:v>0.198606967926025</c:v>
                </c:pt>
                <c:pt idx="2274">
                  <c:v>0.21116542816162101</c:v>
                </c:pt>
                <c:pt idx="2275">
                  <c:v>0.22372388839721699</c:v>
                </c:pt>
                <c:pt idx="2276">
                  <c:v>-2.4667739868164101E-2</c:v>
                </c:pt>
                <c:pt idx="2277">
                  <c:v>9.6994638442992942E-2</c:v>
                </c:pt>
                <c:pt idx="2278">
                  <c:v>0.21865701675415</c:v>
                </c:pt>
                <c:pt idx="2279">
                  <c:v>0.38423204421997098</c:v>
                </c:pt>
                <c:pt idx="2280">
                  <c:v>0.36532068252563499</c:v>
                </c:pt>
                <c:pt idx="2281">
                  <c:v>0.34640932083129899</c:v>
                </c:pt>
                <c:pt idx="2282">
                  <c:v>0.23155117034912101</c:v>
                </c:pt>
                <c:pt idx="2283">
                  <c:v>0.33533430099487299</c:v>
                </c:pt>
                <c:pt idx="2284">
                  <c:v>0.439117431640625</c:v>
                </c:pt>
                <c:pt idx="2285">
                  <c:v>0.64365196228027299</c:v>
                </c:pt>
                <c:pt idx="2286">
                  <c:v>0.61045813560485795</c:v>
                </c:pt>
                <c:pt idx="2287">
                  <c:v>0.57726430892944303</c:v>
                </c:pt>
                <c:pt idx="2288">
                  <c:v>0.208251953125</c:v>
                </c:pt>
                <c:pt idx="2289">
                  <c:v>0.155439853668213</c:v>
                </c:pt>
                <c:pt idx="2290">
                  <c:v>0.102627754211426</c:v>
                </c:pt>
                <c:pt idx="2291">
                  <c:v>0.10295438766479501</c:v>
                </c:pt>
                <c:pt idx="2292">
                  <c:v>3.2891511917114299E-2</c:v>
                </c:pt>
                <c:pt idx="2293">
                  <c:v>-3.7171363830566399E-2</c:v>
                </c:pt>
                <c:pt idx="2294">
                  <c:v>0.29488611221313499</c:v>
                </c:pt>
                <c:pt idx="2295">
                  <c:v>0.27602529525756853</c:v>
                </c:pt>
                <c:pt idx="2296">
                  <c:v>0.25716447830200201</c:v>
                </c:pt>
                <c:pt idx="2297">
                  <c:v>2.44250297546387E-2</c:v>
                </c:pt>
                <c:pt idx="2298">
                  <c:v>0.1738538742065428</c:v>
                </c:pt>
                <c:pt idx="2299">
                  <c:v>0.32328271865844699</c:v>
                </c:pt>
                <c:pt idx="2300">
                  <c:v>0.234390258789063</c:v>
                </c:pt>
                <c:pt idx="2301">
                  <c:v>1.8913996754860389</c:v>
                </c:pt>
                <c:pt idx="2302">
                  <c:v>1.7895054765926901</c:v>
                </c:pt>
                <c:pt idx="2303">
                  <c:v>1.792828392672849</c:v>
                </c:pt>
                <c:pt idx="2304">
                  <c:v>1.7357829734683039</c:v>
                </c:pt>
                <c:pt idx="2305">
                  <c:v>1.4989983311721251</c:v>
                </c:pt>
                <c:pt idx="2306">
                  <c:v>1.7928790145990801</c:v>
                </c:pt>
                <c:pt idx="2307">
                  <c:v>1.773789624990143</c:v>
                </c:pt>
                <c:pt idx="2308">
                  <c:v>1.8020126456306089</c:v>
                </c:pt>
                <c:pt idx="2309">
                  <c:v>1.85360018280912</c:v>
                </c:pt>
                <c:pt idx="2310">
                  <c:v>1.7955093281243431</c:v>
                </c:pt>
                <c:pt idx="2311">
                  <c:v>1.7562118356555809</c:v>
                </c:pt>
                <c:pt idx="2312">
                  <c:v>1.7609020096915109</c:v>
                </c:pt>
                <c:pt idx="2313">
                  <c:v>1.7617200181402011</c:v>
                </c:pt>
                <c:pt idx="2314">
                  <c:v>0.71104733149210642</c:v>
                </c:pt>
                <c:pt idx="2315">
                  <c:v>0.72121906280517456</c:v>
                </c:pt>
                <c:pt idx="2316">
                  <c:v>1.7150473793347669</c:v>
                </c:pt>
                <c:pt idx="2317">
                  <c:v>1.8359626413926551</c:v>
                </c:pt>
                <c:pt idx="2318">
                  <c:v>1.720139031036658</c:v>
                </c:pt>
                <c:pt idx="2319">
                  <c:v>1.828097370537844</c:v>
                </c:pt>
                <c:pt idx="2320">
                  <c:v>1.7561279463287971</c:v>
                </c:pt>
                <c:pt idx="2321">
                  <c:v>1.705712798523576</c:v>
                </c:pt>
                <c:pt idx="2322">
                  <c:v>1.6666527948881451</c:v>
                </c:pt>
                <c:pt idx="2323">
                  <c:v>1.780479450396893</c:v>
                </c:pt>
                <c:pt idx="2324">
                  <c:v>1.775540037253468</c:v>
                </c:pt>
                <c:pt idx="2325">
                  <c:v>1.7547985201012599</c:v>
                </c:pt>
                <c:pt idx="2326">
                  <c:v>1.849553431871642</c:v>
                </c:pt>
                <c:pt idx="2327">
                  <c:v>1.7937901527094089</c:v>
                </c:pt>
                <c:pt idx="2328">
                  <c:v>1.7599297322724989</c:v>
                </c:pt>
                <c:pt idx="2329">
                  <c:v>1.7853703557891369</c:v>
                </c:pt>
                <c:pt idx="2330">
                  <c:v>1.7677342173564869</c:v>
                </c:pt>
                <c:pt idx="2331">
                  <c:v>1.807444077271682</c:v>
                </c:pt>
                <c:pt idx="2332">
                  <c:v>1.779565511246072</c:v>
                </c:pt>
                <c:pt idx="2333">
                  <c:v>1.7192733415535519</c:v>
                </c:pt>
                <c:pt idx="2334">
                  <c:v>1.8606027305126189</c:v>
                </c:pt>
                <c:pt idx="2335">
                  <c:v>1.786342435808324</c:v>
                </c:pt>
                <c:pt idx="2336">
                  <c:v>1.6767112443206511</c:v>
                </c:pt>
                <c:pt idx="2337">
                  <c:v>1.0960939739822251</c:v>
                </c:pt>
                <c:pt idx="2338">
                  <c:v>0.51547670364379905</c:v>
                </c:pt>
                <c:pt idx="2339">
                  <c:v>0.32855129241943398</c:v>
                </c:pt>
                <c:pt idx="2340">
                  <c:v>0.32741379737853998</c:v>
                </c:pt>
                <c:pt idx="2341">
                  <c:v>0.32627630233764598</c:v>
                </c:pt>
                <c:pt idx="2342">
                  <c:v>0.28071928024291998</c:v>
                </c:pt>
                <c:pt idx="2343">
                  <c:v>0.20910906791687001</c:v>
                </c:pt>
                <c:pt idx="2344">
                  <c:v>0.13749885559082001</c:v>
                </c:pt>
                <c:pt idx="2345">
                  <c:v>7.5819015502929701E-2</c:v>
                </c:pt>
                <c:pt idx="2346">
                  <c:v>0.17374229431152341</c:v>
                </c:pt>
                <c:pt idx="2347">
                  <c:v>0.27166557312011702</c:v>
                </c:pt>
                <c:pt idx="2348">
                  <c:v>-6.2136650085449201E-3</c:v>
                </c:pt>
                <c:pt idx="2349">
                  <c:v>0.12206625938415511</c:v>
                </c:pt>
                <c:pt idx="2350">
                  <c:v>0.25034618377685502</c:v>
                </c:pt>
                <c:pt idx="2351">
                  <c:v>0.32933664321899397</c:v>
                </c:pt>
                <c:pt idx="2352">
                  <c:v>0.221870422363281</c:v>
                </c:pt>
                <c:pt idx="2353">
                  <c:v>0.114404201507568</c:v>
                </c:pt>
                <c:pt idx="2354">
                  <c:v>6.1017513275146498E-2</c:v>
                </c:pt>
                <c:pt idx="2355">
                  <c:v>2.2813558578491201E-2</c:v>
                </c:pt>
                <c:pt idx="2356">
                  <c:v>-1.5390396118164101E-2</c:v>
                </c:pt>
                <c:pt idx="2357">
                  <c:v>0.11033678054809599</c:v>
                </c:pt>
                <c:pt idx="2358">
                  <c:v>1.2424517299817961</c:v>
                </c:pt>
                <c:pt idx="2359">
                  <c:v>0.61538124084472701</c:v>
                </c:pt>
                <c:pt idx="2360">
                  <c:v>0.27792310714721702</c:v>
                </c:pt>
                <c:pt idx="2361">
                  <c:v>0.1483297348022462</c:v>
                </c:pt>
                <c:pt idx="2362">
                  <c:v>1.8736362457275401E-2</c:v>
                </c:pt>
                <c:pt idx="2363">
                  <c:v>0.298448085784912</c:v>
                </c:pt>
                <c:pt idx="2364">
                  <c:v>0.24449419975280751</c:v>
                </c:pt>
                <c:pt idx="2365">
                  <c:v>0.19054031372070299</c:v>
                </c:pt>
                <c:pt idx="2366">
                  <c:v>0.98671314137130117</c:v>
                </c:pt>
                <c:pt idx="2367">
                  <c:v>1.782885969021899</c:v>
                </c:pt>
                <c:pt idx="2368">
                  <c:v>1.703399148194686</c:v>
                </c:pt>
                <c:pt idx="2369">
                  <c:v>1.829739883108046</c:v>
                </c:pt>
                <c:pt idx="2370">
                  <c:v>1.7130849072009839</c:v>
                </c:pt>
                <c:pt idx="2371">
                  <c:v>1.880025453683807</c:v>
                </c:pt>
                <c:pt idx="2372">
                  <c:v>1.7800054212587071</c:v>
                </c:pt>
                <c:pt idx="2373">
                  <c:v>1.9357238399739169</c:v>
                </c:pt>
                <c:pt idx="2374">
                  <c:v>1.834521707180327</c:v>
                </c:pt>
                <c:pt idx="2375">
                  <c:v>1.8261178800710669</c:v>
                </c:pt>
                <c:pt idx="2376">
                  <c:v>1.8177140529618061</c:v>
                </c:pt>
                <c:pt idx="2377">
                  <c:v>1.732772547138411</c:v>
                </c:pt>
                <c:pt idx="2378">
                  <c:v>1.1112354941990059</c:v>
                </c:pt>
                <c:pt idx="2379">
                  <c:v>1.842479011876796</c:v>
                </c:pt>
                <c:pt idx="2380">
                  <c:v>1.804983264995071</c:v>
                </c:pt>
                <c:pt idx="2381">
                  <c:v>1.7932713942094289</c:v>
                </c:pt>
                <c:pt idx="2382">
                  <c:v>1.7585447629292801</c:v>
                </c:pt>
                <c:pt idx="2383">
                  <c:v>1.820398909413917</c:v>
                </c:pt>
                <c:pt idx="2384">
                  <c:v>1.777752858566426</c:v>
                </c:pt>
                <c:pt idx="2385">
                  <c:v>1.789044818536049</c:v>
                </c:pt>
                <c:pt idx="2386">
                  <c:v>1.823530464528877</c:v>
                </c:pt>
                <c:pt idx="2387">
                  <c:v>1.833002720028162</c:v>
                </c:pt>
                <c:pt idx="2388">
                  <c:v>1.741270683354063</c:v>
                </c:pt>
                <c:pt idx="2389">
                  <c:v>1.701623144950575</c:v>
                </c:pt>
                <c:pt idx="2390">
                  <c:v>1.849972741744097</c:v>
                </c:pt>
                <c:pt idx="2391">
                  <c:v>1.8392223969703301</c:v>
                </c:pt>
                <c:pt idx="2392">
                  <c:v>1.840586162831662</c:v>
                </c:pt>
                <c:pt idx="2393">
                  <c:v>1.8700542820824519</c:v>
                </c:pt>
                <c:pt idx="2394">
                  <c:v>1.740674749234828</c:v>
                </c:pt>
                <c:pt idx="2395">
                  <c:v>1.76416259539833</c:v>
                </c:pt>
                <c:pt idx="2396">
                  <c:v>1.7967639633371859</c:v>
                </c:pt>
                <c:pt idx="2397">
                  <c:v>1.8929307402634039</c:v>
                </c:pt>
                <c:pt idx="2398">
                  <c:v>1.68900189069238</c:v>
                </c:pt>
                <c:pt idx="2399">
                  <c:v>1.722643940479724</c:v>
                </c:pt>
                <c:pt idx="2400">
                  <c:v>1.883160990111681</c:v>
                </c:pt>
                <c:pt idx="2401">
                  <c:v>1.805299348690931</c:v>
                </c:pt>
                <c:pt idx="2402">
                  <c:v>1.887740577522077</c:v>
                </c:pt>
                <c:pt idx="2403">
                  <c:v>2.0405344037867299</c:v>
                </c:pt>
                <c:pt idx="2404">
                  <c:v>1.798091184224514</c:v>
                </c:pt>
                <c:pt idx="2405">
                  <c:v>1.818185391827164</c:v>
                </c:pt>
                <c:pt idx="2406">
                  <c:v>1.729432158707255</c:v>
                </c:pt>
                <c:pt idx="2407">
                  <c:v>1.659581828761745</c:v>
                </c:pt>
                <c:pt idx="2408">
                  <c:v>1.585109524379503</c:v>
                </c:pt>
                <c:pt idx="2409">
                  <c:v>0.38197946548461897</c:v>
                </c:pt>
                <c:pt idx="2410">
                  <c:v>0.21537113189697299</c:v>
                </c:pt>
                <c:pt idx="2411">
                  <c:v>0.31996941566467302</c:v>
                </c:pt>
                <c:pt idx="2412">
                  <c:v>0.42456769943237299</c:v>
                </c:pt>
                <c:pt idx="2413">
                  <c:v>0.155844211578369</c:v>
                </c:pt>
                <c:pt idx="2414">
                  <c:v>1.735321202228979</c:v>
                </c:pt>
                <c:pt idx="2415">
                  <c:v>0.186605930328369</c:v>
                </c:pt>
                <c:pt idx="2416">
                  <c:v>0.11730003356933601</c:v>
                </c:pt>
                <c:pt idx="2417">
                  <c:v>0.1989150047302245</c:v>
                </c:pt>
                <c:pt idx="2418">
                  <c:v>0.280529975891113</c:v>
                </c:pt>
                <c:pt idx="2419">
                  <c:v>0.39488410949706998</c:v>
                </c:pt>
                <c:pt idx="2420">
                  <c:v>0.303761005401611</c:v>
                </c:pt>
                <c:pt idx="2421">
                  <c:v>0.21263790130615201</c:v>
                </c:pt>
                <c:pt idx="2422">
                  <c:v>0.112933158874512</c:v>
                </c:pt>
                <c:pt idx="2423">
                  <c:v>1.223352313041687</c:v>
                </c:pt>
                <c:pt idx="2424">
                  <c:v>1.822513747215271</c:v>
                </c:pt>
                <c:pt idx="2425">
                  <c:v>1.8559769225005369</c:v>
                </c:pt>
                <c:pt idx="2426">
                  <c:v>1.710861047108968</c:v>
                </c:pt>
                <c:pt idx="2427">
                  <c:v>1.8152071121043729</c:v>
                </c:pt>
                <c:pt idx="2428">
                  <c:v>1.9152402273366149</c:v>
                </c:pt>
                <c:pt idx="2429">
                  <c:v>1.872543949972499</c:v>
                </c:pt>
                <c:pt idx="2430">
                  <c:v>1.7656342021489551</c:v>
                </c:pt>
                <c:pt idx="2431">
                  <c:v>1.8761390305493579</c:v>
                </c:pt>
                <c:pt idx="2432">
                  <c:v>1.1840645599829309</c:v>
                </c:pt>
                <c:pt idx="2433">
                  <c:v>0.49199008941650402</c:v>
                </c:pt>
                <c:pt idx="2434">
                  <c:v>0.121205806732178</c:v>
                </c:pt>
                <c:pt idx="2435">
                  <c:v>0.19931530952453649</c:v>
                </c:pt>
                <c:pt idx="2436">
                  <c:v>0.27742481231689498</c:v>
                </c:pt>
                <c:pt idx="2437">
                  <c:v>0.171123027801514</c:v>
                </c:pt>
                <c:pt idx="2438">
                  <c:v>6.9744348526001157E-2</c:v>
                </c:pt>
                <c:pt idx="2439">
                  <c:v>-3.1634330749511698E-2</c:v>
                </c:pt>
                <c:pt idx="2440">
                  <c:v>0.29160690307617199</c:v>
                </c:pt>
                <c:pt idx="2441">
                  <c:v>0.1861598491668702</c:v>
                </c:pt>
                <c:pt idx="2442">
                  <c:v>8.0712795257568401E-2</c:v>
                </c:pt>
                <c:pt idx="2443">
                  <c:v>1.808946100513587</c:v>
                </c:pt>
                <c:pt idx="2444">
                  <c:v>1.4741876035366419</c:v>
                </c:pt>
                <c:pt idx="2445">
                  <c:v>1.739916662178417</c:v>
                </c:pt>
                <c:pt idx="2446">
                  <c:v>1.6310664094904419</c:v>
                </c:pt>
                <c:pt idx="2447">
                  <c:v>1.8071842866947061</c:v>
                </c:pt>
                <c:pt idx="2448">
                  <c:v>1.82119100744074</c:v>
                </c:pt>
                <c:pt idx="2449">
                  <c:v>1.859952674661592</c:v>
                </c:pt>
                <c:pt idx="2450">
                  <c:v>1.816345919611867</c:v>
                </c:pt>
                <c:pt idx="2451">
                  <c:v>1.7676201901694599</c:v>
                </c:pt>
                <c:pt idx="2452">
                  <c:v>1.8270922316919509</c:v>
                </c:pt>
                <c:pt idx="2453">
                  <c:v>1.7960207903221861</c:v>
                </c:pt>
                <c:pt idx="2454">
                  <c:v>1.798084446553434</c:v>
                </c:pt>
                <c:pt idx="2455">
                  <c:v>1.6072104553599931</c:v>
                </c:pt>
                <c:pt idx="2456">
                  <c:v>1.659251275953356</c:v>
                </c:pt>
                <c:pt idx="2457">
                  <c:v>1.9029389975363751</c:v>
                </c:pt>
                <c:pt idx="2458">
                  <c:v>0.63357341289520253</c:v>
                </c:pt>
                <c:pt idx="2459">
                  <c:v>1.723562224915153</c:v>
                </c:pt>
                <c:pt idx="2460">
                  <c:v>1.6953352173169449</c:v>
                </c:pt>
                <c:pt idx="2461">
                  <c:v>1.738579298079419</c:v>
                </c:pt>
                <c:pt idx="2462">
                  <c:v>1.7818233788418929</c:v>
                </c:pt>
                <c:pt idx="2463">
                  <c:v>0.81642885208129745</c:v>
                </c:pt>
                <c:pt idx="2464">
                  <c:v>1.732452304385673</c:v>
                </c:pt>
                <c:pt idx="2465">
                  <c:v>1.815729335999825</c:v>
                </c:pt>
                <c:pt idx="2466">
                  <c:v>1.752645857334137</c:v>
                </c:pt>
                <c:pt idx="2467">
                  <c:v>1.8523249427477519</c:v>
                </c:pt>
                <c:pt idx="2468">
                  <c:v>1.7372629656763141</c:v>
                </c:pt>
                <c:pt idx="2469">
                  <c:v>1.6060839376666329</c:v>
                </c:pt>
                <c:pt idx="2470">
                  <c:v>1.7289141350322299</c:v>
                </c:pt>
                <c:pt idx="2471">
                  <c:v>1.697630999769483</c:v>
                </c:pt>
                <c:pt idx="2472">
                  <c:v>1.693456314129536</c:v>
                </c:pt>
                <c:pt idx="2473">
                  <c:v>1.9123832977826321</c:v>
                </c:pt>
                <c:pt idx="2474">
                  <c:v>1.812254645607688</c:v>
                </c:pt>
                <c:pt idx="2475">
                  <c:v>1.7884254930245931</c:v>
                </c:pt>
                <c:pt idx="2476">
                  <c:v>1.7712715455086909</c:v>
                </c:pt>
                <c:pt idx="2477">
                  <c:v>1.783332225188468</c:v>
                </c:pt>
                <c:pt idx="2478">
                  <c:v>1.7934023352230299</c:v>
                </c:pt>
                <c:pt idx="2479">
                  <c:v>1.881334366706702</c:v>
                </c:pt>
                <c:pt idx="2480">
                  <c:v>0.23078966140747101</c:v>
                </c:pt>
                <c:pt idx="2481">
                  <c:v>0.43009376525878901</c:v>
                </c:pt>
                <c:pt idx="2482">
                  <c:v>0.3033432960510255</c:v>
                </c:pt>
                <c:pt idx="2483">
                  <c:v>0.176592826843262</c:v>
                </c:pt>
                <c:pt idx="2484">
                  <c:v>0.28743219375610402</c:v>
                </c:pt>
                <c:pt idx="2485">
                  <c:v>0.2607686519622805</c:v>
                </c:pt>
                <c:pt idx="2486">
                  <c:v>0.234105110168457</c:v>
                </c:pt>
                <c:pt idx="2487">
                  <c:v>0.28963375091552701</c:v>
                </c:pt>
                <c:pt idx="2488">
                  <c:v>0.18104290962219219</c:v>
                </c:pt>
                <c:pt idx="2489">
                  <c:v>7.2452068328857394E-2</c:v>
                </c:pt>
                <c:pt idx="2490">
                  <c:v>0.404131889343262</c:v>
                </c:pt>
                <c:pt idx="2491">
                  <c:v>0.48138928413391152</c:v>
                </c:pt>
                <c:pt idx="2492">
                  <c:v>0.55864667892456099</c:v>
                </c:pt>
                <c:pt idx="2493">
                  <c:v>0.15129470825195299</c:v>
                </c:pt>
                <c:pt idx="2494">
                  <c:v>0.16089463233947751</c:v>
                </c:pt>
                <c:pt idx="2495">
                  <c:v>0.17049455642700201</c:v>
                </c:pt>
                <c:pt idx="2496">
                  <c:v>0.36389970779418901</c:v>
                </c:pt>
                <c:pt idx="2497">
                  <c:v>0.48835802078247048</c:v>
                </c:pt>
                <c:pt idx="2498">
                  <c:v>0.61281633377075195</c:v>
                </c:pt>
                <c:pt idx="2499">
                  <c:v>0.24662446975707999</c:v>
                </c:pt>
                <c:pt idx="2500">
                  <c:v>0.19630932807922349</c:v>
                </c:pt>
                <c:pt idx="2501">
                  <c:v>0.14599418640136699</c:v>
                </c:pt>
                <c:pt idx="2502">
                  <c:v>0.11019325256347701</c:v>
                </c:pt>
                <c:pt idx="2503">
                  <c:v>0.20406985282897949</c:v>
                </c:pt>
                <c:pt idx="2504">
                  <c:v>0.29794645309448198</c:v>
                </c:pt>
                <c:pt idx="2505">
                  <c:v>0.27097272872924799</c:v>
                </c:pt>
                <c:pt idx="2506">
                  <c:v>0.23802518844604501</c:v>
                </c:pt>
                <c:pt idx="2507">
                  <c:v>0.20507764816284199</c:v>
                </c:pt>
                <c:pt idx="2508">
                  <c:v>0.17229413986206099</c:v>
                </c:pt>
                <c:pt idx="2509">
                  <c:v>0.13520860671997101</c:v>
                </c:pt>
                <c:pt idx="2510">
                  <c:v>9.8123073577880901E-2</c:v>
                </c:pt>
                <c:pt idx="2511">
                  <c:v>0.26688480377197299</c:v>
                </c:pt>
                <c:pt idx="2512">
                  <c:v>0.24113512039184601</c:v>
                </c:pt>
                <c:pt idx="2513">
                  <c:v>0.215385437011719</c:v>
                </c:pt>
                <c:pt idx="2514">
                  <c:v>0.24663352966308599</c:v>
                </c:pt>
                <c:pt idx="2515">
                  <c:v>0.12852764129638669</c:v>
                </c:pt>
                <c:pt idx="2516">
                  <c:v>1.04217529296875E-2</c:v>
                </c:pt>
                <c:pt idx="2517">
                  <c:v>0.156884670257568</c:v>
                </c:pt>
                <c:pt idx="2518">
                  <c:v>0.2196905612945555</c:v>
                </c:pt>
                <c:pt idx="2519">
                  <c:v>0.28249645233154302</c:v>
                </c:pt>
                <c:pt idx="2520">
                  <c:v>1.3679027557373E-2</c:v>
                </c:pt>
                <c:pt idx="2521">
                  <c:v>0.144789218902588</c:v>
                </c:pt>
                <c:pt idx="2522">
                  <c:v>0.27589941024780301</c:v>
                </c:pt>
                <c:pt idx="2523">
                  <c:v>0.206597805023193</c:v>
                </c:pt>
                <c:pt idx="2524">
                  <c:v>0.244863986968994</c:v>
                </c:pt>
                <c:pt idx="2525">
                  <c:v>0.28313016891479498</c:v>
                </c:pt>
                <c:pt idx="2526">
                  <c:v>-3.0813694000244099E-2</c:v>
                </c:pt>
                <c:pt idx="2527">
                  <c:v>0.2458648681640625</c:v>
                </c:pt>
                <c:pt idx="2528">
                  <c:v>0.52254343032836903</c:v>
                </c:pt>
                <c:pt idx="2529">
                  <c:v>6.7937850952148396E-2</c:v>
                </c:pt>
                <c:pt idx="2530">
                  <c:v>1.3164997100830061E-2</c:v>
                </c:pt>
                <c:pt idx="2531">
                  <c:v>-4.1607856750488302E-2</c:v>
                </c:pt>
                <c:pt idx="2532">
                  <c:v>1.7830371856689502E-2</c:v>
                </c:pt>
                <c:pt idx="2533">
                  <c:v>0.14025592803955081</c:v>
                </c:pt>
                <c:pt idx="2534">
                  <c:v>0.262681484222412</c:v>
                </c:pt>
                <c:pt idx="2535">
                  <c:v>0.154865741729736</c:v>
                </c:pt>
                <c:pt idx="2536">
                  <c:v>0.25282764434814448</c:v>
                </c:pt>
                <c:pt idx="2537">
                  <c:v>0.35078954696655301</c:v>
                </c:pt>
                <c:pt idx="2538">
                  <c:v>0.61436796188354503</c:v>
                </c:pt>
                <c:pt idx="2539">
                  <c:v>0.4218637943267825</c:v>
                </c:pt>
                <c:pt idx="2540">
                  <c:v>0.22935962677002</c:v>
                </c:pt>
                <c:pt idx="2541">
                  <c:v>0.29310417175293002</c:v>
                </c:pt>
                <c:pt idx="2542">
                  <c:v>0.16747117042541521</c:v>
                </c:pt>
                <c:pt idx="2543">
                  <c:v>4.1838169097900398E-2</c:v>
                </c:pt>
                <c:pt idx="2544">
                  <c:v>0.30053806304931602</c:v>
                </c:pt>
                <c:pt idx="2545">
                  <c:v>0.43681573867797852</c:v>
                </c:pt>
                <c:pt idx="2546">
                  <c:v>0.57309341430664096</c:v>
                </c:pt>
                <c:pt idx="2547">
                  <c:v>0.222459316253662</c:v>
                </c:pt>
                <c:pt idx="2548">
                  <c:v>0.28775691986084001</c:v>
                </c:pt>
                <c:pt idx="2549">
                  <c:v>0.35305452346801802</c:v>
                </c:pt>
                <c:pt idx="2550">
                  <c:v>0.52291917800903298</c:v>
                </c:pt>
                <c:pt idx="2551">
                  <c:v>1.8715317000945411</c:v>
                </c:pt>
                <c:pt idx="2552">
                  <c:v>8.6265087127685755E-2</c:v>
                </c:pt>
                <c:pt idx="2553">
                  <c:v>0.29125642776489291</c:v>
                </c:pt>
                <c:pt idx="2554">
                  <c:v>0.4962477684021</c:v>
                </c:pt>
                <c:pt idx="2555">
                  <c:v>0.50694084167480502</c:v>
                </c:pt>
                <c:pt idx="2556">
                  <c:v>0.40041995048522949</c:v>
                </c:pt>
                <c:pt idx="2557">
                  <c:v>0.29389905929565402</c:v>
                </c:pt>
                <c:pt idx="2558">
                  <c:v>0.33579778671264598</c:v>
                </c:pt>
                <c:pt idx="2559">
                  <c:v>0.33677721023559548</c:v>
                </c:pt>
                <c:pt idx="2560">
                  <c:v>0.33775663375854498</c:v>
                </c:pt>
                <c:pt idx="2561">
                  <c:v>0.25024747848510698</c:v>
                </c:pt>
                <c:pt idx="2562">
                  <c:v>0.15401744842529269</c:v>
                </c:pt>
                <c:pt idx="2563">
                  <c:v>5.7787418365478502E-2</c:v>
                </c:pt>
                <c:pt idx="2564">
                  <c:v>0.14329147338867201</c:v>
                </c:pt>
                <c:pt idx="2565">
                  <c:v>5.0915718078613358E-2</c:v>
                </c:pt>
                <c:pt idx="2566">
                  <c:v>-4.1460037231445299E-2</c:v>
                </c:pt>
                <c:pt idx="2567">
                  <c:v>6.0919284820556599E-2</c:v>
                </c:pt>
                <c:pt idx="2568">
                  <c:v>0.33669352531433078</c:v>
                </c:pt>
                <c:pt idx="2569">
                  <c:v>0.61246776580810502</c:v>
                </c:pt>
                <c:pt idx="2570">
                  <c:v>0.50630760192871105</c:v>
                </c:pt>
                <c:pt idx="2571">
                  <c:v>0.36828041076660151</c:v>
                </c:pt>
                <c:pt idx="2572">
                  <c:v>0.23025321960449199</c:v>
                </c:pt>
                <c:pt idx="2573">
                  <c:v>0.22070074081420901</c:v>
                </c:pt>
                <c:pt idx="2574">
                  <c:v>0.18781399726867701</c:v>
                </c:pt>
                <c:pt idx="2575">
                  <c:v>0.154927253723145</c:v>
                </c:pt>
                <c:pt idx="2576">
                  <c:v>0.26268863677978499</c:v>
                </c:pt>
                <c:pt idx="2577">
                  <c:v>0.1977574825286865</c:v>
                </c:pt>
                <c:pt idx="2578">
                  <c:v>0.132826328277588</c:v>
                </c:pt>
                <c:pt idx="2579">
                  <c:v>0.32586145401000999</c:v>
                </c:pt>
                <c:pt idx="2580">
                  <c:v>0.20735359191894551</c:v>
                </c:pt>
                <c:pt idx="2581">
                  <c:v>8.8845729827880901E-2</c:v>
                </c:pt>
                <c:pt idx="2582">
                  <c:v>0.22684383392334001</c:v>
                </c:pt>
                <c:pt idx="2583">
                  <c:v>0.16913628578186049</c:v>
                </c:pt>
                <c:pt idx="2584">
                  <c:v>0.111428737640381</c:v>
                </c:pt>
                <c:pt idx="2585">
                  <c:v>0.25726842880249001</c:v>
                </c:pt>
                <c:pt idx="2586">
                  <c:v>0.41515350341796847</c:v>
                </c:pt>
                <c:pt idx="2587">
                  <c:v>0.57303857803344704</c:v>
                </c:pt>
                <c:pt idx="2588">
                  <c:v>0.215245246887207</c:v>
                </c:pt>
                <c:pt idx="2589">
                  <c:v>0.28788685798644997</c:v>
                </c:pt>
                <c:pt idx="2590">
                  <c:v>0.36052846908569303</c:v>
                </c:pt>
                <c:pt idx="2591">
                  <c:v>0.10418272018432601</c:v>
                </c:pt>
                <c:pt idx="2592">
                  <c:v>3.3416748046874903E-2</c:v>
                </c:pt>
                <c:pt idx="2593">
                  <c:v>-3.73492240905762E-2</c:v>
                </c:pt>
                <c:pt idx="2594">
                  <c:v>1.20892524719238E-2</c:v>
                </c:pt>
                <c:pt idx="2595">
                  <c:v>0.1345398426055909</c:v>
                </c:pt>
                <c:pt idx="2596">
                  <c:v>0.25699043273925798</c:v>
                </c:pt>
                <c:pt idx="2597">
                  <c:v>4.7330379486083998E-2</c:v>
                </c:pt>
                <c:pt idx="2598">
                  <c:v>6.2093734741211007E-3</c:v>
                </c:pt>
                <c:pt idx="2599">
                  <c:v>-3.4911632537841797E-2</c:v>
                </c:pt>
                <c:pt idx="2600">
                  <c:v>0.23449802398681599</c:v>
                </c:pt>
                <c:pt idx="2601">
                  <c:v>0.13030385971069311</c:v>
                </c:pt>
                <c:pt idx="2602">
                  <c:v>2.6109695434570299E-2</c:v>
                </c:pt>
                <c:pt idx="2603">
                  <c:v>5.6386947631835903E-2</c:v>
                </c:pt>
                <c:pt idx="2604">
                  <c:v>0.19243669509887701</c:v>
                </c:pt>
                <c:pt idx="2605">
                  <c:v>0.32848644256591802</c:v>
                </c:pt>
                <c:pt idx="2606">
                  <c:v>0.15769433975219699</c:v>
                </c:pt>
                <c:pt idx="2607">
                  <c:v>0.1203980445861815</c:v>
                </c:pt>
                <c:pt idx="2608">
                  <c:v>8.3101749420166002E-2</c:v>
                </c:pt>
                <c:pt idx="2609">
                  <c:v>0.54863262176513705</c:v>
                </c:pt>
                <c:pt idx="2610">
                  <c:v>0.40234136581420898</c:v>
                </c:pt>
                <c:pt idx="2611">
                  <c:v>0.25605010986328097</c:v>
                </c:pt>
                <c:pt idx="2612">
                  <c:v>0.17715358734130901</c:v>
                </c:pt>
                <c:pt idx="2613">
                  <c:v>0.24006772041320801</c:v>
                </c:pt>
                <c:pt idx="2614">
                  <c:v>0.30298185348510698</c:v>
                </c:pt>
                <c:pt idx="2615">
                  <c:v>0.11783552169799801</c:v>
                </c:pt>
                <c:pt idx="2616">
                  <c:v>0.11532020568847649</c:v>
                </c:pt>
                <c:pt idx="2617">
                  <c:v>0.11280488967895499</c:v>
                </c:pt>
                <c:pt idx="2618">
                  <c:v>1.9711494445800799E-2</c:v>
                </c:pt>
                <c:pt idx="2619">
                  <c:v>8.5692405700683386E-2</c:v>
                </c:pt>
                <c:pt idx="2620">
                  <c:v>0.15167331695556599</c:v>
                </c:pt>
                <c:pt idx="2621">
                  <c:v>0.33868455886840798</c:v>
                </c:pt>
                <c:pt idx="2622">
                  <c:v>0.17316746711730949</c:v>
                </c:pt>
                <c:pt idx="2623">
                  <c:v>7.6503753662109401E-3</c:v>
                </c:pt>
                <c:pt idx="2624">
                  <c:v>0.31470680236816401</c:v>
                </c:pt>
                <c:pt idx="2625">
                  <c:v>0.16170430183410639</c:v>
                </c:pt>
                <c:pt idx="2626">
                  <c:v>8.7018013000488299E-3</c:v>
                </c:pt>
                <c:pt idx="2627">
                  <c:v>0.37085342407226601</c:v>
                </c:pt>
                <c:pt idx="2628">
                  <c:v>0.26559424400329601</c:v>
                </c:pt>
                <c:pt idx="2629">
                  <c:v>0.16033506393432601</c:v>
                </c:pt>
                <c:pt idx="2630">
                  <c:v>8.1168651580810505E-2</c:v>
                </c:pt>
                <c:pt idx="2631">
                  <c:v>0.1040470600128172</c:v>
                </c:pt>
                <c:pt idx="2632">
                  <c:v>0.126925468444824</c:v>
                </c:pt>
                <c:pt idx="2633">
                  <c:v>0.54194402694702104</c:v>
                </c:pt>
                <c:pt idx="2634">
                  <c:v>0.57445931434631303</c:v>
                </c:pt>
                <c:pt idx="2635">
                  <c:v>0.60697460174560502</c:v>
                </c:pt>
                <c:pt idx="2636">
                  <c:v>3.1075000762939502E-2</c:v>
                </c:pt>
                <c:pt idx="2637">
                  <c:v>0.20412397384643571</c:v>
                </c:pt>
                <c:pt idx="2638">
                  <c:v>0.37717294692993197</c:v>
                </c:pt>
                <c:pt idx="2639">
                  <c:v>0.14752244949340801</c:v>
                </c:pt>
                <c:pt idx="2640">
                  <c:v>0.23268651962280251</c:v>
                </c:pt>
                <c:pt idx="2641">
                  <c:v>0.31785058975219699</c:v>
                </c:pt>
                <c:pt idx="2642">
                  <c:v>7.68585205078125E-2</c:v>
                </c:pt>
                <c:pt idx="2643">
                  <c:v>7.3411464691162109E-2</c:v>
                </c:pt>
                <c:pt idx="2644">
                  <c:v>6.9964408874511705E-2</c:v>
                </c:pt>
                <c:pt idx="2645">
                  <c:v>0.57906675338745095</c:v>
                </c:pt>
                <c:pt idx="2646">
                  <c:v>0.29223203659057612</c:v>
                </c:pt>
                <c:pt idx="2647">
                  <c:v>5.3973197937011701E-3</c:v>
                </c:pt>
                <c:pt idx="2648">
                  <c:v>9.0823888778686593E-2</c:v>
                </c:pt>
                <c:pt idx="2649">
                  <c:v>0.17625045776367201</c:v>
                </c:pt>
                <c:pt idx="2650">
                  <c:v>3.4094333648681599E-2</c:v>
                </c:pt>
                <c:pt idx="2651">
                  <c:v>8.9538574218749806E-2</c:v>
                </c:pt>
                <c:pt idx="2652">
                  <c:v>0.144982814788818</c:v>
                </c:pt>
                <c:pt idx="2653">
                  <c:v>0.13971519470214799</c:v>
                </c:pt>
                <c:pt idx="2654">
                  <c:v>0.19490313529968251</c:v>
                </c:pt>
                <c:pt idx="2655">
                  <c:v>0.25009107589721702</c:v>
                </c:pt>
                <c:pt idx="2656">
                  <c:v>0.18382167816162101</c:v>
                </c:pt>
                <c:pt idx="2657">
                  <c:v>0.29777026176452648</c:v>
                </c:pt>
                <c:pt idx="2658">
                  <c:v>0.41171884536743197</c:v>
                </c:pt>
                <c:pt idx="2659">
                  <c:v>0.235232353210449</c:v>
                </c:pt>
                <c:pt idx="2660">
                  <c:v>0.20933079719543449</c:v>
                </c:pt>
                <c:pt idx="2661">
                  <c:v>0.18342924118042001</c:v>
                </c:pt>
                <c:pt idx="2662">
                  <c:v>-1.2507438659668E-2</c:v>
                </c:pt>
                <c:pt idx="2663">
                  <c:v>0.217427968978882</c:v>
                </c:pt>
                <c:pt idx="2664">
                  <c:v>0.44736337661743197</c:v>
                </c:pt>
                <c:pt idx="2665">
                  <c:v>0.22947502136230499</c:v>
                </c:pt>
                <c:pt idx="2666">
                  <c:v>0.371867656707764</c:v>
                </c:pt>
                <c:pt idx="2667">
                  <c:v>0.51426029205322299</c:v>
                </c:pt>
                <c:pt idx="2668">
                  <c:v>5.95440864562988E-2</c:v>
                </c:pt>
                <c:pt idx="2669">
                  <c:v>9.6898078918457031E-3</c:v>
                </c:pt>
                <c:pt idx="2670">
                  <c:v>-4.0164470672607401E-2</c:v>
                </c:pt>
                <c:pt idx="2671">
                  <c:v>0.331042289733887</c:v>
                </c:pt>
                <c:pt idx="2672">
                  <c:v>0.4683837890625</c:v>
                </c:pt>
                <c:pt idx="2673">
                  <c:v>0.60572528839111295</c:v>
                </c:pt>
                <c:pt idx="2674">
                  <c:v>0.113700866699219</c:v>
                </c:pt>
                <c:pt idx="2675">
                  <c:v>6.203293800354015E-2</c:v>
                </c:pt>
                <c:pt idx="2676">
                  <c:v>1.03650093078613E-2</c:v>
                </c:pt>
                <c:pt idx="2677">
                  <c:v>0.51245737075805697</c:v>
                </c:pt>
                <c:pt idx="2678">
                  <c:v>0.32302927970886253</c:v>
                </c:pt>
                <c:pt idx="2679">
                  <c:v>0.133601188659668</c:v>
                </c:pt>
                <c:pt idx="2680">
                  <c:v>0.54514503479003895</c:v>
                </c:pt>
                <c:pt idx="2681">
                  <c:v>0.28832507133483881</c:v>
                </c:pt>
                <c:pt idx="2682">
                  <c:v>3.15051078796387E-2</c:v>
                </c:pt>
                <c:pt idx="2683">
                  <c:v>0.626828193664551</c:v>
                </c:pt>
                <c:pt idx="2684">
                  <c:v>0.35000252723693859</c:v>
                </c:pt>
                <c:pt idx="2685">
                  <c:v>7.31768608093262E-2</c:v>
                </c:pt>
                <c:pt idx="2686">
                  <c:v>0.32859468460083002</c:v>
                </c:pt>
                <c:pt idx="2687">
                  <c:v>0.80952763557434304</c:v>
                </c:pt>
                <c:pt idx="2688">
                  <c:v>0.62181377410888705</c:v>
                </c:pt>
                <c:pt idx="2689">
                  <c:v>0.17961788177490201</c:v>
                </c:pt>
                <c:pt idx="2690">
                  <c:v>0.3807485103607175</c:v>
                </c:pt>
                <c:pt idx="2691">
                  <c:v>0.58187913894653298</c:v>
                </c:pt>
                <c:pt idx="2692">
                  <c:v>0.50545024871826205</c:v>
                </c:pt>
                <c:pt idx="2693">
                  <c:v>0.26400423049926769</c:v>
                </c:pt>
                <c:pt idx="2694">
                  <c:v>2.2558212280273399E-2</c:v>
                </c:pt>
                <c:pt idx="2695">
                  <c:v>0.10901403427124</c:v>
                </c:pt>
                <c:pt idx="2696">
                  <c:v>0.17658400535583499</c:v>
                </c:pt>
                <c:pt idx="2697">
                  <c:v>0.24415397644042999</c:v>
                </c:pt>
                <c:pt idx="2698">
                  <c:v>9.5084190368652302E-2</c:v>
                </c:pt>
                <c:pt idx="2699">
                  <c:v>0.17884731292724609</c:v>
                </c:pt>
                <c:pt idx="2700">
                  <c:v>0.26261043548584001</c:v>
                </c:pt>
                <c:pt idx="2701">
                  <c:v>0.15211009979248</c:v>
                </c:pt>
                <c:pt idx="2702">
                  <c:v>0.11349463462829559</c:v>
                </c:pt>
                <c:pt idx="2703">
                  <c:v>7.48791694641113E-2</c:v>
                </c:pt>
                <c:pt idx="2704">
                  <c:v>0.63387107849121105</c:v>
                </c:pt>
                <c:pt idx="2705">
                  <c:v>0.46511101722717302</c:v>
                </c:pt>
                <c:pt idx="2706">
                  <c:v>0.29635095596313499</c:v>
                </c:pt>
                <c:pt idx="2707">
                  <c:v>0.40777540206909202</c:v>
                </c:pt>
                <c:pt idx="2708">
                  <c:v>0.1971006393432618</c:v>
                </c:pt>
                <c:pt idx="2709">
                  <c:v>-1.3574123382568399E-2</c:v>
                </c:pt>
                <c:pt idx="2710">
                  <c:v>0.20514440536499001</c:v>
                </c:pt>
                <c:pt idx="2711">
                  <c:v>0.271636962890625</c:v>
                </c:pt>
                <c:pt idx="2712">
                  <c:v>0.33812952041625999</c:v>
                </c:pt>
                <c:pt idx="2713">
                  <c:v>0.25251007080078097</c:v>
                </c:pt>
                <c:pt idx="2714">
                  <c:v>0.44774961471557589</c:v>
                </c:pt>
                <c:pt idx="2715">
                  <c:v>0.64298915863037098</c:v>
                </c:pt>
                <c:pt idx="2716">
                  <c:v>0.53749179840087902</c:v>
                </c:pt>
                <c:pt idx="2717">
                  <c:v>0.371788740158081</c:v>
                </c:pt>
                <c:pt idx="2718">
                  <c:v>0.20608568191528301</c:v>
                </c:pt>
                <c:pt idx="2719">
                  <c:v>6.4330101013183602E-3</c:v>
                </c:pt>
                <c:pt idx="2720">
                  <c:v>0.26975393295288069</c:v>
                </c:pt>
                <c:pt idx="2721">
                  <c:v>0.53307485580444303</c:v>
                </c:pt>
                <c:pt idx="2722">
                  <c:v>6.25E-2</c:v>
                </c:pt>
                <c:pt idx="2723">
                  <c:v>0.18829178810119651</c:v>
                </c:pt>
                <c:pt idx="2724">
                  <c:v>0.31408357620239302</c:v>
                </c:pt>
                <c:pt idx="2725">
                  <c:v>0.53037309646606401</c:v>
                </c:pt>
                <c:pt idx="2726">
                  <c:v>0.292941093444824</c:v>
                </c:pt>
                <c:pt idx="2727">
                  <c:v>5.5509090423583998E-2</c:v>
                </c:pt>
                <c:pt idx="2728">
                  <c:v>0.26473426818847701</c:v>
                </c:pt>
                <c:pt idx="2729">
                  <c:v>0.34893202781677252</c:v>
                </c:pt>
                <c:pt idx="2730">
                  <c:v>0.43312978744506803</c:v>
                </c:pt>
                <c:pt idx="2731">
                  <c:v>0.23186111450195299</c:v>
                </c:pt>
                <c:pt idx="2732">
                  <c:v>0.35365271568298351</c:v>
                </c:pt>
                <c:pt idx="2733">
                  <c:v>0.475444316864014</c:v>
                </c:pt>
                <c:pt idx="2734">
                  <c:v>0.28057193756103499</c:v>
                </c:pt>
                <c:pt idx="2735">
                  <c:v>0.32101535797119152</c:v>
                </c:pt>
                <c:pt idx="2736">
                  <c:v>0.36145877838134799</c:v>
                </c:pt>
                <c:pt idx="2737">
                  <c:v>0.296000957489014</c:v>
                </c:pt>
                <c:pt idx="2738">
                  <c:v>0.30472517013549799</c:v>
                </c:pt>
                <c:pt idx="2739">
                  <c:v>0.31344938278198198</c:v>
                </c:pt>
                <c:pt idx="2740">
                  <c:v>0.1966369152069089</c:v>
                </c:pt>
                <c:pt idx="2741">
                  <c:v>7.9824447631835896E-2</c:v>
                </c:pt>
                <c:pt idx="2742">
                  <c:v>0.27855825424194303</c:v>
                </c:pt>
                <c:pt idx="2743">
                  <c:v>0.259521484375</c:v>
                </c:pt>
                <c:pt idx="2744">
                  <c:v>0.240484714508057</c:v>
                </c:pt>
                <c:pt idx="2745">
                  <c:v>0.558882236480713</c:v>
                </c:pt>
                <c:pt idx="2746">
                  <c:v>0.4182586669921875</c:v>
                </c:pt>
                <c:pt idx="2747">
                  <c:v>0.277635097503662</c:v>
                </c:pt>
                <c:pt idx="2748">
                  <c:v>0.521586894989014</c:v>
                </c:pt>
                <c:pt idx="2749">
                  <c:v>0.28413629531860368</c:v>
                </c:pt>
                <c:pt idx="2750">
                  <c:v>4.6685695648193401E-2</c:v>
                </c:pt>
                <c:pt idx="2751">
                  <c:v>0.32127285003662098</c:v>
                </c:pt>
                <c:pt idx="2752">
                  <c:v>0.14182281494140619</c:v>
                </c:pt>
                <c:pt idx="2753">
                  <c:v>-3.7627220153808601E-2</c:v>
                </c:pt>
                <c:pt idx="2754">
                  <c:v>0.155925273895264</c:v>
                </c:pt>
                <c:pt idx="2755">
                  <c:v>0.16862821578979501</c:v>
                </c:pt>
                <c:pt idx="2756">
                  <c:v>0.18133115768432601</c:v>
                </c:pt>
                <c:pt idx="2757">
                  <c:v>0.493908882141113</c:v>
                </c:pt>
                <c:pt idx="2758">
                  <c:v>0.22658705711364729</c:v>
                </c:pt>
                <c:pt idx="2759">
                  <c:v>-4.0734767913818401E-2</c:v>
                </c:pt>
                <c:pt idx="2760">
                  <c:v>0.108577728271484</c:v>
                </c:pt>
                <c:pt idx="2761">
                  <c:v>7.3130369186401201E-2</c:v>
                </c:pt>
                <c:pt idx="2762">
                  <c:v>3.7683010101318401E-2</c:v>
                </c:pt>
                <c:pt idx="2763">
                  <c:v>-1.8369197845459002E-2</c:v>
                </c:pt>
                <c:pt idx="2764">
                  <c:v>0.116541385650635</c:v>
                </c:pt>
                <c:pt idx="2765">
                  <c:v>0.25145196914672902</c:v>
                </c:pt>
                <c:pt idx="2766">
                  <c:v>0.31563615798950201</c:v>
                </c:pt>
                <c:pt idx="2767">
                  <c:v>0.24904870986938499</c:v>
                </c:pt>
                <c:pt idx="2768">
                  <c:v>0.18246126174926799</c:v>
                </c:pt>
                <c:pt idx="2769">
                  <c:v>0.384965419769287</c:v>
                </c:pt>
                <c:pt idx="2770">
                  <c:v>0.24865603446960449</c:v>
                </c:pt>
                <c:pt idx="2771">
                  <c:v>0.112346649169922</c:v>
                </c:pt>
                <c:pt idx="2772">
                  <c:v>0.20297479629516599</c:v>
                </c:pt>
                <c:pt idx="2773">
                  <c:v>0.35608339309692388</c:v>
                </c:pt>
                <c:pt idx="2774">
                  <c:v>0.50919198989868197</c:v>
                </c:pt>
                <c:pt idx="2775">
                  <c:v>0.20230007171630901</c:v>
                </c:pt>
                <c:pt idx="2776">
                  <c:v>8.943152427673362E-2</c:v>
                </c:pt>
                <c:pt idx="2777">
                  <c:v>-2.34370231628418E-2</c:v>
                </c:pt>
                <c:pt idx="2778">
                  <c:v>0.12540054321289101</c:v>
                </c:pt>
                <c:pt idx="2779">
                  <c:v>0.25789761543273948</c:v>
                </c:pt>
                <c:pt idx="2780">
                  <c:v>0.390394687652588</c:v>
                </c:pt>
                <c:pt idx="2781">
                  <c:v>0.22036218643188499</c:v>
                </c:pt>
                <c:pt idx="2782">
                  <c:v>0.39508795738220248</c:v>
                </c:pt>
                <c:pt idx="2783">
                  <c:v>0.56981372833251998</c:v>
                </c:pt>
                <c:pt idx="2784">
                  <c:v>0.31365966796875</c:v>
                </c:pt>
                <c:pt idx="2785">
                  <c:v>0.3652093410491945</c:v>
                </c:pt>
                <c:pt idx="2786">
                  <c:v>0.416759014129639</c:v>
                </c:pt>
                <c:pt idx="2787">
                  <c:v>0.18191862106323201</c:v>
                </c:pt>
                <c:pt idx="2788">
                  <c:v>1.7169999193262171</c:v>
                </c:pt>
                <c:pt idx="2789">
                  <c:v>1.815327618916829</c:v>
                </c:pt>
                <c:pt idx="2790">
                  <c:v>1.4464374780654909</c:v>
                </c:pt>
                <c:pt idx="2791">
                  <c:v>1.5112244532658501</c:v>
                </c:pt>
                <c:pt idx="2792">
                  <c:v>0.34175777435302701</c:v>
                </c:pt>
                <c:pt idx="2793">
                  <c:v>4.6749114990234401E-3</c:v>
                </c:pt>
                <c:pt idx="2794">
                  <c:v>0.12507510185241719</c:v>
                </c:pt>
                <c:pt idx="2795">
                  <c:v>0.24547529220581099</c:v>
                </c:pt>
                <c:pt idx="2796">
                  <c:v>4.36291694641113E-2</c:v>
                </c:pt>
                <c:pt idx="2797">
                  <c:v>0.14097785949707009</c:v>
                </c:pt>
                <c:pt idx="2798">
                  <c:v>0.23832654953002899</c:v>
                </c:pt>
                <c:pt idx="2799">
                  <c:v>0.24069404602050801</c:v>
                </c:pt>
                <c:pt idx="2800">
                  <c:v>0.18354606628417999</c:v>
                </c:pt>
                <c:pt idx="2801">
                  <c:v>0.12639808654785201</c:v>
                </c:pt>
                <c:pt idx="2802">
                  <c:v>0.463253974914551</c:v>
                </c:pt>
                <c:pt idx="2803">
                  <c:v>1.806886479661272</c:v>
                </c:pt>
                <c:pt idx="2804">
                  <c:v>1.788729296102153</c:v>
                </c:pt>
                <c:pt idx="2805">
                  <c:v>1.6816847582897509</c:v>
                </c:pt>
                <c:pt idx="2806">
                  <c:v>1.7365362197160721</c:v>
                </c:pt>
                <c:pt idx="2807">
                  <c:v>1.6836609881148381</c:v>
                </c:pt>
                <c:pt idx="2808">
                  <c:v>0.2931303977966308</c:v>
                </c:pt>
                <c:pt idx="2809">
                  <c:v>0.1793034076690673</c:v>
                </c:pt>
                <c:pt idx="2810">
                  <c:v>6.5476417541503906E-2</c:v>
                </c:pt>
                <c:pt idx="2811">
                  <c:v>0.16100692749023399</c:v>
                </c:pt>
                <c:pt idx="2812">
                  <c:v>0.76177048683166548</c:v>
                </c:pt>
                <c:pt idx="2813">
                  <c:v>0.34035062789916998</c:v>
                </c:pt>
                <c:pt idx="2814">
                  <c:v>0.14581394195556599</c:v>
                </c:pt>
                <c:pt idx="2815">
                  <c:v>0.27430438995361289</c:v>
                </c:pt>
                <c:pt idx="2816">
                  <c:v>0.40279483795165999</c:v>
                </c:pt>
                <c:pt idx="2817">
                  <c:v>-7.4200630187988299E-3</c:v>
                </c:pt>
                <c:pt idx="2818">
                  <c:v>2.8230428695678739E-2</c:v>
                </c:pt>
                <c:pt idx="2819">
                  <c:v>6.3880920410156306E-2</c:v>
                </c:pt>
                <c:pt idx="2820">
                  <c:v>0.32879686355590798</c:v>
                </c:pt>
                <c:pt idx="2821">
                  <c:v>0.1417670249938964</c:v>
                </c:pt>
                <c:pt idx="2822">
                  <c:v>-4.52628135681152E-2</c:v>
                </c:pt>
                <c:pt idx="2823">
                  <c:v>0.128927707672119</c:v>
                </c:pt>
                <c:pt idx="2824">
                  <c:v>6.7442655563354423E-2</c:v>
                </c:pt>
                <c:pt idx="2825">
                  <c:v>5.9576034545898403E-3</c:v>
                </c:pt>
                <c:pt idx="2826">
                  <c:v>-4.0982723236083998E-2</c:v>
                </c:pt>
                <c:pt idx="2827">
                  <c:v>0.14494824409484849</c:v>
                </c:pt>
                <c:pt idx="2828">
                  <c:v>0.33087921142578097</c:v>
                </c:pt>
                <c:pt idx="2829">
                  <c:v>-3.6690235137939502E-2</c:v>
                </c:pt>
                <c:pt idx="2830">
                  <c:v>0.1240329742431643</c:v>
                </c:pt>
                <c:pt idx="2831">
                  <c:v>0.28475618362426802</c:v>
                </c:pt>
                <c:pt idx="2832">
                  <c:v>0.33193492889404302</c:v>
                </c:pt>
                <c:pt idx="2833">
                  <c:v>0.37911367416381803</c:v>
                </c:pt>
                <c:pt idx="2834">
                  <c:v>0.13425254821777299</c:v>
                </c:pt>
                <c:pt idx="2835">
                  <c:v>0.1263794898986815</c:v>
                </c:pt>
                <c:pt idx="2836">
                  <c:v>0.11850643157959</c:v>
                </c:pt>
                <c:pt idx="2837">
                  <c:v>0.30720281600952098</c:v>
                </c:pt>
                <c:pt idx="2838">
                  <c:v>0.2046294212341305</c:v>
                </c:pt>
                <c:pt idx="2839">
                  <c:v>0.10205602645874</c:v>
                </c:pt>
                <c:pt idx="2840">
                  <c:v>2.67333984375E-2</c:v>
                </c:pt>
                <c:pt idx="2841">
                  <c:v>0.29332923889160151</c:v>
                </c:pt>
                <c:pt idx="2842">
                  <c:v>0.55992507934570301</c:v>
                </c:pt>
                <c:pt idx="2843">
                  <c:v>0.54451274871826205</c:v>
                </c:pt>
                <c:pt idx="2844">
                  <c:v>0.35885310173034701</c:v>
                </c:pt>
                <c:pt idx="2845">
                  <c:v>0.173193454742432</c:v>
                </c:pt>
                <c:pt idx="2846">
                  <c:v>0.13539505004882799</c:v>
                </c:pt>
                <c:pt idx="2847">
                  <c:v>5.5347681045532143E-2</c:v>
                </c:pt>
                <c:pt idx="2848">
                  <c:v>-2.46996879577637E-2</c:v>
                </c:pt>
                <c:pt idx="2849">
                  <c:v>4.49271202087402E-2</c:v>
                </c:pt>
                <c:pt idx="2850">
                  <c:v>0.2564325332641601</c:v>
                </c:pt>
                <c:pt idx="2851">
                  <c:v>0.46793794631958002</c:v>
                </c:pt>
                <c:pt idx="2852">
                  <c:v>-1.07522010803223E-2</c:v>
                </c:pt>
                <c:pt idx="2853">
                  <c:v>4.1043281555175747E-2</c:v>
                </c:pt>
                <c:pt idx="2854">
                  <c:v>9.28387641906738E-2</c:v>
                </c:pt>
                <c:pt idx="2855">
                  <c:v>0.568464756011963</c:v>
                </c:pt>
                <c:pt idx="2856">
                  <c:v>0.44798493385314953</c:v>
                </c:pt>
                <c:pt idx="2857">
                  <c:v>0.32750511169433599</c:v>
                </c:pt>
                <c:pt idx="2858">
                  <c:v>0.17731142044067399</c:v>
                </c:pt>
                <c:pt idx="2859">
                  <c:v>7.5052022933960044E-2</c:v>
                </c:pt>
                <c:pt idx="2860">
                  <c:v>-2.7207374572753899E-2</c:v>
                </c:pt>
                <c:pt idx="2861">
                  <c:v>7.0136070251464802E-2</c:v>
                </c:pt>
                <c:pt idx="2862">
                  <c:v>3.8105249404907213E-2</c:v>
                </c:pt>
                <c:pt idx="2863">
                  <c:v>6.0744285583496102E-3</c:v>
                </c:pt>
                <c:pt idx="2864">
                  <c:v>8.5470199584960896E-2</c:v>
                </c:pt>
                <c:pt idx="2865">
                  <c:v>0.3510601520538329</c:v>
                </c:pt>
                <c:pt idx="2866">
                  <c:v>0.61665010452270497</c:v>
                </c:pt>
                <c:pt idx="2867">
                  <c:v>0.16733360290527299</c:v>
                </c:pt>
                <c:pt idx="2868">
                  <c:v>0.12574434280395491</c:v>
                </c:pt>
                <c:pt idx="2869">
                  <c:v>8.4155082702636705E-2</c:v>
                </c:pt>
                <c:pt idx="2870">
                  <c:v>0.21453905105590801</c:v>
                </c:pt>
                <c:pt idx="2871">
                  <c:v>0.29361200332641602</c:v>
                </c:pt>
                <c:pt idx="2872">
                  <c:v>0.37268495559692399</c:v>
                </c:pt>
                <c:pt idx="2873">
                  <c:v>0.146803379058838</c:v>
                </c:pt>
                <c:pt idx="2874">
                  <c:v>0.1832892894744875</c:v>
                </c:pt>
                <c:pt idx="2875">
                  <c:v>0.219775199890137</c:v>
                </c:pt>
                <c:pt idx="2876">
                  <c:v>0.60496902465820301</c:v>
                </c:pt>
                <c:pt idx="2877">
                  <c:v>0.36317086219787598</c:v>
                </c:pt>
                <c:pt idx="2878">
                  <c:v>0.12137269973754899</c:v>
                </c:pt>
                <c:pt idx="2879">
                  <c:v>0.148355007171631</c:v>
                </c:pt>
                <c:pt idx="2880">
                  <c:v>5.9097766876220738E-2</c:v>
                </c:pt>
                <c:pt idx="2881">
                  <c:v>-3.0159473419189502E-2</c:v>
                </c:pt>
                <c:pt idx="2882">
                  <c:v>0.12313985824585</c:v>
                </c:pt>
                <c:pt idx="2883">
                  <c:v>7.8613996505737499E-2</c:v>
                </c:pt>
                <c:pt idx="2884">
                  <c:v>3.4088134765625E-2</c:v>
                </c:pt>
                <c:pt idx="2885">
                  <c:v>0.257569789886475</c:v>
                </c:pt>
                <c:pt idx="2886">
                  <c:v>0.40303254127502453</c:v>
                </c:pt>
                <c:pt idx="2887">
                  <c:v>0.548495292663574</c:v>
                </c:pt>
                <c:pt idx="2888">
                  <c:v>3.0335903167724599E-2</c:v>
                </c:pt>
                <c:pt idx="2889">
                  <c:v>0.12775182723999029</c:v>
                </c:pt>
                <c:pt idx="2890">
                  <c:v>0.225167751312256</c:v>
                </c:pt>
                <c:pt idx="2891">
                  <c:v>-3.88097763061523E-3</c:v>
                </c:pt>
                <c:pt idx="2892">
                  <c:v>3.1310796737670891E-2</c:v>
                </c:pt>
                <c:pt idx="2893">
                  <c:v>6.6502571105957003E-2</c:v>
                </c:pt>
                <c:pt idx="2894">
                  <c:v>0.34948539733886702</c:v>
                </c:pt>
                <c:pt idx="2895">
                  <c:v>0.22664332389831551</c:v>
                </c:pt>
                <c:pt idx="2896">
                  <c:v>0.103801250457764</c:v>
                </c:pt>
                <c:pt idx="2897">
                  <c:v>-3.41992378234863E-2</c:v>
                </c:pt>
                <c:pt idx="2898">
                  <c:v>0.17121696472167991</c:v>
                </c:pt>
                <c:pt idx="2899">
                  <c:v>0.37663316726684598</c:v>
                </c:pt>
                <c:pt idx="2900">
                  <c:v>0.65149831771850597</c:v>
                </c:pt>
                <c:pt idx="2901">
                  <c:v>0.37179827690124517</c:v>
                </c:pt>
                <c:pt idx="2902">
                  <c:v>9.2098236083984403E-2</c:v>
                </c:pt>
                <c:pt idx="2903">
                  <c:v>0.47962331771850603</c:v>
                </c:pt>
                <c:pt idx="2904">
                  <c:v>0.57614612579345703</c:v>
                </c:pt>
                <c:pt idx="2905">
                  <c:v>0.67266893386840798</c:v>
                </c:pt>
                <c:pt idx="2906">
                  <c:v>0.10110425949096701</c:v>
                </c:pt>
                <c:pt idx="2907">
                  <c:v>0.17977929115295399</c:v>
                </c:pt>
                <c:pt idx="2908">
                  <c:v>0.25845432281494102</c:v>
                </c:pt>
                <c:pt idx="2909">
                  <c:v>0.41885042190551802</c:v>
                </c:pt>
                <c:pt idx="2910">
                  <c:v>0.26152610778808599</c:v>
                </c:pt>
                <c:pt idx="2911">
                  <c:v>0.10420179367065401</c:v>
                </c:pt>
                <c:pt idx="2912">
                  <c:v>0.20279026031494099</c:v>
                </c:pt>
                <c:pt idx="2913">
                  <c:v>0.2844252586364745</c:v>
                </c:pt>
                <c:pt idx="2914">
                  <c:v>0.36606025695800798</c:v>
                </c:pt>
                <c:pt idx="2915">
                  <c:v>8.6625099182128906E-2</c:v>
                </c:pt>
                <c:pt idx="2916">
                  <c:v>7.86459445953369E-2</c:v>
                </c:pt>
                <c:pt idx="2917">
                  <c:v>7.0666790008544894E-2</c:v>
                </c:pt>
                <c:pt idx="2918">
                  <c:v>-3.4938812255859403E-2</c:v>
                </c:pt>
                <c:pt idx="2919">
                  <c:v>1.226544380187985E-2</c:v>
                </c:pt>
                <c:pt idx="2920">
                  <c:v>5.9469699859619099E-2</c:v>
                </c:pt>
                <c:pt idx="2921">
                  <c:v>0.17682456970214799</c:v>
                </c:pt>
                <c:pt idx="2922">
                  <c:v>0.22735214233398399</c:v>
                </c:pt>
                <c:pt idx="2923">
                  <c:v>0.27787971496581998</c:v>
                </c:pt>
                <c:pt idx="2924">
                  <c:v>0.1127011775970457</c:v>
                </c:pt>
                <c:pt idx="2925">
                  <c:v>-5.2477359771728502E-2</c:v>
                </c:pt>
                <c:pt idx="2926">
                  <c:v>0.187823295593262</c:v>
                </c:pt>
                <c:pt idx="2927">
                  <c:v>0.15170717239379899</c:v>
                </c:pt>
                <c:pt idx="2928">
                  <c:v>0.11559104919433601</c:v>
                </c:pt>
                <c:pt idx="2929">
                  <c:v>0.23572969436645499</c:v>
                </c:pt>
                <c:pt idx="2930">
                  <c:v>0.16460895538330081</c:v>
                </c:pt>
                <c:pt idx="2931">
                  <c:v>9.3488216400146498E-2</c:v>
                </c:pt>
                <c:pt idx="2932">
                  <c:v>0.27649354934692399</c:v>
                </c:pt>
                <c:pt idx="2933">
                  <c:v>0.2432563304901125</c:v>
                </c:pt>
                <c:pt idx="2934">
                  <c:v>0.210019111633301</c:v>
                </c:pt>
                <c:pt idx="2935">
                  <c:v>0.40105962753295898</c:v>
                </c:pt>
                <c:pt idx="2936">
                  <c:v>0.18837451934814459</c:v>
                </c:pt>
                <c:pt idx="2937">
                  <c:v>-2.4310588836669901E-2</c:v>
                </c:pt>
                <c:pt idx="2938">
                  <c:v>0.164445400238037</c:v>
                </c:pt>
                <c:pt idx="2939">
                  <c:v>0.25624752044677751</c:v>
                </c:pt>
                <c:pt idx="2940">
                  <c:v>0.34804964065551802</c:v>
                </c:pt>
                <c:pt idx="2941">
                  <c:v>0.287739276885986</c:v>
                </c:pt>
                <c:pt idx="2942">
                  <c:v>1.730464630557182</c:v>
                </c:pt>
                <c:pt idx="2943">
                  <c:v>-3.9989948272705099E-2</c:v>
                </c:pt>
                <c:pt idx="2944">
                  <c:v>-2.5882244110107401E-2</c:v>
                </c:pt>
                <c:pt idx="2945">
                  <c:v>9.3913078308104775E-4</c:v>
                </c:pt>
                <c:pt idx="2946">
                  <c:v>2.77605056762695E-2</c:v>
                </c:pt>
                <c:pt idx="2947">
                  <c:v>0.181456089019775</c:v>
                </c:pt>
                <c:pt idx="2948">
                  <c:v>0.32480931282043451</c:v>
                </c:pt>
                <c:pt idx="2949">
                  <c:v>0.46816253662109403</c:v>
                </c:pt>
                <c:pt idx="2950">
                  <c:v>0.267439365386963</c:v>
                </c:pt>
                <c:pt idx="2951">
                  <c:v>0.30364990234375</c:v>
                </c:pt>
                <c:pt idx="2952">
                  <c:v>0.339860439300537</c:v>
                </c:pt>
                <c:pt idx="2953">
                  <c:v>0.22557163238525399</c:v>
                </c:pt>
                <c:pt idx="2954">
                  <c:v>0.41311955451965338</c:v>
                </c:pt>
                <c:pt idx="2955">
                  <c:v>0.60066747665405296</c:v>
                </c:pt>
                <c:pt idx="2956">
                  <c:v>0.181607246398926</c:v>
                </c:pt>
                <c:pt idx="2957">
                  <c:v>0.23547410964965851</c:v>
                </c:pt>
                <c:pt idx="2958">
                  <c:v>0.28934097290039101</c:v>
                </c:pt>
                <c:pt idx="2959">
                  <c:v>-2.88033485412598E-2</c:v>
                </c:pt>
                <c:pt idx="2960">
                  <c:v>3.5251855850219713E-2</c:v>
                </c:pt>
                <c:pt idx="2961">
                  <c:v>9.9307060241699205E-2</c:v>
                </c:pt>
                <c:pt idx="2962">
                  <c:v>0.1956467628479</c:v>
                </c:pt>
                <c:pt idx="2963">
                  <c:v>0.17744350433349601</c:v>
                </c:pt>
                <c:pt idx="2964">
                  <c:v>0.15924024581909199</c:v>
                </c:pt>
                <c:pt idx="2965">
                  <c:v>0.41837739944458002</c:v>
                </c:pt>
                <c:pt idx="2966">
                  <c:v>0.3075478076934815</c:v>
                </c:pt>
                <c:pt idx="2967">
                  <c:v>0.19671821594238301</c:v>
                </c:pt>
                <c:pt idx="2968">
                  <c:v>5.7793617248535198E-2</c:v>
                </c:pt>
                <c:pt idx="2969">
                  <c:v>0.1594622135162356</c:v>
                </c:pt>
                <c:pt idx="2970">
                  <c:v>0.26113080978393599</c:v>
                </c:pt>
                <c:pt idx="2971">
                  <c:v>3.3139228820800802E-2</c:v>
                </c:pt>
                <c:pt idx="2972">
                  <c:v>9.311532974243189E-2</c:v>
                </c:pt>
                <c:pt idx="2973">
                  <c:v>0.153091430664063</c:v>
                </c:pt>
                <c:pt idx="2974">
                  <c:v>0.222378730773926</c:v>
                </c:pt>
                <c:pt idx="2975">
                  <c:v>0.23401141166687001</c:v>
                </c:pt>
                <c:pt idx="2976">
                  <c:v>0.24564409255981401</c:v>
                </c:pt>
                <c:pt idx="2977">
                  <c:v>0.124155521392822</c:v>
                </c:pt>
                <c:pt idx="2978">
                  <c:v>9.4598293304443248E-2</c:v>
                </c:pt>
                <c:pt idx="2979">
                  <c:v>6.5041065216064495E-2</c:v>
                </c:pt>
                <c:pt idx="2980">
                  <c:v>0.31770277023315402</c:v>
                </c:pt>
                <c:pt idx="2981">
                  <c:v>0.17028188705444319</c:v>
                </c:pt>
                <c:pt idx="2982">
                  <c:v>2.2861003875732401E-2</c:v>
                </c:pt>
                <c:pt idx="2983">
                  <c:v>7.9679965972900405E-2</c:v>
                </c:pt>
                <c:pt idx="2984">
                  <c:v>0.15513896942138669</c:v>
                </c:pt>
                <c:pt idx="2985">
                  <c:v>0.23059797286987299</c:v>
                </c:pt>
                <c:pt idx="2986">
                  <c:v>0.129047870635986</c:v>
                </c:pt>
                <c:pt idx="2987">
                  <c:v>0.37872958183288552</c:v>
                </c:pt>
                <c:pt idx="2988">
                  <c:v>0.62841129302978505</c:v>
                </c:pt>
                <c:pt idx="2989">
                  <c:v>0.108875274658203</c:v>
                </c:pt>
                <c:pt idx="2990">
                  <c:v>0.28093552589416498</c:v>
                </c:pt>
                <c:pt idx="2991">
                  <c:v>0.45299577713012701</c:v>
                </c:pt>
                <c:pt idx="2992">
                  <c:v>-1.78728103637695E-2</c:v>
                </c:pt>
                <c:pt idx="2993">
                  <c:v>0.13054251670837419</c:v>
                </c:pt>
                <c:pt idx="2994">
                  <c:v>0.27895784378051802</c:v>
                </c:pt>
                <c:pt idx="2995">
                  <c:v>0.25792551040649397</c:v>
                </c:pt>
                <c:pt idx="2996">
                  <c:v>0.34668159484863248</c:v>
                </c:pt>
                <c:pt idx="2997">
                  <c:v>0.43543767929077098</c:v>
                </c:pt>
                <c:pt idx="2998">
                  <c:v>0.27605581283569303</c:v>
                </c:pt>
                <c:pt idx="2999">
                  <c:v>0.28626966476440402</c:v>
                </c:pt>
                <c:pt idx="3000">
                  <c:v>0.29648351669311501</c:v>
                </c:pt>
                <c:pt idx="3001">
                  <c:v>0.200253486633301</c:v>
                </c:pt>
                <c:pt idx="3002">
                  <c:v>1.714861501164797</c:v>
                </c:pt>
                <c:pt idx="3003">
                  <c:v>1.8262447172136449</c:v>
                </c:pt>
                <c:pt idx="3004">
                  <c:v>1.805633619427681</c:v>
                </c:pt>
                <c:pt idx="3005">
                  <c:v>1.782911771460425</c:v>
                </c:pt>
                <c:pt idx="3006">
                  <c:v>1.7126767416874249</c:v>
                </c:pt>
                <c:pt idx="3007">
                  <c:v>1.3794878588782411</c:v>
                </c:pt>
                <c:pt idx="3008">
                  <c:v>1.6984827140967049</c:v>
                </c:pt>
                <c:pt idx="3009">
                  <c:v>1.7445780356153311</c:v>
                </c:pt>
                <c:pt idx="3010">
                  <c:v>1.5574236079624719</c:v>
                </c:pt>
                <c:pt idx="3011">
                  <c:v>1.6989886775706551</c:v>
                </c:pt>
                <c:pt idx="3012">
                  <c:v>1.7808151006698609</c:v>
                </c:pt>
                <c:pt idx="3013">
                  <c:v>0.91076167424519772</c:v>
                </c:pt>
                <c:pt idx="3014">
                  <c:v>1.687574193758123</c:v>
                </c:pt>
                <c:pt idx="3015">
                  <c:v>0.22970962524414101</c:v>
                </c:pt>
                <c:pt idx="3016">
                  <c:v>0.50326395034789995</c:v>
                </c:pt>
                <c:pt idx="3017">
                  <c:v>1.6770292400220119</c:v>
                </c:pt>
                <c:pt idx="3018">
                  <c:v>1.7983317921559021</c:v>
                </c:pt>
                <c:pt idx="3019">
                  <c:v>1.70850987927667</c:v>
                </c:pt>
                <c:pt idx="3020">
                  <c:v>1.7297260165214541</c:v>
                </c:pt>
                <c:pt idx="3021">
                  <c:v>1.6258426117993561</c:v>
                </c:pt>
                <c:pt idx="3022">
                  <c:v>1.8032669766743981</c:v>
                </c:pt>
                <c:pt idx="3023">
                  <c:v>1.7827064799303991</c:v>
                </c:pt>
                <c:pt idx="3024">
                  <c:v>1.829928555032786</c:v>
                </c:pt>
                <c:pt idx="3025">
                  <c:v>1.798497567823784</c:v>
                </c:pt>
                <c:pt idx="3026">
                  <c:v>1.8401611690618549</c:v>
                </c:pt>
                <c:pt idx="3027">
                  <c:v>1.780079557320613</c:v>
                </c:pt>
                <c:pt idx="3028">
                  <c:v>1.7645613583245381</c:v>
                </c:pt>
                <c:pt idx="3029">
                  <c:v>1.739773894170656</c:v>
                </c:pt>
                <c:pt idx="3030">
                  <c:v>1.7915823127169059</c:v>
                </c:pt>
                <c:pt idx="3031">
                  <c:v>1.816938479323136</c:v>
                </c:pt>
                <c:pt idx="3032">
                  <c:v>1.7839154286818071</c:v>
                </c:pt>
                <c:pt idx="3033">
                  <c:v>1.8123353778065501</c:v>
                </c:pt>
                <c:pt idx="3034">
                  <c:v>1.8548341860312869</c:v>
                </c:pt>
                <c:pt idx="3035">
                  <c:v>1.8343453734528781</c:v>
                </c:pt>
                <c:pt idx="3036">
                  <c:v>1.776392163582218</c:v>
                </c:pt>
                <c:pt idx="3037">
                  <c:v>1.6419271085628131</c:v>
                </c:pt>
                <c:pt idx="3038">
                  <c:v>1.628604196497307</c:v>
                </c:pt>
                <c:pt idx="3039">
                  <c:v>1.6958350142654111</c:v>
                </c:pt>
                <c:pt idx="3040">
                  <c:v>1.757179269563091</c:v>
                </c:pt>
                <c:pt idx="3041">
                  <c:v>1.634030045961079</c:v>
                </c:pt>
                <c:pt idx="3042">
                  <c:v>1.80735569069351</c:v>
                </c:pt>
                <c:pt idx="3043">
                  <c:v>1.7688376921107789</c:v>
                </c:pt>
                <c:pt idx="3044">
                  <c:v>1.7821828749327531</c:v>
                </c:pt>
                <c:pt idx="3045">
                  <c:v>1.6622967092098031</c:v>
                </c:pt>
                <c:pt idx="3046">
                  <c:v>1.7971087441655811</c:v>
                </c:pt>
                <c:pt idx="3047">
                  <c:v>1.744023906878936</c:v>
                </c:pt>
                <c:pt idx="3048">
                  <c:v>1.7077989677293359</c:v>
                </c:pt>
                <c:pt idx="3049">
                  <c:v>1.838229776632907</c:v>
                </c:pt>
                <c:pt idx="3050">
                  <c:v>1.58572334247631</c:v>
                </c:pt>
                <c:pt idx="3051">
                  <c:v>1.6587705239237349</c:v>
                </c:pt>
                <c:pt idx="3052">
                  <c:v>1.795847225856114</c:v>
                </c:pt>
                <c:pt idx="3053">
                  <c:v>1.691815634735492</c:v>
                </c:pt>
                <c:pt idx="3054">
                  <c:v>1.665783047676086</c:v>
                </c:pt>
                <c:pt idx="3055">
                  <c:v>1.7468276665224669</c:v>
                </c:pt>
                <c:pt idx="3056">
                  <c:v>0.25565910339355502</c:v>
                </c:pt>
                <c:pt idx="3057">
                  <c:v>0.357618808746338</c:v>
                </c:pt>
                <c:pt idx="3058">
                  <c:v>0.29145050048828153</c:v>
                </c:pt>
                <c:pt idx="3059">
                  <c:v>0.225282192230225</c:v>
                </c:pt>
                <c:pt idx="3060">
                  <c:v>0.120293617248535</c:v>
                </c:pt>
                <c:pt idx="3061">
                  <c:v>0.29385638236999501</c:v>
                </c:pt>
                <c:pt idx="3062">
                  <c:v>0.46741914749145502</c:v>
                </c:pt>
                <c:pt idx="3063">
                  <c:v>-1.6986370086669901E-2</c:v>
                </c:pt>
                <c:pt idx="3064">
                  <c:v>3.0847787857055699E-2</c:v>
                </c:pt>
                <c:pt idx="3065">
                  <c:v>7.8681945800781306E-2</c:v>
                </c:pt>
                <c:pt idx="3066">
                  <c:v>0.144406318664551</c:v>
                </c:pt>
                <c:pt idx="3067">
                  <c:v>8.4881782531738392E-2</c:v>
                </c:pt>
                <c:pt idx="3068">
                  <c:v>2.5357246398925799E-2</c:v>
                </c:pt>
                <c:pt idx="3069">
                  <c:v>0.143940925598145</c:v>
                </c:pt>
                <c:pt idx="3070">
                  <c:v>0.21620202064514199</c:v>
                </c:pt>
                <c:pt idx="3071">
                  <c:v>0.288463115692139</c:v>
                </c:pt>
                <c:pt idx="3072">
                  <c:v>0.277711391448975</c:v>
                </c:pt>
                <c:pt idx="3073">
                  <c:v>0.42176294326782249</c:v>
                </c:pt>
                <c:pt idx="3074">
                  <c:v>0.56581449508667003</c:v>
                </c:pt>
                <c:pt idx="3075">
                  <c:v>0.29869747161865201</c:v>
                </c:pt>
                <c:pt idx="3076">
                  <c:v>0.21877479553222651</c:v>
                </c:pt>
                <c:pt idx="3077">
                  <c:v>0.138852119445801</c:v>
                </c:pt>
                <c:pt idx="3078">
                  <c:v>0.272503852844238</c:v>
                </c:pt>
                <c:pt idx="3079">
                  <c:v>0.1901147365570065</c:v>
                </c:pt>
                <c:pt idx="3080">
                  <c:v>0.107725620269775</c:v>
                </c:pt>
                <c:pt idx="3081">
                  <c:v>0.26818418502807601</c:v>
                </c:pt>
                <c:pt idx="3082">
                  <c:v>0.26779556274414051</c:v>
                </c:pt>
                <c:pt idx="3083">
                  <c:v>0.26740694046020502</c:v>
                </c:pt>
                <c:pt idx="3084">
                  <c:v>0.63287448883056596</c:v>
                </c:pt>
                <c:pt idx="3085">
                  <c:v>0.404052734375</c:v>
                </c:pt>
                <c:pt idx="3086">
                  <c:v>0.17523097991943401</c:v>
                </c:pt>
                <c:pt idx="3087">
                  <c:v>-4.8168182373046903E-2</c:v>
                </c:pt>
                <c:pt idx="3088">
                  <c:v>3.1248569488525561E-2</c:v>
                </c:pt>
                <c:pt idx="3089">
                  <c:v>0.110665321350098</c:v>
                </c:pt>
                <c:pt idx="3090">
                  <c:v>0.46887826919555697</c:v>
                </c:pt>
                <c:pt idx="3091">
                  <c:v>0.39116072654724149</c:v>
                </c:pt>
                <c:pt idx="3092">
                  <c:v>0.313443183898926</c:v>
                </c:pt>
                <c:pt idx="3093">
                  <c:v>9.8541736602783203E-2</c:v>
                </c:pt>
                <c:pt idx="3094">
                  <c:v>0.1161105632781981</c:v>
                </c:pt>
                <c:pt idx="3095">
                  <c:v>0.133679389953613</c:v>
                </c:pt>
                <c:pt idx="3096">
                  <c:v>0.28691005706787098</c:v>
                </c:pt>
                <c:pt idx="3097">
                  <c:v>0.18138813972473139</c:v>
                </c:pt>
                <c:pt idx="3098">
                  <c:v>7.5866222381591797E-2</c:v>
                </c:pt>
                <c:pt idx="3099">
                  <c:v>0.33638095855712902</c:v>
                </c:pt>
                <c:pt idx="3100">
                  <c:v>0.31573987007141102</c:v>
                </c:pt>
                <c:pt idx="3101">
                  <c:v>0.29509878158569303</c:v>
                </c:pt>
                <c:pt idx="3102">
                  <c:v>0.57245349884033203</c:v>
                </c:pt>
                <c:pt idx="3103">
                  <c:v>0.32298564910888672</c:v>
                </c:pt>
                <c:pt idx="3104">
                  <c:v>7.3517799377441406E-2</c:v>
                </c:pt>
                <c:pt idx="3105">
                  <c:v>0.11959266662597701</c:v>
                </c:pt>
                <c:pt idx="3106">
                  <c:v>0.21976423263549849</c:v>
                </c:pt>
                <c:pt idx="3107">
                  <c:v>0.31993579864501998</c:v>
                </c:pt>
                <c:pt idx="3108">
                  <c:v>0.62540197372436501</c:v>
                </c:pt>
                <c:pt idx="3109">
                  <c:v>0.39233708381652799</c:v>
                </c:pt>
                <c:pt idx="3110">
                  <c:v>0.15927219390869099</c:v>
                </c:pt>
                <c:pt idx="3111">
                  <c:v>0.33009672164916948</c:v>
                </c:pt>
                <c:pt idx="3112">
                  <c:v>0.50092124938964799</c:v>
                </c:pt>
                <c:pt idx="3113">
                  <c:v>0.18292570114135701</c:v>
                </c:pt>
                <c:pt idx="3114">
                  <c:v>0.16273522377014149</c:v>
                </c:pt>
                <c:pt idx="3115">
                  <c:v>0.142544746398926</c:v>
                </c:pt>
                <c:pt idx="3116">
                  <c:v>0.17367696762085</c:v>
                </c:pt>
                <c:pt idx="3117">
                  <c:v>7.6104164123535351E-2</c:v>
                </c:pt>
                <c:pt idx="3118">
                  <c:v>-2.14686393737793E-2</c:v>
                </c:pt>
                <c:pt idx="3119">
                  <c:v>-3.8210391998291002E-2</c:v>
                </c:pt>
                <c:pt idx="3120">
                  <c:v>4.6812057495117007E-2</c:v>
                </c:pt>
                <c:pt idx="3121">
                  <c:v>0.131834506988525</c:v>
                </c:pt>
                <c:pt idx="3122">
                  <c:v>0.29982233047485402</c:v>
                </c:pt>
                <c:pt idx="3123">
                  <c:v>0.13038039207458521</c:v>
                </c:pt>
                <c:pt idx="3124">
                  <c:v>-3.9061546325683601E-2</c:v>
                </c:pt>
                <c:pt idx="3125">
                  <c:v>6.4445972442626995E-2</c:v>
                </c:pt>
                <c:pt idx="3126">
                  <c:v>0.16134977340698251</c:v>
                </c:pt>
                <c:pt idx="3127">
                  <c:v>0.258253574371338</c:v>
                </c:pt>
                <c:pt idx="3128">
                  <c:v>0.11990404129028299</c:v>
                </c:pt>
                <c:pt idx="3129">
                  <c:v>0.35403919219970698</c:v>
                </c:pt>
                <c:pt idx="3130">
                  <c:v>0.58817434310913097</c:v>
                </c:pt>
                <c:pt idx="3131">
                  <c:v>0.121518135070801</c:v>
                </c:pt>
                <c:pt idx="3132">
                  <c:v>0.163334131240845</c:v>
                </c:pt>
                <c:pt idx="3133">
                  <c:v>0.205150127410889</c:v>
                </c:pt>
                <c:pt idx="3134">
                  <c:v>0.606459140777588</c:v>
                </c:pt>
                <c:pt idx="3135">
                  <c:v>0.52574896812438954</c:v>
                </c:pt>
                <c:pt idx="3136">
                  <c:v>0.44503879547119102</c:v>
                </c:pt>
                <c:pt idx="3137">
                  <c:v>0.190347194671631</c:v>
                </c:pt>
                <c:pt idx="3138">
                  <c:v>9.034585952758796E-2</c:v>
                </c:pt>
                <c:pt idx="3139">
                  <c:v>-9.6554756164550799E-3</c:v>
                </c:pt>
                <c:pt idx="3140">
                  <c:v>0.14334011077880901</c:v>
                </c:pt>
                <c:pt idx="3141">
                  <c:v>0.2082061767578125</c:v>
                </c:pt>
                <c:pt idx="3142">
                  <c:v>0.27307224273681602</c:v>
                </c:pt>
                <c:pt idx="3143">
                  <c:v>2.8246402740478498E-2</c:v>
                </c:pt>
                <c:pt idx="3144">
                  <c:v>0.1207132339477538</c:v>
                </c:pt>
                <c:pt idx="3145">
                  <c:v>0.21318006515502899</c:v>
                </c:pt>
                <c:pt idx="3146">
                  <c:v>-1.2483119964599601E-2</c:v>
                </c:pt>
                <c:pt idx="3147">
                  <c:v>6.6720962524414215E-2</c:v>
                </c:pt>
                <c:pt idx="3148">
                  <c:v>0.14592504501342801</c:v>
                </c:pt>
                <c:pt idx="3149">
                  <c:v>-2.39768028259277E-2</c:v>
                </c:pt>
                <c:pt idx="3150">
                  <c:v>0.1271080970764161</c:v>
                </c:pt>
                <c:pt idx="3151">
                  <c:v>0.27819299697875999</c:v>
                </c:pt>
                <c:pt idx="3152">
                  <c:v>0.39812850952148399</c:v>
                </c:pt>
                <c:pt idx="3153">
                  <c:v>0.46351075172424289</c:v>
                </c:pt>
                <c:pt idx="3154">
                  <c:v>0.52889299392700195</c:v>
                </c:pt>
                <c:pt idx="3155">
                  <c:v>0.24764347076415999</c:v>
                </c:pt>
                <c:pt idx="3156">
                  <c:v>0.33758449554443348</c:v>
                </c:pt>
                <c:pt idx="3157">
                  <c:v>0.42752552032470698</c:v>
                </c:pt>
                <c:pt idx="3158">
                  <c:v>0.307647705078125</c:v>
                </c:pt>
                <c:pt idx="3159">
                  <c:v>0.20163893699645991</c:v>
                </c:pt>
                <c:pt idx="3160">
                  <c:v>9.5630168914794894E-2</c:v>
                </c:pt>
                <c:pt idx="3161">
                  <c:v>0.108819484710693</c:v>
                </c:pt>
                <c:pt idx="3162">
                  <c:v>0.1264307498931885</c:v>
                </c:pt>
                <c:pt idx="3163">
                  <c:v>0.14404201507568401</c:v>
                </c:pt>
                <c:pt idx="3164">
                  <c:v>0.40496015548706099</c:v>
                </c:pt>
                <c:pt idx="3165">
                  <c:v>0.21977543830871599</c:v>
                </c:pt>
                <c:pt idx="3166">
                  <c:v>3.4590721130371101E-2</c:v>
                </c:pt>
                <c:pt idx="3167">
                  <c:v>0.21771240234375</c:v>
                </c:pt>
                <c:pt idx="3168">
                  <c:v>0.29636216163635248</c:v>
                </c:pt>
                <c:pt idx="3169">
                  <c:v>0.37501192092895502</c:v>
                </c:pt>
                <c:pt idx="3170">
                  <c:v>-2.7727127075195299E-2</c:v>
                </c:pt>
                <c:pt idx="3171">
                  <c:v>1.0877847671508799E-2</c:v>
                </c:pt>
                <c:pt idx="3172">
                  <c:v>4.9482822418212898E-2</c:v>
                </c:pt>
                <c:pt idx="3173">
                  <c:v>0.53377485275268599</c:v>
                </c:pt>
                <c:pt idx="3174">
                  <c:v>0.39014554023742698</c:v>
                </c:pt>
                <c:pt idx="3175">
                  <c:v>0.246516227722168</c:v>
                </c:pt>
                <c:pt idx="3176">
                  <c:v>0.50559806823730502</c:v>
                </c:pt>
                <c:pt idx="3177">
                  <c:v>0.47986078262329102</c:v>
                </c:pt>
                <c:pt idx="3178">
                  <c:v>0.45412349700927701</c:v>
                </c:pt>
                <c:pt idx="3179">
                  <c:v>0.24447250366210899</c:v>
                </c:pt>
                <c:pt idx="3180">
                  <c:v>0.22900295257568351</c:v>
                </c:pt>
                <c:pt idx="3181">
                  <c:v>0.21353340148925801</c:v>
                </c:pt>
                <c:pt idx="3182">
                  <c:v>5.5825233459472698E-2</c:v>
                </c:pt>
                <c:pt idx="3183">
                  <c:v>0.1591854095458983</c:v>
                </c:pt>
                <c:pt idx="3184">
                  <c:v>0.262545585632324</c:v>
                </c:pt>
                <c:pt idx="3185">
                  <c:v>0.11985969543456999</c:v>
                </c:pt>
                <c:pt idx="3186">
                  <c:v>0.244420766830444</c:v>
                </c:pt>
                <c:pt idx="3187">
                  <c:v>0.36898183822631803</c:v>
                </c:pt>
                <c:pt idx="3188">
                  <c:v>0.27975034713745101</c:v>
                </c:pt>
                <c:pt idx="3189">
                  <c:v>0.17575287818908689</c:v>
                </c:pt>
                <c:pt idx="3190">
                  <c:v>7.1755409240722698E-2</c:v>
                </c:pt>
                <c:pt idx="3191">
                  <c:v>-1.6506195068359399E-2</c:v>
                </c:pt>
                <c:pt idx="3192">
                  <c:v>2.8763055801391609E-2</c:v>
                </c:pt>
                <c:pt idx="3193">
                  <c:v>7.4032306671142606E-2</c:v>
                </c:pt>
                <c:pt idx="3194">
                  <c:v>0.121342658996582</c:v>
                </c:pt>
                <c:pt idx="3195">
                  <c:v>0.177192687988281</c:v>
                </c:pt>
                <c:pt idx="3196">
                  <c:v>0.23304271697998</c:v>
                </c:pt>
                <c:pt idx="3197">
                  <c:v>0.151014804840088</c:v>
                </c:pt>
                <c:pt idx="3198">
                  <c:v>0.10324454307556161</c:v>
                </c:pt>
                <c:pt idx="3199">
                  <c:v>5.5474281311035198E-2</c:v>
                </c:pt>
                <c:pt idx="3200">
                  <c:v>0.43796968460083002</c:v>
                </c:pt>
                <c:pt idx="3201">
                  <c:v>0.38107752799987799</c:v>
                </c:pt>
                <c:pt idx="3202">
                  <c:v>0.324185371398926</c:v>
                </c:pt>
                <c:pt idx="3203">
                  <c:v>0.38505363464355502</c:v>
                </c:pt>
                <c:pt idx="3204">
                  <c:v>0.227303981781006</c:v>
                </c:pt>
                <c:pt idx="3205">
                  <c:v>6.9554328918457003E-2</c:v>
                </c:pt>
                <c:pt idx="3206">
                  <c:v>0.1492273807525635</c:v>
                </c:pt>
                <c:pt idx="3207">
                  <c:v>0.22890043258667001</c:v>
                </c:pt>
                <c:pt idx="3208">
                  <c:v>0.61401939392089799</c:v>
                </c:pt>
                <c:pt idx="3209">
                  <c:v>0.36590409278869601</c:v>
                </c:pt>
                <c:pt idx="3210">
                  <c:v>0.117788791656494</c:v>
                </c:pt>
                <c:pt idx="3211">
                  <c:v>0.30406093597412098</c:v>
                </c:pt>
                <c:pt idx="3212">
                  <c:v>0.36435437202453602</c:v>
                </c:pt>
                <c:pt idx="3213">
                  <c:v>0.42464780807495101</c:v>
                </c:pt>
                <c:pt idx="3214">
                  <c:v>0.36089324951171903</c:v>
                </c:pt>
                <c:pt idx="3215">
                  <c:v>0.20952558517456071</c:v>
                </c:pt>
                <c:pt idx="3216">
                  <c:v>5.8157920837402302E-2</c:v>
                </c:pt>
                <c:pt idx="3217">
                  <c:v>-9.2301368713378906E-3</c:v>
                </c:pt>
                <c:pt idx="3218">
                  <c:v>0.13811373710632299</c:v>
                </c:pt>
                <c:pt idx="3219">
                  <c:v>0.28545761108398399</c:v>
                </c:pt>
                <c:pt idx="3220">
                  <c:v>7.4773788452148396E-2</c:v>
                </c:pt>
                <c:pt idx="3221">
                  <c:v>0.1820745468139647</c:v>
                </c:pt>
                <c:pt idx="3222">
                  <c:v>0.28937530517578097</c:v>
                </c:pt>
                <c:pt idx="3223">
                  <c:v>-3.9701461791992196E-3</c:v>
                </c:pt>
                <c:pt idx="3224">
                  <c:v>3.9288282394409187E-2</c:v>
                </c:pt>
                <c:pt idx="3225">
                  <c:v>8.2546710968017606E-2</c:v>
                </c:pt>
                <c:pt idx="3226">
                  <c:v>0.44508981704711897</c:v>
                </c:pt>
                <c:pt idx="3227">
                  <c:v>0.38206315040588351</c:v>
                </c:pt>
                <c:pt idx="3228">
                  <c:v>0.31903648376464799</c:v>
                </c:pt>
                <c:pt idx="3229">
                  <c:v>0.44542598724365201</c:v>
                </c:pt>
                <c:pt idx="3230">
                  <c:v>0.23948001861572249</c:v>
                </c:pt>
                <c:pt idx="3231">
                  <c:v>3.3534049987793003E-2</c:v>
                </c:pt>
                <c:pt idx="3232">
                  <c:v>6.4085006713867201E-2</c:v>
                </c:pt>
                <c:pt idx="3233">
                  <c:v>0.19980978965759261</c:v>
                </c:pt>
                <c:pt idx="3234">
                  <c:v>0.33553457260131803</c:v>
                </c:pt>
                <c:pt idx="3235">
                  <c:v>-1.7205715179443401E-2</c:v>
                </c:pt>
                <c:pt idx="3236">
                  <c:v>0.1218266487121583</c:v>
                </c:pt>
                <c:pt idx="3237">
                  <c:v>0.26085901260375999</c:v>
                </c:pt>
                <c:pt idx="3238">
                  <c:v>0.34512853622436501</c:v>
                </c:pt>
                <c:pt idx="3239">
                  <c:v>0.2325439453125</c:v>
                </c:pt>
                <c:pt idx="3240">
                  <c:v>0.119959354400635</c:v>
                </c:pt>
                <c:pt idx="3241">
                  <c:v>0.14332962036132799</c:v>
                </c:pt>
                <c:pt idx="3242">
                  <c:v>0.21173262596130349</c:v>
                </c:pt>
                <c:pt idx="3243">
                  <c:v>0.28013563156127902</c:v>
                </c:pt>
                <c:pt idx="3244">
                  <c:v>0.41685152053833002</c:v>
                </c:pt>
                <c:pt idx="3245">
                  <c:v>0.2482874393463135</c:v>
                </c:pt>
                <c:pt idx="3246">
                  <c:v>7.9723358154296903E-2</c:v>
                </c:pt>
                <c:pt idx="3247">
                  <c:v>0.10228967666626</c:v>
                </c:pt>
                <c:pt idx="3248">
                  <c:v>0.1258196830749515</c:v>
                </c:pt>
                <c:pt idx="3249">
                  <c:v>0.14934968948364299</c:v>
                </c:pt>
                <c:pt idx="3250">
                  <c:v>0.29505300521850603</c:v>
                </c:pt>
                <c:pt idx="3251">
                  <c:v>0.30596184730529802</c:v>
                </c:pt>
                <c:pt idx="3252">
                  <c:v>0.31687068939209001</c:v>
                </c:pt>
                <c:pt idx="3253">
                  <c:v>0.299668788909912</c:v>
                </c:pt>
                <c:pt idx="3254">
                  <c:v>0.20729494094848649</c:v>
                </c:pt>
                <c:pt idx="3255">
                  <c:v>0.114921092987061</c:v>
                </c:pt>
                <c:pt idx="3256">
                  <c:v>0.22766780853271501</c:v>
                </c:pt>
                <c:pt idx="3257">
                  <c:v>0.24897599220275901</c:v>
                </c:pt>
                <c:pt idx="3258">
                  <c:v>0.27028417587280301</c:v>
                </c:pt>
                <c:pt idx="3259">
                  <c:v>0.52503252029418901</c:v>
                </c:pt>
                <c:pt idx="3260">
                  <c:v>0.29419636726379372</c:v>
                </c:pt>
                <c:pt idx="3261">
                  <c:v>6.3360214233398396E-2</c:v>
                </c:pt>
                <c:pt idx="3262">
                  <c:v>0.40979480743408198</c:v>
                </c:pt>
                <c:pt idx="3263">
                  <c:v>0.2364742755889892</c:v>
                </c:pt>
                <c:pt idx="3264">
                  <c:v>6.3153743743896498E-2</c:v>
                </c:pt>
                <c:pt idx="3265">
                  <c:v>-4.8463821411132799E-2</c:v>
                </c:pt>
                <c:pt idx="3266">
                  <c:v>-3.6146640777587898E-2</c:v>
                </c:pt>
                <c:pt idx="3267">
                  <c:v>-2.3829460144043E-2</c:v>
                </c:pt>
                <c:pt idx="3268">
                  <c:v>7.4189186096191406E-2</c:v>
                </c:pt>
                <c:pt idx="3269">
                  <c:v>0.21492314338684071</c:v>
                </c:pt>
                <c:pt idx="3270">
                  <c:v>0.35565710067749001</c:v>
                </c:pt>
                <c:pt idx="3271">
                  <c:v>9.0264797210693401E-2</c:v>
                </c:pt>
                <c:pt idx="3272">
                  <c:v>0.1300187110900877</c:v>
                </c:pt>
                <c:pt idx="3273">
                  <c:v>0.16977262496948201</c:v>
                </c:pt>
                <c:pt idx="3274">
                  <c:v>0.25095891952514598</c:v>
                </c:pt>
                <c:pt idx="3275">
                  <c:v>0.12097620964050269</c:v>
                </c:pt>
                <c:pt idx="3276">
                  <c:v>-9.0065002441406302E-3</c:v>
                </c:pt>
                <c:pt idx="3277">
                  <c:v>9.0018749237060505E-2</c:v>
                </c:pt>
                <c:pt idx="3278">
                  <c:v>0.30136847496032731</c:v>
                </c:pt>
                <c:pt idx="3279">
                  <c:v>0.51271820068359397</c:v>
                </c:pt>
                <c:pt idx="3280">
                  <c:v>0.28819227218627902</c:v>
                </c:pt>
                <c:pt idx="3281">
                  <c:v>0.116157293319702</c:v>
                </c:pt>
                <c:pt idx="3282">
                  <c:v>-5.5877685546875E-2</c:v>
                </c:pt>
                <c:pt idx="3283">
                  <c:v>0.18476152420043901</c:v>
                </c:pt>
                <c:pt idx="3284">
                  <c:v>0.10207462310791</c:v>
                </c:pt>
                <c:pt idx="3285">
                  <c:v>1.9387722015380901E-2</c:v>
                </c:pt>
                <c:pt idx="3286">
                  <c:v>0.10332536697387699</c:v>
                </c:pt>
                <c:pt idx="3287">
                  <c:v>0.119418144226074</c:v>
                </c:pt>
                <c:pt idx="3288">
                  <c:v>0.13551092147827101</c:v>
                </c:pt>
                <c:pt idx="3289">
                  <c:v>8.5088729858398396E-2</c:v>
                </c:pt>
                <c:pt idx="3290">
                  <c:v>7.8417301177978502E-2</c:v>
                </c:pt>
                <c:pt idx="3291">
                  <c:v>7.1745872497558594E-2</c:v>
                </c:pt>
                <c:pt idx="3292">
                  <c:v>0.46950244903564498</c:v>
                </c:pt>
                <c:pt idx="3293">
                  <c:v>0.33641672134399447</c:v>
                </c:pt>
                <c:pt idx="3294">
                  <c:v>0.203330993652344</c:v>
                </c:pt>
                <c:pt idx="3295">
                  <c:v>0.28515148162841802</c:v>
                </c:pt>
                <c:pt idx="3296">
                  <c:v>0.33138084411621099</c:v>
                </c:pt>
                <c:pt idx="3297">
                  <c:v>0.37761020660400402</c:v>
                </c:pt>
                <c:pt idx="3298">
                  <c:v>0.21628117561340329</c:v>
                </c:pt>
                <c:pt idx="3299">
                  <c:v>5.49521446228027E-2</c:v>
                </c:pt>
                <c:pt idx="3300">
                  <c:v>0.50492620468139604</c:v>
                </c:pt>
                <c:pt idx="3301">
                  <c:v>0.2480921745300291</c:v>
                </c:pt>
                <c:pt idx="3302">
                  <c:v>-8.7418556213378906E-3</c:v>
                </c:pt>
                <c:pt idx="3303">
                  <c:v>1.594377141249806</c:v>
                </c:pt>
                <c:pt idx="3304">
                  <c:v>1.112053523983872</c:v>
                </c:pt>
                <c:pt idx="3305">
                  <c:v>0.62972990671793794</c:v>
                </c:pt>
                <c:pt idx="3306">
                  <c:v>0.43551111221313499</c:v>
                </c:pt>
                <c:pt idx="3307">
                  <c:v>0.26282286643981939</c:v>
                </c:pt>
                <c:pt idx="3308">
                  <c:v>9.0134620666503906E-2</c:v>
                </c:pt>
                <c:pt idx="3309">
                  <c:v>0.59351396560668901</c:v>
                </c:pt>
                <c:pt idx="3310">
                  <c:v>0.39261937141418451</c:v>
                </c:pt>
                <c:pt idx="3311">
                  <c:v>0.19172477722167999</c:v>
                </c:pt>
                <c:pt idx="3312">
                  <c:v>0.26335620880126998</c:v>
                </c:pt>
                <c:pt idx="3313">
                  <c:v>0.29179358482360851</c:v>
                </c:pt>
                <c:pt idx="3314">
                  <c:v>0.32023096084594699</c:v>
                </c:pt>
                <c:pt idx="3315">
                  <c:v>0.474046230316162</c:v>
                </c:pt>
                <c:pt idx="3316">
                  <c:v>0.3488478660583495</c:v>
                </c:pt>
                <c:pt idx="3317">
                  <c:v>0.223649501800537</c:v>
                </c:pt>
                <c:pt idx="3318">
                  <c:v>0.17452812194824199</c:v>
                </c:pt>
                <c:pt idx="3319">
                  <c:v>0.1715948581695555</c:v>
                </c:pt>
                <c:pt idx="3320">
                  <c:v>0.168661594390869</c:v>
                </c:pt>
                <c:pt idx="3321">
                  <c:v>0.14721107482910201</c:v>
                </c:pt>
                <c:pt idx="3322">
                  <c:v>4.852938652038595E-2</c:v>
                </c:pt>
                <c:pt idx="3323">
                  <c:v>-5.0152301788330099E-2</c:v>
                </c:pt>
                <c:pt idx="3324">
                  <c:v>0.28241920471191401</c:v>
                </c:pt>
                <c:pt idx="3325">
                  <c:v>0.3264174461364745</c:v>
                </c:pt>
                <c:pt idx="3326">
                  <c:v>0.37041568756103499</c:v>
                </c:pt>
                <c:pt idx="3327">
                  <c:v>0.165390014648438</c:v>
                </c:pt>
                <c:pt idx="3328">
                  <c:v>0.1585838794708255</c:v>
                </c:pt>
                <c:pt idx="3329">
                  <c:v>0.151777744293213</c:v>
                </c:pt>
                <c:pt idx="3330">
                  <c:v>0.228456020355225</c:v>
                </c:pt>
                <c:pt idx="3331">
                  <c:v>0.1577401161193849</c:v>
                </c:pt>
                <c:pt idx="3332">
                  <c:v>8.7024211883544894E-2</c:v>
                </c:pt>
                <c:pt idx="3333">
                  <c:v>6.9443702697753906E-2</c:v>
                </c:pt>
                <c:pt idx="3334">
                  <c:v>8.4146499633789063E-2</c:v>
                </c:pt>
                <c:pt idx="3335">
                  <c:v>9.8849296569824205E-2</c:v>
                </c:pt>
                <c:pt idx="3336">
                  <c:v>1.8720135529836019</c:v>
                </c:pt>
                <c:pt idx="3337">
                  <c:v>1.80199385206508</c:v>
                </c:pt>
                <c:pt idx="3338">
                  <c:v>1.603324698537498</c:v>
                </c:pt>
                <c:pt idx="3339">
                  <c:v>1.8353622630881929</c:v>
                </c:pt>
                <c:pt idx="3340">
                  <c:v>1.617854078228657</c:v>
                </c:pt>
                <c:pt idx="3341">
                  <c:v>1.8002685729354819</c:v>
                </c:pt>
                <c:pt idx="3342">
                  <c:v>1.7943366054565679</c:v>
                </c:pt>
                <c:pt idx="3343">
                  <c:v>1.6170098604249561</c:v>
                </c:pt>
                <c:pt idx="3344">
                  <c:v>0.83355700969695901</c:v>
                </c:pt>
                <c:pt idx="3345">
                  <c:v>0.52742159366607555</c:v>
                </c:pt>
                <c:pt idx="3346">
                  <c:v>1.789050460846956</c:v>
                </c:pt>
                <c:pt idx="3347">
                  <c:v>0.36564254760742199</c:v>
                </c:pt>
                <c:pt idx="3348">
                  <c:v>0.20027208328247101</c:v>
                </c:pt>
                <c:pt idx="3349">
                  <c:v>0.160514831542969</c:v>
                </c:pt>
                <c:pt idx="3350">
                  <c:v>0.12075757980346701</c:v>
                </c:pt>
                <c:pt idx="3351">
                  <c:v>0.26743841171264598</c:v>
                </c:pt>
                <c:pt idx="3352">
                  <c:v>0.23811459541320801</c:v>
                </c:pt>
                <c:pt idx="3353">
                  <c:v>0.20879077911377</c:v>
                </c:pt>
                <c:pt idx="3354">
                  <c:v>0.31436872482299799</c:v>
                </c:pt>
                <c:pt idx="3355">
                  <c:v>1.7379035785280419</c:v>
                </c:pt>
                <c:pt idx="3356">
                  <c:v>1.842345597527244</c:v>
                </c:pt>
                <c:pt idx="3357">
                  <c:v>1.7232772744935141</c:v>
                </c:pt>
                <c:pt idx="3358">
                  <c:v>1.806684859061356</c:v>
                </c:pt>
                <c:pt idx="3359">
                  <c:v>1.7058955608810511</c:v>
                </c:pt>
                <c:pt idx="3360">
                  <c:v>1.722482627582294</c:v>
                </c:pt>
                <c:pt idx="3361">
                  <c:v>1.7650195486177269</c:v>
                </c:pt>
                <c:pt idx="3362">
                  <c:v>1.772866696371159</c:v>
                </c:pt>
                <c:pt idx="3363">
                  <c:v>1.6459946778085499</c:v>
                </c:pt>
                <c:pt idx="3364">
                  <c:v>1.720550883900035</c:v>
                </c:pt>
                <c:pt idx="3365">
                  <c:v>1.80092880215948</c:v>
                </c:pt>
                <c:pt idx="3366">
                  <c:v>0.70112502574920721</c:v>
                </c:pt>
                <c:pt idx="3367">
                  <c:v>1.803284223618046</c:v>
                </c:pt>
                <c:pt idx="3368">
                  <c:v>1.5514908304401469</c:v>
                </c:pt>
                <c:pt idx="3369">
                  <c:v>1.7741678343262779</c:v>
                </c:pt>
                <c:pt idx="3370">
                  <c:v>0.52819991111755171</c:v>
                </c:pt>
                <c:pt idx="3371">
                  <c:v>1.669978609272077</c:v>
                </c:pt>
                <c:pt idx="3372">
                  <c:v>0.12384080886840799</c:v>
                </c:pt>
                <c:pt idx="3373">
                  <c:v>1.7578819486829971</c:v>
                </c:pt>
                <c:pt idx="3374">
                  <c:v>1.65358584955198</c:v>
                </c:pt>
                <c:pt idx="3375">
                  <c:v>1.844086057684394</c:v>
                </c:pt>
                <c:pt idx="3376">
                  <c:v>1.8550983667373659</c:v>
                </c:pt>
                <c:pt idx="3377">
                  <c:v>1.7906707108738911</c:v>
                </c:pt>
                <c:pt idx="3378">
                  <c:v>1.682632439118579</c:v>
                </c:pt>
                <c:pt idx="3379">
                  <c:v>1.8087805441447671</c:v>
                </c:pt>
                <c:pt idx="3380">
                  <c:v>1.6539725962373399</c:v>
                </c:pt>
                <c:pt idx="3381">
                  <c:v>1.713418043984307</c:v>
                </c:pt>
                <c:pt idx="3382">
                  <c:v>1.807115435600281</c:v>
                </c:pt>
                <c:pt idx="3383">
                  <c:v>1.67903264637651</c:v>
                </c:pt>
                <c:pt idx="3384">
                  <c:v>1.8224732806717141</c:v>
                </c:pt>
                <c:pt idx="3385">
                  <c:v>1.822357951893526</c:v>
                </c:pt>
                <c:pt idx="3386">
                  <c:v>1.702042436212059</c:v>
                </c:pt>
                <c:pt idx="3387">
                  <c:v>1.692276577795705</c:v>
                </c:pt>
                <c:pt idx="3388">
                  <c:v>0.54639267921447632</c:v>
                </c:pt>
                <c:pt idx="3389">
                  <c:v>1.7686492450653559</c:v>
                </c:pt>
                <c:pt idx="3390">
                  <c:v>0.58437418937682883</c:v>
                </c:pt>
                <c:pt idx="3391">
                  <c:v>0.58402522404988633</c:v>
                </c:pt>
                <c:pt idx="3392">
                  <c:v>-4.1289329528808601E-2</c:v>
                </c:pt>
                <c:pt idx="3393">
                  <c:v>-1.7818927764892582E-2</c:v>
                </c:pt>
                <c:pt idx="3394">
                  <c:v>5.6514739990234401E-3</c:v>
                </c:pt>
                <c:pt idx="3395">
                  <c:v>0.124258518218994</c:v>
                </c:pt>
                <c:pt idx="3396">
                  <c:v>0.20922136306762701</c:v>
                </c:pt>
                <c:pt idx="3397">
                  <c:v>0.29418420791625999</c:v>
                </c:pt>
                <c:pt idx="3398">
                  <c:v>0.28670930862426802</c:v>
                </c:pt>
                <c:pt idx="3399">
                  <c:v>0.25206494331359902</c:v>
                </c:pt>
                <c:pt idx="3400">
                  <c:v>0.21742057800292999</c:v>
                </c:pt>
                <c:pt idx="3401">
                  <c:v>0.32351541519165</c:v>
                </c:pt>
                <c:pt idx="3402">
                  <c:v>0.17709589004516579</c:v>
                </c:pt>
                <c:pt idx="3403">
                  <c:v>3.0676364898681599E-2</c:v>
                </c:pt>
                <c:pt idx="3404">
                  <c:v>-7.8177452087402292E-3</c:v>
                </c:pt>
                <c:pt idx="3405">
                  <c:v>0.20630645751953139</c:v>
                </c:pt>
                <c:pt idx="3406">
                  <c:v>0.42043066024780301</c:v>
                </c:pt>
                <c:pt idx="3407">
                  <c:v>0.145980834960938</c:v>
                </c:pt>
                <c:pt idx="3408">
                  <c:v>0.1420454978942875</c:v>
                </c:pt>
                <c:pt idx="3409">
                  <c:v>0.138110160827637</c:v>
                </c:pt>
                <c:pt idx="3410">
                  <c:v>0.11349821090698201</c:v>
                </c:pt>
                <c:pt idx="3411">
                  <c:v>9.8330736160278098E-2</c:v>
                </c:pt>
                <c:pt idx="3412">
                  <c:v>8.3163261413574205E-2</c:v>
                </c:pt>
                <c:pt idx="3413">
                  <c:v>0.18241500854492201</c:v>
                </c:pt>
                <c:pt idx="3414">
                  <c:v>9.6444129943847712E-2</c:v>
                </c:pt>
                <c:pt idx="3415">
                  <c:v>1.0473251342773399E-2</c:v>
                </c:pt>
                <c:pt idx="3416">
                  <c:v>0.326414585113525</c:v>
                </c:pt>
                <c:pt idx="3417">
                  <c:v>0.25350499153137201</c:v>
                </c:pt>
                <c:pt idx="3418">
                  <c:v>0.180595397949219</c:v>
                </c:pt>
                <c:pt idx="3419">
                  <c:v>0.20122909545898399</c:v>
                </c:pt>
                <c:pt idx="3420">
                  <c:v>7.0700645446777149E-2</c:v>
                </c:pt>
                <c:pt idx="3421">
                  <c:v>-5.9827804565429701E-2</c:v>
                </c:pt>
                <c:pt idx="3422">
                  <c:v>-4.9276828765869099E-2</c:v>
                </c:pt>
                <c:pt idx="3423">
                  <c:v>5.5035829544067452E-2</c:v>
                </c:pt>
                <c:pt idx="3424">
                  <c:v>0.15934848785400399</c:v>
                </c:pt>
                <c:pt idx="3425">
                  <c:v>0.104622364044189</c:v>
                </c:pt>
                <c:pt idx="3426">
                  <c:v>0.90140286244844126</c:v>
                </c:pt>
                <c:pt idx="3427">
                  <c:v>1.6981833608526939</c:v>
                </c:pt>
                <c:pt idx="3428">
                  <c:v>1.752698286189589</c:v>
                </c:pt>
                <c:pt idx="3429">
                  <c:v>1.8234441795132379</c:v>
                </c:pt>
                <c:pt idx="3430">
                  <c:v>1.84089077500736</c:v>
                </c:pt>
                <c:pt idx="3431">
                  <c:v>1.8317908868877171</c:v>
                </c:pt>
                <c:pt idx="3432">
                  <c:v>1.790280176712586</c:v>
                </c:pt>
                <c:pt idx="3433">
                  <c:v>1.775709646719474</c:v>
                </c:pt>
                <c:pt idx="3434">
                  <c:v>1.6593502618570239</c:v>
                </c:pt>
                <c:pt idx="3435">
                  <c:v>1.816135714131017</c:v>
                </c:pt>
                <c:pt idx="3436">
                  <c:v>1.872116325000605</c:v>
                </c:pt>
                <c:pt idx="3437">
                  <c:v>1.867881360466098</c:v>
                </c:pt>
                <c:pt idx="3438">
                  <c:v>1.86840528791601</c:v>
                </c:pt>
                <c:pt idx="3439">
                  <c:v>1.575675367965478</c:v>
                </c:pt>
                <c:pt idx="3440">
                  <c:v>1.913998922242943</c:v>
                </c:pt>
                <c:pt idx="3441">
                  <c:v>1.9288410286405191</c:v>
                </c:pt>
                <c:pt idx="3442">
                  <c:v>1.743487980786492</c:v>
                </c:pt>
                <c:pt idx="3443">
                  <c:v>0.31870937347412098</c:v>
                </c:pt>
                <c:pt idx="3444">
                  <c:v>0.38418229420979833</c:v>
                </c:pt>
                <c:pt idx="3445">
                  <c:v>0.44965521494547561</c:v>
                </c:pt>
                <c:pt idx="3446">
                  <c:v>0.57675377527872729</c:v>
                </c:pt>
                <c:pt idx="3447">
                  <c:v>1.811569503375462</c:v>
                </c:pt>
                <c:pt idx="3448">
                  <c:v>0.57334804534912165</c:v>
                </c:pt>
                <c:pt idx="3449">
                  <c:v>1.7342076374374269</c:v>
                </c:pt>
                <c:pt idx="3450">
                  <c:v>1.980511544180698</c:v>
                </c:pt>
                <c:pt idx="3451">
                  <c:v>1.875933312698149</c:v>
                </c:pt>
                <c:pt idx="3452">
                  <c:v>1.717406653758115</c:v>
                </c:pt>
                <c:pt idx="3453">
                  <c:v>1.771066482250508</c:v>
                </c:pt>
                <c:pt idx="3454">
                  <c:v>1.7109232501285829</c:v>
                </c:pt>
                <c:pt idx="3455">
                  <c:v>1.6227871393985891</c:v>
                </c:pt>
                <c:pt idx="3456">
                  <c:v>1.751517978554624</c:v>
                </c:pt>
                <c:pt idx="3457">
                  <c:v>1.8220969724261069</c:v>
                </c:pt>
                <c:pt idx="3458">
                  <c:v>1.8547245359196911</c:v>
                </c:pt>
                <c:pt idx="3459">
                  <c:v>1.7599603467094249</c:v>
                </c:pt>
                <c:pt idx="3460">
                  <c:v>1.7854611086290939</c:v>
                </c:pt>
                <c:pt idx="3461">
                  <c:v>1.6967553822499399</c:v>
                </c:pt>
                <c:pt idx="3462">
                  <c:v>1.7188043987049779</c:v>
                </c:pt>
                <c:pt idx="3463">
                  <c:v>1.785096706702695</c:v>
                </c:pt>
                <c:pt idx="3464">
                  <c:v>1.739891946315766</c:v>
                </c:pt>
                <c:pt idx="3465">
                  <c:v>1.835738788377371</c:v>
                </c:pt>
                <c:pt idx="3466">
                  <c:v>1.6954892355462781</c:v>
                </c:pt>
                <c:pt idx="3467">
                  <c:v>1.823025139895353</c:v>
                </c:pt>
                <c:pt idx="3468">
                  <c:v>1.7598936817862769</c:v>
                </c:pt>
                <c:pt idx="3469">
                  <c:v>1.7844422973435501</c:v>
                </c:pt>
                <c:pt idx="3470">
                  <c:v>1.0579303105672211</c:v>
                </c:pt>
                <c:pt idx="3471">
                  <c:v>1.857953535543905</c:v>
                </c:pt>
                <c:pt idx="3472">
                  <c:v>0.118268013000488</c:v>
                </c:pt>
                <c:pt idx="3473">
                  <c:v>0.18504810333252</c:v>
                </c:pt>
                <c:pt idx="3474">
                  <c:v>0.246168613433838</c:v>
                </c:pt>
                <c:pt idx="3475">
                  <c:v>0.30728912353515597</c:v>
                </c:pt>
                <c:pt idx="3476">
                  <c:v>0.19243860244750999</c:v>
                </c:pt>
                <c:pt idx="3477">
                  <c:v>7.3804616928100697E-2</c:v>
                </c:pt>
                <c:pt idx="3478">
                  <c:v>-4.4829368591308601E-2</c:v>
                </c:pt>
                <c:pt idx="3479">
                  <c:v>0.555514335632324</c:v>
                </c:pt>
                <c:pt idx="3480">
                  <c:v>0.45627641677856451</c:v>
                </c:pt>
                <c:pt idx="3481">
                  <c:v>0.35703849792480502</c:v>
                </c:pt>
                <c:pt idx="3482">
                  <c:v>0.24876523017883301</c:v>
                </c:pt>
                <c:pt idx="3483">
                  <c:v>0.140491962432861</c:v>
                </c:pt>
                <c:pt idx="3484">
                  <c:v>8.7806224822998005E-2</c:v>
                </c:pt>
                <c:pt idx="3485">
                  <c:v>0.20005369186401351</c:v>
                </c:pt>
                <c:pt idx="3486">
                  <c:v>0.31230115890502902</c:v>
                </c:pt>
                <c:pt idx="3487">
                  <c:v>7.5746536254882799E-2</c:v>
                </c:pt>
                <c:pt idx="3488">
                  <c:v>1.184198206121271</c:v>
                </c:pt>
                <c:pt idx="3489">
                  <c:v>1.465310103701849</c:v>
                </c:pt>
                <c:pt idx="3490">
                  <c:v>1.8108084578263131</c:v>
                </c:pt>
                <c:pt idx="3491">
                  <c:v>1.7954069695821631</c:v>
                </c:pt>
                <c:pt idx="3492">
                  <c:v>-4.84566688537598E-2</c:v>
                </c:pt>
                <c:pt idx="3493">
                  <c:v>-4.1551589965820299E-2</c:v>
                </c:pt>
                <c:pt idx="3494">
                  <c:v>1.7902798219160601</c:v>
                </c:pt>
                <c:pt idx="3495">
                  <c:v>1.6136887623713569</c:v>
                </c:pt>
                <c:pt idx="3496">
                  <c:v>1.7791235168774919</c:v>
                </c:pt>
                <c:pt idx="3497">
                  <c:v>1.460341427542946</c:v>
                </c:pt>
                <c:pt idx="3498">
                  <c:v>1.7176732125042149</c:v>
                </c:pt>
                <c:pt idx="3499">
                  <c:v>1.7998353230237121</c:v>
                </c:pt>
                <c:pt idx="3500">
                  <c:v>1.714207305958134</c:v>
                </c:pt>
                <c:pt idx="3501">
                  <c:v>1.482789588301149</c:v>
                </c:pt>
                <c:pt idx="3502">
                  <c:v>1.7495237579641409</c:v>
                </c:pt>
                <c:pt idx="3503">
                  <c:v>1.8213140477416341</c:v>
                </c:pt>
                <c:pt idx="3504">
                  <c:v>0.55734491348266746</c:v>
                </c:pt>
                <c:pt idx="3505">
                  <c:v>0.62581405639648269</c:v>
                </c:pt>
                <c:pt idx="3506">
                  <c:v>0.774189472198484</c:v>
                </c:pt>
                <c:pt idx="3507">
                  <c:v>1.833466213361352</c:v>
                </c:pt>
                <c:pt idx="3508">
                  <c:v>1.6647130084294151</c:v>
                </c:pt>
                <c:pt idx="3509">
                  <c:v>1.820395487546921</c:v>
                </c:pt>
                <c:pt idx="3510">
                  <c:v>0.53811391194661407</c:v>
                </c:pt>
                <c:pt idx="3511">
                  <c:v>0.23880577087402299</c:v>
                </c:pt>
                <c:pt idx="3512">
                  <c:v>1.7921362395087881</c:v>
                </c:pt>
                <c:pt idx="3513">
                  <c:v>1.692476997504363</c:v>
                </c:pt>
                <c:pt idx="3514">
                  <c:v>0.15533781051635701</c:v>
                </c:pt>
                <c:pt idx="3515">
                  <c:v>0.95731945598826662</c:v>
                </c:pt>
                <c:pt idx="3516">
                  <c:v>1.759301101460176</c:v>
                </c:pt>
                <c:pt idx="3517">
                  <c:v>1.802036704086676</c:v>
                </c:pt>
                <c:pt idx="3518">
                  <c:v>1.5473823610520521</c:v>
                </c:pt>
                <c:pt idx="3519">
                  <c:v>0.31199407577514598</c:v>
                </c:pt>
                <c:pt idx="3520">
                  <c:v>0.31870937347412098</c:v>
                </c:pt>
                <c:pt idx="3521">
                  <c:v>1.8042830652660791</c:v>
                </c:pt>
                <c:pt idx="3522">
                  <c:v>1.847657915371568</c:v>
                </c:pt>
                <c:pt idx="3523">
                  <c:v>1.7601699897027081</c:v>
                </c:pt>
                <c:pt idx="3524">
                  <c:v>1.6694680087240861</c:v>
                </c:pt>
                <c:pt idx="3525">
                  <c:v>1.7576950202385579</c:v>
                </c:pt>
                <c:pt idx="3526">
                  <c:v>1.5535502774374821</c:v>
                </c:pt>
                <c:pt idx="3527">
                  <c:v>1.812627678423856</c:v>
                </c:pt>
                <c:pt idx="3528">
                  <c:v>1.7268033101961211</c:v>
                </c:pt>
                <c:pt idx="3529">
                  <c:v>1.782756305701902</c:v>
                </c:pt>
                <c:pt idx="3530">
                  <c:v>1.865427888984069</c:v>
                </c:pt>
                <c:pt idx="3531">
                  <c:v>1.7668820092108399</c:v>
                </c:pt>
                <c:pt idx="3532">
                  <c:v>1.827871607495593</c:v>
                </c:pt>
                <c:pt idx="3533">
                  <c:v>1.903288630401196</c:v>
                </c:pt>
                <c:pt idx="3534">
                  <c:v>1.8091826092933629</c:v>
                </c:pt>
                <c:pt idx="3535">
                  <c:v>1.7624975026019509</c:v>
                </c:pt>
                <c:pt idx="3536">
                  <c:v>1.731673614651549</c:v>
                </c:pt>
                <c:pt idx="3537">
                  <c:v>1.7018485201729669</c:v>
                </c:pt>
                <c:pt idx="3538">
                  <c:v>1.7505677998065949</c:v>
                </c:pt>
                <c:pt idx="3539">
                  <c:v>1.849035448947195</c:v>
                </c:pt>
                <c:pt idx="3540">
                  <c:v>1.716371856067116</c:v>
                </c:pt>
                <c:pt idx="3541">
                  <c:v>1.825366357765575</c:v>
                </c:pt>
                <c:pt idx="3542">
                  <c:v>1.8314203266958591</c:v>
                </c:pt>
                <c:pt idx="3543">
                  <c:v>1.824631769680283</c:v>
                </c:pt>
                <c:pt idx="3544">
                  <c:v>1.648158053988996</c:v>
                </c:pt>
                <c:pt idx="3545">
                  <c:v>1.7366837198511129</c:v>
                </c:pt>
                <c:pt idx="3546">
                  <c:v>1.7784062611688041</c:v>
                </c:pt>
                <c:pt idx="3547">
                  <c:v>1.719038263839834</c:v>
                </c:pt>
                <c:pt idx="3548">
                  <c:v>1.8496887340690149</c:v>
                </c:pt>
                <c:pt idx="3549">
                  <c:v>1.8605432682567169</c:v>
                </c:pt>
                <c:pt idx="3550">
                  <c:v>1.730007139155239</c:v>
                </c:pt>
                <c:pt idx="3551">
                  <c:v>1.7518027873888411</c:v>
                </c:pt>
                <c:pt idx="3552">
                  <c:v>1.6907192598871821</c:v>
                </c:pt>
                <c:pt idx="3553">
                  <c:v>1.7351238703963781</c:v>
                </c:pt>
                <c:pt idx="3554">
                  <c:v>1.817175501868838</c:v>
                </c:pt>
                <c:pt idx="3555">
                  <c:v>1.75836494820103</c:v>
                </c:pt>
                <c:pt idx="3556">
                  <c:v>1.8042979082685091</c:v>
                </c:pt>
                <c:pt idx="3557">
                  <c:v>1.9345989510564521</c:v>
                </c:pt>
                <c:pt idx="3558">
                  <c:v>1.664319934025585</c:v>
                </c:pt>
                <c:pt idx="3559">
                  <c:v>1.724435029206453</c:v>
                </c:pt>
                <c:pt idx="3560">
                  <c:v>1.745539004986103</c:v>
                </c:pt>
                <c:pt idx="3561">
                  <c:v>0.11761283874511699</c:v>
                </c:pt>
                <c:pt idx="3562">
                  <c:v>0.50057029724121105</c:v>
                </c:pt>
                <c:pt idx="3563">
                  <c:v>0.36616086959838851</c:v>
                </c:pt>
                <c:pt idx="3564">
                  <c:v>0.23175144195556599</c:v>
                </c:pt>
                <c:pt idx="3565">
                  <c:v>0.31426239013671903</c:v>
                </c:pt>
                <c:pt idx="3566">
                  <c:v>0.31232571601867698</c:v>
                </c:pt>
                <c:pt idx="3567">
                  <c:v>0.31038904190063499</c:v>
                </c:pt>
                <c:pt idx="3568">
                  <c:v>0.30858898162841802</c:v>
                </c:pt>
                <c:pt idx="3569">
                  <c:v>0.66996979713439841</c:v>
                </c:pt>
                <c:pt idx="3570">
                  <c:v>1.7188257380346561</c:v>
                </c:pt>
                <c:pt idx="3571">
                  <c:v>1.740598542903496</c:v>
                </c:pt>
                <c:pt idx="3572">
                  <c:v>1.806656574380809</c:v>
                </c:pt>
                <c:pt idx="3573">
                  <c:v>1.744791458977593</c:v>
                </c:pt>
                <c:pt idx="3574">
                  <c:v>1.737560324407929</c:v>
                </c:pt>
                <c:pt idx="3575">
                  <c:v>1.4874285740798781</c:v>
                </c:pt>
                <c:pt idx="3576">
                  <c:v>1.7459747257985569</c:v>
                </c:pt>
                <c:pt idx="3577">
                  <c:v>1.7830867837457101</c:v>
                </c:pt>
                <c:pt idx="3578">
                  <c:v>1.6657582967961371</c:v>
                </c:pt>
                <c:pt idx="3579">
                  <c:v>1.821655143567217</c:v>
                </c:pt>
                <c:pt idx="3580">
                  <c:v>1.817992007515647</c:v>
                </c:pt>
                <c:pt idx="3581">
                  <c:v>1.844832167795053</c:v>
                </c:pt>
                <c:pt idx="3582">
                  <c:v>1.7470942540767069</c:v>
                </c:pt>
                <c:pt idx="3583">
                  <c:v>1.818747741688225</c:v>
                </c:pt>
                <c:pt idx="3584">
                  <c:v>1.6883831057632179</c:v>
                </c:pt>
                <c:pt idx="3585">
                  <c:v>8.1101417541503906E-2</c:v>
                </c:pt>
                <c:pt idx="3586">
                  <c:v>0.13251376152038599</c:v>
                </c:pt>
                <c:pt idx="3587">
                  <c:v>0.18392610549926799</c:v>
                </c:pt>
                <c:pt idx="3588">
                  <c:v>0.121101856231689</c:v>
                </c:pt>
                <c:pt idx="3589">
                  <c:v>9.5189094543456795E-2</c:v>
                </c:pt>
                <c:pt idx="3590">
                  <c:v>6.9276332855224595E-2</c:v>
                </c:pt>
                <c:pt idx="3591">
                  <c:v>-5.95855712890625E-2</c:v>
                </c:pt>
                <c:pt idx="3592">
                  <c:v>1.874028734538866</c:v>
                </c:pt>
                <c:pt idx="3593">
                  <c:v>1.794599380544436</c:v>
                </c:pt>
                <c:pt idx="3594">
                  <c:v>1.918466874218862</c:v>
                </c:pt>
                <c:pt idx="3595">
                  <c:v>1.813599617416795</c:v>
                </c:pt>
                <c:pt idx="3596">
                  <c:v>1.715777925082616</c:v>
                </c:pt>
                <c:pt idx="3597">
                  <c:v>1.6003858550520971</c:v>
                </c:pt>
                <c:pt idx="3598">
                  <c:v>1.776034633032709</c:v>
                </c:pt>
                <c:pt idx="3599">
                  <c:v>1.7623559553411949</c:v>
                </c:pt>
                <c:pt idx="3600">
                  <c:v>1.7802189921223841</c:v>
                </c:pt>
                <c:pt idx="3601">
                  <c:v>1.850141149035768</c:v>
                </c:pt>
                <c:pt idx="3602">
                  <c:v>1.8263012592722501</c:v>
                </c:pt>
                <c:pt idx="3603">
                  <c:v>1.813717595542349</c:v>
                </c:pt>
                <c:pt idx="3604">
                  <c:v>1.7046963070215799</c:v>
                </c:pt>
                <c:pt idx="3605">
                  <c:v>1.7540803701391721</c:v>
                </c:pt>
                <c:pt idx="3606">
                  <c:v>1.7742638798321</c:v>
                </c:pt>
                <c:pt idx="3607">
                  <c:v>1.718273389253685</c:v>
                </c:pt>
                <c:pt idx="3608">
                  <c:v>1.692067919106319</c:v>
                </c:pt>
                <c:pt idx="3609">
                  <c:v>1.519540828466416</c:v>
                </c:pt>
                <c:pt idx="3610">
                  <c:v>1.4002274193473769</c:v>
                </c:pt>
                <c:pt idx="3611">
                  <c:v>1.2809140102283381</c:v>
                </c:pt>
                <c:pt idx="3612">
                  <c:v>0.32051420211791998</c:v>
                </c:pt>
                <c:pt idx="3613">
                  <c:v>0.24468255043029799</c:v>
                </c:pt>
                <c:pt idx="3614">
                  <c:v>0.168850898742676</c:v>
                </c:pt>
                <c:pt idx="3615">
                  <c:v>0.12055015563964799</c:v>
                </c:pt>
                <c:pt idx="3616">
                  <c:v>1.699670351824714</c:v>
                </c:pt>
                <c:pt idx="3617">
                  <c:v>1.6810778145478149</c:v>
                </c:pt>
                <c:pt idx="3618">
                  <c:v>1.7025360728419101</c:v>
                </c:pt>
                <c:pt idx="3619">
                  <c:v>1.6729398171106979</c:v>
                </c:pt>
                <c:pt idx="3620">
                  <c:v>1.780113495159946</c:v>
                </c:pt>
                <c:pt idx="3621">
                  <c:v>1.6401365160942081</c:v>
                </c:pt>
                <c:pt idx="3622">
                  <c:v>1.714498262372167</c:v>
                </c:pt>
                <c:pt idx="3623">
                  <c:v>1.8151240885515749</c:v>
                </c:pt>
                <c:pt idx="3624">
                  <c:v>1.7992445109935289</c:v>
                </c:pt>
                <c:pt idx="3625">
                  <c:v>1.788376448055109</c:v>
                </c:pt>
                <c:pt idx="3626">
                  <c:v>1.7975966407541639</c:v>
                </c:pt>
                <c:pt idx="3627">
                  <c:v>1.816244076503039</c:v>
                </c:pt>
                <c:pt idx="3628">
                  <c:v>1.7038445528422561</c:v>
                </c:pt>
                <c:pt idx="3629">
                  <c:v>1.7273176492251581</c:v>
                </c:pt>
                <c:pt idx="3630">
                  <c:v>1.7862935002926179</c:v>
                </c:pt>
                <c:pt idx="3631">
                  <c:v>1.7679629635501219</c:v>
                </c:pt>
                <c:pt idx="3632">
                  <c:v>8.4422111511230497E-2</c:v>
                </c:pt>
                <c:pt idx="3633">
                  <c:v>0.22837924957275399</c:v>
                </c:pt>
                <c:pt idx="3634">
                  <c:v>0.27388906478881853</c:v>
                </c:pt>
                <c:pt idx="3635">
                  <c:v>0.31939888000488298</c:v>
                </c:pt>
                <c:pt idx="3636">
                  <c:v>-2.8064250946044901E-2</c:v>
                </c:pt>
                <c:pt idx="3637">
                  <c:v>-3.1180143356323249E-2</c:v>
                </c:pt>
                <c:pt idx="3638">
                  <c:v>-3.4296035766601597E-2</c:v>
                </c:pt>
                <c:pt idx="3639">
                  <c:v>-3.2922267913818401E-2</c:v>
                </c:pt>
                <c:pt idx="3640">
                  <c:v>1.35650634765625E-2</c:v>
                </c:pt>
                <c:pt idx="3641">
                  <c:v>6.0052394866943401E-2</c:v>
                </c:pt>
                <c:pt idx="3642">
                  <c:v>0.22991704940795901</c:v>
                </c:pt>
                <c:pt idx="3643">
                  <c:v>0.96345316512244084</c:v>
                </c:pt>
                <c:pt idx="3644">
                  <c:v>1.6969892808369229</c:v>
                </c:pt>
                <c:pt idx="3645">
                  <c:v>1.682377863738497</c:v>
                </c:pt>
                <c:pt idx="3646">
                  <c:v>1.860162494108849</c:v>
                </c:pt>
                <c:pt idx="3647">
                  <c:v>1.7487640319332001</c:v>
                </c:pt>
                <c:pt idx="3648">
                  <c:v>0.419050693511963</c:v>
                </c:pt>
                <c:pt idx="3649">
                  <c:v>1.675160646438598</c:v>
                </c:pt>
                <c:pt idx="3650">
                  <c:v>0.48685916264851881</c:v>
                </c:pt>
                <c:pt idx="3651">
                  <c:v>-4.2796134948730503E-2</c:v>
                </c:pt>
                <c:pt idx="3652">
                  <c:v>1.7821208201348779</c:v>
                </c:pt>
                <c:pt idx="3653">
                  <c:v>1.6560187669670059</c:v>
                </c:pt>
                <c:pt idx="3654">
                  <c:v>1.801276886785353</c:v>
                </c:pt>
                <c:pt idx="3655">
                  <c:v>0.80141258239745949</c:v>
                </c:pt>
                <c:pt idx="3656">
                  <c:v>1.8385121529562429</c:v>
                </c:pt>
                <c:pt idx="3657">
                  <c:v>0.50981203715006373</c:v>
                </c:pt>
                <c:pt idx="3658">
                  <c:v>0.30901654561360609</c:v>
                </c:pt>
                <c:pt idx="3659">
                  <c:v>0.10822105407714851</c:v>
                </c:pt>
                <c:pt idx="3660">
                  <c:v>0.41741752624511702</c:v>
                </c:pt>
                <c:pt idx="3661">
                  <c:v>0.3044614791870115</c:v>
                </c:pt>
                <c:pt idx="3662">
                  <c:v>0.191505432128906</c:v>
                </c:pt>
                <c:pt idx="3663">
                  <c:v>0.156240940093994</c:v>
                </c:pt>
                <c:pt idx="3664">
                  <c:v>6.6437959671020452E-2</c:v>
                </c:pt>
                <c:pt idx="3665">
                  <c:v>-2.3365020751953101E-2</c:v>
                </c:pt>
                <c:pt idx="3666">
                  <c:v>0.83790895856659997</c:v>
                </c:pt>
                <c:pt idx="3667">
                  <c:v>1.6991829378851531</c:v>
                </c:pt>
                <c:pt idx="3668">
                  <c:v>1.686752123426098</c:v>
                </c:pt>
                <c:pt idx="3669">
                  <c:v>1.779644843070737</c:v>
                </c:pt>
                <c:pt idx="3670">
                  <c:v>1.816106503660029</c:v>
                </c:pt>
                <c:pt idx="3671">
                  <c:v>1.725335009304094</c:v>
                </c:pt>
                <c:pt idx="3672">
                  <c:v>1.81994343444005</c:v>
                </c:pt>
                <c:pt idx="3673">
                  <c:v>1.590999152443626</c:v>
                </c:pt>
                <c:pt idx="3674">
                  <c:v>1.7344368522865929</c:v>
                </c:pt>
                <c:pt idx="3675">
                  <c:v>1.783816652095064</c:v>
                </c:pt>
                <c:pt idx="3676">
                  <c:v>1.8162883494762661</c:v>
                </c:pt>
                <c:pt idx="3677">
                  <c:v>1.852516485912965</c:v>
                </c:pt>
                <c:pt idx="3678">
                  <c:v>1.840203084650728</c:v>
                </c:pt>
                <c:pt idx="3679">
                  <c:v>1.810992455399985</c:v>
                </c:pt>
                <c:pt idx="3680">
                  <c:v>1.8280857738695651</c:v>
                </c:pt>
                <c:pt idx="3681">
                  <c:v>1.068782266817595</c:v>
                </c:pt>
                <c:pt idx="3682">
                  <c:v>0.309478759765625</c:v>
                </c:pt>
                <c:pt idx="3683">
                  <c:v>0.75197553634643644</c:v>
                </c:pt>
                <c:pt idx="3684">
                  <c:v>0.26755285263061501</c:v>
                </c:pt>
                <c:pt idx="3685">
                  <c:v>1.7475363743255741</c:v>
                </c:pt>
                <c:pt idx="3686">
                  <c:v>1.7420503416179141</c:v>
                </c:pt>
                <c:pt idx="3687">
                  <c:v>1.5335187230791361</c:v>
                </c:pt>
                <c:pt idx="3688">
                  <c:v>1.6547927233128761</c:v>
                </c:pt>
                <c:pt idx="3689">
                  <c:v>1.774461674690246</c:v>
                </c:pt>
                <c:pt idx="3690">
                  <c:v>0.96021600961685172</c:v>
                </c:pt>
                <c:pt idx="3691">
                  <c:v>0.145970344543457</c:v>
                </c:pt>
                <c:pt idx="3692">
                  <c:v>1.6957154812351349</c:v>
                </c:pt>
                <c:pt idx="3693">
                  <c:v>1.831956059965369</c:v>
                </c:pt>
                <c:pt idx="3694">
                  <c:v>1.4951976210206419</c:v>
                </c:pt>
                <c:pt idx="3695">
                  <c:v>1.794772866192986</c:v>
                </c:pt>
                <c:pt idx="3696">
                  <c:v>1.8415330780877011</c:v>
                </c:pt>
                <c:pt idx="3697">
                  <c:v>1.769600709279378</c:v>
                </c:pt>
                <c:pt idx="3698">
                  <c:v>1.708196661051582</c:v>
                </c:pt>
                <c:pt idx="3699">
                  <c:v>1.640991920516605</c:v>
                </c:pt>
                <c:pt idx="3700">
                  <c:v>1.722435944516894</c:v>
                </c:pt>
                <c:pt idx="3701">
                  <c:v>1.6736888204302109</c:v>
                </c:pt>
                <c:pt idx="3702">
                  <c:v>1.347280152638753</c:v>
                </c:pt>
                <c:pt idx="3703">
                  <c:v>1.8131246800802969</c:v>
                </c:pt>
                <c:pt idx="3704">
                  <c:v>0.55173110961914096</c:v>
                </c:pt>
                <c:pt idx="3705">
                  <c:v>1.7292720925716949</c:v>
                </c:pt>
                <c:pt idx="3706">
                  <c:v>0.52199490865071785</c:v>
                </c:pt>
                <c:pt idx="3707">
                  <c:v>-4.4357776641845703E-2</c:v>
                </c:pt>
                <c:pt idx="3708">
                  <c:v>8.2050323486328153E-2</c:v>
                </c:pt>
                <c:pt idx="3709">
                  <c:v>0.20845842361450201</c:v>
                </c:pt>
                <c:pt idx="3710">
                  <c:v>0.30752229690551802</c:v>
                </c:pt>
                <c:pt idx="3711">
                  <c:v>0.1903088092803957</c:v>
                </c:pt>
                <c:pt idx="3712">
                  <c:v>7.3095321655273396E-2</c:v>
                </c:pt>
                <c:pt idx="3713">
                  <c:v>1.919169615773322</c:v>
                </c:pt>
                <c:pt idx="3714">
                  <c:v>0.74223160743713446</c:v>
                </c:pt>
                <c:pt idx="3715">
                  <c:v>1.7638993793063691</c:v>
                </c:pt>
                <c:pt idx="3716">
                  <c:v>1.7957809621637519</c:v>
                </c:pt>
                <c:pt idx="3717">
                  <c:v>1.8550208868439659</c:v>
                </c:pt>
                <c:pt idx="3718">
                  <c:v>0.14723634719848641</c:v>
                </c:pt>
                <c:pt idx="3719">
                  <c:v>0.43444585800170898</c:v>
                </c:pt>
                <c:pt idx="3720">
                  <c:v>1.849957308769226</c:v>
                </c:pt>
                <c:pt idx="3721">
                  <c:v>0.214732646942139</c:v>
                </c:pt>
                <c:pt idx="3722">
                  <c:v>-3.3348560333252002E-2</c:v>
                </c:pt>
                <c:pt idx="3723">
                  <c:v>1.829639352858067</c:v>
                </c:pt>
                <c:pt idx="3724">
                  <c:v>1.6674425486222051</c:v>
                </c:pt>
                <c:pt idx="3725">
                  <c:v>1.7182414549368401</c:v>
                </c:pt>
                <c:pt idx="3726">
                  <c:v>1.007188440252234</c:v>
                </c:pt>
                <c:pt idx="3727">
                  <c:v>0.29613542556762701</c:v>
                </c:pt>
                <c:pt idx="3728">
                  <c:v>-2.7024745941162099E-2</c:v>
                </c:pt>
                <c:pt idx="3729">
                  <c:v>0.13264679908752439</c:v>
                </c:pt>
                <c:pt idx="3730">
                  <c:v>0.29231834411621099</c:v>
                </c:pt>
                <c:pt idx="3731">
                  <c:v>-3.5966873168945299E-2</c:v>
                </c:pt>
                <c:pt idx="3732">
                  <c:v>0.20441794395446791</c:v>
                </c:pt>
                <c:pt idx="3733">
                  <c:v>0.44480276107788103</c:v>
                </c:pt>
                <c:pt idx="3734">
                  <c:v>7.9240322113037095E-2</c:v>
                </c:pt>
                <c:pt idx="3735">
                  <c:v>0.21031022071838359</c:v>
                </c:pt>
                <c:pt idx="3736">
                  <c:v>0.34138011932373002</c:v>
                </c:pt>
                <c:pt idx="3737">
                  <c:v>-3.9752006530761698E-2</c:v>
                </c:pt>
                <c:pt idx="3738">
                  <c:v>-4.438233375549315E-2</c:v>
                </c:pt>
                <c:pt idx="3739">
                  <c:v>-4.9012660980224602E-2</c:v>
                </c:pt>
                <c:pt idx="3740">
                  <c:v>-1.4627456665039101E-2</c:v>
                </c:pt>
                <c:pt idx="3741">
                  <c:v>5.2255868911742942E-2</c:v>
                </c:pt>
                <c:pt idx="3742">
                  <c:v>0.119139194488525</c:v>
                </c:pt>
                <c:pt idx="3743">
                  <c:v>0.27346324920654302</c:v>
                </c:pt>
                <c:pt idx="3744">
                  <c:v>0.1761808395385743</c:v>
                </c:pt>
                <c:pt idx="3745">
                  <c:v>7.8898429870605497E-2</c:v>
                </c:pt>
                <c:pt idx="3746">
                  <c:v>0.33163928985595698</c:v>
                </c:pt>
                <c:pt idx="3747">
                  <c:v>0.42218804359436052</c:v>
                </c:pt>
                <c:pt idx="3748">
                  <c:v>0.512736797332764</c:v>
                </c:pt>
                <c:pt idx="3749">
                  <c:v>0.58859395980835005</c:v>
                </c:pt>
                <c:pt idx="3750">
                  <c:v>0.35185623168945351</c:v>
                </c:pt>
                <c:pt idx="3751">
                  <c:v>0.115118503570557</c:v>
                </c:pt>
                <c:pt idx="3752">
                  <c:v>0.605227470397949</c:v>
                </c:pt>
                <c:pt idx="3753">
                  <c:v>0.29934120178222651</c:v>
                </c:pt>
                <c:pt idx="3754">
                  <c:v>-6.5450668334960903E-3</c:v>
                </c:pt>
                <c:pt idx="3755">
                  <c:v>0.27645063400268599</c:v>
                </c:pt>
                <c:pt idx="3756">
                  <c:v>0.371222734451294</c:v>
                </c:pt>
                <c:pt idx="3757">
                  <c:v>0.46599483489990201</c:v>
                </c:pt>
                <c:pt idx="3758">
                  <c:v>0.26857614517211892</c:v>
                </c:pt>
                <c:pt idx="3759">
                  <c:v>7.1157455444335896E-2</c:v>
                </c:pt>
                <c:pt idx="3760">
                  <c:v>2.9745101928710898E-3</c:v>
                </c:pt>
                <c:pt idx="3761">
                  <c:v>0.13046050071716311</c:v>
                </c:pt>
                <c:pt idx="3762">
                  <c:v>0.25794649124145502</c:v>
                </c:pt>
                <c:pt idx="3763">
                  <c:v>-3.3471584320068401E-2</c:v>
                </c:pt>
                <c:pt idx="3764">
                  <c:v>5.39257526397703E-2</c:v>
                </c:pt>
                <c:pt idx="3765">
                  <c:v>0.14132308959960899</c:v>
                </c:pt>
                <c:pt idx="3766">
                  <c:v>7.0791244506835903E-3</c:v>
                </c:pt>
                <c:pt idx="3767">
                  <c:v>0.1464519500732423</c:v>
                </c:pt>
                <c:pt idx="3768">
                  <c:v>0.285824775695801</c:v>
                </c:pt>
                <c:pt idx="3769">
                  <c:v>-4.1446685791015597E-2</c:v>
                </c:pt>
                <c:pt idx="3770">
                  <c:v>0.14427495002746571</c:v>
                </c:pt>
                <c:pt idx="3771">
                  <c:v>0.32999658584594699</c:v>
                </c:pt>
                <c:pt idx="3772">
                  <c:v>-5.1436424255371102E-3</c:v>
                </c:pt>
                <c:pt idx="3773">
                  <c:v>0.15080118179321289</c:v>
                </c:pt>
                <c:pt idx="3774">
                  <c:v>0.306746006011963</c:v>
                </c:pt>
                <c:pt idx="3775">
                  <c:v>0.16442823410034199</c:v>
                </c:pt>
                <c:pt idx="3776">
                  <c:v>0.1469359397888185</c:v>
                </c:pt>
                <c:pt idx="3777">
                  <c:v>0.12944364547729501</c:v>
                </c:pt>
                <c:pt idx="3778">
                  <c:v>-2.0781040191650401E-2</c:v>
                </c:pt>
                <c:pt idx="3779">
                  <c:v>1.89845561981201E-2</c:v>
                </c:pt>
                <c:pt idx="3780">
                  <c:v>5.8750152587890597E-2</c:v>
                </c:pt>
                <c:pt idx="3781">
                  <c:v>3.5185337066650398E-2</c:v>
                </c:pt>
                <c:pt idx="3782">
                  <c:v>0.13910079002380371</c:v>
                </c:pt>
                <c:pt idx="3783">
                  <c:v>0.243016242980957</c:v>
                </c:pt>
                <c:pt idx="3784">
                  <c:v>0.372464179992676</c:v>
                </c:pt>
                <c:pt idx="3785">
                  <c:v>0.18369626998901381</c:v>
                </c:pt>
                <c:pt idx="3786">
                  <c:v>-5.0716400146484401E-3</c:v>
                </c:pt>
                <c:pt idx="3787">
                  <c:v>0.61880445480346702</c:v>
                </c:pt>
                <c:pt idx="3788">
                  <c:v>0.38788509368896512</c:v>
                </c:pt>
                <c:pt idx="3789">
                  <c:v>0.156965732574463</c:v>
                </c:pt>
                <c:pt idx="3790">
                  <c:v>0.356781005859375</c:v>
                </c:pt>
                <c:pt idx="3791">
                  <c:v>0.28083682060241699</c:v>
                </c:pt>
                <c:pt idx="3792">
                  <c:v>0.20489263534545901</c:v>
                </c:pt>
                <c:pt idx="3793">
                  <c:v>6.00686073303223E-2</c:v>
                </c:pt>
                <c:pt idx="3794">
                  <c:v>0.93604814089261579</c:v>
                </c:pt>
                <c:pt idx="3795">
                  <c:v>1.8120276744549091</c:v>
                </c:pt>
                <c:pt idx="3796">
                  <c:v>1.8503571319580081</c:v>
                </c:pt>
                <c:pt idx="3797">
                  <c:v>1.7455955654919</c:v>
                </c:pt>
                <c:pt idx="3798">
                  <c:v>1.8453984692955501</c:v>
                </c:pt>
                <c:pt idx="3799">
                  <c:v>1.725767135620117</c:v>
                </c:pt>
                <c:pt idx="3800">
                  <c:v>1.7190286636352541</c:v>
                </c:pt>
                <c:pt idx="3801">
                  <c:v>1.712290191650391</c:v>
                </c:pt>
                <c:pt idx="3802">
                  <c:v>-8.9001655578613299E-3</c:v>
                </c:pt>
                <c:pt idx="3803">
                  <c:v>0.15043568611145031</c:v>
                </c:pt>
                <c:pt idx="3804">
                  <c:v>0.309771537780762</c:v>
                </c:pt>
                <c:pt idx="3805">
                  <c:v>1.764192256221065</c:v>
                </c:pt>
                <c:pt idx="3806">
                  <c:v>1.86174678951969</c:v>
                </c:pt>
                <c:pt idx="3807">
                  <c:v>1.771519378821055</c:v>
                </c:pt>
                <c:pt idx="3808">
                  <c:v>1.782346315551222</c:v>
                </c:pt>
                <c:pt idx="3809">
                  <c:v>1.87582281407188</c:v>
                </c:pt>
                <c:pt idx="3810">
                  <c:v>1.8827715992448799</c:v>
                </c:pt>
                <c:pt idx="3811">
                  <c:v>1.8606619179703809</c:v>
                </c:pt>
                <c:pt idx="3812">
                  <c:v>1.8638288756817001</c:v>
                </c:pt>
                <c:pt idx="3813">
                  <c:v>1.851302872811045</c:v>
                </c:pt>
                <c:pt idx="3814">
                  <c:v>1.8464325099628791</c:v>
                </c:pt>
                <c:pt idx="3815">
                  <c:v>1.884243462849589</c:v>
                </c:pt>
                <c:pt idx="3816">
                  <c:v>1.8605729310210961</c:v>
                </c:pt>
                <c:pt idx="3817">
                  <c:v>1.882891795956172</c:v>
                </c:pt>
                <c:pt idx="3818">
                  <c:v>1.881593116547813</c:v>
                </c:pt>
                <c:pt idx="3819">
                  <c:v>1.854260556066978</c:v>
                </c:pt>
                <c:pt idx="3820">
                  <c:v>1.8619936192670961</c:v>
                </c:pt>
                <c:pt idx="3821">
                  <c:v>1.925967635289012</c:v>
                </c:pt>
                <c:pt idx="3822">
                  <c:v>1.840332025611723</c:v>
                </c:pt>
                <c:pt idx="3823">
                  <c:v>1.8265201496504431</c:v>
                </c:pt>
                <c:pt idx="3824">
                  <c:v>1.768521698661472</c:v>
                </c:pt>
                <c:pt idx="3825">
                  <c:v>1.7806301927103581</c:v>
                </c:pt>
                <c:pt idx="3826">
                  <c:v>1.8269006799295999</c:v>
                </c:pt>
                <c:pt idx="3827">
                  <c:v>1.625233235182586</c:v>
                </c:pt>
                <c:pt idx="3828">
                  <c:v>1.8227563611628339</c:v>
                </c:pt>
                <c:pt idx="3829">
                  <c:v>1.8106578130426161</c:v>
                </c:pt>
                <c:pt idx="3830">
                  <c:v>1.808411666741794</c:v>
                </c:pt>
                <c:pt idx="3831">
                  <c:v>1.691917394822644</c:v>
                </c:pt>
                <c:pt idx="3832">
                  <c:v>1.841580857248867</c:v>
                </c:pt>
                <c:pt idx="3833">
                  <c:v>1.7719257085350391</c:v>
                </c:pt>
                <c:pt idx="3834">
                  <c:v>1.8541971358327529</c:v>
                </c:pt>
                <c:pt idx="3835">
                  <c:v>1.8397854702584699</c:v>
                </c:pt>
                <c:pt idx="3836">
                  <c:v>1.755092983786394</c:v>
                </c:pt>
                <c:pt idx="3837">
                  <c:v>1.7888490317002781</c:v>
                </c:pt>
                <c:pt idx="3838">
                  <c:v>1.8118044775237081</c:v>
                </c:pt>
                <c:pt idx="3839">
                  <c:v>1.8392189247073329</c:v>
                </c:pt>
                <c:pt idx="3840">
                  <c:v>1.8678777272163221</c:v>
                </c:pt>
                <c:pt idx="3841">
                  <c:v>1.804474196549076</c:v>
                </c:pt>
                <c:pt idx="3842">
                  <c:v>1.7542165574573341</c:v>
                </c:pt>
                <c:pt idx="3843">
                  <c:v>1.814008481113623</c:v>
                </c:pt>
                <c:pt idx="3844">
                  <c:v>1.893901662154345</c:v>
                </c:pt>
                <c:pt idx="3845">
                  <c:v>1.796655731330338</c:v>
                </c:pt>
                <c:pt idx="3846">
                  <c:v>1.8615935941537221</c:v>
                </c:pt>
                <c:pt idx="3847">
                  <c:v>1.826750107123069</c:v>
                </c:pt>
                <c:pt idx="3848">
                  <c:v>1.867962881887824</c:v>
                </c:pt>
                <c:pt idx="3849">
                  <c:v>1.8147807471708359</c:v>
                </c:pt>
                <c:pt idx="3850">
                  <c:v>1.798200912060945</c:v>
                </c:pt>
                <c:pt idx="3851">
                  <c:v>1.706089588532965</c:v>
                </c:pt>
                <c:pt idx="3852">
                  <c:v>1.7718619862616349</c:v>
                </c:pt>
                <c:pt idx="3853">
                  <c:v>1.7939323335323689</c:v>
                </c:pt>
                <c:pt idx="3854">
                  <c:v>1.742589437044584</c:v>
                </c:pt>
                <c:pt idx="3855">
                  <c:v>1.696958005033582</c:v>
                </c:pt>
                <c:pt idx="3856">
                  <c:v>1.7348156401276109</c:v>
                </c:pt>
                <c:pt idx="3857">
                  <c:v>1.7726732752216401</c:v>
                </c:pt>
                <c:pt idx="3858">
                  <c:v>1.8450633241983461</c:v>
                </c:pt>
                <c:pt idx="3859">
                  <c:v>1.8129542734205111</c:v>
                </c:pt>
                <c:pt idx="3860">
                  <c:v>1.742834874849279</c:v>
                </c:pt>
                <c:pt idx="3861">
                  <c:v>1.8489202171243651</c:v>
                </c:pt>
                <c:pt idx="3862">
                  <c:v>1.828118124958787</c:v>
                </c:pt>
                <c:pt idx="3863">
                  <c:v>1.892295142425888</c:v>
                </c:pt>
                <c:pt idx="3864">
                  <c:v>1.799964046181177</c:v>
                </c:pt>
                <c:pt idx="3865">
                  <c:v>1.8668640656046349</c:v>
                </c:pt>
                <c:pt idx="3866">
                  <c:v>1.824583492870832</c:v>
                </c:pt>
                <c:pt idx="3867">
                  <c:v>1.8354941906819819</c:v>
                </c:pt>
                <c:pt idx="3868">
                  <c:v>1.718146426223194</c:v>
                </c:pt>
                <c:pt idx="3869">
                  <c:v>1.8253548410203719</c:v>
                </c:pt>
                <c:pt idx="3870">
                  <c:v>1.8136905226737829</c:v>
                </c:pt>
                <c:pt idx="3871">
                  <c:v>1.852059887105769</c:v>
                </c:pt>
                <c:pt idx="3872">
                  <c:v>1.7794115917355411</c:v>
                </c:pt>
                <c:pt idx="3873">
                  <c:v>1.832431226661525</c:v>
                </c:pt>
                <c:pt idx="3874">
                  <c:v>1.798139547919207</c:v>
                </c:pt>
                <c:pt idx="3875">
                  <c:v>1.603101914235467</c:v>
                </c:pt>
                <c:pt idx="3876">
                  <c:v>1.769073287836102</c:v>
                </c:pt>
                <c:pt idx="3877">
                  <c:v>1.7193806191679439</c:v>
                </c:pt>
                <c:pt idx="3878">
                  <c:v>1.793690590871041</c:v>
                </c:pt>
                <c:pt idx="3879">
                  <c:v>1.7070592557351421</c:v>
                </c:pt>
                <c:pt idx="3880">
                  <c:v>1.7205533596376581</c:v>
                </c:pt>
                <c:pt idx="3881">
                  <c:v>1.728241176177294</c:v>
                </c:pt>
                <c:pt idx="3882">
                  <c:v>1.7567206921978531</c:v>
                </c:pt>
                <c:pt idx="3883">
                  <c:v>1.7762280461764099</c:v>
                </c:pt>
                <c:pt idx="3884">
                  <c:v>1.752828764080538</c:v>
                </c:pt>
                <c:pt idx="3885">
                  <c:v>1.7976255490989881</c:v>
                </c:pt>
                <c:pt idx="3886">
                  <c:v>1.786891663964115</c:v>
                </c:pt>
                <c:pt idx="3887">
                  <c:v>1.793110589186351</c:v>
                </c:pt>
                <c:pt idx="3888">
                  <c:v>1.7846056264241541</c:v>
                </c:pt>
                <c:pt idx="3889">
                  <c:v>1.857633548123496</c:v>
                </c:pt>
                <c:pt idx="3890">
                  <c:v>1.8272697971220071</c:v>
                </c:pt>
                <c:pt idx="3891">
                  <c:v>1.7969060461205171</c:v>
                </c:pt>
                <c:pt idx="3892">
                  <c:v>1.7417839072471439</c:v>
                </c:pt>
                <c:pt idx="3893">
                  <c:v>1.8333061503039469</c:v>
                </c:pt>
                <c:pt idx="3894">
                  <c:v>1.7816388727800041</c:v>
                </c:pt>
                <c:pt idx="3895">
                  <c:v>1.702600430990995</c:v>
                </c:pt>
                <c:pt idx="3896">
                  <c:v>1.844745273420797</c:v>
                </c:pt>
                <c:pt idx="3897">
                  <c:v>1.7650586723262429</c:v>
                </c:pt>
                <c:pt idx="3898">
                  <c:v>1.631306694633692</c:v>
                </c:pt>
                <c:pt idx="3899">
                  <c:v>1.7832693965550661</c:v>
                </c:pt>
                <c:pt idx="3900">
                  <c:v>1.789031268306897</c:v>
                </c:pt>
                <c:pt idx="3901">
                  <c:v>1.813095243353593</c:v>
                </c:pt>
                <c:pt idx="3902">
                  <c:v>1.752419679641724</c:v>
                </c:pt>
                <c:pt idx="3903">
                  <c:v>1.834650701443052</c:v>
                </c:pt>
                <c:pt idx="3904">
                  <c:v>1.802442401063209</c:v>
                </c:pt>
                <c:pt idx="3905">
                  <c:v>1.7772125001681049</c:v>
                </c:pt>
                <c:pt idx="3906">
                  <c:v>1.8133621275054741</c:v>
                </c:pt>
                <c:pt idx="3907">
                  <c:v>0.18445825576782199</c:v>
                </c:pt>
                <c:pt idx="3908">
                  <c:v>0.31531834602355951</c:v>
                </c:pt>
                <c:pt idx="3909">
                  <c:v>0.44617843627929699</c:v>
                </c:pt>
                <c:pt idx="3910">
                  <c:v>0.57682704925537098</c:v>
                </c:pt>
                <c:pt idx="3911">
                  <c:v>0.50734305381774902</c:v>
                </c:pt>
                <c:pt idx="3912">
                  <c:v>0.43785905838012701</c:v>
                </c:pt>
                <c:pt idx="3913">
                  <c:v>-4.57568168640137E-2</c:v>
                </c:pt>
                <c:pt idx="3914">
                  <c:v>0.12779784202575659</c:v>
                </c:pt>
                <c:pt idx="3915">
                  <c:v>0.30135250091552701</c:v>
                </c:pt>
                <c:pt idx="3916">
                  <c:v>0.17505836486816401</c:v>
                </c:pt>
                <c:pt idx="3917">
                  <c:v>0.15863680839538549</c:v>
                </c:pt>
                <c:pt idx="3918">
                  <c:v>0.14221525192260701</c:v>
                </c:pt>
                <c:pt idx="3919">
                  <c:v>7.6803207397460896E-2</c:v>
                </c:pt>
                <c:pt idx="3920">
                  <c:v>0.25452470779418951</c:v>
                </c:pt>
                <c:pt idx="3921">
                  <c:v>0.43224620819091802</c:v>
                </c:pt>
                <c:pt idx="3922">
                  <c:v>0.158166408538818</c:v>
                </c:pt>
                <c:pt idx="3923">
                  <c:v>0.1063349246978758</c:v>
                </c:pt>
                <c:pt idx="3924">
                  <c:v>5.4503440856933601E-2</c:v>
                </c:pt>
                <c:pt idx="3925">
                  <c:v>9.7476005554199205E-2</c:v>
                </c:pt>
                <c:pt idx="3926">
                  <c:v>7.9796552658081055E-2</c:v>
                </c:pt>
                <c:pt idx="3927">
                  <c:v>6.2117099761962898E-2</c:v>
                </c:pt>
                <c:pt idx="3928">
                  <c:v>0.17205905914306599</c:v>
                </c:pt>
                <c:pt idx="3929">
                  <c:v>0.23161554336547849</c:v>
                </c:pt>
                <c:pt idx="3930">
                  <c:v>0.29117202758789101</c:v>
                </c:pt>
                <c:pt idx="3931">
                  <c:v>0.29272413253784202</c:v>
                </c:pt>
                <c:pt idx="3932">
                  <c:v>0.366868495941162</c:v>
                </c:pt>
                <c:pt idx="3933">
                  <c:v>0.44101285934448198</c:v>
                </c:pt>
                <c:pt idx="3934">
                  <c:v>0.40348577499389598</c:v>
                </c:pt>
                <c:pt idx="3935">
                  <c:v>0.21863460540771459</c:v>
                </c:pt>
                <c:pt idx="3936">
                  <c:v>3.3783435821533203E-2</c:v>
                </c:pt>
                <c:pt idx="3937">
                  <c:v>0.20099306106567399</c:v>
                </c:pt>
                <c:pt idx="3938">
                  <c:v>0.19109368324279799</c:v>
                </c:pt>
                <c:pt idx="3939">
                  <c:v>0.18119430541992201</c:v>
                </c:pt>
                <c:pt idx="3940">
                  <c:v>0.15770339965820299</c:v>
                </c:pt>
                <c:pt idx="3941">
                  <c:v>0.13815498352050801</c:v>
                </c:pt>
                <c:pt idx="3942">
                  <c:v>0.118606567382813</c:v>
                </c:pt>
                <c:pt idx="3943">
                  <c:v>9.2523097991943609E-2</c:v>
                </c:pt>
                <c:pt idx="3944">
                  <c:v>6.6439628601074205E-2</c:v>
                </c:pt>
                <c:pt idx="3945">
                  <c:v>8.0748558044433594E-2</c:v>
                </c:pt>
                <c:pt idx="3946">
                  <c:v>0.25287175178527832</c:v>
                </c:pt>
                <c:pt idx="3947">
                  <c:v>0.42499494552612299</c:v>
                </c:pt>
                <c:pt idx="3948">
                  <c:v>1.5559196472167999E-3</c:v>
                </c:pt>
                <c:pt idx="3949">
                  <c:v>1.861337919638191</c:v>
                </c:pt>
                <c:pt idx="3950">
                  <c:v>1.800989350912088</c:v>
                </c:pt>
                <c:pt idx="3951">
                  <c:v>1.7897893442340449</c:v>
                </c:pt>
                <c:pt idx="3952">
                  <c:v>1.7694592703731391</c:v>
                </c:pt>
                <c:pt idx="3953">
                  <c:v>1.6757687963181289</c:v>
                </c:pt>
                <c:pt idx="3954">
                  <c:v>1.8280023384094239</c:v>
                </c:pt>
                <c:pt idx="3955">
                  <c:v>1.898011570295288</c:v>
                </c:pt>
                <c:pt idx="3956">
                  <c:v>1.8025730801379589</c:v>
                </c:pt>
                <c:pt idx="3957">
                  <c:v>1.858014766720758</c:v>
                </c:pt>
                <c:pt idx="3958">
                  <c:v>1.870339649804631</c:v>
                </c:pt>
                <c:pt idx="3959">
                  <c:v>1.8305782462066069</c:v>
                </c:pt>
                <c:pt idx="3960">
                  <c:v>1.895118791323442</c:v>
                </c:pt>
                <c:pt idx="3961">
                  <c:v>1.7868713403857031</c:v>
                </c:pt>
                <c:pt idx="3962">
                  <c:v>1.8766406088913039</c:v>
                </c:pt>
                <c:pt idx="3963">
                  <c:v>1.868240242187208</c:v>
                </c:pt>
                <c:pt idx="3964">
                  <c:v>1.815695720143838</c:v>
                </c:pt>
                <c:pt idx="3965">
                  <c:v>1.7903474133501771</c:v>
                </c:pt>
                <c:pt idx="3966">
                  <c:v>1.762186085687925</c:v>
                </c:pt>
                <c:pt idx="3967">
                  <c:v>1.873602669732529</c:v>
                </c:pt>
                <c:pt idx="3968">
                  <c:v>1.867433754644569</c:v>
                </c:pt>
                <c:pt idx="3969">
                  <c:v>1.870792971904202</c:v>
                </c:pt>
                <c:pt idx="3970">
                  <c:v>1.828428749899262</c:v>
                </c:pt>
                <c:pt idx="3971">
                  <c:v>1.7934590265455439</c:v>
                </c:pt>
                <c:pt idx="3972">
                  <c:v>1.7951975338042729</c:v>
                </c:pt>
                <c:pt idx="3973">
                  <c:v>1.763722578684489</c:v>
                </c:pt>
                <c:pt idx="3974">
                  <c:v>0.241613864898682</c:v>
                </c:pt>
                <c:pt idx="3975">
                  <c:v>6.8911552429199205E-2</c:v>
                </c:pt>
                <c:pt idx="3976">
                  <c:v>0.729364633560182</c:v>
                </c:pt>
                <c:pt idx="3977">
                  <c:v>0.59753529230753566</c:v>
                </c:pt>
                <c:pt idx="3978">
                  <c:v>1.765710258849279</c:v>
                </c:pt>
                <c:pt idx="3979">
                  <c:v>1.848371172114037</c:v>
                </c:pt>
                <c:pt idx="3980">
                  <c:v>1.8279370407559981</c:v>
                </c:pt>
                <c:pt idx="3981">
                  <c:v>1.6656638846219141</c:v>
                </c:pt>
                <c:pt idx="3982">
                  <c:v>1.84603295108969</c:v>
                </c:pt>
                <c:pt idx="3983">
                  <c:v>1.813655176100115</c:v>
                </c:pt>
                <c:pt idx="3984">
                  <c:v>1.8748402505550741</c:v>
                </c:pt>
                <c:pt idx="3985">
                  <c:v>1.744726416757898</c:v>
                </c:pt>
                <c:pt idx="3986">
                  <c:v>1.810904241108394</c:v>
                </c:pt>
                <c:pt idx="3987">
                  <c:v>1.826017584119525</c:v>
                </c:pt>
                <c:pt idx="3988">
                  <c:v>1.816754154792199</c:v>
                </c:pt>
                <c:pt idx="3989">
                  <c:v>1.7402952068730411</c:v>
                </c:pt>
                <c:pt idx="3990">
                  <c:v>1.8333936412958629</c:v>
                </c:pt>
                <c:pt idx="3991">
                  <c:v>1.809913531471701</c:v>
                </c:pt>
                <c:pt idx="3992">
                  <c:v>1.794275849188038</c:v>
                </c:pt>
                <c:pt idx="3993">
                  <c:v>1.782659170981451</c:v>
                </c:pt>
                <c:pt idx="3994">
                  <c:v>1.7259100410233299</c:v>
                </c:pt>
                <c:pt idx="3995">
                  <c:v>1.83079643645501</c:v>
                </c:pt>
                <c:pt idx="3996">
                  <c:v>1.6957093001647321</c:v>
                </c:pt>
                <c:pt idx="3997">
                  <c:v>1.8248856613434949</c:v>
                </c:pt>
                <c:pt idx="3998">
                  <c:v>1.8457267971100551</c:v>
                </c:pt>
                <c:pt idx="3999">
                  <c:v>1.748727200059552</c:v>
                </c:pt>
                <c:pt idx="4000">
                  <c:v>1.7624389772457929</c:v>
                </c:pt>
                <c:pt idx="4001">
                  <c:v>1.6932820108735589</c:v>
                </c:pt>
                <c:pt idx="4002">
                  <c:v>1.7995397893323639</c:v>
                </c:pt>
                <c:pt idx="4003">
                  <c:v>1.7252061657789279</c:v>
                </c:pt>
                <c:pt idx="4004">
                  <c:v>1.8071282846349861</c:v>
                </c:pt>
                <c:pt idx="4005">
                  <c:v>1.783284129198238</c:v>
                </c:pt>
                <c:pt idx="4006">
                  <c:v>1.797614901898855</c:v>
                </c:pt>
                <c:pt idx="4007">
                  <c:v>1.853077353045927</c:v>
                </c:pt>
                <c:pt idx="4008">
                  <c:v>1.83358671752418</c:v>
                </c:pt>
                <c:pt idx="4009">
                  <c:v>1.731071799927435</c:v>
                </c:pt>
                <c:pt idx="4010">
                  <c:v>1.803061398326373</c:v>
                </c:pt>
                <c:pt idx="4011">
                  <c:v>1.7938821224065931</c:v>
                </c:pt>
                <c:pt idx="4012">
                  <c:v>1.830202909010761</c:v>
                </c:pt>
                <c:pt idx="4013">
                  <c:v>1.844916527891812</c:v>
                </c:pt>
                <c:pt idx="4014">
                  <c:v>1.814962302689004</c:v>
                </c:pt>
                <c:pt idx="4015">
                  <c:v>1.772071422306837</c:v>
                </c:pt>
                <c:pt idx="4016">
                  <c:v>1.766917457183202</c:v>
                </c:pt>
                <c:pt idx="4017">
                  <c:v>1.779323487270474</c:v>
                </c:pt>
                <c:pt idx="4018">
                  <c:v>1.796701703948536</c:v>
                </c:pt>
                <c:pt idx="4019">
                  <c:v>1.8491184680492849</c:v>
                </c:pt>
                <c:pt idx="4020">
                  <c:v>1.770125912231149</c:v>
                </c:pt>
                <c:pt idx="4021">
                  <c:v>1.7758184357069029</c:v>
                </c:pt>
                <c:pt idx="4022">
                  <c:v>1.73268289225442</c:v>
                </c:pt>
                <c:pt idx="4023">
                  <c:v>1.8633938431739809</c:v>
                </c:pt>
                <c:pt idx="4024">
                  <c:v>1.7485553062323369</c:v>
                </c:pt>
                <c:pt idx="4025">
                  <c:v>1.7696242496885111</c:v>
                </c:pt>
                <c:pt idx="4026">
                  <c:v>1.781852835944127</c:v>
                </c:pt>
                <c:pt idx="4027">
                  <c:v>1.806206795634056</c:v>
                </c:pt>
                <c:pt idx="4028">
                  <c:v>1.850708084963681</c:v>
                </c:pt>
                <c:pt idx="4029">
                  <c:v>1.6946589159359831</c:v>
                </c:pt>
                <c:pt idx="4030">
                  <c:v>1.84739613034832</c:v>
                </c:pt>
                <c:pt idx="4031">
                  <c:v>1.832722246048841</c:v>
                </c:pt>
                <c:pt idx="4032">
                  <c:v>1.878778982285056</c:v>
                </c:pt>
                <c:pt idx="4033">
                  <c:v>1.8824527828509989</c:v>
                </c:pt>
                <c:pt idx="4034">
                  <c:v>1.773752651943767</c:v>
                </c:pt>
                <c:pt idx="4035">
                  <c:v>1.862528997769836</c:v>
                </c:pt>
                <c:pt idx="4036">
                  <c:v>1.8518200041203019</c:v>
                </c:pt>
                <c:pt idx="4037">
                  <c:v>1.7965472523046999</c:v>
                </c:pt>
                <c:pt idx="4038">
                  <c:v>1.835153395976495</c:v>
                </c:pt>
                <c:pt idx="4039">
                  <c:v>1.8283383700312399</c:v>
                </c:pt>
                <c:pt idx="4040">
                  <c:v>1.8048793435096739</c:v>
                </c:pt>
                <c:pt idx="4041">
                  <c:v>1.8389085483842671</c:v>
                </c:pt>
                <c:pt idx="4042">
                  <c:v>1.836025351675872</c:v>
                </c:pt>
                <c:pt idx="4043">
                  <c:v>1.8362730383141641</c:v>
                </c:pt>
                <c:pt idx="4044">
                  <c:v>1.8079795946393691</c:v>
                </c:pt>
                <c:pt idx="4045">
                  <c:v>1.825804674172703</c:v>
                </c:pt>
                <c:pt idx="4046">
                  <c:v>1.797525013194365</c:v>
                </c:pt>
                <c:pt idx="4047">
                  <c:v>1.796234132638618</c:v>
                </c:pt>
                <c:pt idx="4048">
                  <c:v>1.6241861746228969</c:v>
                </c:pt>
                <c:pt idx="4049">
                  <c:v>1.8374002639944469</c:v>
                </c:pt>
                <c:pt idx="4050">
                  <c:v>1.7845786661508101</c:v>
                </c:pt>
                <c:pt idx="4051">
                  <c:v>1.8277179954780469</c:v>
                </c:pt>
                <c:pt idx="4052">
                  <c:v>1.739034486539436</c:v>
                </c:pt>
                <c:pt idx="4053">
                  <c:v>1.787629748312171</c:v>
                </c:pt>
                <c:pt idx="4054">
                  <c:v>1.8417775125214551</c:v>
                </c:pt>
                <c:pt idx="4055">
                  <c:v>1.8295125594505901</c:v>
                </c:pt>
                <c:pt idx="4056">
                  <c:v>1.858126592427882</c:v>
                </c:pt>
                <c:pt idx="4057">
                  <c:v>1.8148312236844879</c:v>
                </c:pt>
                <c:pt idx="4058">
                  <c:v>1.8107257661598819</c:v>
                </c:pt>
                <c:pt idx="4059">
                  <c:v>1.743062360735907</c:v>
                </c:pt>
                <c:pt idx="4060">
                  <c:v>1.82515487447381</c:v>
                </c:pt>
                <c:pt idx="4061">
                  <c:v>1.8246917792728969</c:v>
                </c:pt>
                <c:pt idx="4062">
                  <c:v>1.818962322091157</c:v>
                </c:pt>
                <c:pt idx="4063">
                  <c:v>1.8007999533634349</c:v>
                </c:pt>
                <c:pt idx="4064">
                  <c:v>1.837021100079572</c:v>
                </c:pt>
                <c:pt idx="4065">
                  <c:v>1.866414821147919</c:v>
                </c:pt>
                <c:pt idx="4066">
                  <c:v>1.771874816871128</c:v>
                </c:pt>
                <c:pt idx="4067">
                  <c:v>1.817474792275247</c:v>
                </c:pt>
                <c:pt idx="4068">
                  <c:v>1.739390175918053</c:v>
                </c:pt>
                <c:pt idx="4069">
                  <c:v>1.754197342339965</c:v>
                </c:pt>
                <c:pt idx="4070">
                  <c:v>1.807166042560485</c:v>
                </c:pt>
                <c:pt idx="4071">
                  <c:v>1.840300280997093</c:v>
                </c:pt>
                <c:pt idx="4072">
                  <c:v>1.8232279329588921</c:v>
                </c:pt>
                <c:pt idx="4073">
                  <c:v>1.808578359256001</c:v>
                </c:pt>
                <c:pt idx="4074">
                  <c:v>1.7258619666099551</c:v>
                </c:pt>
                <c:pt idx="4075">
                  <c:v>1.7717574722746501</c:v>
                </c:pt>
                <c:pt idx="4076">
                  <c:v>1.860551856114314</c:v>
                </c:pt>
                <c:pt idx="4077">
                  <c:v>1.763134868751987</c:v>
                </c:pt>
                <c:pt idx="4078">
                  <c:v>1.7891707771155749</c:v>
                </c:pt>
                <c:pt idx="4079">
                  <c:v>1.785708662975265</c:v>
                </c:pt>
                <c:pt idx="4080">
                  <c:v>1.7817386151939041</c:v>
                </c:pt>
                <c:pt idx="4081">
                  <c:v>1.791226700230649</c:v>
                </c:pt>
                <c:pt idx="4082">
                  <c:v>1.8011631080490389</c:v>
                </c:pt>
                <c:pt idx="4083">
                  <c:v>1.817290637452724</c:v>
                </c:pt>
                <c:pt idx="4084">
                  <c:v>1.852628038640608</c:v>
                </c:pt>
                <c:pt idx="4085">
                  <c:v>1.858082074300319</c:v>
                </c:pt>
                <c:pt idx="4086">
                  <c:v>1.8673218190670009</c:v>
                </c:pt>
                <c:pt idx="4087">
                  <c:v>1.819098311717025</c:v>
                </c:pt>
                <c:pt idx="4088">
                  <c:v>1.7681185886508131</c:v>
                </c:pt>
                <c:pt idx="4089">
                  <c:v>1.80510746402505</c:v>
                </c:pt>
                <c:pt idx="4090">
                  <c:v>1.7941868368615499</c:v>
                </c:pt>
                <c:pt idx="4091">
                  <c:v>1.8378105209423941</c:v>
                </c:pt>
                <c:pt idx="4092">
                  <c:v>1.855567010994658</c:v>
                </c:pt>
                <c:pt idx="4093">
                  <c:v>1.872460319149879</c:v>
                </c:pt>
                <c:pt idx="4094">
                  <c:v>1.8509844333067069</c:v>
                </c:pt>
                <c:pt idx="4095">
                  <c:v>1.765130268409848</c:v>
                </c:pt>
                <c:pt idx="4096">
                  <c:v>1.8387831593381949</c:v>
                </c:pt>
                <c:pt idx="4097">
                  <c:v>1.805335471338958</c:v>
                </c:pt>
                <c:pt idx="4098">
                  <c:v>1.840610216964375</c:v>
                </c:pt>
                <c:pt idx="4099">
                  <c:v>1.8483489100138351</c:v>
                </c:pt>
                <c:pt idx="4100">
                  <c:v>1.8264130085250221</c:v>
                </c:pt>
                <c:pt idx="4101">
                  <c:v>1.853599591090761</c:v>
                </c:pt>
                <c:pt idx="4102">
                  <c:v>1.736957756789415</c:v>
                </c:pt>
                <c:pt idx="4103">
                  <c:v>1.842487742175986</c:v>
                </c:pt>
                <c:pt idx="4104">
                  <c:v>1.845422330109969</c:v>
                </c:pt>
                <c:pt idx="4105">
                  <c:v>1.837690806613778</c:v>
                </c:pt>
                <c:pt idx="4106">
                  <c:v>1.872000445527721</c:v>
                </c:pt>
                <c:pt idx="4107">
                  <c:v>1.9096085299616281</c:v>
                </c:pt>
                <c:pt idx="4108">
                  <c:v>1.718285530392486</c:v>
                </c:pt>
                <c:pt idx="4109">
                  <c:v>1.859714948513852</c:v>
                </c:pt>
                <c:pt idx="4110">
                  <c:v>1.8335658352391251</c:v>
                </c:pt>
                <c:pt idx="4111">
                  <c:v>1.746404922733267</c:v>
                </c:pt>
                <c:pt idx="4112">
                  <c:v>1.7563337330464961</c:v>
                </c:pt>
                <c:pt idx="4113">
                  <c:v>1.8784679026051141</c:v>
                </c:pt>
                <c:pt idx="4114">
                  <c:v>1.676651099091204</c:v>
                </c:pt>
                <c:pt idx="4115">
                  <c:v>1.7550492373775679</c:v>
                </c:pt>
                <c:pt idx="4116">
                  <c:v>1.7460978061338011</c:v>
                </c:pt>
                <c:pt idx="4117">
                  <c:v>1.7531692120763991</c:v>
                </c:pt>
                <c:pt idx="4118">
                  <c:v>1.7170749177103459</c:v>
                </c:pt>
                <c:pt idx="4119">
                  <c:v>1.8470703855393431</c:v>
                </c:pt>
                <c:pt idx="4120">
                  <c:v>1.8231311828187371</c:v>
                </c:pt>
                <c:pt idx="4121">
                  <c:v>1.7946034116226259</c:v>
                </c:pt>
                <c:pt idx="4122">
                  <c:v>1.826825489717371</c:v>
                </c:pt>
                <c:pt idx="4123">
                  <c:v>1.8400449557946279</c:v>
                </c:pt>
                <c:pt idx="4124">
                  <c:v>1.782137615845935</c:v>
                </c:pt>
                <c:pt idx="4125">
                  <c:v>1.811058103121244</c:v>
                </c:pt>
                <c:pt idx="4126">
                  <c:v>1.8100429773330691</c:v>
                </c:pt>
                <c:pt idx="4127">
                  <c:v>1.8999098388798239</c:v>
                </c:pt>
                <c:pt idx="4128">
                  <c:v>1.8975087242741739</c:v>
                </c:pt>
                <c:pt idx="4129">
                  <c:v>1.682329067817101</c:v>
                </c:pt>
                <c:pt idx="4130">
                  <c:v>1.901803183137325</c:v>
                </c:pt>
                <c:pt idx="4131">
                  <c:v>1.843389127978045</c:v>
                </c:pt>
                <c:pt idx="4132">
                  <c:v>1.896195045588341</c:v>
                </c:pt>
                <c:pt idx="4133">
                  <c:v>1.722497465194009</c:v>
                </c:pt>
                <c:pt idx="4134">
                  <c:v>1.859488964080811</c:v>
                </c:pt>
                <c:pt idx="4135">
                  <c:v>1.8528704397056419</c:v>
                </c:pt>
                <c:pt idx="4136">
                  <c:v>1.8377843261006881</c:v>
                </c:pt>
                <c:pt idx="4137">
                  <c:v>1.8032828516221731</c:v>
                </c:pt>
                <c:pt idx="4138">
                  <c:v>1.8301132748660429</c:v>
                </c:pt>
                <c:pt idx="4139">
                  <c:v>1.790608211687416</c:v>
                </c:pt>
                <c:pt idx="4140">
                  <c:v>1.8401231418722721</c:v>
                </c:pt>
                <c:pt idx="4141">
                  <c:v>1.8123458344885639</c:v>
                </c:pt>
                <c:pt idx="4142">
                  <c:v>1.8189767703947879</c:v>
                </c:pt>
                <c:pt idx="4143">
                  <c:v>1.876253777675414</c:v>
                </c:pt>
                <c:pt idx="4144">
                  <c:v>1.8192424088193659</c:v>
                </c:pt>
                <c:pt idx="4145">
                  <c:v>1.7732556763515681</c:v>
                </c:pt>
                <c:pt idx="4146">
                  <c:v>1.7859958964724869</c:v>
                </c:pt>
                <c:pt idx="4147">
                  <c:v>1.8451579794686499</c:v>
                </c:pt>
                <c:pt idx="4148">
                  <c:v>1.8527729864473701</c:v>
                </c:pt>
                <c:pt idx="4149">
                  <c:v>1.8675603242029519</c:v>
                </c:pt>
                <c:pt idx="4150">
                  <c:v>1.846630080702341</c:v>
                </c:pt>
                <c:pt idx="4151">
                  <c:v>1.8364603071501759</c:v>
                </c:pt>
                <c:pt idx="4152">
                  <c:v>1.7875042515571671</c:v>
                </c:pt>
                <c:pt idx="4153">
                  <c:v>1.784986850652801</c:v>
                </c:pt>
                <c:pt idx="4154">
                  <c:v>1.8673799516998719</c:v>
                </c:pt>
                <c:pt idx="4155">
                  <c:v>1.847985800154909</c:v>
                </c:pt>
                <c:pt idx="4156">
                  <c:v>1.770460705948778</c:v>
                </c:pt>
                <c:pt idx="4157">
                  <c:v>1.788759941383913</c:v>
                </c:pt>
                <c:pt idx="4158">
                  <c:v>1.8421414486258969</c:v>
                </c:pt>
                <c:pt idx="4159">
                  <c:v>1.8397934997136689</c:v>
                </c:pt>
                <c:pt idx="4160">
                  <c:v>1.7629993681249949</c:v>
                </c:pt>
                <c:pt idx="4161">
                  <c:v>1.8256298554043811</c:v>
                </c:pt>
                <c:pt idx="4162">
                  <c:v>1.793943034488686</c:v>
                </c:pt>
                <c:pt idx="4163">
                  <c:v>1.7573195897357561</c:v>
                </c:pt>
                <c:pt idx="4164">
                  <c:v>1.821369631150189</c:v>
                </c:pt>
                <c:pt idx="4165">
                  <c:v>1.7510646794971669</c:v>
                </c:pt>
                <c:pt idx="4166">
                  <c:v>1.764463067054749</c:v>
                </c:pt>
                <c:pt idx="4167">
                  <c:v>1.7374942876674511</c:v>
                </c:pt>
                <c:pt idx="4168">
                  <c:v>1.775515527141337</c:v>
                </c:pt>
                <c:pt idx="4169">
                  <c:v>1.8435095969717299</c:v>
                </c:pt>
                <c:pt idx="4170">
                  <c:v>1.789654985280104</c:v>
                </c:pt>
                <c:pt idx="4171">
                  <c:v>1.786220323614605</c:v>
                </c:pt>
                <c:pt idx="4172">
                  <c:v>1.7904805754495461</c:v>
                </c:pt>
                <c:pt idx="4173">
                  <c:v>1.784113666230599</c:v>
                </c:pt>
                <c:pt idx="4174">
                  <c:v>1.807537953630626</c:v>
                </c:pt>
                <c:pt idx="4175">
                  <c:v>1.793221377786091</c:v>
                </c:pt>
                <c:pt idx="4176">
                  <c:v>1.787299640594967</c:v>
                </c:pt>
                <c:pt idx="4177">
                  <c:v>1.81353548833519</c:v>
                </c:pt>
                <c:pt idx="4178">
                  <c:v>1.7979014390124259</c:v>
                </c:pt>
                <c:pt idx="4179">
                  <c:v>1.894903854890303</c:v>
                </c:pt>
                <c:pt idx="4180">
                  <c:v>1.783057281769902</c:v>
                </c:pt>
                <c:pt idx="4181">
                  <c:v>1.7637382114035449</c:v>
                </c:pt>
                <c:pt idx="4182">
                  <c:v>1.7976952673683699</c:v>
                </c:pt>
                <c:pt idx="4183">
                  <c:v>1.834240010743651</c:v>
                </c:pt>
                <c:pt idx="4184">
                  <c:v>1.745761157180856</c:v>
                </c:pt>
                <c:pt idx="4185">
                  <c:v>1.800082391264749</c:v>
                </c:pt>
                <c:pt idx="4186">
                  <c:v>1.8353052260139571</c:v>
                </c:pt>
                <c:pt idx="4187">
                  <c:v>1.8343579266220329</c:v>
                </c:pt>
                <c:pt idx="4188">
                  <c:v>1.79857275628636</c:v>
                </c:pt>
                <c:pt idx="4189">
                  <c:v>1.789071636135076</c:v>
                </c:pt>
                <c:pt idx="4190">
                  <c:v>1.764152261945936</c:v>
                </c:pt>
                <c:pt idx="4191">
                  <c:v>1.728130937932612</c:v>
                </c:pt>
                <c:pt idx="4192">
                  <c:v>1.739513623964537</c:v>
                </c:pt>
                <c:pt idx="4193">
                  <c:v>1.8485895997002011</c:v>
                </c:pt>
                <c:pt idx="4194">
                  <c:v>1.879884828704758</c:v>
                </c:pt>
                <c:pt idx="4195">
                  <c:v>1.7533827820640591</c:v>
                </c:pt>
                <c:pt idx="4196">
                  <c:v>1.8410869973401229</c:v>
                </c:pt>
                <c:pt idx="4197">
                  <c:v>1.738714572755008</c:v>
                </c:pt>
                <c:pt idx="4198">
                  <c:v>1.8290150840778401</c:v>
                </c:pt>
                <c:pt idx="4199">
                  <c:v>1.83348645189757</c:v>
                </c:pt>
                <c:pt idx="4200">
                  <c:v>1.814740561659395</c:v>
                </c:pt>
                <c:pt idx="4201">
                  <c:v>1.8594731220529099</c:v>
                </c:pt>
                <c:pt idx="4202">
                  <c:v>1.866513194068004</c:v>
                </c:pt>
                <c:pt idx="4203">
                  <c:v>1.8063529077436999</c:v>
                </c:pt>
                <c:pt idx="4204">
                  <c:v>1.871788646196872</c:v>
                </c:pt>
                <c:pt idx="4205">
                  <c:v>1.821370824690788</c:v>
                </c:pt>
                <c:pt idx="4206">
                  <c:v>1.826271435395076</c:v>
                </c:pt>
                <c:pt idx="4207">
                  <c:v>1.8462577512412719</c:v>
                </c:pt>
                <c:pt idx="4208">
                  <c:v>1.837171480872414</c:v>
                </c:pt>
                <c:pt idx="4209">
                  <c:v>1.853187108495433</c:v>
                </c:pt>
                <c:pt idx="4210">
                  <c:v>1.812691240775876</c:v>
                </c:pt>
                <c:pt idx="4211">
                  <c:v>1.8191222596168519</c:v>
                </c:pt>
                <c:pt idx="4212">
                  <c:v>1.802976411819458</c:v>
                </c:pt>
                <c:pt idx="4213">
                  <c:v>1.789875602290641</c:v>
                </c:pt>
                <c:pt idx="4214">
                  <c:v>1.7752997904962819</c:v>
                </c:pt>
                <c:pt idx="4215">
                  <c:v>1.7445208886090451</c:v>
                </c:pt>
                <c:pt idx="4216">
                  <c:v>1.7504392567940039</c:v>
                </c:pt>
                <c:pt idx="4217">
                  <c:v>1.7784297763475749</c:v>
                </c:pt>
                <c:pt idx="4218">
                  <c:v>1.851676752095234</c:v>
                </c:pt>
                <c:pt idx="4219">
                  <c:v>1.7695795039540709</c:v>
                </c:pt>
                <c:pt idx="4220">
                  <c:v>1.769025953070632</c:v>
                </c:pt>
                <c:pt idx="4221">
                  <c:v>1.847432552431731</c:v>
                </c:pt>
                <c:pt idx="4222">
                  <c:v>1.8282424808937909</c:v>
                </c:pt>
                <c:pt idx="4223">
                  <c:v>1.813391566074843</c:v>
                </c:pt>
                <c:pt idx="4224">
                  <c:v>1.8918309079558611</c:v>
                </c:pt>
                <c:pt idx="4225">
                  <c:v>1.8468539664443111</c:v>
                </c:pt>
                <c:pt idx="4226">
                  <c:v>1.787292789119159</c:v>
                </c:pt>
                <c:pt idx="4227">
                  <c:v>1.7732502825848471</c:v>
                </c:pt>
                <c:pt idx="4228">
                  <c:v>1.845468106430568</c:v>
                </c:pt>
                <c:pt idx="4229">
                  <c:v>1.858526136968043</c:v>
                </c:pt>
                <c:pt idx="4230">
                  <c:v>1.8258589805359859</c:v>
                </c:pt>
                <c:pt idx="4231">
                  <c:v>1.835545278307217</c:v>
                </c:pt>
                <c:pt idx="4232">
                  <c:v>1.7609282186730799</c:v>
                </c:pt>
                <c:pt idx="4233">
                  <c:v>1.734926426495623</c:v>
                </c:pt>
                <c:pt idx="4234">
                  <c:v>1.842454654735755</c:v>
                </c:pt>
                <c:pt idx="4235">
                  <c:v>1.793429718017578</c:v>
                </c:pt>
                <c:pt idx="4236">
                  <c:v>1.8500156108647181</c:v>
                </c:pt>
                <c:pt idx="4237">
                  <c:v>1.846415643034311</c:v>
                </c:pt>
                <c:pt idx="4238">
                  <c:v>1.82319960371995</c:v>
                </c:pt>
                <c:pt idx="4239">
                  <c:v>1.8013613055177859</c:v>
                </c:pt>
                <c:pt idx="4240">
                  <c:v>1.839613917498182</c:v>
                </c:pt>
                <c:pt idx="4241">
                  <c:v>1.846949077535559</c:v>
                </c:pt>
                <c:pt idx="4242">
                  <c:v>1.759877614180247</c:v>
                </c:pt>
                <c:pt idx="4243">
                  <c:v>1.8034405598695249</c:v>
                </c:pt>
                <c:pt idx="4244">
                  <c:v>1.7746464890169811</c:v>
                </c:pt>
                <c:pt idx="4245">
                  <c:v>1.813497688021698</c:v>
                </c:pt>
                <c:pt idx="4246">
                  <c:v>1.840268637838681</c:v>
                </c:pt>
                <c:pt idx="4247">
                  <c:v>1.8369009842580271</c:v>
                </c:pt>
                <c:pt idx="4248">
                  <c:v>1.8232659136608531</c:v>
                </c:pt>
                <c:pt idx="4249">
                  <c:v>1.8478882553523059</c:v>
                </c:pt>
                <c:pt idx="4250">
                  <c:v>1.808013481276145</c:v>
                </c:pt>
                <c:pt idx="4251">
                  <c:v>1.832238984007373</c:v>
                </c:pt>
                <c:pt idx="4252">
                  <c:v>1.7594220666324389</c:v>
                </c:pt>
                <c:pt idx="4253">
                  <c:v>1.7761857817249911</c:v>
                </c:pt>
                <c:pt idx="4254">
                  <c:v>1.8030837190231219</c:v>
                </c:pt>
                <c:pt idx="4255">
                  <c:v>1.802648262964391</c:v>
                </c:pt>
                <c:pt idx="4256">
                  <c:v>1.7928089825612199</c:v>
                </c:pt>
                <c:pt idx="4257">
                  <c:v>1.858599311937162</c:v>
                </c:pt>
                <c:pt idx="4258">
                  <c:v>1.8023918660959799</c:v>
                </c:pt>
                <c:pt idx="4259">
                  <c:v>1.7183204710483559</c:v>
                </c:pt>
                <c:pt idx="4260">
                  <c:v>1.776123605181823</c:v>
                </c:pt>
                <c:pt idx="4261">
                  <c:v>1.8354118787325351</c:v>
                </c:pt>
                <c:pt idx="4262">
                  <c:v>1.714025998602108</c:v>
                </c:pt>
                <c:pt idx="4263">
                  <c:v>1.8187823015100819</c:v>
                </c:pt>
                <c:pt idx="4264">
                  <c:v>1.726864690983549</c:v>
                </c:pt>
                <c:pt idx="4265">
                  <c:v>1.744004115152783</c:v>
                </c:pt>
                <c:pt idx="4266">
                  <c:v>1.7149787754207459</c:v>
                </c:pt>
                <c:pt idx="4267">
                  <c:v>1.781843703400855</c:v>
                </c:pt>
                <c:pt idx="4268">
                  <c:v>1.7362260166689649</c:v>
                </c:pt>
                <c:pt idx="4269">
                  <c:v>1.806585069430076</c:v>
                </c:pt>
                <c:pt idx="4270">
                  <c:v>1.8247110278336049</c:v>
                </c:pt>
                <c:pt idx="4271">
                  <c:v>1.83695774525404</c:v>
                </c:pt>
                <c:pt idx="4272">
                  <c:v>1.844764200270985</c:v>
                </c:pt>
                <c:pt idx="4273">
                  <c:v>1.8117639377713211</c:v>
                </c:pt>
                <c:pt idx="4274">
                  <c:v>1.825434306655267</c:v>
                </c:pt>
                <c:pt idx="4275">
                  <c:v>1.8084318144363061</c:v>
                </c:pt>
                <c:pt idx="4276">
                  <c:v>1.798778706823873</c:v>
                </c:pt>
                <c:pt idx="4277">
                  <c:v>1.8039829020316791</c:v>
                </c:pt>
                <c:pt idx="4278">
                  <c:v>1.827233359769538</c:v>
                </c:pt>
                <c:pt idx="4279">
                  <c:v>1.768445573039561</c:v>
                </c:pt>
                <c:pt idx="4280">
                  <c:v>1.75867394269523</c:v>
                </c:pt>
                <c:pt idx="4281">
                  <c:v>1.766832308429364</c:v>
                </c:pt>
                <c:pt idx="4282">
                  <c:v>1.8065939351003999</c:v>
                </c:pt>
                <c:pt idx="4283">
                  <c:v>1.827987918558047</c:v>
                </c:pt>
                <c:pt idx="4284">
                  <c:v>1.7371829069113429</c:v>
                </c:pt>
                <c:pt idx="4285">
                  <c:v>1.8515827680371471</c:v>
                </c:pt>
                <c:pt idx="4286">
                  <c:v>1.7431675355459</c:v>
                </c:pt>
                <c:pt idx="4287">
                  <c:v>1.675667004666086</c:v>
                </c:pt>
                <c:pt idx="4288">
                  <c:v>1.8096809640075231</c:v>
                </c:pt>
                <c:pt idx="4289">
                  <c:v>1.768862271509251</c:v>
                </c:pt>
                <c:pt idx="4290">
                  <c:v>1.773367039208273</c:v>
                </c:pt>
                <c:pt idx="4291">
                  <c:v>1.816976912167608</c:v>
                </c:pt>
                <c:pt idx="4292">
                  <c:v>1.826572275748362</c:v>
                </c:pt>
                <c:pt idx="4293">
                  <c:v>1.7932874769440501</c:v>
                </c:pt>
                <c:pt idx="4294">
                  <c:v>1.827810343330698</c:v>
                </c:pt>
                <c:pt idx="4295">
                  <c:v>1.8711439948276161</c:v>
                </c:pt>
                <c:pt idx="4296">
                  <c:v>1.855340507295397</c:v>
                </c:pt>
                <c:pt idx="4297">
                  <c:v>1.889581028816631</c:v>
                </c:pt>
                <c:pt idx="4298">
                  <c:v>1.780568050171871</c:v>
                </c:pt>
                <c:pt idx="4299">
                  <c:v>1.832530344822022</c:v>
                </c:pt>
                <c:pt idx="4300">
                  <c:v>1.8105558369510859</c:v>
                </c:pt>
                <c:pt idx="4301">
                  <c:v>1.814047689970375</c:v>
                </c:pt>
                <c:pt idx="4302">
                  <c:v>1.785903514817704</c:v>
                </c:pt>
                <c:pt idx="4303">
                  <c:v>1.7921197980937389</c:v>
                </c:pt>
                <c:pt idx="4304">
                  <c:v>1.811190927771503</c:v>
                </c:pt>
                <c:pt idx="4305">
                  <c:v>1.809320719077669</c:v>
                </c:pt>
                <c:pt idx="4306">
                  <c:v>1.703898029522684</c:v>
                </c:pt>
                <c:pt idx="4307">
                  <c:v>1.805770010472983</c:v>
                </c:pt>
                <c:pt idx="4308">
                  <c:v>1.7798014361448959</c:v>
                </c:pt>
                <c:pt idx="4309">
                  <c:v>1.77380479665903</c:v>
                </c:pt>
                <c:pt idx="4310">
                  <c:v>1.679869165787331</c:v>
                </c:pt>
                <c:pt idx="4311">
                  <c:v>1.8014286932737931</c:v>
                </c:pt>
                <c:pt idx="4312">
                  <c:v>1.8122784689571081</c:v>
                </c:pt>
                <c:pt idx="4313">
                  <c:v>1.7638604247779179</c:v>
                </c:pt>
                <c:pt idx="4314">
                  <c:v>1.633752648035685</c:v>
                </c:pt>
                <c:pt idx="4315">
                  <c:v>1.740619041387317</c:v>
                </c:pt>
                <c:pt idx="4316">
                  <c:v>1.756305192800669</c:v>
                </c:pt>
                <c:pt idx="4317">
                  <c:v>1.726862773803121</c:v>
                </c:pt>
                <c:pt idx="4318">
                  <c:v>1.8477056742252671</c:v>
                </c:pt>
                <c:pt idx="4319">
                  <c:v>1.8029140118054321</c:v>
                </c:pt>
                <c:pt idx="4320">
                  <c:v>1.8234293079675179</c:v>
                </c:pt>
                <c:pt idx="4321">
                  <c:v>1.8140384634588931</c:v>
                </c:pt>
                <c:pt idx="4322">
                  <c:v>1.8557349240060239</c:v>
                </c:pt>
                <c:pt idx="4323">
                  <c:v>1.852070879936218</c:v>
                </c:pt>
                <c:pt idx="4324">
                  <c:v>1.885959362326409</c:v>
                </c:pt>
                <c:pt idx="4325">
                  <c:v>1.835748171933379</c:v>
                </c:pt>
                <c:pt idx="4326">
                  <c:v>1.851351271668443</c:v>
                </c:pt>
                <c:pt idx="4327">
                  <c:v>1.7890131065882551</c:v>
                </c:pt>
                <c:pt idx="4328">
                  <c:v>1.796887988078443</c:v>
                </c:pt>
                <c:pt idx="4329">
                  <c:v>1.7911786895089601</c:v>
                </c:pt>
                <c:pt idx="4330">
                  <c:v>1.766570102524113</c:v>
                </c:pt>
                <c:pt idx="4331">
                  <c:v>1.7578036167404869</c:v>
                </c:pt>
                <c:pt idx="4332">
                  <c:v>1.790787520698004</c:v>
                </c:pt>
                <c:pt idx="4333">
                  <c:v>1.749352739371506</c:v>
                </c:pt>
                <c:pt idx="4334">
                  <c:v>1.790911577593896</c:v>
                </c:pt>
                <c:pt idx="4335">
                  <c:v>1.8001942033527281</c:v>
                </c:pt>
                <c:pt idx="4336">
                  <c:v>1.814215771529986</c:v>
                </c:pt>
                <c:pt idx="4337">
                  <c:v>1.6552973554727619</c:v>
                </c:pt>
                <c:pt idx="4338">
                  <c:v>1.8017579996697259</c:v>
                </c:pt>
                <c:pt idx="4339">
                  <c:v>1.804206542896502</c:v>
                </c:pt>
                <c:pt idx="4340">
                  <c:v>1.817327881470705</c:v>
                </c:pt>
                <c:pt idx="4341">
                  <c:v>1.8372976157315981</c:v>
                </c:pt>
                <c:pt idx="4342">
                  <c:v>1.823664272766877</c:v>
                </c:pt>
                <c:pt idx="4343">
                  <c:v>1.8458435926281029</c:v>
                </c:pt>
                <c:pt idx="4344">
                  <c:v>1.8101353014432471</c:v>
                </c:pt>
                <c:pt idx="4345">
                  <c:v>1.8530293141420069</c:v>
                </c:pt>
                <c:pt idx="4346">
                  <c:v>1.7644693252367849</c:v>
                </c:pt>
                <c:pt idx="4347">
                  <c:v>1.85317904070804</c:v>
                </c:pt>
                <c:pt idx="4348">
                  <c:v>1.805222348624647</c:v>
                </c:pt>
                <c:pt idx="4349">
                  <c:v>1.868311887905922</c:v>
                </c:pt>
                <c:pt idx="4350">
                  <c:v>1.7918783748674689</c:v>
                </c:pt>
                <c:pt idx="4351">
                  <c:v>1.832471442746592</c:v>
                </c:pt>
                <c:pt idx="4352">
                  <c:v>1.833351743451163</c:v>
                </c:pt>
                <c:pt idx="4353">
                  <c:v>1.758022872769103</c:v>
                </c:pt>
                <c:pt idx="4354">
                  <c:v>1.75595487912496</c:v>
                </c:pt>
                <c:pt idx="4355">
                  <c:v>1.6103794495791</c:v>
                </c:pt>
                <c:pt idx="4356">
                  <c:v>1.7412216412393671</c:v>
                </c:pt>
                <c:pt idx="4357">
                  <c:v>1.76980413090099</c:v>
                </c:pt>
                <c:pt idx="4358">
                  <c:v>1.855266796299285</c:v>
                </c:pt>
                <c:pt idx="4359">
                  <c:v>1.79650526582776</c:v>
                </c:pt>
                <c:pt idx="4360">
                  <c:v>1.759726755959647</c:v>
                </c:pt>
                <c:pt idx="4361">
                  <c:v>1.870187813928238</c:v>
                </c:pt>
                <c:pt idx="4362">
                  <c:v>1.786597476596326</c:v>
                </c:pt>
                <c:pt idx="4363">
                  <c:v>1.8652542053497401</c:v>
                </c:pt>
                <c:pt idx="4364">
                  <c:v>1.876093264309417</c:v>
                </c:pt>
                <c:pt idx="4365">
                  <c:v>1.846715061690035</c:v>
                </c:pt>
                <c:pt idx="4366">
                  <c:v>1.824173768911395</c:v>
                </c:pt>
                <c:pt idx="4367">
                  <c:v>1.8609713493789759</c:v>
                </c:pt>
                <c:pt idx="4368">
                  <c:v>1.735588108372484</c:v>
                </c:pt>
                <c:pt idx="4369">
                  <c:v>1.8573263397429911</c:v>
                </c:pt>
                <c:pt idx="4370">
                  <c:v>1.759817935101152</c:v>
                </c:pt>
                <c:pt idx="4371">
                  <c:v>1.8798747496171431</c:v>
                </c:pt>
                <c:pt idx="4372">
                  <c:v>1.8510794279929199</c:v>
                </c:pt>
                <c:pt idx="4373">
                  <c:v>1.8429730184230959</c:v>
                </c:pt>
                <c:pt idx="4374">
                  <c:v>1.870662478990452</c:v>
                </c:pt>
                <c:pt idx="4375">
                  <c:v>1.8195664250357599</c:v>
                </c:pt>
                <c:pt idx="4376">
                  <c:v>1.8293611204624181</c:v>
                </c:pt>
                <c:pt idx="4377">
                  <c:v>1.8508630942062481</c:v>
                </c:pt>
                <c:pt idx="4378">
                  <c:v>1.8673478631139959</c:v>
                </c:pt>
                <c:pt idx="4379">
                  <c:v>1.854068473867468</c:v>
                </c:pt>
                <c:pt idx="4380">
                  <c:v>1.893708087921143</c:v>
                </c:pt>
                <c:pt idx="4381">
                  <c:v>1.8822639479891949</c:v>
                </c:pt>
                <c:pt idx="4382">
                  <c:v>1.835278245166958</c:v>
                </c:pt>
                <c:pt idx="4383">
                  <c:v>1.8557849230321519</c:v>
                </c:pt>
                <c:pt idx="4384">
                  <c:v>1.809191183610396</c:v>
                </c:pt>
                <c:pt idx="4385">
                  <c:v>1.728478129147089</c:v>
                </c:pt>
                <c:pt idx="4386">
                  <c:v>1.8044689959668101</c:v>
                </c:pt>
                <c:pt idx="4387">
                  <c:v>1.7920363542547579</c:v>
                </c:pt>
                <c:pt idx="4388">
                  <c:v>1.8336479149892659</c:v>
                </c:pt>
                <c:pt idx="4389">
                  <c:v>1.824295399370135</c:v>
                </c:pt>
                <c:pt idx="4390">
                  <c:v>1.864469687715709</c:v>
                </c:pt>
                <c:pt idx="4391">
                  <c:v>1.7924519563976089</c:v>
                </c:pt>
                <c:pt idx="4392">
                  <c:v>1.880478156696666</c:v>
                </c:pt>
                <c:pt idx="4393">
                  <c:v>1.882649721959645</c:v>
                </c:pt>
                <c:pt idx="4394">
                  <c:v>1.900930828366961</c:v>
                </c:pt>
                <c:pt idx="4395">
                  <c:v>1.8575870830740699</c:v>
                </c:pt>
                <c:pt idx="4396">
                  <c:v>1.799443630788518</c:v>
                </c:pt>
                <c:pt idx="4397">
                  <c:v>1.84644178993062</c:v>
                </c:pt>
                <c:pt idx="4398">
                  <c:v>1.81350562046832</c:v>
                </c:pt>
                <c:pt idx="4399">
                  <c:v>1.882121884790005</c:v>
                </c:pt>
                <c:pt idx="4400">
                  <c:v>1.918858888169874</c:v>
                </c:pt>
                <c:pt idx="4401">
                  <c:v>1.8310357848039041</c:v>
                </c:pt>
                <c:pt idx="4402">
                  <c:v>1.852385762430006</c:v>
                </c:pt>
                <c:pt idx="4403">
                  <c:v>1.8757958633487239</c:v>
                </c:pt>
                <c:pt idx="4404">
                  <c:v>1.815973711157854</c:v>
                </c:pt>
                <c:pt idx="4405">
                  <c:v>1.798329065286784</c:v>
                </c:pt>
                <c:pt idx="4406">
                  <c:v>1.819829301557679</c:v>
                </c:pt>
                <c:pt idx="4407">
                  <c:v>1.834072281184949</c:v>
                </c:pt>
                <c:pt idx="4408">
                  <c:v>1.827426855426683</c:v>
                </c:pt>
                <c:pt idx="4409">
                  <c:v>1.8441528833430749</c:v>
                </c:pt>
                <c:pt idx="4410">
                  <c:v>1.8143207236034109</c:v>
                </c:pt>
                <c:pt idx="4411">
                  <c:v>1.89341512082228</c:v>
                </c:pt>
                <c:pt idx="4412">
                  <c:v>1.845452953059719</c:v>
                </c:pt>
                <c:pt idx="4413">
                  <c:v>1.8182242615843951</c:v>
                </c:pt>
                <c:pt idx="4414">
                  <c:v>1.8774311172686791</c:v>
                </c:pt>
                <c:pt idx="4415">
                  <c:v>1.8685993560372971</c:v>
                </c:pt>
                <c:pt idx="4416">
                  <c:v>1.8369016760871519</c:v>
                </c:pt>
                <c:pt idx="4417">
                  <c:v>1.790684851960316</c:v>
                </c:pt>
                <c:pt idx="4418">
                  <c:v>1.812186712850574</c:v>
                </c:pt>
                <c:pt idx="4419">
                  <c:v>1.7740951262149709</c:v>
                </c:pt>
                <c:pt idx="4420">
                  <c:v>1.7858776055025249</c:v>
                </c:pt>
                <c:pt idx="4421">
                  <c:v>1.8815759440263109</c:v>
                </c:pt>
                <c:pt idx="4422">
                  <c:v>1.847579339900649</c:v>
                </c:pt>
                <c:pt idx="4423">
                  <c:v>1.806886129569464</c:v>
                </c:pt>
                <c:pt idx="4424">
                  <c:v>1.8421135562622619</c:v>
                </c:pt>
                <c:pt idx="4425">
                  <c:v>1.8144842828671961</c:v>
                </c:pt>
                <c:pt idx="4426">
                  <c:v>1.8883347640554591</c:v>
                </c:pt>
                <c:pt idx="4427">
                  <c:v>1.7533304162745209</c:v>
                </c:pt>
                <c:pt idx="4428">
                  <c:v>1.790458293142682</c:v>
                </c:pt>
                <c:pt idx="4429">
                  <c:v>1.782638243741768</c:v>
                </c:pt>
                <c:pt idx="4430">
                  <c:v>1.8441298313257179</c:v>
                </c:pt>
                <c:pt idx="4431">
                  <c:v>1.816420624450761</c:v>
                </c:pt>
                <c:pt idx="4432">
                  <c:v>1.779712332998004</c:v>
                </c:pt>
                <c:pt idx="4433">
                  <c:v>1.784401624455493</c:v>
                </c:pt>
                <c:pt idx="4434">
                  <c:v>1.7967598085317009</c:v>
                </c:pt>
                <c:pt idx="4435">
                  <c:v>1.8223649821839889</c:v>
                </c:pt>
                <c:pt idx="4436">
                  <c:v>1.853657002276089</c:v>
                </c:pt>
                <c:pt idx="4437">
                  <c:v>1.855383180890765</c:v>
                </c:pt>
                <c:pt idx="4438">
                  <c:v>1.8262236733783159</c:v>
                </c:pt>
                <c:pt idx="4439">
                  <c:v>1.8083700326334431</c:v>
                </c:pt>
                <c:pt idx="4440">
                  <c:v>1.849647475869616</c:v>
                </c:pt>
                <c:pt idx="4441">
                  <c:v>1.811837331368505</c:v>
                </c:pt>
                <c:pt idx="4442">
                  <c:v>1.853623937738353</c:v>
                </c:pt>
                <c:pt idx="4443">
                  <c:v>1.842051714764795</c:v>
                </c:pt>
                <c:pt idx="4444">
                  <c:v>1.772251637873316</c:v>
                </c:pt>
                <c:pt idx="4445">
                  <c:v>1.8100263586012411</c:v>
                </c:pt>
                <c:pt idx="4446">
                  <c:v>1.7889718702045809</c:v>
                </c:pt>
                <c:pt idx="4447">
                  <c:v>1.782440206672572</c:v>
                </c:pt>
                <c:pt idx="4448">
                  <c:v>-1.3943195343017601E-2</c:v>
                </c:pt>
                <c:pt idx="4449">
                  <c:v>7.7479362487792997E-2</c:v>
                </c:pt>
                <c:pt idx="4450">
                  <c:v>1.731819122395617</c:v>
                </c:pt>
                <c:pt idx="4451">
                  <c:v>1.792557068630658</c:v>
                </c:pt>
                <c:pt idx="4452">
                  <c:v>1.765732097625732</c:v>
                </c:pt>
                <c:pt idx="4453">
                  <c:v>1.7528937596541181</c:v>
                </c:pt>
                <c:pt idx="4454">
                  <c:v>1.7898493060176239</c:v>
                </c:pt>
                <c:pt idx="4455">
                  <c:v>1.421967670835298</c:v>
                </c:pt>
                <c:pt idx="4456">
                  <c:v>0.71802377700805753</c:v>
                </c:pt>
                <c:pt idx="4457">
                  <c:v>-1.4387607574462899E-2</c:v>
                </c:pt>
                <c:pt idx="4458">
                  <c:v>0.22157812118530301</c:v>
                </c:pt>
                <c:pt idx="4459">
                  <c:v>0.74597120285034058</c:v>
                </c:pt>
                <c:pt idx="4460">
                  <c:v>0.358456611633301</c:v>
                </c:pt>
                <c:pt idx="4461">
                  <c:v>1.721556127289712</c:v>
                </c:pt>
                <c:pt idx="4462">
                  <c:v>1.819483245349951</c:v>
                </c:pt>
                <c:pt idx="4463">
                  <c:v>1.7408943948866451</c:v>
                </c:pt>
                <c:pt idx="4464">
                  <c:v>1.7969480401651869</c:v>
                </c:pt>
                <c:pt idx="4465">
                  <c:v>1.818064609460071</c:v>
                </c:pt>
                <c:pt idx="4466">
                  <c:v>1.8846430527991149</c:v>
                </c:pt>
                <c:pt idx="4467">
                  <c:v>1.845327039446149</c:v>
                </c:pt>
                <c:pt idx="4468">
                  <c:v>1.8750949785718181</c:v>
                </c:pt>
                <c:pt idx="4469">
                  <c:v>1.8428799331962289</c:v>
                </c:pt>
                <c:pt idx="4470">
                  <c:v>1.789808206946232</c:v>
                </c:pt>
                <c:pt idx="4471">
                  <c:v>1.833935930957532</c:v>
                </c:pt>
                <c:pt idx="4472">
                  <c:v>1.742505714424655</c:v>
                </c:pt>
                <c:pt idx="4473">
                  <c:v>1.799576025383145</c:v>
                </c:pt>
                <c:pt idx="4474">
                  <c:v>1.745882763224802</c:v>
                </c:pt>
                <c:pt idx="4475">
                  <c:v>1.8062806562943889</c:v>
                </c:pt>
                <c:pt idx="4476">
                  <c:v>0.27240371704101601</c:v>
                </c:pt>
                <c:pt idx="4477">
                  <c:v>1.8079252119509051</c:v>
                </c:pt>
                <c:pt idx="4478">
                  <c:v>1.8261859871092301</c:v>
                </c:pt>
                <c:pt idx="4479">
                  <c:v>1.821781826463891</c:v>
                </c:pt>
                <c:pt idx="4480">
                  <c:v>1.8092861910582529</c:v>
                </c:pt>
                <c:pt idx="4481">
                  <c:v>1.824425872127315</c:v>
                </c:pt>
                <c:pt idx="4482">
                  <c:v>1.784927282391525</c:v>
                </c:pt>
                <c:pt idx="4483">
                  <c:v>1.8015043266818049</c:v>
                </c:pt>
                <c:pt idx="4484">
                  <c:v>1.801691291467199</c:v>
                </c:pt>
                <c:pt idx="4485">
                  <c:v>1.816853859645454</c:v>
                </c:pt>
                <c:pt idx="4486">
                  <c:v>1.7645536657387531</c:v>
                </c:pt>
                <c:pt idx="4487">
                  <c:v>1.8681489005124661</c:v>
                </c:pt>
                <c:pt idx="4488">
                  <c:v>1.8638434747252799</c:v>
                </c:pt>
                <c:pt idx="4489">
                  <c:v>1.788461854407837</c:v>
                </c:pt>
                <c:pt idx="4490">
                  <c:v>1.78873713626418</c:v>
                </c:pt>
                <c:pt idx="4491">
                  <c:v>1.847235519624628</c:v>
                </c:pt>
                <c:pt idx="4492">
                  <c:v>1.7586751670548411</c:v>
                </c:pt>
                <c:pt idx="4493">
                  <c:v>1.8229843031740329</c:v>
                </c:pt>
                <c:pt idx="4494">
                  <c:v>1.824166343793836</c:v>
                </c:pt>
                <c:pt idx="4495">
                  <c:v>1.842722151459766</c:v>
                </c:pt>
                <c:pt idx="4496">
                  <c:v>1.822490016478953</c:v>
                </c:pt>
                <c:pt idx="4497">
                  <c:v>1.774183490948799</c:v>
                </c:pt>
                <c:pt idx="4498">
                  <c:v>1.730961910085788</c:v>
                </c:pt>
                <c:pt idx="4499">
                  <c:v>1.822027884655117</c:v>
                </c:pt>
                <c:pt idx="4500">
                  <c:v>1.6914384310895749</c:v>
                </c:pt>
                <c:pt idx="4501">
                  <c:v>1.7576195152979051</c:v>
                </c:pt>
                <c:pt idx="4502">
                  <c:v>1.856834756613877</c:v>
                </c:pt>
                <c:pt idx="4503">
                  <c:v>0.52441581090291511</c:v>
                </c:pt>
                <c:pt idx="4504">
                  <c:v>1.86821300012094</c:v>
                </c:pt>
                <c:pt idx="4505">
                  <c:v>0.231520175933838</c:v>
                </c:pt>
                <c:pt idx="4506">
                  <c:v>0.46623102823893331</c:v>
                </c:pt>
                <c:pt idx="4507">
                  <c:v>1.8229155633963789</c:v>
                </c:pt>
                <c:pt idx="4508">
                  <c:v>1.803457805665873</c:v>
                </c:pt>
                <c:pt idx="4509">
                  <c:v>1.855150766880908</c:v>
                </c:pt>
                <c:pt idx="4510">
                  <c:v>1.847236751750776</c:v>
                </c:pt>
                <c:pt idx="4511">
                  <c:v>1.7579909677201131</c:v>
                </c:pt>
                <c:pt idx="4512">
                  <c:v>1.7951186101604031</c:v>
                </c:pt>
                <c:pt idx="4513">
                  <c:v>1.854854367603765</c:v>
                </c:pt>
                <c:pt idx="4514">
                  <c:v>1.8305715365069251</c:v>
                </c:pt>
                <c:pt idx="4515">
                  <c:v>1.838087278604507</c:v>
                </c:pt>
                <c:pt idx="4516">
                  <c:v>1.882859416268952</c:v>
                </c:pt>
                <c:pt idx="4517">
                  <c:v>1.7728846110994849</c:v>
                </c:pt>
                <c:pt idx="4518">
                  <c:v>1.830036403238773</c:v>
                </c:pt>
                <c:pt idx="4519">
                  <c:v>1.85346485593938</c:v>
                </c:pt>
                <c:pt idx="4520">
                  <c:v>1.9241536045974159</c:v>
                </c:pt>
                <c:pt idx="4521">
                  <c:v>1.8383863876605859</c:v>
                </c:pt>
                <c:pt idx="4522">
                  <c:v>1.7353982401232351</c:v>
                </c:pt>
                <c:pt idx="4523">
                  <c:v>1.83121020371834</c:v>
                </c:pt>
                <c:pt idx="4524">
                  <c:v>1.7706944287590709</c:v>
                </c:pt>
                <c:pt idx="4525">
                  <c:v>1.8135985873409151</c:v>
                </c:pt>
                <c:pt idx="4526">
                  <c:v>1.757622178344481</c:v>
                </c:pt>
                <c:pt idx="4527">
                  <c:v>1.758632373809814</c:v>
                </c:pt>
                <c:pt idx="4528">
                  <c:v>1.803865275382996</c:v>
                </c:pt>
                <c:pt idx="4529">
                  <c:v>1.8154838976233889</c:v>
                </c:pt>
                <c:pt idx="4530">
                  <c:v>9.6580505371093806E-2</c:v>
                </c:pt>
                <c:pt idx="4531">
                  <c:v>1.8287024074625751</c:v>
                </c:pt>
                <c:pt idx="4532">
                  <c:v>1.8540470759664771</c:v>
                </c:pt>
                <c:pt idx="4533">
                  <c:v>1.8291857272763801</c:v>
                </c:pt>
                <c:pt idx="4534">
                  <c:v>1.73796090147549</c:v>
                </c:pt>
                <c:pt idx="4535">
                  <c:v>1.8551729206499661</c:v>
                </c:pt>
                <c:pt idx="4536">
                  <c:v>1.8387288494807921</c:v>
                </c:pt>
                <c:pt idx="4537">
                  <c:v>1.7413637292619679</c:v>
                </c:pt>
                <c:pt idx="4538">
                  <c:v>1.831687246050153</c:v>
                </c:pt>
                <c:pt idx="4539">
                  <c:v>1.8257514595685129</c:v>
                </c:pt>
                <c:pt idx="4540">
                  <c:v>1.8474839035121871</c:v>
                </c:pt>
                <c:pt idx="4541">
                  <c:v>1.8568583471434461</c:v>
                </c:pt>
                <c:pt idx="4542">
                  <c:v>1.89634938412402</c:v>
                </c:pt>
                <c:pt idx="4543">
                  <c:v>1.812190738178435</c:v>
                </c:pt>
                <c:pt idx="4544">
                  <c:v>1.8282362915748771</c:v>
                </c:pt>
                <c:pt idx="4545">
                  <c:v>1.6784678812949889</c:v>
                </c:pt>
                <c:pt idx="4546">
                  <c:v>1.8226581431723929</c:v>
                </c:pt>
                <c:pt idx="4547">
                  <c:v>1.802678305693348</c:v>
                </c:pt>
                <c:pt idx="4548">
                  <c:v>1.8472407290276061</c:v>
                </c:pt>
                <c:pt idx="4549">
                  <c:v>1.7802561864320809</c:v>
                </c:pt>
                <c:pt idx="4550">
                  <c:v>1.7385634224066571</c:v>
                </c:pt>
                <c:pt idx="4551">
                  <c:v>1.8275019018738361</c:v>
                </c:pt>
                <c:pt idx="4552">
                  <c:v>1.825378904792027</c:v>
                </c:pt>
                <c:pt idx="4553">
                  <c:v>1.823411952124701</c:v>
                </c:pt>
                <c:pt idx="4554">
                  <c:v>0.18625402450561501</c:v>
                </c:pt>
                <c:pt idx="4555">
                  <c:v>1.815489263591652</c:v>
                </c:pt>
                <c:pt idx="4556">
                  <c:v>1.8013978310993739</c:v>
                </c:pt>
                <c:pt idx="4557">
                  <c:v>1.703039048768797</c:v>
                </c:pt>
                <c:pt idx="4558">
                  <c:v>1.7767483636713099</c:v>
                </c:pt>
                <c:pt idx="4559">
                  <c:v>1.902315639895062</c:v>
                </c:pt>
                <c:pt idx="4560">
                  <c:v>1.8421027081684</c:v>
                </c:pt>
                <c:pt idx="4561">
                  <c:v>1.8332088987655399</c:v>
                </c:pt>
                <c:pt idx="4562">
                  <c:v>1.8281425118446351</c:v>
                </c:pt>
                <c:pt idx="4563">
                  <c:v>1.821709813705686</c:v>
                </c:pt>
                <c:pt idx="4564">
                  <c:v>1.862157440185547</c:v>
                </c:pt>
                <c:pt idx="4565">
                  <c:v>1.8265265229042991</c:v>
                </c:pt>
                <c:pt idx="4566">
                  <c:v>1.8748579288015561</c:v>
                </c:pt>
                <c:pt idx="4567">
                  <c:v>1.843150719519584</c:v>
                </c:pt>
                <c:pt idx="4568">
                  <c:v>1.751255968061544</c:v>
                </c:pt>
                <c:pt idx="4569">
                  <c:v>1.7921904295533151</c:v>
                </c:pt>
                <c:pt idx="4570">
                  <c:v>1.766068101651741</c:v>
                </c:pt>
                <c:pt idx="4571">
                  <c:v>1.7865520681653699</c:v>
                </c:pt>
                <c:pt idx="4572">
                  <c:v>1.700900119283925</c:v>
                </c:pt>
                <c:pt idx="4573">
                  <c:v>1.6842262853275649</c:v>
                </c:pt>
                <c:pt idx="4574">
                  <c:v>1.812867501010633</c:v>
                </c:pt>
                <c:pt idx="4575">
                  <c:v>1.811784576486658</c:v>
                </c:pt>
                <c:pt idx="4576">
                  <c:v>1.211338197743451</c:v>
                </c:pt>
                <c:pt idx="4577">
                  <c:v>0.61089181900024403</c:v>
                </c:pt>
                <c:pt idx="4578">
                  <c:v>0.45828747749328602</c:v>
                </c:pt>
                <c:pt idx="4579">
                  <c:v>0.30568313598632801</c:v>
                </c:pt>
                <c:pt idx="4580">
                  <c:v>1.84692532572914</c:v>
                </c:pt>
                <c:pt idx="4581">
                  <c:v>1.8225436503032471</c:v>
                </c:pt>
                <c:pt idx="4582">
                  <c:v>1.7270810051321701</c:v>
                </c:pt>
                <c:pt idx="4583">
                  <c:v>1.684252502193583</c:v>
                </c:pt>
                <c:pt idx="4584">
                  <c:v>1.829368723425896</c:v>
                </c:pt>
                <c:pt idx="4585">
                  <c:v>1.8209432303404609</c:v>
                </c:pt>
                <c:pt idx="4586">
                  <c:v>1.7184970301053639</c:v>
                </c:pt>
                <c:pt idx="4587">
                  <c:v>1.743257927495008</c:v>
                </c:pt>
                <c:pt idx="4588">
                  <c:v>1.792420897863608</c:v>
                </c:pt>
                <c:pt idx="4589">
                  <c:v>1.801097448055561</c:v>
                </c:pt>
                <c:pt idx="4590">
                  <c:v>1.871494256533109</c:v>
                </c:pt>
                <c:pt idx="4591">
                  <c:v>1.7631763387144661</c:v>
                </c:pt>
                <c:pt idx="4592">
                  <c:v>1.81107041788207</c:v>
                </c:pt>
                <c:pt idx="4593">
                  <c:v>1.8722036842788969</c:v>
                </c:pt>
                <c:pt idx="4594">
                  <c:v>1.805020416732384</c:v>
                </c:pt>
                <c:pt idx="4595">
                  <c:v>6.2994003295898396E-2</c:v>
                </c:pt>
                <c:pt idx="4596">
                  <c:v>8.7384462356567189E-2</c:v>
                </c:pt>
                <c:pt idx="4597">
                  <c:v>0.111774921417236</c:v>
                </c:pt>
                <c:pt idx="4598">
                  <c:v>1.13120079040527E-2</c:v>
                </c:pt>
                <c:pt idx="4599">
                  <c:v>2.77543067932127E-3</c:v>
                </c:pt>
                <c:pt idx="4600">
                  <c:v>-5.7611465454101597E-3</c:v>
                </c:pt>
                <c:pt idx="4601">
                  <c:v>0.13319301605224601</c:v>
                </c:pt>
                <c:pt idx="4602">
                  <c:v>0.154566764831543</c:v>
                </c:pt>
                <c:pt idx="4603">
                  <c:v>0.17594051361084001</c:v>
                </c:pt>
                <c:pt idx="4604">
                  <c:v>0.238743782043457</c:v>
                </c:pt>
                <c:pt idx="4605">
                  <c:v>0.40649962425231939</c:v>
                </c:pt>
                <c:pt idx="4606">
                  <c:v>0.57425546646118197</c:v>
                </c:pt>
                <c:pt idx="4607">
                  <c:v>0.54525232315063499</c:v>
                </c:pt>
                <c:pt idx="4608">
                  <c:v>0.31569743156433122</c:v>
                </c:pt>
                <c:pt idx="4609">
                  <c:v>8.6142539978027302E-2</c:v>
                </c:pt>
                <c:pt idx="4610">
                  <c:v>0.171154975891113</c:v>
                </c:pt>
                <c:pt idx="4611">
                  <c:v>0.23269391059875449</c:v>
                </c:pt>
                <c:pt idx="4612">
                  <c:v>0.29423284530639598</c:v>
                </c:pt>
                <c:pt idx="4613">
                  <c:v>5.5174827575683602E-3</c:v>
                </c:pt>
                <c:pt idx="4614">
                  <c:v>0.1277832984924317</c:v>
                </c:pt>
                <c:pt idx="4615">
                  <c:v>0.25004911422729498</c:v>
                </c:pt>
                <c:pt idx="4616">
                  <c:v>0.450550556182861</c:v>
                </c:pt>
                <c:pt idx="4617">
                  <c:v>0.33712244033813449</c:v>
                </c:pt>
                <c:pt idx="4618">
                  <c:v>0.22369432449340801</c:v>
                </c:pt>
                <c:pt idx="4619">
                  <c:v>0.27479457855224598</c:v>
                </c:pt>
                <c:pt idx="4620">
                  <c:v>0.39676976203918451</c:v>
                </c:pt>
                <c:pt idx="4621">
                  <c:v>0.51874494552612305</c:v>
                </c:pt>
                <c:pt idx="4622">
                  <c:v>0.33209037780761702</c:v>
                </c:pt>
                <c:pt idx="4623">
                  <c:v>0.32891869544982899</c:v>
                </c:pt>
                <c:pt idx="4624">
                  <c:v>0.32574701309204102</c:v>
                </c:pt>
                <c:pt idx="4625">
                  <c:v>0.15366744995117201</c:v>
                </c:pt>
                <c:pt idx="4626">
                  <c:v>0.1409988403320315</c:v>
                </c:pt>
                <c:pt idx="4627">
                  <c:v>0.12833023071289101</c:v>
                </c:pt>
                <c:pt idx="4628">
                  <c:v>0.26415538787841802</c:v>
                </c:pt>
                <c:pt idx="4629">
                  <c:v>0.41130304336547852</c:v>
                </c:pt>
                <c:pt idx="4630">
                  <c:v>0.55845069885253895</c:v>
                </c:pt>
                <c:pt idx="4631">
                  <c:v>0.174093723297119</c:v>
                </c:pt>
                <c:pt idx="4632">
                  <c:v>0.24331021308898901</c:v>
                </c:pt>
                <c:pt idx="4633">
                  <c:v>0.31252670288085899</c:v>
                </c:pt>
                <c:pt idx="4634">
                  <c:v>0.37060880661010698</c:v>
                </c:pt>
                <c:pt idx="4635">
                  <c:v>0.3896055221557615</c:v>
                </c:pt>
                <c:pt idx="4636">
                  <c:v>0.40860223770141602</c:v>
                </c:pt>
                <c:pt idx="4637">
                  <c:v>0.36037254333496099</c:v>
                </c:pt>
                <c:pt idx="4638">
                  <c:v>1.800753868178816</c:v>
                </c:pt>
                <c:pt idx="4639">
                  <c:v>1.751093509105536</c:v>
                </c:pt>
                <c:pt idx="4640">
                  <c:v>0.42405891418457059</c:v>
                </c:pt>
                <c:pt idx="4641">
                  <c:v>1.7101083798842001</c:v>
                </c:pt>
                <c:pt idx="4642">
                  <c:v>-4.4641017913818401E-2</c:v>
                </c:pt>
                <c:pt idx="4643">
                  <c:v>0.22529077529907199</c:v>
                </c:pt>
                <c:pt idx="4644">
                  <c:v>1.0006911287120741</c:v>
                </c:pt>
                <c:pt idx="4645">
                  <c:v>1.7760914821250759</c:v>
                </c:pt>
                <c:pt idx="4646">
                  <c:v>0.319139003753662</c:v>
                </c:pt>
                <c:pt idx="4647">
                  <c:v>0.31073498725891102</c:v>
                </c:pt>
                <c:pt idx="4648">
                  <c:v>0.30233097076415999</c:v>
                </c:pt>
                <c:pt idx="4649">
                  <c:v>3.4594058990478502E-2</c:v>
                </c:pt>
                <c:pt idx="4650">
                  <c:v>0.15545153617858881</c:v>
                </c:pt>
                <c:pt idx="4651">
                  <c:v>0.276309013366699</c:v>
                </c:pt>
                <c:pt idx="4652">
                  <c:v>-3.7992477416992201E-2</c:v>
                </c:pt>
                <c:pt idx="4653">
                  <c:v>0.2641766071319579</c:v>
                </c:pt>
                <c:pt idx="4654">
                  <c:v>0.56634569168090798</c:v>
                </c:pt>
                <c:pt idx="4655">
                  <c:v>-6.9489479064941398E-3</c:v>
                </c:pt>
                <c:pt idx="4656">
                  <c:v>0.1185452938079834</c:v>
                </c:pt>
                <c:pt idx="4657">
                  <c:v>0.24403953552246099</c:v>
                </c:pt>
                <c:pt idx="4658">
                  <c:v>2.5362968444824201E-3</c:v>
                </c:pt>
                <c:pt idx="4659">
                  <c:v>-1.8304347991943339E-2</c:v>
                </c:pt>
                <c:pt idx="4660">
                  <c:v>-3.9144992828369099E-2</c:v>
                </c:pt>
                <c:pt idx="4661">
                  <c:v>0.55069573720296205</c:v>
                </c:pt>
                <c:pt idx="4662">
                  <c:v>1.684633613651634</c:v>
                </c:pt>
                <c:pt idx="4663">
                  <c:v>1.467597989752742</c:v>
                </c:pt>
                <c:pt idx="4664">
                  <c:v>0.38337492942810047</c:v>
                </c:pt>
                <c:pt idx="4665">
                  <c:v>0.41381585597991921</c:v>
                </c:pt>
                <c:pt idx="4666">
                  <c:v>0.444256782531738</c:v>
                </c:pt>
                <c:pt idx="4667">
                  <c:v>-3.2810211181640597E-2</c:v>
                </c:pt>
                <c:pt idx="4668">
                  <c:v>4.7649383544921688E-2</c:v>
                </c:pt>
                <c:pt idx="4669">
                  <c:v>0.12810897827148399</c:v>
                </c:pt>
                <c:pt idx="4670">
                  <c:v>0.29344272613525402</c:v>
                </c:pt>
                <c:pt idx="4671">
                  <c:v>0.21413755416870101</c:v>
                </c:pt>
                <c:pt idx="4672">
                  <c:v>0.13483238220214799</c:v>
                </c:pt>
                <c:pt idx="4673">
                  <c:v>0.49504947662353499</c:v>
                </c:pt>
                <c:pt idx="4674">
                  <c:v>0.30261898040771501</c:v>
                </c:pt>
                <c:pt idx="4675">
                  <c:v>0.110188484191895</c:v>
                </c:pt>
                <c:pt idx="4676">
                  <c:v>9.8413944244384793E-2</c:v>
                </c:pt>
                <c:pt idx="4677">
                  <c:v>0.27007770538330089</c:v>
                </c:pt>
                <c:pt idx="4678">
                  <c:v>0.44174146652221702</c:v>
                </c:pt>
                <c:pt idx="4679">
                  <c:v>5.0250053405761698E-2</c:v>
                </c:pt>
                <c:pt idx="4680">
                  <c:v>6.4241886138916002E-2</c:v>
                </c:pt>
                <c:pt idx="4681">
                  <c:v>7.8233718872070299E-2</c:v>
                </c:pt>
                <c:pt idx="4682">
                  <c:v>0.20408296585082999</c:v>
                </c:pt>
                <c:pt idx="4683">
                  <c:v>8.6310148239135701E-2</c:v>
                </c:pt>
                <c:pt idx="4684">
                  <c:v>-3.1462669372558601E-2</c:v>
                </c:pt>
                <c:pt idx="4685">
                  <c:v>0.30076646804809598</c:v>
                </c:pt>
                <c:pt idx="4686">
                  <c:v>1.0519659619935799</c:v>
                </c:pt>
                <c:pt idx="4687">
                  <c:v>1.803165455939064</c:v>
                </c:pt>
                <c:pt idx="4688">
                  <c:v>0.31229162216186501</c:v>
                </c:pt>
                <c:pt idx="4689">
                  <c:v>0.35254979133605951</c:v>
                </c:pt>
                <c:pt idx="4690">
                  <c:v>0.39280796051025402</c:v>
                </c:pt>
                <c:pt idx="4691">
                  <c:v>8.5360050201416002E-2</c:v>
                </c:pt>
                <c:pt idx="4692">
                  <c:v>0.113133430480957</c:v>
                </c:pt>
                <c:pt idx="4693">
                  <c:v>0.14090681076049799</c:v>
                </c:pt>
                <c:pt idx="4694">
                  <c:v>0.46881103515625</c:v>
                </c:pt>
                <c:pt idx="4695">
                  <c:v>0.34131932258605951</c:v>
                </c:pt>
                <c:pt idx="4696">
                  <c:v>0.213827610015869</c:v>
                </c:pt>
                <c:pt idx="4697">
                  <c:v>4.07061576843262E-2</c:v>
                </c:pt>
                <c:pt idx="4698">
                  <c:v>7.2726249694824108E-2</c:v>
                </c:pt>
                <c:pt idx="4699">
                  <c:v>0.104746341705322</c:v>
                </c:pt>
                <c:pt idx="4700">
                  <c:v>0.19021463394165</c:v>
                </c:pt>
                <c:pt idx="4701">
                  <c:v>8.0134630203246848E-2</c:v>
                </c:pt>
                <c:pt idx="4702">
                  <c:v>-2.9945373535156299E-2</c:v>
                </c:pt>
                <c:pt idx="4703">
                  <c:v>0.31949710845947299</c:v>
                </c:pt>
                <c:pt idx="4704">
                  <c:v>1.7689760315174961</c:v>
                </c:pt>
                <c:pt idx="4705">
                  <c:v>1.742563256350431</c:v>
                </c:pt>
                <c:pt idx="4706">
                  <c:v>1.8561208653397381</c:v>
                </c:pt>
                <c:pt idx="4707">
                  <c:v>1.9073805592276829</c:v>
                </c:pt>
                <c:pt idx="4708">
                  <c:v>1.902088415907512</c:v>
                </c:pt>
                <c:pt idx="4709">
                  <c:v>1.851686488533641</c:v>
                </c:pt>
                <c:pt idx="4710">
                  <c:v>1.879496296698397</c:v>
                </c:pt>
                <c:pt idx="4711">
                  <c:v>1.80101380216966</c:v>
                </c:pt>
                <c:pt idx="4712">
                  <c:v>1.80126386539192</c:v>
                </c:pt>
                <c:pt idx="4713">
                  <c:v>1.8512547529485239</c:v>
                </c:pt>
                <c:pt idx="4714">
                  <c:v>1.6250947569752789</c:v>
                </c:pt>
                <c:pt idx="4715">
                  <c:v>0.9139785098505544</c:v>
                </c:pt>
                <c:pt idx="4716">
                  <c:v>0.20286226272582999</c:v>
                </c:pt>
                <c:pt idx="4717">
                  <c:v>0.57275581359863303</c:v>
                </c:pt>
                <c:pt idx="4718">
                  <c:v>0.37540149688720698</c:v>
                </c:pt>
                <c:pt idx="4719">
                  <c:v>0.178047180175781</c:v>
                </c:pt>
                <c:pt idx="4720">
                  <c:v>0.105884552001953</c:v>
                </c:pt>
                <c:pt idx="4721">
                  <c:v>0.33840775489807101</c:v>
                </c:pt>
                <c:pt idx="4722">
                  <c:v>0.57093095779418901</c:v>
                </c:pt>
                <c:pt idx="4723">
                  <c:v>8.8998317718505901E-2</c:v>
                </c:pt>
                <c:pt idx="4724">
                  <c:v>3.208541870117191E-2</c:v>
                </c:pt>
                <c:pt idx="4725">
                  <c:v>-2.4827480316162099E-2</c:v>
                </c:pt>
                <c:pt idx="4726">
                  <c:v>0.16226148605346699</c:v>
                </c:pt>
                <c:pt idx="4727">
                  <c:v>0.29724502563476551</c:v>
                </c:pt>
                <c:pt idx="4728">
                  <c:v>0.43222856521606401</c:v>
                </c:pt>
                <c:pt idx="4729">
                  <c:v>0.19053077697753901</c:v>
                </c:pt>
                <c:pt idx="4730">
                  <c:v>1.916650131172726</c:v>
                </c:pt>
                <c:pt idx="4731">
                  <c:v>1.8251858299428769</c:v>
                </c:pt>
                <c:pt idx="4732">
                  <c:v>1.86354085070188</c:v>
                </c:pt>
                <c:pt idx="4733">
                  <c:v>1.72075136814602</c:v>
                </c:pt>
                <c:pt idx="4734">
                  <c:v>1.8416729865183361</c:v>
                </c:pt>
                <c:pt idx="4735">
                  <c:v>1.8539503169863409</c:v>
                </c:pt>
                <c:pt idx="4736">
                  <c:v>1.8132425948401181</c:v>
                </c:pt>
                <c:pt idx="4737">
                  <c:v>1.758671251807626</c:v>
                </c:pt>
                <c:pt idx="4738">
                  <c:v>1.8255682687613961</c:v>
                </c:pt>
                <c:pt idx="4739">
                  <c:v>0.96604398392903779</c:v>
                </c:pt>
                <c:pt idx="4740">
                  <c:v>0.10651969909668001</c:v>
                </c:pt>
                <c:pt idx="4741">
                  <c:v>0.36510992050170898</c:v>
                </c:pt>
                <c:pt idx="4742">
                  <c:v>0.19262981414794919</c:v>
                </c:pt>
                <c:pt idx="4743">
                  <c:v>2.0149707794189502E-2</c:v>
                </c:pt>
                <c:pt idx="4744">
                  <c:v>0.19378757476806599</c:v>
                </c:pt>
                <c:pt idx="4745">
                  <c:v>0.19338130950927701</c:v>
                </c:pt>
                <c:pt idx="4746">
                  <c:v>0.192975044250488</c:v>
                </c:pt>
                <c:pt idx="4747">
                  <c:v>0.31637620925903298</c:v>
                </c:pt>
                <c:pt idx="4748">
                  <c:v>0.32449984550476052</c:v>
                </c:pt>
                <c:pt idx="4749">
                  <c:v>0.332623481750488</c:v>
                </c:pt>
                <c:pt idx="4750">
                  <c:v>0.22972774505615201</c:v>
                </c:pt>
                <c:pt idx="4751">
                  <c:v>0.36913347244262701</c:v>
                </c:pt>
                <c:pt idx="4752">
                  <c:v>0.50853919982910201</c:v>
                </c:pt>
                <c:pt idx="4753">
                  <c:v>0.70636739730834852</c:v>
                </c:pt>
                <c:pt idx="4754">
                  <c:v>1.844992627488806</c:v>
                </c:pt>
                <c:pt idx="4755">
                  <c:v>1.80128822479656</c:v>
                </c:pt>
                <c:pt idx="4756">
                  <c:v>1.756424514825593</c:v>
                </c:pt>
                <c:pt idx="4757">
                  <c:v>1.869269285412783</c:v>
                </c:pt>
                <c:pt idx="4758">
                  <c:v>1.680791363068159</c:v>
                </c:pt>
                <c:pt idx="4759">
                  <c:v>1.771904355228537</c:v>
                </c:pt>
                <c:pt idx="4760">
                  <c:v>1.8289706299944619</c:v>
                </c:pt>
                <c:pt idx="4761">
                  <c:v>1.676654031643501</c:v>
                </c:pt>
                <c:pt idx="4762">
                  <c:v>1.794640273582645</c:v>
                </c:pt>
                <c:pt idx="4763">
                  <c:v>1.820660194947352</c:v>
                </c:pt>
                <c:pt idx="4764">
                  <c:v>1.738394694858127</c:v>
                </c:pt>
                <c:pt idx="4765">
                  <c:v>1.870799468409631</c:v>
                </c:pt>
                <c:pt idx="4766">
                  <c:v>1.787997198941415</c:v>
                </c:pt>
                <c:pt idx="4767">
                  <c:v>1.897306245746035</c:v>
                </c:pt>
                <c:pt idx="4768">
                  <c:v>1.7640818443209829</c:v>
                </c:pt>
                <c:pt idx="4769">
                  <c:v>1.8273601860835631</c:v>
                </c:pt>
                <c:pt idx="4770">
                  <c:v>1.8163136748767841</c:v>
                </c:pt>
                <c:pt idx="4771">
                  <c:v>1.8445590377229999</c:v>
                </c:pt>
                <c:pt idx="4772">
                  <c:v>1.921690249955782</c:v>
                </c:pt>
                <c:pt idx="4773">
                  <c:v>1.857460000959493</c:v>
                </c:pt>
                <c:pt idx="4774">
                  <c:v>1.826348638112566</c:v>
                </c:pt>
                <c:pt idx="4775">
                  <c:v>1.8004375696182251</c:v>
                </c:pt>
                <c:pt idx="4776">
                  <c:v>1.7706475689577961</c:v>
                </c:pt>
                <c:pt idx="4777">
                  <c:v>1.857228077736151</c:v>
                </c:pt>
                <c:pt idx="4778">
                  <c:v>1.783045225333624</c:v>
                </c:pt>
                <c:pt idx="4779">
                  <c:v>1.866451200012051</c:v>
                </c:pt>
                <c:pt idx="4780">
                  <c:v>1.8718625519836261</c:v>
                </c:pt>
                <c:pt idx="4781">
                  <c:v>1.8245891745661349</c:v>
                </c:pt>
                <c:pt idx="4782">
                  <c:v>1.825065166424638</c:v>
                </c:pt>
                <c:pt idx="4783">
                  <c:v>1.8354879113494369</c:v>
                </c:pt>
                <c:pt idx="4784">
                  <c:v>1.7931773265202831</c:v>
                </c:pt>
                <c:pt idx="4785">
                  <c:v>1.723480846570886</c:v>
                </c:pt>
                <c:pt idx="4786">
                  <c:v>1.7541401898621829</c:v>
                </c:pt>
                <c:pt idx="4787">
                  <c:v>1.7999118840372239</c:v>
                </c:pt>
                <c:pt idx="4788">
                  <c:v>1.91929592984788</c:v>
                </c:pt>
                <c:pt idx="4789">
                  <c:v>1.8174529399267689</c:v>
                </c:pt>
                <c:pt idx="4790">
                  <c:v>1.8497688409053921</c:v>
                </c:pt>
                <c:pt idx="4791">
                  <c:v>1.8270396259852819</c:v>
                </c:pt>
                <c:pt idx="4792">
                  <c:v>1.813093918840188</c:v>
                </c:pt>
                <c:pt idx="4793">
                  <c:v>1.7564694638979641</c:v>
                </c:pt>
                <c:pt idx="4794">
                  <c:v>1.8134139905104769</c:v>
                </c:pt>
                <c:pt idx="4795">
                  <c:v>1.844347276549408</c:v>
                </c:pt>
                <c:pt idx="4796">
                  <c:v>1.8292567208409309</c:v>
                </c:pt>
                <c:pt idx="4797">
                  <c:v>1.8546342196003081</c:v>
                </c:pt>
                <c:pt idx="4798">
                  <c:v>1.760367703234029</c:v>
                </c:pt>
                <c:pt idx="4799">
                  <c:v>1.7868325942385519</c:v>
                </c:pt>
                <c:pt idx="4800">
                  <c:v>1.803417729065482</c:v>
                </c:pt>
                <c:pt idx="4801">
                  <c:v>1.8934233167150001</c:v>
                </c:pt>
                <c:pt idx="4802">
                  <c:v>1.833479296259519</c:v>
                </c:pt>
                <c:pt idx="4803">
                  <c:v>1.758048142537032</c:v>
                </c:pt>
                <c:pt idx="4804">
                  <c:v>1.7650485546862491</c:v>
                </c:pt>
                <c:pt idx="4805">
                  <c:v>1.7750215143770789</c:v>
                </c:pt>
                <c:pt idx="4806">
                  <c:v>1.784067756251285</c:v>
                </c:pt>
                <c:pt idx="4807">
                  <c:v>1.721214320208575</c:v>
                </c:pt>
                <c:pt idx="4808">
                  <c:v>1.825418916079077</c:v>
                </c:pt>
                <c:pt idx="4809">
                  <c:v>1.739139231351706</c:v>
                </c:pt>
                <c:pt idx="4810">
                  <c:v>1.7330268445222281</c:v>
                </c:pt>
                <c:pt idx="4811">
                  <c:v>1.812141895294189</c:v>
                </c:pt>
                <c:pt idx="4812">
                  <c:v>1.799723297886594</c:v>
                </c:pt>
                <c:pt idx="4813">
                  <c:v>1.779421888720927</c:v>
                </c:pt>
                <c:pt idx="4814">
                  <c:v>1.8712396621704099</c:v>
                </c:pt>
                <c:pt idx="4815">
                  <c:v>1.795447578725889</c:v>
                </c:pt>
                <c:pt idx="4816">
                  <c:v>1.817644755045573</c:v>
                </c:pt>
                <c:pt idx="4817">
                  <c:v>1.869191424140717</c:v>
                </c:pt>
                <c:pt idx="4818">
                  <c:v>1.878619970277299</c:v>
                </c:pt>
                <c:pt idx="4819">
                  <c:v>1.8323303866154941</c:v>
                </c:pt>
                <c:pt idx="4820">
                  <c:v>1.881377542720122</c:v>
                </c:pt>
                <c:pt idx="4821">
                  <c:v>1.8788687579239469</c:v>
                </c:pt>
                <c:pt idx="4822">
                  <c:v>1.773144167613208</c:v>
                </c:pt>
                <c:pt idx="4823">
                  <c:v>1.8457581931297939</c:v>
                </c:pt>
                <c:pt idx="4824">
                  <c:v>1.86886719897785</c:v>
                </c:pt>
                <c:pt idx="4825">
                  <c:v>1.818327479475127</c:v>
                </c:pt>
                <c:pt idx="4826">
                  <c:v>1.8297689839413289</c:v>
                </c:pt>
                <c:pt idx="4827">
                  <c:v>1.816184902191162</c:v>
                </c:pt>
                <c:pt idx="4828">
                  <c:v>1.772940969912806</c:v>
                </c:pt>
                <c:pt idx="4829">
                  <c:v>1.8018780450026191</c:v>
                </c:pt>
                <c:pt idx="4830">
                  <c:v>1.8373392809992251</c:v>
                </c:pt>
                <c:pt idx="4831">
                  <c:v>1.777293141964263</c:v>
                </c:pt>
                <c:pt idx="4832">
                  <c:v>1.7590522412900571</c:v>
                </c:pt>
                <c:pt idx="4833">
                  <c:v>1.8800501164637109</c:v>
                </c:pt>
                <c:pt idx="4834">
                  <c:v>1.809290192889927</c:v>
                </c:pt>
                <c:pt idx="4835">
                  <c:v>1.8325661516444569</c:v>
                </c:pt>
                <c:pt idx="4836">
                  <c:v>1.742610375241991</c:v>
                </c:pt>
                <c:pt idx="4837">
                  <c:v>1.8455673860466999</c:v>
                </c:pt>
                <c:pt idx="4838">
                  <c:v>1.801810916620322</c:v>
                </c:pt>
                <c:pt idx="4839">
                  <c:v>1.789492854205045</c:v>
                </c:pt>
                <c:pt idx="4840">
                  <c:v>1.7743040212365091</c:v>
                </c:pt>
                <c:pt idx="4841">
                  <c:v>1.685063966484958</c:v>
                </c:pt>
                <c:pt idx="4842">
                  <c:v>0.40617322921752902</c:v>
                </c:pt>
                <c:pt idx="4843">
                  <c:v>1.829004788728354</c:v>
                </c:pt>
                <c:pt idx="4844">
                  <c:v>1.807377944065335</c:v>
                </c:pt>
                <c:pt idx="4845">
                  <c:v>1.799970371636755</c:v>
                </c:pt>
                <c:pt idx="4846">
                  <c:v>1.78617727960859</c:v>
                </c:pt>
                <c:pt idx="4847">
                  <c:v>1.85491709087206</c:v>
                </c:pt>
                <c:pt idx="4848">
                  <c:v>1.8434433751072441</c:v>
                </c:pt>
                <c:pt idx="4849">
                  <c:v>1.8100240075743039</c:v>
                </c:pt>
                <c:pt idx="4850">
                  <c:v>1.894227480091222</c:v>
                </c:pt>
                <c:pt idx="4851">
                  <c:v>1.8861264975990839</c:v>
                </c:pt>
                <c:pt idx="4852">
                  <c:v>1.8598527598307231</c:v>
                </c:pt>
                <c:pt idx="4853">
                  <c:v>1.8578939096397149</c:v>
                </c:pt>
                <c:pt idx="4854">
                  <c:v>1.8978712399800619</c:v>
                </c:pt>
                <c:pt idx="4855">
                  <c:v>1.8313539569363271</c:v>
                </c:pt>
                <c:pt idx="4856">
                  <c:v>1.818075912003029</c:v>
                </c:pt>
                <c:pt idx="4857">
                  <c:v>1.8451712608337409</c:v>
                </c:pt>
                <c:pt idx="4858">
                  <c:v>1.825792374869285</c:v>
                </c:pt>
                <c:pt idx="4859">
                  <c:v>1.785768416302264</c:v>
                </c:pt>
                <c:pt idx="4860">
                  <c:v>1.8166544634123449</c:v>
                </c:pt>
                <c:pt idx="4861">
                  <c:v>1.831417747906277</c:v>
                </c:pt>
                <c:pt idx="4862">
                  <c:v>1.813293101271866</c:v>
                </c:pt>
                <c:pt idx="4863">
                  <c:v>1.6625137689501741</c:v>
                </c:pt>
                <c:pt idx="4864">
                  <c:v>0.52249431610107366</c:v>
                </c:pt>
                <c:pt idx="4865">
                  <c:v>0.19242906570434601</c:v>
                </c:pt>
                <c:pt idx="4866">
                  <c:v>0.17634677886962899</c:v>
                </c:pt>
                <c:pt idx="4867">
                  <c:v>1.889535150220317</c:v>
                </c:pt>
                <c:pt idx="4868">
                  <c:v>1.846794381487969</c:v>
                </c:pt>
                <c:pt idx="4869">
                  <c:v>1.875893677983965</c:v>
                </c:pt>
                <c:pt idx="4870">
                  <c:v>1.816482712060977</c:v>
                </c:pt>
                <c:pt idx="4871">
                  <c:v>1.8399187897982661</c:v>
                </c:pt>
                <c:pt idx="4872">
                  <c:v>1.8290628055949789</c:v>
                </c:pt>
                <c:pt idx="4873">
                  <c:v>1.8799002882552469</c:v>
                </c:pt>
                <c:pt idx="4874">
                  <c:v>1.80658483505249</c:v>
                </c:pt>
                <c:pt idx="4875">
                  <c:v>1.8689785563756549</c:v>
                </c:pt>
                <c:pt idx="4876">
                  <c:v>1.8562330237957609</c:v>
                </c:pt>
                <c:pt idx="4877">
                  <c:v>1.8595302283294559</c:v>
                </c:pt>
                <c:pt idx="4878">
                  <c:v>1.860016256026757</c:v>
                </c:pt>
                <c:pt idx="4879">
                  <c:v>1.766068644719581</c:v>
                </c:pt>
                <c:pt idx="4880">
                  <c:v>1.7650967682246881</c:v>
                </c:pt>
                <c:pt idx="4881">
                  <c:v>1.7995456088412629</c:v>
                </c:pt>
                <c:pt idx="4882">
                  <c:v>1.8137760673250469</c:v>
                </c:pt>
                <c:pt idx="4883">
                  <c:v>0.39626852671305318</c:v>
                </c:pt>
                <c:pt idx="4884">
                  <c:v>0.42720937728881803</c:v>
                </c:pt>
                <c:pt idx="4885">
                  <c:v>0.43989157676696761</c:v>
                </c:pt>
                <c:pt idx="4886">
                  <c:v>0.45257377624511702</c:v>
                </c:pt>
                <c:pt idx="4887">
                  <c:v>0.109964847564697</c:v>
                </c:pt>
                <c:pt idx="4888">
                  <c:v>0.162051200866699</c:v>
                </c:pt>
                <c:pt idx="4889">
                  <c:v>0.21413755416870101</c:v>
                </c:pt>
                <c:pt idx="4890">
                  <c:v>0.18373203277587899</c:v>
                </c:pt>
                <c:pt idx="4891">
                  <c:v>0.54904913902282881</c:v>
                </c:pt>
                <c:pt idx="4892">
                  <c:v>1.9240106763066469</c:v>
                </c:pt>
                <c:pt idx="4893">
                  <c:v>1.8097485505508739</c:v>
                </c:pt>
                <c:pt idx="4894">
                  <c:v>1.887504979633964</c:v>
                </c:pt>
                <c:pt idx="4895">
                  <c:v>1.815628828082168</c:v>
                </c:pt>
                <c:pt idx="4896">
                  <c:v>1.8270536981187431</c:v>
                </c:pt>
                <c:pt idx="4897">
                  <c:v>1.8669083800923181</c:v>
                </c:pt>
                <c:pt idx="4898">
                  <c:v>1.831690029063388</c:v>
                </c:pt>
                <c:pt idx="4899">
                  <c:v>1.841306287331643</c:v>
                </c:pt>
                <c:pt idx="4900">
                  <c:v>1.8650794511532971</c:v>
                </c:pt>
                <c:pt idx="4901">
                  <c:v>1.8235241426621649</c:v>
                </c:pt>
                <c:pt idx="4902">
                  <c:v>1.848615310993432</c:v>
                </c:pt>
                <c:pt idx="4903">
                  <c:v>1.8213174338602161</c:v>
                </c:pt>
                <c:pt idx="4904">
                  <c:v>1.861143999850835</c:v>
                </c:pt>
                <c:pt idx="4905">
                  <c:v>1.8488855912585811</c:v>
                </c:pt>
                <c:pt idx="4906">
                  <c:v>1.865884288890437</c:v>
                </c:pt>
                <c:pt idx="4907">
                  <c:v>1.832632713994536</c:v>
                </c:pt>
                <c:pt idx="4908">
                  <c:v>1.8545589239169391</c:v>
                </c:pt>
                <c:pt idx="4909">
                  <c:v>1.8356167301535611</c:v>
                </c:pt>
                <c:pt idx="4910">
                  <c:v>1.833707445572508</c:v>
                </c:pt>
                <c:pt idx="4911">
                  <c:v>1.8580582566457251</c:v>
                </c:pt>
                <c:pt idx="4912">
                  <c:v>1.8461460137669039</c:v>
                </c:pt>
                <c:pt idx="4913">
                  <c:v>1.8376067092323749</c:v>
                </c:pt>
                <c:pt idx="4914">
                  <c:v>1.862582837561225</c:v>
                </c:pt>
                <c:pt idx="4915">
                  <c:v>1.86161573858209</c:v>
                </c:pt>
                <c:pt idx="4916">
                  <c:v>1.9022290768294501</c:v>
                </c:pt>
                <c:pt idx="4917">
                  <c:v>1.8552980162880639</c:v>
                </c:pt>
                <c:pt idx="4918">
                  <c:v>1.871888804870977</c:v>
                </c:pt>
                <c:pt idx="4919">
                  <c:v>1.8781720347613451</c:v>
                </c:pt>
                <c:pt idx="4920">
                  <c:v>1.856798740950498</c:v>
                </c:pt>
                <c:pt idx="4921">
                  <c:v>1.871528935432434</c:v>
                </c:pt>
                <c:pt idx="4922">
                  <c:v>1.834869945077874</c:v>
                </c:pt>
                <c:pt idx="4923">
                  <c:v>1.8451062466390999</c:v>
                </c:pt>
                <c:pt idx="4924">
                  <c:v>1.88626838653005</c:v>
                </c:pt>
                <c:pt idx="4925">
                  <c:v>1.870465271574292</c:v>
                </c:pt>
                <c:pt idx="4926">
                  <c:v>1.834080180092037</c:v>
                </c:pt>
                <c:pt idx="4927">
                  <c:v>1.826099408122728</c:v>
                </c:pt>
                <c:pt idx="4928">
                  <c:v>1.7545507380836891</c:v>
                </c:pt>
                <c:pt idx="4929">
                  <c:v>1.836081819502192</c:v>
                </c:pt>
                <c:pt idx="4930">
                  <c:v>1.8558988310884701</c:v>
                </c:pt>
                <c:pt idx="4931">
                  <c:v>1.875190450434099</c:v>
                </c:pt>
                <c:pt idx="4932">
                  <c:v>1.823268676721133</c:v>
                </c:pt>
                <c:pt idx="4933">
                  <c:v>1.783872396313821</c:v>
                </c:pt>
                <c:pt idx="4934">
                  <c:v>1.817552185526081</c:v>
                </c:pt>
                <c:pt idx="4935">
                  <c:v>1.8344842393107319</c:v>
                </c:pt>
                <c:pt idx="4936">
                  <c:v>1.885291595130939</c:v>
                </c:pt>
                <c:pt idx="4937">
                  <c:v>1.8252266405936559</c:v>
                </c:pt>
                <c:pt idx="4938">
                  <c:v>1.8548709505612091</c:v>
                </c:pt>
                <c:pt idx="4939">
                  <c:v>1.7938765515986179</c:v>
                </c:pt>
                <c:pt idx="4940">
                  <c:v>1.872146554615187</c:v>
                </c:pt>
                <c:pt idx="4941">
                  <c:v>1.8144173711724969</c:v>
                </c:pt>
                <c:pt idx="4942">
                  <c:v>1.847879398907863</c:v>
                </c:pt>
                <c:pt idx="4943">
                  <c:v>1.823069225576587</c:v>
                </c:pt>
                <c:pt idx="4944">
                  <c:v>1.8680514714656731</c:v>
                </c:pt>
                <c:pt idx="4945">
                  <c:v>1.8581301891060089</c:v>
                </c:pt>
                <c:pt idx="4946">
                  <c:v>1.8185963087545169</c:v>
                </c:pt>
                <c:pt idx="4947">
                  <c:v>1.8781709820343211</c:v>
                </c:pt>
                <c:pt idx="4948">
                  <c:v>1.848010669893293</c:v>
                </c:pt>
                <c:pt idx="4949">
                  <c:v>1.8622794076945579</c:v>
                </c:pt>
                <c:pt idx="4950">
                  <c:v>1.863885104849115</c:v>
                </c:pt>
                <c:pt idx="4951">
                  <c:v>1.8132450631085559</c:v>
                </c:pt>
                <c:pt idx="4952">
                  <c:v>1.8738429433456041</c:v>
                </c:pt>
                <c:pt idx="4953">
                  <c:v>1.882531212999466</c:v>
                </c:pt>
                <c:pt idx="4954">
                  <c:v>1.773439192707648</c:v>
                </c:pt>
                <c:pt idx="4955">
                  <c:v>1.7927184859100651</c:v>
                </c:pt>
                <c:pt idx="4956">
                  <c:v>1.8391390180721341</c:v>
                </c:pt>
                <c:pt idx="4957">
                  <c:v>1.797725931711774</c:v>
                </c:pt>
                <c:pt idx="4958">
                  <c:v>1.781816595938148</c:v>
                </c:pt>
                <c:pt idx="4959">
                  <c:v>1.8148000279410941</c:v>
                </c:pt>
                <c:pt idx="4960">
                  <c:v>1.8714839065966959</c:v>
                </c:pt>
                <c:pt idx="4961">
                  <c:v>1.832509159640431</c:v>
                </c:pt>
                <c:pt idx="4962">
                  <c:v>1.865373070750918</c:v>
                </c:pt>
                <c:pt idx="4963">
                  <c:v>1.8125861958427969</c:v>
                </c:pt>
                <c:pt idx="4964">
                  <c:v>1.84445290513091</c:v>
                </c:pt>
                <c:pt idx="4965">
                  <c:v>1.878787653786796</c:v>
                </c:pt>
                <c:pt idx="4966">
                  <c:v>1.824380727914664</c:v>
                </c:pt>
                <c:pt idx="4967">
                  <c:v>1.8332888916055989</c:v>
                </c:pt>
                <c:pt idx="4968">
                  <c:v>1.850284426152206</c:v>
                </c:pt>
                <c:pt idx="4969">
                  <c:v>1.773038630191506</c:v>
                </c:pt>
                <c:pt idx="4970">
                  <c:v>1.8722719912762411</c:v>
                </c:pt>
                <c:pt idx="4971">
                  <c:v>1.8669728312749589</c:v>
                </c:pt>
                <c:pt idx="4972">
                  <c:v>1.8494608873014999</c:v>
                </c:pt>
                <c:pt idx="4973">
                  <c:v>1.881003577600826</c:v>
                </c:pt>
                <c:pt idx="4974">
                  <c:v>1.81395910072886</c:v>
                </c:pt>
                <c:pt idx="4975">
                  <c:v>1.827567653877791</c:v>
                </c:pt>
                <c:pt idx="4976">
                  <c:v>1.8314891039640051</c:v>
                </c:pt>
                <c:pt idx="4977">
                  <c:v>1.8132554224836139</c:v>
                </c:pt>
                <c:pt idx="4978">
                  <c:v>1.8359508792713919</c:v>
                </c:pt>
                <c:pt idx="4979">
                  <c:v>1.85807344612408</c:v>
                </c:pt>
                <c:pt idx="4980">
                  <c:v>1.8070117685310081</c:v>
                </c:pt>
                <c:pt idx="4981">
                  <c:v>1.850404528960639</c:v>
                </c:pt>
                <c:pt idx="4982">
                  <c:v>1.856763573611425</c:v>
                </c:pt>
                <c:pt idx="4983">
                  <c:v>1.8175575037797289</c:v>
                </c:pt>
                <c:pt idx="4984">
                  <c:v>1.7617656087875371</c:v>
                </c:pt>
                <c:pt idx="4985">
                  <c:v>1.854819362893755</c:v>
                </c:pt>
                <c:pt idx="4986">
                  <c:v>1.7414023922938919</c:v>
                </c:pt>
                <c:pt idx="4987">
                  <c:v>1.8728157062640141</c:v>
                </c:pt>
                <c:pt idx="4988">
                  <c:v>1.8563084786819071</c:v>
                </c:pt>
                <c:pt idx="4989">
                  <c:v>1.8574184593401459</c:v>
                </c:pt>
                <c:pt idx="4990">
                  <c:v>1.8225629942284689</c:v>
                </c:pt>
                <c:pt idx="4991">
                  <c:v>1.8704599426691919</c:v>
                </c:pt>
                <c:pt idx="4992">
                  <c:v>1.810847296662953</c:v>
                </c:pt>
                <c:pt idx="4993">
                  <c:v>1.872875072010155</c:v>
                </c:pt>
                <c:pt idx="4994">
                  <c:v>1.8831807295902969</c:v>
                </c:pt>
                <c:pt idx="4995">
                  <c:v>1.823351430289353</c:v>
                </c:pt>
                <c:pt idx="4996">
                  <c:v>1.905395962180892</c:v>
                </c:pt>
                <c:pt idx="4997">
                  <c:v>1.8588225536568219</c:v>
                </c:pt>
                <c:pt idx="4998">
                  <c:v>1.7959277657901549</c:v>
                </c:pt>
                <c:pt idx="4999">
                  <c:v>1.8481294265160191</c:v>
                </c:pt>
                <c:pt idx="5000">
                  <c:v>1.8161793879892341</c:v>
                </c:pt>
                <c:pt idx="5001">
                  <c:v>1.822714873370582</c:v>
                </c:pt>
                <c:pt idx="5002">
                  <c:v>1.842617987565361</c:v>
                </c:pt>
                <c:pt idx="5003">
                  <c:v>1.8344015679894921</c:v>
                </c:pt>
                <c:pt idx="5004">
                  <c:v>1.8194144272152051</c:v>
                </c:pt>
                <c:pt idx="5005">
                  <c:v>1.837336624566394</c:v>
                </c:pt>
                <c:pt idx="5006">
                  <c:v>1.905151635616809</c:v>
                </c:pt>
                <c:pt idx="5007">
                  <c:v>1.8254602325373681</c:v>
                </c:pt>
                <c:pt idx="5008">
                  <c:v>1.812016396295457</c:v>
                </c:pt>
                <c:pt idx="5009">
                  <c:v>1.8225240535683249</c:v>
                </c:pt>
                <c:pt idx="5010">
                  <c:v>0.27889585494995101</c:v>
                </c:pt>
                <c:pt idx="5011">
                  <c:v>1.8270608901977541</c:v>
                </c:pt>
                <c:pt idx="5012">
                  <c:v>1.8264408785363899</c:v>
                </c:pt>
                <c:pt idx="5013">
                  <c:v>1.845581344529694</c:v>
                </c:pt>
                <c:pt idx="5014">
                  <c:v>1.8271115977885359</c:v>
                </c:pt>
                <c:pt idx="5015">
                  <c:v>1.792921104786559</c:v>
                </c:pt>
                <c:pt idx="5016">
                  <c:v>1.8816630780051331</c:v>
                </c:pt>
                <c:pt idx="5017">
                  <c:v>1.862192565892018</c:v>
                </c:pt>
                <c:pt idx="5018">
                  <c:v>1.868586728588991</c:v>
                </c:pt>
                <c:pt idx="5019">
                  <c:v>1.835623055772708</c:v>
                </c:pt>
                <c:pt idx="5020">
                  <c:v>1.9081825562731709</c:v>
                </c:pt>
                <c:pt idx="5021">
                  <c:v>1.873428946559869</c:v>
                </c:pt>
                <c:pt idx="5022">
                  <c:v>1.881967085379141</c:v>
                </c:pt>
                <c:pt idx="5023">
                  <c:v>1.753083163058843</c:v>
                </c:pt>
                <c:pt idx="5024">
                  <c:v>1.817602589678224</c:v>
                </c:pt>
                <c:pt idx="5025">
                  <c:v>1.828680272021536</c:v>
                </c:pt>
                <c:pt idx="5026">
                  <c:v>1.796064341640121</c:v>
                </c:pt>
                <c:pt idx="5027">
                  <c:v>1.776322481995922</c:v>
                </c:pt>
                <c:pt idx="5028">
                  <c:v>1.818955807377109</c:v>
                </c:pt>
                <c:pt idx="5029">
                  <c:v>1.7969385222955181</c:v>
                </c:pt>
                <c:pt idx="5030">
                  <c:v>1.774396209926395</c:v>
                </c:pt>
                <c:pt idx="5031">
                  <c:v>0.86590327273358336</c:v>
                </c:pt>
                <c:pt idx="5032">
                  <c:v>-4.2589664459228502E-2</c:v>
                </c:pt>
                <c:pt idx="5033">
                  <c:v>-1.5356063842773399E-2</c:v>
                </c:pt>
                <c:pt idx="5034">
                  <c:v>3.7728309631347698E-2</c:v>
                </c:pt>
                <c:pt idx="5035">
                  <c:v>9.0812683105468806E-2</c:v>
                </c:pt>
                <c:pt idx="5036">
                  <c:v>0.61184525489807151</c:v>
                </c:pt>
                <c:pt idx="5037">
                  <c:v>1.682176904908359</c:v>
                </c:pt>
                <c:pt idx="5038">
                  <c:v>1.650040389424529</c:v>
                </c:pt>
                <c:pt idx="5039">
                  <c:v>1.8209332360161681</c:v>
                </c:pt>
                <c:pt idx="5040">
                  <c:v>1.9031035261216509</c:v>
                </c:pt>
                <c:pt idx="5041">
                  <c:v>1.827988528915452</c:v>
                </c:pt>
                <c:pt idx="5042">
                  <c:v>1.8727806241369149</c:v>
                </c:pt>
                <c:pt idx="5043">
                  <c:v>1.861893525616876</c:v>
                </c:pt>
                <c:pt idx="5044">
                  <c:v>1.815960261970758</c:v>
                </c:pt>
                <c:pt idx="5045">
                  <c:v>1.8772910009954391</c:v>
                </c:pt>
                <c:pt idx="5046">
                  <c:v>1.884216018775841</c:v>
                </c:pt>
                <c:pt idx="5047">
                  <c:v>1.8335185915135259</c:v>
                </c:pt>
                <c:pt idx="5048">
                  <c:v>1.732189463523014</c:v>
                </c:pt>
                <c:pt idx="5049">
                  <c:v>1.6791539397606481</c:v>
                </c:pt>
                <c:pt idx="5050">
                  <c:v>1.9314030503197539</c:v>
                </c:pt>
                <c:pt idx="5051">
                  <c:v>1.815524710141696</c:v>
                </c:pt>
                <c:pt idx="5052">
                  <c:v>1.840992374696593</c:v>
                </c:pt>
                <c:pt idx="5053">
                  <c:v>1.746522823969523</c:v>
                </c:pt>
                <c:pt idx="5054">
                  <c:v>1.5849736387079409</c:v>
                </c:pt>
                <c:pt idx="5055">
                  <c:v>1.8608666784835579</c:v>
                </c:pt>
                <c:pt idx="5056">
                  <c:v>1.8714653558509291</c:v>
                </c:pt>
                <c:pt idx="5057">
                  <c:v>1.856000269244531</c:v>
                </c:pt>
                <c:pt idx="5058">
                  <c:v>1.8670632180713469</c:v>
                </c:pt>
                <c:pt idx="5059">
                  <c:v>1.881842801179836</c:v>
                </c:pt>
                <c:pt idx="5060">
                  <c:v>1.737894180779145</c:v>
                </c:pt>
                <c:pt idx="5061">
                  <c:v>1.889380377692145</c:v>
                </c:pt>
                <c:pt idx="5062">
                  <c:v>1.877991693763323</c:v>
                </c:pt>
                <c:pt idx="5063">
                  <c:v>1.8779874607368749</c:v>
                </c:pt>
                <c:pt idx="5064">
                  <c:v>1.778067912992471</c:v>
                </c:pt>
                <c:pt idx="5065">
                  <c:v>1.8978526925140959</c:v>
                </c:pt>
                <c:pt idx="5066">
                  <c:v>1.8489375479483721</c:v>
                </c:pt>
                <c:pt idx="5067">
                  <c:v>1.8311686607802411</c:v>
                </c:pt>
                <c:pt idx="5068">
                  <c:v>1.8717371138315351</c:v>
                </c:pt>
                <c:pt idx="5069">
                  <c:v>1.9277037567562529</c:v>
                </c:pt>
                <c:pt idx="5070">
                  <c:v>1.8880882214360679</c:v>
                </c:pt>
                <c:pt idx="5071">
                  <c:v>1.833721792316872</c:v>
                </c:pt>
                <c:pt idx="5072">
                  <c:v>1.8070905001267139</c:v>
                </c:pt>
                <c:pt idx="5073">
                  <c:v>1.8123930474986201</c:v>
                </c:pt>
                <c:pt idx="5074">
                  <c:v>1.8467269827299611</c:v>
                </c:pt>
                <c:pt idx="5075">
                  <c:v>1.7943330212643269</c:v>
                </c:pt>
                <c:pt idx="5076">
                  <c:v>1.8109219383977331</c:v>
                </c:pt>
                <c:pt idx="5077">
                  <c:v>1.8276436268983769</c:v>
                </c:pt>
                <c:pt idx="5078">
                  <c:v>1.779032870559957</c:v>
                </c:pt>
                <c:pt idx="5079">
                  <c:v>1.8825565394233259</c:v>
                </c:pt>
                <c:pt idx="5080">
                  <c:v>1.820894323379888</c:v>
                </c:pt>
                <c:pt idx="5081">
                  <c:v>1.8107254115017981</c:v>
                </c:pt>
                <c:pt idx="5082">
                  <c:v>1.7891727026472699</c:v>
                </c:pt>
                <c:pt idx="5083">
                  <c:v>1.840920960228398</c:v>
                </c:pt>
                <c:pt idx="5084">
                  <c:v>1.7118987455347261</c:v>
                </c:pt>
                <c:pt idx="5085">
                  <c:v>1.920697903555959</c:v>
                </c:pt>
                <c:pt idx="5086">
                  <c:v>1.8537622091505259</c:v>
                </c:pt>
                <c:pt idx="5087">
                  <c:v>1.8980691127867499</c:v>
                </c:pt>
                <c:pt idx="5088">
                  <c:v>1.9018105671105801</c:v>
                </c:pt>
                <c:pt idx="5089">
                  <c:v>1.8882396567581039</c:v>
                </c:pt>
                <c:pt idx="5090">
                  <c:v>1.882485023411838</c:v>
                </c:pt>
                <c:pt idx="5091">
                  <c:v>1.875195450618349</c:v>
                </c:pt>
                <c:pt idx="5092">
                  <c:v>1.86821936776118</c:v>
                </c:pt>
                <c:pt idx="5093">
                  <c:v>1.8106533760552881</c:v>
                </c:pt>
                <c:pt idx="5094">
                  <c:v>1.85862072139767</c:v>
                </c:pt>
                <c:pt idx="5095">
                  <c:v>1.8579777457884381</c:v>
                </c:pt>
                <c:pt idx="5096">
                  <c:v>1.8049452679412921</c:v>
                </c:pt>
                <c:pt idx="5097">
                  <c:v>1.80394251481542</c:v>
                </c:pt>
                <c:pt idx="5098">
                  <c:v>1.7976256710851291</c:v>
                </c:pt>
                <c:pt idx="5099">
                  <c:v>1.837747995924242</c:v>
                </c:pt>
                <c:pt idx="5100">
                  <c:v>1.8221251973114561</c:v>
                </c:pt>
                <c:pt idx="5101">
                  <c:v>1.770481317799266</c:v>
                </c:pt>
                <c:pt idx="5102">
                  <c:v>1.7885128711363529</c:v>
                </c:pt>
                <c:pt idx="5103">
                  <c:v>1.7845291628919799</c:v>
                </c:pt>
                <c:pt idx="5104">
                  <c:v>1.8243364699681599</c:v>
                </c:pt>
                <c:pt idx="5105">
                  <c:v>1.842500205007976</c:v>
                </c:pt>
                <c:pt idx="5106">
                  <c:v>1.7897229823801251</c:v>
                </c:pt>
                <c:pt idx="5107">
                  <c:v>1.87475682065842</c:v>
                </c:pt>
                <c:pt idx="5108">
                  <c:v>1.846499201139747</c:v>
                </c:pt>
                <c:pt idx="5109">
                  <c:v>1.8564246854474471</c:v>
                </c:pt>
                <c:pt idx="5110">
                  <c:v>1.9103048960367841</c:v>
                </c:pt>
                <c:pt idx="5111">
                  <c:v>1.8549674210094269</c:v>
                </c:pt>
                <c:pt idx="5112">
                  <c:v>1.782126103988801</c:v>
                </c:pt>
                <c:pt idx="5113">
                  <c:v>1.758510697789553</c:v>
                </c:pt>
                <c:pt idx="5114">
                  <c:v>1.8710322336319389</c:v>
                </c:pt>
                <c:pt idx="5115">
                  <c:v>1.8514992128504379</c:v>
                </c:pt>
                <c:pt idx="5116">
                  <c:v>1.762419073431341</c:v>
                </c:pt>
                <c:pt idx="5117">
                  <c:v>1.8018915276778369</c:v>
                </c:pt>
                <c:pt idx="5118">
                  <c:v>1.8491362643568481</c:v>
                </c:pt>
                <c:pt idx="5119">
                  <c:v>1.84061241962693</c:v>
                </c:pt>
                <c:pt idx="5120">
                  <c:v>1.8600442325649551</c:v>
                </c:pt>
                <c:pt idx="5121">
                  <c:v>1.8339417180615269</c:v>
                </c:pt>
                <c:pt idx="5122">
                  <c:v>1.8925436408118861</c:v>
                </c:pt>
                <c:pt idx="5123">
                  <c:v>1.773181330773139</c:v>
                </c:pt>
                <c:pt idx="5124">
                  <c:v>1.9059090626704229</c:v>
                </c:pt>
                <c:pt idx="5125">
                  <c:v>1.8451671931832869</c:v>
                </c:pt>
                <c:pt idx="5126">
                  <c:v>1.82797567726027</c:v>
                </c:pt>
                <c:pt idx="5127">
                  <c:v>1.8649519077978971</c:v>
                </c:pt>
                <c:pt idx="5128">
                  <c:v>1.833784302295242</c:v>
                </c:pt>
                <c:pt idx="5129">
                  <c:v>1.822703603970802</c:v>
                </c:pt>
                <c:pt idx="5130">
                  <c:v>1.7913943159470871</c:v>
                </c:pt>
                <c:pt idx="5131">
                  <c:v>1.741841382606357</c:v>
                </c:pt>
                <c:pt idx="5132">
                  <c:v>1.850903205938272</c:v>
                </c:pt>
                <c:pt idx="5133">
                  <c:v>1.872353500407526</c:v>
                </c:pt>
                <c:pt idx="5134">
                  <c:v>1.8697177447923801</c:v>
                </c:pt>
                <c:pt idx="5135">
                  <c:v>1.866475050328142</c:v>
                </c:pt>
                <c:pt idx="5136">
                  <c:v>1.8180131408903331</c:v>
                </c:pt>
                <c:pt idx="5137">
                  <c:v>1.865063764743649</c:v>
                </c:pt>
                <c:pt idx="5138">
                  <c:v>1.89040226622435</c:v>
                </c:pt>
                <c:pt idx="5139">
                  <c:v>1.8695098234026619</c:v>
                </c:pt>
                <c:pt idx="5140">
                  <c:v>1.8407298915240231</c:v>
                </c:pt>
                <c:pt idx="5141">
                  <c:v>1.77014820807803</c:v>
                </c:pt>
                <c:pt idx="5142">
                  <c:v>1.8545685925158151</c:v>
                </c:pt>
                <c:pt idx="5143">
                  <c:v>1.81128036641629</c:v>
                </c:pt>
                <c:pt idx="5144">
                  <c:v>1.727966661423721</c:v>
                </c:pt>
                <c:pt idx="5145">
                  <c:v>1.835532424863705</c:v>
                </c:pt>
                <c:pt idx="5146">
                  <c:v>1.8889756924320751</c:v>
                </c:pt>
                <c:pt idx="5147">
                  <c:v>1.823336646753714</c:v>
                </c:pt>
                <c:pt idx="5148">
                  <c:v>1.794021684278019</c:v>
                </c:pt>
                <c:pt idx="5149">
                  <c:v>1.872990592408575</c:v>
                </c:pt>
                <c:pt idx="5150">
                  <c:v>1.7644164442396251</c:v>
                </c:pt>
                <c:pt idx="5151">
                  <c:v>1.8038053938921761</c:v>
                </c:pt>
                <c:pt idx="5152">
                  <c:v>1.828385678927104</c:v>
                </c:pt>
                <c:pt idx="5153">
                  <c:v>1.8295212807193879</c:v>
                </c:pt>
                <c:pt idx="5154">
                  <c:v>1.838322174431074</c:v>
                </c:pt>
                <c:pt idx="5155">
                  <c:v>1.8423465746949741</c:v>
                </c:pt>
                <c:pt idx="5156">
                  <c:v>1.8270828233045691</c:v>
                </c:pt>
                <c:pt idx="5157">
                  <c:v>1.8858174752558909</c:v>
                </c:pt>
                <c:pt idx="5158">
                  <c:v>1.798610570267861</c:v>
                </c:pt>
                <c:pt idx="5159">
                  <c:v>1.855107667203435</c:v>
                </c:pt>
                <c:pt idx="5160">
                  <c:v>1.8369063322360699</c:v>
                </c:pt>
                <c:pt idx="5161">
                  <c:v>1.8651272004300901</c:v>
                </c:pt>
                <c:pt idx="5162">
                  <c:v>1.849327988094754</c:v>
                </c:pt>
                <c:pt idx="5163">
                  <c:v>1.8753098388391041</c:v>
                </c:pt>
                <c:pt idx="5164">
                  <c:v>1.803480967947964</c:v>
                </c:pt>
                <c:pt idx="5165">
                  <c:v>1.8763646424985401</c:v>
                </c:pt>
                <c:pt idx="5166">
                  <c:v>1.8693463816964551</c:v>
                </c:pt>
                <c:pt idx="5167">
                  <c:v>1.804810460829577</c:v>
                </c:pt>
                <c:pt idx="5168">
                  <c:v>1.814884517766252</c:v>
                </c:pt>
                <c:pt idx="5169">
                  <c:v>1.8263918932746439</c:v>
                </c:pt>
                <c:pt idx="5170">
                  <c:v>1.7988928901642911</c:v>
                </c:pt>
                <c:pt idx="5171">
                  <c:v>1.6778117500761021</c:v>
                </c:pt>
                <c:pt idx="5172">
                  <c:v>1.7326720911691149</c:v>
                </c:pt>
                <c:pt idx="5173">
                  <c:v>1.862609891433997</c:v>
                </c:pt>
                <c:pt idx="5174">
                  <c:v>1.7598373970160111</c:v>
                </c:pt>
                <c:pt idx="5175">
                  <c:v>1.7105828730528021</c:v>
                </c:pt>
                <c:pt idx="5176">
                  <c:v>1.8228694134931349</c:v>
                </c:pt>
                <c:pt idx="5177">
                  <c:v>1.8380560604393059</c:v>
                </c:pt>
                <c:pt idx="5178">
                  <c:v>1.8188091185536339</c:v>
                </c:pt>
                <c:pt idx="5179">
                  <c:v>1.880489087319589</c:v>
                </c:pt>
                <c:pt idx="5180">
                  <c:v>1.8787500397103729</c:v>
                </c:pt>
                <c:pt idx="5181">
                  <c:v>1.85969605330365</c:v>
                </c:pt>
                <c:pt idx="5182">
                  <c:v>1.8349675024398651</c:v>
                </c:pt>
                <c:pt idx="5183">
                  <c:v>1.823383320702447</c:v>
                </c:pt>
                <c:pt idx="5184">
                  <c:v>1.9316430676658201</c:v>
                </c:pt>
                <c:pt idx="5185">
                  <c:v>1.841788138983385</c:v>
                </c:pt>
                <c:pt idx="5186">
                  <c:v>1.780844202581441</c:v>
                </c:pt>
                <c:pt idx="5187">
                  <c:v>1.7985375661116381</c:v>
                </c:pt>
                <c:pt idx="5188">
                  <c:v>1.851298123598099</c:v>
                </c:pt>
                <c:pt idx="5189">
                  <c:v>1.825009531444973</c:v>
                </c:pt>
                <c:pt idx="5190">
                  <c:v>1.8431188350415419</c:v>
                </c:pt>
                <c:pt idx="5191">
                  <c:v>1.8786378889817461</c:v>
                </c:pt>
                <c:pt idx="5192">
                  <c:v>1.83152206103007</c:v>
                </c:pt>
                <c:pt idx="5193">
                  <c:v>1.7961243884007729</c:v>
                </c:pt>
                <c:pt idx="5194">
                  <c:v>1.9082322018120881</c:v>
                </c:pt>
                <c:pt idx="5195">
                  <c:v>1.811341662356194</c:v>
                </c:pt>
                <c:pt idx="5196">
                  <c:v>1.7741154432296751</c:v>
                </c:pt>
                <c:pt idx="5197">
                  <c:v>1.7775094063161949</c:v>
                </c:pt>
                <c:pt idx="5198">
                  <c:v>1.7192260390296981</c:v>
                </c:pt>
                <c:pt idx="5199">
                  <c:v>1.8525029415037571</c:v>
                </c:pt>
                <c:pt idx="5200">
                  <c:v>0.58924865722656306</c:v>
                </c:pt>
                <c:pt idx="5201">
                  <c:v>0.43250012397766152</c:v>
                </c:pt>
                <c:pt idx="5202">
                  <c:v>0.27575159072875999</c:v>
                </c:pt>
                <c:pt idx="5203">
                  <c:v>9.6749305725097698E-2</c:v>
                </c:pt>
                <c:pt idx="5204">
                  <c:v>1.9098604456583661</c:v>
                </c:pt>
                <c:pt idx="5205">
                  <c:v>1.8014870782693231</c:v>
                </c:pt>
                <c:pt idx="5206">
                  <c:v>1.835265044508309</c:v>
                </c:pt>
                <c:pt idx="5207">
                  <c:v>1.87623532316578</c:v>
                </c:pt>
                <c:pt idx="5208">
                  <c:v>1.799502258916055</c:v>
                </c:pt>
                <c:pt idx="5209">
                  <c:v>1.812227509899597</c:v>
                </c:pt>
                <c:pt idx="5210">
                  <c:v>1.8321596085166381</c:v>
                </c:pt>
                <c:pt idx="5211">
                  <c:v>1.9105464558542511</c:v>
                </c:pt>
                <c:pt idx="5212">
                  <c:v>1.8153888631251549</c:v>
                </c:pt>
                <c:pt idx="5213">
                  <c:v>1.8230006985252889</c:v>
                </c:pt>
                <c:pt idx="5214">
                  <c:v>1.848733282993803</c:v>
                </c:pt>
                <c:pt idx="5215">
                  <c:v>1.8873052510348229</c:v>
                </c:pt>
                <c:pt idx="5216">
                  <c:v>1.659787187244901</c:v>
                </c:pt>
                <c:pt idx="5217">
                  <c:v>-8.2621574401855503E-3</c:v>
                </c:pt>
                <c:pt idx="5218">
                  <c:v>0.47433948516845698</c:v>
                </c:pt>
                <c:pt idx="5219">
                  <c:v>0.54695248603820801</c:v>
                </c:pt>
                <c:pt idx="5220">
                  <c:v>0.61956548690795898</c:v>
                </c:pt>
                <c:pt idx="5221">
                  <c:v>0.138056755065918</c:v>
                </c:pt>
                <c:pt idx="5222">
                  <c:v>0.19554114341735851</c:v>
                </c:pt>
                <c:pt idx="5223">
                  <c:v>0.25302553176879899</c:v>
                </c:pt>
                <c:pt idx="5224">
                  <c:v>0.53832101821899403</c:v>
                </c:pt>
                <c:pt idx="5225">
                  <c:v>0.36613035202026351</c:v>
                </c:pt>
                <c:pt idx="5226">
                  <c:v>0.19393968582153301</c:v>
                </c:pt>
                <c:pt idx="5227">
                  <c:v>0.31114912033081099</c:v>
                </c:pt>
                <c:pt idx="5228">
                  <c:v>0.28283333778381348</c:v>
                </c:pt>
                <c:pt idx="5229">
                  <c:v>0.25451755523681602</c:v>
                </c:pt>
                <c:pt idx="5230">
                  <c:v>0.45123195648193398</c:v>
                </c:pt>
                <c:pt idx="5231">
                  <c:v>0.36642932891845698</c:v>
                </c:pt>
                <c:pt idx="5232">
                  <c:v>0.28162670135498002</c:v>
                </c:pt>
                <c:pt idx="5233">
                  <c:v>0.22815370559692399</c:v>
                </c:pt>
                <c:pt idx="5234">
                  <c:v>0.68018794059753207</c:v>
                </c:pt>
                <c:pt idx="5235">
                  <c:v>1.7797805514741449</c:v>
                </c:pt>
                <c:pt idx="5236">
                  <c:v>1.845157663027446</c:v>
                </c:pt>
                <c:pt idx="5237">
                  <c:v>1.860351736839978</c:v>
                </c:pt>
                <c:pt idx="5238">
                  <c:v>1.891356611639504</c:v>
                </c:pt>
                <c:pt idx="5239">
                  <c:v>1.857764591165141</c:v>
                </c:pt>
                <c:pt idx="5240">
                  <c:v>1.8642757073426861</c:v>
                </c:pt>
                <c:pt idx="5241">
                  <c:v>0.307178974151611</c:v>
                </c:pt>
                <c:pt idx="5242">
                  <c:v>-1.9178867340087901E-2</c:v>
                </c:pt>
                <c:pt idx="5243">
                  <c:v>0.27926564216613747</c:v>
                </c:pt>
                <c:pt idx="5244">
                  <c:v>0.57771015167236295</c:v>
                </c:pt>
                <c:pt idx="5245">
                  <c:v>-4.2258739471435498E-2</c:v>
                </c:pt>
                <c:pt idx="5246">
                  <c:v>0.15831661224365229</c:v>
                </c:pt>
                <c:pt idx="5247">
                  <c:v>0.35889196395874001</c:v>
                </c:pt>
                <c:pt idx="5248">
                  <c:v>0.32433366775512701</c:v>
                </c:pt>
                <c:pt idx="5249">
                  <c:v>0.47963213920593251</c:v>
                </c:pt>
                <c:pt idx="5250">
                  <c:v>0.63493061065673795</c:v>
                </c:pt>
                <c:pt idx="5251">
                  <c:v>0.30420970916748002</c:v>
                </c:pt>
                <c:pt idx="5252">
                  <c:v>0.24183201789855949</c:v>
                </c:pt>
                <c:pt idx="5253">
                  <c:v>0.179454326629639</c:v>
                </c:pt>
                <c:pt idx="5254">
                  <c:v>0.26642847061157199</c:v>
                </c:pt>
                <c:pt idx="5255">
                  <c:v>1.064495386900725</c:v>
                </c:pt>
                <c:pt idx="5256">
                  <c:v>1.8625623031898779</c:v>
                </c:pt>
                <c:pt idx="5257">
                  <c:v>1.784018046928175</c:v>
                </c:pt>
                <c:pt idx="5258">
                  <c:v>1.9043830128535171</c:v>
                </c:pt>
                <c:pt idx="5259">
                  <c:v>1.8753469456981511</c:v>
                </c:pt>
                <c:pt idx="5260">
                  <c:v>1.798648192886328</c:v>
                </c:pt>
                <c:pt idx="5261">
                  <c:v>1.810869574546814</c:v>
                </c:pt>
                <c:pt idx="5262">
                  <c:v>1.85236381353253</c:v>
                </c:pt>
                <c:pt idx="5263">
                  <c:v>1.80103480740913</c:v>
                </c:pt>
                <c:pt idx="5264">
                  <c:v>1.821865381684693</c:v>
                </c:pt>
                <c:pt idx="5265">
                  <c:v>1.799699213998071</c:v>
                </c:pt>
                <c:pt idx="5266">
                  <c:v>1.75427434368739</c:v>
                </c:pt>
                <c:pt idx="5267">
                  <c:v>1.8392374587781499</c:v>
                </c:pt>
                <c:pt idx="5268">
                  <c:v>0.50051434834798125</c:v>
                </c:pt>
                <c:pt idx="5269">
                  <c:v>0.29749679565429699</c:v>
                </c:pt>
                <c:pt idx="5270">
                  <c:v>0.44415593147277849</c:v>
                </c:pt>
                <c:pt idx="5271">
                  <c:v>0.59081506729125999</c:v>
                </c:pt>
                <c:pt idx="5272">
                  <c:v>0.16955518722534199</c:v>
                </c:pt>
                <c:pt idx="5273">
                  <c:v>0.24649834632873549</c:v>
                </c:pt>
                <c:pt idx="5274">
                  <c:v>0.32344150543212902</c:v>
                </c:pt>
                <c:pt idx="5275">
                  <c:v>0.30478763580322299</c:v>
                </c:pt>
                <c:pt idx="5276">
                  <c:v>1.8762620946635371</c:v>
                </c:pt>
                <c:pt idx="5277">
                  <c:v>1.8287815180691811</c:v>
                </c:pt>
                <c:pt idx="5278">
                  <c:v>1.833027734789243</c:v>
                </c:pt>
                <c:pt idx="5279">
                  <c:v>1.790648889221601</c:v>
                </c:pt>
                <c:pt idx="5280">
                  <c:v>1.8697621451166579</c:v>
                </c:pt>
                <c:pt idx="5281">
                  <c:v>1.791923321333508</c:v>
                </c:pt>
                <c:pt idx="5282">
                  <c:v>1.8979634960492451</c:v>
                </c:pt>
                <c:pt idx="5283">
                  <c:v>1.900481747780487</c:v>
                </c:pt>
                <c:pt idx="5284">
                  <c:v>1.897235109738493</c:v>
                </c:pt>
                <c:pt idx="5285">
                  <c:v>1.87258541637472</c:v>
                </c:pt>
                <c:pt idx="5286">
                  <c:v>1.8927019344908851</c:v>
                </c:pt>
                <c:pt idx="5287">
                  <c:v>1.807146676705808</c:v>
                </c:pt>
                <c:pt idx="5288">
                  <c:v>1.824439415957201</c:v>
                </c:pt>
                <c:pt idx="5289">
                  <c:v>1.834559098911672</c:v>
                </c:pt>
                <c:pt idx="5290">
                  <c:v>1.8209072110280831</c:v>
                </c:pt>
                <c:pt idx="5291">
                  <c:v>1.866398132258448</c:v>
                </c:pt>
                <c:pt idx="5292">
                  <c:v>1.8194949188042631</c:v>
                </c:pt>
                <c:pt idx="5293">
                  <c:v>1.702411573073443</c:v>
                </c:pt>
                <c:pt idx="5294">
                  <c:v>-4.3663978576660198E-2</c:v>
                </c:pt>
                <c:pt idx="5295">
                  <c:v>1.8491953063350151</c:v>
                </c:pt>
                <c:pt idx="5296">
                  <c:v>1.8512854764336031</c:v>
                </c:pt>
                <c:pt idx="5297">
                  <c:v>0.34733915328979498</c:v>
                </c:pt>
                <c:pt idx="5298">
                  <c:v>0.59029388427734397</c:v>
                </c:pt>
                <c:pt idx="5299">
                  <c:v>0.35124850273132352</c:v>
                </c:pt>
                <c:pt idx="5300">
                  <c:v>0.112203121185303</c:v>
                </c:pt>
                <c:pt idx="5301">
                  <c:v>1.830370184528795</c:v>
                </c:pt>
                <c:pt idx="5302">
                  <c:v>1.859019425056434</c:v>
                </c:pt>
                <c:pt idx="5303">
                  <c:v>1.7794559216714121</c:v>
                </c:pt>
                <c:pt idx="5304">
                  <c:v>1.938557768719537</c:v>
                </c:pt>
                <c:pt idx="5305">
                  <c:v>1.871937567602374</c:v>
                </c:pt>
                <c:pt idx="5306">
                  <c:v>1.8695760557315491</c:v>
                </c:pt>
                <c:pt idx="5307">
                  <c:v>1.8598900127410889</c:v>
                </c:pt>
                <c:pt idx="5308">
                  <c:v>1.900632724165916</c:v>
                </c:pt>
                <c:pt idx="5309">
                  <c:v>1.870043435953729</c:v>
                </c:pt>
                <c:pt idx="5310">
                  <c:v>1.79245672284103</c:v>
                </c:pt>
                <c:pt idx="5311">
                  <c:v>1.820323834052453</c:v>
                </c:pt>
                <c:pt idx="5312">
                  <c:v>1.83182269334793</c:v>
                </c:pt>
                <c:pt idx="5313">
                  <c:v>1.825943063365089</c:v>
                </c:pt>
                <c:pt idx="5314">
                  <c:v>0.62572813034057595</c:v>
                </c:pt>
                <c:pt idx="5315">
                  <c:v>0.415783882141113</c:v>
                </c:pt>
                <c:pt idx="5316">
                  <c:v>0.30090785026550299</c:v>
                </c:pt>
                <c:pt idx="5317">
                  <c:v>0.18603181838989299</c:v>
                </c:pt>
                <c:pt idx="5318">
                  <c:v>0.133775234222412</c:v>
                </c:pt>
                <c:pt idx="5319">
                  <c:v>9.3828439712524345E-2</c:v>
                </c:pt>
                <c:pt idx="5320">
                  <c:v>5.3881645202636698E-2</c:v>
                </c:pt>
                <c:pt idx="5321">
                  <c:v>0.26691961288452098</c:v>
                </c:pt>
                <c:pt idx="5322">
                  <c:v>0.235918283462524</c:v>
                </c:pt>
                <c:pt idx="5323">
                  <c:v>0.20491695404052701</c:v>
                </c:pt>
                <c:pt idx="5324">
                  <c:v>0.60992431640625</c:v>
                </c:pt>
                <c:pt idx="5325">
                  <c:v>0.45047354698181152</c:v>
                </c:pt>
                <c:pt idx="5326">
                  <c:v>0.29102277755737299</c:v>
                </c:pt>
                <c:pt idx="5327">
                  <c:v>0.31865406036376998</c:v>
                </c:pt>
                <c:pt idx="5328">
                  <c:v>1.863575543676103</c:v>
                </c:pt>
                <c:pt idx="5329">
                  <c:v>0.58620834350585904</c:v>
                </c:pt>
                <c:pt idx="5330">
                  <c:v>1.915184154066929</c:v>
                </c:pt>
                <c:pt idx="5331">
                  <c:v>1.870180652059358</c:v>
                </c:pt>
                <c:pt idx="5332">
                  <c:v>1.8515335386449641</c:v>
                </c:pt>
                <c:pt idx="5333">
                  <c:v>1.8427434728356169</c:v>
                </c:pt>
                <c:pt idx="5334">
                  <c:v>1.823095839525896</c:v>
                </c:pt>
                <c:pt idx="5335">
                  <c:v>1.8205035325419701</c:v>
                </c:pt>
                <c:pt idx="5336">
                  <c:v>1.823116415197199</c:v>
                </c:pt>
                <c:pt idx="5337">
                  <c:v>0.9537318316372958</c:v>
                </c:pt>
                <c:pt idx="5338">
                  <c:v>8.4347248077392606E-2</c:v>
                </c:pt>
                <c:pt idx="5339">
                  <c:v>0.30046606063842801</c:v>
                </c:pt>
                <c:pt idx="5340">
                  <c:v>0.22290992736816401</c:v>
                </c:pt>
                <c:pt idx="5341">
                  <c:v>0.1453537940979</c:v>
                </c:pt>
                <c:pt idx="5342">
                  <c:v>1.6242170532544451</c:v>
                </c:pt>
                <c:pt idx="5343">
                  <c:v>1.849167161913061</c:v>
                </c:pt>
                <c:pt idx="5344">
                  <c:v>0.14881515502929701</c:v>
                </c:pt>
                <c:pt idx="5345">
                  <c:v>8.1219196319580106E-2</c:v>
                </c:pt>
                <c:pt idx="5346">
                  <c:v>0.95050618762061734</c:v>
                </c:pt>
                <c:pt idx="5347">
                  <c:v>1.819793178921655</c:v>
                </c:pt>
                <c:pt idx="5348">
                  <c:v>1.8510797128572569</c:v>
                </c:pt>
                <c:pt idx="5349">
                  <c:v>1.839331394484063</c:v>
                </c:pt>
                <c:pt idx="5350">
                  <c:v>1.834753692924203</c:v>
                </c:pt>
                <c:pt idx="5351">
                  <c:v>1.67612173301833</c:v>
                </c:pt>
                <c:pt idx="5352">
                  <c:v>0.82712985149451679</c:v>
                </c:pt>
                <c:pt idx="5353">
                  <c:v>-2.1862030029296899E-2</c:v>
                </c:pt>
                <c:pt idx="5354">
                  <c:v>0.15557909011840801</c:v>
                </c:pt>
                <c:pt idx="5355">
                  <c:v>0.42643600702285789</c:v>
                </c:pt>
                <c:pt idx="5356">
                  <c:v>0.6972929239273078</c:v>
                </c:pt>
                <c:pt idx="5357">
                  <c:v>0.6253347396850587</c:v>
                </c:pt>
                <c:pt idx="5358">
                  <c:v>1.6868475932700959</c:v>
                </c:pt>
                <c:pt idx="5359">
                  <c:v>1.8119118050353169</c:v>
                </c:pt>
                <c:pt idx="5360">
                  <c:v>0.46789932250976601</c:v>
                </c:pt>
                <c:pt idx="5361">
                  <c:v>1.832592916488647</c:v>
                </c:pt>
                <c:pt idx="5362">
                  <c:v>1.84498489999223</c:v>
                </c:pt>
                <c:pt idx="5363">
                  <c:v>1.6209077999509609</c:v>
                </c:pt>
                <c:pt idx="5364">
                  <c:v>0.99203134405201865</c:v>
                </c:pt>
                <c:pt idx="5365">
                  <c:v>0.36315488815307601</c:v>
                </c:pt>
                <c:pt idx="5366">
                  <c:v>9.6788883209228502E-2</c:v>
                </c:pt>
                <c:pt idx="5367">
                  <c:v>0.28231096267700168</c:v>
                </c:pt>
                <c:pt idx="5368">
                  <c:v>0.467833042144775</c:v>
                </c:pt>
                <c:pt idx="5369">
                  <c:v>0.21336460113525399</c:v>
                </c:pt>
                <c:pt idx="5370">
                  <c:v>0.14521956443786621</c:v>
                </c:pt>
                <c:pt idx="5371">
                  <c:v>7.7074527740478502E-2</c:v>
                </c:pt>
                <c:pt idx="5372">
                  <c:v>0.19368934631347701</c:v>
                </c:pt>
                <c:pt idx="5373">
                  <c:v>0.2528243064880375</c:v>
                </c:pt>
                <c:pt idx="5374">
                  <c:v>0.31195926666259799</c:v>
                </c:pt>
                <c:pt idx="5375">
                  <c:v>0.31122988643068289</c:v>
                </c:pt>
                <c:pt idx="5376">
                  <c:v>0.31050050619876779</c:v>
                </c:pt>
                <c:pt idx="5377">
                  <c:v>0.30977112596685269</c:v>
                </c:pt>
                <c:pt idx="5378">
                  <c:v>0.30904174573493759</c:v>
                </c:pt>
                <c:pt idx="5379">
                  <c:v>0.30831236550302238</c:v>
                </c:pt>
                <c:pt idx="5380">
                  <c:v>0.30758298527110728</c:v>
                </c:pt>
                <c:pt idx="5381">
                  <c:v>0.30685360503919218</c:v>
                </c:pt>
                <c:pt idx="5382">
                  <c:v>0.30612422480727708</c:v>
                </c:pt>
                <c:pt idx="5383">
                  <c:v>0.30539484457536198</c:v>
                </c:pt>
                <c:pt idx="5384">
                  <c:v>0.30466546434344688</c:v>
                </c:pt>
                <c:pt idx="5385">
                  <c:v>0.30393608411153178</c:v>
                </c:pt>
                <c:pt idx="5386">
                  <c:v>0.30320670387961668</c:v>
                </c:pt>
                <c:pt idx="5440">
                  <c:v>0.26382017135620101</c:v>
                </c:pt>
                <c:pt idx="5441">
                  <c:v>-5.4594516754150398E-2</c:v>
                </c:pt>
                <c:pt idx="5442">
                  <c:v>0.15915012359619099</c:v>
                </c:pt>
                <c:pt idx="5443">
                  <c:v>0.34239228566487551</c:v>
                </c:pt>
                <c:pt idx="5444">
                  <c:v>0.52563444773355983</c:v>
                </c:pt>
                <c:pt idx="5445">
                  <c:v>0.139086723327637</c:v>
                </c:pt>
                <c:pt idx="5446">
                  <c:v>1.7954281788123281</c:v>
                </c:pt>
                <c:pt idx="5447">
                  <c:v>1.893952557829772</c:v>
                </c:pt>
                <c:pt idx="5448">
                  <c:v>1.8186049808155409</c:v>
                </c:pt>
                <c:pt idx="5449">
                  <c:v>1.853120642694934</c:v>
                </c:pt>
                <c:pt idx="5450">
                  <c:v>1.816703014595564</c:v>
                </c:pt>
                <c:pt idx="5451">
                  <c:v>1.8696401969115439</c:v>
                </c:pt>
                <c:pt idx="5452">
                  <c:v>1.8248778223991391</c:v>
                </c:pt>
                <c:pt idx="5453">
                  <c:v>1.911131641796955</c:v>
                </c:pt>
                <c:pt idx="5454">
                  <c:v>1.874656627052709</c:v>
                </c:pt>
                <c:pt idx="5455">
                  <c:v>1.816986383778034</c:v>
                </c:pt>
                <c:pt idx="5456">
                  <c:v>1.9468550498668959</c:v>
                </c:pt>
                <c:pt idx="5457">
                  <c:v>1.8008234909226231</c:v>
                </c:pt>
                <c:pt idx="5458">
                  <c:v>1.8435164436461431</c:v>
                </c:pt>
                <c:pt idx="5459">
                  <c:v>1.8316505328173891</c:v>
                </c:pt>
                <c:pt idx="5460">
                  <c:v>1.78545820385802</c:v>
                </c:pt>
                <c:pt idx="5461">
                  <c:v>1.8224220883976061</c:v>
                </c:pt>
                <c:pt idx="5462">
                  <c:v>1.8049240169582419</c:v>
                </c:pt>
                <c:pt idx="5463">
                  <c:v>1.8581112457764111</c:v>
                </c:pt>
                <c:pt idx="5464">
                  <c:v>1.89396818737651</c:v>
                </c:pt>
                <c:pt idx="5465">
                  <c:v>1.8437183627060481</c:v>
                </c:pt>
                <c:pt idx="5466">
                  <c:v>1.862829233382965</c:v>
                </c:pt>
                <c:pt idx="5467">
                  <c:v>1.7683430468241379</c:v>
                </c:pt>
                <c:pt idx="5468">
                  <c:v>1.826360378068747</c:v>
                </c:pt>
                <c:pt idx="5469">
                  <c:v>1.8633655178013131</c:v>
                </c:pt>
                <c:pt idx="5470">
                  <c:v>1.8412309630068739</c:v>
                </c:pt>
                <c:pt idx="5471">
                  <c:v>1.8624180631786329</c:v>
                </c:pt>
                <c:pt idx="5472">
                  <c:v>1.8449152497684249</c:v>
                </c:pt>
                <c:pt idx="5473">
                  <c:v>1.8673562490408191</c:v>
                </c:pt>
                <c:pt idx="5474">
                  <c:v>1.862461110279692</c:v>
                </c:pt>
                <c:pt idx="5475">
                  <c:v>1.832014797690386</c:v>
                </c:pt>
                <c:pt idx="5476">
                  <c:v>1.7540595115871609</c:v>
                </c:pt>
                <c:pt idx="5477">
                  <c:v>1.847678880433778</c:v>
                </c:pt>
                <c:pt idx="5478">
                  <c:v>1.8789906231862199</c:v>
                </c:pt>
                <c:pt idx="5479">
                  <c:v>1.81377153073327</c:v>
                </c:pt>
                <c:pt idx="5480">
                  <c:v>1.91169075308175</c:v>
                </c:pt>
                <c:pt idx="5481">
                  <c:v>1.886662341736175</c:v>
                </c:pt>
                <c:pt idx="5482">
                  <c:v>1.8499240446090699</c:v>
                </c:pt>
                <c:pt idx="5483">
                  <c:v>1.8088763071695959</c:v>
                </c:pt>
                <c:pt idx="5484">
                  <c:v>1.827108422241642</c:v>
                </c:pt>
                <c:pt idx="5485">
                  <c:v>1.8237095435048629</c:v>
                </c:pt>
                <c:pt idx="5486">
                  <c:v>1.8355779607756799</c:v>
                </c:pt>
                <c:pt idx="5487">
                  <c:v>1.721549897723728</c:v>
                </c:pt>
                <c:pt idx="5488">
                  <c:v>1.7804681002083469</c:v>
                </c:pt>
                <c:pt idx="5489">
                  <c:v>1.801560060426137</c:v>
                </c:pt>
                <c:pt idx="5490">
                  <c:v>1.8222998384813369</c:v>
                </c:pt>
                <c:pt idx="5491">
                  <c:v>1.843039616536537</c:v>
                </c:pt>
                <c:pt idx="5492">
                  <c:v>1.830065276204925</c:v>
                </c:pt>
                <c:pt idx="5493">
                  <c:v>1.8713574467635741</c:v>
                </c:pt>
                <c:pt idx="5494">
                  <c:v>1.9107781169921401</c:v>
                </c:pt>
                <c:pt idx="5495">
                  <c:v>1.750592360278024</c:v>
                </c:pt>
                <c:pt idx="5496">
                  <c:v>1.88471857060585</c:v>
                </c:pt>
                <c:pt idx="5497">
                  <c:v>1.846493431316909</c:v>
                </c:pt>
                <c:pt idx="5498">
                  <c:v>1.878710431287191</c:v>
                </c:pt>
                <c:pt idx="5499">
                  <c:v>1.923325502435574</c:v>
                </c:pt>
                <c:pt idx="5500">
                  <c:v>1.902920861643149</c:v>
                </c:pt>
                <c:pt idx="5501">
                  <c:v>1.8774242866330031</c:v>
                </c:pt>
                <c:pt idx="5502">
                  <c:v>1.826231340650402</c:v>
                </c:pt>
                <c:pt idx="5503">
                  <c:v>1.800128214656354</c:v>
                </c:pt>
                <c:pt idx="5504">
                  <c:v>1.779756450879602</c:v>
                </c:pt>
                <c:pt idx="5505">
                  <c:v>1.718998632402218</c:v>
                </c:pt>
                <c:pt idx="5506">
                  <c:v>1.8478925712263909</c:v>
                </c:pt>
                <c:pt idx="5507">
                  <c:v>1.8838453731164959</c:v>
                </c:pt>
                <c:pt idx="5508">
                  <c:v>1.886007368403076</c:v>
                </c:pt>
                <c:pt idx="5509">
                  <c:v>1.8065573570576119</c:v>
                </c:pt>
                <c:pt idx="5510">
                  <c:v>1.789484269562222</c:v>
                </c:pt>
                <c:pt idx="5511">
                  <c:v>1.688597019874688</c:v>
                </c:pt>
                <c:pt idx="5512">
                  <c:v>1.9432521114101651</c:v>
                </c:pt>
                <c:pt idx="5513">
                  <c:v>7.6385974884033203E-2</c:v>
                </c:pt>
                <c:pt idx="5514">
                  <c:v>8.7640762329101549E-2</c:v>
                </c:pt>
                <c:pt idx="5515">
                  <c:v>9.8895549774169894E-2</c:v>
                </c:pt>
                <c:pt idx="5516">
                  <c:v>0.39509487152099598</c:v>
                </c:pt>
                <c:pt idx="5517">
                  <c:v>1.792900232835249</c:v>
                </c:pt>
                <c:pt idx="5518">
                  <c:v>1.7412911053121529</c:v>
                </c:pt>
                <c:pt idx="5519">
                  <c:v>1.8755368135192181</c:v>
                </c:pt>
                <c:pt idx="5520">
                  <c:v>1.8785151614258619</c:v>
                </c:pt>
                <c:pt idx="5521">
                  <c:v>1.8883780385508679</c:v>
                </c:pt>
                <c:pt idx="5522">
                  <c:v>1.857908592126057</c:v>
                </c:pt>
                <c:pt idx="5523">
                  <c:v>1.8883665559862961</c:v>
                </c:pt>
                <c:pt idx="5524">
                  <c:v>1.8316889015403961</c:v>
                </c:pt>
                <c:pt idx="5525">
                  <c:v>1.8416245631229731</c:v>
                </c:pt>
                <c:pt idx="5526">
                  <c:v>1.7942059884275441</c:v>
                </c:pt>
                <c:pt idx="5527">
                  <c:v>1.81499921095656</c:v>
                </c:pt>
                <c:pt idx="5528">
                  <c:v>1.7646979604448589</c:v>
                </c:pt>
                <c:pt idx="5529">
                  <c:v>1.8630301758433081</c:v>
                </c:pt>
                <c:pt idx="5530">
                  <c:v>0.335865497589111</c:v>
                </c:pt>
                <c:pt idx="5531">
                  <c:v>-4.5603752136230503E-2</c:v>
                </c:pt>
                <c:pt idx="5532">
                  <c:v>-3.3698081970215052E-3</c:v>
                </c:pt>
                <c:pt idx="5533">
                  <c:v>3.88641357421875E-2</c:v>
                </c:pt>
                <c:pt idx="5534">
                  <c:v>7.2257041931152302E-2</c:v>
                </c:pt>
                <c:pt idx="5535">
                  <c:v>0.3409578800201416</c:v>
                </c:pt>
                <c:pt idx="5536">
                  <c:v>0.60965871810913097</c:v>
                </c:pt>
                <c:pt idx="5537">
                  <c:v>8.07080268859863E-2</c:v>
                </c:pt>
                <c:pt idx="5538">
                  <c:v>2.3296833038330061E-2</c:v>
                </c:pt>
                <c:pt idx="5539">
                  <c:v>-3.41143608093262E-2</c:v>
                </c:pt>
                <c:pt idx="5540">
                  <c:v>0.37800709406534988</c:v>
                </c:pt>
                <c:pt idx="5541">
                  <c:v>0.24795111020406149</c:v>
                </c:pt>
                <c:pt idx="5542">
                  <c:v>0.11789512634277299</c:v>
                </c:pt>
                <c:pt idx="5543">
                  <c:v>5.9704303741455099E-2</c:v>
                </c:pt>
                <c:pt idx="5544">
                  <c:v>0.88159731106880368</c:v>
                </c:pt>
                <c:pt idx="5545">
                  <c:v>1.7034903183961521</c:v>
                </c:pt>
                <c:pt idx="5546">
                  <c:v>1.771806874642005</c:v>
                </c:pt>
                <c:pt idx="5547">
                  <c:v>1.840123430887858</c:v>
                </c:pt>
                <c:pt idx="5548">
                  <c:v>1.6783209037780771</c:v>
                </c:pt>
                <c:pt idx="5549">
                  <c:v>1.8116640381598741</c:v>
                </c:pt>
                <c:pt idx="5550">
                  <c:v>1.872050911489159</c:v>
                </c:pt>
                <c:pt idx="5551">
                  <c:v>1.7831798348847021</c:v>
                </c:pt>
                <c:pt idx="5552">
                  <c:v>1.8370099087723171</c:v>
                </c:pt>
                <c:pt idx="5553">
                  <c:v>1.8839516020440441</c:v>
                </c:pt>
                <c:pt idx="5554">
                  <c:v>1.8669040758315829</c:v>
                </c:pt>
                <c:pt idx="5555">
                  <c:v>1.8831661557042321</c:v>
                </c:pt>
                <c:pt idx="5556">
                  <c:v>1.8318505350748691</c:v>
                </c:pt>
                <c:pt idx="5557">
                  <c:v>1.7299104073468381</c:v>
                </c:pt>
                <c:pt idx="5558">
                  <c:v>1.0814507175894339</c:v>
                </c:pt>
                <c:pt idx="5559">
                  <c:v>0.43299102783203097</c:v>
                </c:pt>
                <c:pt idx="5560">
                  <c:v>0.22037410736084001</c:v>
                </c:pt>
                <c:pt idx="5561">
                  <c:v>0.21300888061523451</c:v>
                </c:pt>
                <c:pt idx="5562">
                  <c:v>0.20564365386962899</c:v>
                </c:pt>
                <c:pt idx="5563">
                  <c:v>0.19738388061523399</c:v>
                </c:pt>
                <c:pt idx="5564">
                  <c:v>0.29964709281921348</c:v>
                </c:pt>
                <c:pt idx="5565">
                  <c:v>0.40191030502319303</c:v>
                </c:pt>
                <c:pt idx="5566">
                  <c:v>0.40230941772460899</c:v>
                </c:pt>
                <c:pt idx="5567">
                  <c:v>0.21099615097045879</c:v>
                </c:pt>
                <c:pt idx="5568">
                  <c:v>1.9682884216308601E-2</c:v>
                </c:pt>
                <c:pt idx="5569">
                  <c:v>0.52099084854125999</c:v>
                </c:pt>
                <c:pt idx="5570">
                  <c:v>1.7127378249168399</c:v>
                </c:pt>
                <c:pt idx="5571">
                  <c:v>1.8452137947082521</c:v>
                </c:pt>
                <c:pt idx="5572">
                  <c:v>1.807243369206661</c:v>
                </c:pt>
                <c:pt idx="5573">
                  <c:v>1.889919471065953</c:v>
                </c:pt>
                <c:pt idx="5574">
                  <c:v>1.8985372436046599</c:v>
                </c:pt>
                <c:pt idx="5575">
                  <c:v>1.782719480332418</c:v>
                </c:pt>
                <c:pt idx="5576">
                  <c:v>1.8779109083575971</c:v>
                </c:pt>
                <c:pt idx="5577">
                  <c:v>1.810467662719579</c:v>
                </c:pt>
                <c:pt idx="5578">
                  <c:v>0.52531909942626998</c:v>
                </c:pt>
                <c:pt idx="5579">
                  <c:v>0.24670767784118669</c:v>
                </c:pt>
                <c:pt idx="5580">
                  <c:v>-3.1903743743896498E-2</c:v>
                </c:pt>
                <c:pt idx="5581">
                  <c:v>0.43163871765136702</c:v>
                </c:pt>
                <c:pt idx="5582">
                  <c:v>0.19207286834716791</c:v>
                </c:pt>
                <c:pt idx="5583">
                  <c:v>-4.7492980957031299E-2</c:v>
                </c:pt>
                <c:pt idx="5584">
                  <c:v>5.8739662170410198E-2</c:v>
                </c:pt>
                <c:pt idx="5585">
                  <c:v>7.9815864562988101E-2</c:v>
                </c:pt>
                <c:pt idx="5586">
                  <c:v>0.100892066955566</c:v>
                </c:pt>
                <c:pt idx="5587">
                  <c:v>-3.6474704742431599E-2</c:v>
                </c:pt>
                <c:pt idx="5588">
                  <c:v>-1.358962059020994E-2</c:v>
                </c:pt>
                <c:pt idx="5589">
                  <c:v>9.2954635620117205E-3</c:v>
                </c:pt>
                <c:pt idx="5590">
                  <c:v>-8.5096359252929705E-3</c:v>
                </c:pt>
                <c:pt idx="5591">
                  <c:v>1.5965134811401369</c:v>
                </c:pt>
                <c:pt idx="5592">
                  <c:v>1.892359431974076</c:v>
                </c:pt>
                <c:pt idx="5593">
                  <c:v>1.8598227681992929</c:v>
                </c:pt>
                <c:pt idx="5594">
                  <c:v>1.8893618085345281</c:v>
                </c:pt>
                <c:pt idx="5595">
                  <c:v>1.886726489235069</c:v>
                </c:pt>
                <c:pt idx="5596">
                  <c:v>1.88731774305686</c:v>
                </c:pt>
                <c:pt idx="5597">
                  <c:v>1.8771579039724251</c:v>
                </c:pt>
                <c:pt idx="5598">
                  <c:v>1.890175684363441</c:v>
                </c:pt>
                <c:pt idx="5599">
                  <c:v>1.9126202261988601</c:v>
                </c:pt>
                <c:pt idx="5600">
                  <c:v>1.870421865183836</c:v>
                </c:pt>
                <c:pt idx="5601">
                  <c:v>1.914743527948144</c:v>
                </c:pt>
                <c:pt idx="5602">
                  <c:v>1.8635223004324679</c:v>
                </c:pt>
                <c:pt idx="5603">
                  <c:v>1.8927566321884719</c:v>
                </c:pt>
                <c:pt idx="5604">
                  <c:v>1.8406331616976139</c:v>
                </c:pt>
                <c:pt idx="5605">
                  <c:v>1.881096509075904</c:v>
                </c:pt>
                <c:pt idx="5606">
                  <c:v>1.835558262606422</c:v>
                </c:pt>
                <c:pt idx="5607">
                  <c:v>1.817407796080684</c:v>
                </c:pt>
                <c:pt idx="5608">
                  <c:v>0.15629005432128901</c:v>
                </c:pt>
                <c:pt idx="5609">
                  <c:v>0.18548965454101549</c:v>
                </c:pt>
                <c:pt idx="5610">
                  <c:v>0.21468925476074199</c:v>
                </c:pt>
                <c:pt idx="5611">
                  <c:v>0.27988958358764598</c:v>
                </c:pt>
                <c:pt idx="5612">
                  <c:v>0.2167088985443115</c:v>
                </c:pt>
                <c:pt idx="5613">
                  <c:v>0.15352821350097701</c:v>
                </c:pt>
                <c:pt idx="5614">
                  <c:v>1.6042900361171391</c:v>
                </c:pt>
                <c:pt idx="5615">
                  <c:v>1.834363872029797</c:v>
                </c:pt>
                <c:pt idx="5616">
                  <c:v>1.8819953984724429</c:v>
                </c:pt>
                <c:pt idx="5617">
                  <c:v>1.848537620443564</c:v>
                </c:pt>
                <c:pt idx="5618">
                  <c:v>1.874367488428877</c:v>
                </c:pt>
                <c:pt idx="5619">
                  <c:v>1.8757780121593941</c:v>
                </c:pt>
                <c:pt idx="5620">
                  <c:v>1.8678097218642999</c:v>
                </c:pt>
                <c:pt idx="5621">
                  <c:v>1.835324589003865</c:v>
                </c:pt>
                <c:pt idx="5622">
                  <c:v>1.897706951016868</c:v>
                </c:pt>
                <c:pt idx="5623">
                  <c:v>1.8978539986136069</c:v>
                </c:pt>
                <c:pt idx="5624">
                  <c:v>1.8193391034769459</c:v>
                </c:pt>
                <c:pt idx="5625">
                  <c:v>1.721907468768658</c:v>
                </c:pt>
                <c:pt idx="5626">
                  <c:v>0.84515707300737586</c:v>
                </c:pt>
                <c:pt idx="5627">
                  <c:v>-3.1593322753906299E-2</c:v>
                </c:pt>
                <c:pt idx="5628">
                  <c:v>0.35003232955932601</c:v>
                </c:pt>
                <c:pt idx="5629">
                  <c:v>0.29067587852478</c:v>
                </c:pt>
                <c:pt idx="5630">
                  <c:v>0.23131942749023399</c:v>
                </c:pt>
                <c:pt idx="5631">
                  <c:v>0.26682996749877902</c:v>
                </c:pt>
                <c:pt idx="5632">
                  <c:v>0.15886235237121571</c:v>
                </c:pt>
                <c:pt idx="5633">
                  <c:v>5.0894737243652302E-2</c:v>
                </c:pt>
                <c:pt idx="5634">
                  <c:v>0.28339242935180697</c:v>
                </c:pt>
                <c:pt idx="5635">
                  <c:v>0.2653601169586185</c:v>
                </c:pt>
                <c:pt idx="5636">
                  <c:v>0.24732780456542999</c:v>
                </c:pt>
                <c:pt idx="5637">
                  <c:v>0.33135271072387701</c:v>
                </c:pt>
                <c:pt idx="5638">
                  <c:v>0.20039081573486331</c:v>
                </c:pt>
                <c:pt idx="5639">
                  <c:v>6.9428920745849595E-2</c:v>
                </c:pt>
                <c:pt idx="5640">
                  <c:v>0.57102298736572299</c:v>
                </c:pt>
                <c:pt idx="5641">
                  <c:v>0.44965481758117698</c:v>
                </c:pt>
                <c:pt idx="5642">
                  <c:v>0.32828664779663103</c:v>
                </c:pt>
                <c:pt idx="5643">
                  <c:v>-4.1814804077148403E-2</c:v>
                </c:pt>
                <c:pt idx="5644">
                  <c:v>1.244025577198375</c:v>
                </c:pt>
                <c:pt idx="5645">
                  <c:v>0.21731758117675801</c:v>
                </c:pt>
                <c:pt idx="5646">
                  <c:v>1.528396864941246</c:v>
                </c:pt>
                <c:pt idx="5647">
                  <c:v>1.8397590807818489</c:v>
                </c:pt>
                <c:pt idx="5648">
                  <c:v>0.14290952682495101</c:v>
                </c:pt>
                <c:pt idx="5649">
                  <c:v>1.756173475464778</c:v>
                </c:pt>
                <c:pt idx="5650">
                  <c:v>1.8264592825542401</c:v>
                </c:pt>
                <c:pt idx="5651">
                  <c:v>0.364988803863525</c:v>
                </c:pt>
                <c:pt idx="5652">
                  <c:v>1.7949871398110431</c:v>
                </c:pt>
                <c:pt idx="5653">
                  <c:v>1.826115966214569</c:v>
                </c:pt>
                <c:pt idx="5654">
                  <c:v>1.8670845461777099</c:v>
                </c:pt>
                <c:pt idx="5655">
                  <c:v>1.8123075248489919</c:v>
                </c:pt>
                <c:pt idx="5656">
                  <c:v>1.868953823197818</c:v>
                </c:pt>
                <c:pt idx="5657">
                  <c:v>0.38106282552083443</c:v>
                </c:pt>
                <c:pt idx="5658">
                  <c:v>0.28802108764648399</c:v>
                </c:pt>
                <c:pt idx="5659">
                  <c:v>1.7200819492340089</c:v>
                </c:pt>
                <c:pt idx="5660">
                  <c:v>1.884293847288822</c:v>
                </c:pt>
                <c:pt idx="5661">
                  <c:v>1.8433294423663891</c:v>
                </c:pt>
                <c:pt idx="5662">
                  <c:v>1.903491955068991</c:v>
                </c:pt>
                <c:pt idx="5663">
                  <c:v>1.8803817852123359</c:v>
                </c:pt>
                <c:pt idx="5664">
                  <c:v>1.8675529346531159</c:v>
                </c:pt>
                <c:pt idx="5665">
                  <c:v>1.8384721753151549</c:v>
                </c:pt>
                <c:pt idx="5666">
                  <c:v>1.801524163373744</c:v>
                </c:pt>
                <c:pt idx="5667">
                  <c:v>1.89072436536764</c:v>
                </c:pt>
                <c:pt idx="5668">
                  <c:v>1.847197132881242</c:v>
                </c:pt>
                <c:pt idx="5669">
                  <c:v>1.8430746319619089</c:v>
                </c:pt>
                <c:pt idx="5670">
                  <c:v>1.8701543412677979</c:v>
                </c:pt>
                <c:pt idx="5671">
                  <c:v>1.867632472582456</c:v>
                </c:pt>
                <c:pt idx="5672">
                  <c:v>1.832165135893711</c:v>
                </c:pt>
                <c:pt idx="5673">
                  <c:v>1.7802651423328331</c:v>
                </c:pt>
                <c:pt idx="5674">
                  <c:v>1.8545016138424431</c:v>
                </c:pt>
                <c:pt idx="5675">
                  <c:v>1.9072434176569399</c:v>
                </c:pt>
                <c:pt idx="5676">
                  <c:v>0.25352382659912098</c:v>
                </c:pt>
                <c:pt idx="5677">
                  <c:v>0.1439297199249267</c:v>
                </c:pt>
                <c:pt idx="5678">
                  <c:v>3.4335613250732401E-2</c:v>
                </c:pt>
                <c:pt idx="5679">
                  <c:v>0.242291450500488</c:v>
                </c:pt>
                <c:pt idx="5680">
                  <c:v>0.34902763366699202</c:v>
                </c:pt>
                <c:pt idx="5681">
                  <c:v>0.45576381683349598</c:v>
                </c:pt>
                <c:pt idx="5682">
                  <c:v>-1.73840522766113E-2</c:v>
                </c:pt>
                <c:pt idx="5683">
                  <c:v>3.1762123107910499E-3</c:v>
                </c:pt>
                <c:pt idx="5684">
                  <c:v>2.3736476898193401E-2</c:v>
                </c:pt>
                <c:pt idx="5685">
                  <c:v>0.13993310928344699</c:v>
                </c:pt>
                <c:pt idx="5686">
                  <c:v>0.207482099533081</c:v>
                </c:pt>
                <c:pt idx="5687">
                  <c:v>0.27503108978271501</c:v>
                </c:pt>
                <c:pt idx="5688">
                  <c:v>0.10092115402221701</c:v>
                </c:pt>
                <c:pt idx="5689">
                  <c:v>1.7304111458006359</c:v>
                </c:pt>
                <c:pt idx="5690">
                  <c:v>1.8216917352978459</c:v>
                </c:pt>
                <c:pt idx="5691">
                  <c:v>1.7689146020195701</c:v>
                </c:pt>
                <c:pt idx="5692">
                  <c:v>1.796514325671726</c:v>
                </c:pt>
                <c:pt idx="5693">
                  <c:v>0.65801604588826401</c:v>
                </c:pt>
                <c:pt idx="5694">
                  <c:v>1.902371615417733</c:v>
                </c:pt>
                <c:pt idx="5695">
                  <c:v>1.532375552986242</c:v>
                </c:pt>
                <c:pt idx="5696">
                  <c:v>0.50861883163452104</c:v>
                </c:pt>
                <c:pt idx="5697">
                  <c:v>0.35493803024291998</c:v>
                </c:pt>
                <c:pt idx="5698">
                  <c:v>0.33128976821899397</c:v>
                </c:pt>
                <c:pt idx="5699">
                  <c:v>0.30764150619506803</c:v>
                </c:pt>
                <c:pt idx="5700">
                  <c:v>-3.8015842437744099E-2</c:v>
                </c:pt>
                <c:pt idx="5701">
                  <c:v>5.3190231323242451E-2</c:v>
                </c:pt>
                <c:pt idx="5702">
                  <c:v>0.14439630508422899</c:v>
                </c:pt>
                <c:pt idx="5703">
                  <c:v>0.21528720855712899</c:v>
                </c:pt>
                <c:pt idx="5704">
                  <c:v>0.28617811203002902</c:v>
                </c:pt>
                <c:pt idx="5705">
                  <c:v>0.119589805603027</c:v>
                </c:pt>
                <c:pt idx="5706">
                  <c:v>9.4001293182372908E-2</c:v>
                </c:pt>
                <c:pt idx="5707">
                  <c:v>6.8412780761718806E-2</c:v>
                </c:pt>
                <c:pt idx="5708">
                  <c:v>0.102428436279297</c:v>
                </c:pt>
                <c:pt idx="5709">
                  <c:v>0.1214728355407715</c:v>
                </c:pt>
                <c:pt idx="5710">
                  <c:v>0.14051723480224601</c:v>
                </c:pt>
                <c:pt idx="5711">
                  <c:v>0.31501579284668002</c:v>
                </c:pt>
                <c:pt idx="5712">
                  <c:v>0.2087576389312745</c:v>
                </c:pt>
                <c:pt idx="5713">
                  <c:v>0.102499485015869</c:v>
                </c:pt>
                <c:pt idx="5714">
                  <c:v>0.57453918457031306</c:v>
                </c:pt>
                <c:pt idx="5715">
                  <c:v>1.0896406571070361</c:v>
                </c:pt>
                <c:pt idx="5716">
                  <c:v>1.6047421296437581</c:v>
                </c:pt>
                <c:pt idx="5717">
                  <c:v>1.7015332483718819</c:v>
                </c:pt>
                <c:pt idx="5718">
                  <c:v>1.7065309615845381</c:v>
                </c:pt>
                <c:pt idx="5719">
                  <c:v>1.790423970826915</c:v>
                </c:pt>
                <c:pt idx="5720">
                  <c:v>0.121842861175537</c:v>
                </c:pt>
                <c:pt idx="5721">
                  <c:v>0.21152234077453599</c:v>
                </c:pt>
                <c:pt idx="5722">
                  <c:v>0.30120182037353499</c:v>
                </c:pt>
                <c:pt idx="5723">
                  <c:v>0.60200500488281306</c:v>
                </c:pt>
                <c:pt idx="5724">
                  <c:v>0.59221959114074751</c:v>
                </c:pt>
                <c:pt idx="5725">
                  <c:v>0.58243417739868197</c:v>
                </c:pt>
                <c:pt idx="5726">
                  <c:v>-4.2257308959960903E-3</c:v>
                </c:pt>
                <c:pt idx="5727">
                  <c:v>0.113569736480713</c:v>
                </c:pt>
                <c:pt idx="5728">
                  <c:v>0.23136520385742201</c:v>
                </c:pt>
                <c:pt idx="5729">
                  <c:v>0.38663101196289101</c:v>
                </c:pt>
                <c:pt idx="5730">
                  <c:v>0.30537676811218301</c:v>
                </c:pt>
                <c:pt idx="5731">
                  <c:v>0.224122524261475</c:v>
                </c:pt>
                <c:pt idx="5732">
                  <c:v>0.23656272888183599</c:v>
                </c:pt>
                <c:pt idx="5733">
                  <c:v>0.36475324630737299</c:v>
                </c:pt>
                <c:pt idx="5734">
                  <c:v>0.49294376373290999</c:v>
                </c:pt>
                <c:pt idx="5735">
                  <c:v>6.5842151641845703E-2</c:v>
                </c:pt>
                <c:pt idx="5736">
                  <c:v>2.6716947555541999E-2</c:v>
                </c:pt>
                <c:pt idx="5737">
                  <c:v>-1.24082565307617E-2</c:v>
                </c:pt>
                <c:pt idx="5738">
                  <c:v>0.30754709243774397</c:v>
                </c:pt>
                <c:pt idx="5739">
                  <c:v>0.19530701637268061</c:v>
                </c:pt>
                <c:pt idx="5740">
                  <c:v>8.3066940307617201E-2</c:v>
                </c:pt>
                <c:pt idx="5741">
                  <c:v>0.42536354064941401</c:v>
                </c:pt>
                <c:pt idx="5742">
                  <c:v>0.48289179801940901</c:v>
                </c:pt>
                <c:pt idx="5743">
                  <c:v>0.54042005538940396</c:v>
                </c:pt>
                <c:pt idx="5744">
                  <c:v>0.104926109313965</c:v>
                </c:pt>
                <c:pt idx="5745">
                  <c:v>0.168001413345337</c:v>
                </c:pt>
                <c:pt idx="5746">
                  <c:v>0.23107671737670901</c:v>
                </c:pt>
                <c:pt idx="5747">
                  <c:v>3.5181999206543003E-2</c:v>
                </c:pt>
                <c:pt idx="5748">
                  <c:v>6.7460060119628906E-2</c:v>
                </c:pt>
                <c:pt idx="5749">
                  <c:v>9.9738121032714802E-2</c:v>
                </c:pt>
                <c:pt idx="5750">
                  <c:v>0.185592651367188</c:v>
                </c:pt>
                <c:pt idx="5751">
                  <c:v>0.1556556224823</c:v>
                </c:pt>
                <c:pt idx="5752">
                  <c:v>0.125718593597412</c:v>
                </c:pt>
                <c:pt idx="5753">
                  <c:v>0.29313707351684598</c:v>
                </c:pt>
                <c:pt idx="5754">
                  <c:v>0.26781558990478549</c:v>
                </c:pt>
                <c:pt idx="5755">
                  <c:v>0.242494106292725</c:v>
                </c:pt>
                <c:pt idx="5756">
                  <c:v>2.7996540069580099E-2</c:v>
                </c:pt>
                <c:pt idx="5757">
                  <c:v>0.1790385246276856</c:v>
                </c:pt>
                <c:pt idx="5758">
                  <c:v>0.33008050918579102</c:v>
                </c:pt>
                <c:pt idx="5759">
                  <c:v>0.111432552337646</c:v>
                </c:pt>
                <c:pt idx="5760">
                  <c:v>0.29396533966064448</c:v>
                </c:pt>
                <c:pt idx="5761">
                  <c:v>0.47649812698364302</c:v>
                </c:pt>
                <c:pt idx="5762">
                  <c:v>1.7018318176269501E-3</c:v>
                </c:pt>
                <c:pt idx="5763">
                  <c:v>0.16162753105163599</c:v>
                </c:pt>
                <c:pt idx="5764">
                  <c:v>0.32155323028564498</c:v>
                </c:pt>
                <c:pt idx="5765">
                  <c:v>0.4502854347229</c:v>
                </c:pt>
                <c:pt idx="5766">
                  <c:v>0.28856015205383301</c:v>
                </c:pt>
                <c:pt idx="5767">
                  <c:v>0.12683486938476601</c:v>
                </c:pt>
                <c:pt idx="5768">
                  <c:v>0.225633144378662</c:v>
                </c:pt>
                <c:pt idx="5769">
                  <c:v>0.3295869827270505</c:v>
                </c:pt>
                <c:pt idx="5770">
                  <c:v>0.43354082107543901</c:v>
                </c:pt>
                <c:pt idx="5771">
                  <c:v>0.172866821289063</c:v>
                </c:pt>
                <c:pt idx="5772">
                  <c:v>0.17059659957885751</c:v>
                </c:pt>
                <c:pt idx="5773">
                  <c:v>0.16832637786865201</c:v>
                </c:pt>
                <c:pt idx="5774">
                  <c:v>0.17975282669067399</c:v>
                </c:pt>
                <c:pt idx="5775">
                  <c:v>0.18343472480773951</c:v>
                </c:pt>
                <c:pt idx="5776">
                  <c:v>0.18711662292480499</c:v>
                </c:pt>
                <c:pt idx="5777">
                  <c:v>0.56574630737304699</c:v>
                </c:pt>
                <c:pt idx="5778">
                  <c:v>0.3416872024536135</c:v>
                </c:pt>
                <c:pt idx="5779">
                  <c:v>0.11762809753418001</c:v>
                </c:pt>
                <c:pt idx="5780">
                  <c:v>0.18872642517089799</c:v>
                </c:pt>
                <c:pt idx="5781">
                  <c:v>0.258350610733032</c:v>
                </c:pt>
                <c:pt idx="5782">
                  <c:v>0.32797479629516602</c:v>
                </c:pt>
                <c:pt idx="5783">
                  <c:v>0.24436235427856451</c:v>
                </c:pt>
                <c:pt idx="5784">
                  <c:v>0.160749912261963</c:v>
                </c:pt>
                <c:pt idx="5785">
                  <c:v>0.375653266906738</c:v>
                </c:pt>
                <c:pt idx="5786">
                  <c:v>0.27237391471862799</c:v>
                </c:pt>
                <c:pt idx="5787">
                  <c:v>0.16909456253051799</c:v>
                </c:pt>
                <c:pt idx="5788">
                  <c:v>0.47435235977172902</c:v>
                </c:pt>
                <c:pt idx="5789">
                  <c:v>1.9051326536664781</c:v>
                </c:pt>
                <c:pt idx="5790">
                  <c:v>1.7037638406904909</c:v>
                </c:pt>
                <c:pt idx="5791">
                  <c:v>0.28008651733398399</c:v>
                </c:pt>
                <c:pt idx="5792">
                  <c:v>0.14282846450805639</c:v>
                </c:pt>
                <c:pt idx="5793">
                  <c:v>5.5704116821289097E-3</c:v>
                </c:pt>
                <c:pt idx="5794">
                  <c:v>0.29021596908569303</c:v>
                </c:pt>
                <c:pt idx="5795">
                  <c:v>0.14860343933105449</c:v>
                </c:pt>
                <c:pt idx="5796">
                  <c:v>6.99090957641602E-3</c:v>
                </c:pt>
                <c:pt idx="5797">
                  <c:v>0.29495859146118197</c:v>
                </c:pt>
                <c:pt idx="5798">
                  <c:v>0.13457489013671889</c:v>
                </c:pt>
                <c:pt idx="5799">
                  <c:v>-2.5808811187744099E-2</c:v>
                </c:pt>
                <c:pt idx="5800">
                  <c:v>8.7374210357666002E-2</c:v>
                </c:pt>
                <c:pt idx="5801">
                  <c:v>1.8653154373168959E-2</c:v>
                </c:pt>
                <c:pt idx="5802">
                  <c:v>-5.0067901611328097E-2</c:v>
                </c:pt>
                <c:pt idx="5803">
                  <c:v>-5.16104698181152E-2</c:v>
                </c:pt>
                <c:pt idx="5804">
                  <c:v>0.2372391223907469</c:v>
                </c:pt>
                <c:pt idx="5805">
                  <c:v>0.52608871459960904</c:v>
                </c:pt>
                <c:pt idx="5806">
                  <c:v>0.10435533523559599</c:v>
                </c:pt>
                <c:pt idx="5807">
                  <c:v>6.2514543533325348E-2</c:v>
                </c:pt>
                <c:pt idx="5808">
                  <c:v>2.0673751831054701E-2</c:v>
                </c:pt>
                <c:pt idx="5809">
                  <c:v>0.32067489624023399</c:v>
                </c:pt>
                <c:pt idx="5810">
                  <c:v>0.27735829353332497</c:v>
                </c:pt>
                <c:pt idx="5811">
                  <c:v>0.23404169082641599</c:v>
                </c:pt>
                <c:pt idx="5812">
                  <c:v>0.154153347015381</c:v>
                </c:pt>
                <c:pt idx="5813">
                  <c:v>0.17943882942199699</c:v>
                </c:pt>
                <c:pt idx="5814">
                  <c:v>0.204724311828613</c:v>
                </c:pt>
                <c:pt idx="5815">
                  <c:v>7.3119640350341797E-2</c:v>
                </c:pt>
                <c:pt idx="5816">
                  <c:v>2.2498369216918949E-2</c:v>
                </c:pt>
                <c:pt idx="5817">
                  <c:v>-2.8122901916503899E-2</c:v>
                </c:pt>
                <c:pt idx="5818">
                  <c:v>0.41293096542358398</c:v>
                </c:pt>
                <c:pt idx="5819">
                  <c:v>0.36020636558532698</c:v>
                </c:pt>
                <c:pt idx="5820">
                  <c:v>0.30748176574706998</c:v>
                </c:pt>
                <c:pt idx="5821">
                  <c:v>7.5064659118652302E-2</c:v>
                </c:pt>
                <c:pt idx="5822">
                  <c:v>9.4468593597412151E-2</c:v>
                </c:pt>
                <c:pt idx="5823">
                  <c:v>0.113872528076172</c:v>
                </c:pt>
                <c:pt idx="5824">
                  <c:v>0.27889060974121099</c:v>
                </c:pt>
                <c:pt idx="5825">
                  <c:v>0.20531511306762701</c:v>
                </c:pt>
                <c:pt idx="5826">
                  <c:v>0.131739616394043</c:v>
                </c:pt>
                <c:pt idx="5827">
                  <c:v>0.23311090469360399</c:v>
                </c:pt>
                <c:pt idx="5828">
                  <c:v>0.26076078414916998</c:v>
                </c:pt>
                <c:pt idx="5829">
                  <c:v>0.288410663604736</c:v>
                </c:pt>
                <c:pt idx="5830">
                  <c:v>0.324238300323486</c:v>
                </c:pt>
                <c:pt idx="5831">
                  <c:v>0.2381696701049805</c:v>
                </c:pt>
                <c:pt idx="5832">
                  <c:v>0.152101039886475</c:v>
                </c:pt>
                <c:pt idx="5833">
                  <c:v>0.57191944122314498</c:v>
                </c:pt>
                <c:pt idx="5834">
                  <c:v>0.40577721595764199</c:v>
                </c:pt>
                <c:pt idx="5835">
                  <c:v>0.239634990692139</c:v>
                </c:pt>
                <c:pt idx="5836">
                  <c:v>0.157238960266113</c:v>
                </c:pt>
                <c:pt idx="5837">
                  <c:v>0.13810157775878901</c:v>
                </c:pt>
                <c:pt idx="5838">
                  <c:v>0.118964195251465</c:v>
                </c:pt>
                <c:pt idx="5839">
                  <c:v>-3.5471916198730503E-2</c:v>
                </c:pt>
                <c:pt idx="5840">
                  <c:v>-3.4404039382934598E-2</c:v>
                </c:pt>
                <c:pt idx="5841">
                  <c:v>-3.33361625671387E-2</c:v>
                </c:pt>
                <c:pt idx="5842">
                  <c:v>7.8427314758300795E-2</c:v>
                </c:pt>
                <c:pt idx="5843">
                  <c:v>2.260541915893554E-2</c:v>
                </c:pt>
                <c:pt idx="5844">
                  <c:v>-3.3216476440429701E-2</c:v>
                </c:pt>
                <c:pt idx="5845">
                  <c:v>5.3231239318847698E-2</c:v>
                </c:pt>
                <c:pt idx="5846">
                  <c:v>0.1882867813110353</c:v>
                </c:pt>
                <c:pt idx="5847">
                  <c:v>0.32334232330322299</c:v>
                </c:pt>
                <c:pt idx="5848">
                  <c:v>0.44952583312988298</c:v>
                </c:pt>
                <c:pt idx="5849">
                  <c:v>0.2436900138854981</c:v>
                </c:pt>
                <c:pt idx="5850">
                  <c:v>3.7854194641113302E-2</c:v>
                </c:pt>
                <c:pt idx="5851">
                  <c:v>0.239021301269531</c:v>
                </c:pt>
                <c:pt idx="5852">
                  <c:v>0.25639414787292453</c:v>
                </c:pt>
                <c:pt idx="5853">
                  <c:v>0.27376699447631803</c:v>
                </c:pt>
                <c:pt idx="5854">
                  <c:v>0.263751029968262</c:v>
                </c:pt>
                <c:pt idx="5855">
                  <c:v>0.40918898582458502</c:v>
                </c:pt>
                <c:pt idx="5856">
                  <c:v>0.55462694168090798</c:v>
                </c:pt>
                <c:pt idx="5857">
                  <c:v>0.26670169830322299</c:v>
                </c:pt>
                <c:pt idx="5858">
                  <c:v>0.1854836940765385</c:v>
                </c:pt>
                <c:pt idx="5859">
                  <c:v>0.104265689849854</c:v>
                </c:pt>
                <c:pt idx="5860">
                  <c:v>0.21957492828369099</c:v>
                </c:pt>
                <c:pt idx="5861">
                  <c:v>0.23622012138366699</c:v>
                </c:pt>
                <c:pt idx="5862">
                  <c:v>0.25286531448364302</c:v>
                </c:pt>
                <c:pt idx="5863">
                  <c:v>0.16522789001464869</c:v>
                </c:pt>
                <c:pt idx="5864">
                  <c:v>7.7590465545654297E-2</c:v>
                </c:pt>
                <c:pt idx="5865">
                  <c:v>0.145445346832275</c:v>
                </c:pt>
                <c:pt idx="5866">
                  <c:v>0.20516085624694799</c:v>
                </c:pt>
                <c:pt idx="5867">
                  <c:v>0.26487636566162098</c:v>
                </c:pt>
                <c:pt idx="5868">
                  <c:v>0.20227980613708499</c:v>
                </c:pt>
                <c:pt idx="5869">
                  <c:v>0.13968324661254899</c:v>
                </c:pt>
                <c:pt idx="5870">
                  <c:v>0.26932764053344699</c:v>
                </c:pt>
                <c:pt idx="5871">
                  <c:v>0.28688502311706549</c:v>
                </c:pt>
                <c:pt idx="5872">
                  <c:v>0.30444240570068398</c:v>
                </c:pt>
                <c:pt idx="5873">
                  <c:v>0.127439975738525</c:v>
                </c:pt>
                <c:pt idx="5874">
                  <c:v>6.4281940460204884E-2</c:v>
                </c:pt>
                <c:pt idx="5875">
                  <c:v>1.12390518188477E-3</c:v>
                </c:pt>
                <c:pt idx="5876">
                  <c:v>0.49307966232299799</c:v>
                </c:pt>
                <c:pt idx="5877">
                  <c:v>0.412869453430176</c:v>
                </c:pt>
                <c:pt idx="5878">
                  <c:v>0.33265924453735402</c:v>
                </c:pt>
                <c:pt idx="5879">
                  <c:v>0.149339199066162</c:v>
                </c:pt>
                <c:pt idx="5880">
                  <c:v>0.17158484458923351</c:v>
                </c:pt>
                <c:pt idx="5881">
                  <c:v>0.19383049011230499</c:v>
                </c:pt>
                <c:pt idx="5882">
                  <c:v>0.31567049026489302</c:v>
                </c:pt>
                <c:pt idx="5883">
                  <c:v>0.31900048255920449</c:v>
                </c:pt>
                <c:pt idx="5884">
                  <c:v>0.32233047485351601</c:v>
                </c:pt>
                <c:pt idx="5885">
                  <c:v>0.30189704895019498</c:v>
                </c:pt>
                <c:pt idx="5886">
                  <c:v>0.37741351127624501</c:v>
                </c:pt>
                <c:pt idx="5887">
                  <c:v>0.45292997360229498</c:v>
                </c:pt>
                <c:pt idx="5888">
                  <c:v>9.5635414123535198E-2</c:v>
                </c:pt>
                <c:pt idx="5889">
                  <c:v>0.20415687561035159</c:v>
                </c:pt>
                <c:pt idx="5890">
                  <c:v>0.31267833709716802</c:v>
                </c:pt>
                <c:pt idx="5891">
                  <c:v>9.9495887756347698E-2</c:v>
                </c:pt>
                <c:pt idx="5892">
                  <c:v>0.29240584373474132</c:v>
                </c:pt>
                <c:pt idx="5893">
                  <c:v>0.48531579971313499</c:v>
                </c:pt>
                <c:pt idx="5894">
                  <c:v>0.61757850646972701</c:v>
                </c:pt>
                <c:pt idx="5895">
                  <c:v>0.35670447349548362</c:v>
                </c:pt>
                <c:pt idx="5896">
                  <c:v>9.5830440521240207E-2</c:v>
                </c:pt>
                <c:pt idx="5897">
                  <c:v>0.17844629287719699</c:v>
                </c:pt>
                <c:pt idx="5898">
                  <c:v>0.23701500892639149</c:v>
                </c:pt>
                <c:pt idx="5899">
                  <c:v>0.29558372497558599</c:v>
                </c:pt>
                <c:pt idx="5900">
                  <c:v>0.146588325500488</c:v>
                </c:pt>
                <c:pt idx="5901">
                  <c:v>0.23343896865844699</c:v>
                </c:pt>
                <c:pt idx="5902">
                  <c:v>0.32028961181640597</c:v>
                </c:pt>
                <c:pt idx="5903">
                  <c:v>0.474528789520264</c:v>
                </c:pt>
                <c:pt idx="5904">
                  <c:v>0.219075918197632</c:v>
                </c:pt>
                <c:pt idx="5905">
                  <c:v>-3.6376953125E-2</c:v>
                </c:pt>
                <c:pt idx="5906">
                  <c:v>0.24095106124877899</c:v>
                </c:pt>
                <c:pt idx="5907">
                  <c:v>0.17264294624328599</c:v>
                </c:pt>
                <c:pt idx="5908">
                  <c:v>0.104334831237793</c:v>
                </c:pt>
                <c:pt idx="5909">
                  <c:v>0.13337326049804701</c:v>
                </c:pt>
                <c:pt idx="5910">
                  <c:v>4.9203872680664097E-2</c:v>
                </c:pt>
                <c:pt idx="5911">
                  <c:v>-3.4965515136718799E-2</c:v>
                </c:pt>
                <c:pt idx="5912">
                  <c:v>0.47668647766113298</c:v>
                </c:pt>
                <c:pt idx="5913">
                  <c:v>0.50541758537292503</c:v>
                </c:pt>
                <c:pt idx="5914">
                  <c:v>0.53414869308471702</c:v>
                </c:pt>
                <c:pt idx="5915">
                  <c:v>0.56825828552246105</c:v>
                </c:pt>
                <c:pt idx="5916">
                  <c:v>0.36530184745788602</c:v>
                </c:pt>
                <c:pt idx="5917">
                  <c:v>0.16234540939331099</c:v>
                </c:pt>
                <c:pt idx="5918">
                  <c:v>0.17902040481567399</c:v>
                </c:pt>
                <c:pt idx="5919">
                  <c:v>0.25288510322570801</c:v>
                </c:pt>
                <c:pt idx="5920">
                  <c:v>0.32674980163574202</c:v>
                </c:pt>
                <c:pt idx="5921">
                  <c:v>0.16550874710082999</c:v>
                </c:pt>
                <c:pt idx="5922">
                  <c:v>0.34971809387207048</c:v>
                </c:pt>
                <c:pt idx="5923">
                  <c:v>0.53392744064331099</c:v>
                </c:pt>
                <c:pt idx="5924">
                  <c:v>0.58649253845214799</c:v>
                </c:pt>
                <c:pt idx="5925">
                  <c:v>0.58586049079894997</c:v>
                </c:pt>
                <c:pt idx="5926">
                  <c:v>0.58522844314575195</c:v>
                </c:pt>
                <c:pt idx="5927">
                  <c:v>8.8209629058837905E-2</c:v>
                </c:pt>
                <c:pt idx="5928">
                  <c:v>0.100398063659668</c:v>
                </c:pt>
                <c:pt idx="5929">
                  <c:v>0.11258649826049801</c:v>
                </c:pt>
                <c:pt idx="5930">
                  <c:v>8.5225105285644497E-3</c:v>
                </c:pt>
                <c:pt idx="5931">
                  <c:v>7.2291851043701227E-2</c:v>
                </c:pt>
                <c:pt idx="5932">
                  <c:v>0.136061191558838</c:v>
                </c:pt>
                <c:pt idx="5933">
                  <c:v>1.98616981506348E-2</c:v>
                </c:pt>
                <c:pt idx="5934">
                  <c:v>-1.12631320953369E-2</c:v>
                </c:pt>
                <c:pt idx="5935">
                  <c:v>-4.2387962341308601E-2</c:v>
                </c:pt>
                <c:pt idx="5936">
                  <c:v>-3.8989067077636698E-2</c:v>
                </c:pt>
                <c:pt idx="5937">
                  <c:v>-2.6767730712890601E-2</c:v>
                </c:pt>
                <c:pt idx="5938">
                  <c:v>-1.45463943481445E-2</c:v>
                </c:pt>
                <c:pt idx="5939">
                  <c:v>0.54316091537475597</c:v>
                </c:pt>
                <c:pt idx="5940">
                  <c:v>0.46948432922363298</c:v>
                </c:pt>
                <c:pt idx="5941">
                  <c:v>0.39580774307250999</c:v>
                </c:pt>
                <c:pt idx="5942">
                  <c:v>0.26317882537841802</c:v>
                </c:pt>
                <c:pt idx="5943">
                  <c:v>0.38156604766845698</c:v>
                </c:pt>
                <c:pt idx="5944">
                  <c:v>0.49995326995849598</c:v>
                </c:pt>
                <c:pt idx="5945">
                  <c:v>0.11058855056762699</c:v>
                </c:pt>
                <c:pt idx="5946">
                  <c:v>0.1338515281677245</c:v>
                </c:pt>
                <c:pt idx="5947">
                  <c:v>0.15711450576782199</c:v>
                </c:pt>
                <c:pt idx="5948">
                  <c:v>0.31237220764160201</c:v>
                </c:pt>
                <c:pt idx="5949">
                  <c:v>0.33074140548706099</c:v>
                </c:pt>
                <c:pt idx="5950">
                  <c:v>0.34911060333251998</c:v>
                </c:pt>
                <c:pt idx="5951">
                  <c:v>0.31879234313964799</c:v>
                </c:pt>
                <c:pt idx="5952">
                  <c:v>0.43358802795410151</c:v>
                </c:pt>
                <c:pt idx="5953">
                  <c:v>0.54838371276855502</c:v>
                </c:pt>
                <c:pt idx="5954">
                  <c:v>-4.1962623596191399E-2</c:v>
                </c:pt>
                <c:pt idx="5955">
                  <c:v>-6.475687026977546E-3</c:v>
                </c:pt>
                <c:pt idx="5956">
                  <c:v>2.90112495422363E-2</c:v>
                </c:pt>
                <c:pt idx="5957">
                  <c:v>0.27456092834472701</c:v>
                </c:pt>
                <c:pt idx="5958">
                  <c:v>0.27032089233398449</c:v>
                </c:pt>
                <c:pt idx="5959">
                  <c:v>0.26608085632324202</c:v>
                </c:pt>
                <c:pt idx="5960">
                  <c:v>-2.8357982635497998E-2</c:v>
                </c:pt>
                <c:pt idx="5961">
                  <c:v>-3.2990932464599602E-2</c:v>
                </c:pt>
                <c:pt idx="5962">
                  <c:v>-3.76238822937012E-2</c:v>
                </c:pt>
                <c:pt idx="5963">
                  <c:v>0.227044582366943</c:v>
                </c:pt>
                <c:pt idx="5964">
                  <c:v>0.13549828529357891</c:v>
                </c:pt>
                <c:pt idx="5965">
                  <c:v>4.3951988220214802E-2</c:v>
                </c:pt>
                <c:pt idx="5966">
                  <c:v>7.0404529571533203E-2</c:v>
                </c:pt>
                <c:pt idx="5967">
                  <c:v>4.2949438095092753E-2</c:v>
                </c:pt>
                <c:pt idx="5968">
                  <c:v>1.54943466186523E-2</c:v>
                </c:pt>
                <c:pt idx="5969">
                  <c:v>2.3078918457031299E-4</c:v>
                </c:pt>
                <c:pt idx="5970">
                  <c:v>-1.024341583251954E-2</c:v>
                </c:pt>
                <c:pt idx="5971">
                  <c:v>-2.0717620849609399E-2</c:v>
                </c:pt>
                <c:pt idx="5972">
                  <c:v>5.5919647216796903E-2</c:v>
                </c:pt>
                <c:pt idx="5973">
                  <c:v>6.1726570129394531E-3</c:v>
                </c:pt>
                <c:pt idx="5974">
                  <c:v>-4.3574333190918003E-2</c:v>
                </c:pt>
                <c:pt idx="5975">
                  <c:v>0.55609655380249001</c:v>
                </c:pt>
                <c:pt idx="5976">
                  <c:v>0.25785756111145008</c:v>
                </c:pt>
                <c:pt idx="5977">
                  <c:v>-4.0381431579589802E-2</c:v>
                </c:pt>
                <c:pt idx="5978">
                  <c:v>6.9795608520507799E-2</c:v>
                </c:pt>
                <c:pt idx="5979">
                  <c:v>0.1373364925384519</c:v>
                </c:pt>
                <c:pt idx="5980">
                  <c:v>0.20487737655639601</c:v>
                </c:pt>
                <c:pt idx="5981">
                  <c:v>0.63458061218261697</c:v>
                </c:pt>
                <c:pt idx="5982">
                  <c:v>0.369526386260986</c:v>
                </c:pt>
                <c:pt idx="5983">
                  <c:v>0.104472160339355</c:v>
                </c:pt>
                <c:pt idx="5984">
                  <c:v>0.137692451477051</c:v>
                </c:pt>
                <c:pt idx="5985">
                  <c:v>0.20055353641510029</c:v>
                </c:pt>
                <c:pt idx="5986">
                  <c:v>0.26341462135314953</c:v>
                </c:pt>
                <c:pt idx="5987">
                  <c:v>0.604092597961426</c:v>
                </c:pt>
                <c:pt idx="5988">
                  <c:v>0.47294664382934598</c:v>
                </c:pt>
                <c:pt idx="5989">
                  <c:v>0.34180068969726601</c:v>
                </c:pt>
                <c:pt idx="5990">
                  <c:v>0.58470344543456998</c:v>
                </c:pt>
                <c:pt idx="5991">
                  <c:v>0.27649760246276839</c:v>
                </c:pt>
                <c:pt idx="5992">
                  <c:v>-3.1708240509033203E-2</c:v>
                </c:pt>
                <c:pt idx="5993">
                  <c:v>0.20224857330322299</c:v>
                </c:pt>
                <c:pt idx="5994">
                  <c:v>0.19803810119628901</c:v>
                </c:pt>
                <c:pt idx="5995">
                  <c:v>0.193827629089355</c:v>
                </c:pt>
                <c:pt idx="5996">
                  <c:v>0.10101842880249</c:v>
                </c:pt>
                <c:pt idx="5997">
                  <c:v>0.34748482704162598</c:v>
                </c:pt>
                <c:pt idx="5998">
                  <c:v>0.59395122528076205</c:v>
                </c:pt>
                <c:pt idx="5999">
                  <c:v>1.8148216032823981</c:v>
                </c:pt>
                <c:pt idx="6000">
                  <c:v>0.90954655527279082</c:v>
                </c:pt>
                <c:pt idx="6001">
                  <c:v>4.2715072631835903E-3</c:v>
                </c:pt>
                <c:pt idx="6002">
                  <c:v>1.11546516418457E-2</c:v>
                </c:pt>
                <c:pt idx="6003">
                  <c:v>0.15368962287902829</c:v>
                </c:pt>
                <c:pt idx="6004">
                  <c:v>0.29622459411621099</c:v>
                </c:pt>
                <c:pt idx="6005">
                  <c:v>0.13411617279052701</c:v>
                </c:pt>
                <c:pt idx="6006">
                  <c:v>9.9694490432739105E-2</c:v>
                </c:pt>
                <c:pt idx="6007">
                  <c:v>6.52728080749512E-2</c:v>
                </c:pt>
                <c:pt idx="6008">
                  <c:v>2.4172782897949201E-2</c:v>
                </c:pt>
                <c:pt idx="6009">
                  <c:v>6.2930583953857526E-3</c:v>
                </c:pt>
                <c:pt idx="6010">
                  <c:v>-1.15866661071777E-2</c:v>
                </c:pt>
                <c:pt idx="6011">
                  <c:v>0.16755199432373041</c:v>
                </c:pt>
                <c:pt idx="6012">
                  <c:v>0.1854336261749267</c:v>
                </c:pt>
                <c:pt idx="6013">
                  <c:v>0.20331525802612299</c:v>
                </c:pt>
                <c:pt idx="6014">
                  <c:v>0.25149059295654302</c:v>
                </c:pt>
                <c:pt idx="6015">
                  <c:v>0.169893503189087</c:v>
                </c:pt>
                <c:pt idx="6016">
                  <c:v>8.8296413421630901E-2</c:v>
                </c:pt>
                <c:pt idx="6017">
                  <c:v>6.1194896697998047E-2</c:v>
                </c:pt>
                <c:pt idx="6018">
                  <c:v>3.40933799743652E-2</c:v>
                </c:pt>
                <c:pt idx="6019">
                  <c:v>0.16926670074462899</c:v>
                </c:pt>
                <c:pt idx="6020">
                  <c:v>0.163707971572876</c:v>
                </c:pt>
                <c:pt idx="6021">
                  <c:v>0.15814924240112299</c:v>
                </c:pt>
                <c:pt idx="6022">
                  <c:v>0.24102115631103499</c:v>
                </c:pt>
                <c:pt idx="6023">
                  <c:v>0.1070749759674071</c:v>
                </c:pt>
                <c:pt idx="6024">
                  <c:v>-2.68712043762207E-2</c:v>
                </c:pt>
                <c:pt idx="6025">
                  <c:v>0.30777406692504899</c:v>
                </c:pt>
                <c:pt idx="6026">
                  <c:v>1.8305330762156731</c:v>
                </c:pt>
                <c:pt idx="6027">
                  <c:v>0.30860853195190402</c:v>
                </c:pt>
                <c:pt idx="6028">
                  <c:v>0.30713224411010698</c:v>
                </c:pt>
                <c:pt idx="6029">
                  <c:v>0.1899909973144529</c:v>
                </c:pt>
                <c:pt idx="6030">
                  <c:v>7.28497505187988E-2</c:v>
                </c:pt>
                <c:pt idx="6031">
                  <c:v>0.57066631317138705</c:v>
                </c:pt>
                <c:pt idx="6032">
                  <c:v>0.26621842384338401</c:v>
                </c:pt>
                <c:pt idx="6033">
                  <c:v>-3.8229465484619099E-2</c:v>
                </c:pt>
                <c:pt idx="6034">
                  <c:v>4.9393653869628899E-2</c:v>
                </c:pt>
                <c:pt idx="6035">
                  <c:v>6.6494941711425795E-2</c:v>
                </c:pt>
                <c:pt idx="6036">
                  <c:v>8.3596229553222698E-2</c:v>
                </c:pt>
                <c:pt idx="6037">
                  <c:v>0.1718430519104</c:v>
                </c:pt>
                <c:pt idx="6038">
                  <c:v>0.34835934638977051</c:v>
                </c:pt>
                <c:pt idx="6039">
                  <c:v>0.52487564086914096</c:v>
                </c:pt>
                <c:pt idx="6040">
                  <c:v>0.52787113189697299</c:v>
                </c:pt>
                <c:pt idx="6041">
                  <c:v>0.417796850204468</c:v>
                </c:pt>
                <c:pt idx="6042">
                  <c:v>0.307722568511963</c:v>
                </c:pt>
                <c:pt idx="6043">
                  <c:v>5.9458732604980503E-2</c:v>
                </c:pt>
                <c:pt idx="6044">
                  <c:v>3.4060478210449501E-3</c:v>
                </c:pt>
                <c:pt idx="6045">
                  <c:v>-5.2646636962890597E-2</c:v>
                </c:pt>
                <c:pt idx="6046">
                  <c:v>1.8949508666992201E-3</c:v>
                </c:pt>
                <c:pt idx="6047">
                  <c:v>6.9470405578613115E-2</c:v>
                </c:pt>
                <c:pt idx="6048">
                  <c:v>0.13704586029052701</c:v>
                </c:pt>
                <c:pt idx="6049">
                  <c:v>0.31649923324585</c:v>
                </c:pt>
                <c:pt idx="6050">
                  <c:v>0.22172522544860851</c:v>
                </c:pt>
                <c:pt idx="6051">
                  <c:v>0.12695121765136699</c:v>
                </c:pt>
                <c:pt idx="6052">
                  <c:v>0.28791284561157199</c:v>
                </c:pt>
                <c:pt idx="6053">
                  <c:v>0.1155364513397215</c:v>
                </c:pt>
                <c:pt idx="6054">
                  <c:v>-5.6839942932128899E-2</c:v>
                </c:pt>
                <c:pt idx="6055">
                  <c:v>0.17505073547363301</c:v>
                </c:pt>
                <c:pt idx="6056">
                  <c:v>0.31201243400573753</c:v>
                </c:pt>
                <c:pt idx="6057">
                  <c:v>0.44897413253784202</c:v>
                </c:pt>
                <c:pt idx="6058">
                  <c:v>7.2031974792480497E-2</c:v>
                </c:pt>
                <c:pt idx="6059">
                  <c:v>3.9767980575561537E-2</c:v>
                </c:pt>
                <c:pt idx="6060">
                  <c:v>7.5039863586425799E-3</c:v>
                </c:pt>
                <c:pt idx="6061">
                  <c:v>5.6354522705078097E-2</c:v>
                </c:pt>
                <c:pt idx="6062">
                  <c:v>2.2102117538452148E-2</c:v>
                </c:pt>
                <c:pt idx="6063">
                  <c:v>-1.21502876281738E-2</c:v>
                </c:pt>
                <c:pt idx="6064">
                  <c:v>0.25528764724731401</c:v>
                </c:pt>
                <c:pt idx="6065">
                  <c:v>0.16609025001525859</c:v>
                </c:pt>
                <c:pt idx="6066">
                  <c:v>7.6892852783203097E-2</c:v>
                </c:pt>
                <c:pt idx="6067">
                  <c:v>0.34115505218505898</c:v>
                </c:pt>
                <c:pt idx="6068">
                  <c:v>0.32554745674133301</c:v>
                </c:pt>
                <c:pt idx="6069">
                  <c:v>0.30993986129760698</c:v>
                </c:pt>
                <c:pt idx="6070">
                  <c:v>0.61846446990966797</c:v>
                </c:pt>
                <c:pt idx="6071">
                  <c:v>0.43885064125061052</c:v>
                </c:pt>
                <c:pt idx="6072">
                  <c:v>0.25923681259155301</c:v>
                </c:pt>
                <c:pt idx="6073">
                  <c:v>0.31392383575439498</c:v>
                </c:pt>
                <c:pt idx="6074">
                  <c:v>0.35552358627319353</c:v>
                </c:pt>
                <c:pt idx="6075">
                  <c:v>0.39712333679199202</c:v>
                </c:pt>
                <c:pt idx="6076">
                  <c:v>0.29201936721801802</c:v>
                </c:pt>
                <c:pt idx="6077">
                  <c:v>0.20247125625610349</c:v>
                </c:pt>
                <c:pt idx="6078">
                  <c:v>0.112923145294189</c:v>
                </c:pt>
                <c:pt idx="6079">
                  <c:v>0.59419775009155296</c:v>
                </c:pt>
                <c:pt idx="6080">
                  <c:v>0.51162934303283691</c:v>
                </c:pt>
                <c:pt idx="6081">
                  <c:v>0.42906093597412098</c:v>
                </c:pt>
                <c:pt idx="6082">
                  <c:v>0.122767448425293</c:v>
                </c:pt>
                <c:pt idx="6083">
                  <c:v>7.1832180023193401E-2</c:v>
                </c:pt>
                <c:pt idx="6084">
                  <c:v>2.0896911621093799E-2</c:v>
                </c:pt>
                <c:pt idx="6085">
                  <c:v>0.266712665557861</c:v>
                </c:pt>
                <c:pt idx="6086">
                  <c:v>0.25347924232482899</c:v>
                </c:pt>
                <c:pt idx="6087">
                  <c:v>0.24024581909179701</c:v>
                </c:pt>
                <c:pt idx="6088">
                  <c:v>-4.3547630310058601E-2</c:v>
                </c:pt>
                <c:pt idx="6089">
                  <c:v>0.24764609336853019</c:v>
                </c:pt>
                <c:pt idx="6090">
                  <c:v>0.53883981704711903</c:v>
                </c:pt>
                <c:pt idx="6091">
                  <c:v>0.22250604629516599</c:v>
                </c:pt>
                <c:pt idx="6092">
                  <c:v>0.13838887214660639</c:v>
                </c:pt>
                <c:pt idx="6093">
                  <c:v>5.4271697998046903E-2</c:v>
                </c:pt>
                <c:pt idx="6094">
                  <c:v>0.60284662246704102</c:v>
                </c:pt>
                <c:pt idx="6095">
                  <c:v>0.36479401588439953</c:v>
                </c:pt>
                <c:pt idx="6096">
                  <c:v>0.12674140930175801</c:v>
                </c:pt>
                <c:pt idx="6097">
                  <c:v>8.2067012786865207E-2</c:v>
                </c:pt>
                <c:pt idx="6098">
                  <c:v>0.2857792377471926</c:v>
                </c:pt>
                <c:pt idx="6099">
                  <c:v>0.48949146270751998</c:v>
                </c:pt>
                <c:pt idx="6100">
                  <c:v>0.266066074371338</c:v>
                </c:pt>
                <c:pt idx="6101">
                  <c:v>0.27071285247802751</c:v>
                </c:pt>
                <c:pt idx="6102">
                  <c:v>0.27535963058471702</c:v>
                </c:pt>
                <c:pt idx="6103">
                  <c:v>5.13663291931152E-2</c:v>
                </c:pt>
                <c:pt idx="6104">
                  <c:v>0.28009867668151861</c:v>
                </c:pt>
                <c:pt idx="6105">
                  <c:v>0.50883102416992199</c:v>
                </c:pt>
                <c:pt idx="6106">
                  <c:v>0.51135587692260698</c:v>
                </c:pt>
                <c:pt idx="6107">
                  <c:v>0.33767938613891602</c:v>
                </c:pt>
                <c:pt idx="6108">
                  <c:v>0.164002895355225</c:v>
                </c:pt>
                <c:pt idx="6109">
                  <c:v>0.157919406890869</c:v>
                </c:pt>
                <c:pt idx="6110">
                  <c:v>0.16470289230346649</c:v>
                </c:pt>
                <c:pt idx="6111">
                  <c:v>0.17148637771606401</c:v>
                </c:pt>
                <c:pt idx="6112">
                  <c:v>0.56463623046875</c:v>
                </c:pt>
                <c:pt idx="6113">
                  <c:v>0.29961395263671881</c:v>
                </c:pt>
                <c:pt idx="6114">
                  <c:v>3.45916748046875E-2</c:v>
                </c:pt>
                <c:pt idx="6115">
                  <c:v>-4.7745227813720703E-2</c:v>
                </c:pt>
                <c:pt idx="6116">
                  <c:v>1.724958419799798E-3</c:v>
                </c:pt>
                <c:pt idx="6117">
                  <c:v>5.1195144653320299E-2</c:v>
                </c:pt>
                <c:pt idx="6118">
                  <c:v>0.181621074676514</c:v>
                </c:pt>
                <c:pt idx="6119">
                  <c:v>0.31728410720825201</c:v>
                </c:pt>
                <c:pt idx="6120">
                  <c:v>0.45294713973999001</c:v>
                </c:pt>
                <c:pt idx="6121">
                  <c:v>0.27888822555541998</c:v>
                </c:pt>
                <c:pt idx="6122">
                  <c:v>0.1209752559661865</c:v>
                </c:pt>
                <c:pt idx="6123">
                  <c:v>-3.6937713623046903E-2</c:v>
                </c:pt>
                <c:pt idx="6124">
                  <c:v>3.9459228515625E-2</c:v>
                </c:pt>
                <c:pt idx="6125">
                  <c:v>0.12148165702819801</c:v>
                </c:pt>
                <c:pt idx="6126">
                  <c:v>0.20350408554077101</c:v>
                </c:pt>
                <c:pt idx="6127">
                  <c:v>9.4393730163574205E-2</c:v>
                </c:pt>
                <c:pt idx="6128">
                  <c:v>5.8700084686279297E-2</c:v>
                </c:pt>
                <c:pt idx="6129">
                  <c:v>2.3006439208984399E-2</c:v>
                </c:pt>
                <c:pt idx="6130">
                  <c:v>-4.3533802032470703E-2</c:v>
                </c:pt>
                <c:pt idx="6131">
                  <c:v>0.1106271743774417</c:v>
                </c:pt>
                <c:pt idx="6132">
                  <c:v>0.26478815078735402</c:v>
                </c:pt>
                <c:pt idx="6133">
                  <c:v>0.281535625457764</c:v>
                </c:pt>
                <c:pt idx="6134">
                  <c:v>0.293803691864014</c:v>
                </c:pt>
                <c:pt idx="6135">
                  <c:v>0.306071758270264</c:v>
                </c:pt>
                <c:pt idx="6136">
                  <c:v>0.13833665847778301</c:v>
                </c:pt>
                <c:pt idx="6137">
                  <c:v>0.1070420742034911</c:v>
                </c:pt>
                <c:pt idx="6138">
                  <c:v>7.5747489929199205E-2</c:v>
                </c:pt>
                <c:pt idx="6139">
                  <c:v>0.253616333007813</c:v>
                </c:pt>
                <c:pt idx="6140">
                  <c:v>0.27089023590087902</c:v>
                </c:pt>
                <c:pt idx="6141">
                  <c:v>0.28816413879394498</c:v>
                </c:pt>
                <c:pt idx="6142">
                  <c:v>0.114764213562012</c:v>
                </c:pt>
                <c:pt idx="6143">
                  <c:v>0.2136826515197755</c:v>
                </c:pt>
                <c:pt idx="6144">
                  <c:v>0.31260108947753901</c:v>
                </c:pt>
                <c:pt idx="6145">
                  <c:v>2.2845745086669901E-2</c:v>
                </c:pt>
                <c:pt idx="6146">
                  <c:v>0.1191866397857665</c:v>
                </c:pt>
                <c:pt idx="6147">
                  <c:v>0.215527534484863</c:v>
                </c:pt>
                <c:pt idx="6148">
                  <c:v>0.277041435241699</c:v>
                </c:pt>
                <c:pt idx="6149">
                  <c:v>0.13571166992187489</c:v>
                </c:pt>
                <c:pt idx="6150">
                  <c:v>-5.6180953979492196E-3</c:v>
                </c:pt>
                <c:pt idx="6151">
                  <c:v>0.28935861587524397</c:v>
                </c:pt>
                <c:pt idx="6152">
                  <c:v>0.20446658134460449</c:v>
                </c:pt>
                <c:pt idx="6153">
                  <c:v>0.119574546813965</c:v>
                </c:pt>
                <c:pt idx="6154">
                  <c:v>0.39449596405029302</c:v>
                </c:pt>
                <c:pt idx="6155">
                  <c:v>0.29898548126220698</c:v>
                </c:pt>
                <c:pt idx="6156">
                  <c:v>0.20347499847412101</c:v>
                </c:pt>
                <c:pt idx="6157">
                  <c:v>0.33378076553344699</c:v>
                </c:pt>
                <c:pt idx="6158">
                  <c:v>0.33602046966552701</c:v>
                </c:pt>
                <c:pt idx="6159">
                  <c:v>0.33826017379760698</c:v>
                </c:pt>
                <c:pt idx="6160">
                  <c:v>-4.1836261749267599E-2</c:v>
                </c:pt>
                <c:pt idx="6161">
                  <c:v>8.7644100189209179E-2</c:v>
                </c:pt>
                <c:pt idx="6162">
                  <c:v>0.21712446212768599</c:v>
                </c:pt>
                <c:pt idx="6163">
                  <c:v>0.13254356384277299</c:v>
                </c:pt>
                <c:pt idx="6164">
                  <c:v>0.1297433376312255</c:v>
                </c:pt>
                <c:pt idx="6165">
                  <c:v>0.12694311141967801</c:v>
                </c:pt>
                <c:pt idx="6166">
                  <c:v>-2.3568153381347701E-2</c:v>
                </c:pt>
                <c:pt idx="6167">
                  <c:v>0.12653708457946761</c:v>
                </c:pt>
                <c:pt idx="6168">
                  <c:v>0.27664232254028298</c:v>
                </c:pt>
                <c:pt idx="6169">
                  <c:v>-1.7653465270996101E-2</c:v>
                </c:pt>
                <c:pt idx="6170">
                  <c:v>8.0154180526733454E-2</c:v>
                </c:pt>
                <c:pt idx="6171">
                  <c:v>0.177961826324463</c:v>
                </c:pt>
                <c:pt idx="6172">
                  <c:v>-2.4315357208252002E-2</c:v>
                </c:pt>
                <c:pt idx="6173">
                  <c:v>6.7809581756591991E-2</c:v>
                </c:pt>
                <c:pt idx="6174">
                  <c:v>0.15993452072143599</c:v>
                </c:pt>
                <c:pt idx="6175">
                  <c:v>-4.65502738952637E-2</c:v>
                </c:pt>
                <c:pt idx="6176">
                  <c:v>0.1059384346008302</c:v>
                </c:pt>
                <c:pt idx="6177">
                  <c:v>0.25842714309692399</c:v>
                </c:pt>
                <c:pt idx="6178">
                  <c:v>-1.45101547241211E-3</c:v>
                </c:pt>
                <c:pt idx="6179">
                  <c:v>0.31017065048217801</c:v>
                </c:pt>
                <c:pt idx="6180">
                  <c:v>0.62179231643676802</c:v>
                </c:pt>
                <c:pt idx="6181">
                  <c:v>0.20250940322875999</c:v>
                </c:pt>
                <c:pt idx="6182">
                  <c:v>0.1381049156188966</c:v>
                </c:pt>
                <c:pt idx="6183">
                  <c:v>7.3700428009033203E-2</c:v>
                </c:pt>
                <c:pt idx="6184">
                  <c:v>0.15666532516479501</c:v>
                </c:pt>
                <c:pt idx="6185">
                  <c:v>7.8324079513549846E-2</c:v>
                </c:pt>
                <c:pt idx="6186">
                  <c:v>-1.71661376953125E-5</c:v>
                </c:pt>
                <c:pt idx="6187">
                  <c:v>0.124777317047119</c:v>
                </c:pt>
                <c:pt idx="6188">
                  <c:v>0.19319128990173351</c:v>
                </c:pt>
                <c:pt idx="6189">
                  <c:v>0.26160526275634799</c:v>
                </c:pt>
                <c:pt idx="6190">
                  <c:v>0.17398405075073201</c:v>
                </c:pt>
                <c:pt idx="6191">
                  <c:v>0.40612673759460449</c:v>
                </c:pt>
                <c:pt idx="6192">
                  <c:v>0.63826942443847701</c:v>
                </c:pt>
                <c:pt idx="6193">
                  <c:v>-2.8927326202392599E-2</c:v>
                </c:pt>
                <c:pt idx="6194">
                  <c:v>0.16611909866333019</c:v>
                </c:pt>
                <c:pt idx="6195">
                  <c:v>0.36116552352905301</c:v>
                </c:pt>
                <c:pt idx="6196">
                  <c:v>0.62822151184081998</c:v>
                </c:pt>
                <c:pt idx="6197">
                  <c:v>0.62889552116394043</c:v>
                </c:pt>
                <c:pt idx="6198">
                  <c:v>0.62956953048706099</c:v>
                </c:pt>
                <c:pt idx="6199">
                  <c:v>-1.14593505859375E-2</c:v>
                </c:pt>
                <c:pt idx="6200">
                  <c:v>0.25887107849121083</c:v>
                </c:pt>
                <c:pt idx="6201">
                  <c:v>0.52920150756835904</c:v>
                </c:pt>
                <c:pt idx="6202">
                  <c:v>-2.1980762481689502E-2</c:v>
                </c:pt>
                <c:pt idx="6203">
                  <c:v>-8.6283683776855712E-3</c:v>
                </c:pt>
                <c:pt idx="6204">
                  <c:v>4.7240257263183602E-3</c:v>
                </c:pt>
                <c:pt idx="6205">
                  <c:v>-1.48119926452637E-2</c:v>
                </c:pt>
                <c:pt idx="6206">
                  <c:v>3.411626815795895E-2</c:v>
                </c:pt>
                <c:pt idx="6207">
                  <c:v>8.3044528961181599E-2</c:v>
                </c:pt>
                <c:pt idx="6208">
                  <c:v>6.1773777008056599E-2</c:v>
                </c:pt>
                <c:pt idx="6209">
                  <c:v>0.1321308612823488</c:v>
                </c:pt>
                <c:pt idx="6210">
                  <c:v>0.20248794555664101</c:v>
                </c:pt>
                <c:pt idx="6211">
                  <c:v>0.1927163600921635</c:v>
                </c:pt>
                <c:pt idx="6212">
                  <c:v>0.18294477462768599</c:v>
                </c:pt>
                <c:pt idx="6213">
                  <c:v>0.30772066116333002</c:v>
                </c:pt>
                <c:pt idx="6214">
                  <c:v>0.46084046363830561</c:v>
                </c:pt>
                <c:pt idx="6215">
                  <c:v>0.61396026611328103</c:v>
                </c:pt>
                <c:pt idx="6216">
                  <c:v>-3.8846969604492201E-2</c:v>
                </c:pt>
                <c:pt idx="6217">
                  <c:v>-4.5725345611572252E-2</c:v>
                </c:pt>
                <c:pt idx="6218">
                  <c:v>-5.2603721618652302E-2</c:v>
                </c:pt>
                <c:pt idx="6219">
                  <c:v>-1.50346755981445E-2</c:v>
                </c:pt>
                <c:pt idx="6220">
                  <c:v>0.16906476020812969</c:v>
                </c:pt>
                <c:pt idx="6221">
                  <c:v>0.35316419601440402</c:v>
                </c:pt>
                <c:pt idx="6222">
                  <c:v>0.56755256652831998</c:v>
                </c:pt>
                <c:pt idx="6223">
                  <c:v>0.33241200447082497</c:v>
                </c:pt>
                <c:pt idx="6224">
                  <c:v>9.7271442413330106E-2</c:v>
                </c:pt>
                <c:pt idx="6225">
                  <c:v>0.185833930969238</c:v>
                </c:pt>
                <c:pt idx="6226">
                  <c:v>0.13039946556091289</c:v>
                </c:pt>
                <c:pt idx="6227">
                  <c:v>7.4965000152587905E-2</c:v>
                </c:pt>
                <c:pt idx="6228">
                  <c:v>7.3626518249511705E-2</c:v>
                </c:pt>
                <c:pt idx="6229">
                  <c:v>0.1421582698822024</c:v>
                </c:pt>
                <c:pt idx="6230">
                  <c:v>0.21069002151489299</c:v>
                </c:pt>
                <c:pt idx="6231">
                  <c:v>0.21667575836181599</c:v>
                </c:pt>
                <c:pt idx="6232">
                  <c:v>0.204308986663818</c:v>
                </c:pt>
                <c:pt idx="6233">
                  <c:v>0.19194221496582001</c:v>
                </c:pt>
                <c:pt idx="6234">
                  <c:v>0.34719371795654302</c:v>
                </c:pt>
                <c:pt idx="6235">
                  <c:v>0.2335169315338135</c:v>
                </c:pt>
                <c:pt idx="6236">
                  <c:v>0.119840145111084</c:v>
                </c:pt>
                <c:pt idx="6237">
                  <c:v>7.5433731079101604E-2</c:v>
                </c:pt>
                <c:pt idx="6238">
                  <c:v>9.8757505416870311E-2</c:v>
                </c:pt>
                <c:pt idx="6239">
                  <c:v>0.122081279754639</c:v>
                </c:pt>
                <c:pt idx="6240">
                  <c:v>0.23559904098510701</c:v>
                </c:pt>
                <c:pt idx="6241">
                  <c:v>0.184568881988525</c:v>
                </c:pt>
                <c:pt idx="6242">
                  <c:v>0.133538722991943</c:v>
                </c:pt>
                <c:pt idx="6243">
                  <c:v>1.56646921634674</c:v>
                </c:pt>
                <c:pt idx="6244">
                  <c:v>1.734639181507577</c:v>
                </c:pt>
                <c:pt idx="6245">
                  <c:v>1.76626166343689</c:v>
                </c:pt>
                <c:pt idx="6246">
                  <c:v>1.8562957833841891</c:v>
                </c:pt>
                <c:pt idx="6247">
                  <c:v>1.7844966951307359</c:v>
                </c:pt>
                <c:pt idx="6248">
                  <c:v>0.21105384826660201</c:v>
                </c:pt>
                <c:pt idx="6249">
                  <c:v>0.63259935379028298</c:v>
                </c:pt>
                <c:pt idx="6250">
                  <c:v>0.57526493072509743</c:v>
                </c:pt>
                <c:pt idx="6251">
                  <c:v>0.517930507659912</c:v>
                </c:pt>
                <c:pt idx="6252">
                  <c:v>0.64931201934814498</c:v>
                </c:pt>
                <c:pt idx="6253">
                  <c:v>0.50996899604797397</c:v>
                </c:pt>
                <c:pt idx="6254">
                  <c:v>0.37062597274780301</c:v>
                </c:pt>
                <c:pt idx="6255">
                  <c:v>0.262757778167725</c:v>
                </c:pt>
                <c:pt idx="6256">
                  <c:v>0.33332872390747098</c:v>
                </c:pt>
                <c:pt idx="6257">
                  <c:v>0.40389966964721702</c:v>
                </c:pt>
                <c:pt idx="6258">
                  <c:v>-4.3767929077148403E-2</c:v>
                </c:pt>
                <c:pt idx="6259">
                  <c:v>0.16832351684570329</c:v>
                </c:pt>
                <c:pt idx="6260">
                  <c:v>0.38041496276855502</c:v>
                </c:pt>
                <c:pt idx="6261">
                  <c:v>0.38562631607055697</c:v>
                </c:pt>
                <c:pt idx="6262">
                  <c:v>0.40617108345031749</c:v>
                </c:pt>
                <c:pt idx="6263">
                  <c:v>0.42671585083007801</c:v>
                </c:pt>
                <c:pt idx="6264">
                  <c:v>0.12629222869873</c:v>
                </c:pt>
                <c:pt idx="6265">
                  <c:v>4.8202991485595453E-2</c:v>
                </c:pt>
                <c:pt idx="6266">
                  <c:v>-2.9886245727539101E-2</c:v>
                </c:pt>
                <c:pt idx="6267">
                  <c:v>0.303025722503662</c:v>
                </c:pt>
                <c:pt idx="6268">
                  <c:v>1.763439798355102</c:v>
                </c:pt>
                <c:pt idx="6269">
                  <c:v>1.890204819765958</c:v>
                </c:pt>
                <c:pt idx="6270">
                  <c:v>1.8232681537285831</c:v>
                </c:pt>
                <c:pt idx="6271">
                  <c:v>1.021465410024692</c:v>
                </c:pt>
                <c:pt idx="6272">
                  <c:v>0.219662666320801</c:v>
                </c:pt>
                <c:pt idx="6273">
                  <c:v>-4.4146537780761698E-2</c:v>
                </c:pt>
                <c:pt idx="6274">
                  <c:v>8.3376169204712164E-2</c:v>
                </c:pt>
                <c:pt idx="6275">
                  <c:v>0.21089887619018599</c:v>
                </c:pt>
                <c:pt idx="6276">
                  <c:v>0.38936328887939498</c:v>
                </c:pt>
                <c:pt idx="6277">
                  <c:v>0.50521755218505904</c:v>
                </c:pt>
                <c:pt idx="6278">
                  <c:v>0.62107181549072299</c:v>
                </c:pt>
                <c:pt idx="6279">
                  <c:v>0.134381294250488</c:v>
                </c:pt>
                <c:pt idx="6280">
                  <c:v>0.21940922737121549</c:v>
                </c:pt>
                <c:pt idx="6281">
                  <c:v>0.30443716049194303</c:v>
                </c:pt>
                <c:pt idx="6282">
                  <c:v>4.1831970214843799E-2</c:v>
                </c:pt>
                <c:pt idx="6283">
                  <c:v>0.1234619617462159</c:v>
                </c:pt>
                <c:pt idx="6284">
                  <c:v>0.205091953277588</c:v>
                </c:pt>
                <c:pt idx="6285">
                  <c:v>0.46829891204834001</c:v>
                </c:pt>
                <c:pt idx="6286">
                  <c:v>0.25135684013366699</c:v>
                </c:pt>
                <c:pt idx="6287">
                  <c:v>3.4414768218994099E-2</c:v>
                </c:pt>
                <c:pt idx="6288">
                  <c:v>0.16770410537719699</c:v>
                </c:pt>
                <c:pt idx="6289">
                  <c:v>0.16658520698547349</c:v>
                </c:pt>
                <c:pt idx="6290">
                  <c:v>0.16546630859375</c:v>
                </c:pt>
                <c:pt idx="6291">
                  <c:v>2.6273250579834002E-2</c:v>
                </c:pt>
                <c:pt idx="6292">
                  <c:v>5.5543661117553697E-2</c:v>
                </c:pt>
                <c:pt idx="6293">
                  <c:v>8.4814071655273396E-2</c:v>
                </c:pt>
                <c:pt idx="6294">
                  <c:v>0.28063631057739302</c:v>
                </c:pt>
                <c:pt idx="6295">
                  <c:v>0.1151897907257082</c:v>
                </c:pt>
                <c:pt idx="6296">
                  <c:v>-5.0256729125976597E-2</c:v>
                </c:pt>
                <c:pt idx="6297">
                  <c:v>7.3589324951171903E-2</c:v>
                </c:pt>
                <c:pt idx="6298">
                  <c:v>0.1248052120208739</c:v>
                </c:pt>
                <c:pt idx="6299">
                  <c:v>0.17602109909057601</c:v>
                </c:pt>
                <c:pt idx="6300">
                  <c:v>0.24687242507934601</c:v>
                </c:pt>
                <c:pt idx="6301">
                  <c:v>0.19846916198730499</c:v>
                </c:pt>
                <c:pt idx="6302">
                  <c:v>0.150065898895264</c:v>
                </c:pt>
                <c:pt idx="6303">
                  <c:v>1.2739658355712899E-2</c:v>
                </c:pt>
                <c:pt idx="6304">
                  <c:v>6.4904689788818443E-2</c:v>
                </c:pt>
                <c:pt idx="6305">
                  <c:v>0.11706972122192399</c:v>
                </c:pt>
                <c:pt idx="6306">
                  <c:v>0.32316970825195301</c:v>
                </c:pt>
                <c:pt idx="6307">
                  <c:v>0.39021134376525851</c:v>
                </c:pt>
                <c:pt idx="6308">
                  <c:v>0.45725297927856401</c:v>
                </c:pt>
                <c:pt idx="6309">
                  <c:v>0.61991596221923795</c:v>
                </c:pt>
                <c:pt idx="6310">
                  <c:v>0.41970634460449202</c:v>
                </c:pt>
                <c:pt idx="6311">
                  <c:v>0.21949672698974601</c:v>
                </c:pt>
                <c:pt idx="6312">
                  <c:v>0.17739915847778301</c:v>
                </c:pt>
                <c:pt idx="6313">
                  <c:v>8.7669372558593653E-2</c:v>
                </c:pt>
                <c:pt idx="6314">
                  <c:v>-2.0604133605957001E-3</c:v>
                </c:pt>
                <c:pt idx="6315">
                  <c:v>0.113078594207764</c:v>
                </c:pt>
                <c:pt idx="6316">
                  <c:v>0.22334957122802751</c:v>
                </c:pt>
                <c:pt idx="6317">
                  <c:v>0.33362054824829102</c:v>
                </c:pt>
                <c:pt idx="6318">
                  <c:v>0.16686964035034199</c:v>
                </c:pt>
                <c:pt idx="6319">
                  <c:v>0.36598300933837902</c:v>
                </c:pt>
                <c:pt idx="6320">
                  <c:v>0.56509637832641602</c:v>
                </c:pt>
                <c:pt idx="6321">
                  <c:v>-3.8934230804443401E-2</c:v>
                </c:pt>
                <c:pt idx="6322">
                  <c:v>8.8556051254272308E-2</c:v>
                </c:pt>
                <c:pt idx="6323">
                  <c:v>0.216046333312988</c:v>
                </c:pt>
                <c:pt idx="6324">
                  <c:v>0.125874519348145</c:v>
                </c:pt>
                <c:pt idx="6325">
                  <c:v>0.35722160339355502</c:v>
                </c:pt>
                <c:pt idx="6326">
                  <c:v>0.58856868743896495</c:v>
                </c:pt>
                <c:pt idx="6327">
                  <c:v>0.166613578796387</c:v>
                </c:pt>
                <c:pt idx="6328">
                  <c:v>0.38568019866943348</c:v>
                </c:pt>
                <c:pt idx="6329">
                  <c:v>0.60474681854248002</c:v>
                </c:pt>
                <c:pt idx="6330">
                  <c:v>0.40805482864379899</c:v>
                </c:pt>
                <c:pt idx="6331">
                  <c:v>0.26026105880737299</c:v>
                </c:pt>
                <c:pt idx="6332">
                  <c:v>0.112467288970947</c:v>
                </c:pt>
                <c:pt idx="6333">
                  <c:v>-3.87988090515137E-2</c:v>
                </c:pt>
                <c:pt idx="6334">
                  <c:v>0.1409058570861817</c:v>
                </c:pt>
                <c:pt idx="6335">
                  <c:v>0.32061052322387701</c:v>
                </c:pt>
                <c:pt idx="6336">
                  <c:v>0.56836986541748002</c:v>
                </c:pt>
                <c:pt idx="6337">
                  <c:v>0.3850374221801755</c:v>
                </c:pt>
                <c:pt idx="6338">
                  <c:v>0.20170497894287101</c:v>
                </c:pt>
                <c:pt idx="6339">
                  <c:v>0.22072219848632799</c:v>
                </c:pt>
                <c:pt idx="6340">
                  <c:v>0.39637780189514149</c:v>
                </c:pt>
                <c:pt idx="6341">
                  <c:v>0.57203340530395497</c:v>
                </c:pt>
                <c:pt idx="6342">
                  <c:v>0.29898452758789101</c:v>
                </c:pt>
                <c:pt idx="6343">
                  <c:v>0.21486330032348649</c:v>
                </c:pt>
                <c:pt idx="6344">
                  <c:v>0.130742073059082</c:v>
                </c:pt>
                <c:pt idx="6345">
                  <c:v>-2.0532608032226602E-3</c:v>
                </c:pt>
                <c:pt idx="6346">
                  <c:v>4.9641847610473668E-2</c:v>
                </c:pt>
                <c:pt idx="6347">
                  <c:v>0.10133695602417001</c:v>
                </c:pt>
                <c:pt idx="6348">
                  <c:v>0.52125787734985396</c:v>
                </c:pt>
                <c:pt idx="6349">
                  <c:v>0.33465957641601601</c:v>
                </c:pt>
                <c:pt idx="6350">
                  <c:v>0.14806127548217801</c:v>
                </c:pt>
                <c:pt idx="6351">
                  <c:v>0.60281324386596702</c:v>
                </c:pt>
                <c:pt idx="6352">
                  <c:v>0.53854584693908703</c:v>
                </c:pt>
                <c:pt idx="6353">
                  <c:v>0.47427845001220698</c:v>
                </c:pt>
                <c:pt idx="6354">
                  <c:v>0.48670578002929699</c:v>
                </c:pt>
                <c:pt idx="6355">
                  <c:v>0.32071423530578602</c:v>
                </c:pt>
                <c:pt idx="6356">
                  <c:v>0.154722690582275</c:v>
                </c:pt>
                <c:pt idx="6357">
                  <c:v>0.53445291519164995</c:v>
                </c:pt>
                <c:pt idx="6358">
                  <c:v>0.41947269439697238</c:v>
                </c:pt>
                <c:pt idx="6359">
                  <c:v>0.30449247360229498</c:v>
                </c:pt>
                <c:pt idx="6360">
                  <c:v>0.14445161819457999</c:v>
                </c:pt>
                <c:pt idx="6361">
                  <c:v>0.22912406921386699</c:v>
                </c:pt>
                <c:pt idx="6362">
                  <c:v>0.31379652023315402</c:v>
                </c:pt>
                <c:pt idx="6363">
                  <c:v>0.20614194869995101</c:v>
                </c:pt>
                <c:pt idx="6364">
                  <c:v>0.14590311050415031</c:v>
                </c:pt>
                <c:pt idx="6365">
                  <c:v>8.5664272308349595E-2</c:v>
                </c:pt>
                <c:pt idx="6366">
                  <c:v>0.26909208297729498</c:v>
                </c:pt>
                <c:pt idx="6367">
                  <c:v>0.32216739654540999</c:v>
                </c:pt>
                <c:pt idx="6368">
                  <c:v>0.375242710113525</c:v>
                </c:pt>
                <c:pt idx="6369">
                  <c:v>0.110576629638672</c:v>
                </c:pt>
                <c:pt idx="6370">
                  <c:v>0.2046799659729005</c:v>
                </c:pt>
                <c:pt idx="6371">
                  <c:v>0.29878330230712902</c:v>
                </c:pt>
                <c:pt idx="6372">
                  <c:v>0.31838321685790999</c:v>
                </c:pt>
                <c:pt idx="6373">
                  <c:v>0.33718276023864752</c:v>
                </c:pt>
                <c:pt idx="6374">
                  <c:v>0.35598230361938499</c:v>
                </c:pt>
                <c:pt idx="6375">
                  <c:v>0.26705360412597701</c:v>
                </c:pt>
                <c:pt idx="6376">
                  <c:v>0.25812649726867698</c:v>
                </c:pt>
                <c:pt idx="6377">
                  <c:v>0.24919939041137701</c:v>
                </c:pt>
                <c:pt idx="6378">
                  <c:v>0.14882135391235399</c:v>
                </c:pt>
                <c:pt idx="6379">
                  <c:v>0.201946020126343</c:v>
                </c:pt>
                <c:pt idx="6380">
                  <c:v>0.25507068634033198</c:v>
                </c:pt>
                <c:pt idx="6381">
                  <c:v>0.15828943252563499</c:v>
                </c:pt>
                <c:pt idx="6382">
                  <c:v>0.18795585632324249</c:v>
                </c:pt>
                <c:pt idx="6383">
                  <c:v>0.21762228012085</c:v>
                </c:pt>
                <c:pt idx="6384">
                  <c:v>0.48211765289306602</c:v>
                </c:pt>
                <c:pt idx="6385">
                  <c:v>0.2786295413970945</c:v>
                </c:pt>
                <c:pt idx="6386">
                  <c:v>7.5141429901123005E-2</c:v>
                </c:pt>
                <c:pt idx="6387">
                  <c:v>9.1412544250488295E-2</c:v>
                </c:pt>
                <c:pt idx="6388">
                  <c:v>4.8673868179321303E-2</c:v>
                </c:pt>
                <c:pt idx="6389">
                  <c:v>5.9351921081543003E-3</c:v>
                </c:pt>
                <c:pt idx="6390">
                  <c:v>0.10363435745239299</c:v>
                </c:pt>
                <c:pt idx="6391">
                  <c:v>0.1696784496307375</c:v>
                </c:pt>
                <c:pt idx="6392">
                  <c:v>0.235722541809082</c:v>
                </c:pt>
                <c:pt idx="6393">
                  <c:v>0.325726509094238</c:v>
                </c:pt>
                <c:pt idx="6394">
                  <c:v>0.225567817687988</c:v>
                </c:pt>
                <c:pt idx="6395">
                  <c:v>0.125409126281738</c:v>
                </c:pt>
                <c:pt idx="6396">
                  <c:v>9.8106384277343806E-2</c:v>
                </c:pt>
                <c:pt idx="6397">
                  <c:v>0.2117092609405519</c:v>
                </c:pt>
                <c:pt idx="6398">
                  <c:v>0.32531213760375999</c:v>
                </c:pt>
                <c:pt idx="6399">
                  <c:v>4.2815208435058602E-3</c:v>
                </c:pt>
                <c:pt idx="6400">
                  <c:v>0.25584959983825689</c:v>
                </c:pt>
                <c:pt idx="6401">
                  <c:v>0.50741767883300803</c:v>
                </c:pt>
                <c:pt idx="6402">
                  <c:v>0.19560289382934601</c:v>
                </c:pt>
                <c:pt idx="6403">
                  <c:v>0.23456621170043951</c:v>
                </c:pt>
                <c:pt idx="6404">
                  <c:v>0.27352952957153298</c:v>
                </c:pt>
                <c:pt idx="6405">
                  <c:v>0.28202056884765597</c:v>
                </c:pt>
                <c:pt idx="6406">
                  <c:v>0.29051160812377902</c:v>
                </c:pt>
                <c:pt idx="6407">
                  <c:v>0.422225952148438</c:v>
                </c:pt>
                <c:pt idx="6408">
                  <c:v>0.19081211090087921</c:v>
                </c:pt>
                <c:pt idx="6409">
                  <c:v>-4.0601730346679701E-2</c:v>
                </c:pt>
                <c:pt idx="6410">
                  <c:v>0.125506401062012</c:v>
                </c:pt>
                <c:pt idx="6411">
                  <c:v>0.1721220016479495</c:v>
                </c:pt>
                <c:pt idx="6412">
                  <c:v>0.218737602233887</c:v>
                </c:pt>
                <c:pt idx="6413">
                  <c:v>-3.1574249267578097E-2</c:v>
                </c:pt>
                <c:pt idx="6414">
                  <c:v>4.2901515960693443E-2</c:v>
                </c:pt>
                <c:pt idx="6415">
                  <c:v>0.117377281188965</c:v>
                </c:pt>
                <c:pt idx="6416">
                  <c:v>0.210102558135986</c:v>
                </c:pt>
                <c:pt idx="6417">
                  <c:v>0.175965070724487</c:v>
                </c:pt>
                <c:pt idx="6418">
                  <c:v>0.141827583312988</c:v>
                </c:pt>
                <c:pt idx="6419">
                  <c:v>6.6860198974609403E-2</c:v>
                </c:pt>
                <c:pt idx="6420">
                  <c:v>8.4316253662109208E-2</c:v>
                </c:pt>
                <c:pt idx="6421">
                  <c:v>0.101772308349609</c:v>
                </c:pt>
                <c:pt idx="6422">
                  <c:v>0.27333831787109403</c:v>
                </c:pt>
                <c:pt idx="6423">
                  <c:v>0.3010988235473635</c:v>
                </c:pt>
                <c:pt idx="6424">
                  <c:v>0.32885932922363298</c:v>
                </c:pt>
                <c:pt idx="6425">
                  <c:v>0.53974342346191395</c:v>
                </c:pt>
                <c:pt idx="6426">
                  <c:v>0.36453843116760248</c:v>
                </c:pt>
                <c:pt idx="6427">
                  <c:v>0.18933343887329099</c:v>
                </c:pt>
                <c:pt idx="6428">
                  <c:v>0.13517665863037101</c:v>
                </c:pt>
                <c:pt idx="6429">
                  <c:v>6.5659046173095661E-2</c:v>
                </c:pt>
                <c:pt idx="6430">
                  <c:v>-3.8585662841796901E-3</c:v>
                </c:pt>
                <c:pt idx="6431">
                  <c:v>0.156732082366943</c:v>
                </c:pt>
                <c:pt idx="6432">
                  <c:v>0.13234186172485349</c:v>
                </c:pt>
                <c:pt idx="6433">
                  <c:v>0.107951641082764</c:v>
                </c:pt>
                <c:pt idx="6434">
                  <c:v>0.28640556335449202</c:v>
                </c:pt>
                <c:pt idx="6435">
                  <c:v>0.1247210502624511</c:v>
                </c:pt>
                <c:pt idx="6436">
                  <c:v>-3.6963462829589802E-2</c:v>
                </c:pt>
                <c:pt idx="6437">
                  <c:v>0.22136020660400399</c:v>
                </c:pt>
                <c:pt idx="6438">
                  <c:v>0.23114514350891099</c:v>
                </c:pt>
                <c:pt idx="6439">
                  <c:v>0.240930080413818</c:v>
                </c:pt>
                <c:pt idx="6440">
                  <c:v>-4.0327072143554701E-2</c:v>
                </c:pt>
                <c:pt idx="6441">
                  <c:v>0.12650513648986819</c:v>
                </c:pt>
                <c:pt idx="6442">
                  <c:v>0.29333734512329102</c:v>
                </c:pt>
                <c:pt idx="6443">
                  <c:v>0.237379550933838</c:v>
                </c:pt>
                <c:pt idx="6444">
                  <c:v>0.34529876708984403</c:v>
                </c:pt>
                <c:pt idx="6445">
                  <c:v>0.45321798324585</c:v>
                </c:pt>
                <c:pt idx="6446">
                  <c:v>0.49881076812744102</c:v>
                </c:pt>
                <c:pt idx="6447">
                  <c:v>0.305239677429199</c:v>
                </c:pt>
                <c:pt idx="6448">
                  <c:v>0.111668586730957</c:v>
                </c:pt>
                <c:pt idx="6449">
                  <c:v>0.15442705154418901</c:v>
                </c:pt>
                <c:pt idx="6450">
                  <c:v>0.38058519363403298</c:v>
                </c:pt>
                <c:pt idx="6451">
                  <c:v>0.60674333572387695</c:v>
                </c:pt>
                <c:pt idx="6452">
                  <c:v>0.103965759277344</c:v>
                </c:pt>
                <c:pt idx="6453">
                  <c:v>0.20741701126098649</c:v>
                </c:pt>
                <c:pt idx="6454">
                  <c:v>0.31086826324462902</c:v>
                </c:pt>
                <c:pt idx="6455">
                  <c:v>0.12325859069824199</c:v>
                </c:pt>
                <c:pt idx="6456">
                  <c:v>0.2079126834869385</c:v>
                </c:pt>
                <c:pt idx="6457">
                  <c:v>0.29256677627563499</c:v>
                </c:pt>
                <c:pt idx="6458">
                  <c:v>8.5704803466796903E-2</c:v>
                </c:pt>
                <c:pt idx="6459">
                  <c:v>7.4744224548339844E-2</c:v>
                </c:pt>
                <c:pt idx="6460">
                  <c:v>6.3783645629882799E-2</c:v>
                </c:pt>
                <c:pt idx="6461">
                  <c:v>0.26982831954956099</c:v>
                </c:pt>
                <c:pt idx="6462">
                  <c:v>0.25483131408691451</c:v>
                </c:pt>
                <c:pt idx="6463">
                  <c:v>0.23983430862426799</c:v>
                </c:pt>
                <c:pt idx="6464">
                  <c:v>9.4338417053222698E-2</c:v>
                </c:pt>
                <c:pt idx="6465">
                  <c:v>6.2512159347534207E-2</c:v>
                </c:pt>
                <c:pt idx="6466">
                  <c:v>3.06859016418457E-2</c:v>
                </c:pt>
                <c:pt idx="6467">
                  <c:v>0.154637336730957</c:v>
                </c:pt>
                <c:pt idx="6468">
                  <c:v>0.27438783645629899</c:v>
                </c:pt>
                <c:pt idx="6469">
                  <c:v>0.39413833618164101</c:v>
                </c:pt>
                <c:pt idx="6470">
                  <c:v>0.134936332702637</c:v>
                </c:pt>
                <c:pt idx="6471">
                  <c:v>0.174199104309082</c:v>
                </c:pt>
                <c:pt idx="6472">
                  <c:v>0.21346187591552701</c:v>
                </c:pt>
                <c:pt idx="6473">
                  <c:v>0.29807853698730502</c:v>
                </c:pt>
                <c:pt idx="6474">
                  <c:v>0.27940344810485851</c:v>
                </c:pt>
                <c:pt idx="6475">
                  <c:v>0.260728359222412</c:v>
                </c:pt>
                <c:pt idx="6476">
                  <c:v>0.26539659500122098</c:v>
                </c:pt>
                <c:pt idx="6477">
                  <c:v>0.19523572921752949</c:v>
                </c:pt>
                <c:pt idx="6478">
                  <c:v>0.125074863433838</c:v>
                </c:pt>
                <c:pt idx="6479">
                  <c:v>0.14390897750854501</c:v>
                </c:pt>
                <c:pt idx="6480">
                  <c:v>0.33216428756713839</c:v>
                </c:pt>
                <c:pt idx="6481">
                  <c:v>0.52041959762573198</c:v>
                </c:pt>
                <c:pt idx="6482">
                  <c:v>8.4691524505615207E-2</c:v>
                </c:pt>
                <c:pt idx="6483">
                  <c:v>0.1754555702209471</c:v>
                </c:pt>
                <c:pt idx="6484">
                  <c:v>0.26621961593627902</c:v>
                </c:pt>
                <c:pt idx="6485">
                  <c:v>0.31915378570556602</c:v>
                </c:pt>
                <c:pt idx="6486">
                  <c:v>0.23150944709777799</c:v>
                </c:pt>
                <c:pt idx="6487">
                  <c:v>0.14386510848999001</c:v>
                </c:pt>
                <c:pt idx="6488">
                  <c:v>8.4753513336181599E-2</c:v>
                </c:pt>
                <c:pt idx="6489">
                  <c:v>0.17998886108398429</c:v>
                </c:pt>
                <c:pt idx="6490">
                  <c:v>0.275224208831787</c:v>
                </c:pt>
                <c:pt idx="6491">
                  <c:v>7.8494071960449205E-2</c:v>
                </c:pt>
                <c:pt idx="6492">
                  <c:v>8.4326982498168945E-2</c:v>
                </c:pt>
                <c:pt idx="6493">
                  <c:v>9.01598930358887E-2</c:v>
                </c:pt>
                <c:pt idx="6494">
                  <c:v>0.13816928863525399</c:v>
                </c:pt>
                <c:pt idx="6495">
                  <c:v>0.14868736267089849</c:v>
                </c:pt>
                <c:pt idx="6496">
                  <c:v>0.159205436706543</c:v>
                </c:pt>
                <c:pt idx="6497">
                  <c:v>-5.3770065307617201E-2</c:v>
                </c:pt>
                <c:pt idx="6498">
                  <c:v>0.89927344649802654</c:v>
                </c:pt>
                <c:pt idx="6499">
                  <c:v>1.85231695830367</c:v>
                </c:pt>
                <c:pt idx="6500">
                  <c:v>1.6250880681551421</c:v>
                </c:pt>
                <c:pt idx="6501">
                  <c:v>0.91440408046429</c:v>
                </c:pt>
                <c:pt idx="6502">
                  <c:v>0.203720092773438</c:v>
                </c:pt>
                <c:pt idx="6503">
                  <c:v>0.12174940109252901</c:v>
                </c:pt>
                <c:pt idx="6504">
                  <c:v>0.30854296684265098</c:v>
                </c:pt>
                <c:pt idx="6505">
                  <c:v>0.49533653259277299</c:v>
                </c:pt>
                <c:pt idx="6506">
                  <c:v>-3.78518104553223E-2</c:v>
                </c:pt>
                <c:pt idx="6507">
                  <c:v>-2.3461341857910181E-2</c:v>
                </c:pt>
                <c:pt idx="6508">
                  <c:v>-9.0708732604980503E-3</c:v>
                </c:pt>
                <c:pt idx="6509">
                  <c:v>0.30318069458007801</c:v>
                </c:pt>
                <c:pt idx="6510">
                  <c:v>0.18385171890258789</c:v>
                </c:pt>
                <c:pt idx="6511">
                  <c:v>6.4522743225097698E-2</c:v>
                </c:pt>
                <c:pt idx="6512">
                  <c:v>0.48351669311523399</c:v>
                </c:pt>
                <c:pt idx="6513">
                  <c:v>0.26854252815246571</c:v>
                </c:pt>
                <c:pt idx="6514">
                  <c:v>5.35683631896973E-2</c:v>
                </c:pt>
                <c:pt idx="6515">
                  <c:v>-2.8174400329589799E-2</c:v>
                </c:pt>
                <c:pt idx="6516">
                  <c:v>0.1651751995086671</c:v>
                </c:pt>
                <c:pt idx="6517">
                  <c:v>0.35852479934692399</c:v>
                </c:pt>
                <c:pt idx="6518">
                  <c:v>0.11678409576416</c:v>
                </c:pt>
                <c:pt idx="6519">
                  <c:v>0.228602409362793</c:v>
                </c:pt>
                <c:pt idx="6520">
                  <c:v>0.340420722961426</c:v>
                </c:pt>
                <c:pt idx="6521">
                  <c:v>0.12704992294311501</c:v>
                </c:pt>
                <c:pt idx="6522">
                  <c:v>0.27544498443603499</c:v>
                </c:pt>
                <c:pt idx="6523">
                  <c:v>0.42384004592895502</c:v>
                </c:pt>
                <c:pt idx="6524">
                  <c:v>0.27926158905029302</c:v>
                </c:pt>
                <c:pt idx="6525">
                  <c:v>1.022268904292065</c:v>
                </c:pt>
                <c:pt idx="6526">
                  <c:v>1.765276219533837</c:v>
                </c:pt>
                <c:pt idx="6527">
                  <c:v>1.8448553265265699</c:v>
                </c:pt>
                <c:pt idx="6528">
                  <c:v>1.0446653456058139</c:v>
                </c:pt>
                <c:pt idx="6529">
                  <c:v>0.24447536468505901</c:v>
                </c:pt>
                <c:pt idx="6530">
                  <c:v>0.27666473388671903</c:v>
                </c:pt>
                <c:pt idx="6531">
                  <c:v>0.1758370399475099</c:v>
                </c:pt>
                <c:pt idx="6532">
                  <c:v>7.5009346008300795E-2</c:v>
                </c:pt>
                <c:pt idx="6533">
                  <c:v>0.12307691574096701</c:v>
                </c:pt>
                <c:pt idx="6534">
                  <c:v>0.28920245170593251</c:v>
                </c:pt>
                <c:pt idx="6535">
                  <c:v>0.45532798767089799</c:v>
                </c:pt>
                <c:pt idx="6536">
                  <c:v>6.1759948730468802E-3</c:v>
                </c:pt>
                <c:pt idx="6537">
                  <c:v>0.16500425338745089</c:v>
                </c:pt>
                <c:pt idx="6538">
                  <c:v>0.32383251190185502</c:v>
                </c:pt>
                <c:pt idx="6539">
                  <c:v>0.14366054534912101</c:v>
                </c:pt>
                <c:pt idx="6540">
                  <c:v>0.23986387252807601</c:v>
                </c:pt>
                <c:pt idx="6541">
                  <c:v>0.33606719970703097</c:v>
                </c:pt>
                <c:pt idx="6542">
                  <c:v>0.27259635925293002</c:v>
                </c:pt>
                <c:pt idx="6543">
                  <c:v>0.17873215675354021</c:v>
                </c:pt>
                <c:pt idx="6544">
                  <c:v>8.4867954254150405E-2</c:v>
                </c:pt>
                <c:pt idx="6545">
                  <c:v>0.137471199035645</c:v>
                </c:pt>
                <c:pt idx="6546">
                  <c:v>0.2042708396911625</c:v>
                </c:pt>
                <c:pt idx="6547">
                  <c:v>0.27107048034668002</c:v>
                </c:pt>
                <c:pt idx="6548">
                  <c:v>-1.4440536499023399E-2</c:v>
                </c:pt>
                <c:pt idx="6549">
                  <c:v>0.15952777862548831</c:v>
                </c:pt>
                <c:pt idx="6550">
                  <c:v>0.33349609375</c:v>
                </c:pt>
                <c:pt idx="6551">
                  <c:v>0.25002861022949202</c:v>
                </c:pt>
                <c:pt idx="6552">
                  <c:v>0.43966078758239752</c:v>
                </c:pt>
                <c:pt idx="6553">
                  <c:v>0.62929296493530296</c:v>
                </c:pt>
                <c:pt idx="6554">
                  <c:v>0.57452249526977495</c:v>
                </c:pt>
                <c:pt idx="6555">
                  <c:v>0.6062495708465574</c:v>
                </c:pt>
                <c:pt idx="6556">
                  <c:v>0.63797664642333995</c:v>
                </c:pt>
                <c:pt idx="6557">
                  <c:v>2.0404338836669901E-2</c:v>
                </c:pt>
                <c:pt idx="6558">
                  <c:v>5.0918817520141588E-2</c:v>
                </c:pt>
                <c:pt idx="6559">
                  <c:v>8.1433296203613295E-2</c:v>
                </c:pt>
                <c:pt idx="6560">
                  <c:v>0.18550348281860399</c:v>
                </c:pt>
                <c:pt idx="6561">
                  <c:v>0.1628592014312745</c:v>
                </c:pt>
                <c:pt idx="6562">
                  <c:v>0.14021492004394501</c:v>
                </c:pt>
                <c:pt idx="6563">
                  <c:v>-2.26130485534668E-2</c:v>
                </c:pt>
                <c:pt idx="6564">
                  <c:v>-2.335405349731445E-2</c:v>
                </c:pt>
                <c:pt idx="6565">
                  <c:v>-2.4095058441162099E-2</c:v>
                </c:pt>
                <c:pt idx="6566">
                  <c:v>0.26925992965698198</c:v>
                </c:pt>
                <c:pt idx="6567">
                  <c:v>0.16044259071350081</c:v>
                </c:pt>
                <c:pt idx="6568">
                  <c:v>5.1625251770019497E-2</c:v>
                </c:pt>
                <c:pt idx="6569">
                  <c:v>0.34381055831909202</c:v>
                </c:pt>
                <c:pt idx="6570">
                  <c:v>0.289170742034912</c:v>
                </c:pt>
                <c:pt idx="6571">
                  <c:v>0.23453092575073201</c:v>
                </c:pt>
                <c:pt idx="6572">
                  <c:v>0.104001522064209</c:v>
                </c:pt>
                <c:pt idx="6573">
                  <c:v>0.35725188255310047</c:v>
                </c:pt>
                <c:pt idx="6574">
                  <c:v>0.61050224304199197</c:v>
                </c:pt>
                <c:pt idx="6575">
                  <c:v>0.28574609756469699</c:v>
                </c:pt>
                <c:pt idx="6576">
                  <c:v>0.24132585525512701</c:v>
                </c:pt>
                <c:pt idx="6577">
                  <c:v>0.196905612945557</c:v>
                </c:pt>
                <c:pt idx="6578">
                  <c:v>-2.31432914733887E-2</c:v>
                </c:pt>
                <c:pt idx="6579">
                  <c:v>0.1039700508117677</c:v>
                </c:pt>
                <c:pt idx="6580">
                  <c:v>0.23108339309692399</c:v>
                </c:pt>
                <c:pt idx="6581">
                  <c:v>0.33164358139038103</c:v>
                </c:pt>
                <c:pt idx="6582">
                  <c:v>0.37535285949707048</c:v>
                </c:pt>
                <c:pt idx="6583">
                  <c:v>0.41906213760375999</c:v>
                </c:pt>
                <c:pt idx="6584">
                  <c:v>3.2467365264892599E-2</c:v>
                </c:pt>
                <c:pt idx="6585">
                  <c:v>0.16435790061950681</c:v>
                </c:pt>
                <c:pt idx="6586">
                  <c:v>0.29624843597412098</c:v>
                </c:pt>
                <c:pt idx="6587">
                  <c:v>1.03678703308105E-2</c:v>
                </c:pt>
                <c:pt idx="6588">
                  <c:v>0.24006652832031219</c:v>
                </c:pt>
                <c:pt idx="6589">
                  <c:v>0.46976518630981401</c:v>
                </c:pt>
                <c:pt idx="6590">
                  <c:v>0.11919450759887699</c:v>
                </c:pt>
                <c:pt idx="6591">
                  <c:v>0.147519826889038</c:v>
                </c:pt>
                <c:pt idx="6592">
                  <c:v>0.175845146179199</c:v>
                </c:pt>
                <c:pt idx="6593">
                  <c:v>0.19192123413085899</c:v>
                </c:pt>
                <c:pt idx="6594">
                  <c:v>0.1330399513244627</c:v>
                </c:pt>
                <c:pt idx="6595">
                  <c:v>7.4158668518066406E-2</c:v>
                </c:pt>
                <c:pt idx="6596">
                  <c:v>3.276371955871582E-2</c:v>
                </c:pt>
                <c:pt idx="6597">
                  <c:v>-8.6312294006347708E-3</c:v>
                </c:pt>
                <c:pt idx="6598">
                  <c:v>0.164538383483887</c:v>
                </c:pt>
                <c:pt idx="6599">
                  <c:v>0.19296073913574249</c:v>
                </c:pt>
                <c:pt idx="6600">
                  <c:v>0.22138309478759799</c:v>
                </c:pt>
                <c:pt idx="6601">
                  <c:v>9.1499328613281306E-2</c:v>
                </c:pt>
                <c:pt idx="6602">
                  <c:v>9.0173244476318401E-2</c:v>
                </c:pt>
                <c:pt idx="6603">
                  <c:v>8.8847160339355497E-2</c:v>
                </c:pt>
                <c:pt idx="6604">
                  <c:v>0.18541002273559601</c:v>
                </c:pt>
                <c:pt idx="6605">
                  <c:v>0.20785665512085</c:v>
                </c:pt>
                <c:pt idx="6606">
                  <c:v>0.23030328750610399</c:v>
                </c:pt>
                <c:pt idx="6607">
                  <c:v>0.313403129577637</c:v>
                </c:pt>
                <c:pt idx="6608">
                  <c:v>0.21496248245239249</c:v>
                </c:pt>
                <c:pt idx="6609">
                  <c:v>0.11652183532714799</c:v>
                </c:pt>
                <c:pt idx="6610">
                  <c:v>0.184790134429932</c:v>
                </c:pt>
                <c:pt idx="6611">
                  <c:v>0.13983774185180681</c:v>
                </c:pt>
                <c:pt idx="6612">
                  <c:v>9.4885349273681599E-2</c:v>
                </c:pt>
                <c:pt idx="6613">
                  <c:v>7.6219081878662095E-2</c:v>
                </c:pt>
                <c:pt idx="6614">
                  <c:v>0.10851716995239261</c:v>
                </c:pt>
                <c:pt idx="6615">
                  <c:v>0.14081525802612299</c:v>
                </c:pt>
                <c:pt idx="6616">
                  <c:v>0.21238136291503901</c:v>
                </c:pt>
                <c:pt idx="6617">
                  <c:v>0.2018425464630125</c:v>
                </c:pt>
                <c:pt idx="6618">
                  <c:v>0.191303730010986</c:v>
                </c:pt>
                <c:pt idx="6619">
                  <c:v>0.16455602645874001</c:v>
                </c:pt>
                <c:pt idx="6620">
                  <c:v>0.3503432273864745</c:v>
                </c:pt>
                <c:pt idx="6621">
                  <c:v>0.53613042831420898</c:v>
                </c:pt>
                <c:pt idx="6622">
                  <c:v>8.1254482269287095E-2</c:v>
                </c:pt>
                <c:pt idx="6623">
                  <c:v>0.29494166374206549</c:v>
                </c:pt>
                <c:pt idx="6624">
                  <c:v>0.50862884521484397</c:v>
                </c:pt>
                <c:pt idx="6625">
                  <c:v>-4.7466754913330099E-2</c:v>
                </c:pt>
                <c:pt idx="6626">
                  <c:v>0.22659850120544439</c:v>
                </c:pt>
                <c:pt idx="6627">
                  <c:v>0.50066375732421897</c:v>
                </c:pt>
                <c:pt idx="6628">
                  <c:v>-5.7686328887939502E-2</c:v>
                </c:pt>
                <c:pt idx="6629">
                  <c:v>9.1089010238647239E-2</c:v>
                </c:pt>
                <c:pt idx="6630">
                  <c:v>0.23986434936523399</c:v>
                </c:pt>
                <c:pt idx="6631">
                  <c:v>-1.8043041229247998E-2</c:v>
                </c:pt>
                <c:pt idx="6632">
                  <c:v>-1.333045959472654E-2</c:v>
                </c:pt>
                <c:pt idx="6633">
                  <c:v>-8.6178779602050799E-3</c:v>
                </c:pt>
                <c:pt idx="6634">
                  <c:v>-3.84869575500488E-2</c:v>
                </c:pt>
                <c:pt idx="6635">
                  <c:v>0.1394469738006591</c:v>
                </c:pt>
                <c:pt idx="6636">
                  <c:v>0.31738090515136702</c:v>
                </c:pt>
                <c:pt idx="6637">
                  <c:v>0.51024532318115201</c:v>
                </c:pt>
                <c:pt idx="6638">
                  <c:v>0.4537200927734375</c:v>
                </c:pt>
                <c:pt idx="6639">
                  <c:v>0.39719486236572299</c:v>
                </c:pt>
                <c:pt idx="6640">
                  <c:v>0.61998081207275402</c:v>
                </c:pt>
                <c:pt idx="6641">
                  <c:v>0.41677498817443848</c:v>
                </c:pt>
                <c:pt idx="6642">
                  <c:v>0.21356916427612299</c:v>
                </c:pt>
                <c:pt idx="6643">
                  <c:v>8.3299636840820299E-2</c:v>
                </c:pt>
                <c:pt idx="6644">
                  <c:v>0.1555688381195067</c:v>
                </c:pt>
                <c:pt idx="6645">
                  <c:v>0.227838039398193</c:v>
                </c:pt>
                <c:pt idx="6646">
                  <c:v>-1.5810966491699201E-2</c:v>
                </c:pt>
                <c:pt idx="6647">
                  <c:v>0.24388408660888691</c:v>
                </c:pt>
                <c:pt idx="6648">
                  <c:v>0.50357913970947299</c:v>
                </c:pt>
                <c:pt idx="6649">
                  <c:v>0.135339260101318</c:v>
                </c:pt>
                <c:pt idx="6650">
                  <c:v>0.2039697170257565</c:v>
                </c:pt>
                <c:pt idx="6651">
                  <c:v>0.27260017395019498</c:v>
                </c:pt>
                <c:pt idx="6652">
                  <c:v>0.13037776947021501</c:v>
                </c:pt>
                <c:pt idx="6653">
                  <c:v>0.175231218338013</c:v>
                </c:pt>
                <c:pt idx="6654">
                  <c:v>0.22008466720581099</c:v>
                </c:pt>
                <c:pt idx="6655">
                  <c:v>0.21418714523315399</c:v>
                </c:pt>
                <c:pt idx="6656">
                  <c:v>0.2294580936431885</c:v>
                </c:pt>
                <c:pt idx="6657">
                  <c:v>0.24472904205322299</c:v>
                </c:pt>
                <c:pt idx="6658">
                  <c:v>0.25272560119628901</c:v>
                </c:pt>
                <c:pt idx="6659">
                  <c:v>0.22947192192077651</c:v>
                </c:pt>
                <c:pt idx="6660">
                  <c:v>0.206218242645264</c:v>
                </c:pt>
                <c:pt idx="6661">
                  <c:v>0.25674629211425798</c:v>
                </c:pt>
                <c:pt idx="6662">
                  <c:v>0.13418507575988781</c:v>
                </c:pt>
                <c:pt idx="6663">
                  <c:v>1.1623859405517601E-2</c:v>
                </c:pt>
                <c:pt idx="6664">
                  <c:v>-5.2498817443847698E-2</c:v>
                </c:pt>
                <c:pt idx="6665">
                  <c:v>7.0764780044555664E-2</c:v>
                </c:pt>
                <c:pt idx="6666">
                  <c:v>0.19402837753295901</c:v>
                </c:pt>
                <c:pt idx="6667">
                  <c:v>0.14233732223510701</c:v>
                </c:pt>
                <c:pt idx="6668">
                  <c:v>0.1063349246978758</c:v>
                </c:pt>
                <c:pt idx="6669">
                  <c:v>7.0332527160644503E-2</c:v>
                </c:pt>
                <c:pt idx="6670">
                  <c:v>0.25658559799194303</c:v>
                </c:pt>
                <c:pt idx="6671">
                  <c:v>0.30603885650634749</c:v>
                </c:pt>
                <c:pt idx="6672">
                  <c:v>0.35549211502075201</c:v>
                </c:pt>
                <c:pt idx="6673">
                  <c:v>0.20788955688476601</c:v>
                </c:pt>
                <c:pt idx="6674">
                  <c:v>0.15013742446899439</c:v>
                </c:pt>
                <c:pt idx="6675">
                  <c:v>9.2385292053222698E-2</c:v>
                </c:pt>
                <c:pt idx="6676">
                  <c:v>5.1922321319580099E-2</c:v>
                </c:pt>
                <c:pt idx="6677">
                  <c:v>6.6984415054321303E-2</c:v>
                </c:pt>
                <c:pt idx="6678">
                  <c:v>8.20465087890625E-2</c:v>
                </c:pt>
                <c:pt idx="6679">
                  <c:v>0.31610298156738298</c:v>
                </c:pt>
                <c:pt idx="6680">
                  <c:v>0.44861769676208502</c:v>
                </c:pt>
                <c:pt idx="6681">
                  <c:v>0.581132411956787</c:v>
                </c:pt>
                <c:pt idx="6682">
                  <c:v>0.606700420379639</c:v>
                </c:pt>
                <c:pt idx="6683">
                  <c:v>0.4199647903442385</c:v>
                </c:pt>
                <c:pt idx="6684">
                  <c:v>0.233229160308838</c:v>
                </c:pt>
                <c:pt idx="6685">
                  <c:v>0.58787631988525402</c:v>
                </c:pt>
                <c:pt idx="6686">
                  <c:v>0.30192208290100098</c:v>
                </c:pt>
                <c:pt idx="6687">
                  <c:v>1.5967845916747998E-2</c:v>
                </c:pt>
                <c:pt idx="6688">
                  <c:v>0.26534366607665999</c:v>
                </c:pt>
                <c:pt idx="6689">
                  <c:v>0.25365543365478499</c:v>
                </c:pt>
                <c:pt idx="6690">
                  <c:v>0.24196720123290999</c:v>
                </c:pt>
                <c:pt idx="6691">
                  <c:v>-2.5891304016113299E-2</c:v>
                </c:pt>
                <c:pt idx="6692">
                  <c:v>0.2271046638488769</c:v>
                </c:pt>
                <c:pt idx="6693">
                  <c:v>0.48010063171386702</c:v>
                </c:pt>
                <c:pt idx="6694">
                  <c:v>0.31166839599609403</c:v>
                </c:pt>
                <c:pt idx="6695">
                  <c:v>0.217599391937256</c:v>
                </c:pt>
                <c:pt idx="6696">
                  <c:v>0.123530387878418</c:v>
                </c:pt>
                <c:pt idx="6697">
                  <c:v>0.23112249374389601</c:v>
                </c:pt>
                <c:pt idx="6698">
                  <c:v>0.15471458435058569</c:v>
                </c:pt>
                <c:pt idx="6699">
                  <c:v>7.8306674957275405E-2</c:v>
                </c:pt>
                <c:pt idx="6700">
                  <c:v>0.12573814392089799</c:v>
                </c:pt>
                <c:pt idx="6701">
                  <c:v>0.15437197685241699</c:v>
                </c:pt>
                <c:pt idx="6702">
                  <c:v>0.18300580978393599</c:v>
                </c:pt>
                <c:pt idx="6703">
                  <c:v>0.19167089462280301</c:v>
                </c:pt>
                <c:pt idx="6704">
                  <c:v>8.0927371978759918E-2</c:v>
                </c:pt>
                <c:pt idx="6705">
                  <c:v>-2.98161506652832E-2</c:v>
                </c:pt>
                <c:pt idx="6706">
                  <c:v>0.30643177032470698</c:v>
                </c:pt>
                <c:pt idx="6707">
                  <c:v>0.1806800365447998</c:v>
                </c:pt>
                <c:pt idx="6708">
                  <c:v>5.4928302764892599E-2</c:v>
                </c:pt>
                <c:pt idx="6709">
                  <c:v>7.6557159423828097E-2</c:v>
                </c:pt>
                <c:pt idx="6710">
                  <c:v>0.26109647750854498</c:v>
                </c:pt>
                <c:pt idx="6711">
                  <c:v>0.445635795593262</c:v>
                </c:pt>
                <c:pt idx="6712">
                  <c:v>6.6337108612060505E-2</c:v>
                </c:pt>
                <c:pt idx="6713">
                  <c:v>8.7252855300903251E-2</c:v>
                </c:pt>
                <c:pt idx="6714">
                  <c:v>0.108168601989746</c:v>
                </c:pt>
                <c:pt idx="6715">
                  <c:v>0.46659374237060502</c:v>
                </c:pt>
                <c:pt idx="6716">
                  <c:v>0.3247084617614745</c:v>
                </c:pt>
                <c:pt idx="6717">
                  <c:v>0.182823181152344</c:v>
                </c:pt>
                <c:pt idx="6718">
                  <c:v>4.6662807464599602E-2</c:v>
                </c:pt>
                <c:pt idx="6719">
                  <c:v>0.1697707176208498</c:v>
                </c:pt>
                <c:pt idx="6720">
                  <c:v>0.2928786277771</c:v>
                </c:pt>
                <c:pt idx="6721">
                  <c:v>2.87976264953613E-2</c:v>
                </c:pt>
                <c:pt idx="6722">
                  <c:v>9.5261335372924652E-2</c:v>
                </c:pt>
                <c:pt idx="6723">
                  <c:v>0.161725044250488</c:v>
                </c:pt>
                <c:pt idx="6724">
                  <c:v>0.44541978836059598</c:v>
                </c:pt>
                <c:pt idx="6725">
                  <c:v>0.26618623733520519</c:v>
                </c:pt>
                <c:pt idx="6726">
                  <c:v>8.6952686309814495E-2</c:v>
                </c:pt>
                <c:pt idx="6727">
                  <c:v>0.51565122604370095</c:v>
                </c:pt>
                <c:pt idx="6728">
                  <c:v>0.24619650840759269</c:v>
                </c:pt>
                <c:pt idx="6729">
                  <c:v>-2.3258209228515601E-2</c:v>
                </c:pt>
                <c:pt idx="6730">
                  <c:v>0.124237060546875</c:v>
                </c:pt>
                <c:pt idx="6731">
                  <c:v>0.1005120277404785</c:v>
                </c:pt>
                <c:pt idx="6732">
                  <c:v>7.6786994934082003E-2</c:v>
                </c:pt>
                <c:pt idx="6733">
                  <c:v>0.194560527801514</c:v>
                </c:pt>
                <c:pt idx="6734">
                  <c:v>0.239081621170044</c:v>
                </c:pt>
                <c:pt idx="6735">
                  <c:v>0.283602714538574</c:v>
                </c:pt>
                <c:pt idx="6736">
                  <c:v>7.2455883026123005E-2</c:v>
                </c:pt>
                <c:pt idx="6737">
                  <c:v>0.13120102882385251</c:v>
                </c:pt>
                <c:pt idx="6738">
                  <c:v>0.189946174621582</c:v>
                </c:pt>
                <c:pt idx="6739">
                  <c:v>9.3518733978271498E-2</c:v>
                </c:pt>
                <c:pt idx="6740">
                  <c:v>0.1041209697723388</c:v>
                </c:pt>
                <c:pt idx="6741">
                  <c:v>0.114723205566406</c:v>
                </c:pt>
                <c:pt idx="6742">
                  <c:v>0.142091274261475</c:v>
                </c:pt>
                <c:pt idx="6743">
                  <c:v>0.18096327781677249</c:v>
                </c:pt>
                <c:pt idx="6744">
                  <c:v>0.21983528137207001</c:v>
                </c:pt>
                <c:pt idx="6745">
                  <c:v>0.123667240142822</c:v>
                </c:pt>
                <c:pt idx="6746">
                  <c:v>7.9832792282104353E-2</c:v>
                </c:pt>
                <c:pt idx="6747">
                  <c:v>3.5998344421386698E-2</c:v>
                </c:pt>
                <c:pt idx="6748">
                  <c:v>0.42868423461914101</c:v>
                </c:pt>
                <c:pt idx="6749">
                  <c:v>0.30335283279418951</c:v>
                </c:pt>
                <c:pt idx="6750">
                  <c:v>0.178021430969238</c:v>
                </c:pt>
                <c:pt idx="6751">
                  <c:v>0.34737491607665999</c:v>
                </c:pt>
                <c:pt idx="6752">
                  <c:v>0.33470320701599099</c:v>
                </c:pt>
                <c:pt idx="6753">
                  <c:v>0.32203149795532199</c:v>
                </c:pt>
                <c:pt idx="6754">
                  <c:v>7.4713706970214802E-2</c:v>
                </c:pt>
                <c:pt idx="6755">
                  <c:v>0.15002846717834489</c:v>
                </c:pt>
                <c:pt idx="6756">
                  <c:v>0.225343227386475</c:v>
                </c:pt>
                <c:pt idx="6757">
                  <c:v>0.31763887405395502</c:v>
                </c:pt>
                <c:pt idx="6758">
                  <c:v>0.2055320739746094</c:v>
                </c:pt>
                <c:pt idx="6759">
                  <c:v>9.34252738952637E-2</c:v>
                </c:pt>
                <c:pt idx="6760">
                  <c:v>0.28957080841064498</c:v>
                </c:pt>
                <c:pt idx="6761">
                  <c:v>0.35479903221130399</c:v>
                </c:pt>
                <c:pt idx="6762">
                  <c:v>0.420027256011963</c:v>
                </c:pt>
                <c:pt idx="6763">
                  <c:v>0.14343309402465801</c:v>
                </c:pt>
                <c:pt idx="6764">
                  <c:v>0.30080270767211897</c:v>
                </c:pt>
                <c:pt idx="6765">
                  <c:v>0.45817232131958002</c:v>
                </c:pt>
                <c:pt idx="6766">
                  <c:v>0.32269525527954102</c:v>
                </c:pt>
                <c:pt idx="6767">
                  <c:v>0.2192556858062745</c:v>
                </c:pt>
                <c:pt idx="6768">
                  <c:v>0.11581611633300801</c:v>
                </c:pt>
                <c:pt idx="6769">
                  <c:v>0.32088088989257801</c:v>
                </c:pt>
                <c:pt idx="6770">
                  <c:v>0.19288969039916989</c:v>
                </c:pt>
                <c:pt idx="6771">
                  <c:v>6.4898490905761705E-2</c:v>
                </c:pt>
                <c:pt idx="6772">
                  <c:v>-4.1926383972168003E-2</c:v>
                </c:pt>
                <c:pt idx="6773">
                  <c:v>1.6072988510131801E-2</c:v>
                </c:pt>
                <c:pt idx="6774">
                  <c:v>7.4072360992431599E-2</c:v>
                </c:pt>
                <c:pt idx="6775">
                  <c:v>0.13945055007934601</c:v>
                </c:pt>
                <c:pt idx="6776">
                  <c:v>0.16460847854614249</c:v>
                </c:pt>
                <c:pt idx="6777">
                  <c:v>0.18976640701293901</c:v>
                </c:pt>
                <c:pt idx="6778">
                  <c:v>5.44629096984863E-2</c:v>
                </c:pt>
                <c:pt idx="6779">
                  <c:v>0.1011202335357667</c:v>
                </c:pt>
                <c:pt idx="6780">
                  <c:v>0.14777755737304701</c:v>
                </c:pt>
                <c:pt idx="6781">
                  <c:v>0.245524883270264</c:v>
                </c:pt>
                <c:pt idx="6782">
                  <c:v>0.21471023559570351</c:v>
                </c:pt>
                <c:pt idx="6783">
                  <c:v>0.18389558792114299</c:v>
                </c:pt>
                <c:pt idx="6784">
                  <c:v>0.27499008178710899</c:v>
                </c:pt>
                <c:pt idx="6785">
                  <c:v>0.433974663416545</c:v>
                </c:pt>
                <c:pt idx="6786">
                  <c:v>0.59295924504598096</c:v>
                </c:pt>
                <c:pt idx="6787">
                  <c:v>0.61324405670166005</c:v>
                </c:pt>
                <c:pt idx="6788">
                  <c:v>1.74671812902523</c:v>
                </c:pt>
                <c:pt idx="6789">
                  <c:v>1.7962980184726369</c:v>
                </c:pt>
                <c:pt idx="6790">
                  <c:v>1.7393887863784541</c:v>
                </c:pt>
                <c:pt idx="6791">
                  <c:v>0.537844657897949</c:v>
                </c:pt>
                <c:pt idx="6792">
                  <c:v>0.32267045974731401</c:v>
                </c:pt>
                <c:pt idx="6793">
                  <c:v>0.4761977195739745</c:v>
                </c:pt>
                <c:pt idx="6794">
                  <c:v>0.62972497940063499</c:v>
                </c:pt>
                <c:pt idx="6795">
                  <c:v>0.16661453247070299</c:v>
                </c:pt>
                <c:pt idx="6796">
                  <c:v>0.20386934280395499</c:v>
                </c:pt>
                <c:pt idx="6797">
                  <c:v>0.241124153137207</c:v>
                </c:pt>
                <c:pt idx="6798">
                  <c:v>0.32663202285766602</c:v>
                </c:pt>
                <c:pt idx="6799">
                  <c:v>0.1470291614532471</c:v>
                </c:pt>
                <c:pt idx="6800">
                  <c:v>-3.2573699951171903E-2</c:v>
                </c:pt>
                <c:pt idx="6801">
                  <c:v>-4.8553943634033203E-2</c:v>
                </c:pt>
                <c:pt idx="6802">
                  <c:v>3.7410497665405398E-2</c:v>
                </c:pt>
                <c:pt idx="6803">
                  <c:v>0.123374938964844</c:v>
                </c:pt>
                <c:pt idx="6804">
                  <c:v>0.18808937072753901</c:v>
                </c:pt>
                <c:pt idx="6805">
                  <c:v>7.5434446334838853E-2</c:v>
                </c:pt>
                <c:pt idx="6806">
                  <c:v>-3.72204780578613E-2</c:v>
                </c:pt>
                <c:pt idx="6807">
                  <c:v>0.16698884963989299</c:v>
                </c:pt>
                <c:pt idx="6808">
                  <c:v>0.30018162727356001</c:v>
                </c:pt>
                <c:pt idx="6809">
                  <c:v>0.43337440490722701</c:v>
                </c:pt>
                <c:pt idx="6810">
                  <c:v>0.54134178161621105</c:v>
                </c:pt>
                <c:pt idx="6811">
                  <c:v>0.53908824920654297</c:v>
                </c:pt>
                <c:pt idx="6812">
                  <c:v>0.536834716796875</c:v>
                </c:pt>
                <c:pt idx="6813">
                  <c:v>6.5034389495849595E-2</c:v>
                </c:pt>
                <c:pt idx="6814">
                  <c:v>0.27242088317871083</c:v>
                </c:pt>
                <c:pt idx="6815">
                  <c:v>0.47980737686157199</c:v>
                </c:pt>
                <c:pt idx="6816">
                  <c:v>0.25729846954345698</c:v>
                </c:pt>
                <c:pt idx="6817">
                  <c:v>0.1952521800994875</c:v>
                </c:pt>
                <c:pt idx="6818">
                  <c:v>0.13320589065551799</c:v>
                </c:pt>
                <c:pt idx="6819">
                  <c:v>0.20701980590820299</c:v>
                </c:pt>
                <c:pt idx="6820">
                  <c:v>0.17470860481262199</c:v>
                </c:pt>
                <c:pt idx="6821">
                  <c:v>0.14239740371704099</c:v>
                </c:pt>
                <c:pt idx="6822">
                  <c:v>-1.6756534576415998E-2</c:v>
                </c:pt>
                <c:pt idx="6823">
                  <c:v>2.53274440765381E-2</c:v>
                </c:pt>
                <c:pt idx="6824">
                  <c:v>6.7411422729492201E-2</c:v>
                </c:pt>
                <c:pt idx="6825">
                  <c:v>0.12470674514770499</c:v>
                </c:pt>
                <c:pt idx="6826">
                  <c:v>7.9690694808959905E-2</c:v>
                </c:pt>
                <c:pt idx="6827">
                  <c:v>3.4674644470214802E-2</c:v>
                </c:pt>
                <c:pt idx="6828">
                  <c:v>0.38442659378051802</c:v>
                </c:pt>
                <c:pt idx="6829">
                  <c:v>0.41939139366149902</c:v>
                </c:pt>
                <c:pt idx="6830">
                  <c:v>0.45435619354248002</c:v>
                </c:pt>
                <c:pt idx="6831">
                  <c:v>0.11943531036377</c:v>
                </c:pt>
                <c:pt idx="6832">
                  <c:v>5.2489519119262952E-2</c:v>
                </c:pt>
                <c:pt idx="6833">
                  <c:v>-1.4456272125244101E-2</c:v>
                </c:pt>
                <c:pt idx="6834">
                  <c:v>0.60043478012085005</c:v>
                </c:pt>
                <c:pt idx="6835">
                  <c:v>0.41707658767700201</c:v>
                </c:pt>
                <c:pt idx="6836">
                  <c:v>0.23371839523315399</c:v>
                </c:pt>
                <c:pt idx="6837">
                  <c:v>0.268601894378662</c:v>
                </c:pt>
                <c:pt idx="6838">
                  <c:v>0.35558891296386702</c:v>
                </c:pt>
                <c:pt idx="6839">
                  <c:v>0.44257593154907199</c:v>
                </c:pt>
                <c:pt idx="6840">
                  <c:v>0.179908752441406</c:v>
                </c:pt>
                <c:pt idx="6841">
                  <c:v>0.17344236373901351</c:v>
                </c:pt>
                <c:pt idx="6842">
                  <c:v>0.16697597503662101</c:v>
                </c:pt>
                <c:pt idx="6843">
                  <c:v>0.238143920898438</c:v>
                </c:pt>
                <c:pt idx="6844">
                  <c:v>0.231390476226807</c:v>
                </c:pt>
                <c:pt idx="6845">
                  <c:v>0.224637031555176</c:v>
                </c:pt>
                <c:pt idx="6846">
                  <c:v>0.33531141281127902</c:v>
                </c:pt>
                <c:pt idx="6847">
                  <c:v>0.25976204872131348</c:v>
                </c:pt>
                <c:pt idx="6848">
                  <c:v>0.18421268463134799</c:v>
                </c:pt>
                <c:pt idx="6849">
                  <c:v>0.122910499572754</c:v>
                </c:pt>
                <c:pt idx="6850">
                  <c:v>0.22878026962280301</c:v>
                </c:pt>
                <c:pt idx="6851">
                  <c:v>0.33465003967285201</c:v>
                </c:pt>
                <c:pt idx="6852">
                  <c:v>-1.0939598083496101E-2</c:v>
                </c:pt>
                <c:pt idx="6853">
                  <c:v>-1.0778903961181649E-2</c:v>
                </c:pt>
                <c:pt idx="6854">
                  <c:v>-1.06182098388672E-2</c:v>
                </c:pt>
                <c:pt idx="6855">
                  <c:v>0.27153205871581998</c:v>
                </c:pt>
                <c:pt idx="6856">
                  <c:v>0.28141808509826649</c:v>
                </c:pt>
                <c:pt idx="6857">
                  <c:v>0.291304111480713</c:v>
                </c:pt>
                <c:pt idx="6858">
                  <c:v>0.16529464721679701</c:v>
                </c:pt>
                <c:pt idx="6859">
                  <c:v>0.147270202636719</c:v>
                </c:pt>
                <c:pt idx="6860">
                  <c:v>0.12924575805664101</c:v>
                </c:pt>
                <c:pt idx="6861">
                  <c:v>0.104125022888184</c:v>
                </c:pt>
                <c:pt idx="6862">
                  <c:v>3.8276195526123262E-2</c:v>
                </c:pt>
                <c:pt idx="6863">
                  <c:v>-2.75726318359375E-2</c:v>
                </c:pt>
                <c:pt idx="6864">
                  <c:v>0.34939146041870101</c:v>
                </c:pt>
                <c:pt idx="6865">
                  <c:v>0.17120361328124989</c:v>
                </c:pt>
                <c:pt idx="6866">
                  <c:v>-6.9842338562011701E-3</c:v>
                </c:pt>
                <c:pt idx="6867">
                  <c:v>1.53532028198242E-2</c:v>
                </c:pt>
                <c:pt idx="6868">
                  <c:v>0.1155076026916506</c:v>
                </c:pt>
                <c:pt idx="6869">
                  <c:v>0.21566200256347701</c:v>
                </c:pt>
                <c:pt idx="6870">
                  <c:v>0.14665412902832001</c:v>
                </c:pt>
                <c:pt idx="6871">
                  <c:v>0.20069432258605949</c:v>
                </c:pt>
                <c:pt idx="6872">
                  <c:v>0.25473451614379899</c:v>
                </c:pt>
                <c:pt idx="6873">
                  <c:v>0.28201913833618197</c:v>
                </c:pt>
                <c:pt idx="6874">
                  <c:v>0.28840684890747098</c:v>
                </c:pt>
                <c:pt idx="6875">
                  <c:v>0.29479455947875999</c:v>
                </c:pt>
                <c:pt idx="6876">
                  <c:v>9.8315715789794894E-2</c:v>
                </c:pt>
                <c:pt idx="6877">
                  <c:v>0.20271039009094241</c:v>
                </c:pt>
                <c:pt idx="6878">
                  <c:v>0.30710506439209001</c:v>
                </c:pt>
                <c:pt idx="6879">
                  <c:v>8.8929176330566406E-2</c:v>
                </c:pt>
                <c:pt idx="6880">
                  <c:v>0.31078910827636719</c:v>
                </c:pt>
                <c:pt idx="6881">
                  <c:v>0.53264904022216797</c:v>
                </c:pt>
                <c:pt idx="6882">
                  <c:v>0.33244419097900402</c:v>
                </c:pt>
                <c:pt idx="6883">
                  <c:v>0.27419161796569852</c:v>
                </c:pt>
                <c:pt idx="6884">
                  <c:v>0.21593904495239299</c:v>
                </c:pt>
                <c:pt idx="6885">
                  <c:v>0.55708980560302701</c:v>
                </c:pt>
                <c:pt idx="6886">
                  <c:v>0.4077801704406735</c:v>
                </c:pt>
                <c:pt idx="6887">
                  <c:v>0.25847053527831998</c:v>
                </c:pt>
                <c:pt idx="6888">
                  <c:v>0.17869186401367201</c:v>
                </c:pt>
                <c:pt idx="6889">
                  <c:v>0.15043807029724149</c:v>
                </c:pt>
                <c:pt idx="6890">
                  <c:v>0.122184276580811</c:v>
                </c:pt>
                <c:pt idx="6891">
                  <c:v>0.32333040237426802</c:v>
                </c:pt>
                <c:pt idx="6892">
                  <c:v>0.24653172492980999</c:v>
                </c:pt>
                <c:pt idx="6893">
                  <c:v>0.16973304748535201</c:v>
                </c:pt>
                <c:pt idx="6894">
                  <c:v>0.369444370269775</c:v>
                </c:pt>
                <c:pt idx="6895">
                  <c:v>0.2320086956024168</c:v>
                </c:pt>
                <c:pt idx="6896">
                  <c:v>9.4573020935058594E-2</c:v>
                </c:pt>
                <c:pt idx="6897">
                  <c:v>7.7952384948730497E-2</c:v>
                </c:pt>
                <c:pt idx="6898">
                  <c:v>0.17801427841186521</c:v>
                </c:pt>
                <c:pt idx="6899">
                  <c:v>0.278076171875</c:v>
                </c:pt>
                <c:pt idx="6900">
                  <c:v>0.19450330734252899</c:v>
                </c:pt>
                <c:pt idx="6901">
                  <c:v>0.16064548492431649</c:v>
                </c:pt>
                <c:pt idx="6902">
                  <c:v>0.12678766250610399</c:v>
                </c:pt>
                <c:pt idx="6903">
                  <c:v>0.300184726715088</c:v>
                </c:pt>
                <c:pt idx="6904">
                  <c:v>0.18927097320556649</c:v>
                </c:pt>
                <c:pt idx="6905">
                  <c:v>7.8357219696044894E-2</c:v>
                </c:pt>
                <c:pt idx="6906">
                  <c:v>0.10633373260498</c:v>
                </c:pt>
                <c:pt idx="6907">
                  <c:v>7.798767089843725E-2</c:v>
                </c:pt>
                <c:pt idx="6908">
                  <c:v>4.9641609191894497E-2</c:v>
                </c:pt>
                <c:pt idx="6909">
                  <c:v>6.5003871917724595E-2</c:v>
                </c:pt>
                <c:pt idx="6910">
                  <c:v>3.0792474746704091E-2</c:v>
                </c:pt>
                <c:pt idx="6911">
                  <c:v>-3.4189224243164102E-3</c:v>
                </c:pt>
                <c:pt idx="6912">
                  <c:v>0.109341621398926</c:v>
                </c:pt>
                <c:pt idx="6913">
                  <c:v>0.20523047447204601</c:v>
                </c:pt>
                <c:pt idx="6914">
                  <c:v>0.30111932754516602</c:v>
                </c:pt>
                <c:pt idx="6915">
                  <c:v>0.4265830516815185</c:v>
                </c:pt>
                <c:pt idx="6916">
                  <c:v>0.31456863880157482</c:v>
                </c:pt>
                <c:pt idx="6917">
                  <c:v>0.202554225921631</c:v>
                </c:pt>
                <c:pt idx="6918">
                  <c:v>0.43831062316894498</c:v>
                </c:pt>
                <c:pt idx="6919">
                  <c:v>0.382666826248169</c:v>
                </c:pt>
                <c:pt idx="6920">
                  <c:v>0.32702302932739302</c:v>
                </c:pt>
                <c:pt idx="6921">
                  <c:v>0.57954645156860396</c:v>
                </c:pt>
                <c:pt idx="6922">
                  <c:v>0.34120059013366699</c:v>
                </c:pt>
                <c:pt idx="6923">
                  <c:v>0.10285472869873</c:v>
                </c:pt>
                <c:pt idx="6924">
                  <c:v>0.46436405181884799</c:v>
                </c:pt>
                <c:pt idx="6925">
                  <c:v>0.37547659873962402</c:v>
                </c:pt>
                <c:pt idx="6926">
                  <c:v>0.2865891456604</c:v>
                </c:pt>
                <c:pt idx="6927">
                  <c:v>0.46115446090698198</c:v>
                </c:pt>
                <c:pt idx="6928">
                  <c:v>0.26401448249816872</c:v>
                </c:pt>
                <c:pt idx="6929">
                  <c:v>6.6874504089355497E-2</c:v>
                </c:pt>
                <c:pt idx="6930">
                  <c:v>0.315049648284912</c:v>
                </c:pt>
                <c:pt idx="6931">
                  <c:v>0.26484012603759749</c:v>
                </c:pt>
                <c:pt idx="6932">
                  <c:v>0.21463060379028301</c:v>
                </c:pt>
                <c:pt idx="6933">
                  <c:v>0.49393844604492199</c:v>
                </c:pt>
                <c:pt idx="6934">
                  <c:v>0.48823380470275901</c:v>
                </c:pt>
                <c:pt idx="6935">
                  <c:v>0.48252916336059598</c:v>
                </c:pt>
                <c:pt idx="6936">
                  <c:v>0.173573017120361</c:v>
                </c:pt>
                <c:pt idx="6937">
                  <c:v>0.24873089790344199</c:v>
                </c:pt>
                <c:pt idx="6938">
                  <c:v>0.32388877868652299</c:v>
                </c:pt>
                <c:pt idx="6939">
                  <c:v>-4.4925212860107401E-2</c:v>
                </c:pt>
                <c:pt idx="6940">
                  <c:v>0.1077847480773928</c:v>
                </c:pt>
                <c:pt idx="6941">
                  <c:v>0.26049470901489302</c:v>
                </c:pt>
                <c:pt idx="6942">
                  <c:v>0.55811214447021495</c:v>
                </c:pt>
                <c:pt idx="6943">
                  <c:v>0.27069449424743658</c:v>
                </c:pt>
                <c:pt idx="6944">
                  <c:v>-1.67231559753418E-2</c:v>
                </c:pt>
                <c:pt idx="6945">
                  <c:v>0.123408317565918</c:v>
                </c:pt>
                <c:pt idx="6946">
                  <c:v>8.6788654327392606E-2</c:v>
                </c:pt>
                <c:pt idx="6947">
                  <c:v>5.0168991088867201E-2</c:v>
                </c:pt>
                <c:pt idx="6948">
                  <c:v>7.5084686279296903E-2</c:v>
                </c:pt>
                <c:pt idx="6949">
                  <c:v>0.22364974021911649</c:v>
                </c:pt>
                <c:pt idx="6950">
                  <c:v>0.37221479415893599</c:v>
                </c:pt>
                <c:pt idx="6951">
                  <c:v>0.37221479415893599</c:v>
                </c:pt>
                <c:pt idx="6952">
                  <c:v>0.37171517698556827</c:v>
                </c:pt>
                <c:pt idx="6953">
                  <c:v>0.37121555981220061</c:v>
                </c:pt>
                <c:pt idx="6954">
                  <c:v>0.3707159426388329</c:v>
                </c:pt>
                <c:pt idx="6955">
                  <c:v>0.37021632546546518</c:v>
                </c:pt>
                <c:pt idx="6956">
                  <c:v>0.36971670829209752</c:v>
                </c:pt>
                <c:pt idx="6957">
                  <c:v>0.3692170911187298</c:v>
                </c:pt>
                <c:pt idx="6958">
                  <c:v>0.36871747394536208</c:v>
                </c:pt>
                <c:pt idx="6959">
                  <c:v>0.36821785677199442</c:v>
                </c:pt>
                <c:pt idx="6960">
                  <c:v>0.36771823959862671</c:v>
                </c:pt>
                <c:pt idx="6961">
                  <c:v>0.36721862242525899</c:v>
                </c:pt>
                <c:pt idx="6962">
                  <c:v>0.36671900525189127</c:v>
                </c:pt>
                <c:pt idx="6963">
                  <c:v>0.36621938807852361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73A-4594-BB94-4A03733351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80311631"/>
        <c:axId val="981756111"/>
      </c:scatterChart>
      <c:valAx>
        <c:axId val="98031163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chemeClr val="tx1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981756111"/>
        <c:crosses val="autoZero"/>
        <c:crossBetween val="midCat"/>
        <c:majorUnit val="60"/>
      </c:valAx>
      <c:valAx>
        <c:axId val="981756111"/>
        <c:scaling>
          <c:orientation val="minMax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chemeClr val="tx1"/>
                    </a:solidFill>
                  </a:rPr>
                  <a:t>Ampere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980311631"/>
        <c:crosses val="autoZero"/>
        <c:crossBetween val="midCat"/>
      </c:valAx>
      <c:spPr>
        <a:noFill/>
        <a:ln>
          <a:solidFill>
            <a:schemeClr val="tx1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Value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Sheet1!$B$2:$B$8753</c:f>
              <c:numCache>
                <c:formatCode>General</c:formatCode>
                <c:ptCount val="8752"/>
                <c:pt idx="0">
                  <c:v>49.913641929626451</c:v>
                </c:pt>
                <c:pt idx="1">
                  <c:v>50.034141540527351</c:v>
                </c:pt>
                <c:pt idx="2">
                  <c:v>51.526259422302218</c:v>
                </c:pt>
                <c:pt idx="3">
                  <c:v>49.988809585571303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70.34669303894043</c:v>
                </c:pt>
                <c:pt idx="14">
                  <c:v>70.737262725830107</c:v>
                </c:pt>
                <c:pt idx="15">
                  <c:v>74.842489242553697</c:v>
                </c:pt>
                <c:pt idx="16">
                  <c:v>71.883016586303725</c:v>
                </c:pt>
                <c:pt idx="17">
                  <c:v>74.804649353027358</c:v>
                </c:pt>
                <c:pt idx="18">
                  <c:v>74.57665443420413</c:v>
                </c:pt>
                <c:pt idx="19">
                  <c:v>34.809273719787598</c:v>
                </c:pt>
                <c:pt idx="20">
                  <c:v>33.81198596954345</c:v>
                </c:pt>
                <c:pt idx="21">
                  <c:v>43.173232078552253</c:v>
                </c:pt>
                <c:pt idx="22">
                  <c:v>47.314032554626479</c:v>
                </c:pt>
                <c:pt idx="23">
                  <c:v>45.875467300415067</c:v>
                </c:pt>
                <c:pt idx="24">
                  <c:v>53.470583915710449</c:v>
                </c:pt>
                <c:pt idx="25">
                  <c:v>65.832460403442411</c:v>
                </c:pt>
                <c:pt idx="26">
                  <c:v>55.833909034728997</c:v>
                </c:pt>
                <c:pt idx="27">
                  <c:v>56.698114395141602</c:v>
                </c:pt>
                <c:pt idx="28">
                  <c:v>75.473798751831083</c:v>
                </c:pt>
                <c:pt idx="29">
                  <c:v>64.838331222534194</c:v>
                </c:pt>
                <c:pt idx="30">
                  <c:v>41.189623832702601</c:v>
                </c:pt>
                <c:pt idx="31">
                  <c:v>45.363930702209451</c:v>
                </c:pt>
                <c:pt idx="32">
                  <c:v>51.060373306274428</c:v>
                </c:pt>
                <c:pt idx="33">
                  <c:v>66.364945411682157</c:v>
                </c:pt>
                <c:pt idx="34">
                  <c:v>62.420453071594217</c:v>
                </c:pt>
                <c:pt idx="35">
                  <c:v>55.880644798278823</c:v>
                </c:pt>
                <c:pt idx="36">
                  <c:v>50.268858909606926</c:v>
                </c:pt>
                <c:pt idx="37">
                  <c:v>70.324487686157227</c:v>
                </c:pt>
                <c:pt idx="38">
                  <c:v>82.136611938476605</c:v>
                </c:pt>
                <c:pt idx="39">
                  <c:v>84.721588134765625</c:v>
                </c:pt>
                <c:pt idx="40">
                  <c:v>82.260694503784151</c:v>
                </c:pt>
                <c:pt idx="41">
                  <c:v>78.897815704345703</c:v>
                </c:pt>
                <c:pt idx="42">
                  <c:v>77.379352569580107</c:v>
                </c:pt>
                <c:pt idx="43">
                  <c:v>69.998235702514648</c:v>
                </c:pt>
                <c:pt idx="44">
                  <c:v>69.782546997070327</c:v>
                </c:pt>
                <c:pt idx="45">
                  <c:v>83.554416656494141</c:v>
                </c:pt>
                <c:pt idx="46">
                  <c:v>87.042943954467745</c:v>
                </c:pt>
                <c:pt idx="47">
                  <c:v>72.583145141601548</c:v>
                </c:pt>
                <c:pt idx="48">
                  <c:v>66.076175689697251</c:v>
                </c:pt>
                <c:pt idx="49">
                  <c:v>67.293201446533203</c:v>
                </c:pt>
                <c:pt idx="50">
                  <c:v>70.181180953979521</c:v>
                </c:pt>
                <c:pt idx="51">
                  <c:v>73.192714691162124</c:v>
                </c:pt>
                <c:pt idx="52">
                  <c:v>67.940643310546875</c:v>
                </c:pt>
                <c:pt idx="53">
                  <c:v>69.280210494995103</c:v>
                </c:pt>
                <c:pt idx="54">
                  <c:v>74.844549179077148</c:v>
                </c:pt>
                <c:pt idx="55">
                  <c:v>78.65764999389647</c:v>
                </c:pt>
                <c:pt idx="56">
                  <c:v>80.334665298461928</c:v>
                </c:pt>
                <c:pt idx="57">
                  <c:v>69.5359401702881</c:v>
                </c:pt>
                <c:pt idx="58">
                  <c:v>59.772541999816902</c:v>
                </c:pt>
                <c:pt idx="59">
                  <c:v>50.634142875671401</c:v>
                </c:pt>
                <c:pt idx="60">
                  <c:v>54.437141418457017</c:v>
                </c:pt>
                <c:pt idx="61">
                  <c:v>65.396793365478544</c:v>
                </c:pt>
                <c:pt idx="62">
                  <c:v>54.909387588500948</c:v>
                </c:pt>
                <c:pt idx="63">
                  <c:v>42.628493309021003</c:v>
                </c:pt>
                <c:pt idx="64">
                  <c:v>46.572773933410652</c:v>
                </c:pt>
                <c:pt idx="65">
                  <c:v>57.25483512878418</c:v>
                </c:pt>
                <c:pt idx="66">
                  <c:v>70.253049850463881</c:v>
                </c:pt>
                <c:pt idx="67">
                  <c:v>83.200288772583036</c:v>
                </c:pt>
                <c:pt idx="68">
                  <c:v>78.271579742431655</c:v>
                </c:pt>
                <c:pt idx="69">
                  <c:v>76.877584457397447</c:v>
                </c:pt>
                <c:pt idx="70">
                  <c:v>76.755825042724595</c:v>
                </c:pt>
                <c:pt idx="71">
                  <c:v>76.145780563354492</c:v>
                </c:pt>
                <c:pt idx="72">
                  <c:v>81.13488388061522</c:v>
                </c:pt>
                <c:pt idx="73">
                  <c:v>80.783496856689453</c:v>
                </c:pt>
                <c:pt idx="74">
                  <c:v>84.292453765869155</c:v>
                </c:pt>
                <c:pt idx="75">
                  <c:v>82.553394317626982</c:v>
                </c:pt>
                <c:pt idx="76">
                  <c:v>79.336084365844727</c:v>
                </c:pt>
                <c:pt idx="77">
                  <c:v>72.42516517639163</c:v>
                </c:pt>
                <c:pt idx="78">
                  <c:v>68.955606460571303</c:v>
                </c:pt>
                <c:pt idx="79">
                  <c:v>81.193605422973647</c:v>
                </c:pt>
                <c:pt idx="80">
                  <c:v>76.782192230224624</c:v>
                </c:pt>
                <c:pt idx="81">
                  <c:v>64.912867546081529</c:v>
                </c:pt>
                <c:pt idx="82">
                  <c:v>63.177829742431683</c:v>
                </c:pt>
                <c:pt idx="83">
                  <c:v>61.52334117889405</c:v>
                </c:pt>
                <c:pt idx="84">
                  <c:v>51.88194847106935</c:v>
                </c:pt>
                <c:pt idx="85">
                  <c:v>57.393378257751472</c:v>
                </c:pt>
                <c:pt idx="86">
                  <c:v>66.802894592285185</c:v>
                </c:pt>
                <c:pt idx="87">
                  <c:v>44.181453227996833</c:v>
                </c:pt>
                <c:pt idx="88">
                  <c:v>27.326522827148452</c:v>
                </c:pt>
                <c:pt idx="89">
                  <c:v>41.613388061523423</c:v>
                </c:pt>
                <c:pt idx="90">
                  <c:v>44.157465934753432</c:v>
                </c:pt>
                <c:pt idx="91">
                  <c:v>49.574560165405273</c:v>
                </c:pt>
                <c:pt idx="92">
                  <c:v>55.823956489562953</c:v>
                </c:pt>
                <c:pt idx="93">
                  <c:v>54.004798889160178</c:v>
                </c:pt>
                <c:pt idx="94">
                  <c:v>58.186198234558098</c:v>
                </c:pt>
                <c:pt idx="95">
                  <c:v>60.203572273254423</c:v>
                </c:pt>
                <c:pt idx="96">
                  <c:v>50.798988342285178</c:v>
                </c:pt>
                <c:pt idx="97">
                  <c:v>55.064888954162598</c:v>
                </c:pt>
                <c:pt idx="98">
                  <c:v>60.856527328491232</c:v>
                </c:pt>
                <c:pt idx="99">
                  <c:v>68.76610946655272</c:v>
                </c:pt>
                <c:pt idx="100">
                  <c:v>68.88860511779788</c:v>
                </c:pt>
                <c:pt idx="101">
                  <c:v>72.878362655639648</c:v>
                </c:pt>
                <c:pt idx="102">
                  <c:v>67.427883148193374</c:v>
                </c:pt>
                <c:pt idx="103">
                  <c:v>50.673734664916978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19.77235412597658</c:v>
                </c:pt>
                <c:pt idx="134">
                  <c:v>76.407388687133803</c:v>
                </c:pt>
                <c:pt idx="135">
                  <c:v>76.256641387939453</c:v>
                </c:pt>
                <c:pt idx="136">
                  <c:v>74.228866577148452</c:v>
                </c:pt>
                <c:pt idx="137">
                  <c:v>74.197160720825224</c:v>
                </c:pt>
                <c:pt idx="138">
                  <c:v>74.271421432495117</c:v>
                </c:pt>
                <c:pt idx="139">
                  <c:v>74.794692993164048</c:v>
                </c:pt>
                <c:pt idx="140">
                  <c:v>52.331213951110833</c:v>
                </c:pt>
                <c:pt idx="141">
                  <c:v>38.950171470642083</c:v>
                </c:pt>
                <c:pt idx="142">
                  <c:v>44.963190078735352</c:v>
                </c:pt>
                <c:pt idx="143">
                  <c:v>56.324306488037102</c:v>
                </c:pt>
                <c:pt idx="144">
                  <c:v>61.657432556152322</c:v>
                </c:pt>
                <c:pt idx="145">
                  <c:v>51.963540077209473</c:v>
                </c:pt>
                <c:pt idx="146">
                  <c:v>52.595711708068848</c:v>
                </c:pt>
                <c:pt idx="147">
                  <c:v>50.087022781372099</c:v>
                </c:pt>
                <c:pt idx="148">
                  <c:v>50.481572151184068</c:v>
                </c:pt>
                <c:pt idx="149">
                  <c:v>50.342393875122077</c:v>
                </c:pt>
                <c:pt idx="150">
                  <c:v>50.412374496459982</c:v>
                </c:pt>
                <c:pt idx="151">
                  <c:v>51.333906173706083</c:v>
                </c:pt>
                <c:pt idx="152">
                  <c:v>50.214617729187033</c:v>
                </c:pt>
                <c:pt idx="153">
                  <c:v>49.237913131713867</c:v>
                </c:pt>
                <c:pt idx="154">
                  <c:v>45.50213623046875</c:v>
                </c:pt>
                <c:pt idx="155">
                  <c:v>48.700481414794901</c:v>
                </c:pt>
                <c:pt idx="156">
                  <c:v>29.48768615722658</c:v>
                </c:pt>
                <c:pt idx="157">
                  <c:v>42.874204635620153</c:v>
                </c:pt>
                <c:pt idx="158">
                  <c:v>57.7360649108887</c:v>
                </c:pt>
                <c:pt idx="159">
                  <c:v>72.495767593383803</c:v>
                </c:pt>
                <c:pt idx="160">
                  <c:v>73.538572311401353</c:v>
                </c:pt>
                <c:pt idx="161">
                  <c:v>63.124725341796903</c:v>
                </c:pt>
                <c:pt idx="162">
                  <c:v>60.653360366821303</c:v>
                </c:pt>
                <c:pt idx="163">
                  <c:v>76.244710922241225</c:v>
                </c:pt>
                <c:pt idx="164">
                  <c:v>71.818206787109375</c:v>
                </c:pt>
                <c:pt idx="165">
                  <c:v>67.14763927459714</c:v>
                </c:pt>
                <c:pt idx="166">
                  <c:v>63.058348655700698</c:v>
                </c:pt>
                <c:pt idx="167">
                  <c:v>73.96515655517581</c:v>
                </c:pt>
                <c:pt idx="168">
                  <c:v>67.303960800170898</c:v>
                </c:pt>
                <c:pt idx="169">
                  <c:v>63.757697105407701</c:v>
                </c:pt>
                <c:pt idx="170">
                  <c:v>62.766521453857422</c:v>
                </c:pt>
                <c:pt idx="171">
                  <c:v>64.081340789794893</c:v>
                </c:pt>
                <c:pt idx="172">
                  <c:v>63.83517932891845</c:v>
                </c:pt>
                <c:pt idx="173">
                  <c:v>63.640799522399917</c:v>
                </c:pt>
                <c:pt idx="174">
                  <c:v>64.188901901245146</c:v>
                </c:pt>
                <c:pt idx="175">
                  <c:v>63.839045524597182</c:v>
                </c:pt>
                <c:pt idx="176">
                  <c:v>66.769102096557589</c:v>
                </c:pt>
                <c:pt idx="177">
                  <c:v>71.792924880981445</c:v>
                </c:pt>
                <c:pt idx="178">
                  <c:v>71.098325729370146</c:v>
                </c:pt>
                <c:pt idx="179">
                  <c:v>67.899995803833022</c:v>
                </c:pt>
                <c:pt idx="180">
                  <c:v>55.413197517395027</c:v>
                </c:pt>
                <c:pt idx="181">
                  <c:v>50.506912231445327</c:v>
                </c:pt>
                <c:pt idx="182">
                  <c:v>54.982792854309103</c:v>
                </c:pt>
                <c:pt idx="183">
                  <c:v>70.562288284301744</c:v>
                </c:pt>
                <c:pt idx="184">
                  <c:v>73.276222229003935</c:v>
                </c:pt>
                <c:pt idx="185">
                  <c:v>59.080664634704583</c:v>
                </c:pt>
                <c:pt idx="186">
                  <c:v>50.267067909240723</c:v>
                </c:pt>
                <c:pt idx="187">
                  <c:v>54.712990760803223</c:v>
                </c:pt>
                <c:pt idx="188">
                  <c:v>60.970887184143074</c:v>
                </c:pt>
                <c:pt idx="189">
                  <c:v>56.763606071472147</c:v>
                </c:pt>
                <c:pt idx="190">
                  <c:v>41.134609222412102</c:v>
                </c:pt>
                <c:pt idx="191">
                  <c:v>41.958360671997049</c:v>
                </c:pt>
                <c:pt idx="192">
                  <c:v>42.50208473205565</c:v>
                </c:pt>
                <c:pt idx="193">
                  <c:v>43.891247749328599</c:v>
                </c:pt>
                <c:pt idx="194">
                  <c:v>43.506658554077148</c:v>
                </c:pt>
                <c:pt idx="195">
                  <c:v>39.910925388336167</c:v>
                </c:pt>
                <c:pt idx="196">
                  <c:v>29.35681772232055</c:v>
                </c:pt>
                <c:pt idx="197">
                  <c:v>30.4040961265564</c:v>
                </c:pt>
                <c:pt idx="198">
                  <c:v>30.21994781494142</c:v>
                </c:pt>
                <c:pt idx="199">
                  <c:v>31.02745342254638</c:v>
                </c:pt>
                <c:pt idx="200">
                  <c:v>30.61681079864503</c:v>
                </c:pt>
                <c:pt idx="201">
                  <c:v>30.837726593017599</c:v>
                </c:pt>
                <c:pt idx="202">
                  <c:v>30.502748489379851</c:v>
                </c:pt>
                <c:pt idx="203">
                  <c:v>31.894120693206801</c:v>
                </c:pt>
                <c:pt idx="204">
                  <c:v>31.14523077011108</c:v>
                </c:pt>
                <c:pt idx="205">
                  <c:v>31.13332223892213</c:v>
                </c:pt>
                <c:pt idx="206">
                  <c:v>41.358137130737298</c:v>
                </c:pt>
                <c:pt idx="207">
                  <c:v>57.963582038879423</c:v>
                </c:pt>
                <c:pt idx="208">
                  <c:v>64.855852127075195</c:v>
                </c:pt>
                <c:pt idx="209">
                  <c:v>51.765624046325698</c:v>
                </c:pt>
                <c:pt idx="210">
                  <c:v>57.511282920837417</c:v>
                </c:pt>
                <c:pt idx="211">
                  <c:v>49.27920627593992</c:v>
                </c:pt>
                <c:pt idx="212">
                  <c:v>19.706639051437371</c:v>
                </c:pt>
                <c:pt idx="213">
                  <c:v>44.630148887634277</c:v>
                </c:pt>
                <c:pt idx="214">
                  <c:v>44.143106460571303</c:v>
                </c:pt>
                <c:pt idx="215">
                  <c:v>34.144577980041497</c:v>
                </c:pt>
                <c:pt idx="216">
                  <c:v>25.430875778198249</c:v>
                </c:pt>
                <c:pt idx="217">
                  <c:v>25.52206373214722</c:v>
                </c:pt>
                <c:pt idx="218">
                  <c:v>26.094568252563501</c:v>
                </c:pt>
                <c:pt idx="219">
                  <c:v>25.330904006958001</c:v>
                </c:pt>
                <c:pt idx="220">
                  <c:v>26.695199966430671</c:v>
                </c:pt>
                <c:pt idx="221">
                  <c:v>30.384342193603501</c:v>
                </c:pt>
                <c:pt idx="222">
                  <c:v>29.403881549835202</c:v>
                </c:pt>
                <c:pt idx="223">
                  <c:v>29.185422897338871</c:v>
                </c:pt>
                <c:pt idx="224">
                  <c:v>28.696290969848651</c:v>
                </c:pt>
                <c:pt idx="225">
                  <c:v>29.678881645202651</c:v>
                </c:pt>
                <c:pt idx="226">
                  <c:v>34.928678512573228</c:v>
                </c:pt>
                <c:pt idx="227">
                  <c:v>50.723061561584473</c:v>
                </c:pt>
                <c:pt idx="228">
                  <c:v>49.978694915771477</c:v>
                </c:pt>
                <c:pt idx="229">
                  <c:v>51.124016761779799</c:v>
                </c:pt>
                <c:pt idx="230">
                  <c:v>50.407964706420927</c:v>
                </c:pt>
                <c:pt idx="231">
                  <c:v>50.852232933044448</c:v>
                </c:pt>
                <c:pt idx="232">
                  <c:v>50.846521377563477</c:v>
                </c:pt>
                <c:pt idx="233">
                  <c:v>50.732625961303732</c:v>
                </c:pt>
                <c:pt idx="234">
                  <c:v>50.841286659240723</c:v>
                </c:pt>
                <c:pt idx="235">
                  <c:v>50.536335945129402</c:v>
                </c:pt>
                <c:pt idx="236">
                  <c:v>50.334640502929702</c:v>
                </c:pt>
                <c:pt idx="237">
                  <c:v>50.4356851577759</c:v>
                </c:pt>
                <c:pt idx="238">
                  <c:v>50.108183860778823</c:v>
                </c:pt>
                <c:pt idx="239">
                  <c:v>50.361321449279799</c:v>
                </c:pt>
                <c:pt idx="240">
                  <c:v>50.205591201782227</c:v>
                </c:pt>
                <c:pt idx="241">
                  <c:v>50.294186592102051</c:v>
                </c:pt>
                <c:pt idx="242">
                  <c:v>54.948576927185051</c:v>
                </c:pt>
                <c:pt idx="243">
                  <c:v>60.887899398803732</c:v>
                </c:pt>
                <c:pt idx="244">
                  <c:v>53.805058479309068</c:v>
                </c:pt>
                <c:pt idx="245">
                  <c:v>52.730867385864272</c:v>
                </c:pt>
                <c:pt idx="246">
                  <c:v>51.415094375610373</c:v>
                </c:pt>
                <c:pt idx="247">
                  <c:v>56.532812118530302</c:v>
                </c:pt>
                <c:pt idx="248">
                  <c:v>41.624650001525872</c:v>
                </c:pt>
                <c:pt idx="249">
                  <c:v>30.318977355957049</c:v>
                </c:pt>
                <c:pt idx="250">
                  <c:v>59.795417785644503</c:v>
                </c:pt>
                <c:pt idx="251">
                  <c:v>56.149275779724121</c:v>
                </c:pt>
                <c:pt idx="252">
                  <c:v>43.777810096740751</c:v>
                </c:pt>
                <c:pt idx="253">
                  <c:v>33.634249687194803</c:v>
                </c:pt>
                <c:pt idx="254">
                  <c:v>27.002949714660652</c:v>
                </c:pt>
                <c:pt idx="255">
                  <c:v>26.87484693527222</c:v>
                </c:pt>
                <c:pt idx="256">
                  <c:v>30.958251953124979</c:v>
                </c:pt>
                <c:pt idx="257">
                  <c:v>29.72201633453367</c:v>
                </c:pt>
                <c:pt idx="258">
                  <c:v>32.244938850402853</c:v>
                </c:pt>
                <c:pt idx="259">
                  <c:v>37.492120742797852</c:v>
                </c:pt>
                <c:pt idx="260">
                  <c:v>38.342030525207498</c:v>
                </c:pt>
                <c:pt idx="261">
                  <c:v>42.690046310424798</c:v>
                </c:pt>
                <c:pt idx="262">
                  <c:v>57.110061645507798</c:v>
                </c:pt>
                <c:pt idx="263">
                  <c:v>57.463284492492683</c:v>
                </c:pt>
                <c:pt idx="264">
                  <c:v>43.066704750061028</c:v>
                </c:pt>
                <c:pt idx="265">
                  <c:v>60.575537681579597</c:v>
                </c:pt>
                <c:pt idx="266">
                  <c:v>65.821835517883329</c:v>
                </c:pt>
                <c:pt idx="267">
                  <c:v>21.854780673980741</c:v>
                </c:pt>
                <c:pt idx="268">
                  <c:v>35.759683132171652</c:v>
                </c:pt>
                <c:pt idx="269">
                  <c:v>47.12042617797853</c:v>
                </c:pt>
                <c:pt idx="270">
                  <c:v>38.260938644409173</c:v>
                </c:pt>
                <c:pt idx="271">
                  <c:v>40.555047988891602</c:v>
                </c:pt>
                <c:pt idx="272">
                  <c:v>48.15442848205565</c:v>
                </c:pt>
                <c:pt idx="273">
                  <c:v>26.91984558105467</c:v>
                </c:pt>
                <c:pt idx="274">
                  <c:v>38.74876976013185</c:v>
                </c:pt>
                <c:pt idx="275">
                  <c:v>36.670083522796617</c:v>
                </c:pt>
                <c:pt idx="276">
                  <c:v>22.150990962982149</c:v>
                </c:pt>
                <c:pt idx="277">
                  <c:v>13.360916614532471</c:v>
                </c:pt>
                <c:pt idx="278">
                  <c:v>2.052668571472168</c:v>
                </c:pt>
                <c:pt idx="279">
                  <c:v>13.21049308776858</c:v>
                </c:pt>
                <c:pt idx="280">
                  <c:v>9.7405803203582906</c:v>
                </c:pt>
                <c:pt idx="281">
                  <c:v>2.045547723770142</c:v>
                </c:pt>
                <c:pt idx="282">
                  <c:v>0</c:v>
                </c:pt>
                <c:pt idx="283">
                  <c:v>5.9996861219406199</c:v>
                </c:pt>
                <c:pt idx="284">
                  <c:v>16.797163486480731</c:v>
                </c:pt>
                <c:pt idx="285">
                  <c:v>19.090306758880629</c:v>
                </c:pt>
                <c:pt idx="286">
                  <c:v>22.126075744628871</c:v>
                </c:pt>
                <c:pt idx="287">
                  <c:v>25.388740539550771</c:v>
                </c:pt>
                <c:pt idx="288">
                  <c:v>25.617805004119869</c:v>
                </c:pt>
                <c:pt idx="289">
                  <c:v>29.819167137146</c:v>
                </c:pt>
                <c:pt idx="290">
                  <c:v>31.82746171951295</c:v>
                </c:pt>
                <c:pt idx="291">
                  <c:v>31.804399013519301</c:v>
                </c:pt>
                <c:pt idx="292">
                  <c:v>31.90875625610353</c:v>
                </c:pt>
                <c:pt idx="293">
                  <c:v>32.994536399841323</c:v>
                </c:pt>
                <c:pt idx="294">
                  <c:v>34.721796035766602</c:v>
                </c:pt>
                <c:pt idx="295">
                  <c:v>36.528352737426751</c:v>
                </c:pt>
                <c:pt idx="296">
                  <c:v>32.236393928527818</c:v>
                </c:pt>
                <c:pt idx="297">
                  <c:v>29.00604820251468</c:v>
                </c:pt>
                <c:pt idx="298">
                  <c:v>24.88477230072025</c:v>
                </c:pt>
                <c:pt idx="299">
                  <c:v>20.6351046562195</c:v>
                </c:pt>
                <c:pt idx="300">
                  <c:v>16.962778091430671</c:v>
                </c:pt>
                <c:pt idx="301">
                  <c:v>15.773457765579231</c:v>
                </c:pt>
                <c:pt idx="302">
                  <c:v>15.745571374893171</c:v>
                </c:pt>
                <c:pt idx="303">
                  <c:v>12.190192699432369</c:v>
                </c:pt>
                <c:pt idx="304">
                  <c:v>7.4156278371810984</c:v>
                </c:pt>
                <c:pt idx="305">
                  <c:v>8.3349847793578977</c:v>
                </c:pt>
                <c:pt idx="306">
                  <c:v>25.766520023345951</c:v>
                </c:pt>
                <c:pt idx="307">
                  <c:v>29.056639671325669</c:v>
                </c:pt>
                <c:pt idx="308">
                  <c:v>35.696616172790527</c:v>
                </c:pt>
                <c:pt idx="309">
                  <c:v>39.1450710296631</c:v>
                </c:pt>
                <c:pt idx="310">
                  <c:v>41.805640220642132</c:v>
                </c:pt>
                <c:pt idx="311">
                  <c:v>46.51551628112793</c:v>
                </c:pt>
                <c:pt idx="312">
                  <c:v>49.829898834228501</c:v>
                </c:pt>
                <c:pt idx="313">
                  <c:v>54.072481155395501</c:v>
                </c:pt>
                <c:pt idx="314">
                  <c:v>47.639612197875977</c:v>
                </c:pt>
                <c:pt idx="315">
                  <c:v>33.71495628356935</c:v>
                </c:pt>
                <c:pt idx="316">
                  <c:v>46.158743858337402</c:v>
                </c:pt>
                <c:pt idx="317">
                  <c:v>41.109288215637221</c:v>
                </c:pt>
                <c:pt idx="318">
                  <c:v>30.367635250091549</c:v>
                </c:pt>
                <c:pt idx="319">
                  <c:v>33.203248977661133</c:v>
                </c:pt>
                <c:pt idx="320">
                  <c:v>32.797169685363798</c:v>
                </c:pt>
                <c:pt idx="321">
                  <c:v>48.085472106933601</c:v>
                </c:pt>
                <c:pt idx="322">
                  <c:v>51.128174781799324</c:v>
                </c:pt>
                <c:pt idx="323">
                  <c:v>57.954093933105483</c:v>
                </c:pt>
                <c:pt idx="324">
                  <c:v>49.814088821411133</c:v>
                </c:pt>
                <c:pt idx="325">
                  <c:v>63.351934432983427</c:v>
                </c:pt>
                <c:pt idx="326">
                  <c:v>78.720554351806655</c:v>
                </c:pt>
                <c:pt idx="327">
                  <c:v>76.790201187133775</c:v>
                </c:pt>
                <c:pt idx="328">
                  <c:v>74.984739303588867</c:v>
                </c:pt>
                <c:pt idx="329">
                  <c:v>76.171346664428697</c:v>
                </c:pt>
                <c:pt idx="330">
                  <c:v>76.160900115966797</c:v>
                </c:pt>
                <c:pt idx="331">
                  <c:v>78.360429763793945</c:v>
                </c:pt>
                <c:pt idx="332">
                  <c:v>79.533954620361328</c:v>
                </c:pt>
                <c:pt idx="333">
                  <c:v>78.672718048095732</c:v>
                </c:pt>
                <c:pt idx="334">
                  <c:v>81.906021118164048</c:v>
                </c:pt>
                <c:pt idx="335">
                  <c:v>82.36577796936038</c:v>
                </c:pt>
                <c:pt idx="336">
                  <c:v>80.636390686035156</c:v>
                </c:pt>
                <c:pt idx="337">
                  <c:v>71.035722732543974</c:v>
                </c:pt>
                <c:pt idx="338">
                  <c:v>67.456447601318345</c:v>
                </c:pt>
                <c:pt idx="339">
                  <c:v>69.254636764526367</c:v>
                </c:pt>
                <c:pt idx="340">
                  <c:v>66.879579544067411</c:v>
                </c:pt>
                <c:pt idx="341">
                  <c:v>66.656959533691406</c:v>
                </c:pt>
                <c:pt idx="342">
                  <c:v>68.5889892578125</c:v>
                </c:pt>
                <c:pt idx="343">
                  <c:v>68.471828460693374</c:v>
                </c:pt>
                <c:pt idx="344">
                  <c:v>67.179019927978544</c:v>
                </c:pt>
                <c:pt idx="345">
                  <c:v>64.703284263610854</c:v>
                </c:pt>
                <c:pt idx="346">
                  <c:v>69.907659530639648</c:v>
                </c:pt>
                <c:pt idx="347">
                  <c:v>69.804754257202148</c:v>
                </c:pt>
                <c:pt idx="348">
                  <c:v>72.98866081237793</c:v>
                </c:pt>
                <c:pt idx="349">
                  <c:v>72.521783828735352</c:v>
                </c:pt>
                <c:pt idx="350">
                  <c:v>70.819551467895508</c:v>
                </c:pt>
                <c:pt idx="351">
                  <c:v>70.549962997436523</c:v>
                </c:pt>
                <c:pt idx="352">
                  <c:v>69.908220291137695</c:v>
                </c:pt>
                <c:pt idx="353">
                  <c:v>70.311824798583999</c:v>
                </c:pt>
                <c:pt idx="354">
                  <c:v>69.402421951293945</c:v>
                </c:pt>
                <c:pt idx="355">
                  <c:v>72.929588317871094</c:v>
                </c:pt>
                <c:pt idx="356">
                  <c:v>77.21117210388185</c:v>
                </c:pt>
                <c:pt idx="357">
                  <c:v>78.199560165405273</c:v>
                </c:pt>
                <c:pt idx="358">
                  <c:v>80.460155487060547</c:v>
                </c:pt>
                <c:pt idx="359">
                  <c:v>77.445526123046875</c:v>
                </c:pt>
                <c:pt idx="360">
                  <c:v>66.147904396057129</c:v>
                </c:pt>
                <c:pt idx="361">
                  <c:v>67.923273086547852</c:v>
                </c:pt>
                <c:pt idx="362">
                  <c:v>69.922323226928697</c:v>
                </c:pt>
                <c:pt idx="363">
                  <c:v>71.30358314514163</c:v>
                </c:pt>
                <c:pt idx="364">
                  <c:v>64.19856071472168</c:v>
                </c:pt>
                <c:pt idx="365">
                  <c:v>68.160919189453125</c:v>
                </c:pt>
                <c:pt idx="366">
                  <c:v>69.915172576904297</c:v>
                </c:pt>
                <c:pt idx="367">
                  <c:v>68.76268196105957</c:v>
                </c:pt>
                <c:pt idx="368">
                  <c:v>70.468790054321275</c:v>
                </c:pt>
                <c:pt idx="369">
                  <c:v>68.654628753662109</c:v>
                </c:pt>
                <c:pt idx="370">
                  <c:v>67.743917465209975</c:v>
                </c:pt>
                <c:pt idx="371">
                  <c:v>67.489080429077148</c:v>
                </c:pt>
                <c:pt idx="372">
                  <c:v>64.81707191467288</c:v>
                </c:pt>
                <c:pt idx="373">
                  <c:v>71.647554397582994</c:v>
                </c:pt>
                <c:pt idx="374">
                  <c:v>74.221353530883803</c:v>
                </c:pt>
                <c:pt idx="375">
                  <c:v>75.091535568237333</c:v>
                </c:pt>
                <c:pt idx="376">
                  <c:v>76.43445777893065</c:v>
                </c:pt>
                <c:pt idx="377">
                  <c:v>76.12833786010745</c:v>
                </c:pt>
                <c:pt idx="378">
                  <c:v>77.403335571289077</c:v>
                </c:pt>
                <c:pt idx="379">
                  <c:v>80.042427062988281</c:v>
                </c:pt>
                <c:pt idx="380">
                  <c:v>77.21710205078125</c:v>
                </c:pt>
                <c:pt idx="381">
                  <c:v>81.272918701171903</c:v>
                </c:pt>
                <c:pt idx="382">
                  <c:v>85.084192276000977</c:v>
                </c:pt>
                <c:pt idx="383">
                  <c:v>69.45691871643065</c:v>
                </c:pt>
                <c:pt idx="384">
                  <c:v>67.198469161987305</c:v>
                </c:pt>
                <c:pt idx="385">
                  <c:v>67.657148361206055</c:v>
                </c:pt>
                <c:pt idx="386">
                  <c:v>69.050630569458008</c:v>
                </c:pt>
                <c:pt idx="387">
                  <c:v>67.625493049621596</c:v>
                </c:pt>
                <c:pt idx="388">
                  <c:v>66.298080444335952</c:v>
                </c:pt>
                <c:pt idx="389">
                  <c:v>68.171634674072251</c:v>
                </c:pt>
                <c:pt idx="390">
                  <c:v>68.147195816040053</c:v>
                </c:pt>
                <c:pt idx="391">
                  <c:v>69.341012954711957</c:v>
                </c:pt>
                <c:pt idx="392">
                  <c:v>68.5023899078369</c:v>
                </c:pt>
                <c:pt idx="393">
                  <c:v>67.632293701171875</c:v>
                </c:pt>
                <c:pt idx="394">
                  <c:v>71.212779998779268</c:v>
                </c:pt>
                <c:pt idx="395">
                  <c:v>70.7916965484619</c:v>
                </c:pt>
                <c:pt idx="396">
                  <c:v>78.95020866394043</c:v>
                </c:pt>
                <c:pt idx="397">
                  <c:v>78.169532775878878</c:v>
                </c:pt>
                <c:pt idx="398">
                  <c:v>75.142950057983398</c:v>
                </c:pt>
                <c:pt idx="399">
                  <c:v>75.409183502197294</c:v>
                </c:pt>
                <c:pt idx="400">
                  <c:v>78.925214767456055</c:v>
                </c:pt>
                <c:pt idx="401">
                  <c:v>83.665891647338853</c:v>
                </c:pt>
                <c:pt idx="402">
                  <c:v>83.624137878417969</c:v>
                </c:pt>
                <c:pt idx="403">
                  <c:v>86.167909622192383</c:v>
                </c:pt>
                <c:pt idx="404">
                  <c:v>84.732498168945327</c:v>
                </c:pt>
                <c:pt idx="405">
                  <c:v>73.924152374267607</c:v>
                </c:pt>
                <c:pt idx="406">
                  <c:v>62.300941467285178</c:v>
                </c:pt>
                <c:pt idx="407">
                  <c:v>62.8318929672241</c:v>
                </c:pt>
                <c:pt idx="408">
                  <c:v>63.433775901794448</c:v>
                </c:pt>
                <c:pt idx="409">
                  <c:v>64.375917434692383</c:v>
                </c:pt>
                <c:pt idx="410">
                  <c:v>67.54992294311522</c:v>
                </c:pt>
                <c:pt idx="411">
                  <c:v>69.028867721557589</c:v>
                </c:pt>
                <c:pt idx="412">
                  <c:v>67.920248031616197</c:v>
                </c:pt>
                <c:pt idx="413">
                  <c:v>66.413412094116225</c:v>
                </c:pt>
                <c:pt idx="414">
                  <c:v>69.772739410400405</c:v>
                </c:pt>
                <c:pt idx="415">
                  <c:v>69.482019424438505</c:v>
                </c:pt>
                <c:pt idx="416">
                  <c:v>68.037801742553697</c:v>
                </c:pt>
                <c:pt idx="417">
                  <c:v>68.604185104370103</c:v>
                </c:pt>
                <c:pt idx="418">
                  <c:v>68.538911819458022</c:v>
                </c:pt>
                <c:pt idx="419">
                  <c:v>67.624282836914048</c:v>
                </c:pt>
                <c:pt idx="420">
                  <c:v>63.7942600250244</c:v>
                </c:pt>
                <c:pt idx="421">
                  <c:v>67.44001007080081</c:v>
                </c:pt>
                <c:pt idx="422">
                  <c:v>69.261940002441435</c:v>
                </c:pt>
                <c:pt idx="423">
                  <c:v>71.377332687377958</c:v>
                </c:pt>
                <c:pt idx="424">
                  <c:v>81.984792073567732</c:v>
                </c:pt>
                <c:pt idx="425">
                  <c:v>83.194520950317397</c:v>
                </c:pt>
                <c:pt idx="426">
                  <c:v>58.701737403869622</c:v>
                </c:pt>
                <c:pt idx="427">
                  <c:v>56.549440383911097</c:v>
                </c:pt>
                <c:pt idx="428">
                  <c:v>65.937523841857924</c:v>
                </c:pt>
                <c:pt idx="429">
                  <c:v>68.636753082275376</c:v>
                </c:pt>
                <c:pt idx="430">
                  <c:v>70.176425933837905</c:v>
                </c:pt>
                <c:pt idx="431">
                  <c:v>69.092805862426772</c:v>
                </c:pt>
                <c:pt idx="432">
                  <c:v>70.205480575561495</c:v>
                </c:pt>
                <c:pt idx="433">
                  <c:v>70.791778564453125</c:v>
                </c:pt>
                <c:pt idx="434">
                  <c:v>70.124166488647475</c:v>
                </c:pt>
                <c:pt idx="435">
                  <c:v>70.591270446777344</c:v>
                </c:pt>
                <c:pt idx="436">
                  <c:v>70.051221211751297</c:v>
                </c:pt>
                <c:pt idx="437">
                  <c:v>70.50834655761723</c:v>
                </c:pt>
                <c:pt idx="438">
                  <c:v>69.996854782104492</c:v>
                </c:pt>
                <c:pt idx="439">
                  <c:v>68.98648325602214</c:v>
                </c:pt>
                <c:pt idx="440">
                  <c:v>69.339691162109375</c:v>
                </c:pt>
                <c:pt idx="441">
                  <c:v>69.770397186279297</c:v>
                </c:pt>
                <c:pt idx="442">
                  <c:v>67.778059005737305</c:v>
                </c:pt>
                <c:pt idx="443">
                  <c:v>71.089982986450167</c:v>
                </c:pt>
                <c:pt idx="444">
                  <c:v>69.312311172485352</c:v>
                </c:pt>
                <c:pt idx="445">
                  <c:v>70.248132705688505</c:v>
                </c:pt>
                <c:pt idx="446">
                  <c:v>71.486850738525376</c:v>
                </c:pt>
                <c:pt idx="447">
                  <c:v>70.344009399414077</c:v>
                </c:pt>
                <c:pt idx="448">
                  <c:v>69.495462417602553</c:v>
                </c:pt>
                <c:pt idx="449">
                  <c:v>70.645391464233398</c:v>
                </c:pt>
                <c:pt idx="450">
                  <c:v>72.199481964111357</c:v>
                </c:pt>
                <c:pt idx="451">
                  <c:v>70.721296310424833</c:v>
                </c:pt>
                <c:pt idx="452">
                  <c:v>69.894712448120117</c:v>
                </c:pt>
                <c:pt idx="453">
                  <c:v>69.690582275390653</c:v>
                </c:pt>
                <c:pt idx="454">
                  <c:v>70.662965774536133</c:v>
                </c:pt>
                <c:pt idx="455">
                  <c:v>69.997447967529325</c:v>
                </c:pt>
                <c:pt idx="456">
                  <c:v>69.26408004760745</c:v>
                </c:pt>
                <c:pt idx="457">
                  <c:v>70.287040710449233</c:v>
                </c:pt>
                <c:pt idx="458">
                  <c:v>70.572551727294893</c:v>
                </c:pt>
                <c:pt idx="459">
                  <c:v>68.411581039428697</c:v>
                </c:pt>
                <c:pt idx="460">
                  <c:v>69.403484344482422</c:v>
                </c:pt>
                <c:pt idx="461">
                  <c:v>70.7011013031006</c:v>
                </c:pt>
                <c:pt idx="462">
                  <c:v>70.89122200012207</c:v>
                </c:pt>
                <c:pt idx="463">
                  <c:v>71.912210464477553</c:v>
                </c:pt>
                <c:pt idx="464">
                  <c:v>71.28095054626462</c:v>
                </c:pt>
                <c:pt idx="465">
                  <c:v>70.868436813354506</c:v>
                </c:pt>
                <c:pt idx="466">
                  <c:v>70.250278472900405</c:v>
                </c:pt>
                <c:pt idx="467">
                  <c:v>71.053487777709947</c:v>
                </c:pt>
                <c:pt idx="468">
                  <c:v>69.849502563476577</c:v>
                </c:pt>
                <c:pt idx="469">
                  <c:v>69.828065872192354</c:v>
                </c:pt>
                <c:pt idx="470">
                  <c:v>70.031587600708022</c:v>
                </c:pt>
                <c:pt idx="471">
                  <c:v>72.445123672485352</c:v>
                </c:pt>
                <c:pt idx="472">
                  <c:v>72.772687911987333</c:v>
                </c:pt>
                <c:pt idx="473">
                  <c:v>70.56085205078125</c:v>
                </c:pt>
                <c:pt idx="474">
                  <c:v>69.8158664703369</c:v>
                </c:pt>
                <c:pt idx="475">
                  <c:v>71.144256591796875</c:v>
                </c:pt>
                <c:pt idx="476">
                  <c:v>70.406274795532227</c:v>
                </c:pt>
                <c:pt idx="477">
                  <c:v>70.540542602539048</c:v>
                </c:pt>
                <c:pt idx="478">
                  <c:v>70.583679199218778</c:v>
                </c:pt>
                <c:pt idx="479">
                  <c:v>70.058143615722685</c:v>
                </c:pt>
                <c:pt idx="480">
                  <c:v>70.406709671020522</c:v>
                </c:pt>
                <c:pt idx="481">
                  <c:v>69.571210861206055</c:v>
                </c:pt>
                <c:pt idx="482">
                  <c:v>70.024171829223647</c:v>
                </c:pt>
                <c:pt idx="483">
                  <c:v>70.015495300292969</c:v>
                </c:pt>
                <c:pt idx="484">
                  <c:v>70.144680023193345</c:v>
                </c:pt>
                <c:pt idx="485">
                  <c:v>69.759979248046903</c:v>
                </c:pt>
                <c:pt idx="486">
                  <c:v>71.7005424499512</c:v>
                </c:pt>
                <c:pt idx="487">
                  <c:v>72.404413223266602</c:v>
                </c:pt>
                <c:pt idx="488">
                  <c:v>70.986328125</c:v>
                </c:pt>
                <c:pt idx="489">
                  <c:v>71.269672393798857</c:v>
                </c:pt>
                <c:pt idx="490">
                  <c:v>69.19862174987793</c:v>
                </c:pt>
                <c:pt idx="491">
                  <c:v>70.667011260986357</c:v>
                </c:pt>
                <c:pt idx="492">
                  <c:v>69.734569549560547</c:v>
                </c:pt>
                <c:pt idx="493">
                  <c:v>69.48936462402348</c:v>
                </c:pt>
                <c:pt idx="494">
                  <c:v>72.73682022094728</c:v>
                </c:pt>
                <c:pt idx="495">
                  <c:v>73.525721232096373</c:v>
                </c:pt>
                <c:pt idx="496">
                  <c:v>80.840875625610352</c:v>
                </c:pt>
                <c:pt idx="497">
                  <c:v>80.214244842529325</c:v>
                </c:pt>
                <c:pt idx="498">
                  <c:v>79.952421188354521</c:v>
                </c:pt>
                <c:pt idx="499">
                  <c:v>80.02026748657228</c:v>
                </c:pt>
                <c:pt idx="500">
                  <c:v>79.041608810424805</c:v>
                </c:pt>
                <c:pt idx="501">
                  <c:v>70.611919403076143</c:v>
                </c:pt>
                <c:pt idx="502">
                  <c:v>77.68323135375978</c:v>
                </c:pt>
                <c:pt idx="503">
                  <c:v>79.381835937500028</c:v>
                </c:pt>
                <c:pt idx="504">
                  <c:v>79.920410156250028</c:v>
                </c:pt>
                <c:pt idx="505">
                  <c:v>81.8244953155518</c:v>
                </c:pt>
                <c:pt idx="506">
                  <c:v>81.379066467285156</c:v>
                </c:pt>
                <c:pt idx="507">
                  <c:v>82.40975697835286</c:v>
                </c:pt>
                <c:pt idx="508">
                  <c:v>81.9007568359375</c:v>
                </c:pt>
                <c:pt idx="509">
                  <c:v>48.049238204956083</c:v>
                </c:pt>
                <c:pt idx="510">
                  <c:v>64.456144332885756</c:v>
                </c:pt>
                <c:pt idx="511">
                  <c:v>69.549898147582994</c:v>
                </c:pt>
                <c:pt idx="512">
                  <c:v>70.189603805541992</c:v>
                </c:pt>
                <c:pt idx="513">
                  <c:v>69.500181198120117</c:v>
                </c:pt>
                <c:pt idx="514">
                  <c:v>70.004671096801772</c:v>
                </c:pt>
                <c:pt idx="515">
                  <c:v>69.210424423217773</c:v>
                </c:pt>
                <c:pt idx="516">
                  <c:v>64.23554515838623</c:v>
                </c:pt>
                <c:pt idx="517">
                  <c:v>26.11369824409487</c:v>
                </c:pt>
                <c:pt idx="518">
                  <c:v>22.462846279144301</c:v>
                </c:pt>
                <c:pt idx="519">
                  <c:v>31.742236137390119</c:v>
                </c:pt>
                <c:pt idx="520">
                  <c:v>43.319207191467299</c:v>
                </c:pt>
                <c:pt idx="521">
                  <c:v>35.364668369293199</c:v>
                </c:pt>
                <c:pt idx="522">
                  <c:v>37.093772411346421</c:v>
                </c:pt>
                <c:pt idx="523">
                  <c:v>46.909122467041001</c:v>
                </c:pt>
                <c:pt idx="524">
                  <c:v>48.296834945678746</c:v>
                </c:pt>
                <c:pt idx="525">
                  <c:v>53.305579185485847</c:v>
                </c:pt>
                <c:pt idx="526">
                  <c:v>64.842912038167341</c:v>
                </c:pt>
                <c:pt idx="527">
                  <c:v>55.2269639968872</c:v>
                </c:pt>
                <c:pt idx="528">
                  <c:v>46.309494972228997</c:v>
                </c:pt>
                <c:pt idx="529">
                  <c:v>50.567293167114272</c:v>
                </c:pt>
                <c:pt idx="530">
                  <c:v>63.128334999084473</c:v>
                </c:pt>
                <c:pt idx="531">
                  <c:v>68.872072855631487</c:v>
                </c:pt>
                <c:pt idx="532">
                  <c:v>72.501613616943359</c:v>
                </c:pt>
                <c:pt idx="533">
                  <c:v>68.783676147460952</c:v>
                </c:pt>
                <c:pt idx="534">
                  <c:v>67.387693405151367</c:v>
                </c:pt>
                <c:pt idx="535">
                  <c:v>60.102511405944817</c:v>
                </c:pt>
                <c:pt idx="536">
                  <c:v>68.882003784179702</c:v>
                </c:pt>
                <c:pt idx="537">
                  <c:v>57.654860496521003</c:v>
                </c:pt>
                <c:pt idx="538">
                  <c:v>50.491600990295403</c:v>
                </c:pt>
                <c:pt idx="539">
                  <c:v>50.879549980163567</c:v>
                </c:pt>
                <c:pt idx="540">
                  <c:v>43.038113594055197</c:v>
                </c:pt>
                <c:pt idx="541">
                  <c:v>29.652873992919929</c:v>
                </c:pt>
                <c:pt idx="542">
                  <c:v>36.735520362854032</c:v>
                </c:pt>
                <c:pt idx="543">
                  <c:v>37.839046001434333</c:v>
                </c:pt>
                <c:pt idx="544">
                  <c:v>18.310625076293949</c:v>
                </c:pt>
                <c:pt idx="545">
                  <c:v>18.741828203201329</c:v>
                </c:pt>
                <c:pt idx="546">
                  <c:v>33.253496170043952</c:v>
                </c:pt>
                <c:pt idx="547">
                  <c:v>22.102911949157729</c:v>
                </c:pt>
                <c:pt idx="548">
                  <c:v>29.4432053565979</c:v>
                </c:pt>
                <c:pt idx="549">
                  <c:v>26.498599052429199</c:v>
                </c:pt>
                <c:pt idx="550">
                  <c:v>39.375313758850133</c:v>
                </c:pt>
                <c:pt idx="551">
                  <c:v>49.700882911682122</c:v>
                </c:pt>
                <c:pt idx="552">
                  <c:v>41.206897735595703</c:v>
                </c:pt>
                <c:pt idx="553">
                  <c:v>45.756090164184577</c:v>
                </c:pt>
                <c:pt idx="554">
                  <c:v>51.383461952209473</c:v>
                </c:pt>
                <c:pt idx="555">
                  <c:v>52.84185218811038</c:v>
                </c:pt>
                <c:pt idx="556">
                  <c:v>62.03415393829345</c:v>
                </c:pt>
                <c:pt idx="557">
                  <c:v>51.067423820495598</c:v>
                </c:pt>
                <c:pt idx="558">
                  <c:v>56.089490890502923</c:v>
                </c:pt>
                <c:pt idx="559">
                  <c:v>62.449216842651381</c:v>
                </c:pt>
                <c:pt idx="560">
                  <c:v>57.636601448059103</c:v>
                </c:pt>
                <c:pt idx="561">
                  <c:v>49.459732055664048</c:v>
                </c:pt>
                <c:pt idx="562">
                  <c:v>51.916234970092773</c:v>
                </c:pt>
                <c:pt idx="563">
                  <c:v>63.538769721984877</c:v>
                </c:pt>
                <c:pt idx="564">
                  <c:v>53.063205718994148</c:v>
                </c:pt>
                <c:pt idx="565">
                  <c:v>45.548945426940897</c:v>
                </c:pt>
                <c:pt idx="566">
                  <c:v>27.691565513610829</c:v>
                </c:pt>
                <c:pt idx="567">
                  <c:v>21.972624778747569</c:v>
                </c:pt>
                <c:pt idx="568">
                  <c:v>22.744237422943129</c:v>
                </c:pt>
                <c:pt idx="569">
                  <c:v>20.789038181304921</c:v>
                </c:pt>
                <c:pt idx="570">
                  <c:v>18.592805385589571</c:v>
                </c:pt>
                <c:pt idx="571">
                  <c:v>14.892343997955329</c:v>
                </c:pt>
                <c:pt idx="572">
                  <c:v>17.23231172561643</c:v>
                </c:pt>
                <c:pt idx="573">
                  <c:v>17.731893062591549</c:v>
                </c:pt>
                <c:pt idx="574">
                  <c:v>20.08380126953125</c:v>
                </c:pt>
                <c:pt idx="575">
                  <c:v>20.062587261199951</c:v>
                </c:pt>
                <c:pt idx="576">
                  <c:v>24.955168724060069</c:v>
                </c:pt>
                <c:pt idx="577">
                  <c:v>24.787264347076398</c:v>
                </c:pt>
                <c:pt idx="578">
                  <c:v>32.134757995605447</c:v>
                </c:pt>
                <c:pt idx="579">
                  <c:v>35.649530410766602</c:v>
                </c:pt>
                <c:pt idx="580">
                  <c:v>40.793745994567878</c:v>
                </c:pt>
                <c:pt idx="581">
                  <c:v>39.337575912475572</c:v>
                </c:pt>
                <c:pt idx="582">
                  <c:v>37.586338043212898</c:v>
                </c:pt>
                <c:pt idx="583">
                  <c:v>44.406994819641127</c:v>
                </c:pt>
                <c:pt idx="584">
                  <c:v>34.315751552581801</c:v>
                </c:pt>
                <c:pt idx="585">
                  <c:v>38.956086158752427</c:v>
                </c:pt>
                <c:pt idx="586">
                  <c:v>37.663052082061768</c:v>
                </c:pt>
                <c:pt idx="587">
                  <c:v>23.734676837921139</c:v>
                </c:pt>
                <c:pt idx="588">
                  <c:v>4.7336816787719629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15.969353199005131</c:v>
                </c:pt>
                <c:pt idx="607">
                  <c:v>18.41510009765625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17.414325714111321</c:v>
                </c:pt>
                <c:pt idx="650">
                  <c:v>70.194429397583008</c:v>
                </c:pt>
                <c:pt idx="651">
                  <c:v>69.518432617187528</c:v>
                </c:pt>
                <c:pt idx="652">
                  <c:v>71.042030334472685</c:v>
                </c:pt>
                <c:pt idx="653">
                  <c:v>69.516494750976548</c:v>
                </c:pt>
                <c:pt idx="654">
                  <c:v>69.682811737060575</c:v>
                </c:pt>
                <c:pt idx="655">
                  <c:v>70.529949188232393</c:v>
                </c:pt>
                <c:pt idx="656">
                  <c:v>71.031116485595703</c:v>
                </c:pt>
                <c:pt idx="657">
                  <c:v>69.716175079345703</c:v>
                </c:pt>
                <c:pt idx="658">
                  <c:v>70.051605224609375</c:v>
                </c:pt>
                <c:pt idx="659">
                  <c:v>72.052627563476577</c:v>
                </c:pt>
                <c:pt idx="660">
                  <c:v>70.574497222900405</c:v>
                </c:pt>
                <c:pt idx="661">
                  <c:v>71.783477783203125</c:v>
                </c:pt>
                <c:pt idx="662">
                  <c:v>73.589221954345703</c:v>
                </c:pt>
                <c:pt idx="663">
                  <c:v>71.956567764282255</c:v>
                </c:pt>
                <c:pt idx="664">
                  <c:v>72.992658615112305</c:v>
                </c:pt>
                <c:pt idx="665">
                  <c:v>70.98005485534668</c:v>
                </c:pt>
                <c:pt idx="666">
                  <c:v>69.461154937744155</c:v>
                </c:pt>
                <c:pt idx="667">
                  <c:v>72.433218002319336</c:v>
                </c:pt>
                <c:pt idx="668">
                  <c:v>69.960145950317397</c:v>
                </c:pt>
                <c:pt idx="669">
                  <c:v>70.498332977294922</c:v>
                </c:pt>
                <c:pt idx="670">
                  <c:v>70.237258911132827</c:v>
                </c:pt>
                <c:pt idx="671">
                  <c:v>70.403661727905273</c:v>
                </c:pt>
                <c:pt idx="672">
                  <c:v>70.902206420898452</c:v>
                </c:pt>
                <c:pt idx="673">
                  <c:v>70.22455596923831</c:v>
                </c:pt>
                <c:pt idx="674">
                  <c:v>69.442584991455078</c:v>
                </c:pt>
                <c:pt idx="675">
                  <c:v>68.726434707641602</c:v>
                </c:pt>
                <c:pt idx="676">
                  <c:v>69.72002601623538</c:v>
                </c:pt>
                <c:pt idx="677">
                  <c:v>69.279386520385756</c:v>
                </c:pt>
                <c:pt idx="678">
                  <c:v>69.700910568237305</c:v>
                </c:pt>
                <c:pt idx="679">
                  <c:v>69.934608459472656</c:v>
                </c:pt>
                <c:pt idx="680">
                  <c:v>69.23216247558598</c:v>
                </c:pt>
                <c:pt idx="681">
                  <c:v>69.441495895385742</c:v>
                </c:pt>
                <c:pt idx="682">
                  <c:v>51.697695732116671</c:v>
                </c:pt>
                <c:pt idx="683">
                  <c:v>34.434005737304702</c:v>
                </c:pt>
                <c:pt idx="684">
                  <c:v>49.815869331359849</c:v>
                </c:pt>
                <c:pt idx="685">
                  <c:v>66.368435859680204</c:v>
                </c:pt>
                <c:pt idx="686">
                  <c:v>62.198968887329123</c:v>
                </c:pt>
                <c:pt idx="687">
                  <c:v>56.469532012939453</c:v>
                </c:pt>
                <c:pt idx="688">
                  <c:v>49.879136085510247</c:v>
                </c:pt>
                <c:pt idx="689">
                  <c:v>49.687253952026403</c:v>
                </c:pt>
                <c:pt idx="690">
                  <c:v>67.733458518981948</c:v>
                </c:pt>
                <c:pt idx="691">
                  <c:v>58.283914566040053</c:v>
                </c:pt>
                <c:pt idx="692">
                  <c:v>63.925754547119148</c:v>
                </c:pt>
                <c:pt idx="693">
                  <c:v>60.58019065856935</c:v>
                </c:pt>
                <c:pt idx="694">
                  <c:v>62.684180259704597</c:v>
                </c:pt>
                <c:pt idx="695">
                  <c:v>66.444545745849624</c:v>
                </c:pt>
                <c:pt idx="696">
                  <c:v>54.294175148010247</c:v>
                </c:pt>
                <c:pt idx="697">
                  <c:v>70.455337524414048</c:v>
                </c:pt>
                <c:pt idx="698">
                  <c:v>71.37095832824707</c:v>
                </c:pt>
                <c:pt idx="699">
                  <c:v>59.453550338745103</c:v>
                </c:pt>
                <c:pt idx="700">
                  <c:v>18.22686862945557</c:v>
                </c:pt>
                <c:pt idx="701">
                  <c:v>11.64254426956176</c:v>
                </c:pt>
                <c:pt idx="702">
                  <c:v>31.187239646911621</c:v>
                </c:pt>
                <c:pt idx="703">
                  <c:v>39.997472763061523</c:v>
                </c:pt>
                <c:pt idx="704">
                  <c:v>37.445451736450202</c:v>
                </c:pt>
                <c:pt idx="705">
                  <c:v>26.91508626937868</c:v>
                </c:pt>
                <c:pt idx="706">
                  <c:v>30.91769456863403</c:v>
                </c:pt>
                <c:pt idx="707">
                  <c:v>50.322143554687528</c:v>
                </c:pt>
                <c:pt idx="708">
                  <c:v>50.569138526916532</c:v>
                </c:pt>
                <c:pt idx="709">
                  <c:v>50.585575103759773</c:v>
                </c:pt>
                <c:pt idx="710">
                  <c:v>48.067595481872551</c:v>
                </c:pt>
                <c:pt idx="711">
                  <c:v>49.559720993042021</c:v>
                </c:pt>
                <c:pt idx="712">
                  <c:v>50.798932075500502</c:v>
                </c:pt>
                <c:pt idx="713">
                  <c:v>50.259563446044922</c:v>
                </c:pt>
                <c:pt idx="714">
                  <c:v>49.887948989868129</c:v>
                </c:pt>
                <c:pt idx="715">
                  <c:v>50.961093902587898</c:v>
                </c:pt>
                <c:pt idx="716">
                  <c:v>50.790992736816399</c:v>
                </c:pt>
                <c:pt idx="717">
                  <c:v>50.976023674011223</c:v>
                </c:pt>
                <c:pt idx="718">
                  <c:v>51.529310226440423</c:v>
                </c:pt>
                <c:pt idx="719">
                  <c:v>50.749982833862298</c:v>
                </c:pt>
                <c:pt idx="720">
                  <c:v>49.74554824829103</c:v>
                </c:pt>
                <c:pt idx="721">
                  <c:v>55.5226793289185</c:v>
                </c:pt>
                <c:pt idx="722">
                  <c:v>51.209286689758301</c:v>
                </c:pt>
                <c:pt idx="723">
                  <c:v>49.787300109863303</c:v>
                </c:pt>
                <c:pt idx="724">
                  <c:v>45.37320709228517</c:v>
                </c:pt>
                <c:pt idx="725">
                  <c:v>17.705663204193129</c:v>
                </c:pt>
                <c:pt idx="726">
                  <c:v>25.23499822616575</c:v>
                </c:pt>
                <c:pt idx="727">
                  <c:v>36.734422683715799</c:v>
                </c:pt>
                <c:pt idx="728">
                  <c:v>30.83558988571167</c:v>
                </c:pt>
                <c:pt idx="729">
                  <c:v>30.068272113800049</c:v>
                </c:pt>
                <c:pt idx="730">
                  <c:v>45.539692878723152</c:v>
                </c:pt>
                <c:pt idx="731">
                  <c:v>40.086098670959501</c:v>
                </c:pt>
                <c:pt idx="732">
                  <c:v>41.494585990905748</c:v>
                </c:pt>
                <c:pt idx="733">
                  <c:v>44.052837848663323</c:v>
                </c:pt>
                <c:pt idx="734">
                  <c:v>26.163315296173099</c:v>
                </c:pt>
                <c:pt idx="735">
                  <c:v>23.42407846450805</c:v>
                </c:pt>
                <c:pt idx="736">
                  <c:v>40.366164207458503</c:v>
                </c:pt>
                <c:pt idx="737">
                  <c:v>50.31342887878418</c:v>
                </c:pt>
                <c:pt idx="738">
                  <c:v>49.516509056091301</c:v>
                </c:pt>
                <c:pt idx="739">
                  <c:v>53.374151229858377</c:v>
                </c:pt>
                <c:pt idx="740">
                  <c:v>54.819135665893583</c:v>
                </c:pt>
                <c:pt idx="741">
                  <c:v>63.497200965881333</c:v>
                </c:pt>
                <c:pt idx="742">
                  <c:v>56.517987251281752</c:v>
                </c:pt>
                <c:pt idx="743">
                  <c:v>64.402129173278809</c:v>
                </c:pt>
                <c:pt idx="744">
                  <c:v>62.783107757568352</c:v>
                </c:pt>
                <c:pt idx="745">
                  <c:v>55.282511711120598</c:v>
                </c:pt>
                <c:pt idx="746">
                  <c:v>59.200438499450669</c:v>
                </c:pt>
                <c:pt idx="747">
                  <c:v>58.820210456848152</c:v>
                </c:pt>
                <c:pt idx="748">
                  <c:v>51.304137229919448</c:v>
                </c:pt>
                <c:pt idx="749">
                  <c:v>24.09706449508667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37.178045272827148</c:v>
                </c:pt>
                <c:pt idx="783">
                  <c:v>78.062219619750977</c:v>
                </c:pt>
                <c:pt idx="784">
                  <c:v>77.371080398559542</c:v>
                </c:pt>
                <c:pt idx="785">
                  <c:v>76.02662086486815</c:v>
                </c:pt>
                <c:pt idx="786">
                  <c:v>77.604333877563505</c:v>
                </c:pt>
                <c:pt idx="787">
                  <c:v>79.204154968261719</c:v>
                </c:pt>
                <c:pt idx="788">
                  <c:v>69.824264526367173</c:v>
                </c:pt>
                <c:pt idx="789">
                  <c:v>69.345424652099595</c:v>
                </c:pt>
                <c:pt idx="790">
                  <c:v>76.294530868530245</c:v>
                </c:pt>
                <c:pt idx="791">
                  <c:v>76.41161155700685</c:v>
                </c:pt>
                <c:pt idx="792">
                  <c:v>81.116004943847685</c:v>
                </c:pt>
                <c:pt idx="793">
                  <c:v>81.258150100708008</c:v>
                </c:pt>
                <c:pt idx="794">
                  <c:v>80.149143218994155</c:v>
                </c:pt>
                <c:pt idx="795">
                  <c:v>59.966068267822251</c:v>
                </c:pt>
                <c:pt idx="796">
                  <c:v>46.671089172363303</c:v>
                </c:pt>
                <c:pt idx="797">
                  <c:v>52.045505523681634</c:v>
                </c:pt>
                <c:pt idx="798">
                  <c:v>63.224716186523452</c:v>
                </c:pt>
                <c:pt idx="799">
                  <c:v>63.850119590759277</c:v>
                </c:pt>
                <c:pt idx="800">
                  <c:v>64.822257995605469</c:v>
                </c:pt>
                <c:pt idx="801">
                  <c:v>46.202085494995117</c:v>
                </c:pt>
                <c:pt idx="802">
                  <c:v>40.87969970703125</c:v>
                </c:pt>
                <c:pt idx="803">
                  <c:v>55.878136634826653</c:v>
                </c:pt>
                <c:pt idx="804">
                  <c:v>65.098809242248521</c:v>
                </c:pt>
                <c:pt idx="805">
                  <c:v>54.331488609313979</c:v>
                </c:pt>
                <c:pt idx="806">
                  <c:v>38.937541484832778</c:v>
                </c:pt>
                <c:pt idx="807">
                  <c:v>24.262425899505629</c:v>
                </c:pt>
                <c:pt idx="808">
                  <c:v>25.273133754730221</c:v>
                </c:pt>
                <c:pt idx="809">
                  <c:v>39.014463901519797</c:v>
                </c:pt>
                <c:pt idx="810">
                  <c:v>37.752719879150384</c:v>
                </c:pt>
                <c:pt idx="811">
                  <c:v>30.226804733276371</c:v>
                </c:pt>
                <c:pt idx="812">
                  <c:v>45.635652542114251</c:v>
                </c:pt>
                <c:pt idx="813">
                  <c:v>42.723959922790527</c:v>
                </c:pt>
                <c:pt idx="814">
                  <c:v>33.365910053253167</c:v>
                </c:pt>
                <c:pt idx="815">
                  <c:v>46.799200057983398</c:v>
                </c:pt>
                <c:pt idx="816">
                  <c:v>50.375467300415053</c:v>
                </c:pt>
                <c:pt idx="817">
                  <c:v>52.586420059204123</c:v>
                </c:pt>
                <c:pt idx="818">
                  <c:v>63.9620361328125</c:v>
                </c:pt>
                <c:pt idx="819">
                  <c:v>53.253954887390151</c:v>
                </c:pt>
                <c:pt idx="820">
                  <c:v>51.341238975524902</c:v>
                </c:pt>
                <c:pt idx="821">
                  <c:v>28.78771114349367</c:v>
                </c:pt>
                <c:pt idx="822">
                  <c:v>18.918318748474121</c:v>
                </c:pt>
                <c:pt idx="823">
                  <c:v>33.531968593597433</c:v>
                </c:pt>
                <c:pt idx="824">
                  <c:v>47.964521408081048</c:v>
                </c:pt>
                <c:pt idx="825">
                  <c:v>41.91316032409668</c:v>
                </c:pt>
                <c:pt idx="826">
                  <c:v>31.728128433227521</c:v>
                </c:pt>
                <c:pt idx="827">
                  <c:v>32.407369613647482</c:v>
                </c:pt>
                <c:pt idx="828">
                  <c:v>36.535072326660149</c:v>
                </c:pt>
                <c:pt idx="829">
                  <c:v>15.21964120864865</c:v>
                </c:pt>
                <c:pt idx="830">
                  <c:v>12.951522350311301</c:v>
                </c:pt>
                <c:pt idx="831">
                  <c:v>13.5348224639893</c:v>
                </c:pt>
                <c:pt idx="832">
                  <c:v>13.81266307830813</c:v>
                </c:pt>
                <c:pt idx="833">
                  <c:v>18.984937191009529</c:v>
                </c:pt>
                <c:pt idx="834">
                  <c:v>29.733011245727521</c:v>
                </c:pt>
                <c:pt idx="835">
                  <c:v>20.22965669631958</c:v>
                </c:pt>
                <c:pt idx="836">
                  <c:v>21.436656475067149</c:v>
                </c:pt>
                <c:pt idx="837">
                  <c:v>25.7614631652832</c:v>
                </c:pt>
                <c:pt idx="838">
                  <c:v>39.865306854248047</c:v>
                </c:pt>
                <c:pt idx="839">
                  <c:v>49.479777336120598</c:v>
                </c:pt>
                <c:pt idx="840">
                  <c:v>37.07776498794555</c:v>
                </c:pt>
                <c:pt idx="841">
                  <c:v>27.6908988952637</c:v>
                </c:pt>
                <c:pt idx="842">
                  <c:v>40.280053138732903</c:v>
                </c:pt>
                <c:pt idx="843">
                  <c:v>37.514827728271477</c:v>
                </c:pt>
                <c:pt idx="844">
                  <c:v>40.991305351257317</c:v>
                </c:pt>
                <c:pt idx="845">
                  <c:v>40.222787857055678</c:v>
                </c:pt>
                <c:pt idx="846">
                  <c:v>39.311834335327177</c:v>
                </c:pt>
                <c:pt idx="847">
                  <c:v>46.165468215942347</c:v>
                </c:pt>
                <c:pt idx="848">
                  <c:v>35.835169315338128</c:v>
                </c:pt>
                <c:pt idx="849">
                  <c:v>35.874853610992453</c:v>
                </c:pt>
                <c:pt idx="850">
                  <c:v>15.596577882766709</c:v>
                </c:pt>
                <c:pt idx="851">
                  <c:v>0.7542726993560791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65.958927154541058</c:v>
                </c:pt>
                <c:pt idx="896">
                  <c:v>72.888021469116197</c:v>
                </c:pt>
                <c:pt idx="897">
                  <c:v>70.839639663696275</c:v>
                </c:pt>
                <c:pt idx="898">
                  <c:v>66.657337188720703</c:v>
                </c:pt>
                <c:pt idx="899">
                  <c:v>11.86862397193909</c:v>
                </c:pt>
                <c:pt idx="900">
                  <c:v>7.120619058609015</c:v>
                </c:pt>
                <c:pt idx="901">
                  <c:v>16.03706336021423</c:v>
                </c:pt>
                <c:pt idx="902">
                  <c:v>17.352120876312281</c:v>
                </c:pt>
                <c:pt idx="903">
                  <c:v>19.79695796966552</c:v>
                </c:pt>
                <c:pt idx="904">
                  <c:v>33.870386600494378</c:v>
                </c:pt>
                <c:pt idx="905">
                  <c:v>25.516280651092501</c:v>
                </c:pt>
                <c:pt idx="906">
                  <c:v>24.06306219100955</c:v>
                </c:pt>
                <c:pt idx="907">
                  <c:v>20.394335269927971</c:v>
                </c:pt>
                <c:pt idx="908">
                  <c:v>33.170680046081529</c:v>
                </c:pt>
                <c:pt idx="909">
                  <c:v>43.716924190521233</c:v>
                </c:pt>
                <c:pt idx="910">
                  <c:v>70.383718490600572</c:v>
                </c:pt>
                <c:pt idx="911">
                  <c:v>70.672491073608398</c:v>
                </c:pt>
                <c:pt idx="912">
                  <c:v>69.093568801879869</c:v>
                </c:pt>
                <c:pt idx="913">
                  <c:v>68.423521041870117</c:v>
                </c:pt>
                <c:pt idx="914">
                  <c:v>69.526256561279268</c:v>
                </c:pt>
                <c:pt idx="915">
                  <c:v>67.539691925048828</c:v>
                </c:pt>
                <c:pt idx="916">
                  <c:v>69.559448242187528</c:v>
                </c:pt>
                <c:pt idx="917">
                  <c:v>69.746658325195327</c:v>
                </c:pt>
                <c:pt idx="918">
                  <c:v>70.032985687255874</c:v>
                </c:pt>
                <c:pt idx="919">
                  <c:v>68.410091400146499</c:v>
                </c:pt>
                <c:pt idx="920">
                  <c:v>70.83074951171875</c:v>
                </c:pt>
                <c:pt idx="921">
                  <c:v>69.73340225219728</c:v>
                </c:pt>
                <c:pt idx="922">
                  <c:v>70.13678359985353</c:v>
                </c:pt>
                <c:pt idx="923">
                  <c:v>72.610067367553697</c:v>
                </c:pt>
                <c:pt idx="924">
                  <c:v>70.674648284912124</c:v>
                </c:pt>
                <c:pt idx="925">
                  <c:v>71.16319465637207</c:v>
                </c:pt>
                <c:pt idx="926">
                  <c:v>69.182723999023452</c:v>
                </c:pt>
                <c:pt idx="927">
                  <c:v>30.333285331726071</c:v>
                </c:pt>
                <c:pt idx="928">
                  <c:v>64.188996315002456</c:v>
                </c:pt>
                <c:pt idx="929">
                  <c:v>70.914438247680678</c:v>
                </c:pt>
                <c:pt idx="930">
                  <c:v>70.630529403686495</c:v>
                </c:pt>
                <c:pt idx="931">
                  <c:v>71.517217636108398</c:v>
                </c:pt>
                <c:pt idx="932">
                  <c:v>70.498308181762695</c:v>
                </c:pt>
                <c:pt idx="933">
                  <c:v>71.14000511169435</c:v>
                </c:pt>
                <c:pt idx="934">
                  <c:v>70.930963516235352</c:v>
                </c:pt>
                <c:pt idx="935">
                  <c:v>69.603364944457994</c:v>
                </c:pt>
                <c:pt idx="936">
                  <c:v>70.317092895507798</c:v>
                </c:pt>
                <c:pt idx="937">
                  <c:v>69.914398193359403</c:v>
                </c:pt>
                <c:pt idx="938">
                  <c:v>68.961118698120103</c:v>
                </c:pt>
                <c:pt idx="939">
                  <c:v>68.863164901733398</c:v>
                </c:pt>
                <c:pt idx="940">
                  <c:v>69.072921752929673</c:v>
                </c:pt>
                <c:pt idx="941">
                  <c:v>68.855298995971708</c:v>
                </c:pt>
                <c:pt idx="942">
                  <c:v>69.849460601806626</c:v>
                </c:pt>
                <c:pt idx="943">
                  <c:v>55.058672904968283</c:v>
                </c:pt>
                <c:pt idx="944">
                  <c:v>42.291767120361328</c:v>
                </c:pt>
                <c:pt idx="945">
                  <c:v>47.251482009887702</c:v>
                </c:pt>
                <c:pt idx="946">
                  <c:v>56.503483772277818</c:v>
                </c:pt>
                <c:pt idx="947">
                  <c:v>16.91122126579285</c:v>
                </c:pt>
                <c:pt idx="948">
                  <c:v>23.707579135894779</c:v>
                </c:pt>
                <c:pt idx="949">
                  <c:v>32.278590679168701</c:v>
                </c:pt>
                <c:pt idx="950">
                  <c:v>45.320607185363748</c:v>
                </c:pt>
                <c:pt idx="951">
                  <c:v>43.70859241485595</c:v>
                </c:pt>
                <c:pt idx="952">
                  <c:v>28.900930404663072</c:v>
                </c:pt>
                <c:pt idx="953">
                  <c:v>68.069406509399428</c:v>
                </c:pt>
                <c:pt idx="954">
                  <c:v>71.331880569458008</c:v>
                </c:pt>
                <c:pt idx="955">
                  <c:v>70.009576797485352</c:v>
                </c:pt>
                <c:pt idx="956">
                  <c:v>68.887275695800795</c:v>
                </c:pt>
                <c:pt idx="957">
                  <c:v>49.805724143981948</c:v>
                </c:pt>
                <c:pt idx="958">
                  <c:v>49.877527236938477</c:v>
                </c:pt>
                <c:pt idx="959">
                  <c:v>64.19971084594728</c:v>
                </c:pt>
                <c:pt idx="960">
                  <c:v>60.289453506469727</c:v>
                </c:pt>
                <c:pt idx="961">
                  <c:v>50.667738914489753</c:v>
                </c:pt>
                <c:pt idx="962">
                  <c:v>43.548168182373047</c:v>
                </c:pt>
                <c:pt idx="963">
                  <c:v>49.556712150573723</c:v>
                </c:pt>
                <c:pt idx="964">
                  <c:v>51.994007110595703</c:v>
                </c:pt>
                <c:pt idx="965">
                  <c:v>61.256772041320801</c:v>
                </c:pt>
                <c:pt idx="966">
                  <c:v>64.143616676330581</c:v>
                </c:pt>
                <c:pt idx="967">
                  <c:v>55.321750640869148</c:v>
                </c:pt>
                <c:pt idx="968">
                  <c:v>40.559107780456522</c:v>
                </c:pt>
                <c:pt idx="969">
                  <c:v>27.092631340026848</c:v>
                </c:pt>
                <c:pt idx="970">
                  <c:v>20.656445503234849</c:v>
                </c:pt>
                <c:pt idx="971">
                  <c:v>26.321326255798329</c:v>
                </c:pt>
                <c:pt idx="972">
                  <c:v>48.833288192749023</c:v>
                </c:pt>
                <c:pt idx="973">
                  <c:v>78.45391464233397</c:v>
                </c:pt>
                <c:pt idx="974">
                  <c:v>75.355392456054673</c:v>
                </c:pt>
                <c:pt idx="975">
                  <c:v>66.905815124511705</c:v>
                </c:pt>
                <c:pt idx="976">
                  <c:v>38.950556755065932</c:v>
                </c:pt>
                <c:pt idx="977">
                  <c:v>45.969402313232422</c:v>
                </c:pt>
                <c:pt idx="978">
                  <c:v>40.8475341796875</c:v>
                </c:pt>
                <c:pt idx="979">
                  <c:v>59.320075988769553</c:v>
                </c:pt>
                <c:pt idx="980">
                  <c:v>55.820656776428201</c:v>
                </c:pt>
                <c:pt idx="981">
                  <c:v>50.507081985473633</c:v>
                </c:pt>
                <c:pt idx="982">
                  <c:v>47.951318740844727</c:v>
                </c:pt>
                <c:pt idx="983">
                  <c:v>51.362311363220201</c:v>
                </c:pt>
                <c:pt idx="984">
                  <c:v>67.935840606689453</c:v>
                </c:pt>
                <c:pt idx="985">
                  <c:v>68.401735305786133</c:v>
                </c:pt>
                <c:pt idx="986">
                  <c:v>13.303841590881341</c:v>
                </c:pt>
                <c:pt idx="987">
                  <c:v>0</c:v>
                </c:pt>
                <c:pt idx="988">
                  <c:v>14.885410785675051</c:v>
                </c:pt>
                <c:pt idx="989">
                  <c:v>47.040072441101067</c:v>
                </c:pt>
                <c:pt idx="990">
                  <c:v>44.784716606140151</c:v>
                </c:pt>
                <c:pt idx="991">
                  <c:v>29.597030162811279</c:v>
                </c:pt>
                <c:pt idx="992">
                  <c:v>37.041863441467271</c:v>
                </c:pt>
                <c:pt idx="993">
                  <c:v>0</c:v>
                </c:pt>
                <c:pt idx="994">
                  <c:v>12.17768120765688</c:v>
                </c:pt>
                <c:pt idx="995">
                  <c:v>48.04728031158448</c:v>
                </c:pt>
                <c:pt idx="996">
                  <c:v>64.160554885864286</c:v>
                </c:pt>
                <c:pt idx="997">
                  <c:v>37.272783756256104</c:v>
                </c:pt>
                <c:pt idx="998">
                  <c:v>31.2156853675842</c:v>
                </c:pt>
                <c:pt idx="999">
                  <c:v>30.02725458145142</c:v>
                </c:pt>
                <c:pt idx="1000">
                  <c:v>28.07948160171507</c:v>
                </c:pt>
                <c:pt idx="1001">
                  <c:v>28.5003309249878</c:v>
                </c:pt>
                <c:pt idx="1002">
                  <c:v>29.385218620300279</c:v>
                </c:pt>
                <c:pt idx="1003">
                  <c:v>30.27215147018433</c:v>
                </c:pt>
                <c:pt idx="1004">
                  <c:v>31.63859939575195</c:v>
                </c:pt>
                <c:pt idx="1005">
                  <c:v>32.013634204864523</c:v>
                </c:pt>
                <c:pt idx="1006">
                  <c:v>30.93510818481445</c:v>
                </c:pt>
                <c:pt idx="1007">
                  <c:v>31.40063905715942</c:v>
                </c:pt>
                <c:pt idx="1008">
                  <c:v>31.395737171173099</c:v>
                </c:pt>
                <c:pt idx="1009">
                  <c:v>43.834945678710923</c:v>
                </c:pt>
                <c:pt idx="1010">
                  <c:v>33.046328067779527</c:v>
                </c:pt>
                <c:pt idx="1011">
                  <c:v>14.1912133693695</c:v>
                </c:pt>
                <c:pt idx="1012">
                  <c:v>23.792079925537131</c:v>
                </c:pt>
                <c:pt idx="1013">
                  <c:v>37.581222534179673</c:v>
                </c:pt>
                <c:pt idx="1014">
                  <c:v>50.526596069335952</c:v>
                </c:pt>
                <c:pt idx="1015">
                  <c:v>45.401226997375467</c:v>
                </c:pt>
                <c:pt idx="1016">
                  <c:v>26.804351806640621</c:v>
                </c:pt>
                <c:pt idx="1017">
                  <c:v>38.34840202331543</c:v>
                </c:pt>
                <c:pt idx="1018">
                  <c:v>46.188411712646477</c:v>
                </c:pt>
                <c:pt idx="1019">
                  <c:v>31.805382728576649</c:v>
                </c:pt>
                <c:pt idx="1020">
                  <c:v>33.371904373168917</c:v>
                </c:pt>
                <c:pt idx="1021">
                  <c:v>42.725266456603997</c:v>
                </c:pt>
                <c:pt idx="1022">
                  <c:v>49.669256210327148</c:v>
                </c:pt>
                <c:pt idx="1023">
                  <c:v>65.568392753601074</c:v>
                </c:pt>
                <c:pt idx="1024">
                  <c:v>62.915041923522949</c:v>
                </c:pt>
                <c:pt idx="1025">
                  <c:v>63.045146942138672</c:v>
                </c:pt>
                <c:pt idx="1026">
                  <c:v>59.905335426330574</c:v>
                </c:pt>
                <c:pt idx="1027">
                  <c:v>42.110139846801772</c:v>
                </c:pt>
                <c:pt idx="1028">
                  <c:v>52.649420738220222</c:v>
                </c:pt>
                <c:pt idx="1029">
                  <c:v>59.707451820373549</c:v>
                </c:pt>
                <c:pt idx="1030">
                  <c:v>52.0777072906494</c:v>
                </c:pt>
                <c:pt idx="1031">
                  <c:v>51.922916412353523</c:v>
                </c:pt>
                <c:pt idx="1032">
                  <c:v>52.863059043884299</c:v>
                </c:pt>
                <c:pt idx="1033">
                  <c:v>43.126626968383803</c:v>
                </c:pt>
                <c:pt idx="1034">
                  <c:v>49.588903427124052</c:v>
                </c:pt>
                <c:pt idx="1035">
                  <c:v>54.313574790954597</c:v>
                </c:pt>
                <c:pt idx="1036">
                  <c:v>64.896350860595703</c:v>
                </c:pt>
                <c:pt idx="1037">
                  <c:v>54.632042884826653</c:v>
                </c:pt>
                <c:pt idx="1038">
                  <c:v>46.188510894775398</c:v>
                </c:pt>
                <c:pt idx="1039">
                  <c:v>50.108863830566399</c:v>
                </c:pt>
                <c:pt idx="1040">
                  <c:v>60.771040916442878</c:v>
                </c:pt>
                <c:pt idx="1041">
                  <c:v>65.031788825988741</c:v>
                </c:pt>
                <c:pt idx="1042">
                  <c:v>56.715250968933127</c:v>
                </c:pt>
                <c:pt idx="1043">
                  <c:v>55.592023849487298</c:v>
                </c:pt>
                <c:pt idx="1044">
                  <c:v>50.724712371826172</c:v>
                </c:pt>
                <c:pt idx="1045">
                  <c:v>56.667893409729032</c:v>
                </c:pt>
                <c:pt idx="1046">
                  <c:v>62.957469940185533</c:v>
                </c:pt>
                <c:pt idx="1047">
                  <c:v>66.275714874267607</c:v>
                </c:pt>
                <c:pt idx="1048">
                  <c:v>68.24755859375</c:v>
                </c:pt>
                <c:pt idx="1049">
                  <c:v>70.312849044799805</c:v>
                </c:pt>
                <c:pt idx="1050">
                  <c:v>69.175252914428725</c:v>
                </c:pt>
                <c:pt idx="1051">
                  <c:v>57.847640991210923</c:v>
                </c:pt>
                <c:pt idx="1052">
                  <c:v>53.325653076171903</c:v>
                </c:pt>
                <c:pt idx="1053">
                  <c:v>56.704587936401367</c:v>
                </c:pt>
                <c:pt idx="1054">
                  <c:v>70.207908630371122</c:v>
                </c:pt>
                <c:pt idx="1055">
                  <c:v>59.307435989379883</c:v>
                </c:pt>
                <c:pt idx="1056">
                  <c:v>50.729293823242202</c:v>
                </c:pt>
                <c:pt idx="1057">
                  <c:v>50.660297393798828</c:v>
                </c:pt>
                <c:pt idx="1058">
                  <c:v>49.383923530578627</c:v>
                </c:pt>
                <c:pt idx="1059">
                  <c:v>49.708428382873549</c:v>
                </c:pt>
                <c:pt idx="1060">
                  <c:v>46.557038307189949</c:v>
                </c:pt>
                <c:pt idx="1061">
                  <c:v>36.524692058563232</c:v>
                </c:pt>
                <c:pt idx="1062">
                  <c:v>43.462491989135749</c:v>
                </c:pt>
                <c:pt idx="1063">
                  <c:v>53.264985084533699</c:v>
                </c:pt>
                <c:pt idx="1064">
                  <c:v>52.366547584533699</c:v>
                </c:pt>
                <c:pt idx="1065">
                  <c:v>48.539979934692383</c:v>
                </c:pt>
                <c:pt idx="1066">
                  <c:v>42.330822944641078</c:v>
                </c:pt>
                <c:pt idx="1067">
                  <c:v>46.281719207763672</c:v>
                </c:pt>
                <c:pt idx="1068">
                  <c:v>37.836044788360603</c:v>
                </c:pt>
                <c:pt idx="1069">
                  <c:v>25.132343292236332</c:v>
                </c:pt>
                <c:pt idx="1070">
                  <c:v>0</c:v>
                </c:pt>
                <c:pt idx="1071">
                  <c:v>5.7408002614974976</c:v>
                </c:pt>
                <c:pt idx="1072">
                  <c:v>29.683255672454852</c:v>
                </c:pt>
                <c:pt idx="1073">
                  <c:v>32.483674049377449</c:v>
                </c:pt>
                <c:pt idx="1074">
                  <c:v>28.84430170059203</c:v>
                </c:pt>
                <c:pt idx="1075">
                  <c:v>35.404948711395249</c:v>
                </c:pt>
                <c:pt idx="1076">
                  <c:v>47.978235244750998</c:v>
                </c:pt>
                <c:pt idx="1077">
                  <c:v>47.723468780517578</c:v>
                </c:pt>
                <c:pt idx="1078">
                  <c:v>68.689329147338896</c:v>
                </c:pt>
                <c:pt idx="1079">
                  <c:v>70.801349639892607</c:v>
                </c:pt>
                <c:pt idx="1080">
                  <c:v>70.83691978454587</c:v>
                </c:pt>
                <c:pt idx="1081">
                  <c:v>57.28105640411377</c:v>
                </c:pt>
                <c:pt idx="1082">
                  <c:v>52.608869552612298</c:v>
                </c:pt>
                <c:pt idx="1083">
                  <c:v>62.159136772155783</c:v>
                </c:pt>
                <c:pt idx="1084">
                  <c:v>64.1398153305054</c:v>
                </c:pt>
                <c:pt idx="1085">
                  <c:v>61.037432670593283</c:v>
                </c:pt>
                <c:pt idx="1086">
                  <c:v>46.178163528442397</c:v>
                </c:pt>
                <c:pt idx="1087">
                  <c:v>51.443904876708999</c:v>
                </c:pt>
                <c:pt idx="1088">
                  <c:v>72.215599060058594</c:v>
                </c:pt>
                <c:pt idx="1089">
                  <c:v>69.320618629455581</c:v>
                </c:pt>
                <c:pt idx="1090">
                  <c:v>54.104107856750467</c:v>
                </c:pt>
                <c:pt idx="1091">
                  <c:v>49.550594329833999</c:v>
                </c:pt>
                <c:pt idx="1092">
                  <c:v>60.107234001159682</c:v>
                </c:pt>
                <c:pt idx="1093">
                  <c:v>59.141046524047852</c:v>
                </c:pt>
                <c:pt idx="1094">
                  <c:v>26.93887066841123</c:v>
                </c:pt>
                <c:pt idx="1095">
                  <c:v>64.555776596069336</c:v>
                </c:pt>
                <c:pt idx="1096">
                  <c:v>71.484352111816435</c:v>
                </c:pt>
                <c:pt idx="1097">
                  <c:v>69.540458679199205</c:v>
                </c:pt>
                <c:pt idx="1098">
                  <c:v>53.626376152038603</c:v>
                </c:pt>
                <c:pt idx="1099">
                  <c:v>50.725220680236802</c:v>
                </c:pt>
                <c:pt idx="1100">
                  <c:v>54.655736923217773</c:v>
                </c:pt>
                <c:pt idx="1101">
                  <c:v>70.277555465698242</c:v>
                </c:pt>
                <c:pt idx="1102">
                  <c:v>69.742479324340849</c:v>
                </c:pt>
                <c:pt idx="1103">
                  <c:v>69.007562637329073</c:v>
                </c:pt>
                <c:pt idx="1104">
                  <c:v>65.881952285766602</c:v>
                </c:pt>
                <c:pt idx="1105">
                  <c:v>46.904900550842271</c:v>
                </c:pt>
                <c:pt idx="1106">
                  <c:v>52.128534317016573</c:v>
                </c:pt>
                <c:pt idx="1107">
                  <c:v>66.33678245544435</c:v>
                </c:pt>
                <c:pt idx="1108">
                  <c:v>55.169552803039579</c:v>
                </c:pt>
                <c:pt idx="1109">
                  <c:v>48.369796752929723</c:v>
                </c:pt>
                <c:pt idx="1110">
                  <c:v>54.371087074279771</c:v>
                </c:pt>
                <c:pt idx="1111">
                  <c:v>57.265981674194322</c:v>
                </c:pt>
                <c:pt idx="1112">
                  <c:v>58.4146375656128</c:v>
                </c:pt>
                <c:pt idx="1113">
                  <c:v>45.390228271484403</c:v>
                </c:pt>
                <c:pt idx="1114">
                  <c:v>30.203021049499529</c:v>
                </c:pt>
                <c:pt idx="1115">
                  <c:v>39.225503921508768</c:v>
                </c:pt>
                <c:pt idx="1116">
                  <c:v>35.967380523681648</c:v>
                </c:pt>
                <c:pt idx="1117">
                  <c:v>42.177252292633028</c:v>
                </c:pt>
                <c:pt idx="1118">
                  <c:v>41.99022817611695</c:v>
                </c:pt>
                <c:pt idx="1119">
                  <c:v>55.199696540832548</c:v>
                </c:pt>
                <c:pt idx="1120">
                  <c:v>48.777252197265653</c:v>
                </c:pt>
                <c:pt idx="1121">
                  <c:v>50.591721534728997</c:v>
                </c:pt>
                <c:pt idx="1122">
                  <c:v>59.018367767333977</c:v>
                </c:pt>
                <c:pt idx="1123">
                  <c:v>65.149655342102051</c:v>
                </c:pt>
                <c:pt idx="1124">
                  <c:v>61.303812980651848</c:v>
                </c:pt>
                <c:pt idx="1125">
                  <c:v>51.618642807006822</c:v>
                </c:pt>
                <c:pt idx="1126">
                  <c:v>63.674659729003928</c:v>
                </c:pt>
                <c:pt idx="1127">
                  <c:v>65.328933715820355</c:v>
                </c:pt>
                <c:pt idx="1128">
                  <c:v>62.816394805908203</c:v>
                </c:pt>
                <c:pt idx="1129">
                  <c:v>71.358797073364258</c:v>
                </c:pt>
                <c:pt idx="1130">
                  <c:v>66.184412956237793</c:v>
                </c:pt>
                <c:pt idx="1131">
                  <c:v>56.334464073181167</c:v>
                </c:pt>
                <c:pt idx="1132">
                  <c:v>54.100846290588379</c:v>
                </c:pt>
                <c:pt idx="1133">
                  <c:v>62.458857536315932</c:v>
                </c:pt>
                <c:pt idx="1134">
                  <c:v>53.76237106323245</c:v>
                </c:pt>
                <c:pt idx="1135">
                  <c:v>56.648334503173828</c:v>
                </c:pt>
                <c:pt idx="1136">
                  <c:v>50.348527908325217</c:v>
                </c:pt>
                <c:pt idx="1137">
                  <c:v>65.172763824462876</c:v>
                </c:pt>
                <c:pt idx="1138">
                  <c:v>62.520913124084473</c:v>
                </c:pt>
                <c:pt idx="1139">
                  <c:v>41.651602745056152</c:v>
                </c:pt>
                <c:pt idx="1140">
                  <c:v>44.716409683227553</c:v>
                </c:pt>
                <c:pt idx="1141">
                  <c:v>26.086779594421369</c:v>
                </c:pt>
                <c:pt idx="1142">
                  <c:v>34.065651893615723</c:v>
                </c:pt>
                <c:pt idx="1143">
                  <c:v>70.28980827331543</c:v>
                </c:pt>
                <c:pt idx="1144">
                  <c:v>71.930263519287124</c:v>
                </c:pt>
                <c:pt idx="1145">
                  <c:v>69.812761306762695</c:v>
                </c:pt>
                <c:pt idx="1146">
                  <c:v>71.062152862548828</c:v>
                </c:pt>
                <c:pt idx="1147">
                  <c:v>72.509912490844727</c:v>
                </c:pt>
                <c:pt idx="1148">
                  <c:v>69.792346954345732</c:v>
                </c:pt>
                <c:pt idx="1149">
                  <c:v>69.592197418212905</c:v>
                </c:pt>
                <c:pt idx="1150">
                  <c:v>69.700572967529268</c:v>
                </c:pt>
                <c:pt idx="1151">
                  <c:v>69.852785110473619</c:v>
                </c:pt>
                <c:pt idx="1152">
                  <c:v>68.678197860717773</c:v>
                </c:pt>
                <c:pt idx="1153">
                  <c:v>67.435865402221651</c:v>
                </c:pt>
                <c:pt idx="1154">
                  <c:v>69.26514053344728</c:v>
                </c:pt>
                <c:pt idx="1155">
                  <c:v>57.090225219726577</c:v>
                </c:pt>
                <c:pt idx="1156">
                  <c:v>49.867313385009773</c:v>
                </c:pt>
                <c:pt idx="1157">
                  <c:v>52.903021812438951</c:v>
                </c:pt>
                <c:pt idx="1158">
                  <c:v>54.600549697875977</c:v>
                </c:pt>
                <c:pt idx="1159">
                  <c:v>51.057893753051772</c:v>
                </c:pt>
                <c:pt idx="1160">
                  <c:v>50.853404045105002</c:v>
                </c:pt>
                <c:pt idx="1161">
                  <c:v>62.339941978454597</c:v>
                </c:pt>
                <c:pt idx="1162">
                  <c:v>41.904597759246833</c:v>
                </c:pt>
                <c:pt idx="1163">
                  <c:v>18.9898009300232</c:v>
                </c:pt>
                <c:pt idx="1164">
                  <c:v>42.750356197357178</c:v>
                </c:pt>
                <c:pt idx="1165">
                  <c:v>70.216625213623047</c:v>
                </c:pt>
                <c:pt idx="1166">
                  <c:v>69.827856063842773</c:v>
                </c:pt>
                <c:pt idx="1167">
                  <c:v>70.731828689575195</c:v>
                </c:pt>
                <c:pt idx="1168">
                  <c:v>65.273720741271973</c:v>
                </c:pt>
                <c:pt idx="1169">
                  <c:v>52.199145317077651</c:v>
                </c:pt>
                <c:pt idx="1170">
                  <c:v>50.967670440673828</c:v>
                </c:pt>
                <c:pt idx="1171">
                  <c:v>59.743055343627951</c:v>
                </c:pt>
                <c:pt idx="1172">
                  <c:v>64.507913589477553</c:v>
                </c:pt>
                <c:pt idx="1173">
                  <c:v>68.404064178466825</c:v>
                </c:pt>
                <c:pt idx="1174">
                  <c:v>68.188457489013672</c:v>
                </c:pt>
                <c:pt idx="1175">
                  <c:v>66.259063720703153</c:v>
                </c:pt>
                <c:pt idx="1176">
                  <c:v>62.091863632202177</c:v>
                </c:pt>
                <c:pt idx="1177">
                  <c:v>65.567174911499023</c:v>
                </c:pt>
                <c:pt idx="1178">
                  <c:v>53.658415794372551</c:v>
                </c:pt>
                <c:pt idx="1179">
                  <c:v>52.756872177124052</c:v>
                </c:pt>
                <c:pt idx="1180">
                  <c:v>64.781604766845675</c:v>
                </c:pt>
                <c:pt idx="1181">
                  <c:v>53.179966926574721</c:v>
                </c:pt>
                <c:pt idx="1182">
                  <c:v>51.156187057495117</c:v>
                </c:pt>
                <c:pt idx="1183">
                  <c:v>51.950861930847182</c:v>
                </c:pt>
                <c:pt idx="1184">
                  <c:v>50.423001289367683</c:v>
                </c:pt>
                <c:pt idx="1185">
                  <c:v>49.655961036682129</c:v>
                </c:pt>
                <c:pt idx="1186">
                  <c:v>43.436919212341301</c:v>
                </c:pt>
                <c:pt idx="1187">
                  <c:v>48.691614151000977</c:v>
                </c:pt>
                <c:pt idx="1188">
                  <c:v>47.615946769714377</c:v>
                </c:pt>
                <c:pt idx="1189">
                  <c:v>51.886164665222182</c:v>
                </c:pt>
                <c:pt idx="1190">
                  <c:v>48.773873329162598</c:v>
                </c:pt>
                <c:pt idx="1191">
                  <c:v>51.327224731445327</c:v>
                </c:pt>
                <c:pt idx="1192">
                  <c:v>52.856754302978501</c:v>
                </c:pt>
                <c:pt idx="1193">
                  <c:v>61.087297439575202</c:v>
                </c:pt>
                <c:pt idx="1194">
                  <c:v>51.82476234436038</c:v>
                </c:pt>
                <c:pt idx="1195">
                  <c:v>51.630046844482422</c:v>
                </c:pt>
                <c:pt idx="1196">
                  <c:v>58.962645530700698</c:v>
                </c:pt>
                <c:pt idx="1197">
                  <c:v>54.225735664367697</c:v>
                </c:pt>
                <c:pt idx="1198">
                  <c:v>58.361223220825202</c:v>
                </c:pt>
                <c:pt idx="1199">
                  <c:v>48.342415809631348</c:v>
                </c:pt>
                <c:pt idx="1200">
                  <c:v>44.26787757873538</c:v>
                </c:pt>
                <c:pt idx="1201">
                  <c:v>50.472678184509299</c:v>
                </c:pt>
                <c:pt idx="1202">
                  <c:v>51.004366874694803</c:v>
                </c:pt>
                <c:pt idx="1203">
                  <c:v>42.718365669250502</c:v>
                </c:pt>
                <c:pt idx="1204">
                  <c:v>28.460933685302749</c:v>
                </c:pt>
                <c:pt idx="1205">
                  <c:v>33.668064117431648</c:v>
                </c:pt>
                <c:pt idx="1206">
                  <c:v>45.154930114746122</c:v>
                </c:pt>
                <c:pt idx="1207">
                  <c:v>45.550489425659151</c:v>
                </c:pt>
                <c:pt idx="1208">
                  <c:v>30.703292369842519</c:v>
                </c:pt>
                <c:pt idx="1209">
                  <c:v>34.491522789001479</c:v>
                </c:pt>
                <c:pt idx="1210">
                  <c:v>40.743120193481467</c:v>
                </c:pt>
                <c:pt idx="1211">
                  <c:v>47.952197074890123</c:v>
                </c:pt>
                <c:pt idx="1212">
                  <c:v>64.994447708129911</c:v>
                </c:pt>
                <c:pt idx="1213">
                  <c:v>60.890426635742202</c:v>
                </c:pt>
                <c:pt idx="1214">
                  <c:v>36.874087333679199</c:v>
                </c:pt>
                <c:pt idx="1215">
                  <c:v>43.531025886535623</c:v>
                </c:pt>
                <c:pt idx="1216">
                  <c:v>61.764728546142578</c:v>
                </c:pt>
                <c:pt idx="1217">
                  <c:v>65.965573310852051</c:v>
                </c:pt>
                <c:pt idx="1218">
                  <c:v>53.554759025573723</c:v>
                </c:pt>
                <c:pt idx="1219">
                  <c:v>50.545344352722182</c:v>
                </c:pt>
                <c:pt idx="1220">
                  <c:v>50.278217315673849</c:v>
                </c:pt>
                <c:pt idx="1221">
                  <c:v>51.250399589538567</c:v>
                </c:pt>
                <c:pt idx="1222">
                  <c:v>50.892217636108398</c:v>
                </c:pt>
                <c:pt idx="1223">
                  <c:v>51.306293487548828</c:v>
                </c:pt>
                <c:pt idx="1224">
                  <c:v>63.893129348754897</c:v>
                </c:pt>
                <c:pt idx="1225">
                  <c:v>49.3028373718262</c:v>
                </c:pt>
                <c:pt idx="1226">
                  <c:v>45.701858520507827</c:v>
                </c:pt>
                <c:pt idx="1227">
                  <c:v>41.254878044128453</c:v>
                </c:pt>
                <c:pt idx="1228">
                  <c:v>48.989904403686502</c:v>
                </c:pt>
                <c:pt idx="1229">
                  <c:v>50.471572875976577</c:v>
                </c:pt>
                <c:pt idx="1230">
                  <c:v>50.152750968933098</c:v>
                </c:pt>
                <c:pt idx="1231">
                  <c:v>50.4655246734619</c:v>
                </c:pt>
                <c:pt idx="1232">
                  <c:v>48.961296081542983</c:v>
                </c:pt>
                <c:pt idx="1233">
                  <c:v>50.648756980896003</c:v>
                </c:pt>
                <c:pt idx="1234">
                  <c:v>51.595907211303697</c:v>
                </c:pt>
                <c:pt idx="1235">
                  <c:v>58.532223701477022</c:v>
                </c:pt>
                <c:pt idx="1236">
                  <c:v>44.738970756530748</c:v>
                </c:pt>
                <c:pt idx="1237">
                  <c:v>25.395082712173451</c:v>
                </c:pt>
                <c:pt idx="1238">
                  <c:v>11.98310470581055</c:v>
                </c:pt>
                <c:pt idx="1239">
                  <c:v>54.423624992370598</c:v>
                </c:pt>
                <c:pt idx="1240">
                  <c:v>40.367446899414048</c:v>
                </c:pt>
                <c:pt idx="1241">
                  <c:v>27.460909843444821</c:v>
                </c:pt>
                <c:pt idx="1242">
                  <c:v>28.432451248168949</c:v>
                </c:pt>
                <c:pt idx="1243">
                  <c:v>32.3579454421997</c:v>
                </c:pt>
                <c:pt idx="1244">
                  <c:v>39.864299774169901</c:v>
                </c:pt>
                <c:pt idx="1245">
                  <c:v>45.439708709716783</c:v>
                </c:pt>
                <c:pt idx="1246">
                  <c:v>40.869284629821777</c:v>
                </c:pt>
                <c:pt idx="1247">
                  <c:v>36.797266006469727</c:v>
                </c:pt>
                <c:pt idx="1248">
                  <c:v>30.561914920806881</c:v>
                </c:pt>
                <c:pt idx="1249">
                  <c:v>36.526195526123047</c:v>
                </c:pt>
                <c:pt idx="1250">
                  <c:v>48.480206489563002</c:v>
                </c:pt>
                <c:pt idx="1251">
                  <c:v>50.723599433898933</c:v>
                </c:pt>
                <c:pt idx="1252">
                  <c:v>50.6665201187134</c:v>
                </c:pt>
                <c:pt idx="1253">
                  <c:v>44.257499694824233</c:v>
                </c:pt>
                <c:pt idx="1254">
                  <c:v>45.546628952026353</c:v>
                </c:pt>
                <c:pt idx="1255">
                  <c:v>47.511441230773947</c:v>
                </c:pt>
                <c:pt idx="1256">
                  <c:v>30.83099794387817</c:v>
                </c:pt>
                <c:pt idx="1257">
                  <c:v>34.119144439697273</c:v>
                </c:pt>
                <c:pt idx="1258">
                  <c:v>41.860641479492173</c:v>
                </c:pt>
                <c:pt idx="1259">
                  <c:v>45.557874679565451</c:v>
                </c:pt>
                <c:pt idx="1260">
                  <c:v>37.581112384796128</c:v>
                </c:pt>
                <c:pt idx="1261">
                  <c:v>28.728902816772479</c:v>
                </c:pt>
                <c:pt idx="1262">
                  <c:v>35.177152633666999</c:v>
                </c:pt>
                <c:pt idx="1263">
                  <c:v>39.791343688964851</c:v>
                </c:pt>
                <c:pt idx="1264">
                  <c:v>46.269615173339851</c:v>
                </c:pt>
                <c:pt idx="1265">
                  <c:v>45.305758476257317</c:v>
                </c:pt>
                <c:pt idx="1266">
                  <c:v>29.785592555999781</c:v>
                </c:pt>
                <c:pt idx="1267">
                  <c:v>29.45146894454955</c:v>
                </c:pt>
                <c:pt idx="1268">
                  <c:v>33.374960899353027</c:v>
                </c:pt>
                <c:pt idx="1269">
                  <c:v>43.250805854797377</c:v>
                </c:pt>
                <c:pt idx="1270">
                  <c:v>49.811095237731926</c:v>
                </c:pt>
                <c:pt idx="1271">
                  <c:v>49.82251930236815</c:v>
                </c:pt>
                <c:pt idx="1272">
                  <c:v>44.661285400390618</c:v>
                </c:pt>
                <c:pt idx="1273">
                  <c:v>28.23828983306888</c:v>
                </c:pt>
                <c:pt idx="1274">
                  <c:v>26.038206577301029</c:v>
                </c:pt>
                <c:pt idx="1275">
                  <c:v>25.645587921142571</c:v>
                </c:pt>
                <c:pt idx="1276">
                  <c:v>45.373134613037102</c:v>
                </c:pt>
                <c:pt idx="1277">
                  <c:v>40.008819580078153</c:v>
                </c:pt>
                <c:pt idx="1278">
                  <c:v>32.248843193054199</c:v>
                </c:pt>
                <c:pt idx="1279">
                  <c:v>33.516196250915549</c:v>
                </c:pt>
                <c:pt idx="1280">
                  <c:v>2.81592297554015</c:v>
                </c:pt>
                <c:pt idx="1281">
                  <c:v>56.317545890808098</c:v>
                </c:pt>
                <c:pt idx="1282">
                  <c:v>53.591569900512702</c:v>
                </c:pt>
                <c:pt idx="1283">
                  <c:v>44.831830024719252</c:v>
                </c:pt>
                <c:pt idx="1284">
                  <c:v>27.110768795013449</c:v>
                </c:pt>
                <c:pt idx="1285">
                  <c:v>33.238602638244622</c:v>
                </c:pt>
                <c:pt idx="1286">
                  <c:v>41.647808074951179</c:v>
                </c:pt>
                <c:pt idx="1287">
                  <c:v>49.629107475280748</c:v>
                </c:pt>
                <c:pt idx="1288">
                  <c:v>36.971455097198529</c:v>
                </c:pt>
                <c:pt idx="1289">
                  <c:v>30.232565879821799</c:v>
                </c:pt>
                <c:pt idx="1290">
                  <c:v>42.657641410827623</c:v>
                </c:pt>
                <c:pt idx="1291">
                  <c:v>50.4962673187256</c:v>
                </c:pt>
                <c:pt idx="1292">
                  <c:v>48.361126899719252</c:v>
                </c:pt>
                <c:pt idx="1293">
                  <c:v>44.048492431640618</c:v>
                </c:pt>
                <c:pt idx="1294">
                  <c:v>50.171349525451667</c:v>
                </c:pt>
                <c:pt idx="1295">
                  <c:v>50.993089675903299</c:v>
                </c:pt>
                <c:pt idx="1296">
                  <c:v>58.300353050231926</c:v>
                </c:pt>
                <c:pt idx="1297">
                  <c:v>62.557960510253899</c:v>
                </c:pt>
                <c:pt idx="1298">
                  <c:v>64.803163528442383</c:v>
                </c:pt>
                <c:pt idx="1299">
                  <c:v>60.034882545471199</c:v>
                </c:pt>
                <c:pt idx="1300">
                  <c:v>64.444793701171875</c:v>
                </c:pt>
                <c:pt idx="1301">
                  <c:v>64.595806121826172</c:v>
                </c:pt>
                <c:pt idx="1302">
                  <c:v>68.697986602783203</c:v>
                </c:pt>
                <c:pt idx="1303">
                  <c:v>70.406333923339844</c:v>
                </c:pt>
                <c:pt idx="1304">
                  <c:v>71.100896835327148</c:v>
                </c:pt>
                <c:pt idx="1305">
                  <c:v>47.583439826965353</c:v>
                </c:pt>
                <c:pt idx="1306">
                  <c:v>48.039768218994134</c:v>
                </c:pt>
                <c:pt idx="1307">
                  <c:v>53.249940872192383</c:v>
                </c:pt>
                <c:pt idx="1308">
                  <c:v>61.279236793518074</c:v>
                </c:pt>
                <c:pt idx="1309">
                  <c:v>56.227216720581083</c:v>
                </c:pt>
                <c:pt idx="1310">
                  <c:v>48.707483291625977</c:v>
                </c:pt>
                <c:pt idx="1311">
                  <c:v>50.407302856445298</c:v>
                </c:pt>
                <c:pt idx="1312">
                  <c:v>55.167633056640653</c:v>
                </c:pt>
                <c:pt idx="1313">
                  <c:v>59.321101188659682</c:v>
                </c:pt>
                <c:pt idx="1314">
                  <c:v>54.797283172607422</c:v>
                </c:pt>
                <c:pt idx="1315">
                  <c:v>68.678838729858398</c:v>
                </c:pt>
                <c:pt idx="1316">
                  <c:v>68.91852569580081</c:v>
                </c:pt>
                <c:pt idx="1317">
                  <c:v>53.042660713195801</c:v>
                </c:pt>
                <c:pt idx="1318">
                  <c:v>50.874448776245117</c:v>
                </c:pt>
                <c:pt idx="1319">
                  <c:v>69.714595794677749</c:v>
                </c:pt>
                <c:pt idx="1320">
                  <c:v>68.946382522583036</c:v>
                </c:pt>
                <c:pt idx="1321">
                  <c:v>64.362760543823271</c:v>
                </c:pt>
                <c:pt idx="1322">
                  <c:v>63.370539665222182</c:v>
                </c:pt>
                <c:pt idx="1323">
                  <c:v>52.545553207397447</c:v>
                </c:pt>
                <c:pt idx="1324">
                  <c:v>51.104047775268548</c:v>
                </c:pt>
                <c:pt idx="1325">
                  <c:v>59.388627052307122</c:v>
                </c:pt>
                <c:pt idx="1326">
                  <c:v>70.433465957641602</c:v>
                </c:pt>
                <c:pt idx="1327">
                  <c:v>70.565090179443374</c:v>
                </c:pt>
                <c:pt idx="1328">
                  <c:v>62.286753654479973</c:v>
                </c:pt>
                <c:pt idx="1329">
                  <c:v>56.609485626220717</c:v>
                </c:pt>
                <c:pt idx="1330">
                  <c:v>65.150871276855469</c:v>
                </c:pt>
                <c:pt idx="1331">
                  <c:v>66.649353981018081</c:v>
                </c:pt>
                <c:pt idx="1332">
                  <c:v>54.6583957672119</c:v>
                </c:pt>
                <c:pt idx="1333">
                  <c:v>50.365648269653299</c:v>
                </c:pt>
                <c:pt idx="1334">
                  <c:v>59.112367630004897</c:v>
                </c:pt>
                <c:pt idx="1335">
                  <c:v>66.763021469116225</c:v>
                </c:pt>
                <c:pt idx="1336">
                  <c:v>62.324546813964851</c:v>
                </c:pt>
                <c:pt idx="1337">
                  <c:v>68.527437210083022</c:v>
                </c:pt>
                <c:pt idx="1338">
                  <c:v>66.208795547485352</c:v>
                </c:pt>
                <c:pt idx="1339">
                  <c:v>64.185941696166978</c:v>
                </c:pt>
                <c:pt idx="1340">
                  <c:v>67.646816253662124</c:v>
                </c:pt>
                <c:pt idx="1341">
                  <c:v>63.853639602661147</c:v>
                </c:pt>
                <c:pt idx="1342">
                  <c:v>68.161108016967773</c:v>
                </c:pt>
                <c:pt idx="1343">
                  <c:v>73.135051727294893</c:v>
                </c:pt>
                <c:pt idx="1344">
                  <c:v>70.451362609863281</c:v>
                </c:pt>
                <c:pt idx="1345">
                  <c:v>66.176670074462905</c:v>
                </c:pt>
                <c:pt idx="1346">
                  <c:v>71.014831542968778</c:v>
                </c:pt>
                <c:pt idx="1347">
                  <c:v>72.92548942565918</c:v>
                </c:pt>
                <c:pt idx="1348">
                  <c:v>71.177146911621094</c:v>
                </c:pt>
                <c:pt idx="1349">
                  <c:v>71.419853210449247</c:v>
                </c:pt>
                <c:pt idx="1350">
                  <c:v>73.023393630981445</c:v>
                </c:pt>
                <c:pt idx="1351">
                  <c:v>71.082075119018569</c:v>
                </c:pt>
                <c:pt idx="1352">
                  <c:v>72.218095779418945</c:v>
                </c:pt>
                <c:pt idx="1353">
                  <c:v>73.65240478515625</c:v>
                </c:pt>
                <c:pt idx="1354">
                  <c:v>72.723873138427749</c:v>
                </c:pt>
                <c:pt idx="1355">
                  <c:v>72.46037483215332</c:v>
                </c:pt>
                <c:pt idx="1356">
                  <c:v>72.888332366943374</c:v>
                </c:pt>
                <c:pt idx="1357">
                  <c:v>72.670747756958008</c:v>
                </c:pt>
                <c:pt idx="1358">
                  <c:v>72.997827529907227</c:v>
                </c:pt>
                <c:pt idx="1359">
                  <c:v>72.355335235595732</c:v>
                </c:pt>
                <c:pt idx="1360">
                  <c:v>74.089214324951172</c:v>
                </c:pt>
                <c:pt idx="1361">
                  <c:v>73.314998626708956</c:v>
                </c:pt>
                <c:pt idx="1362">
                  <c:v>72.078624725341825</c:v>
                </c:pt>
                <c:pt idx="1363">
                  <c:v>71.366964340210004</c:v>
                </c:pt>
                <c:pt idx="1364">
                  <c:v>72.682407379150405</c:v>
                </c:pt>
                <c:pt idx="1365">
                  <c:v>71.633037567138672</c:v>
                </c:pt>
                <c:pt idx="1366">
                  <c:v>73.642946243286133</c:v>
                </c:pt>
                <c:pt idx="1367">
                  <c:v>70.00279808044435</c:v>
                </c:pt>
                <c:pt idx="1368">
                  <c:v>70.487039566040025</c:v>
                </c:pt>
                <c:pt idx="1369">
                  <c:v>69.939662933349624</c:v>
                </c:pt>
                <c:pt idx="1370">
                  <c:v>67.061261177062974</c:v>
                </c:pt>
                <c:pt idx="1371">
                  <c:v>70.702951431274428</c:v>
                </c:pt>
                <c:pt idx="1372">
                  <c:v>70.839572906494155</c:v>
                </c:pt>
                <c:pt idx="1373">
                  <c:v>69.435628890991197</c:v>
                </c:pt>
                <c:pt idx="1374">
                  <c:v>70.842287063598647</c:v>
                </c:pt>
                <c:pt idx="1375">
                  <c:v>72.49517059326169</c:v>
                </c:pt>
                <c:pt idx="1376">
                  <c:v>73.617511749267578</c:v>
                </c:pt>
                <c:pt idx="1377">
                  <c:v>71.904676437377958</c:v>
                </c:pt>
                <c:pt idx="1378">
                  <c:v>73.850271224975572</c:v>
                </c:pt>
                <c:pt idx="1379">
                  <c:v>74.410219192504897</c:v>
                </c:pt>
                <c:pt idx="1380">
                  <c:v>70.698200225830107</c:v>
                </c:pt>
                <c:pt idx="1381">
                  <c:v>70.58032798767087</c:v>
                </c:pt>
                <c:pt idx="1382">
                  <c:v>72.831079483032255</c:v>
                </c:pt>
                <c:pt idx="1383">
                  <c:v>71.556798934936552</c:v>
                </c:pt>
                <c:pt idx="1384">
                  <c:v>70.486948013305678</c:v>
                </c:pt>
                <c:pt idx="1385">
                  <c:v>71.981855392456055</c:v>
                </c:pt>
                <c:pt idx="1386">
                  <c:v>70.884374618530273</c:v>
                </c:pt>
                <c:pt idx="1387">
                  <c:v>73.186155319213881</c:v>
                </c:pt>
                <c:pt idx="1388">
                  <c:v>72.877622604370117</c:v>
                </c:pt>
                <c:pt idx="1389">
                  <c:v>71.346912384033232</c:v>
                </c:pt>
                <c:pt idx="1390">
                  <c:v>70.941513061523452</c:v>
                </c:pt>
                <c:pt idx="1391">
                  <c:v>70.398357391357422</c:v>
                </c:pt>
                <c:pt idx="1392">
                  <c:v>70.115989685058594</c:v>
                </c:pt>
                <c:pt idx="1393">
                  <c:v>69.946741104126005</c:v>
                </c:pt>
                <c:pt idx="1394">
                  <c:v>70.428600311279297</c:v>
                </c:pt>
                <c:pt idx="1395">
                  <c:v>71.549322128295898</c:v>
                </c:pt>
                <c:pt idx="1396">
                  <c:v>70.792623519897475</c:v>
                </c:pt>
                <c:pt idx="1397">
                  <c:v>68.68953704833983</c:v>
                </c:pt>
                <c:pt idx="1398">
                  <c:v>72.104854583740249</c:v>
                </c:pt>
                <c:pt idx="1399">
                  <c:v>73.257352828979521</c:v>
                </c:pt>
                <c:pt idx="1400">
                  <c:v>73.511520385742202</c:v>
                </c:pt>
                <c:pt idx="1401">
                  <c:v>74.540153503417955</c:v>
                </c:pt>
                <c:pt idx="1402">
                  <c:v>73.566175460815458</c:v>
                </c:pt>
                <c:pt idx="1403">
                  <c:v>73.943181991577148</c:v>
                </c:pt>
                <c:pt idx="1404">
                  <c:v>74.328781127929673</c:v>
                </c:pt>
                <c:pt idx="1405">
                  <c:v>64.197905540466337</c:v>
                </c:pt>
                <c:pt idx="1406">
                  <c:v>70.521440505981474</c:v>
                </c:pt>
                <c:pt idx="1407">
                  <c:v>57.473984718322747</c:v>
                </c:pt>
                <c:pt idx="1408">
                  <c:v>66.370893478393555</c:v>
                </c:pt>
                <c:pt idx="1409">
                  <c:v>72.660612106323228</c:v>
                </c:pt>
                <c:pt idx="1410">
                  <c:v>72.901859283447251</c:v>
                </c:pt>
                <c:pt idx="1411">
                  <c:v>60.565001487731948</c:v>
                </c:pt>
                <c:pt idx="1412">
                  <c:v>72.202425003051758</c:v>
                </c:pt>
                <c:pt idx="1413">
                  <c:v>72.809223175048857</c:v>
                </c:pt>
                <c:pt idx="1414">
                  <c:v>73.583259582519531</c:v>
                </c:pt>
                <c:pt idx="1415">
                  <c:v>70.667051315307646</c:v>
                </c:pt>
                <c:pt idx="1416">
                  <c:v>72.924030303955078</c:v>
                </c:pt>
                <c:pt idx="1417">
                  <c:v>74.78581428527832</c:v>
                </c:pt>
                <c:pt idx="1418">
                  <c:v>72.120405197143583</c:v>
                </c:pt>
                <c:pt idx="1419">
                  <c:v>72.814903259277344</c:v>
                </c:pt>
                <c:pt idx="1420">
                  <c:v>70.748823165893555</c:v>
                </c:pt>
                <c:pt idx="1421">
                  <c:v>73.602308273315458</c:v>
                </c:pt>
                <c:pt idx="1422">
                  <c:v>74.148647308349624</c:v>
                </c:pt>
                <c:pt idx="1423">
                  <c:v>74.670392990112276</c:v>
                </c:pt>
                <c:pt idx="1424">
                  <c:v>71.887825012207031</c:v>
                </c:pt>
                <c:pt idx="1425">
                  <c:v>72.608369827270522</c:v>
                </c:pt>
                <c:pt idx="1426">
                  <c:v>72.625854492187528</c:v>
                </c:pt>
                <c:pt idx="1427">
                  <c:v>72.423891067504869</c:v>
                </c:pt>
                <c:pt idx="1428">
                  <c:v>72.580997467041001</c:v>
                </c:pt>
                <c:pt idx="1429">
                  <c:v>74.555652618408203</c:v>
                </c:pt>
                <c:pt idx="1430">
                  <c:v>73.136459350585923</c:v>
                </c:pt>
                <c:pt idx="1431">
                  <c:v>74.28575325012207</c:v>
                </c:pt>
                <c:pt idx="1432">
                  <c:v>75.354478836059542</c:v>
                </c:pt>
                <c:pt idx="1433">
                  <c:v>72.919095993042006</c:v>
                </c:pt>
                <c:pt idx="1434">
                  <c:v>71.98221588134767</c:v>
                </c:pt>
                <c:pt idx="1435">
                  <c:v>70.95162200927733</c:v>
                </c:pt>
                <c:pt idx="1436">
                  <c:v>72.296478271484375</c:v>
                </c:pt>
                <c:pt idx="1437">
                  <c:v>71.121824264526367</c:v>
                </c:pt>
                <c:pt idx="1438">
                  <c:v>72.661474227905273</c:v>
                </c:pt>
                <c:pt idx="1439">
                  <c:v>73.248716354370131</c:v>
                </c:pt>
                <c:pt idx="1440">
                  <c:v>74.766368865966797</c:v>
                </c:pt>
                <c:pt idx="1441">
                  <c:v>72.603176116943345</c:v>
                </c:pt>
                <c:pt idx="1442">
                  <c:v>71.781816482543945</c:v>
                </c:pt>
                <c:pt idx="1443">
                  <c:v>71.269115447998047</c:v>
                </c:pt>
                <c:pt idx="1444">
                  <c:v>70.365034103393583</c:v>
                </c:pt>
                <c:pt idx="1445">
                  <c:v>71.879434585571303</c:v>
                </c:pt>
                <c:pt idx="1446">
                  <c:v>69.99149703979495</c:v>
                </c:pt>
                <c:pt idx="1447">
                  <c:v>71.609651565551786</c:v>
                </c:pt>
                <c:pt idx="1448">
                  <c:v>73.379251480102553</c:v>
                </c:pt>
                <c:pt idx="1449">
                  <c:v>71.034347534179673</c:v>
                </c:pt>
                <c:pt idx="1450">
                  <c:v>73.457715988159208</c:v>
                </c:pt>
                <c:pt idx="1451">
                  <c:v>71.735712051391602</c:v>
                </c:pt>
                <c:pt idx="1452">
                  <c:v>71.41295814514163</c:v>
                </c:pt>
                <c:pt idx="1453">
                  <c:v>71.19737434387207</c:v>
                </c:pt>
                <c:pt idx="1454">
                  <c:v>70.71422386169435</c:v>
                </c:pt>
                <c:pt idx="1455">
                  <c:v>72.010955810546875</c:v>
                </c:pt>
                <c:pt idx="1456">
                  <c:v>71.246967315673828</c:v>
                </c:pt>
                <c:pt idx="1457">
                  <c:v>70.038475036621094</c:v>
                </c:pt>
                <c:pt idx="1458">
                  <c:v>72.071020126342773</c:v>
                </c:pt>
                <c:pt idx="1459">
                  <c:v>71.329586029052749</c:v>
                </c:pt>
                <c:pt idx="1460">
                  <c:v>72.864818572998047</c:v>
                </c:pt>
                <c:pt idx="1461">
                  <c:v>71.860761642456083</c:v>
                </c:pt>
                <c:pt idx="1462">
                  <c:v>71.705841064453153</c:v>
                </c:pt>
                <c:pt idx="1463">
                  <c:v>73.092151641845703</c:v>
                </c:pt>
                <c:pt idx="1464">
                  <c:v>74.749580383300795</c:v>
                </c:pt>
                <c:pt idx="1465">
                  <c:v>72.725009918212876</c:v>
                </c:pt>
                <c:pt idx="1466">
                  <c:v>71.056486129760742</c:v>
                </c:pt>
                <c:pt idx="1467">
                  <c:v>73.149969100952148</c:v>
                </c:pt>
                <c:pt idx="1468">
                  <c:v>69.45377731323245</c:v>
                </c:pt>
                <c:pt idx="1469">
                  <c:v>72.269134521484403</c:v>
                </c:pt>
                <c:pt idx="1470">
                  <c:v>73.278133392333999</c:v>
                </c:pt>
                <c:pt idx="1471">
                  <c:v>72.783834457397447</c:v>
                </c:pt>
                <c:pt idx="1472">
                  <c:v>75.97272109985353</c:v>
                </c:pt>
                <c:pt idx="1473">
                  <c:v>72.375314712524428</c:v>
                </c:pt>
                <c:pt idx="1474">
                  <c:v>73.023792266845703</c:v>
                </c:pt>
                <c:pt idx="1475">
                  <c:v>72.959508895874023</c:v>
                </c:pt>
                <c:pt idx="1476">
                  <c:v>73.315828323364244</c:v>
                </c:pt>
                <c:pt idx="1477">
                  <c:v>75.934902191162095</c:v>
                </c:pt>
                <c:pt idx="1478">
                  <c:v>75.732034683227525</c:v>
                </c:pt>
                <c:pt idx="1479">
                  <c:v>72.46306037902832</c:v>
                </c:pt>
                <c:pt idx="1480">
                  <c:v>73.260993957519517</c:v>
                </c:pt>
                <c:pt idx="1481">
                  <c:v>75.145477294921875</c:v>
                </c:pt>
                <c:pt idx="1482">
                  <c:v>75.712373733520536</c:v>
                </c:pt>
                <c:pt idx="1483">
                  <c:v>73.92735481262207</c:v>
                </c:pt>
                <c:pt idx="1484">
                  <c:v>72.677778244018583</c:v>
                </c:pt>
                <c:pt idx="1485">
                  <c:v>74.857929229736328</c:v>
                </c:pt>
                <c:pt idx="1486">
                  <c:v>74.511396408081055</c:v>
                </c:pt>
                <c:pt idx="1487">
                  <c:v>73.942962646484375</c:v>
                </c:pt>
                <c:pt idx="1488">
                  <c:v>75.80944442749022</c:v>
                </c:pt>
                <c:pt idx="1489">
                  <c:v>75.477788925170927</c:v>
                </c:pt>
                <c:pt idx="1490">
                  <c:v>73.043630599975572</c:v>
                </c:pt>
                <c:pt idx="1491">
                  <c:v>74.107885360717773</c:v>
                </c:pt>
                <c:pt idx="1492">
                  <c:v>73.71992301940918</c:v>
                </c:pt>
                <c:pt idx="1493">
                  <c:v>73.362571716308565</c:v>
                </c:pt>
                <c:pt idx="1494">
                  <c:v>73.915918350219755</c:v>
                </c:pt>
                <c:pt idx="1495">
                  <c:v>73.005294799804702</c:v>
                </c:pt>
                <c:pt idx="1496">
                  <c:v>74.13202285766603</c:v>
                </c:pt>
                <c:pt idx="1497">
                  <c:v>73.579923629760756</c:v>
                </c:pt>
                <c:pt idx="1498">
                  <c:v>72.828655242919893</c:v>
                </c:pt>
                <c:pt idx="1499">
                  <c:v>72.846773147583008</c:v>
                </c:pt>
                <c:pt idx="1500">
                  <c:v>73.365514755248995</c:v>
                </c:pt>
                <c:pt idx="1501">
                  <c:v>75.12914466857913</c:v>
                </c:pt>
                <c:pt idx="1502">
                  <c:v>75.490049362182631</c:v>
                </c:pt>
                <c:pt idx="1503">
                  <c:v>76.010629653930678</c:v>
                </c:pt>
                <c:pt idx="1504">
                  <c:v>76.561580657958999</c:v>
                </c:pt>
                <c:pt idx="1505">
                  <c:v>72.883640289306655</c:v>
                </c:pt>
                <c:pt idx="1506">
                  <c:v>72.264526367187528</c:v>
                </c:pt>
                <c:pt idx="1507">
                  <c:v>72.272548675537095</c:v>
                </c:pt>
                <c:pt idx="1508">
                  <c:v>73.6673393249512</c:v>
                </c:pt>
                <c:pt idx="1509">
                  <c:v>74.672283172607422</c:v>
                </c:pt>
                <c:pt idx="1510">
                  <c:v>73.296962738037124</c:v>
                </c:pt>
                <c:pt idx="1511">
                  <c:v>74.760765075683594</c:v>
                </c:pt>
                <c:pt idx="1512">
                  <c:v>74.18806266784668</c:v>
                </c:pt>
                <c:pt idx="1513">
                  <c:v>72.83989715576169</c:v>
                </c:pt>
                <c:pt idx="1514">
                  <c:v>72.752086639404325</c:v>
                </c:pt>
                <c:pt idx="1515">
                  <c:v>70.369464874267578</c:v>
                </c:pt>
                <c:pt idx="1516">
                  <c:v>70.80242919921875</c:v>
                </c:pt>
                <c:pt idx="1517">
                  <c:v>70.422313690185547</c:v>
                </c:pt>
                <c:pt idx="1518">
                  <c:v>74.036678314208999</c:v>
                </c:pt>
                <c:pt idx="1519">
                  <c:v>73.448165893554702</c:v>
                </c:pt>
                <c:pt idx="1520">
                  <c:v>73.803421020507827</c:v>
                </c:pt>
                <c:pt idx="1521">
                  <c:v>71.715133666992173</c:v>
                </c:pt>
                <c:pt idx="1522">
                  <c:v>71.219774246215849</c:v>
                </c:pt>
                <c:pt idx="1523">
                  <c:v>72.015132904052749</c:v>
                </c:pt>
                <c:pt idx="1524">
                  <c:v>72.693008422851548</c:v>
                </c:pt>
                <c:pt idx="1525">
                  <c:v>74.664691925048828</c:v>
                </c:pt>
                <c:pt idx="1526">
                  <c:v>73.059082031250028</c:v>
                </c:pt>
                <c:pt idx="1527">
                  <c:v>73.497379302978501</c:v>
                </c:pt>
                <c:pt idx="1528">
                  <c:v>74.940366744995103</c:v>
                </c:pt>
                <c:pt idx="1529">
                  <c:v>75.088449478149428</c:v>
                </c:pt>
                <c:pt idx="1530">
                  <c:v>70.66582870483397</c:v>
                </c:pt>
                <c:pt idx="1531">
                  <c:v>70.853670120239258</c:v>
                </c:pt>
                <c:pt idx="1532">
                  <c:v>71.764392852783232</c:v>
                </c:pt>
                <c:pt idx="1533">
                  <c:v>70.480691909790053</c:v>
                </c:pt>
                <c:pt idx="1534">
                  <c:v>71.504793167114244</c:v>
                </c:pt>
                <c:pt idx="1535">
                  <c:v>71.576082229614258</c:v>
                </c:pt>
                <c:pt idx="1536">
                  <c:v>73.541023254394531</c:v>
                </c:pt>
                <c:pt idx="1537">
                  <c:v>72.544294357299805</c:v>
                </c:pt>
                <c:pt idx="1538">
                  <c:v>71.702459335327148</c:v>
                </c:pt>
                <c:pt idx="1539">
                  <c:v>71.188606262207031</c:v>
                </c:pt>
                <c:pt idx="1540">
                  <c:v>72.135364532470703</c:v>
                </c:pt>
                <c:pt idx="1541">
                  <c:v>73.090312957763672</c:v>
                </c:pt>
                <c:pt idx="1542">
                  <c:v>72.624202728271499</c:v>
                </c:pt>
                <c:pt idx="1543">
                  <c:v>74.251321792602553</c:v>
                </c:pt>
                <c:pt idx="1544">
                  <c:v>70.53141975402832</c:v>
                </c:pt>
                <c:pt idx="1545">
                  <c:v>71.58650588989255</c:v>
                </c:pt>
                <c:pt idx="1546">
                  <c:v>73.139671325683594</c:v>
                </c:pt>
                <c:pt idx="1547">
                  <c:v>74.402280807495117</c:v>
                </c:pt>
                <c:pt idx="1548">
                  <c:v>74.697633743286133</c:v>
                </c:pt>
                <c:pt idx="1549">
                  <c:v>75.432685852050781</c:v>
                </c:pt>
                <c:pt idx="1550">
                  <c:v>73.211191177368178</c:v>
                </c:pt>
                <c:pt idx="1551">
                  <c:v>72.488447189331055</c:v>
                </c:pt>
                <c:pt idx="1552">
                  <c:v>75.984157562255845</c:v>
                </c:pt>
                <c:pt idx="1553">
                  <c:v>72.48211288452147</c:v>
                </c:pt>
                <c:pt idx="1554">
                  <c:v>71.28956031799315</c:v>
                </c:pt>
                <c:pt idx="1555">
                  <c:v>74.659196853637695</c:v>
                </c:pt>
                <c:pt idx="1556">
                  <c:v>75.188705444335923</c:v>
                </c:pt>
                <c:pt idx="1557">
                  <c:v>71.923114776611328</c:v>
                </c:pt>
                <c:pt idx="1558">
                  <c:v>73.574588775634751</c:v>
                </c:pt>
                <c:pt idx="1559">
                  <c:v>72.619602203369155</c:v>
                </c:pt>
                <c:pt idx="1560">
                  <c:v>73.595195770263672</c:v>
                </c:pt>
                <c:pt idx="1561">
                  <c:v>74.012046813964858</c:v>
                </c:pt>
                <c:pt idx="1562">
                  <c:v>71.593961715698242</c:v>
                </c:pt>
                <c:pt idx="1563">
                  <c:v>72.72650146484375</c:v>
                </c:pt>
                <c:pt idx="1564">
                  <c:v>72.412147521972685</c:v>
                </c:pt>
                <c:pt idx="1565">
                  <c:v>71.647144317626953</c:v>
                </c:pt>
                <c:pt idx="1566">
                  <c:v>76.357053756713881</c:v>
                </c:pt>
                <c:pt idx="1567">
                  <c:v>76.855474472045898</c:v>
                </c:pt>
                <c:pt idx="1568">
                  <c:v>72.727422714233398</c:v>
                </c:pt>
                <c:pt idx="1569">
                  <c:v>74.899030685424805</c:v>
                </c:pt>
                <c:pt idx="1570">
                  <c:v>74.011091232299805</c:v>
                </c:pt>
                <c:pt idx="1571">
                  <c:v>75.818578720092802</c:v>
                </c:pt>
                <c:pt idx="1572">
                  <c:v>76.69556617736815</c:v>
                </c:pt>
                <c:pt idx="1573">
                  <c:v>75.558889389038129</c:v>
                </c:pt>
                <c:pt idx="1574">
                  <c:v>73.676527023315458</c:v>
                </c:pt>
                <c:pt idx="1575">
                  <c:v>74.678901672363281</c:v>
                </c:pt>
                <c:pt idx="1576">
                  <c:v>74.169824600219727</c:v>
                </c:pt>
                <c:pt idx="1577">
                  <c:v>74.308330535888672</c:v>
                </c:pt>
                <c:pt idx="1578">
                  <c:v>74.174613952636719</c:v>
                </c:pt>
                <c:pt idx="1579">
                  <c:v>73.977642059326172</c:v>
                </c:pt>
                <c:pt idx="1580">
                  <c:v>75.037359237670898</c:v>
                </c:pt>
                <c:pt idx="1581">
                  <c:v>73.523571014404325</c:v>
                </c:pt>
                <c:pt idx="1582">
                  <c:v>73.051054000854478</c:v>
                </c:pt>
                <c:pt idx="1583">
                  <c:v>72.557189941406278</c:v>
                </c:pt>
                <c:pt idx="1584">
                  <c:v>74.678249359130874</c:v>
                </c:pt>
                <c:pt idx="1585">
                  <c:v>73.038932800292955</c:v>
                </c:pt>
                <c:pt idx="1586">
                  <c:v>75.026763916015625</c:v>
                </c:pt>
                <c:pt idx="1587">
                  <c:v>74.859956741333022</c:v>
                </c:pt>
                <c:pt idx="1588">
                  <c:v>75.050148010253906</c:v>
                </c:pt>
                <c:pt idx="1589">
                  <c:v>76.410367965698242</c:v>
                </c:pt>
                <c:pt idx="1590">
                  <c:v>75.738119125366197</c:v>
                </c:pt>
                <c:pt idx="1591">
                  <c:v>75.973039627075195</c:v>
                </c:pt>
                <c:pt idx="1592">
                  <c:v>75.216146469116225</c:v>
                </c:pt>
                <c:pt idx="1593">
                  <c:v>75.258316040039048</c:v>
                </c:pt>
                <c:pt idx="1594">
                  <c:v>74.399362564086928</c:v>
                </c:pt>
                <c:pt idx="1595">
                  <c:v>73.978864669799805</c:v>
                </c:pt>
                <c:pt idx="1596">
                  <c:v>72.986970901489258</c:v>
                </c:pt>
                <c:pt idx="1597">
                  <c:v>75.364690780639648</c:v>
                </c:pt>
                <c:pt idx="1598">
                  <c:v>76.434957504272447</c:v>
                </c:pt>
                <c:pt idx="1599">
                  <c:v>75.443002700805678</c:v>
                </c:pt>
                <c:pt idx="1600">
                  <c:v>75.397136688232422</c:v>
                </c:pt>
                <c:pt idx="1601">
                  <c:v>74.023857116699233</c:v>
                </c:pt>
                <c:pt idx="1602">
                  <c:v>71.58445930480957</c:v>
                </c:pt>
                <c:pt idx="1603">
                  <c:v>75.948837280273452</c:v>
                </c:pt>
                <c:pt idx="1604">
                  <c:v>75.971195220947251</c:v>
                </c:pt>
                <c:pt idx="1605">
                  <c:v>74.947055816650433</c:v>
                </c:pt>
                <c:pt idx="1606">
                  <c:v>75.197998046875028</c:v>
                </c:pt>
                <c:pt idx="1607">
                  <c:v>73.885187149047852</c:v>
                </c:pt>
                <c:pt idx="1608">
                  <c:v>75.65666389465332</c:v>
                </c:pt>
                <c:pt idx="1609">
                  <c:v>73.558620452880859</c:v>
                </c:pt>
                <c:pt idx="1610">
                  <c:v>73.637687683105469</c:v>
                </c:pt>
                <c:pt idx="1611">
                  <c:v>73.414756774902372</c:v>
                </c:pt>
                <c:pt idx="1612">
                  <c:v>73.086154937744155</c:v>
                </c:pt>
                <c:pt idx="1613">
                  <c:v>72.703857421875</c:v>
                </c:pt>
                <c:pt idx="1614">
                  <c:v>74.75421142578125</c:v>
                </c:pt>
                <c:pt idx="1615">
                  <c:v>73.444677352905302</c:v>
                </c:pt>
                <c:pt idx="1616">
                  <c:v>74.671575546264648</c:v>
                </c:pt>
                <c:pt idx="1617">
                  <c:v>74.667102813720732</c:v>
                </c:pt>
                <c:pt idx="1618">
                  <c:v>75.540327072143583</c:v>
                </c:pt>
                <c:pt idx="1619">
                  <c:v>74.800214767456083</c:v>
                </c:pt>
                <c:pt idx="1620">
                  <c:v>73.925230026245117</c:v>
                </c:pt>
                <c:pt idx="1621">
                  <c:v>73.672260284423828</c:v>
                </c:pt>
                <c:pt idx="1622">
                  <c:v>72.988023757934599</c:v>
                </c:pt>
                <c:pt idx="1623">
                  <c:v>73.6143093109131</c:v>
                </c:pt>
                <c:pt idx="1624">
                  <c:v>74.64287948608397</c:v>
                </c:pt>
                <c:pt idx="1625">
                  <c:v>74.333877563476548</c:v>
                </c:pt>
                <c:pt idx="1626">
                  <c:v>74.849542617797852</c:v>
                </c:pt>
                <c:pt idx="1627">
                  <c:v>73.262495040893555</c:v>
                </c:pt>
                <c:pt idx="1628">
                  <c:v>73.703977584838881</c:v>
                </c:pt>
                <c:pt idx="1629">
                  <c:v>72.926607131958008</c:v>
                </c:pt>
                <c:pt idx="1630">
                  <c:v>75.393106460571303</c:v>
                </c:pt>
                <c:pt idx="1631">
                  <c:v>75.049192428588853</c:v>
                </c:pt>
                <c:pt idx="1632">
                  <c:v>72.729530334472656</c:v>
                </c:pt>
                <c:pt idx="1633">
                  <c:v>74.987773895263672</c:v>
                </c:pt>
                <c:pt idx="1634">
                  <c:v>72.685523986816406</c:v>
                </c:pt>
                <c:pt idx="1635">
                  <c:v>73.801980972290025</c:v>
                </c:pt>
                <c:pt idx="1636">
                  <c:v>76.293006896972656</c:v>
                </c:pt>
                <c:pt idx="1637">
                  <c:v>72.995948791503906</c:v>
                </c:pt>
                <c:pt idx="1638">
                  <c:v>75.566211700439482</c:v>
                </c:pt>
                <c:pt idx="1639">
                  <c:v>73.159700393676758</c:v>
                </c:pt>
                <c:pt idx="1640">
                  <c:v>74.97118759155272</c:v>
                </c:pt>
                <c:pt idx="1641">
                  <c:v>74.372575759887724</c:v>
                </c:pt>
                <c:pt idx="1642">
                  <c:v>74.428031921386747</c:v>
                </c:pt>
                <c:pt idx="1643">
                  <c:v>74.462629318237305</c:v>
                </c:pt>
                <c:pt idx="1644">
                  <c:v>70.869045257568374</c:v>
                </c:pt>
                <c:pt idx="1645">
                  <c:v>71.814311981201172</c:v>
                </c:pt>
                <c:pt idx="1646">
                  <c:v>72.853990554809599</c:v>
                </c:pt>
                <c:pt idx="1647">
                  <c:v>74.410346984863281</c:v>
                </c:pt>
                <c:pt idx="1648">
                  <c:v>71.909352620442732</c:v>
                </c:pt>
                <c:pt idx="1649">
                  <c:v>74.984540939331083</c:v>
                </c:pt>
                <c:pt idx="1650">
                  <c:v>76.064052581787124</c:v>
                </c:pt>
                <c:pt idx="1651">
                  <c:v>74.290782928466797</c:v>
                </c:pt>
                <c:pt idx="1652">
                  <c:v>73.952280044555678</c:v>
                </c:pt>
                <c:pt idx="1653">
                  <c:v>71.036319732666001</c:v>
                </c:pt>
                <c:pt idx="1654">
                  <c:v>74.760278701782255</c:v>
                </c:pt>
                <c:pt idx="1655">
                  <c:v>76.499181747436495</c:v>
                </c:pt>
                <c:pt idx="1656">
                  <c:v>74.75841712951663</c:v>
                </c:pt>
                <c:pt idx="1657">
                  <c:v>75.388938903808622</c:v>
                </c:pt>
                <c:pt idx="1658">
                  <c:v>73.444686889648452</c:v>
                </c:pt>
                <c:pt idx="1659">
                  <c:v>72.790943145751953</c:v>
                </c:pt>
                <c:pt idx="1660">
                  <c:v>74.744588851928725</c:v>
                </c:pt>
                <c:pt idx="1661">
                  <c:v>73.739423751831055</c:v>
                </c:pt>
                <c:pt idx="1662">
                  <c:v>74.193897247314482</c:v>
                </c:pt>
                <c:pt idx="1663">
                  <c:v>73.70191192626956</c:v>
                </c:pt>
                <c:pt idx="1664">
                  <c:v>75.63090705871582</c:v>
                </c:pt>
                <c:pt idx="1665">
                  <c:v>73.893367767333999</c:v>
                </c:pt>
                <c:pt idx="1666">
                  <c:v>69.643510818481474</c:v>
                </c:pt>
                <c:pt idx="1667">
                  <c:v>74.981668472290025</c:v>
                </c:pt>
                <c:pt idx="1668">
                  <c:v>72.628416061401381</c:v>
                </c:pt>
                <c:pt idx="1669">
                  <c:v>72.076190948486328</c:v>
                </c:pt>
                <c:pt idx="1670">
                  <c:v>73.080284118652344</c:v>
                </c:pt>
                <c:pt idx="1671">
                  <c:v>73.409696578979506</c:v>
                </c:pt>
                <c:pt idx="1672">
                  <c:v>74.232334136962933</c:v>
                </c:pt>
                <c:pt idx="1673">
                  <c:v>76.361362457275405</c:v>
                </c:pt>
                <c:pt idx="1674">
                  <c:v>74.618541717529297</c:v>
                </c:pt>
                <c:pt idx="1675">
                  <c:v>71.447093963623047</c:v>
                </c:pt>
                <c:pt idx="1676">
                  <c:v>71.866777420043974</c:v>
                </c:pt>
                <c:pt idx="1677">
                  <c:v>74.651214599609375</c:v>
                </c:pt>
                <c:pt idx="1678">
                  <c:v>75.576311111450195</c:v>
                </c:pt>
                <c:pt idx="1679">
                  <c:v>74.135255813598647</c:v>
                </c:pt>
                <c:pt idx="1680">
                  <c:v>73.774562835693374</c:v>
                </c:pt>
                <c:pt idx="1681">
                  <c:v>71.849338531494141</c:v>
                </c:pt>
                <c:pt idx="1682">
                  <c:v>72.971424102783175</c:v>
                </c:pt>
                <c:pt idx="1683">
                  <c:v>74.588336944580078</c:v>
                </c:pt>
                <c:pt idx="1684">
                  <c:v>71.065528869628906</c:v>
                </c:pt>
                <c:pt idx="1685">
                  <c:v>72.597749710083022</c:v>
                </c:pt>
                <c:pt idx="1686">
                  <c:v>73.442256927490249</c:v>
                </c:pt>
                <c:pt idx="1687">
                  <c:v>75.018199920654297</c:v>
                </c:pt>
                <c:pt idx="1688">
                  <c:v>72.420412063598647</c:v>
                </c:pt>
                <c:pt idx="1689">
                  <c:v>71.680208206176772</c:v>
                </c:pt>
                <c:pt idx="1690">
                  <c:v>72.885114669799805</c:v>
                </c:pt>
                <c:pt idx="1691">
                  <c:v>73.217161178588853</c:v>
                </c:pt>
                <c:pt idx="1692">
                  <c:v>70.426366806030273</c:v>
                </c:pt>
                <c:pt idx="1693">
                  <c:v>72.211637496948256</c:v>
                </c:pt>
                <c:pt idx="1694">
                  <c:v>70.416452407836928</c:v>
                </c:pt>
                <c:pt idx="1695">
                  <c:v>74.451181411743178</c:v>
                </c:pt>
                <c:pt idx="1696">
                  <c:v>72.849832534790053</c:v>
                </c:pt>
                <c:pt idx="1697">
                  <c:v>75.469484329223633</c:v>
                </c:pt>
                <c:pt idx="1698">
                  <c:v>73.846837997436552</c:v>
                </c:pt>
                <c:pt idx="1699">
                  <c:v>76.028854370117202</c:v>
                </c:pt>
                <c:pt idx="1700">
                  <c:v>75.137992858886719</c:v>
                </c:pt>
                <c:pt idx="1701">
                  <c:v>75.279125213623047</c:v>
                </c:pt>
                <c:pt idx="1702">
                  <c:v>72.86796760559082</c:v>
                </c:pt>
                <c:pt idx="1703">
                  <c:v>70.902915954589844</c:v>
                </c:pt>
                <c:pt idx="1704">
                  <c:v>73.876108169555678</c:v>
                </c:pt>
                <c:pt idx="1705">
                  <c:v>75.710372924804673</c:v>
                </c:pt>
                <c:pt idx="1706">
                  <c:v>73.138311386108398</c:v>
                </c:pt>
                <c:pt idx="1707">
                  <c:v>72.28076934814456</c:v>
                </c:pt>
                <c:pt idx="1708">
                  <c:v>72.052938461303725</c:v>
                </c:pt>
                <c:pt idx="1709">
                  <c:v>70.947225570678725</c:v>
                </c:pt>
                <c:pt idx="1710">
                  <c:v>71.019559860229506</c:v>
                </c:pt>
                <c:pt idx="1711">
                  <c:v>76.2246608734131</c:v>
                </c:pt>
                <c:pt idx="1712">
                  <c:v>72.383893966674805</c:v>
                </c:pt>
                <c:pt idx="1713">
                  <c:v>72.174575805664077</c:v>
                </c:pt>
                <c:pt idx="1714">
                  <c:v>73.492456436157227</c:v>
                </c:pt>
                <c:pt idx="1715">
                  <c:v>71.403669357299805</c:v>
                </c:pt>
                <c:pt idx="1716">
                  <c:v>70.037162780761719</c:v>
                </c:pt>
                <c:pt idx="1717">
                  <c:v>74.059326171875028</c:v>
                </c:pt>
                <c:pt idx="1718">
                  <c:v>73.841911315917969</c:v>
                </c:pt>
                <c:pt idx="1719">
                  <c:v>72.8237113952637</c:v>
                </c:pt>
                <c:pt idx="1720">
                  <c:v>75.703853607177749</c:v>
                </c:pt>
                <c:pt idx="1721">
                  <c:v>71.658721923828125</c:v>
                </c:pt>
                <c:pt idx="1722">
                  <c:v>74.715782165527344</c:v>
                </c:pt>
                <c:pt idx="1723">
                  <c:v>73.106302261352553</c:v>
                </c:pt>
                <c:pt idx="1724">
                  <c:v>72.5035400390625</c:v>
                </c:pt>
                <c:pt idx="1725">
                  <c:v>71.335636138916001</c:v>
                </c:pt>
                <c:pt idx="1726">
                  <c:v>73.172649383544922</c:v>
                </c:pt>
                <c:pt idx="1727">
                  <c:v>74.502666473388672</c:v>
                </c:pt>
                <c:pt idx="1728">
                  <c:v>75.148336410522475</c:v>
                </c:pt>
                <c:pt idx="1729">
                  <c:v>73.307762145996122</c:v>
                </c:pt>
                <c:pt idx="1730">
                  <c:v>72.611223220825167</c:v>
                </c:pt>
                <c:pt idx="1731">
                  <c:v>72.216630935668917</c:v>
                </c:pt>
                <c:pt idx="1732">
                  <c:v>74.574760437011733</c:v>
                </c:pt>
                <c:pt idx="1733">
                  <c:v>72.36614227294919</c:v>
                </c:pt>
                <c:pt idx="1734">
                  <c:v>73.745502471923828</c:v>
                </c:pt>
                <c:pt idx="1735">
                  <c:v>74.262016296386719</c:v>
                </c:pt>
                <c:pt idx="1736">
                  <c:v>74.042140960693345</c:v>
                </c:pt>
                <c:pt idx="1737">
                  <c:v>72.692935943603516</c:v>
                </c:pt>
                <c:pt idx="1738">
                  <c:v>72.500308990478544</c:v>
                </c:pt>
                <c:pt idx="1739">
                  <c:v>71.79028701782228</c:v>
                </c:pt>
                <c:pt idx="1740">
                  <c:v>71.699903488159208</c:v>
                </c:pt>
                <c:pt idx="1741">
                  <c:v>70.2288112640381</c:v>
                </c:pt>
                <c:pt idx="1742">
                  <c:v>72.268596649169922</c:v>
                </c:pt>
                <c:pt idx="1743">
                  <c:v>73.21055793762207</c:v>
                </c:pt>
                <c:pt idx="1744">
                  <c:v>79.339979171752958</c:v>
                </c:pt>
                <c:pt idx="1745">
                  <c:v>84.921848297119183</c:v>
                </c:pt>
                <c:pt idx="1746">
                  <c:v>50.659311771392822</c:v>
                </c:pt>
                <c:pt idx="1747">
                  <c:v>46.597964286804199</c:v>
                </c:pt>
                <c:pt idx="1748">
                  <c:v>72.055738449096708</c:v>
                </c:pt>
                <c:pt idx="1749">
                  <c:v>73.227037429809599</c:v>
                </c:pt>
                <c:pt idx="1750">
                  <c:v>73.629003524780302</c:v>
                </c:pt>
                <c:pt idx="1751">
                  <c:v>71.784727096557646</c:v>
                </c:pt>
                <c:pt idx="1752">
                  <c:v>73.243453979492202</c:v>
                </c:pt>
                <c:pt idx="1753">
                  <c:v>72.053991317749023</c:v>
                </c:pt>
                <c:pt idx="1754">
                  <c:v>73.51531982421875</c:v>
                </c:pt>
                <c:pt idx="1755">
                  <c:v>74.62724494934082</c:v>
                </c:pt>
                <c:pt idx="1756">
                  <c:v>72.875913619995103</c:v>
                </c:pt>
                <c:pt idx="1757">
                  <c:v>71.87751579284668</c:v>
                </c:pt>
                <c:pt idx="1758">
                  <c:v>74.430267333984375</c:v>
                </c:pt>
                <c:pt idx="1759">
                  <c:v>72.388252258300781</c:v>
                </c:pt>
                <c:pt idx="1760">
                  <c:v>75.782760620117202</c:v>
                </c:pt>
                <c:pt idx="1761">
                  <c:v>71.165443420410128</c:v>
                </c:pt>
                <c:pt idx="1762">
                  <c:v>72.148509979248075</c:v>
                </c:pt>
                <c:pt idx="1763">
                  <c:v>73.32466506958005</c:v>
                </c:pt>
                <c:pt idx="1764">
                  <c:v>71.981325149536147</c:v>
                </c:pt>
                <c:pt idx="1765">
                  <c:v>69.52801895141603</c:v>
                </c:pt>
                <c:pt idx="1766">
                  <c:v>45.782098770141602</c:v>
                </c:pt>
                <c:pt idx="1767">
                  <c:v>57.066054344177253</c:v>
                </c:pt>
                <c:pt idx="1768">
                  <c:v>72.961845397949247</c:v>
                </c:pt>
                <c:pt idx="1769">
                  <c:v>69.068681716918917</c:v>
                </c:pt>
                <c:pt idx="1770">
                  <c:v>60.524271965026877</c:v>
                </c:pt>
                <c:pt idx="1771">
                  <c:v>67.311141967773423</c:v>
                </c:pt>
                <c:pt idx="1772">
                  <c:v>72.407505035400405</c:v>
                </c:pt>
                <c:pt idx="1773">
                  <c:v>74.96961212158206</c:v>
                </c:pt>
                <c:pt idx="1774">
                  <c:v>73.428888320922852</c:v>
                </c:pt>
                <c:pt idx="1775">
                  <c:v>72.56072998046875</c:v>
                </c:pt>
                <c:pt idx="1776">
                  <c:v>73.523908615112319</c:v>
                </c:pt>
                <c:pt idx="1777">
                  <c:v>70.796840667724595</c:v>
                </c:pt>
                <c:pt idx="1778">
                  <c:v>71.329668045043945</c:v>
                </c:pt>
                <c:pt idx="1779">
                  <c:v>72.824583053588853</c:v>
                </c:pt>
                <c:pt idx="1780">
                  <c:v>71.78618812561038</c:v>
                </c:pt>
                <c:pt idx="1781">
                  <c:v>71.480508804321303</c:v>
                </c:pt>
                <c:pt idx="1782">
                  <c:v>73.432033538818331</c:v>
                </c:pt>
                <c:pt idx="1783">
                  <c:v>54.977832794189418</c:v>
                </c:pt>
                <c:pt idx="1784">
                  <c:v>26.344743728637699</c:v>
                </c:pt>
                <c:pt idx="1785">
                  <c:v>71.541427612304673</c:v>
                </c:pt>
                <c:pt idx="1786">
                  <c:v>72.339258193969727</c:v>
                </c:pt>
                <c:pt idx="1787">
                  <c:v>71.928741455078125</c:v>
                </c:pt>
                <c:pt idx="1788">
                  <c:v>71.078975677490249</c:v>
                </c:pt>
                <c:pt idx="1789">
                  <c:v>71.081235885620117</c:v>
                </c:pt>
                <c:pt idx="1790">
                  <c:v>72.191339492797852</c:v>
                </c:pt>
                <c:pt idx="1791">
                  <c:v>72.029806137084975</c:v>
                </c:pt>
                <c:pt idx="1792">
                  <c:v>74.404180526733398</c:v>
                </c:pt>
                <c:pt idx="1793">
                  <c:v>71.545854568481474</c:v>
                </c:pt>
                <c:pt idx="1794">
                  <c:v>72.564430236816406</c:v>
                </c:pt>
                <c:pt idx="1795">
                  <c:v>71.465923309326172</c:v>
                </c:pt>
                <c:pt idx="1796">
                  <c:v>70.02653694152832</c:v>
                </c:pt>
                <c:pt idx="1797">
                  <c:v>70.534776687622042</c:v>
                </c:pt>
                <c:pt idx="1798">
                  <c:v>70.503061294555678</c:v>
                </c:pt>
                <c:pt idx="1799">
                  <c:v>71.133296966552749</c:v>
                </c:pt>
                <c:pt idx="1800">
                  <c:v>72.244878768920898</c:v>
                </c:pt>
                <c:pt idx="1801">
                  <c:v>70.148643493652372</c:v>
                </c:pt>
                <c:pt idx="1802">
                  <c:v>69.743618011474624</c:v>
                </c:pt>
                <c:pt idx="1803">
                  <c:v>70.039909362792969</c:v>
                </c:pt>
                <c:pt idx="1804">
                  <c:v>70.953815460205078</c:v>
                </c:pt>
                <c:pt idx="1805">
                  <c:v>72.187328338623047</c:v>
                </c:pt>
                <c:pt idx="1806">
                  <c:v>71.159790039062528</c:v>
                </c:pt>
                <c:pt idx="1807">
                  <c:v>73.017801284790053</c:v>
                </c:pt>
                <c:pt idx="1808">
                  <c:v>70.722064971923828</c:v>
                </c:pt>
                <c:pt idx="1809">
                  <c:v>70.9999294281006</c:v>
                </c:pt>
                <c:pt idx="1810">
                  <c:v>70.234340667724624</c:v>
                </c:pt>
                <c:pt idx="1811">
                  <c:v>71.082202911376953</c:v>
                </c:pt>
                <c:pt idx="1812">
                  <c:v>70.539274215698242</c:v>
                </c:pt>
                <c:pt idx="1813">
                  <c:v>70.681583404541016</c:v>
                </c:pt>
                <c:pt idx="1814">
                  <c:v>72.796306610107393</c:v>
                </c:pt>
                <c:pt idx="1815">
                  <c:v>70.87333297729495</c:v>
                </c:pt>
                <c:pt idx="1816">
                  <c:v>43.817931175231948</c:v>
                </c:pt>
                <c:pt idx="1817">
                  <c:v>51.109159469604478</c:v>
                </c:pt>
                <c:pt idx="1818">
                  <c:v>71.467496871948256</c:v>
                </c:pt>
                <c:pt idx="1819">
                  <c:v>72.074163436889648</c:v>
                </c:pt>
                <c:pt idx="1820">
                  <c:v>71.847620010375977</c:v>
                </c:pt>
                <c:pt idx="1821">
                  <c:v>72.2604274749756</c:v>
                </c:pt>
                <c:pt idx="1822">
                  <c:v>71.174043655395494</c:v>
                </c:pt>
                <c:pt idx="1823">
                  <c:v>69.253669738769531</c:v>
                </c:pt>
                <c:pt idx="1824">
                  <c:v>71.108488082885728</c:v>
                </c:pt>
                <c:pt idx="1825">
                  <c:v>70.048809051513643</c:v>
                </c:pt>
                <c:pt idx="1826">
                  <c:v>68.798521041870146</c:v>
                </c:pt>
                <c:pt idx="1827">
                  <c:v>69.36283493041995</c:v>
                </c:pt>
                <c:pt idx="1828">
                  <c:v>71.825651168823228</c:v>
                </c:pt>
                <c:pt idx="1829">
                  <c:v>69.770040512084975</c:v>
                </c:pt>
                <c:pt idx="1830">
                  <c:v>70.524406433105497</c:v>
                </c:pt>
                <c:pt idx="1831">
                  <c:v>74.14262390136723</c:v>
                </c:pt>
                <c:pt idx="1832">
                  <c:v>72.915876388549805</c:v>
                </c:pt>
                <c:pt idx="1833">
                  <c:v>71.16930580139163</c:v>
                </c:pt>
                <c:pt idx="1834">
                  <c:v>74.644773483276381</c:v>
                </c:pt>
                <c:pt idx="1835">
                  <c:v>70.846323013305678</c:v>
                </c:pt>
                <c:pt idx="1836">
                  <c:v>70.233942031860352</c:v>
                </c:pt>
                <c:pt idx="1837">
                  <c:v>73.047584533691406</c:v>
                </c:pt>
                <c:pt idx="1838">
                  <c:v>71.73484802246098</c:v>
                </c:pt>
                <c:pt idx="1839">
                  <c:v>71.330659866333022</c:v>
                </c:pt>
                <c:pt idx="1840">
                  <c:v>71.618474960327148</c:v>
                </c:pt>
                <c:pt idx="1841">
                  <c:v>70.135919570922852</c:v>
                </c:pt>
                <c:pt idx="1842">
                  <c:v>72.415784835815458</c:v>
                </c:pt>
                <c:pt idx="1843">
                  <c:v>73.786069869995131</c:v>
                </c:pt>
                <c:pt idx="1844">
                  <c:v>71.257381439209013</c:v>
                </c:pt>
                <c:pt idx="1845">
                  <c:v>72.183298110961928</c:v>
                </c:pt>
                <c:pt idx="1846">
                  <c:v>71.318603515624972</c:v>
                </c:pt>
                <c:pt idx="1847">
                  <c:v>70.107856750488281</c:v>
                </c:pt>
                <c:pt idx="1848">
                  <c:v>70.64952278137207</c:v>
                </c:pt>
                <c:pt idx="1849">
                  <c:v>69.842453002929702</c:v>
                </c:pt>
                <c:pt idx="1850">
                  <c:v>70.171632766723647</c:v>
                </c:pt>
                <c:pt idx="1851">
                  <c:v>68.927162170410156</c:v>
                </c:pt>
                <c:pt idx="1852">
                  <c:v>70.394678115844755</c:v>
                </c:pt>
                <c:pt idx="1853">
                  <c:v>70.143051147460952</c:v>
                </c:pt>
                <c:pt idx="1854">
                  <c:v>70.1975803375244</c:v>
                </c:pt>
                <c:pt idx="1855">
                  <c:v>69.359014511108427</c:v>
                </c:pt>
                <c:pt idx="1856">
                  <c:v>70.443880081176786</c:v>
                </c:pt>
                <c:pt idx="1857">
                  <c:v>71.321809768676758</c:v>
                </c:pt>
                <c:pt idx="1858">
                  <c:v>71.579874038696303</c:v>
                </c:pt>
                <c:pt idx="1859">
                  <c:v>69.780393600463867</c:v>
                </c:pt>
                <c:pt idx="1860">
                  <c:v>71.593330383300781</c:v>
                </c:pt>
                <c:pt idx="1861">
                  <c:v>73.544185638427706</c:v>
                </c:pt>
                <c:pt idx="1862">
                  <c:v>72.326082229614272</c:v>
                </c:pt>
                <c:pt idx="1863">
                  <c:v>73.384618759155273</c:v>
                </c:pt>
                <c:pt idx="1864">
                  <c:v>71.313125610351577</c:v>
                </c:pt>
                <c:pt idx="1865">
                  <c:v>71.946405410766602</c:v>
                </c:pt>
                <c:pt idx="1866">
                  <c:v>70.98613166809082</c:v>
                </c:pt>
                <c:pt idx="1867">
                  <c:v>71.709728240966825</c:v>
                </c:pt>
                <c:pt idx="1868">
                  <c:v>70.204820632934542</c:v>
                </c:pt>
                <c:pt idx="1869">
                  <c:v>70.711217880249023</c:v>
                </c:pt>
                <c:pt idx="1870">
                  <c:v>68.906822204589872</c:v>
                </c:pt>
                <c:pt idx="1871">
                  <c:v>69.622539520263672</c:v>
                </c:pt>
                <c:pt idx="1872">
                  <c:v>71.707794189453125</c:v>
                </c:pt>
                <c:pt idx="1873">
                  <c:v>68.770153045654297</c:v>
                </c:pt>
                <c:pt idx="1874">
                  <c:v>70.253036499023423</c:v>
                </c:pt>
                <c:pt idx="1875">
                  <c:v>70.125757217407255</c:v>
                </c:pt>
                <c:pt idx="1876">
                  <c:v>68.979766845703125</c:v>
                </c:pt>
                <c:pt idx="1877">
                  <c:v>69.275684356689453</c:v>
                </c:pt>
                <c:pt idx="1878">
                  <c:v>70.913928985595703</c:v>
                </c:pt>
                <c:pt idx="1879">
                  <c:v>71.667654037475586</c:v>
                </c:pt>
                <c:pt idx="1880">
                  <c:v>72.383764266967773</c:v>
                </c:pt>
                <c:pt idx="1881">
                  <c:v>70.078248977661147</c:v>
                </c:pt>
                <c:pt idx="1882">
                  <c:v>67.24357795715332</c:v>
                </c:pt>
                <c:pt idx="1883">
                  <c:v>51.850101470947251</c:v>
                </c:pt>
                <c:pt idx="1884">
                  <c:v>51.374152183532729</c:v>
                </c:pt>
                <c:pt idx="1885">
                  <c:v>62.803497314453153</c:v>
                </c:pt>
                <c:pt idx="1886">
                  <c:v>70.354131698608398</c:v>
                </c:pt>
                <c:pt idx="1887">
                  <c:v>71.981288909912095</c:v>
                </c:pt>
                <c:pt idx="1888">
                  <c:v>71.438793182373018</c:v>
                </c:pt>
                <c:pt idx="1889">
                  <c:v>70.900781631469755</c:v>
                </c:pt>
                <c:pt idx="1890">
                  <c:v>70.712184906005874</c:v>
                </c:pt>
                <c:pt idx="1891">
                  <c:v>70.024251937866211</c:v>
                </c:pt>
                <c:pt idx="1892">
                  <c:v>72.170825958251982</c:v>
                </c:pt>
                <c:pt idx="1893">
                  <c:v>73.466903686523452</c:v>
                </c:pt>
                <c:pt idx="1894">
                  <c:v>70.122663497924833</c:v>
                </c:pt>
                <c:pt idx="1895">
                  <c:v>70.101911544799833</c:v>
                </c:pt>
                <c:pt idx="1896">
                  <c:v>72.269144058227539</c:v>
                </c:pt>
                <c:pt idx="1897">
                  <c:v>70.107072830200195</c:v>
                </c:pt>
                <c:pt idx="1898">
                  <c:v>68.705110549926758</c:v>
                </c:pt>
                <c:pt idx="1899">
                  <c:v>55.229650497436552</c:v>
                </c:pt>
                <c:pt idx="1900">
                  <c:v>49.818533897399902</c:v>
                </c:pt>
                <c:pt idx="1901">
                  <c:v>53.897417068481417</c:v>
                </c:pt>
                <c:pt idx="1902">
                  <c:v>71.339012145996094</c:v>
                </c:pt>
                <c:pt idx="1903">
                  <c:v>71.921951293945298</c:v>
                </c:pt>
                <c:pt idx="1904">
                  <c:v>71.64251327514647</c:v>
                </c:pt>
                <c:pt idx="1905">
                  <c:v>70.500022888183594</c:v>
                </c:pt>
                <c:pt idx="1906">
                  <c:v>66.042207717895522</c:v>
                </c:pt>
                <c:pt idx="1907">
                  <c:v>64.110189437866197</c:v>
                </c:pt>
                <c:pt idx="1908">
                  <c:v>69.48597145080565</c:v>
                </c:pt>
                <c:pt idx="1909">
                  <c:v>72.625282287597656</c:v>
                </c:pt>
                <c:pt idx="1910">
                  <c:v>66.651961326599121</c:v>
                </c:pt>
                <c:pt idx="1911">
                  <c:v>65.8635768890381</c:v>
                </c:pt>
                <c:pt idx="1912">
                  <c:v>71.923328399658203</c:v>
                </c:pt>
                <c:pt idx="1913">
                  <c:v>72.006608963012667</c:v>
                </c:pt>
                <c:pt idx="1914">
                  <c:v>70.640819549560547</c:v>
                </c:pt>
                <c:pt idx="1915">
                  <c:v>71.993637084960923</c:v>
                </c:pt>
                <c:pt idx="1916">
                  <c:v>71.272783279418945</c:v>
                </c:pt>
                <c:pt idx="1917">
                  <c:v>70.613027572631822</c:v>
                </c:pt>
                <c:pt idx="1918">
                  <c:v>72.019077301025376</c:v>
                </c:pt>
                <c:pt idx="1919">
                  <c:v>72.355566024780273</c:v>
                </c:pt>
                <c:pt idx="1920">
                  <c:v>73.028654098510756</c:v>
                </c:pt>
                <c:pt idx="1921">
                  <c:v>70.693689346313448</c:v>
                </c:pt>
                <c:pt idx="1922">
                  <c:v>70.712381362915025</c:v>
                </c:pt>
                <c:pt idx="1923">
                  <c:v>72.331193923950195</c:v>
                </c:pt>
                <c:pt idx="1924">
                  <c:v>71.155986785888672</c:v>
                </c:pt>
                <c:pt idx="1925">
                  <c:v>70.786230087280273</c:v>
                </c:pt>
                <c:pt idx="1926">
                  <c:v>73.243705749511733</c:v>
                </c:pt>
                <c:pt idx="1927">
                  <c:v>70.233238220214844</c:v>
                </c:pt>
                <c:pt idx="1928">
                  <c:v>70.982419967651353</c:v>
                </c:pt>
                <c:pt idx="1929">
                  <c:v>70.164422988891602</c:v>
                </c:pt>
                <c:pt idx="1930">
                  <c:v>73.110422134399428</c:v>
                </c:pt>
                <c:pt idx="1931">
                  <c:v>72.139869689941378</c:v>
                </c:pt>
                <c:pt idx="1932">
                  <c:v>73.139499664306626</c:v>
                </c:pt>
                <c:pt idx="1933">
                  <c:v>73.156047821044922</c:v>
                </c:pt>
                <c:pt idx="1934">
                  <c:v>74.24744987487793</c:v>
                </c:pt>
                <c:pt idx="1935">
                  <c:v>73.346761703491197</c:v>
                </c:pt>
                <c:pt idx="1936">
                  <c:v>70.653667449951172</c:v>
                </c:pt>
                <c:pt idx="1937">
                  <c:v>71.313808441162124</c:v>
                </c:pt>
                <c:pt idx="1938">
                  <c:v>71.54645156860353</c:v>
                </c:pt>
                <c:pt idx="1939">
                  <c:v>70.053760528564453</c:v>
                </c:pt>
                <c:pt idx="1940">
                  <c:v>72.890693664550781</c:v>
                </c:pt>
                <c:pt idx="1941">
                  <c:v>73.095813751220703</c:v>
                </c:pt>
                <c:pt idx="1942">
                  <c:v>71.46319961547853</c:v>
                </c:pt>
                <c:pt idx="1943">
                  <c:v>71.367033004760728</c:v>
                </c:pt>
                <c:pt idx="1944">
                  <c:v>72.987649917602553</c:v>
                </c:pt>
                <c:pt idx="1945">
                  <c:v>70.154369354248018</c:v>
                </c:pt>
                <c:pt idx="1946">
                  <c:v>70.619596481323228</c:v>
                </c:pt>
                <c:pt idx="1947">
                  <c:v>72.873117446899428</c:v>
                </c:pt>
                <c:pt idx="1948">
                  <c:v>69.9230766296387</c:v>
                </c:pt>
                <c:pt idx="1949">
                  <c:v>71.630805969238281</c:v>
                </c:pt>
                <c:pt idx="1950">
                  <c:v>70.066152572631879</c:v>
                </c:pt>
                <c:pt idx="1951">
                  <c:v>72.061557769775405</c:v>
                </c:pt>
                <c:pt idx="1952">
                  <c:v>71.812070846557617</c:v>
                </c:pt>
                <c:pt idx="1953">
                  <c:v>71.699827194213881</c:v>
                </c:pt>
                <c:pt idx="1954">
                  <c:v>71.463611602783175</c:v>
                </c:pt>
                <c:pt idx="1955">
                  <c:v>70.461233139038129</c:v>
                </c:pt>
                <c:pt idx="1956">
                  <c:v>72.448873519897447</c:v>
                </c:pt>
                <c:pt idx="1957">
                  <c:v>72.405374526977553</c:v>
                </c:pt>
                <c:pt idx="1958">
                  <c:v>71.605772018432617</c:v>
                </c:pt>
                <c:pt idx="1959">
                  <c:v>74.936767578125</c:v>
                </c:pt>
                <c:pt idx="1960">
                  <c:v>70.714126586914077</c:v>
                </c:pt>
                <c:pt idx="1961">
                  <c:v>70.8077907562256</c:v>
                </c:pt>
                <c:pt idx="1962">
                  <c:v>71.785478591918945</c:v>
                </c:pt>
                <c:pt idx="1963">
                  <c:v>72.987888336181626</c:v>
                </c:pt>
                <c:pt idx="1964">
                  <c:v>74.398651123046875</c:v>
                </c:pt>
                <c:pt idx="1965">
                  <c:v>71.883495330810547</c:v>
                </c:pt>
                <c:pt idx="1966">
                  <c:v>70.206027984619126</c:v>
                </c:pt>
                <c:pt idx="1967">
                  <c:v>73.326780319213881</c:v>
                </c:pt>
                <c:pt idx="1968">
                  <c:v>70.69776725769043</c:v>
                </c:pt>
                <c:pt idx="1969">
                  <c:v>69.74181175231935</c:v>
                </c:pt>
                <c:pt idx="1970">
                  <c:v>69.987762451171875</c:v>
                </c:pt>
                <c:pt idx="1971">
                  <c:v>71.352270126342773</c:v>
                </c:pt>
                <c:pt idx="1972">
                  <c:v>73.239431381225572</c:v>
                </c:pt>
                <c:pt idx="1973">
                  <c:v>70.560850143432646</c:v>
                </c:pt>
                <c:pt idx="1974">
                  <c:v>70.201934814453125</c:v>
                </c:pt>
                <c:pt idx="1975">
                  <c:v>74.080728530883775</c:v>
                </c:pt>
                <c:pt idx="1976">
                  <c:v>75.789381027221651</c:v>
                </c:pt>
                <c:pt idx="1977">
                  <c:v>73.111459732055678</c:v>
                </c:pt>
                <c:pt idx="1978">
                  <c:v>72.310535430908232</c:v>
                </c:pt>
                <c:pt idx="1979">
                  <c:v>71.69713401794435</c:v>
                </c:pt>
                <c:pt idx="1980">
                  <c:v>71.269706726074233</c:v>
                </c:pt>
                <c:pt idx="1981">
                  <c:v>79.132028579711928</c:v>
                </c:pt>
                <c:pt idx="1982">
                  <c:v>72.743564605712876</c:v>
                </c:pt>
                <c:pt idx="1983">
                  <c:v>73.252964019775405</c:v>
                </c:pt>
                <c:pt idx="1984">
                  <c:v>73.502422332763672</c:v>
                </c:pt>
                <c:pt idx="1985">
                  <c:v>72.596101760864286</c:v>
                </c:pt>
                <c:pt idx="1986">
                  <c:v>71.380468368530273</c:v>
                </c:pt>
                <c:pt idx="1987">
                  <c:v>71.104625701904268</c:v>
                </c:pt>
                <c:pt idx="1988">
                  <c:v>72.384923934936523</c:v>
                </c:pt>
                <c:pt idx="1989">
                  <c:v>72.39118766784668</c:v>
                </c:pt>
                <c:pt idx="1990">
                  <c:v>72.018037796020522</c:v>
                </c:pt>
                <c:pt idx="1991">
                  <c:v>71.787645339965792</c:v>
                </c:pt>
                <c:pt idx="1992">
                  <c:v>70.637611389160156</c:v>
                </c:pt>
                <c:pt idx="1993">
                  <c:v>70.234394073486328</c:v>
                </c:pt>
                <c:pt idx="1994">
                  <c:v>68.982509613037095</c:v>
                </c:pt>
                <c:pt idx="1995">
                  <c:v>70.533643722534194</c:v>
                </c:pt>
                <c:pt idx="1996">
                  <c:v>69.475137710571275</c:v>
                </c:pt>
                <c:pt idx="1997">
                  <c:v>70.045473098754883</c:v>
                </c:pt>
                <c:pt idx="1998">
                  <c:v>71.995952606201172</c:v>
                </c:pt>
                <c:pt idx="1999">
                  <c:v>70.300477981567383</c:v>
                </c:pt>
                <c:pt idx="2000">
                  <c:v>71.344526290893555</c:v>
                </c:pt>
                <c:pt idx="2001">
                  <c:v>72.428331375122099</c:v>
                </c:pt>
                <c:pt idx="2002">
                  <c:v>69.265884399414077</c:v>
                </c:pt>
                <c:pt idx="2003">
                  <c:v>70.270116806030302</c:v>
                </c:pt>
                <c:pt idx="2004">
                  <c:v>69.340667724609375</c:v>
                </c:pt>
                <c:pt idx="2005">
                  <c:v>69.180622100830078</c:v>
                </c:pt>
                <c:pt idx="2006">
                  <c:v>70.288198471069322</c:v>
                </c:pt>
                <c:pt idx="2007">
                  <c:v>71.827281951904297</c:v>
                </c:pt>
                <c:pt idx="2008">
                  <c:v>74.1059379577637</c:v>
                </c:pt>
                <c:pt idx="2009">
                  <c:v>74.47998428344728</c:v>
                </c:pt>
                <c:pt idx="2010">
                  <c:v>71.00768089294435</c:v>
                </c:pt>
                <c:pt idx="2011">
                  <c:v>72.09208869934082</c:v>
                </c:pt>
                <c:pt idx="2012">
                  <c:v>71.860239028930678</c:v>
                </c:pt>
                <c:pt idx="2013">
                  <c:v>71.169338226318374</c:v>
                </c:pt>
                <c:pt idx="2014">
                  <c:v>71.319576263427749</c:v>
                </c:pt>
                <c:pt idx="2015">
                  <c:v>69.662988662719755</c:v>
                </c:pt>
                <c:pt idx="2016">
                  <c:v>69.916030883789077</c:v>
                </c:pt>
                <c:pt idx="2017">
                  <c:v>70.506282806396456</c:v>
                </c:pt>
                <c:pt idx="2018">
                  <c:v>70.601665496826172</c:v>
                </c:pt>
                <c:pt idx="2019">
                  <c:v>72.096101760864272</c:v>
                </c:pt>
                <c:pt idx="2020">
                  <c:v>69.053468704223633</c:v>
                </c:pt>
                <c:pt idx="2021">
                  <c:v>69.946384429931626</c:v>
                </c:pt>
                <c:pt idx="2022">
                  <c:v>71.291120529174805</c:v>
                </c:pt>
                <c:pt idx="2023">
                  <c:v>70.512723922729478</c:v>
                </c:pt>
                <c:pt idx="2024">
                  <c:v>71.107807159423857</c:v>
                </c:pt>
                <c:pt idx="2025">
                  <c:v>70.437101364135756</c:v>
                </c:pt>
                <c:pt idx="2026">
                  <c:v>74.294904708862333</c:v>
                </c:pt>
                <c:pt idx="2027">
                  <c:v>70.518056869506822</c:v>
                </c:pt>
                <c:pt idx="2028">
                  <c:v>70.831630706787081</c:v>
                </c:pt>
                <c:pt idx="2029">
                  <c:v>75.09516716003418</c:v>
                </c:pt>
                <c:pt idx="2030">
                  <c:v>69.93310546875</c:v>
                </c:pt>
                <c:pt idx="2031">
                  <c:v>71.53441810607913</c:v>
                </c:pt>
                <c:pt idx="2032">
                  <c:v>71.315916061401367</c:v>
                </c:pt>
                <c:pt idx="2033">
                  <c:v>72.929357528686495</c:v>
                </c:pt>
                <c:pt idx="2034">
                  <c:v>73.706127166748047</c:v>
                </c:pt>
                <c:pt idx="2035">
                  <c:v>70.152212142944322</c:v>
                </c:pt>
                <c:pt idx="2036">
                  <c:v>71.134763717651381</c:v>
                </c:pt>
                <c:pt idx="2037">
                  <c:v>70.22107315063478</c:v>
                </c:pt>
                <c:pt idx="2038">
                  <c:v>69.204448699951172</c:v>
                </c:pt>
                <c:pt idx="2039">
                  <c:v>73.697023391723633</c:v>
                </c:pt>
                <c:pt idx="2040">
                  <c:v>70.786678314208999</c:v>
                </c:pt>
                <c:pt idx="2041">
                  <c:v>69.884853363037095</c:v>
                </c:pt>
                <c:pt idx="2042">
                  <c:v>69.94355583190918</c:v>
                </c:pt>
                <c:pt idx="2043">
                  <c:v>70.265605926513672</c:v>
                </c:pt>
                <c:pt idx="2044">
                  <c:v>71.711759567260714</c:v>
                </c:pt>
                <c:pt idx="2045">
                  <c:v>69.087301254272475</c:v>
                </c:pt>
                <c:pt idx="2046">
                  <c:v>70.475324630737305</c:v>
                </c:pt>
                <c:pt idx="2047">
                  <c:v>72.122201919555678</c:v>
                </c:pt>
                <c:pt idx="2048">
                  <c:v>73.002325057983398</c:v>
                </c:pt>
                <c:pt idx="2049">
                  <c:v>71.964290618896499</c:v>
                </c:pt>
                <c:pt idx="2050">
                  <c:v>71.833028793334975</c:v>
                </c:pt>
                <c:pt idx="2051">
                  <c:v>71.674148559570327</c:v>
                </c:pt>
                <c:pt idx="2052">
                  <c:v>70.292898178100572</c:v>
                </c:pt>
                <c:pt idx="2053">
                  <c:v>69.93164825439456</c:v>
                </c:pt>
                <c:pt idx="2054">
                  <c:v>72.458751678466797</c:v>
                </c:pt>
                <c:pt idx="2055">
                  <c:v>70.226205825805678</c:v>
                </c:pt>
                <c:pt idx="2056">
                  <c:v>71.865968704223647</c:v>
                </c:pt>
                <c:pt idx="2057">
                  <c:v>72.063421249389648</c:v>
                </c:pt>
                <c:pt idx="2058">
                  <c:v>69.851102828979478</c:v>
                </c:pt>
                <c:pt idx="2059">
                  <c:v>70.919364929199219</c:v>
                </c:pt>
                <c:pt idx="2060">
                  <c:v>71.192100524902344</c:v>
                </c:pt>
                <c:pt idx="2061">
                  <c:v>69.525524139404325</c:v>
                </c:pt>
                <c:pt idx="2062">
                  <c:v>69.969253540039077</c:v>
                </c:pt>
                <c:pt idx="2063">
                  <c:v>70.661539077758803</c:v>
                </c:pt>
                <c:pt idx="2064">
                  <c:v>70.95697021484375</c:v>
                </c:pt>
                <c:pt idx="2065">
                  <c:v>70.812068939208999</c:v>
                </c:pt>
                <c:pt idx="2066">
                  <c:v>73.123228073120117</c:v>
                </c:pt>
                <c:pt idx="2067">
                  <c:v>70.066204071044922</c:v>
                </c:pt>
                <c:pt idx="2068">
                  <c:v>73.199392318725572</c:v>
                </c:pt>
                <c:pt idx="2069">
                  <c:v>70.324438095092802</c:v>
                </c:pt>
                <c:pt idx="2070">
                  <c:v>69.750135421752958</c:v>
                </c:pt>
                <c:pt idx="2071">
                  <c:v>71.504838943481445</c:v>
                </c:pt>
                <c:pt idx="2072">
                  <c:v>70.013925552368178</c:v>
                </c:pt>
                <c:pt idx="2073">
                  <c:v>70.567066192626982</c:v>
                </c:pt>
                <c:pt idx="2074">
                  <c:v>69.473087310791058</c:v>
                </c:pt>
                <c:pt idx="2075">
                  <c:v>69.027393341064453</c:v>
                </c:pt>
                <c:pt idx="2076">
                  <c:v>71.29754638671875</c:v>
                </c:pt>
                <c:pt idx="2077">
                  <c:v>71.810266494750977</c:v>
                </c:pt>
                <c:pt idx="2078">
                  <c:v>71.58038902282712</c:v>
                </c:pt>
                <c:pt idx="2079">
                  <c:v>71.375600814819336</c:v>
                </c:pt>
                <c:pt idx="2080">
                  <c:v>73.301395416259751</c:v>
                </c:pt>
                <c:pt idx="2081">
                  <c:v>73.067533493041992</c:v>
                </c:pt>
                <c:pt idx="2082">
                  <c:v>72.13367080688478</c:v>
                </c:pt>
                <c:pt idx="2083">
                  <c:v>70.507755279541001</c:v>
                </c:pt>
                <c:pt idx="2084">
                  <c:v>72.181716918945327</c:v>
                </c:pt>
                <c:pt idx="2085">
                  <c:v>70.731273651123047</c:v>
                </c:pt>
                <c:pt idx="2086">
                  <c:v>70.131448745727553</c:v>
                </c:pt>
                <c:pt idx="2087">
                  <c:v>69.972064971923828</c:v>
                </c:pt>
                <c:pt idx="2088">
                  <c:v>69.749349594116197</c:v>
                </c:pt>
                <c:pt idx="2089">
                  <c:v>70.433856964111357</c:v>
                </c:pt>
                <c:pt idx="2090">
                  <c:v>70.49560165405272</c:v>
                </c:pt>
                <c:pt idx="2091">
                  <c:v>70.120061874389648</c:v>
                </c:pt>
                <c:pt idx="2092">
                  <c:v>69.3473606109619</c:v>
                </c:pt>
                <c:pt idx="2093">
                  <c:v>70.891830444335952</c:v>
                </c:pt>
                <c:pt idx="2094">
                  <c:v>70.890888214111328</c:v>
                </c:pt>
                <c:pt idx="2095">
                  <c:v>72.359672546386733</c:v>
                </c:pt>
                <c:pt idx="2096">
                  <c:v>73.255222320556655</c:v>
                </c:pt>
                <c:pt idx="2097">
                  <c:v>73.410123825073271</c:v>
                </c:pt>
                <c:pt idx="2098">
                  <c:v>71.358821868896499</c:v>
                </c:pt>
                <c:pt idx="2099">
                  <c:v>71.957639694213867</c:v>
                </c:pt>
                <c:pt idx="2100">
                  <c:v>71.28510284423831</c:v>
                </c:pt>
                <c:pt idx="2101">
                  <c:v>70.594451904296875</c:v>
                </c:pt>
                <c:pt idx="2102">
                  <c:v>72.328145980834975</c:v>
                </c:pt>
                <c:pt idx="2103">
                  <c:v>72.103874206542983</c:v>
                </c:pt>
                <c:pt idx="2104">
                  <c:v>74.079717636108398</c:v>
                </c:pt>
                <c:pt idx="2105">
                  <c:v>71.116123199462905</c:v>
                </c:pt>
                <c:pt idx="2106">
                  <c:v>70.402919769287124</c:v>
                </c:pt>
                <c:pt idx="2107">
                  <c:v>71.714626312255874</c:v>
                </c:pt>
                <c:pt idx="2108">
                  <c:v>71.528341293334947</c:v>
                </c:pt>
                <c:pt idx="2109">
                  <c:v>70.402076721191406</c:v>
                </c:pt>
                <c:pt idx="2110">
                  <c:v>69.442646026611357</c:v>
                </c:pt>
                <c:pt idx="2111">
                  <c:v>68.515451431274428</c:v>
                </c:pt>
                <c:pt idx="2112">
                  <c:v>71.794296264648423</c:v>
                </c:pt>
                <c:pt idx="2113">
                  <c:v>70.245597839355469</c:v>
                </c:pt>
                <c:pt idx="2114">
                  <c:v>71.110549926757798</c:v>
                </c:pt>
                <c:pt idx="2115">
                  <c:v>70.035833358764648</c:v>
                </c:pt>
                <c:pt idx="2116">
                  <c:v>70.85633277893065</c:v>
                </c:pt>
                <c:pt idx="2117">
                  <c:v>70.832696914672852</c:v>
                </c:pt>
                <c:pt idx="2118">
                  <c:v>70.026075363159208</c:v>
                </c:pt>
                <c:pt idx="2119">
                  <c:v>71.08788299560544</c:v>
                </c:pt>
                <c:pt idx="2120">
                  <c:v>72.966337203979464</c:v>
                </c:pt>
                <c:pt idx="2121">
                  <c:v>69.936101913452177</c:v>
                </c:pt>
                <c:pt idx="2122">
                  <c:v>71.2988471984863</c:v>
                </c:pt>
                <c:pt idx="2123">
                  <c:v>70.928630828857393</c:v>
                </c:pt>
                <c:pt idx="2124">
                  <c:v>70.708513259887695</c:v>
                </c:pt>
                <c:pt idx="2125">
                  <c:v>70.796167373657198</c:v>
                </c:pt>
                <c:pt idx="2126">
                  <c:v>71.576515197753906</c:v>
                </c:pt>
                <c:pt idx="2127">
                  <c:v>71.025100708007827</c:v>
                </c:pt>
                <c:pt idx="2128">
                  <c:v>71.007242202758803</c:v>
                </c:pt>
                <c:pt idx="2129">
                  <c:v>71.594762802124052</c:v>
                </c:pt>
                <c:pt idx="2130">
                  <c:v>71.001182556152344</c:v>
                </c:pt>
                <c:pt idx="2131">
                  <c:v>71.155107498168945</c:v>
                </c:pt>
                <c:pt idx="2132">
                  <c:v>70.00963401794435</c:v>
                </c:pt>
                <c:pt idx="2133">
                  <c:v>71.394376754760742</c:v>
                </c:pt>
                <c:pt idx="2134">
                  <c:v>71.078313827514648</c:v>
                </c:pt>
                <c:pt idx="2135">
                  <c:v>70.527555465698214</c:v>
                </c:pt>
                <c:pt idx="2136">
                  <c:v>67.836164474487319</c:v>
                </c:pt>
                <c:pt idx="2137">
                  <c:v>70.830305099487333</c:v>
                </c:pt>
                <c:pt idx="2138">
                  <c:v>71.093355178833008</c:v>
                </c:pt>
                <c:pt idx="2139">
                  <c:v>72.361942291259808</c:v>
                </c:pt>
                <c:pt idx="2140">
                  <c:v>71.990865707397475</c:v>
                </c:pt>
                <c:pt idx="2141">
                  <c:v>72.305480957031278</c:v>
                </c:pt>
                <c:pt idx="2142">
                  <c:v>71.38568496704103</c:v>
                </c:pt>
                <c:pt idx="2143">
                  <c:v>72.347579956054673</c:v>
                </c:pt>
                <c:pt idx="2144">
                  <c:v>74.3118896484375</c:v>
                </c:pt>
                <c:pt idx="2145">
                  <c:v>72.786701202392607</c:v>
                </c:pt>
                <c:pt idx="2146">
                  <c:v>71.952239990234375</c:v>
                </c:pt>
                <c:pt idx="2147">
                  <c:v>70.593402862548828</c:v>
                </c:pt>
                <c:pt idx="2148">
                  <c:v>71.635412216186523</c:v>
                </c:pt>
                <c:pt idx="2149">
                  <c:v>70.521390914917021</c:v>
                </c:pt>
                <c:pt idx="2150">
                  <c:v>72.256416320800781</c:v>
                </c:pt>
                <c:pt idx="2151">
                  <c:v>68.89252471923831</c:v>
                </c:pt>
                <c:pt idx="2152">
                  <c:v>66.29367828369142</c:v>
                </c:pt>
                <c:pt idx="2153">
                  <c:v>67.546557426452623</c:v>
                </c:pt>
                <c:pt idx="2154">
                  <c:v>71.710502624511719</c:v>
                </c:pt>
                <c:pt idx="2155">
                  <c:v>72.098676681518555</c:v>
                </c:pt>
                <c:pt idx="2156">
                  <c:v>72.893827438354506</c:v>
                </c:pt>
                <c:pt idx="2157">
                  <c:v>71.367876052856445</c:v>
                </c:pt>
                <c:pt idx="2158">
                  <c:v>71.789793014526367</c:v>
                </c:pt>
                <c:pt idx="2159">
                  <c:v>71.280260086059542</c:v>
                </c:pt>
                <c:pt idx="2160">
                  <c:v>70.206604003906278</c:v>
                </c:pt>
                <c:pt idx="2161">
                  <c:v>70.040910720825195</c:v>
                </c:pt>
                <c:pt idx="2162">
                  <c:v>51.870164871215827</c:v>
                </c:pt>
                <c:pt idx="2163">
                  <c:v>52.742057800292983</c:v>
                </c:pt>
                <c:pt idx="2164">
                  <c:v>65.124053955078125</c:v>
                </c:pt>
                <c:pt idx="2165">
                  <c:v>65.240005493164048</c:v>
                </c:pt>
                <c:pt idx="2166">
                  <c:v>54.064171791076667</c:v>
                </c:pt>
                <c:pt idx="2167">
                  <c:v>55.367014884948752</c:v>
                </c:pt>
                <c:pt idx="2168">
                  <c:v>62.335271835327148</c:v>
                </c:pt>
                <c:pt idx="2169">
                  <c:v>67.804454803466797</c:v>
                </c:pt>
                <c:pt idx="2170">
                  <c:v>68.386785507202148</c:v>
                </c:pt>
                <c:pt idx="2171">
                  <c:v>68.593889236450195</c:v>
                </c:pt>
                <c:pt idx="2172">
                  <c:v>55.069837570190423</c:v>
                </c:pt>
                <c:pt idx="2173">
                  <c:v>55.123611450195327</c:v>
                </c:pt>
                <c:pt idx="2174">
                  <c:v>73.79631805419919</c:v>
                </c:pt>
                <c:pt idx="2175">
                  <c:v>72.269426345825224</c:v>
                </c:pt>
                <c:pt idx="2176">
                  <c:v>74.612176895141602</c:v>
                </c:pt>
                <c:pt idx="2177">
                  <c:v>73.358531951904268</c:v>
                </c:pt>
                <c:pt idx="2178">
                  <c:v>72.258785247802749</c:v>
                </c:pt>
                <c:pt idx="2179">
                  <c:v>71.870151519775419</c:v>
                </c:pt>
                <c:pt idx="2180">
                  <c:v>68.659553527832031</c:v>
                </c:pt>
                <c:pt idx="2181">
                  <c:v>64.751891136169448</c:v>
                </c:pt>
                <c:pt idx="2182">
                  <c:v>62.58960914611815</c:v>
                </c:pt>
                <c:pt idx="2183">
                  <c:v>66.934087753295898</c:v>
                </c:pt>
                <c:pt idx="2184">
                  <c:v>60.354214668273933</c:v>
                </c:pt>
                <c:pt idx="2185">
                  <c:v>50.726942062377901</c:v>
                </c:pt>
                <c:pt idx="2186">
                  <c:v>63.844558715820327</c:v>
                </c:pt>
                <c:pt idx="2187">
                  <c:v>55.258168220520048</c:v>
                </c:pt>
                <c:pt idx="2188">
                  <c:v>55.738330841064453</c:v>
                </c:pt>
                <c:pt idx="2189">
                  <c:v>66.731325149536161</c:v>
                </c:pt>
                <c:pt idx="2190">
                  <c:v>62.436073303222649</c:v>
                </c:pt>
                <c:pt idx="2191">
                  <c:v>52.765228271484382</c:v>
                </c:pt>
                <c:pt idx="2192">
                  <c:v>63.735715866088867</c:v>
                </c:pt>
                <c:pt idx="2193">
                  <c:v>55.545378684997573</c:v>
                </c:pt>
                <c:pt idx="2194">
                  <c:v>56.545093536376967</c:v>
                </c:pt>
                <c:pt idx="2195">
                  <c:v>64.553276062011719</c:v>
                </c:pt>
                <c:pt idx="2196">
                  <c:v>72.653026580810547</c:v>
                </c:pt>
                <c:pt idx="2197">
                  <c:v>72.155895233154297</c:v>
                </c:pt>
                <c:pt idx="2198">
                  <c:v>70.40246963500978</c:v>
                </c:pt>
                <c:pt idx="2199">
                  <c:v>72.372678756713853</c:v>
                </c:pt>
                <c:pt idx="2200">
                  <c:v>68.727800369262667</c:v>
                </c:pt>
                <c:pt idx="2201">
                  <c:v>65.184581756591825</c:v>
                </c:pt>
                <c:pt idx="2202">
                  <c:v>69.720762252807631</c:v>
                </c:pt>
                <c:pt idx="2203">
                  <c:v>72.132307052612333</c:v>
                </c:pt>
                <c:pt idx="2204">
                  <c:v>69.908725738525405</c:v>
                </c:pt>
                <c:pt idx="2205">
                  <c:v>71.71807479858397</c:v>
                </c:pt>
                <c:pt idx="2206">
                  <c:v>69.68706703186038</c:v>
                </c:pt>
                <c:pt idx="2207">
                  <c:v>69.272417068481445</c:v>
                </c:pt>
                <c:pt idx="2208">
                  <c:v>71.166221618652315</c:v>
                </c:pt>
                <c:pt idx="2209">
                  <c:v>72.575834274291992</c:v>
                </c:pt>
                <c:pt idx="2210">
                  <c:v>71.303056716918945</c:v>
                </c:pt>
                <c:pt idx="2211">
                  <c:v>69.183361053466768</c:v>
                </c:pt>
                <c:pt idx="2212">
                  <c:v>63.669176101684542</c:v>
                </c:pt>
                <c:pt idx="2213">
                  <c:v>61.469963073730497</c:v>
                </c:pt>
                <c:pt idx="2214">
                  <c:v>71.297779083251953</c:v>
                </c:pt>
                <c:pt idx="2215">
                  <c:v>70.929904937744155</c:v>
                </c:pt>
                <c:pt idx="2216">
                  <c:v>67.4520072937012</c:v>
                </c:pt>
                <c:pt idx="2217">
                  <c:v>69.52379989624022</c:v>
                </c:pt>
                <c:pt idx="2218">
                  <c:v>69.417308807373047</c:v>
                </c:pt>
                <c:pt idx="2219">
                  <c:v>71.454851150512724</c:v>
                </c:pt>
                <c:pt idx="2220">
                  <c:v>70.836404800415082</c:v>
                </c:pt>
                <c:pt idx="2221">
                  <c:v>70.92040634155272</c:v>
                </c:pt>
                <c:pt idx="2222">
                  <c:v>69.966320037841825</c:v>
                </c:pt>
                <c:pt idx="2223">
                  <c:v>71.455673217773423</c:v>
                </c:pt>
                <c:pt idx="2224">
                  <c:v>72.041795730590849</c:v>
                </c:pt>
                <c:pt idx="2225">
                  <c:v>72.91681289672853</c:v>
                </c:pt>
                <c:pt idx="2226">
                  <c:v>71.702228546142578</c:v>
                </c:pt>
                <c:pt idx="2227">
                  <c:v>72.118141174316406</c:v>
                </c:pt>
                <c:pt idx="2228">
                  <c:v>72.242603302001953</c:v>
                </c:pt>
                <c:pt idx="2229">
                  <c:v>72.385440826416016</c:v>
                </c:pt>
                <c:pt idx="2230">
                  <c:v>71.788223266601548</c:v>
                </c:pt>
                <c:pt idx="2231">
                  <c:v>72.049665451049805</c:v>
                </c:pt>
                <c:pt idx="2232">
                  <c:v>72.335678100585923</c:v>
                </c:pt>
                <c:pt idx="2233">
                  <c:v>70.518583297729492</c:v>
                </c:pt>
                <c:pt idx="2234">
                  <c:v>70.58595085144043</c:v>
                </c:pt>
                <c:pt idx="2235">
                  <c:v>70.277910232543945</c:v>
                </c:pt>
                <c:pt idx="2236">
                  <c:v>71.219011306762695</c:v>
                </c:pt>
                <c:pt idx="2237">
                  <c:v>70.3402805328369</c:v>
                </c:pt>
                <c:pt idx="2238">
                  <c:v>71.175975799560547</c:v>
                </c:pt>
                <c:pt idx="2239">
                  <c:v>71.827093124389648</c:v>
                </c:pt>
                <c:pt idx="2240">
                  <c:v>72.991750717163072</c:v>
                </c:pt>
                <c:pt idx="2241">
                  <c:v>71.423681259155245</c:v>
                </c:pt>
                <c:pt idx="2242">
                  <c:v>69.575315475463853</c:v>
                </c:pt>
                <c:pt idx="2243">
                  <c:v>70.711290359497042</c:v>
                </c:pt>
                <c:pt idx="2244">
                  <c:v>70.67603874206543</c:v>
                </c:pt>
                <c:pt idx="2245">
                  <c:v>69.430721282958999</c:v>
                </c:pt>
                <c:pt idx="2246">
                  <c:v>69.486391067504897</c:v>
                </c:pt>
                <c:pt idx="2247">
                  <c:v>71.649688720703125</c:v>
                </c:pt>
                <c:pt idx="2248">
                  <c:v>72.173051834106445</c:v>
                </c:pt>
                <c:pt idx="2249">
                  <c:v>70.600973129272447</c:v>
                </c:pt>
                <c:pt idx="2250">
                  <c:v>71.896093368530302</c:v>
                </c:pt>
                <c:pt idx="2251">
                  <c:v>70.982282638549833</c:v>
                </c:pt>
                <c:pt idx="2252">
                  <c:v>72.412746429443374</c:v>
                </c:pt>
                <c:pt idx="2253">
                  <c:v>71.865139007568374</c:v>
                </c:pt>
                <c:pt idx="2254">
                  <c:v>72.29777717590332</c:v>
                </c:pt>
                <c:pt idx="2255">
                  <c:v>71.07195281982419</c:v>
                </c:pt>
                <c:pt idx="2256">
                  <c:v>71.738822937011719</c:v>
                </c:pt>
                <c:pt idx="2257">
                  <c:v>69.738426208496108</c:v>
                </c:pt>
                <c:pt idx="2258">
                  <c:v>70.516801834106445</c:v>
                </c:pt>
                <c:pt idx="2259">
                  <c:v>69.560222625732422</c:v>
                </c:pt>
                <c:pt idx="2260">
                  <c:v>69.742219924926772</c:v>
                </c:pt>
                <c:pt idx="2261">
                  <c:v>69.743589401245103</c:v>
                </c:pt>
                <c:pt idx="2262">
                  <c:v>71.621274948120103</c:v>
                </c:pt>
                <c:pt idx="2263">
                  <c:v>70.02984237670897</c:v>
                </c:pt>
                <c:pt idx="2264">
                  <c:v>74.088642120361328</c:v>
                </c:pt>
                <c:pt idx="2265">
                  <c:v>72.694761276245117</c:v>
                </c:pt>
                <c:pt idx="2266">
                  <c:v>70.254983901977553</c:v>
                </c:pt>
                <c:pt idx="2267">
                  <c:v>71.368741989135742</c:v>
                </c:pt>
                <c:pt idx="2268">
                  <c:v>71.809207916259751</c:v>
                </c:pt>
                <c:pt idx="2269">
                  <c:v>69.82398796081543</c:v>
                </c:pt>
                <c:pt idx="2270">
                  <c:v>72.196220397949247</c:v>
                </c:pt>
                <c:pt idx="2271">
                  <c:v>72.664037704467745</c:v>
                </c:pt>
                <c:pt idx="2272">
                  <c:v>72.172328948974595</c:v>
                </c:pt>
                <c:pt idx="2273">
                  <c:v>71.056819915771499</c:v>
                </c:pt>
                <c:pt idx="2274">
                  <c:v>70.226507186889648</c:v>
                </c:pt>
                <c:pt idx="2275">
                  <c:v>71.049274444580078</c:v>
                </c:pt>
                <c:pt idx="2276">
                  <c:v>70.246532440185518</c:v>
                </c:pt>
                <c:pt idx="2277">
                  <c:v>70.602083206176772</c:v>
                </c:pt>
                <c:pt idx="2278">
                  <c:v>70.06883430480957</c:v>
                </c:pt>
                <c:pt idx="2279">
                  <c:v>70.394111633300781</c:v>
                </c:pt>
                <c:pt idx="2280">
                  <c:v>70.313743591308594</c:v>
                </c:pt>
                <c:pt idx="2281">
                  <c:v>71.265247344970703</c:v>
                </c:pt>
                <c:pt idx="2282">
                  <c:v>69.854795455932617</c:v>
                </c:pt>
                <c:pt idx="2283">
                  <c:v>71.343034744262695</c:v>
                </c:pt>
                <c:pt idx="2284">
                  <c:v>71.941827774047852</c:v>
                </c:pt>
                <c:pt idx="2285">
                  <c:v>70.279148101806669</c:v>
                </c:pt>
                <c:pt idx="2286">
                  <c:v>72.381475448608427</c:v>
                </c:pt>
                <c:pt idx="2287">
                  <c:v>70.501533508300781</c:v>
                </c:pt>
                <c:pt idx="2288">
                  <c:v>71.815929412841797</c:v>
                </c:pt>
                <c:pt idx="2289">
                  <c:v>74.416814804077148</c:v>
                </c:pt>
                <c:pt idx="2290">
                  <c:v>71.398845672607422</c:v>
                </c:pt>
                <c:pt idx="2291">
                  <c:v>71.859169006347713</c:v>
                </c:pt>
                <c:pt idx="2292">
                  <c:v>73.59837532043457</c:v>
                </c:pt>
                <c:pt idx="2293">
                  <c:v>71.707551956176772</c:v>
                </c:pt>
                <c:pt idx="2294">
                  <c:v>70.02355003356935</c:v>
                </c:pt>
                <c:pt idx="2295">
                  <c:v>71.373775482177749</c:v>
                </c:pt>
                <c:pt idx="2296">
                  <c:v>69.693405151367202</c:v>
                </c:pt>
                <c:pt idx="2297">
                  <c:v>72.549533843994141</c:v>
                </c:pt>
                <c:pt idx="2298">
                  <c:v>70.686054229736328</c:v>
                </c:pt>
                <c:pt idx="2299">
                  <c:v>70.750791549682603</c:v>
                </c:pt>
                <c:pt idx="2300">
                  <c:v>72.442314147949247</c:v>
                </c:pt>
                <c:pt idx="2301">
                  <c:v>71.124490737915053</c:v>
                </c:pt>
                <c:pt idx="2302">
                  <c:v>70.600009918212905</c:v>
                </c:pt>
                <c:pt idx="2303">
                  <c:v>72.233495712280273</c:v>
                </c:pt>
                <c:pt idx="2304">
                  <c:v>70.180402755737333</c:v>
                </c:pt>
                <c:pt idx="2305">
                  <c:v>72.062591552734375</c:v>
                </c:pt>
                <c:pt idx="2306">
                  <c:v>73.001754760742173</c:v>
                </c:pt>
                <c:pt idx="2307">
                  <c:v>70.343599319458022</c:v>
                </c:pt>
                <c:pt idx="2308">
                  <c:v>70.587949752807646</c:v>
                </c:pt>
                <c:pt idx="2309">
                  <c:v>70.19524002075201</c:v>
                </c:pt>
                <c:pt idx="2310">
                  <c:v>70.786420822143583</c:v>
                </c:pt>
                <c:pt idx="2311">
                  <c:v>70.979930877685547</c:v>
                </c:pt>
                <c:pt idx="2312">
                  <c:v>72.25018310546875</c:v>
                </c:pt>
                <c:pt idx="2313">
                  <c:v>72.5841579437256</c:v>
                </c:pt>
                <c:pt idx="2314">
                  <c:v>71.924522399902372</c:v>
                </c:pt>
                <c:pt idx="2315">
                  <c:v>73.80516815185544</c:v>
                </c:pt>
                <c:pt idx="2316">
                  <c:v>71.060750961303697</c:v>
                </c:pt>
                <c:pt idx="2317">
                  <c:v>73.558891296386733</c:v>
                </c:pt>
                <c:pt idx="2318">
                  <c:v>71.198356628417969</c:v>
                </c:pt>
                <c:pt idx="2319">
                  <c:v>71.778438568115249</c:v>
                </c:pt>
                <c:pt idx="2320">
                  <c:v>73.558261871337891</c:v>
                </c:pt>
                <c:pt idx="2321">
                  <c:v>71.500469207763672</c:v>
                </c:pt>
                <c:pt idx="2322">
                  <c:v>71.730398178100586</c:v>
                </c:pt>
                <c:pt idx="2323">
                  <c:v>71.496519088745117</c:v>
                </c:pt>
                <c:pt idx="2324">
                  <c:v>72.132028579711928</c:v>
                </c:pt>
                <c:pt idx="2325">
                  <c:v>71.149604797363281</c:v>
                </c:pt>
                <c:pt idx="2326">
                  <c:v>71.03551292419435</c:v>
                </c:pt>
                <c:pt idx="2327">
                  <c:v>71.55878067016603</c:v>
                </c:pt>
                <c:pt idx="2328">
                  <c:v>72.381204605102525</c:v>
                </c:pt>
                <c:pt idx="2329">
                  <c:v>72.068649291992202</c:v>
                </c:pt>
                <c:pt idx="2330">
                  <c:v>72.377744674682603</c:v>
                </c:pt>
                <c:pt idx="2331">
                  <c:v>71.117460250854478</c:v>
                </c:pt>
                <c:pt idx="2332">
                  <c:v>70.911081314086928</c:v>
                </c:pt>
                <c:pt idx="2333">
                  <c:v>70.464250564575195</c:v>
                </c:pt>
                <c:pt idx="2334">
                  <c:v>70.575370788574219</c:v>
                </c:pt>
                <c:pt idx="2335">
                  <c:v>69.343503952026381</c:v>
                </c:pt>
                <c:pt idx="2336">
                  <c:v>72.986740112304673</c:v>
                </c:pt>
                <c:pt idx="2337">
                  <c:v>71.158121109008803</c:v>
                </c:pt>
                <c:pt idx="2338">
                  <c:v>71.890653610229478</c:v>
                </c:pt>
                <c:pt idx="2339">
                  <c:v>72.52781867980957</c:v>
                </c:pt>
                <c:pt idx="2340">
                  <c:v>70.505092620849609</c:v>
                </c:pt>
                <c:pt idx="2341">
                  <c:v>70.970973968505874</c:v>
                </c:pt>
                <c:pt idx="2342">
                  <c:v>71.124752044677749</c:v>
                </c:pt>
                <c:pt idx="2343">
                  <c:v>70.364799499511719</c:v>
                </c:pt>
                <c:pt idx="2344">
                  <c:v>70.11511802673337</c:v>
                </c:pt>
                <c:pt idx="2345">
                  <c:v>73.207782745361328</c:v>
                </c:pt>
                <c:pt idx="2346">
                  <c:v>74.603837966918945</c:v>
                </c:pt>
                <c:pt idx="2347">
                  <c:v>71.295366287231445</c:v>
                </c:pt>
                <c:pt idx="2348">
                  <c:v>71.374752044677749</c:v>
                </c:pt>
                <c:pt idx="2349">
                  <c:v>71.78418731689456</c:v>
                </c:pt>
                <c:pt idx="2350">
                  <c:v>70.5779323577881</c:v>
                </c:pt>
                <c:pt idx="2351">
                  <c:v>70.272119522094727</c:v>
                </c:pt>
                <c:pt idx="2352">
                  <c:v>69.524169921875028</c:v>
                </c:pt>
                <c:pt idx="2353">
                  <c:v>70.44817352294919</c:v>
                </c:pt>
                <c:pt idx="2354">
                  <c:v>70.825073242187472</c:v>
                </c:pt>
                <c:pt idx="2355">
                  <c:v>69.928804397583022</c:v>
                </c:pt>
                <c:pt idx="2356">
                  <c:v>70.244564056396499</c:v>
                </c:pt>
                <c:pt idx="2357">
                  <c:v>70.611656188964872</c:v>
                </c:pt>
                <c:pt idx="2358">
                  <c:v>70.265293121337905</c:v>
                </c:pt>
                <c:pt idx="2359">
                  <c:v>71.342004776001005</c:v>
                </c:pt>
                <c:pt idx="2360">
                  <c:v>73.508022308349595</c:v>
                </c:pt>
                <c:pt idx="2361">
                  <c:v>70.308151245117173</c:v>
                </c:pt>
                <c:pt idx="2362">
                  <c:v>71.403755187988295</c:v>
                </c:pt>
                <c:pt idx="2363">
                  <c:v>72.398033142089844</c:v>
                </c:pt>
                <c:pt idx="2364">
                  <c:v>70.6968994140625</c:v>
                </c:pt>
                <c:pt idx="2365">
                  <c:v>72.479082107543945</c:v>
                </c:pt>
                <c:pt idx="2366">
                  <c:v>71.54150390625</c:v>
                </c:pt>
                <c:pt idx="2367">
                  <c:v>70.546646118164048</c:v>
                </c:pt>
                <c:pt idx="2368">
                  <c:v>71.277063369751005</c:v>
                </c:pt>
                <c:pt idx="2369">
                  <c:v>71.939662933349624</c:v>
                </c:pt>
                <c:pt idx="2370">
                  <c:v>72.38922119140625</c:v>
                </c:pt>
                <c:pt idx="2371">
                  <c:v>72.872627258300781</c:v>
                </c:pt>
                <c:pt idx="2372">
                  <c:v>71.837324142456083</c:v>
                </c:pt>
                <c:pt idx="2373">
                  <c:v>73.276317596435547</c:v>
                </c:pt>
                <c:pt idx="2374">
                  <c:v>70.864902496337876</c:v>
                </c:pt>
                <c:pt idx="2375">
                  <c:v>70.463869094848633</c:v>
                </c:pt>
                <c:pt idx="2376">
                  <c:v>70.49152946472168</c:v>
                </c:pt>
                <c:pt idx="2377">
                  <c:v>71.588586807250948</c:v>
                </c:pt>
                <c:pt idx="2378">
                  <c:v>69.142200469970732</c:v>
                </c:pt>
                <c:pt idx="2379">
                  <c:v>71.984447479248018</c:v>
                </c:pt>
                <c:pt idx="2380">
                  <c:v>71.902015686035185</c:v>
                </c:pt>
                <c:pt idx="2381">
                  <c:v>73.551422119140625</c:v>
                </c:pt>
                <c:pt idx="2382">
                  <c:v>70.700483322143555</c:v>
                </c:pt>
                <c:pt idx="2383">
                  <c:v>71.1091117858887</c:v>
                </c:pt>
                <c:pt idx="2384">
                  <c:v>73.013561248779297</c:v>
                </c:pt>
                <c:pt idx="2385">
                  <c:v>71.540307998657227</c:v>
                </c:pt>
                <c:pt idx="2386">
                  <c:v>72.542091369628935</c:v>
                </c:pt>
                <c:pt idx="2387">
                  <c:v>73.712337493896484</c:v>
                </c:pt>
                <c:pt idx="2388">
                  <c:v>70.739721298217773</c:v>
                </c:pt>
                <c:pt idx="2389">
                  <c:v>74.075775146484375</c:v>
                </c:pt>
                <c:pt idx="2390">
                  <c:v>71.827836990356417</c:v>
                </c:pt>
                <c:pt idx="2391">
                  <c:v>71.593887329101548</c:v>
                </c:pt>
                <c:pt idx="2392">
                  <c:v>73.594633102417035</c:v>
                </c:pt>
                <c:pt idx="2393">
                  <c:v>71.712532043457003</c:v>
                </c:pt>
                <c:pt idx="2394">
                  <c:v>72.604475021362333</c:v>
                </c:pt>
                <c:pt idx="2395">
                  <c:v>73.344821929931655</c:v>
                </c:pt>
                <c:pt idx="2396">
                  <c:v>73.170394897460952</c:v>
                </c:pt>
                <c:pt idx="2397">
                  <c:v>72.267395019531222</c:v>
                </c:pt>
                <c:pt idx="2398">
                  <c:v>71.932285308837891</c:v>
                </c:pt>
                <c:pt idx="2399">
                  <c:v>70.814987182617173</c:v>
                </c:pt>
                <c:pt idx="2400">
                  <c:v>69.07453155517581</c:v>
                </c:pt>
                <c:pt idx="2401">
                  <c:v>69.454479217529297</c:v>
                </c:pt>
                <c:pt idx="2402">
                  <c:v>71.530805587768555</c:v>
                </c:pt>
                <c:pt idx="2403">
                  <c:v>70.432226181030273</c:v>
                </c:pt>
                <c:pt idx="2404">
                  <c:v>74.266447067260742</c:v>
                </c:pt>
                <c:pt idx="2405">
                  <c:v>73.231512069702148</c:v>
                </c:pt>
                <c:pt idx="2406">
                  <c:v>73.577726364135742</c:v>
                </c:pt>
                <c:pt idx="2407">
                  <c:v>71.779350280761719</c:v>
                </c:pt>
                <c:pt idx="2408">
                  <c:v>70.929286956787124</c:v>
                </c:pt>
                <c:pt idx="2409">
                  <c:v>71.104747772216825</c:v>
                </c:pt>
                <c:pt idx="2410">
                  <c:v>72.98332214355473</c:v>
                </c:pt>
                <c:pt idx="2411">
                  <c:v>71.417119979858427</c:v>
                </c:pt>
                <c:pt idx="2412">
                  <c:v>71.990673065185547</c:v>
                </c:pt>
                <c:pt idx="2413">
                  <c:v>70.854593276977553</c:v>
                </c:pt>
                <c:pt idx="2414">
                  <c:v>71.415266036987305</c:v>
                </c:pt>
                <c:pt idx="2415">
                  <c:v>72.5283203125</c:v>
                </c:pt>
                <c:pt idx="2416">
                  <c:v>70.123704910278349</c:v>
                </c:pt>
                <c:pt idx="2417">
                  <c:v>73.16241073608397</c:v>
                </c:pt>
                <c:pt idx="2418">
                  <c:v>73.495279312133775</c:v>
                </c:pt>
                <c:pt idx="2419">
                  <c:v>70.633701324462905</c:v>
                </c:pt>
                <c:pt idx="2420">
                  <c:v>69.363597869873018</c:v>
                </c:pt>
                <c:pt idx="2421">
                  <c:v>70.62299919128418</c:v>
                </c:pt>
                <c:pt idx="2422">
                  <c:v>72.136575698852553</c:v>
                </c:pt>
                <c:pt idx="2423">
                  <c:v>70.815334320068359</c:v>
                </c:pt>
                <c:pt idx="2424">
                  <c:v>70.829687118530273</c:v>
                </c:pt>
                <c:pt idx="2425">
                  <c:v>71.496435165405273</c:v>
                </c:pt>
                <c:pt idx="2426">
                  <c:v>69.53801155090332</c:v>
                </c:pt>
                <c:pt idx="2427">
                  <c:v>70.021289825439453</c:v>
                </c:pt>
                <c:pt idx="2428">
                  <c:v>71.683776855468778</c:v>
                </c:pt>
                <c:pt idx="2429">
                  <c:v>70.528051376342745</c:v>
                </c:pt>
                <c:pt idx="2430">
                  <c:v>71.640396118164077</c:v>
                </c:pt>
                <c:pt idx="2431">
                  <c:v>72.5329399108887</c:v>
                </c:pt>
                <c:pt idx="2432">
                  <c:v>70.002189636230497</c:v>
                </c:pt>
                <c:pt idx="2433">
                  <c:v>72.329824447631822</c:v>
                </c:pt>
                <c:pt idx="2434">
                  <c:v>73.561815261840835</c:v>
                </c:pt>
                <c:pt idx="2435">
                  <c:v>72.564882278442397</c:v>
                </c:pt>
                <c:pt idx="2436">
                  <c:v>71.243940353393555</c:v>
                </c:pt>
                <c:pt idx="2437">
                  <c:v>71.043312072753935</c:v>
                </c:pt>
                <c:pt idx="2438">
                  <c:v>74.785163879394545</c:v>
                </c:pt>
                <c:pt idx="2439">
                  <c:v>72.488563537597685</c:v>
                </c:pt>
                <c:pt idx="2440">
                  <c:v>75.10517692565918</c:v>
                </c:pt>
                <c:pt idx="2441">
                  <c:v>47.126189708709752</c:v>
                </c:pt>
                <c:pt idx="2442">
                  <c:v>36.266978740692153</c:v>
                </c:pt>
                <c:pt idx="2443">
                  <c:v>36.948823928833022</c:v>
                </c:pt>
                <c:pt idx="2444">
                  <c:v>64.438180923461928</c:v>
                </c:pt>
                <c:pt idx="2445">
                  <c:v>70.293210983276353</c:v>
                </c:pt>
                <c:pt idx="2446">
                  <c:v>73.427318572998047</c:v>
                </c:pt>
                <c:pt idx="2447">
                  <c:v>72.088556289672852</c:v>
                </c:pt>
                <c:pt idx="2448">
                  <c:v>70.016504287719755</c:v>
                </c:pt>
                <c:pt idx="2449">
                  <c:v>72.8842582702637</c:v>
                </c:pt>
                <c:pt idx="2450">
                  <c:v>70.389421463012695</c:v>
                </c:pt>
                <c:pt idx="2451">
                  <c:v>71.148521423339815</c:v>
                </c:pt>
                <c:pt idx="2452">
                  <c:v>73.493518829345732</c:v>
                </c:pt>
                <c:pt idx="2453">
                  <c:v>71.620231628417969</c:v>
                </c:pt>
                <c:pt idx="2454">
                  <c:v>73.360836029052734</c:v>
                </c:pt>
                <c:pt idx="2455">
                  <c:v>74.726009368896499</c:v>
                </c:pt>
                <c:pt idx="2456">
                  <c:v>73.487220764160156</c:v>
                </c:pt>
                <c:pt idx="2457">
                  <c:v>71.070512771606445</c:v>
                </c:pt>
                <c:pt idx="2458">
                  <c:v>72.899995803833022</c:v>
                </c:pt>
                <c:pt idx="2459">
                  <c:v>72.921951293945327</c:v>
                </c:pt>
                <c:pt idx="2460">
                  <c:v>70.44444847106935</c:v>
                </c:pt>
                <c:pt idx="2461">
                  <c:v>71.254917144775405</c:v>
                </c:pt>
                <c:pt idx="2462">
                  <c:v>75.010726928710923</c:v>
                </c:pt>
                <c:pt idx="2463">
                  <c:v>73.649816513061523</c:v>
                </c:pt>
                <c:pt idx="2464">
                  <c:v>72.339881896972656</c:v>
                </c:pt>
                <c:pt idx="2465">
                  <c:v>72.091629028320327</c:v>
                </c:pt>
                <c:pt idx="2466">
                  <c:v>71.323070526123047</c:v>
                </c:pt>
                <c:pt idx="2467">
                  <c:v>72.46989631652832</c:v>
                </c:pt>
                <c:pt idx="2468">
                  <c:v>71.729637145996094</c:v>
                </c:pt>
                <c:pt idx="2469">
                  <c:v>70.271453857421875</c:v>
                </c:pt>
                <c:pt idx="2470">
                  <c:v>75.705907821655273</c:v>
                </c:pt>
                <c:pt idx="2471">
                  <c:v>71.564409255981417</c:v>
                </c:pt>
                <c:pt idx="2472">
                  <c:v>70.59399032592772</c:v>
                </c:pt>
                <c:pt idx="2473">
                  <c:v>72.100929260253906</c:v>
                </c:pt>
                <c:pt idx="2474">
                  <c:v>72.12366485595706</c:v>
                </c:pt>
                <c:pt idx="2475">
                  <c:v>71.697080612182617</c:v>
                </c:pt>
                <c:pt idx="2476">
                  <c:v>73.259311676025376</c:v>
                </c:pt>
                <c:pt idx="2477">
                  <c:v>72.204854965209975</c:v>
                </c:pt>
                <c:pt idx="2478">
                  <c:v>70.33287048339848</c:v>
                </c:pt>
                <c:pt idx="2479">
                  <c:v>52.714212417602518</c:v>
                </c:pt>
                <c:pt idx="2480">
                  <c:v>24.923304796218879</c:v>
                </c:pt>
                <c:pt idx="2481">
                  <c:v>40.133254051208503</c:v>
                </c:pt>
                <c:pt idx="2482">
                  <c:v>67.101596832275405</c:v>
                </c:pt>
                <c:pt idx="2483">
                  <c:v>69.547307968139648</c:v>
                </c:pt>
                <c:pt idx="2484">
                  <c:v>18.981281280517571</c:v>
                </c:pt>
                <c:pt idx="2485">
                  <c:v>0</c:v>
                </c:pt>
                <c:pt idx="2486">
                  <c:v>4.0826077461242747</c:v>
                </c:pt>
                <c:pt idx="2487">
                  <c:v>48.497101783752427</c:v>
                </c:pt>
                <c:pt idx="2488">
                  <c:v>68.157447814941435</c:v>
                </c:pt>
                <c:pt idx="2489">
                  <c:v>58.063720703125028</c:v>
                </c:pt>
                <c:pt idx="2490">
                  <c:v>33.348636627197301</c:v>
                </c:pt>
                <c:pt idx="2491">
                  <c:v>41.685332298278823</c:v>
                </c:pt>
                <c:pt idx="2492">
                  <c:v>63.194929122924833</c:v>
                </c:pt>
                <c:pt idx="2493">
                  <c:v>70.845848083496122</c:v>
                </c:pt>
                <c:pt idx="2494">
                  <c:v>71.61274528503418</c:v>
                </c:pt>
                <c:pt idx="2495">
                  <c:v>71.257041931152344</c:v>
                </c:pt>
                <c:pt idx="2496">
                  <c:v>71.561391830444322</c:v>
                </c:pt>
                <c:pt idx="2497">
                  <c:v>69.268838882446275</c:v>
                </c:pt>
                <c:pt idx="2498">
                  <c:v>69.173204421997042</c:v>
                </c:pt>
                <c:pt idx="2499">
                  <c:v>71.711109161376953</c:v>
                </c:pt>
                <c:pt idx="2500">
                  <c:v>72.171350479126005</c:v>
                </c:pt>
                <c:pt idx="2501">
                  <c:v>71.257061004638643</c:v>
                </c:pt>
                <c:pt idx="2502">
                  <c:v>71.999580383300781</c:v>
                </c:pt>
                <c:pt idx="2503">
                  <c:v>72.873813629150391</c:v>
                </c:pt>
                <c:pt idx="2504">
                  <c:v>70.28382110595706</c:v>
                </c:pt>
                <c:pt idx="2505">
                  <c:v>72.325725555419922</c:v>
                </c:pt>
                <c:pt idx="2506">
                  <c:v>72.124889373779297</c:v>
                </c:pt>
                <c:pt idx="2507">
                  <c:v>72.608057022094727</c:v>
                </c:pt>
                <c:pt idx="2508">
                  <c:v>59.655111312866197</c:v>
                </c:pt>
                <c:pt idx="2509">
                  <c:v>40.005917549133301</c:v>
                </c:pt>
                <c:pt idx="2510">
                  <c:v>43.662204742431648</c:v>
                </c:pt>
                <c:pt idx="2511">
                  <c:v>51.544077873229973</c:v>
                </c:pt>
                <c:pt idx="2512">
                  <c:v>30.719551563262929</c:v>
                </c:pt>
                <c:pt idx="2513">
                  <c:v>47.537391662597649</c:v>
                </c:pt>
                <c:pt idx="2514">
                  <c:v>71.425083160400405</c:v>
                </c:pt>
                <c:pt idx="2515">
                  <c:v>73.660438537597685</c:v>
                </c:pt>
                <c:pt idx="2516">
                  <c:v>72.625226974487305</c:v>
                </c:pt>
                <c:pt idx="2517">
                  <c:v>72.659084320068359</c:v>
                </c:pt>
                <c:pt idx="2518">
                  <c:v>70.501062393188448</c:v>
                </c:pt>
                <c:pt idx="2519">
                  <c:v>74.307615280151381</c:v>
                </c:pt>
                <c:pt idx="2520">
                  <c:v>71.375223159790053</c:v>
                </c:pt>
                <c:pt idx="2521">
                  <c:v>69.581153869628906</c:v>
                </c:pt>
                <c:pt idx="2522">
                  <c:v>69.761898040771484</c:v>
                </c:pt>
                <c:pt idx="2523">
                  <c:v>72.361318588256822</c:v>
                </c:pt>
                <c:pt idx="2524">
                  <c:v>70.735132217407227</c:v>
                </c:pt>
                <c:pt idx="2525">
                  <c:v>71.743114471435547</c:v>
                </c:pt>
                <c:pt idx="2526">
                  <c:v>70.220796585083022</c:v>
                </c:pt>
                <c:pt idx="2527">
                  <c:v>70.678174972534208</c:v>
                </c:pt>
                <c:pt idx="2528">
                  <c:v>69.978261947631822</c:v>
                </c:pt>
                <c:pt idx="2529">
                  <c:v>72.383836746215792</c:v>
                </c:pt>
                <c:pt idx="2530">
                  <c:v>72.826417922973661</c:v>
                </c:pt>
                <c:pt idx="2531">
                  <c:v>72.489252090454102</c:v>
                </c:pt>
                <c:pt idx="2532">
                  <c:v>73.476291656494126</c:v>
                </c:pt>
                <c:pt idx="2533">
                  <c:v>74.39838981628418</c:v>
                </c:pt>
                <c:pt idx="2534">
                  <c:v>74.191255569458008</c:v>
                </c:pt>
                <c:pt idx="2535">
                  <c:v>74.993124008178697</c:v>
                </c:pt>
                <c:pt idx="2536">
                  <c:v>72.634286880493178</c:v>
                </c:pt>
                <c:pt idx="2537">
                  <c:v>73.093666076660142</c:v>
                </c:pt>
                <c:pt idx="2538">
                  <c:v>70.449769973754925</c:v>
                </c:pt>
                <c:pt idx="2539">
                  <c:v>69.89054489135745</c:v>
                </c:pt>
                <c:pt idx="2540">
                  <c:v>73.30103874206543</c:v>
                </c:pt>
                <c:pt idx="2541">
                  <c:v>71.25092124938962</c:v>
                </c:pt>
                <c:pt idx="2542">
                  <c:v>70.707881927490249</c:v>
                </c:pt>
                <c:pt idx="2543">
                  <c:v>71.124729156494141</c:v>
                </c:pt>
                <c:pt idx="2544">
                  <c:v>70.696447372436523</c:v>
                </c:pt>
                <c:pt idx="2545">
                  <c:v>72.204067230224595</c:v>
                </c:pt>
                <c:pt idx="2546">
                  <c:v>73.186147689819293</c:v>
                </c:pt>
                <c:pt idx="2547">
                  <c:v>70.834566116333022</c:v>
                </c:pt>
                <c:pt idx="2548">
                  <c:v>71.137058258056655</c:v>
                </c:pt>
                <c:pt idx="2549">
                  <c:v>70.848098754882827</c:v>
                </c:pt>
                <c:pt idx="2550">
                  <c:v>70.275358200073228</c:v>
                </c:pt>
                <c:pt idx="2551">
                  <c:v>71.772258758544893</c:v>
                </c:pt>
                <c:pt idx="2552">
                  <c:v>72.857463836669922</c:v>
                </c:pt>
                <c:pt idx="2553">
                  <c:v>71.222146987915053</c:v>
                </c:pt>
                <c:pt idx="2554">
                  <c:v>73.541238784790053</c:v>
                </c:pt>
                <c:pt idx="2555">
                  <c:v>71.30199241638185</c:v>
                </c:pt>
                <c:pt idx="2556">
                  <c:v>71.398344039916992</c:v>
                </c:pt>
                <c:pt idx="2557">
                  <c:v>71.456823348999052</c:v>
                </c:pt>
                <c:pt idx="2558">
                  <c:v>71.954221725463867</c:v>
                </c:pt>
                <c:pt idx="2559">
                  <c:v>74.793474197387695</c:v>
                </c:pt>
                <c:pt idx="2560">
                  <c:v>73.36327171325685</c:v>
                </c:pt>
                <c:pt idx="2561">
                  <c:v>71.738183975219727</c:v>
                </c:pt>
                <c:pt idx="2562">
                  <c:v>71.560113906860352</c:v>
                </c:pt>
                <c:pt idx="2563">
                  <c:v>70.592168807983398</c:v>
                </c:pt>
                <c:pt idx="2564">
                  <c:v>69.968429565429702</c:v>
                </c:pt>
                <c:pt idx="2565">
                  <c:v>72.065004348754897</c:v>
                </c:pt>
                <c:pt idx="2566">
                  <c:v>72.425680160522475</c:v>
                </c:pt>
                <c:pt idx="2567">
                  <c:v>72.88628387451169</c:v>
                </c:pt>
                <c:pt idx="2568">
                  <c:v>73.314046859741225</c:v>
                </c:pt>
                <c:pt idx="2569">
                  <c:v>70.137510299682617</c:v>
                </c:pt>
                <c:pt idx="2570">
                  <c:v>72.21449089050293</c:v>
                </c:pt>
                <c:pt idx="2571">
                  <c:v>72.393739700317397</c:v>
                </c:pt>
                <c:pt idx="2572">
                  <c:v>71.628873825073242</c:v>
                </c:pt>
                <c:pt idx="2573">
                  <c:v>70.581464767456083</c:v>
                </c:pt>
                <c:pt idx="2574">
                  <c:v>70.627744674682631</c:v>
                </c:pt>
                <c:pt idx="2575">
                  <c:v>70.359287261962905</c:v>
                </c:pt>
                <c:pt idx="2576">
                  <c:v>72.597976684570298</c:v>
                </c:pt>
                <c:pt idx="2577">
                  <c:v>73.145526885986328</c:v>
                </c:pt>
                <c:pt idx="2578">
                  <c:v>74.236238479614258</c:v>
                </c:pt>
                <c:pt idx="2579">
                  <c:v>70.327760696411119</c:v>
                </c:pt>
                <c:pt idx="2580">
                  <c:v>71.491119384765653</c:v>
                </c:pt>
                <c:pt idx="2581">
                  <c:v>70.56791877746582</c:v>
                </c:pt>
                <c:pt idx="2582">
                  <c:v>24.244550228118911</c:v>
                </c:pt>
                <c:pt idx="2583">
                  <c:v>28.106368541717501</c:v>
                </c:pt>
                <c:pt idx="2584">
                  <c:v>30.835462570190451</c:v>
                </c:pt>
                <c:pt idx="2585">
                  <c:v>31.702632904052749</c:v>
                </c:pt>
                <c:pt idx="2586">
                  <c:v>32.828083038330078</c:v>
                </c:pt>
                <c:pt idx="2587">
                  <c:v>36.245553016662633</c:v>
                </c:pt>
                <c:pt idx="2588">
                  <c:v>49.855650901794426</c:v>
                </c:pt>
                <c:pt idx="2589">
                  <c:v>72.7271728515625</c:v>
                </c:pt>
                <c:pt idx="2590">
                  <c:v>72.157569885253906</c:v>
                </c:pt>
                <c:pt idx="2591">
                  <c:v>71.212244033813448</c:v>
                </c:pt>
                <c:pt idx="2592">
                  <c:v>72.07213592529294</c:v>
                </c:pt>
                <c:pt idx="2593">
                  <c:v>72.493478775024457</c:v>
                </c:pt>
                <c:pt idx="2594">
                  <c:v>69.834442138671875</c:v>
                </c:pt>
                <c:pt idx="2595">
                  <c:v>71.023561477661147</c:v>
                </c:pt>
                <c:pt idx="2596">
                  <c:v>70.960792541503906</c:v>
                </c:pt>
                <c:pt idx="2597">
                  <c:v>70.657747268676758</c:v>
                </c:pt>
                <c:pt idx="2598">
                  <c:v>69.879941940307603</c:v>
                </c:pt>
                <c:pt idx="2599">
                  <c:v>70.902290344238281</c:v>
                </c:pt>
                <c:pt idx="2600">
                  <c:v>74.79815673828125</c:v>
                </c:pt>
                <c:pt idx="2601">
                  <c:v>73.485940933227525</c:v>
                </c:pt>
                <c:pt idx="2602">
                  <c:v>73.57449595133464</c:v>
                </c:pt>
                <c:pt idx="2603">
                  <c:v>70.693977355957031</c:v>
                </c:pt>
                <c:pt idx="2604">
                  <c:v>70.35669898986815</c:v>
                </c:pt>
                <c:pt idx="2605">
                  <c:v>69.641929626464844</c:v>
                </c:pt>
                <c:pt idx="2606">
                  <c:v>34.769972801208468</c:v>
                </c:pt>
                <c:pt idx="2607">
                  <c:v>64.162015914917021</c:v>
                </c:pt>
                <c:pt idx="2608">
                  <c:v>60.519062042236357</c:v>
                </c:pt>
                <c:pt idx="2609">
                  <c:v>66.274147033691406</c:v>
                </c:pt>
                <c:pt idx="2610">
                  <c:v>67.19542121887207</c:v>
                </c:pt>
                <c:pt idx="2611">
                  <c:v>68.812955856323271</c:v>
                </c:pt>
                <c:pt idx="2612">
                  <c:v>69.466232299804702</c:v>
                </c:pt>
                <c:pt idx="2613">
                  <c:v>65.3841037750244</c:v>
                </c:pt>
                <c:pt idx="2614">
                  <c:v>66.225776672363281</c:v>
                </c:pt>
                <c:pt idx="2615">
                  <c:v>71.293716430664077</c:v>
                </c:pt>
                <c:pt idx="2616">
                  <c:v>64.971479415893555</c:v>
                </c:pt>
                <c:pt idx="2617">
                  <c:v>69.85908317565918</c:v>
                </c:pt>
                <c:pt idx="2618">
                  <c:v>68.260927200317397</c:v>
                </c:pt>
                <c:pt idx="2619">
                  <c:v>63.713428497314453</c:v>
                </c:pt>
                <c:pt idx="2620">
                  <c:v>67.488836288452148</c:v>
                </c:pt>
                <c:pt idx="2621">
                  <c:v>70.151754379272475</c:v>
                </c:pt>
                <c:pt idx="2622">
                  <c:v>66.444780349731445</c:v>
                </c:pt>
                <c:pt idx="2623">
                  <c:v>71.880611419677734</c:v>
                </c:pt>
                <c:pt idx="2624">
                  <c:v>71.756559371948242</c:v>
                </c:pt>
                <c:pt idx="2625">
                  <c:v>70.847175598144531</c:v>
                </c:pt>
                <c:pt idx="2626">
                  <c:v>70.785730361938477</c:v>
                </c:pt>
                <c:pt idx="2627">
                  <c:v>62.257474899291999</c:v>
                </c:pt>
                <c:pt idx="2628">
                  <c:v>38.985922813415527</c:v>
                </c:pt>
                <c:pt idx="2629">
                  <c:v>41.476495742797852</c:v>
                </c:pt>
                <c:pt idx="2630">
                  <c:v>40.511489868164048</c:v>
                </c:pt>
                <c:pt idx="2631">
                  <c:v>69.315275192260714</c:v>
                </c:pt>
                <c:pt idx="2632">
                  <c:v>72.14531135559082</c:v>
                </c:pt>
                <c:pt idx="2633">
                  <c:v>69.442291259765653</c:v>
                </c:pt>
                <c:pt idx="2634">
                  <c:v>70.198070526123047</c:v>
                </c:pt>
                <c:pt idx="2635">
                  <c:v>70.765653610229492</c:v>
                </c:pt>
                <c:pt idx="2636">
                  <c:v>70.052726745605455</c:v>
                </c:pt>
                <c:pt idx="2637">
                  <c:v>73.370820999145522</c:v>
                </c:pt>
                <c:pt idx="2638">
                  <c:v>71.590888977050781</c:v>
                </c:pt>
                <c:pt idx="2639">
                  <c:v>70.304164886474652</c:v>
                </c:pt>
                <c:pt idx="2640">
                  <c:v>71.540424346923857</c:v>
                </c:pt>
                <c:pt idx="2641">
                  <c:v>70.377639770507798</c:v>
                </c:pt>
                <c:pt idx="2642">
                  <c:v>70.737668991088853</c:v>
                </c:pt>
                <c:pt idx="2643">
                  <c:v>71.790509541829422</c:v>
                </c:pt>
                <c:pt idx="2644">
                  <c:v>70.255979537963867</c:v>
                </c:pt>
                <c:pt idx="2645">
                  <c:v>70.165357589721708</c:v>
                </c:pt>
                <c:pt idx="2646">
                  <c:v>70.06122207641603</c:v>
                </c:pt>
                <c:pt idx="2647">
                  <c:v>72.114913940429702</c:v>
                </c:pt>
                <c:pt idx="2648">
                  <c:v>70.760978698730497</c:v>
                </c:pt>
                <c:pt idx="2649">
                  <c:v>70.882377624511719</c:v>
                </c:pt>
                <c:pt idx="2650">
                  <c:v>69.69232177734375</c:v>
                </c:pt>
                <c:pt idx="2651">
                  <c:v>72.233026504516602</c:v>
                </c:pt>
                <c:pt idx="2652">
                  <c:v>72.373537063598633</c:v>
                </c:pt>
                <c:pt idx="2653">
                  <c:v>52.933200359344497</c:v>
                </c:pt>
                <c:pt idx="2654">
                  <c:v>42.322725772857673</c:v>
                </c:pt>
                <c:pt idx="2655">
                  <c:v>57.222347259521499</c:v>
                </c:pt>
                <c:pt idx="2656">
                  <c:v>48.961215019226103</c:v>
                </c:pt>
                <c:pt idx="2657">
                  <c:v>66.89317512512207</c:v>
                </c:pt>
                <c:pt idx="2658">
                  <c:v>71.350185394287124</c:v>
                </c:pt>
                <c:pt idx="2659">
                  <c:v>72.441174825032576</c:v>
                </c:pt>
                <c:pt idx="2660">
                  <c:v>73.023694992065458</c:v>
                </c:pt>
                <c:pt idx="2661">
                  <c:v>72.16889762878418</c:v>
                </c:pt>
                <c:pt idx="2662">
                  <c:v>70.697803497314482</c:v>
                </c:pt>
                <c:pt idx="2663">
                  <c:v>70.548313140869155</c:v>
                </c:pt>
                <c:pt idx="2664">
                  <c:v>72.761260986328125</c:v>
                </c:pt>
                <c:pt idx="2665">
                  <c:v>72.222650527954102</c:v>
                </c:pt>
                <c:pt idx="2666">
                  <c:v>70.211139678955107</c:v>
                </c:pt>
                <c:pt idx="2667">
                  <c:v>71.179502487182631</c:v>
                </c:pt>
                <c:pt idx="2668">
                  <c:v>69.086032867431655</c:v>
                </c:pt>
                <c:pt idx="2669">
                  <c:v>71.111125946044922</c:v>
                </c:pt>
                <c:pt idx="2670">
                  <c:v>72.878753662109375</c:v>
                </c:pt>
                <c:pt idx="2671">
                  <c:v>72.14862060546875</c:v>
                </c:pt>
                <c:pt idx="2672">
                  <c:v>70.957643508911133</c:v>
                </c:pt>
                <c:pt idx="2673">
                  <c:v>72.593942642211928</c:v>
                </c:pt>
                <c:pt idx="2674">
                  <c:v>72.519308090209947</c:v>
                </c:pt>
                <c:pt idx="2675">
                  <c:v>71.961858749389648</c:v>
                </c:pt>
                <c:pt idx="2676">
                  <c:v>70.927936553955078</c:v>
                </c:pt>
                <c:pt idx="2677">
                  <c:v>72.300081253051772</c:v>
                </c:pt>
                <c:pt idx="2678">
                  <c:v>61.615233421325676</c:v>
                </c:pt>
                <c:pt idx="2679">
                  <c:v>67.4355983734131</c:v>
                </c:pt>
                <c:pt idx="2680">
                  <c:v>73.348543167114244</c:v>
                </c:pt>
                <c:pt idx="2681">
                  <c:v>71.789598464965849</c:v>
                </c:pt>
                <c:pt idx="2682">
                  <c:v>70.960208892822308</c:v>
                </c:pt>
                <c:pt idx="2683">
                  <c:v>70.974653244018597</c:v>
                </c:pt>
                <c:pt idx="2684">
                  <c:v>70.91766738891603</c:v>
                </c:pt>
                <c:pt idx="2685">
                  <c:v>71.76634407043457</c:v>
                </c:pt>
                <c:pt idx="2686">
                  <c:v>70.719011306762695</c:v>
                </c:pt>
                <c:pt idx="2687">
                  <c:v>73.009624481201172</c:v>
                </c:pt>
                <c:pt idx="2688">
                  <c:v>70.185089111328153</c:v>
                </c:pt>
                <c:pt idx="2689">
                  <c:v>73.252752304077177</c:v>
                </c:pt>
                <c:pt idx="2690">
                  <c:v>70.98779296875</c:v>
                </c:pt>
                <c:pt idx="2691">
                  <c:v>71.49220085144043</c:v>
                </c:pt>
                <c:pt idx="2692">
                  <c:v>71.68707275390625</c:v>
                </c:pt>
                <c:pt idx="2693">
                  <c:v>73.935508728027372</c:v>
                </c:pt>
                <c:pt idx="2694">
                  <c:v>70.502399444580078</c:v>
                </c:pt>
                <c:pt idx="2695">
                  <c:v>72.882970809936523</c:v>
                </c:pt>
                <c:pt idx="2696">
                  <c:v>71.82332611083983</c:v>
                </c:pt>
                <c:pt idx="2697">
                  <c:v>70.16810035705565</c:v>
                </c:pt>
                <c:pt idx="2698">
                  <c:v>69.945936203002958</c:v>
                </c:pt>
                <c:pt idx="2699">
                  <c:v>72.61290740966794</c:v>
                </c:pt>
                <c:pt idx="2700">
                  <c:v>72.75345993041995</c:v>
                </c:pt>
                <c:pt idx="2701">
                  <c:v>70.307262420654268</c:v>
                </c:pt>
                <c:pt idx="2702">
                  <c:v>72.035240173339844</c:v>
                </c:pt>
                <c:pt idx="2703">
                  <c:v>70.943590164184599</c:v>
                </c:pt>
                <c:pt idx="2704">
                  <c:v>73.321870803833008</c:v>
                </c:pt>
                <c:pt idx="2705">
                  <c:v>75.262157440185575</c:v>
                </c:pt>
                <c:pt idx="2706">
                  <c:v>71.797361373901367</c:v>
                </c:pt>
                <c:pt idx="2707">
                  <c:v>74.376791000366225</c:v>
                </c:pt>
                <c:pt idx="2708">
                  <c:v>72.246309280395508</c:v>
                </c:pt>
                <c:pt idx="2709">
                  <c:v>70.677148818969727</c:v>
                </c:pt>
                <c:pt idx="2710">
                  <c:v>70.189628601074219</c:v>
                </c:pt>
                <c:pt idx="2711">
                  <c:v>69.562131881713853</c:v>
                </c:pt>
                <c:pt idx="2712">
                  <c:v>70.669002532958999</c:v>
                </c:pt>
                <c:pt idx="2713">
                  <c:v>70.481782913207994</c:v>
                </c:pt>
                <c:pt idx="2714">
                  <c:v>70.405660629272475</c:v>
                </c:pt>
                <c:pt idx="2715">
                  <c:v>70.55693244934082</c:v>
                </c:pt>
                <c:pt idx="2716">
                  <c:v>72.517993927001982</c:v>
                </c:pt>
                <c:pt idx="2717">
                  <c:v>70.822444915771499</c:v>
                </c:pt>
                <c:pt idx="2718">
                  <c:v>71.721748352050781</c:v>
                </c:pt>
                <c:pt idx="2719">
                  <c:v>71.332801818847656</c:v>
                </c:pt>
                <c:pt idx="2720">
                  <c:v>71.52594375610353</c:v>
                </c:pt>
                <c:pt idx="2721">
                  <c:v>74.384199142456055</c:v>
                </c:pt>
                <c:pt idx="2722">
                  <c:v>75.415765762329102</c:v>
                </c:pt>
                <c:pt idx="2723">
                  <c:v>72.378438949584975</c:v>
                </c:pt>
                <c:pt idx="2724">
                  <c:v>71.177562713623047</c:v>
                </c:pt>
                <c:pt idx="2725">
                  <c:v>71.926118850708036</c:v>
                </c:pt>
                <c:pt idx="2726">
                  <c:v>74.172565460205078</c:v>
                </c:pt>
                <c:pt idx="2727">
                  <c:v>72.077373504638643</c:v>
                </c:pt>
                <c:pt idx="2728">
                  <c:v>75.324966430664077</c:v>
                </c:pt>
                <c:pt idx="2729">
                  <c:v>74.653532028198256</c:v>
                </c:pt>
                <c:pt idx="2730">
                  <c:v>73.795835494995131</c:v>
                </c:pt>
                <c:pt idx="2731">
                  <c:v>76.229476928710923</c:v>
                </c:pt>
                <c:pt idx="2732">
                  <c:v>71.418190002441406</c:v>
                </c:pt>
                <c:pt idx="2733">
                  <c:v>72.41874313354495</c:v>
                </c:pt>
                <c:pt idx="2734">
                  <c:v>70.98797607421875</c:v>
                </c:pt>
                <c:pt idx="2735">
                  <c:v>70.227426528930678</c:v>
                </c:pt>
                <c:pt idx="2736">
                  <c:v>69.978961944580107</c:v>
                </c:pt>
                <c:pt idx="2737">
                  <c:v>71.238386154174805</c:v>
                </c:pt>
                <c:pt idx="2738">
                  <c:v>70.475555419921875</c:v>
                </c:pt>
                <c:pt idx="2739">
                  <c:v>71.604263305664048</c:v>
                </c:pt>
                <c:pt idx="2740">
                  <c:v>74.513156890869126</c:v>
                </c:pt>
                <c:pt idx="2741">
                  <c:v>70.82569694519043</c:v>
                </c:pt>
                <c:pt idx="2742">
                  <c:v>72.39489173889163</c:v>
                </c:pt>
                <c:pt idx="2743">
                  <c:v>71.374719619751005</c:v>
                </c:pt>
                <c:pt idx="2744">
                  <c:v>72.721376419067383</c:v>
                </c:pt>
                <c:pt idx="2745">
                  <c:v>72.992778778076172</c:v>
                </c:pt>
                <c:pt idx="2746">
                  <c:v>72.02069854736331</c:v>
                </c:pt>
                <c:pt idx="2747">
                  <c:v>73.359310150146499</c:v>
                </c:pt>
                <c:pt idx="2748">
                  <c:v>70.848642349243178</c:v>
                </c:pt>
                <c:pt idx="2749">
                  <c:v>74.81077766418457</c:v>
                </c:pt>
                <c:pt idx="2750">
                  <c:v>39.416278839111357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36.961528778076172</c:v>
                </c:pt>
                <c:pt idx="2760">
                  <c:v>74.03700065612793</c:v>
                </c:pt>
                <c:pt idx="2761">
                  <c:v>73.089096069335952</c:v>
                </c:pt>
                <c:pt idx="2762">
                  <c:v>71.723237991333008</c:v>
                </c:pt>
                <c:pt idx="2763">
                  <c:v>72.94127082824707</c:v>
                </c:pt>
                <c:pt idx="2764">
                  <c:v>73.306598663330107</c:v>
                </c:pt>
                <c:pt idx="2765">
                  <c:v>73.548164367675795</c:v>
                </c:pt>
                <c:pt idx="2766">
                  <c:v>71.940855026245117</c:v>
                </c:pt>
                <c:pt idx="2767">
                  <c:v>71.603942871093722</c:v>
                </c:pt>
                <c:pt idx="2768">
                  <c:v>71.431232452392578</c:v>
                </c:pt>
                <c:pt idx="2769">
                  <c:v>70.388439178466797</c:v>
                </c:pt>
                <c:pt idx="2770">
                  <c:v>72.852701187133775</c:v>
                </c:pt>
                <c:pt idx="2771">
                  <c:v>72.90185546875</c:v>
                </c:pt>
                <c:pt idx="2772">
                  <c:v>70.668300628662124</c:v>
                </c:pt>
                <c:pt idx="2773">
                  <c:v>69.542049407958999</c:v>
                </c:pt>
                <c:pt idx="2774">
                  <c:v>73.397201538085923</c:v>
                </c:pt>
                <c:pt idx="2775">
                  <c:v>72.346704483032198</c:v>
                </c:pt>
                <c:pt idx="2776">
                  <c:v>73.404056549072251</c:v>
                </c:pt>
                <c:pt idx="2777">
                  <c:v>71.834230422973633</c:v>
                </c:pt>
                <c:pt idx="2778">
                  <c:v>74.116451263427749</c:v>
                </c:pt>
                <c:pt idx="2779">
                  <c:v>72.641401290893555</c:v>
                </c:pt>
                <c:pt idx="2780">
                  <c:v>72.669391632080107</c:v>
                </c:pt>
                <c:pt idx="2781">
                  <c:v>74.037809371948228</c:v>
                </c:pt>
                <c:pt idx="2782">
                  <c:v>71.840673446655273</c:v>
                </c:pt>
                <c:pt idx="2783">
                  <c:v>72.248668670654297</c:v>
                </c:pt>
                <c:pt idx="2784">
                  <c:v>71.852199554443345</c:v>
                </c:pt>
                <c:pt idx="2785">
                  <c:v>72.326583862304702</c:v>
                </c:pt>
                <c:pt idx="2786">
                  <c:v>71.636301040649428</c:v>
                </c:pt>
                <c:pt idx="2787">
                  <c:v>73.185195922851577</c:v>
                </c:pt>
                <c:pt idx="2788">
                  <c:v>71.498975753784208</c:v>
                </c:pt>
                <c:pt idx="2789">
                  <c:v>71.144020080566463</c:v>
                </c:pt>
                <c:pt idx="2790">
                  <c:v>71.67578506469728</c:v>
                </c:pt>
                <c:pt idx="2791">
                  <c:v>72.474281311035128</c:v>
                </c:pt>
                <c:pt idx="2792">
                  <c:v>71.478181838989258</c:v>
                </c:pt>
                <c:pt idx="2793">
                  <c:v>72.710901260376005</c:v>
                </c:pt>
                <c:pt idx="2794">
                  <c:v>70.911199569702148</c:v>
                </c:pt>
                <c:pt idx="2795">
                  <c:v>74.67364883422853</c:v>
                </c:pt>
                <c:pt idx="2796">
                  <c:v>73.640241622924833</c:v>
                </c:pt>
                <c:pt idx="2797">
                  <c:v>38.358051300048849</c:v>
                </c:pt>
                <c:pt idx="2798">
                  <c:v>30.554757595062249</c:v>
                </c:pt>
                <c:pt idx="2799">
                  <c:v>42.222048759460421</c:v>
                </c:pt>
                <c:pt idx="2800">
                  <c:v>61.936264991760282</c:v>
                </c:pt>
                <c:pt idx="2801">
                  <c:v>72.689428329467802</c:v>
                </c:pt>
                <c:pt idx="2802">
                  <c:v>73.425941467285156</c:v>
                </c:pt>
                <c:pt idx="2803">
                  <c:v>74.188674926757798</c:v>
                </c:pt>
                <c:pt idx="2804">
                  <c:v>74.23077392578125</c:v>
                </c:pt>
                <c:pt idx="2805">
                  <c:v>71.697202682495103</c:v>
                </c:pt>
                <c:pt idx="2806">
                  <c:v>70.731855392456055</c:v>
                </c:pt>
                <c:pt idx="2807">
                  <c:v>72.186197280883803</c:v>
                </c:pt>
                <c:pt idx="2808">
                  <c:v>72.127363204956055</c:v>
                </c:pt>
                <c:pt idx="2809">
                  <c:v>73.901176452636719</c:v>
                </c:pt>
                <c:pt idx="2810">
                  <c:v>70.398723602294922</c:v>
                </c:pt>
                <c:pt idx="2811">
                  <c:v>72.405569076538072</c:v>
                </c:pt>
                <c:pt idx="2812">
                  <c:v>73.195953369140625</c:v>
                </c:pt>
                <c:pt idx="2813">
                  <c:v>72.731607437133803</c:v>
                </c:pt>
                <c:pt idx="2814">
                  <c:v>69.909402847290067</c:v>
                </c:pt>
                <c:pt idx="2815">
                  <c:v>70.768777847290025</c:v>
                </c:pt>
                <c:pt idx="2816">
                  <c:v>70.817916870117173</c:v>
                </c:pt>
                <c:pt idx="2817">
                  <c:v>74.675691604614258</c:v>
                </c:pt>
                <c:pt idx="2818">
                  <c:v>71.352527618408203</c:v>
                </c:pt>
                <c:pt idx="2819">
                  <c:v>72.550271987915053</c:v>
                </c:pt>
                <c:pt idx="2820">
                  <c:v>69.067301750183134</c:v>
                </c:pt>
                <c:pt idx="2821">
                  <c:v>29.82522010803223</c:v>
                </c:pt>
                <c:pt idx="2822">
                  <c:v>32.334389686584473</c:v>
                </c:pt>
                <c:pt idx="2823">
                  <c:v>48.210333824157701</c:v>
                </c:pt>
                <c:pt idx="2824">
                  <c:v>43.242360115051277</c:v>
                </c:pt>
                <c:pt idx="2825">
                  <c:v>67.972592353820829</c:v>
                </c:pt>
                <c:pt idx="2826">
                  <c:v>72.09429550170897</c:v>
                </c:pt>
                <c:pt idx="2827">
                  <c:v>71.997409820556641</c:v>
                </c:pt>
                <c:pt idx="2828">
                  <c:v>73.151865005493178</c:v>
                </c:pt>
                <c:pt idx="2829">
                  <c:v>73.99755477905272</c:v>
                </c:pt>
                <c:pt idx="2830">
                  <c:v>71.802402496337933</c:v>
                </c:pt>
                <c:pt idx="2831">
                  <c:v>70.749301910400376</c:v>
                </c:pt>
                <c:pt idx="2832">
                  <c:v>71.008684158325195</c:v>
                </c:pt>
                <c:pt idx="2833">
                  <c:v>71.838687896728544</c:v>
                </c:pt>
                <c:pt idx="2834">
                  <c:v>72.015026092529297</c:v>
                </c:pt>
                <c:pt idx="2835">
                  <c:v>71.874452590942369</c:v>
                </c:pt>
                <c:pt idx="2836">
                  <c:v>72.387483596801729</c:v>
                </c:pt>
                <c:pt idx="2837">
                  <c:v>71.138847351074219</c:v>
                </c:pt>
                <c:pt idx="2838">
                  <c:v>71.954912185668945</c:v>
                </c:pt>
                <c:pt idx="2839">
                  <c:v>72.677385330200195</c:v>
                </c:pt>
                <c:pt idx="2840">
                  <c:v>71.384212493896484</c:v>
                </c:pt>
                <c:pt idx="2841">
                  <c:v>70.031831741333036</c:v>
                </c:pt>
                <c:pt idx="2842">
                  <c:v>71.492387771606445</c:v>
                </c:pt>
                <c:pt idx="2843">
                  <c:v>72.104219436645536</c:v>
                </c:pt>
                <c:pt idx="2844">
                  <c:v>73.541326522827148</c:v>
                </c:pt>
                <c:pt idx="2845">
                  <c:v>69.958169937133803</c:v>
                </c:pt>
                <c:pt idx="2846">
                  <c:v>74.149612426757798</c:v>
                </c:pt>
                <c:pt idx="2847">
                  <c:v>72.448066711425767</c:v>
                </c:pt>
                <c:pt idx="2848">
                  <c:v>69.359589576721206</c:v>
                </c:pt>
                <c:pt idx="2849">
                  <c:v>72.257240295410156</c:v>
                </c:pt>
                <c:pt idx="2850">
                  <c:v>72.394851684570298</c:v>
                </c:pt>
                <c:pt idx="2851">
                  <c:v>71.077276229858398</c:v>
                </c:pt>
                <c:pt idx="2852">
                  <c:v>71.265081405639648</c:v>
                </c:pt>
                <c:pt idx="2853">
                  <c:v>71.49125289916995</c:v>
                </c:pt>
                <c:pt idx="2854">
                  <c:v>72.718955993652358</c:v>
                </c:pt>
                <c:pt idx="2855">
                  <c:v>71.869400024414048</c:v>
                </c:pt>
                <c:pt idx="2856">
                  <c:v>71.621768951416044</c:v>
                </c:pt>
                <c:pt idx="2857">
                  <c:v>74.694927215576172</c:v>
                </c:pt>
                <c:pt idx="2858">
                  <c:v>72.496002197265625</c:v>
                </c:pt>
                <c:pt idx="2859">
                  <c:v>71.297731399536133</c:v>
                </c:pt>
                <c:pt idx="2860">
                  <c:v>71.138879776000977</c:v>
                </c:pt>
                <c:pt idx="2861">
                  <c:v>71.420732498168945</c:v>
                </c:pt>
                <c:pt idx="2862">
                  <c:v>72.47553825378418</c:v>
                </c:pt>
                <c:pt idx="2863">
                  <c:v>70.160110473632827</c:v>
                </c:pt>
                <c:pt idx="2864">
                  <c:v>71.245941162109375</c:v>
                </c:pt>
                <c:pt idx="2865">
                  <c:v>71.392421722412109</c:v>
                </c:pt>
                <c:pt idx="2866">
                  <c:v>70.385044097900405</c:v>
                </c:pt>
                <c:pt idx="2867">
                  <c:v>72.876241683959975</c:v>
                </c:pt>
                <c:pt idx="2868">
                  <c:v>70.018655776977553</c:v>
                </c:pt>
                <c:pt idx="2869">
                  <c:v>71.700384140014648</c:v>
                </c:pt>
                <c:pt idx="2870">
                  <c:v>70.903591156005859</c:v>
                </c:pt>
                <c:pt idx="2871">
                  <c:v>71.645469665527344</c:v>
                </c:pt>
                <c:pt idx="2872">
                  <c:v>73.495605468750028</c:v>
                </c:pt>
                <c:pt idx="2873">
                  <c:v>71.131469726562528</c:v>
                </c:pt>
                <c:pt idx="2874">
                  <c:v>71.05901527404788</c:v>
                </c:pt>
                <c:pt idx="2875">
                  <c:v>70.033298492431655</c:v>
                </c:pt>
                <c:pt idx="2876">
                  <c:v>73.640068054199219</c:v>
                </c:pt>
                <c:pt idx="2877">
                  <c:v>69.253265380859375</c:v>
                </c:pt>
                <c:pt idx="2878">
                  <c:v>71.3586940765381</c:v>
                </c:pt>
                <c:pt idx="2879">
                  <c:v>70.208911895751982</c:v>
                </c:pt>
                <c:pt idx="2880">
                  <c:v>71.77098655700685</c:v>
                </c:pt>
                <c:pt idx="2881">
                  <c:v>70.890052795410156</c:v>
                </c:pt>
                <c:pt idx="2882">
                  <c:v>71.050798416137695</c:v>
                </c:pt>
                <c:pt idx="2883">
                  <c:v>72.118061065673857</c:v>
                </c:pt>
                <c:pt idx="2884">
                  <c:v>71.4794406890869</c:v>
                </c:pt>
                <c:pt idx="2885">
                  <c:v>69.406139373779268</c:v>
                </c:pt>
                <c:pt idx="2886">
                  <c:v>72.050025939941406</c:v>
                </c:pt>
                <c:pt idx="2887">
                  <c:v>74.924554824829102</c:v>
                </c:pt>
                <c:pt idx="2888">
                  <c:v>74.831169128417955</c:v>
                </c:pt>
                <c:pt idx="2889">
                  <c:v>72.708515167236357</c:v>
                </c:pt>
                <c:pt idx="2890">
                  <c:v>71.812294006347656</c:v>
                </c:pt>
                <c:pt idx="2891">
                  <c:v>69.277547836303697</c:v>
                </c:pt>
                <c:pt idx="2892">
                  <c:v>73.086004257202148</c:v>
                </c:pt>
                <c:pt idx="2893">
                  <c:v>73.239273071289077</c:v>
                </c:pt>
                <c:pt idx="2894">
                  <c:v>70.55248260498044</c:v>
                </c:pt>
                <c:pt idx="2895">
                  <c:v>71.322816848754883</c:v>
                </c:pt>
                <c:pt idx="2896">
                  <c:v>70.677997589111328</c:v>
                </c:pt>
                <c:pt idx="2897">
                  <c:v>72.115074157714858</c:v>
                </c:pt>
                <c:pt idx="2898">
                  <c:v>70.595830917358398</c:v>
                </c:pt>
                <c:pt idx="2899">
                  <c:v>70.755678176879897</c:v>
                </c:pt>
                <c:pt idx="2900">
                  <c:v>71.967798233032255</c:v>
                </c:pt>
                <c:pt idx="2901">
                  <c:v>74.523788452148452</c:v>
                </c:pt>
                <c:pt idx="2902">
                  <c:v>70.943849563598633</c:v>
                </c:pt>
                <c:pt idx="2903">
                  <c:v>70.467733383178725</c:v>
                </c:pt>
                <c:pt idx="2904">
                  <c:v>70.58141136169435</c:v>
                </c:pt>
                <c:pt idx="2905">
                  <c:v>69.728948593139648</c:v>
                </c:pt>
                <c:pt idx="2906">
                  <c:v>69.948312759399428</c:v>
                </c:pt>
                <c:pt idx="2907">
                  <c:v>72.314666748046903</c:v>
                </c:pt>
                <c:pt idx="2908">
                  <c:v>71.701839447021499</c:v>
                </c:pt>
                <c:pt idx="2909">
                  <c:v>71.022138595581055</c:v>
                </c:pt>
                <c:pt idx="2910">
                  <c:v>71.369026184082003</c:v>
                </c:pt>
                <c:pt idx="2911">
                  <c:v>71.473960876464844</c:v>
                </c:pt>
                <c:pt idx="2912">
                  <c:v>73.064760843912794</c:v>
                </c:pt>
                <c:pt idx="2913">
                  <c:v>72.676078796386719</c:v>
                </c:pt>
                <c:pt idx="2914">
                  <c:v>72.898044586181626</c:v>
                </c:pt>
                <c:pt idx="2915">
                  <c:v>72.88428497314456</c:v>
                </c:pt>
                <c:pt idx="2916">
                  <c:v>74.543891906738281</c:v>
                </c:pt>
                <c:pt idx="2917">
                  <c:v>75.96058464050293</c:v>
                </c:pt>
                <c:pt idx="2918">
                  <c:v>77.750705718994155</c:v>
                </c:pt>
                <c:pt idx="2919">
                  <c:v>76.208906173706055</c:v>
                </c:pt>
                <c:pt idx="2920">
                  <c:v>76.045373916625977</c:v>
                </c:pt>
                <c:pt idx="2921">
                  <c:v>72.479494730631544</c:v>
                </c:pt>
                <c:pt idx="2922">
                  <c:v>73.965311050415053</c:v>
                </c:pt>
                <c:pt idx="2923">
                  <c:v>73.578056335449219</c:v>
                </c:pt>
                <c:pt idx="2924">
                  <c:v>71.201768875122042</c:v>
                </c:pt>
                <c:pt idx="2925">
                  <c:v>72.842870712280273</c:v>
                </c:pt>
                <c:pt idx="2926">
                  <c:v>71.687131881713881</c:v>
                </c:pt>
                <c:pt idx="2927">
                  <c:v>72.141984939575195</c:v>
                </c:pt>
                <c:pt idx="2928">
                  <c:v>70.242753982543945</c:v>
                </c:pt>
                <c:pt idx="2929">
                  <c:v>70.140369415283203</c:v>
                </c:pt>
                <c:pt idx="2930">
                  <c:v>70.112180709838881</c:v>
                </c:pt>
                <c:pt idx="2931">
                  <c:v>70.74906158447267</c:v>
                </c:pt>
                <c:pt idx="2932">
                  <c:v>71.573787689208999</c:v>
                </c:pt>
                <c:pt idx="2933">
                  <c:v>71.112159729003906</c:v>
                </c:pt>
                <c:pt idx="2934">
                  <c:v>71.685009002685547</c:v>
                </c:pt>
                <c:pt idx="2935">
                  <c:v>71.143077850341825</c:v>
                </c:pt>
                <c:pt idx="2936">
                  <c:v>72.350742340087905</c:v>
                </c:pt>
                <c:pt idx="2937">
                  <c:v>71.8663845062256</c:v>
                </c:pt>
                <c:pt idx="2938">
                  <c:v>72.215698242187528</c:v>
                </c:pt>
                <c:pt idx="2939">
                  <c:v>70.9524440765381</c:v>
                </c:pt>
                <c:pt idx="2940">
                  <c:v>70.807506561279297</c:v>
                </c:pt>
                <c:pt idx="2941">
                  <c:v>83.712617874145522</c:v>
                </c:pt>
                <c:pt idx="2942">
                  <c:v>79.447218894958525</c:v>
                </c:pt>
                <c:pt idx="2943">
                  <c:v>65.463546752929702</c:v>
                </c:pt>
                <c:pt idx="2944">
                  <c:v>71.065141677856445</c:v>
                </c:pt>
                <c:pt idx="2945">
                  <c:v>71.90979957580565</c:v>
                </c:pt>
                <c:pt idx="2946">
                  <c:v>74.122381210327148</c:v>
                </c:pt>
                <c:pt idx="2947">
                  <c:v>72.62059974670413</c:v>
                </c:pt>
                <c:pt idx="2948">
                  <c:v>72.061832427978501</c:v>
                </c:pt>
                <c:pt idx="2949">
                  <c:v>73.731027603149428</c:v>
                </c:pt>
                <c:pt idx="2950">
                  <c:v>72.960317611694322</c:v>
                </c:pt>
                <c:pt idx="2951">
                  <c:v>71.820482254028292</c:v>
                </c:pt>
                <c:pt idx="2952">
                  <c:v>73.53577041625978</c:v>
                </c:pt>
                <c:pt idx="2953">
                  <c:v>70.832357406616225</c:v>
                </c:pt>
                <c:pt idx="2954">
                  <c:v>72.94642448425293</c:v>
                </c:pt>
                <c:pt idx="2955">
                  <c:v>72.998258590698271</c:v>
                </c:pt>
                <c:pt idx="2956">
                  <c:v>70.97735023498538</c:v>
                </c:pt>
                <c:pt idx="2957">
                  <c:v>70.342893600463853</c:v>
                </c:pt>
                <c:pt idx="2958">
                  <c:v>70.266645431518583</c:v>
                </c:pt>
                <c:pt idx="2959">
                  <c:v>71.569124221801772</c:v>
                </c:pt>
                <c:pt idx="2960">
                  <c:v>71.196369171142578</c:v>
                </c:pt>
                <c:pt idx="2961">
                  <c:v>74.42627716064456</c:v>
                </c:pt>
                <c:pt idx="2962">
                  <c:v>70.305063247680678</c:v>
                </c:pt>
                <c:pt idx="2963">
                  <c:v>71.849592208862305</c:v>
                </c:pt>
                <c:pt idx="2964">
                  <c:v>72.329006195068359</c:v>
                </c:pt>
                <c:pt idx="2965">
                  <c:v>71.88011741638185</c:v>
                </c:pt>
                <c:pt idx="2966">
                  <c:v>70.443069458007827</c:v>
                </c:pt>
                <c:pt idx="2967">
                  <c:v>71.773174285888643</c:v>
                </c:pt>
                <c:pt idx="2968">
                  <c:v>74.896669387817397</c:v>
                </c:pt>
                <c:pt idx="2969">
                  <c:v>70.93780517578125</c:v>
                </c:pt>
                <c:pt idx="2970">
                  <c:v>70.974203109741197</c:v>
                </c:pt>
                <c:pt idx="2971">
                  <c:v>73.980926513671875</c:v>
                </c:pt>
                <c:pt idx="2972">
                  <c:v>71.05932998657228</c:v>
                </c:pt>
                <c:pt idx="2973">
                  <c:v>72.137474060058565</c:v>
                </c:pt>
                <c:pt idx="2974">
                  <c:v>69.66265487670897</c:v>
                </c:pt>
                <c:pt idx="2975">
                  <c:v>71.852436065673857</c:v>
                </c:pt>
                <c:pt idx="2976">
                  <c:v>71.806005477905273</c:v>
                </c:pt>
                <c:pt idx="2977">
                  <c:v>70.97540283203125</c:v>
                </c:pt>
                <c:pt idx="2978">
                  <c:v>70.11900901794435</c:v>
                </c:pt>
                <c:pt idx="2979">
                  <c:v>72.24622917175293</c:v>
                </c:pt>
                <c:pt idx="2980">
                  <c:v>71.67444229125978</c:v>
                </c:pt>
                <c:pt idx="2981">
                  <c:v>72.082284927368178</c:v>
                </c:pt>
                <c:pt idx="2982">
                  <c:v>70.38239860534668</c:v>
                </c:pt>
                <c:pt idx="2983">
                  <c:v>71.871875762939453</c:v>
                </c:pt>
                <c:pt idx="2984">
                  <c:v>72.679777145385742</c:v>
                </c:pt>
                <c:pt idx="2985">
                  <c:v>71.424837112426758</c:v>
                </c:pt>
                <c:pt idx="2986">
                  <c:v>72.899112701416001</c:v>
                </c:pt>
                <c:pt idx="2987">
                  <c:v>73.986587524414048</c:v>
                </c:pt>
                <c:pt idx="2988">
                  <c:v>72.87202262878418</c:v>
                </c:pt>
                <c:pt idx="2989">
                  <c:v>69.386476516723647</c:v>
                </c:pt>
                <c:pt idx="2990">
                  <c:v>75.903131484985352</c:v>
                </c:pt>
                <c:pt idx="2991">
                  <c:v>72.840251922607422</c:v>
                </c:pt>
                <c:pt idx="2992">
                  <c:v>76.034770965576143</c:v>
                </c:pt>
                <c:pt idx="2993">
                  <c:v>73.377309799194322</c:v>
                </c:pt>
                <c:pt idx="2994">
                  <c:v>72.952981948852553</c:v>
                </c:pt>
                <c:pt idx="2995">
                  <c:v>73.53252601623538</c:v>
                </c:pt>
                <c:pt idx="2996">
                  <c:v>71.38592910766603</c:v>
                </c:pt>
                <c:pt idx="2997">
                  <c:v>71.158716201782198</c:v>
                </c:pt>
                <c:pt idx="2998">
                  <c:v>70.897270202636719</c:v>
                </c:pt>
                <c:pt idx="2999">
                  <c:v>71.318943023681655</c:v>
                </c:pt>
                <c:pt idx="3000">
                  <c:v>71.751928329467773</c:v>
                </c:pt>
                <c:pt idx="3001">
                  <c:v>72.262119293212905</c:v>
                </c:pt>
                <c:pt idx="3002">
                  <c:v>73.405344009399428</c:v>
                </c:pt>
                <c:pt idx="3003">
                  <c:v>73.741094589233427</c:v>
                </c:pt>
                <c:pt idx="3004">
                  <c:v>73.284866333007798</c:v>
                </c:pt>
                <c:pt idx="3005">
                  <c:v>72.822675704956055</c:v>
                </c:pt>
                <c:pt idx="3006">
                  <c:v>75.32692718505858</c:v>
                </c:pt>
                <c:pt idx="3007">
                  <c:v>76.561927795410185</c:v>
                </c:pt>
                <c:pt idx="3008">
                  <c:v>74.863714218139677</c:v>
                </c:pt>
                <c:pt idx="3009">
                  <c:v>75.680372238159208</c:v>
                </c:pt>
                <c:pt idx="3010">
                  <c:v>75.8428249359131</c:v>
                </c:pt>
                <c:pt idx="3011">
                  <c:v>71.623611450195327</c:v>
                </c:pt>
                <c:pt idx="3012">
                  <c:v>74.717435836791992</c:v>
                </c:pt>
                <c:pt idx="3013">
                  <c:v>74.581878662109375</c:v>
                </c:pt>
                <c:pt idx="3014">
                  <c:v>61.69829273223877</c:v>
                </c:pt>
                <c:pt idx="3015">
                  <c:v>32.484281539916999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13.46320152282715</c:v>
                </c:pt>
                <c:pt idx="3111">
                  <c:v>46.831023693084703</c:v>
                </c:pt>
                <c:pt idx="3112">
                  <c:v>71.360322952270508</c:v>
                </c:pt>
                <c:pt idx="3113">
                  <c:v>73.45598030090332</c:v>
                </c:pt>
                <c:pt idx="3114">
                  <c:v>73.93520355224608</c:v>
                </c:pt>
                <c:pt idx="3115">
                  <c:v>73.558904647827148</c:v>
                </c:pt>
                <c:pt idx="3116">
                  <c:v>72.161931991577148</c:v>
                </c:pt>
                <c:pt idx="3117">
                  <c:v>71.137622833251953</c:v>
                </c:pt>
                <c:pt idx="3118">
                  <c:v>72.998493194580078</c:v>
                </c:pt>
                <c:pt idx="3119">
                  <c:v>71.651176452636719</c:v>
                </c:pt>
                <c:pt idx="3120">
                  <c:v>71.524002075195298</c:v>
                </c:pt>
                <c:pt idx="3121">
                  <c:v>70.15203285217288</c:v>
                </c:pt>
                <c:pt idx="3122">
                  <c:v>72.476627349853516</c:v>
                </c:pt>
                <c:pt idx="3123">
                  <c:v>71.474428176879869</c:v>
                </c:pt>
                <c:pt idx="3124">
                  <c:v>69.631618499755845</c:v>
                </c:pt>
                <c:pt idx="3125">
                  <c:v>72.91094207763669</c:v>
                </c:pt>
                <c:pt idx="3126">
                  <c:v>71.148502349853516</c:v>
                </c:pt>
                <c:pt idx="3127">
                  <c:v>70.844026565551772</c:v>
                </c:pt>
                <c:pt idx="3128">
                  <c:v>39.665513038635282</c:v>
                </c:pt>
                <c:pt idx="3129">
                  <c:v>68.102531433105469</c:v>
                </c:pt>
                <c:pt idx="3130">
                  <c:v>72.056327819824219</c:v>
                </c:pt>
                <c:pt idx="3131">
                  <c:v>71.767255783081055</c:v>
                </c:pt>
                <c:pt idx="3132">
                  <c:v>71.951698303222656</c:v>
                </c:pt>
                <c:pt idx="3133">
                  <c:v>74.417556762695298</c:v>
                </c:pt>
                <c:pt idx="3134">
                  <c:v>74.767480850219727</c:v>
                </c:pt>
                <c:pt idx="3135">
                  <c:v>71.685737609863281</c:v>
                </c:pt>
                <c:pt idx="3136">
                  <c:v>72.145105361938505</c:v>
                </c:pt>
                <c:pt idx="3137">
                  <c:v>72.072944641113281</c:v>
                </c:pt>
                <c:pt idx="3138">
                  <c:v>69.760110855102553</c:v>
                </c:pt>
                <c:pt idx="3139">
                  <c:v>71.00849151611331</c:v>
                </c:pt>
                <c:pt idx="3140">
                  <c:v>71.106781005859375</c:v>
                </c:pt>
                <c:pt idx="3141">
                  <c:v>72.657789230346708</c:v>
                </c:pt>
                <c:pt idx="3142">
                  <c:v>72.970853805542006</c:v>
                </c:pt>
                <c:pt idx="3143">
                  <c:v>72.741174697876005</c:v>
                </c:pt>
                <c:pt idx="3144">
                  <c:v>70.631978988647475</c:v>
                </c:pt>
                <c:pt idx="3145">
                  <c:v>73.728269577026381</c:v>
                </c:pt>
                <c:pt idx="3146">
                  <c:v>74.538537979125977</c:v>
                </c:pt>
                <c:pt idx="3147">
                  <c:v>72.52946662902832</c:v>
                </c:pt>
                <c:pt idx="3148">
                  <c:v>72.466529846191435</c:v>
                </c:pt>
                <c:pt idx="3149">
                  <c:v>70.949821472167969</c:v>
                </c:pt>
                <c:pt idx="3150">
                  <c:v>73.529336929321303</c:v>
                </c:pt>
                <c:pt idx="3151">
                  <c:v>71.838367462158203</c:v>
                </c:pt>
                <c:pt idx="3152">
                  <c:v>74.013874053955107</c:v>
                </c:pt>
                <c:pt idx="3153">
                  <c:v>77.112462997436552</c:v>
                </c:pt>
                <c:pt idx="3154">
                  <c:v>74.17828369140625</c:v>
                </c:pt>
                <c:pt idx="3155">
                  <c:v>72.636814117431626</c:v>
                </c:pt>
                <c:pt idx="3156">
                  <c:v>75.728269577026353</c:v>
                </c:pt>
                <c:pt idx="3157">
                  <c:v>72.882379531860352</c:v>
                </c:pt>
                <c:pt idx="3158">
                  <c:v>73.487632751464815</c:v>
                </c:pt>
                <c:pt idx="3159">
                  <c:v>73.881532669067397</c:v>
                </c:pt>
                <c:pt idx="3160">
                  <c:v>74.253219604492173</c:v>
                </c:pt>
                <c:pt idx="3161">
                  <c:v>72.986063003540053</c:v>
                </c:pt>
                <c:pt idx="3162">
                  <c:v>74.395853042602525</c:v>
                </c:pt>
                <c:pt idx="3163">
                  <c:v>74.005603790283203</c:v>
                </c:pt>
                <c:pt idx="3164">
                  <c:v>74.616863250732393</c:v>
                </c:pt>
                <c:pt idx="3165">
                  <c:v>73.90435791015625</c:v>
                </c:pt>
                <c:pt idx="3166">
                  <c:v>74.110252380371122</c:v>
                </c:pt>
                <c:pt idx="3167">
                  <c:v>73.592390060424805</c:v>
                </c:pt>
                <c:pt idx="3168">
                  <c:v>72.526443481445355</c:v>
                </c:pt>
                <c:pt idx="3169">
                  <c:v>70.530878067016602</c:v>
                </c:pt>
                <c:pt idx="3170">
                  <c:v>72.850421905517607</c:v>
                </c:pt>
                <c:pt idx="3171">
                  <c:v>70.249221801757827</c:v>
                </c:pt>
                <c:pt idx="3172">
                  <c:v>71.430553436279297</c:v>
                </c:pt>
                <c:pt idx="3173">
                  <c:v>73.688095092773452</c:v>
                </c:pt>
                <c:pt idx="3174">
                  <c:v>73.057636260986328</c:v>
                </c:pt>
                <c:pt idx="3175">
                  <c:v>74.551097869873047</c:v>
                </c:pt>
                <c:pt idx="3176">
                  <c:v>74.69102668762207</c:v>
                </c:pt>
                <c:pt idx="3177">
                  <c:v>74.066370010375977</c:v>
                </c:pt>
                <c:pt idx="3178">
                  <c:v>72.935009002685547</c:v>
                </c:pt>
                <c:pt idx="3179">
                  <c:v>73.887323379516602</c:v>
                </c:pt>
                <c:pt idx="3180">
                  <c:v>67.769133567810059</c:v>
                </c:pt>
                <c:pt idx="3181">
                  <c:v>35.84344863891603</c:v>
                </c:pt>
                <c:pt idx="3182">
                  <c:v>48.163944244384751</c:v>
                </c:pt>
                <c:pt idx="3183">
                  <c:v>64.788576126098619</c:v>
                </c:pt>
                <c:pt idx="3184">
                  <c:v>75.176435470581026</c:v>
                </c:pt>
                <c:pt idx="3185">
                  <c:v>75.118137359619141</c:v>
                </c:pt>
                <c:pt idx="3186">
                  <c:v>73.87449836730957</c:v>
                </c:pt>
                <c:pt idx="3187">
                  <c:v>75.352800369262695</c:v>
                </c:pt>
                <c:pt idx="3188">
                  <c:v>73.918039321899428</c:v>
                </c:pt>
                <c:pt idx="3189">
                  <c:v>75.56128501892087</c:v>
                </c:pt>
                <c:pt idx="3190">
                  <c:v>75.123414993286147</c:v>
                </c:pt>
                <c:pt idx="3191">
                  <c:v>75.531230926513643</c:v>
                </c:pt>
                <c:pt idx="3192">
                  <c:v>74.431257247924833</c:v>
                </c:pt>
                <c:pt idx="3193">
                  <c:v>71.920755386352553</c:v>
                </c:pt>
                <c:pt idx="3194">
                  <c:v>73.489973068237305</c:v>
                </c:pt>
                <c:pt idx="3195">
                  <c:v>75.505222320556669</c:v>
                </c:pt>
                <c:pt idx="3196">
                  <c:v>72.1388645172119</c:v>
                </c:pt>
                <c:pt idx="3197">
                  <c:v>73.447216033935547</c:v>
                </c:pt>
                <c:pt idx="3198">
                  <c:v>73.194820404052749</c:v>
                </c:pt>
                <c:pt idx="3199">
                  <c:v>75.580129623413072</c:v>
                </c:pt>
                <c:pt idx="3200">
                  <c:v>74.215705871582031</c:v>
                </c:pt>
                <c:pt idx="3201">
                  <c:v>74.934347152709975</c:v>
                </c:pt>
                <c:pt idx="3202">
                  <c:v>75.90813446044919</c:v>
                </c:pt>
                <c:pt idx="3203">
                  <c:v>74.598085403442383</c:v>
                </c:pt>
                <c:pt idx="3204">
                  <c:v>75.217874526977553</c:v>
                </c:pt>
                <c:pt idx="3205">
                  <c:v>74.035894393920898</c:v>
                </c:pt>
                <c:pt idx="3206">
                  <c:v>73.860210418701172</c:v>
                </c:pt>
                <c:pt idx="3207">
                  <c:v>75.236455917358398</c:v>
                </c:pt>
                <c:pt idx="3208">
                  <c:v>74.170503616332994</c:v>
                </c:pt>
                <c:pt idx="3209">
                  <c:v>77.048685073852553</c:v>
                </c:pt>
                <c:pt idx="3210">
                  <c:v>72.621194839477525</c:v>
                </c:pt>
                <c:pt idx="3211">
                  <c:v>73.936027526855483</c:v>
                </c:pt>
                <c:pt idx="3212">
                  <c:v>74.536346435546903</c:v>
                </c:pt>
                <c:pt idx="3213">
                  <c:v>75.035816192626982</c:v>
                </c:pt>
                <c:pt idx="3214">
                  <c:v>75.761682510375948</c:v>
                </c:pt>
                <c:pt idx="3215">
                  <c:v>72.854396820068374</c:v>
                </c:pt>
                <c:pt idx="3216">
                  <c:v>72.618982315063477</c:v>
                </c:pt>
                <c:pt idx="3217">
                  <c:v>73.623933792114258</c:v>
                </c:pt>
                <c:pt idx="3218">
                  <c:v>72.153808593750028</c:v>
                </c:pt>
                <c:pt idx="3219">
                  <c:v>72.24114990234375</c:v>
                </c:pt>
                <c:pt idx="3220">
                  <c:v>71.085048675537095</c:v>
                </c:pt>
                <c:pt idx="3221">
                  <c:v>73.918174743652315</c:v>
                </c:pt>
                <c:pt idx="3222">
                  <c:v>72.28100013732913</c:v>
                </c:pt>
                <c:pt idx="3223">
                  <c:v>73.299045562744155</c:v>
                </c:pt>
                <c:pt idx="3224">
                  <c:v>75.632186889648423</c:v>
                </c:pt>
                <c:pt idx="3225">
                  <c:v>72.982686996459975</c:v>
                </c:pt>
                <c:pt idx="3226">
                  <c:v>72.633787155151381</c:v>
                </c:pt>
                <c:pt idx="3227">
                  <c:v>75.435247421264648</c:v>
                </c:pt>
                <c:pt idx="3228">
                  <c:v>74.455366134643555</c:v>
                </c:pt>
                <c:pt idx="3229">
                  <c:v>73.500925064086928</c:v>
                </c:pt>
                <c:pt idx="3230">
                  <c:v>74.238832473754883</c:v>
                </c:pt>
                <c:pt idx="3231">
                  <c:v>74.070819854736357</c:v>
                </c:pt>
                <c:pt idx="3232">
                  <c:v>72.888145446777372</c:v>
                </c:pt>
                <c:pt idx="3233">
                  <c:v>72.160144805908232</c:v>
                </c:pt>
                <c:pt idx="3234">
                  <c:v>74.529298782348647</c:v>
                </c:pt>
                <c:pt idx="3235">
                  <c:v>72.85137939453125</c:v>
                </c:pt>
                <c:pt idx="3236">
                  <c:v>74.224613189697251</c:v>
                </c:pt>
                <c:pt idx="3237">
                  <c:v>72.800977706909208</c:v>
                </c:pt>
                <c:pt idx="3238">
                  <c:v>73.290472030639677</c:v>
                </c:pt>
                <c:pt idx="3239">
                  <c:v>76.086835861206083</c:v>
                </c:pt>
                <c:pt idx="3240">
                  <c:v>73.316099166870103</c:v>
                </c:pt>
                <c:pt idx="3241">
                  <c:v>74.132291793823242</c:v>
                </c:pt>
                <c:pt idx="3242">
                  <c:v>70.867202758789048</c:v>
                </c:pt>
                <c:pt idx="3243">
                  <c:v>73.1226806640625</c:v>
                </c:pt>
                <c:pt idx="3244">
                  <c:v>72.43004608154294</c:v>
                </c:pt>
                <c:pt idx="3245">
                  <c:v>73.223020553588896</c:v>
                </c:pt>
                <c:pt idx="3246">
                  <c:v>73.767278671264648</c:v>
                </c:pt>
                <c:pt idx="3247">
                  <c:v>72.361827850341825</c:v>
                </c:pt>
                <c:pt idx="3248">
                  <c:v>72.50346565246582</c:v>
                </c:pt>
                <c:pt idx="3249">
                  <c:v>74.08838272094728</c:v>
                </c:pt>
                <c:pt idx="3250">
                  <c:v>74.243856430053697</c:v>
                </c:pt>
                <c:pt idx="3251">
                  <c:v>75.836574554443374</c:v>
                </c:pt>
                <c:pt idx="3252">
                  <c:v>70.512437820434599</c:v>
                </c:pt>
                <c:pt idx="3253">
                  <c:v>45.953411102294922</c:v>
                </c:pt>
                <c:pt idx="3254">
                  <c:v>45.299293518066428</c:v>
                </c:pt>
                <c:pt idx="3255">
                  <c:v>43.368227958679199</c:v>
                </c:pt>
                <c:pt idx="3256">
                  <c:v>40.751762390136697</c:v>
                </c:pt>
                <c:pt idx="3257">
                  <c:v>46.952238082885749</c:v>
                </c:pt>
                <c:pt idx="3258">
                  <c:v>59.492664337158203</c:v>
                </c:pt>
                <c:pt idx="3259">
                  <c:v>73.627878189086928</c:v>
                </c:pt>
                <c:pt idx="3260">
                  <c:v>73.27508544921875</c:v>
                </c:pt>
                <c:pt idx="3261">
                  <c:v>72.314496994018526</c:v>
                </c:pt>
                <c:pt idx="3262">
                  <c:v>70.082908630371108</c:v>
                </c:pt>
                <c:pt idx="3263">
                  <c:v>73.427251815795927</c:v>
                </c:pt>
                <c:pt idx="3264">
                  <c:v>75.074623107910156</c:v>
                </c:pt>
                <c:pt idx="3265">
                  <c:v>73.059585571289048</c:v>
                </c:pt>
                <c:pt idx="3266">
                  <c:v>72.169740676879883</c:v>
                </c:pt>
                <c:pt idx="3267">
                  <c:v>74.520479202270508</c:v>
                </c:pt>
                <c:pt idx="3268">
                  <c:v>74.019535064697251</c:v>
                </c:pt>
                <c:pt idx="3269">
                  <c:v>73.169708251953125</c:v>
                </c:pt>
                <c:pt idx="3270">
                  <c:v>74.964843749999972</c:v>
                </c:pt>
                <c:pt idx="3271">
                  <c:v>75.206735610961914</c:v>
                </c:pt>
                <c:pt idx="3272">
                  <c:v>74.499670028686552</c:v>
                </c:pt>
                <c:pt idx="3273">
                  <c:v>71.581993103027315</c:v>
                </c:pt>
                <c:pt idx="3274">
                  <c:v>74.972597122192383</c:v>
                </c:pt>
                <c:pt idx="3275">
                  <c:v>78.375972747802749</c:v>
                </c:pt>
                <c:pt idx="3276">
                  <c:v>80.849201202392607</c:v>
                </c:pt>
                <c:pt idx="3277">
                  <c:v>45.3962755203247</c:v>
                </c:pt>
                <c:pt idx="3278">
                  <c:v>48.519870758056683</c:v>
                </c:pt>
                <c:pt idx="3279">
                  <c:v>48.322764396667473</c:v>
                </c:pt>
                <c:pt idx="3280">
                  <c:v>45.640382766723647</c:v>
                </c:pt>
                <c:pt idx="3281">
                  <c:v>49.783674240112298</c:v>
                </c:pt>
                <c:pt idx="3282">
                  <c:v>70.057128906249972</c:v>
                </c:pt>
                <c:pt idx="3283">
                  <c:v>73.806465148925781</c:v>
                </c:pt>
                <c:pt idx="3284">
                  <c:v>74.858093261718778</c:v>
                </c:pt>
                <c:pt idx="3285">
                  <c:v>75.698240280151381</c:v>
                </c:pt>
                <c:pt idx="3286">
                  <c:v>72.70154571533206</c:v>
                </c:pt>
                <c:pt idx="3287">
                  <c:v>71.698606491088896</c:v>
                </c:pt>
                <c:pt idx="3288">
                  <c:v>72.564847946166992</c:v>
                </c:pt>
                <c:pt idx="3289">
                  <c:v>72.150859832763672</c:v>
                </c:pt>
                <c:pt idx="3290">
                  <c:v>71.381105422973647</c:v>
                </c:pt>
                <c:pt idx="3291">
                  <c:v>73.309713363647475</c:v>
                </c:pt>
                <c:pt idx="3292">
                  <c:v>74.521163940429673</c:v>
                </c:pt>
                <c:pt idx="3293">
                  <c:v>74.906520843505845</c:v>
                </c:pt>
                <c:pt idx="3294">
                  <c:v>73.659677505493178</c:v>
                </c:pt>
                <c:pt idx="3295">
                  <c:v>75.766223907470703</c:v>
                </c:pt>
                <c:pt idx="3296">
                  <c:v>71.528144836425781</c:v>
                </c:pt>
                <c:pt idx="3297">
                  <c:v>73.632534027099595</c:v>
                </c:pt>
                <c:pt idx="3298">
                  <c:v>74.1284694671631</c:v>
                </c:pt>
                <c:pt idx="3299">
                  <c:v>78.703266143798857</c:v>
                </c:pt>
                <c:pt idx="3300">
                  <c:v>56.760243892669678</c:v>
                </c:pt>
                <c:pt idx="3301">
                  <c:v>26.36659145355225</c:v>
                </c:pt>
                <c:pt idx="3302">
                  <c:v>43.314856529235847</c:v>
                </c:pt>
                <c:pt idx="3303">
                  <c:v>48.792108535766623</c:v>
                </c:pt>
                <c:pt idx="3304">
                  <c:v>57.333260536193883</c:v>
                </c:pt>
                <c:pt idx="3305">
                  <c:v>54.505627632141127</c:v>
                </c:pt>
                <c:pt idx="3306">
                  <c:v>72.099786758422852</c:v>
                </c:pt>
                <c:pt idx="3307">
                  <c:v>72.45398902893065</c:v>
                </c:pt>
                <c:pt idx="3308">
                  <c:v>72.810310363769531</c:v>
                </c:pt>
                <c:pt idx="3309">
                  <c:v>72.435403823852553</c:v>
                </c:pt>
                <c:pt idx="3310">
                  <c:v>75.5470485687256</c:v>
                </c:pt>
                <c:pt idx="3311">
                  <c:v>72.967790603637695</c:v>
                </c:pt>
                <c:pt idx="3312">
                  <c:v>70.840682983398452</c:v>
                </c:pt>
                <c:pt idx="3313">
                  <c:v>72.42396354675293</c:v>
                </c:pt>
                <c:pt idx="3314">
                  <c:v>70.225423812866225</c:v>
                </c:pt>
                <c:pt idx="3315">
                  <c:v>71.321081161499023</c:v>
                </c:pt>
                <c:pt idx="3316">
                  <c:v>70.340732574462876</c:v>
                </c:pt>
                <c:pt idx="3317">
                  <c:v>73.209329605102553</c:v>
                </c:pt>
                <c:pt idx="3318">
                  <c:v>72.910730361938477</c:v>
                </c:pt>
                <c:pt idx="3319">
                  <c:v>74.98553085327147</c:v>
                </c:pt>
                <c:pt idx="3320">
                  <c:v>73.651269912719727</c:v>
                </c:pt>
                <c:pt idx="3321">
                  <c:v>73.51685905456543</c:v>
                </c:pt>
                <c:pt idx="3322">
                  <c:v>71.924230575561523</c:v>
                </c:pt>
                <c:pt idx="3323">
                  <c:v>74.032075881958008</c:v>
                </c:pt>
                <c:pt idx="3324">
                  <c:v>74.522211074829102</c:v>
                </c:pt>
                <c:pt idx="3325">
                  <c:v>76.823984146118178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21.72138977050783</c:v>
                </c:pt>
                <c:pt idx="3336">
                  <c:v>89.080123901367202</c:v>
                </c:pt>
                <c:pt idx="3337">
                  <c:v>90.609226226806655</c:v>
                </c:pt>
                <c:pt idx="3338">
                  <c:v>82.217329025268555</c:v>
                </c:pt>
                <c:pt idx="3339">
                  <c:v>89.704544067382798</c:v>
                </c:pt>
                <c:pt idx="3340">
                  <c:v>82.349205017089844</c:v>
                </c:pt>
                <c:pt idx="3341">
                  <c:v>81.81006622314456</c:v>
                </c:pt>
                <c:pt idx="3342">
                  <c:v>77.228881835937528</c:v>
                </c:pt>
                <c:pt idx="3343">
                  <c:v>77.31416702270505</c:v>
                </c:pt>
                <c:pt idx="3344">
                  <c:v>75.177736282348633</c:v>
                </c:pt>
                <c:pt idx="3345">
                  <c:v>73.357696533203125</c:v>
                </c:pt>
                <c:pt idx="3346">
                  <c:v>75.000280380249023</c:v>
                </c:pt>
                <c:pt idx="3347">
                  <c:v>72.036054611206083</c:v>
                </c:pt>
                <c:pt idx="3348">
                  <c:v>71.293960571289077</c:v>
                </c:pt>
                <c:pt idx="3349">
                  <c:v>79.646827697753906</c:v>
                </c:pt>
                <c:pt idx="3350">
                  <c:v>42.335939407348633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71.862678527832017</c:v>
                </c:pt>
                <c:pt idx="3374">
                  <c:v>74.820816040039048</c:v>
                </c:pt>
                <c:pt idx="3375">
                  <c:v>76.609104156494155</c:v>
                </c:pt>
                <c:pt idx="3376">
                  <c:v>72.530838012695298</c:v>
                </c:pt>
                <c:pt idx="3377">
                  <c:v>76.368972778320298</c:v>
                </c:pt>
                <c:pt idx="3378">
                  <c:v>73.431356430053725</c:v>
                </c:pt>
                <c:pt idx="3379">
                  <c:v>50.640863895416281</c:v>
                </c:pt>
                <c:pt idx="3380">
                  <c:v>17.124182701110851</c:v>
                </c:pt>
                <c:pt idx="3381">
                  <c:v>26.92429780960083</c:v>
                </c:pt>
                <c:pt idx="3382">
                  <c:v>43.995625495910673</c:v>
                </c:pt>
                <c:pt idx="3383">
                  <c:v>47.157218933105483</c:v>
                </c:pt>
                <c:pt idx="3384">
                  <c:v>45.198399543762228</c:v>
                </c:pt>
                <c:pt idx="3385">
                  <c:v>22.405619621276848</c:v>
                </c:pt>
                <c:pt idx="3386">
                  <c:v>26.730763912200949</c:v>
                </c:pt>
                <c:pt idx="3387">
                  <c:v>33.303540229797377</c:v>
                </c:pt>
                <c:pt idx="3388">
                  <c:v>39.855196952819817</c:v>
                </c:pt>
                <c:pt idx="3389">
                  <c:v>24.85071229934692</c:v>
                </c:pt>
                <c:pt idx="3390">
                  <c:v>26.076839447021481</c:v>
                </c:pt>
                <c:pt idx="3391">
                  <c:v>33.437856197357199</c:v>
                </c:pt>
                <c:pt idx="3392">
                  <c:v>33.026579856872573</c:v>
                </c:pt>
                <c:pt idx="3393">
                  <c:v>28.609915256500251</c:v>
                </c:pt>
                <c:pt idx="3394">
                  <c:v>32.057726860046401</c:v>
                </c:pt>
                <c:pt idx="3395">
                  <c:v>31.854930400848371</c:v>
                </c:pt>
                <c:pt idx="3396">
                  <c:v>30.447386264801029</c:v>
                </c:pt>
                <c:pt idx="3397">
                  <c:v>37.648480415344267</c:v>
                </c:pt>
                <c:pt idx="3398">
                  <c:v>36.290385246276848</c:v>
                </c:pt>
                <c:pt idx="3399">
                  <c:v>40.205417633056634</c:v>
                </c:pt>
                <c:pt idx="3400">
                  <c:v>46.574684143066378</c:v>
                </c:pt>
                <c:pt idx="3401">
                  <c:v>44.021578788757317</c:v>
                </c:pt>
                <c:pt idx="3402">
                  <c:v>34.707126617431634</c:v>
                </c:pt>
                <c:pt idx="3403">
                  <c:v>31.396378993988051</c:v>
                </c:pt>
                <c:pt idx="3404">
                  <c:v>44.248902320861824</c:v>
                </c:pt>
                <c:pt idx="3405">
                  <c:v>47.877288818359382</c:v>
                </c:pt>
                <c:pt idx="3406">
                  <c:v>42.719277381896951</c:v>
                </c:pt>
                <c:pt idx="3407">
                  <c:v>34.159895420074477</c:v>
                </c:pt>
                <c:pt idx="3408">
                  <c:v>29.720620632171649</c:v>
                </c:pt>
                <c:pt idx="3409">
                  <c:v>25.27281522750857</c:v>
                </c:pt>
                <c:pt idx="3410">
                  <c:v>27.798576831817599</c:v>
                </c:pt>
                <c:pt idx="3411">
                  <c:v>30.5532307624817</c:v>
                </c:pt>
                <c:pt idx="3412">
                  <c:v>31.023763656616229</c:v>
                </c:pt>
                <c:pt idx="3413">
                  <c:v>30.671222686767571</c:v>
                </c:pt>
                <c:pt idx="3414">
                  <c:v>25.330045700073249</c:v>
                </c:pt>
                <c:pt idx="3415">
                  <c:v>26.122918605804429</c:v>
                </c:pt>
                <c:pt idx="3416">
                  <c:v>25.26001214981078</c:v>
                </c:pt>
                <c:pt idx="3417">
                  <c:v>25.331941604614251</c:v>
                </c:pt>
                <c:pt idx="3418">
                  <c:v>19.891539335250851</c:v>
                </c:pt>
                <c:pt idx="3419">
                  <c:v>17.07162499427794</c:v>
                </c:pt>
                <c:pt idx="3420">
                  <c:v>3.6636004447937029</c:v>
                </c:pt>
                <c:pt idx="3421">
                  <c:v>2.0653768777847299</c:v>
                </c:pt>
                <c:pt idx="3422">
                  <c:v>4.1081381440162676</c:v>
                </c:pt>
                <c:pt idx="3423">
                  <c:v>11.476762056350699</c:v>
                </c:pt>
                <c:pt idx="3424">
                  <c:v>14.322902202606191</c:v>
                </c:pt>
                <c:pt idx="3425">
                  <c:v>21.1789743900299</c:v>
                </c:pt>
                <c:pt idx="3426">
                  <c:v>27.465630531311049</c:v>
                </c:pt>
                <c:pt idx="3427">
                  <c:v>35.434552192687967</c:v>
                </c:pt>
                <c:pt idx="3428">
                  <c:v>47.181908607482903</c:v>
                </c:pt>
                <c:pt idx="3429">
                  <c:v>51.893387794494629</c:v>
                </c:pt>
                <c:pt idx="3430">
                  <c:v>57.145031929016127</c:v>
                </c:pt>
                <c:pt idx="3431">
                  <c:v>47.563169479370117</c:v>
                </c:pt>
                <c:pt idx="3432">
                  <c:v>38.984571456909173</c:v>
                </c:pt>
                <c:pt idx="3433">
                  <c:v>48.320718765258803</c:v>
                </c:pt>
                <c:pt idx="3434">
                  <c:v>55.443770408630371</c:v>
                </c:pt>
                <c:pt idx="3435">
                  <c:v>55.5676975250244</c:v>
                </c:pt>
                <c:pt idx="3436">
                  <c:v>45.553648948669426</c:v>
                </c:pt>
                <c:pt idx="3437">
                  <c:v>52.398530006408677</c:v>
                </c:pt>
                <c:pt idx="3438">
                  <c:v>60.109747886657729</c:v>
                </c:pt>
                <c:pt idx="3439">
                  <c:v>48.759550094604499</c:v>
                </c:pt>
                <c:pt idx="3440">
                  <c:v>42.81163215637207</c:v>
                </c:pt>
                <c:pt idx="3441">
                  <c:v>42.665215492248549</c:v>
                </c:pt>
                <c:pt idx="3442">
                  <c:v>25.124873161315929</c:v>
                </c:pt>
                <c:pt idx="3443">
                  <c:v>39.985758781433098</c:v>
                </c:pt>
                <c:pt idx="3444">
                  <c:v>33.265546321868896</c:v>
                </c:pt>
                <c:pt idx="3445">
                  <c:v>20.354009151458751</c:v>
                </c:pt>
                <c:pt idx="3446">
                  <c:v>18.23660683631898</c:v>
                </c:pt>
                <c:pt idx="3447">
                  <c:v>20.797138214111321</c:v>
                </c:pt>
                <c:pt idx="3448">
                  <c:v>20.319328308105479</c:v>
                </c:pt>
                <c:pt idx="3449">
                  <c:v>21.878682613372799</c:v>
                </c:pt>
                <c:pt idx="3450">
                  <c:v>19.782135486602751</c:v>
                </c:pt>
                <c:pt idx="3451">
                  <c:v>25.1244297027588</c:v>
                </c:pt>
                <c:pt idx="3452">
                  <c:v>29.45669078826905</c:v>
                </c:pt>
                <c:pt idx="3453">
                  <c:v>36.576897621154799</c:v>
                </c:pt>
                <c:pt idx="3454">
                  <c:v>22.150752067565929</c:v>
                </c:pt>
                <c:pt idx="3455">
                  <c:v>19.298652648925771</c:v>
                </c:pt>
                <c:pt idx="3456">
                  <c:v>22.504651069641071</c:v>
                </c:pt>
                <c:pt idx="3457">
                  <c:v>31.760107517242421</c:v>
                </c:pt>
                <c:pt idx="3458">
                  <c:v>19.80117416381832</c:v>
                </c:pt>
                <c:pt idx="3459">
                  <c:v>27.084686279296879</c:v>
                </c:pt>
                <c:pt idx="3460">
                  <c:v>32.408781051635728</c:v>
                </c:pt>
                <c:pt idx="3461">
                  <c:v>24.051275253295898</c:v>
                </c:pt>
                <c:pt idx="3462">
                  <c:v>23.834034442901601</c:v>
                </c:pt>
                <c:pt idx="3463">
                  <c:v>30.155382156372099</c:v>
                </c:pt>
                <c:pt idx="3464">
                  <c:v>17.49999690055845</c:v>
                </c:pt>
                <c:pt idx="3465">
                  <c:v>20.57875061035158</c:v>
                </c:pt>
                <c:pt idx="3466">
                  <c:v>14.5563805103302</c:v>
                </c:pt>
                <c:pt idx="3467">
                  <c:v>10.62358570098877</c:v>
                </c:pt>
                <c:pt idx="3468">
                  <c:v>18.26443386077883</c:v>
                </c:pt>
                <c:pt idx="3469">
                  <c:v>6.623290538787832</c:v>
                </c:pt>
                <c:pt idx="3470">
                  <c:v>18.64893817901612</c:v>
                </c:pt>
                <c:pt idx="3471">
                  <c:v>15.217805743217459</c:v>
                </c:pt>
                <c:pt idx="3472">
                  <c:v>15.97639870643617</c:v>
                </c:pt>
                <c:pt idx="3473">
                  <c:v>20.449405908584598</c:v>
                </c:pt>
                <c:pt idx="3474">
                  <c:v>27.62935495376588</c:v>
                </c:pt>
                <c:pt idx="3475">
                  <c:v>38.238649368286147</c:v>
                </c:pt>
                <c:pt idx="3476">
                  <c:v>42.4281005859375</c:v>
                </c:pt>
                <c:pt idx="3477">
                  <c:v>48.447196006774902</c:v>
                </c:pt>
                <c:pt idx="3478">
                  <c:v>43.547059059143088</c:v>
                </c:pt>
                <c:pt idx="3479">
                  <c:v>46.189092636108398</c:v>
                </c:pt>
                <c:pt idx="3480">
                  <c:v>50.614326477050767</c:v>
                </c:pt>
                <c:pt idx="3481">
                  <c:v>40.681508064270027</c:v>
                </c:pt>
                <c:pt idx="3482">
                  <c:v>44.12750244140625</c:v>
                </c:pt>
                <c:pt idx="3483">
                  <c:v>41.97208404541017</c:v>
                </c:pt>
                <c:pt idx="3484">
                  <c:v>22.27362060546875</c:v>
                </c:pt>
                <c:pt idx="3485">
                  <c:v>27.498723983764648</c:v>
                </c:pt>
                <c:pt idx="3486">
                  <c:v>32.585925579071052</c:v>
                </c:pt>
                <c:pt idx="3487">
                  <c:v>44.599319458007827</c:v>
                </c:pt>
                <c:pt idx="3488">
                  <c:v>50.674296379089363</c:v>
                </c:pt>
                <c:pt idx="3489">
                  <c:v>38.445565223693848</c:v>
                </c:pt>
                <c:pt idx="3490">
                  <c:v>36.243750572204597</c:v>
                </c:pt>
                <c:pt idx="3491">
                  <c:v>22.874298095703121</c:v>
                </c:pt>
                <c:pt idx="3492">
                  <c:v>21.268747806549079</c:v>
                </c:pt>
                <c:pt idx="3493">
                  <c:v>18.833406448364251</c:v>
                </c:pt>
                <c:pt idx="3494">
                  <c:v>25.6851019859314</c:v>
                </c:pt>
                <c:pt idx="3495">
                  <c:v>35.5917134284973</c:v>
                </c:pt>
                <c:pt idx="3496">
                  <c:v>34.731947898864753</c:v>
                </c:pt>
                <c:pt idx="3497">
                  <c:v>47.185240745544448</c:v>
                </c:pt>
                <c:pt idx="3498">
                  <c:v>53.605030059814467</c:v>
                </c:pt>
                <c:pt idx="3499">
                  <c:v>52.798376083374052</c:v>
                </c:pt>
                <c:pt idx="3500">
                  <c:v>37.623597621917703</c:v>
                </c:pt>
                <c:pt idx="3501">
                  <c:v>31.638620376586921</c:v>
                </c:pt>
                <c:pt idx="3502">
                  <c:v>43.607777595520027</c:v>
                </c:pt>
                <c:pt idx="3503">
                  <c:v>47.737051963806152</c:v>
                </c:pt>
                <c:pt idx="3504">
                  <c:v>48.670591354370103</c:v>
                </c:pt>
                <c:pt idx="3505">
                  <c:v>28.881950855255131</c:v>
                </c:pt>
                <c:pt idx="3506">
                  <c:v>36.809901714324951</c:v>
                </c:pt>
                <c:pt idx="3507">
                  <c:v>48.494908332824721</c:v>
                </c:pt>
                <c:pt idx="3508">
                  <c:v>28.908887386322</c:v>
                </c:pt>
                <c:pt idx="3509">
                  <c:v>34.73881196975708</c:v>
                </c:pt>
                <c:pt idx="3510">
                  <c:v>29.962531089782729</c:v>
                </c:pt>
                <c:pt idx="3511">
                  <c:v>25.02642822265625</c:v>
                </c:pt>
                <c:pt idx="3512">
                  <c:v>42.981881141662598</c:v>
                </c:pt>
                <c:pt idx="3513">
                  <c:v>42.216628074646003</c:v>
                </c:pt>
                <c:pt idx="3514">
                  <c:v>36.2837104797363</c:v>
                </c:pt>
                <c:pt idx="3515">
                  <c:v>19.962249040603648</c:v>
                </c:pt>
                <c:pt idx="3516">
                  <c:v>23.611094474792498</c:v>
                </c:pt>
                <c:pt idx="3517">
                  <c:v>33.721340656280518</c:v>
                </c:pt>
                <c:pt idx="3518">
                  <c:v>29.042562007904049</c:v>
                </c:pt>
                <c:pt idx="3519">
                  <c:v>31.29579257965085</c:v>
                </c:pt>
                <c:pt idx="3520">
                  <c:v>34.746298313140848</c:v>
                </c:pt>
                <c:pt idx="3521">
                  <c:v>23.949570655822779</c:v>
                </c:pt>
                <c:pt idx="3522">
                  <c:v>38.006918907165563</c:v>
                </c:pt>
                <c:pt idx="3523">
                  <c:v>55.943216323852553</c:v>
                </c:pt>
                <c:pt idx="3524">
                  <c:v>50.665162086486824</c:v>
                </c:pt>
                <c:pt idx="3525">
                  <c:v>30.11312103271483</c:v>
                </c:pt>
                <c:pt idx="3526">
                  <c:v>46.600514411926277</c:v>
                </c:pt>
                <c:pt idx="3527">
                  <c:v>42.83038330078125</c:v>
                </c:pt>
                <c:pt idx="3528">
                  <c:v>24.563632965087901</c:v>
                </c:pt>
                <c:pt idx="3529">
                  <c:v>40.387888431549072</c:v>
                </c:pt>
                <c:pt idx="3530">
                  <c:v>53.601054191589348</c:v>
                </c:pt>
                <c:pt idx="3531">
                  <c:v>45.374524116516099</c:v>
                </c:pt>
                <c:pt idx="3532">
                  <c:v>7.5397315025329501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55.751041412353501</c:v>
                </c:pt>
                <c:pt idx="3542">
                  <c:v>75.492040634155245</c:v>
                </c:pt>
                <c:pt idx="3543">
                  <c:v>75.0981960296631</c:v>
                </c:pt>
                <c:pt idx="3544">
                  <c:v>74.155929565429673</c:v>
                </c:pt>
                <c:pt idx="3545">
                  <c:v>73.2894287109375</c:v>
                </c:pt>
                <c:pt idx="3546">
                  <c:v>72.48921012878418</c:v>
                </c:pt>
                <c:pt idx="3547">
                  <c:v>36.005937814712517</c:v>
                </c:pt>
                <c:pt idx="3548">
                  <c:v>11.830809950828529</c:v>
                </c:pt>
                <c:pt idx="3549">
                  <c:v>25.465324401855451</c:v>
                </c:pt>
                <c:pt idx="3550">
                  <c:v>39.721906661987298</c:v>
                </c:pt>
                <c:pt idx="3551">
                  <c:v>26.179997444152821</c:v>
                </c:pt>
                <c:pt idx="3552">
                  <c:v>45.095706939697273</c:v>
                </c:pt>
                <c:pt idx="3553">
                  <c:v>39.985415458679199</c:v>
                </c:pt>
                <c:pt idx="3554">
                  <c:v>26.79495000839233</c:v>
                </c:pt>
                <c:pt idx="3555">
                  <c:v>49.406906127929673</c:v>
                </c:pt>
                <c:pt idx="3556">
                  <c:v>41.671161651611349</c:v>
                </c:pt>
                <c:pt idx="3557">
                  <c:v>4.9218235015869247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33.190864562988267</c:v>
                </c:pt>
                <c:pt idx="3602">
                  <c:v>75.799472808837905</c:v>
                </c:pt>
                <c:pt idx="3603">
                  <c:v>74.736974716186523</c:v>
                </c:pt>
                <c:pt idx="3604">
                  <c:v>75.023576736450195</c:v>
                </c:pt>
                <c:pt idx="3605">
                  <c:v>75.122276306152344</c:v>
                </c:pt>
                <c:pt idx="3606">
                  <c:v>70.665121078491197</c:v>
                </c:pt>
                <c:pt idx="3607">
                  <c:v>52.123677253723152</c:v>
                </c:pt>
                <c:pt idx="3608">
                  <c:v>24.458330631256079</c:v>
                </c:pt>
                <c:pt idx="3609">
                  <c:v>18.034556865692121</c:v>
                </c:pt>
                <c:pt idx="3610">
                  <c:v>13.60872435569765</c:v>
                </c:pt>
                <c:pt idx="3611">
                  <c:v>13.162953972816471</c:v>
                </c:pt>
                <c:pt idx="3612">
                  <c:v>9.8519586324691879</c:v>
                </c:pt>
                <c:pt idx="3613">
                  <c:v>12.82373082637789</c:v>
                </c:pt>
                <c:pt idx="3614">
                  <c:v>14.91157078742982</c:v>
                </c:pt>
                <c:pt idx="3615">
                  <c:v>10.30189740657806</c:v>
                </c:pt>
                <c:pt idx="3616">
                  <c:v>30.71037960052492</c:v>
                </c:pt>
                <c:pt idx="3617">
                  <c:v>40.544864654541001</c:v>
                </c:pt>
                <c:pt idx="3618">
                  <c:v>45.249186515808127</c:v>
                </c:pt>
                <c:pt idx="3619">
                  <c:v>49.562897682189927</c:v>
                </c:pt>
                <c:pt idx="3620">
                  <c:v>47.329251289367683</c:v>
                </c:pt>
                <c:pt idx="3621">
                  <c:v>50.009701728820801</c:v>
                </c:pt>
                <c:pt idx="3622">
                  <c:v>50.551677703857422</c:v>
                </c:pt>
                <c:pt idx="3623">
                  <c:v>41.645421981811523</c:v>
                </c:pt>
                <c:pt idx="3624">
                  <c:v>45.248103141784682</c:v>
                </c:pt>
                <c:pt idx="3625">
                  <c:v>50.240754127502449</c:v>
                </c:pt>
                <c:pt idx="3626">
                  <c:v>51.18157958984375</c:v>
                </c:pt>
                <c:pt idx="3627">
                  <c:v>38.351815700531027</c:v>
                </c:pt>
                <c:pt idx="3628">
                  <c:v>36.404080390930197</c:v>
                </c:pt>
                <c:pt idx="3629">
                  <c:v>48.6186170578003</c:v>
                </c:pt>
                <c:pt idx="3630">
                  <c:v>54.859780311584501</c:v>
                </c:pt>
                <c:pt idx="3631">
                  <c:v>51.683588981628432</c:v>
                </c:pt>
                <c:pt idx="3632">
                  <c:v>38.117077827453599</c:v>
                </c:pt>
                <c:pt idx="3633">
                  <c:v>34.166733264923103</c:v>
                </c:pt>
                <c:pt idx="3634">
                  <c:v>19.815959930419929</c:v>
                </c:pt>
                <c:pt idx="3635">
                  <c:v>9.2028381824493408</c:v>
                </c:pt>
                <c:pt idx="3636">
                  <c:v>11.15481925010682</c:v>
                </c:pt>
                <c:pt idx="3637">
                  <c:v>22.31472301483155</c:v>
                </c:pt>
                <c:pt idx="3638">
                  <c:v>17.131792306900039</c:v>
                </c:pt>
                <c:pt idx="3639">
                  <c:v>11.173759579658521</c:v>
                </c:pt>
                <c:pt idx="3640">
                  <c:v>17.53516221046447</c:v>
                </c:pt>
                <c:pt idx="3641">
                  <c:v>20.26027679443358</c:v>
                </c:pt>
                <c:pt idx="3642">
                  <c:v>31.205203056335481</c:v>
                </c:pt>
                <c:pt idx="3643">
                  <c:v>50.872386932373047</c:v>
                </c:pt>
                <c:pt idx="3644">
                  <c:v>57.237296104431167</c:v>
                </c:pt>
                <c:pt idx="3645">
                  <c:v>46.287881851196303</c:v>
                </c:pt>
                <c:pt idx="3646">
                  <c:v>50.38198089599608</c:v>
                </c:pt>
                <c:pt idx="3647">
                  <c:v>45.993172645568848</c:v>
                </c:pt>
                <c:pt idx="3648">
                  <c:v>43.843483924865701</c:v>
                </c:pt>
                <c:pt idx="3649">
                  <c:v>49.285948753356926</c:v>
                </c:pt>
                <c:pt idx="3650">
                  <c:v>50.628631591796882</c:v>
                </c:pt>
                <c:pt idx="3651">
                  <c:v>38.553478240966797</c:v>
                </c:pt>
                <c:pt idx="3652">
                  <c:v>30.122400760650649</c:v>
                </c:pt>
                <c:pt idx="3653">
                  <c:v>44.382658004760771</c:v>
                </c:pt>
                <c:pt idx="3654">
                  <c:v>50.982066154480002</c:v>
                </c:pt>
                <c:pt idx="3655">
                  <c:v>49.736577033996603</c:v>
                </c:pt>
                <c:pt idx="3656">
                  <c:v>42.011476516723647</c:v>
                </c:pt>
                <c:pt idx="3657">
                  <c:v>27.503333568573002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10.303504228591899</c:v>
                </c:pt>
                <c:pt idx="3662">
                  <c:v>9.6077561378478809</c:v>
                </c:pt>
                <c:pt idx="3663">
                  <c:v>1.486961603164672</c:v>
                </c:pt>
                <c:pt idx="3664">
                  <c:v>0.58602738380432251</c:v>
                </c:pt>
                <c:pt idx="3665">
                  <c:v>18.266849994659399</c:v>
                </c:pt>
                <c:pt idx="3666">
                  <c:v>32.6732692718506</c:v>
                </c:pt>
                <c:pt idx="3667">
                  <c:v>32.018116950988748</c:v>
                </c:pt>
                <c:pt idx="3668">
                  <c:v>48.112600326538072</c:v>
                </c:pt>
                <c:pt idx="3669">
                  <c:v>49.071420669555678</c:v>
                </c:pt>
                <c:pt idx="3670">
                  <c:v>46.633399009704597</c:v>
                </c:pt>
                <c:pt idx="3671">
                  <c:v>49.884481430053732</c:v>
                </c:pt>
                <c:pt idx="3672">
                  <c:v>50.531861305236802</c:v>
                </c:pt>
                <c:pt idx="3673">
                  <c:v>49.070358276367202</c:v>
                </c:pt>
                <c:pt idx="3674">
                  <c:v>49.387771606445327</c:v>
                </c:pt>
                <c:pt idx="3675">
                  <c:v>59.618662834167473</c:v>
                </c:pt>
                <c:pt idx="3676">
                  <c:v>65.67527961730957</c:v>
                </c:pt>
                <c:pt idx="3677">
                  <c:v>63.608981132507353</c:v>
                </c:pt>
                <c:pt idx="3678">
                  <c:v>62.770040512084947</c:v>
                </c:pt>
                <c:pt idx="3679">
                  <c:v>54.844570159912116</c:v>
                </c:pt>
                <c:pt idx="3680">
                  <c:v>61.009248733520501</c:v>
                </c:pt>
                <c:pt idx="3681">
                  <c:v>50.168559074401848</c:v>
                </c:pt>
                <c:pt idx="3682">
                  <c:v>47.986321449279778</c:v>
                </c:pt>
                <c:pt idx="3683">
                  <c:v>43.396916389465318</c:v>
                </c:pt>
                <c:pt idx="3684">
                  <c:v>55.806044578552253</c:v>
                </c:pt>
                <c:pt idx="3685">
                  <c:v>73.497123718261719</c:v>
                </c:pt>
                <c:pt idx="3686">
                  <c:v>68.411203384399428</c:v>
                </c:pt>
                <c:pt idx="3687">
                  <c:v>53.160004615783699</c:v>
                </c:pt>
                <c:pt idx="3688">
                  <c:v>42.000321388244629</c:v>
                </c:pt>
                <c:pt idx="3689">
                  <c:v>28.146858215332049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20.80467319488525</c:v>
                </c:pt>
                <c:pt idx="3798">
                  <c:v>21.27263164520263</c:v>
                </c:pt>
                <c:pt idx="3799">
                  <c:v>33.265172958374002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63.97789573669435</c:v>
                </c:pt>
                <c:pt idx="3809">
                  <c:v>52.178722381591797</c:v>
                </c:pt>
                <c:pt idx="3810">
                  <c:v>44.213165760040297</c:v>
                </c:pt>
                <c:pt idx="3811">
                  <c:v>70.256415367126479</c:v>
                </c:pt>
                <c:pt idx="3812">
                  <c:v>68.011493682861328</c:v>
                </c:pt>
                <c:pt idx="3813">
                  <c:v>52.738430023193366</c:v>
                </c:pt>
                <c:pt idx="3814">
                  <c:v>54.738233089447021</c:v>
                </c:pt>
                <c:pt idx="3815">
                  <c:v>36.004156589508078</c:v>
                </c:pt>
                <c:pt idx="3816">
                  <c:v>55.453045368194573</c:v>
                </c:pt>
                <c:pt idx="3817">
                  <c:v>41.425643444061301</c:v>
                </c:pt>
                <c:pt idx="3818">
                  <c:v>52.046188354492173</c:v>
                </c:pt>
                <c:pt idx="3819">
                  <c:v>52.763875007629387</c:v>
                </c:pt>
                <c:pt idx="3820">
                  <c:v>39.951613903045647</c:v>
                </c:pt>
                <c:pt idx="3821">
                  <c:v>36.693318843841553</c:v>
                </c:pt>
                <c:pt idx="3822">
                  <c:v>51.701457500457749</c:v>
                </c:pt>
                <c:pt idx="3823">
                  <c:v>29.443312644958471</c:v>
                </c:pt>
                <c:pt idx="3824">
                  <c:v>35.005324363708503</c:v>
                </c:pt>
                <c:pt idx="3825">
                  <c:v>27.69838118553162</c:v>
                </c:pt>
                <c:pt idx="3826">
                  <c:v>34.406148910522482</c:v>
                </c:pt>
                <c:pt idx="3827">
                  <c:v>16.06808626651765</c:v>
                </c:pt>
                <c:pt idx="3828">
                  <c:v>15.844666481018081</c:v>
                </c:pt>
                <c:pt idx="3829">
                  <c:v>33.83145725727082</c:v>
                </c:pt>
                <c:pt idx="3830">
                  <c:v>36.606505393981948</c:v>
                </c:pt>
                <c:pt idx="3831">
                  <c:v>15.511975288391101</c:v>
                </c:pt>
                <c:pt idx="3832">
                  <c:v>22.643293380737301</c:v>
                </c:pt>
                <c:pt idx="3833">
                  <c:v>50.792602539062528</c:v>
                </c:pt>
                <c:pt idx="3834">
                  <c:v>21.370220661163351</c:v>
                </c:pt>
                <c:pt idx="3835">
                  <c:v>45.826571464538567</c:v>
                </c:pt>
                <c:pt idx="3836">
                  <c:v>41.610690116882317</c:v>
                </c:pt>
                <c:pt idx="3837">
                  <c:v>43.369531631469727</c:v>
                </c:pt>
                <c:pt idx="3838">
                  <c:v>28.308525562286381</c:v>
                </c:pt>
                <c:pt idx="3839">
                  <c:v>38.761965274810777</c:v>
                </c:pt>
                <c:pt idx="3840">
                  <c:v>52.09796524047853</c:v>
                </c:pt>
                <c:pt idx="3841">
                  <c:v>53.8941297531128</c:v>
                </c:pt>
                <c:pt idx="3842">
                  <c:v>51.042613029480002</c:v>
                </c:pt>
                <c:pt idx="3843">
                  <c:v>24.50203895568848</c:v>
                </c:pt>
                <c:pt idx="3844">
                  <c:v>55.868956565856912</c:v>
                </c:pt>
                <c:pt idx="3845">
                  <c:v>24.7133083343506</c:v>
                </c:pt>
                <c:pt idx="3846">
                  <c:v>43.597114562988303</c:v>
                </c:pt>
                <c:pt idx="3847">
                  <c:v>41.754550933837884</c:v>
                </c:pt>
                <c:pt idx="3848">
                  <c:v>43.628120422363303</c:v>
                </c:pt>
                <c:pt idx="3849">
                  <c:v>42.390137672424309</c:v>
                </c:pt>
                <c:pt idx="3850">
                  <c:v>30.444449424743649</c:v>
                </c:pt>
                <c:pt idx="3851">
                  <c:v>28.260457992553722</c:v>
                </c:pt>
                <c:pt idx="3852">
                  <c:v>25.105185508728031</c:v>
                </c:pt>
                <c:pt idx="3853">
                  <c:v>25.79419052600862</c:v>
                </c:pt>
                <c:pt idx="3854">
                  <c:v>43.12773323059082</c:v>
                </c:pt>
                <c:pt idx="3855">
                  <c:v>27.015898704528801</c:v>
                </c:pt>
                <c:pt idx="3856">
                  <c:v>41.197014331817627</c:v>
                </c:pt>
                <c:pt idx="3857">
                  <c:v>38.924855709075928</c:v>
                </c:pt>
                <c:pt idx="3858">
                  <c:v>63.238090515136733</c:v>
                </c:pt>
                <c:pt idx="3859">
                  <c:v>63.88772106170655</c:v>
                </c:pt>
                <c:pt idx="3860">
                  <c:v>37.320781707763672</c:v>
                </c:pt>
                <c:pt idx="3861">
                  <c:v>57.000424861907973</c:v>
                </c:pt>
                <c:pt idx="3862">
                  <c:v>28.140721321105978</c:v>
                </c:pt>
                <c:pt idx="3863">
                  <c:v>54.206744194030783</c:v>
                </c:pt>
                <c:pt idx="3864">
                  <c:v>41.488178730011001</c:v>
                </c:pt>
                <c:pt idx="3865">
                  <c:v>63.861692428588903</c:v>
                </c:pt>
                <c:pt idx="3866">
                  <c:v>44.485646724700928</c:v>
                </c:pt>
                <c:pt idx="3867">
                  <c:v>53.057783126831048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93.603509902954102</c:v>
                </c:pt>
                <c:pt idx="3878">
                  <c:v>92.545455932617202</c:v>
                </c:pt>
                <c:pt idx="3879">
                  <c:v>96.194255828857422</c:v>
                </c:pt>
                <c:pt idx="3880">
                  <c:v>95.073846817016602</c:v>
                </c:pt>
                <c:pt idx="3881">
                  <c:v>83.489921569824219</c:v>
                </c:pt>
                <c:pt idx="3882">
                  <c:v>53.395251512527473</c:v>
                </c:pt>
                <c:pt idx="3883">
                  <c:v>30.414547681808461</c:v>
                </c:pt>
                <c:pt idx="3884">
                  <c:v>29.3777014017105</c:v>
                </c:pt>
                <c:pt idx="3885">
                  <c:v>48.467857360839822</c:v>
                </c:pt>
                <c:pt idx="3886">
                  <c:v>48.460333347320528</c:v>
                </c:pt>
                <c:pt idx="3887">
                  <c:v>38.323491096496603</c:v>
                </c:pt>
                <c:pt idx="3888">
                  <c:v>46.486528873443618</c:v>
                </c:pt>
                <c:pt idx="3889">
                  <c:v>49.026173591613777</c:v>
                </c:pt>
                <c:pt idx="3890">
                  <c:v>34.884959816932692</c:v>
                </c:pt>
                <c:pt idx="3891">
                  <c:v>20.743746042251601</c:v>
                </c:pt>
                <c:pt idx="3892">
                  <c:v>43.329104423522978</c:v>
                </c:pt>
                <c:pt idx="3893">
                  <c:v>33.426107883453383</c:v>
                </c:pt>
                <c:pt idx="3894">
                  <c:v>41.514549732208252</c:v>
                </c:pt>
                <c:pt idx="3895">
                  <c:v>55.705305099487333</c:v>
                </c:pt>
                <c:pt idx="3896">
                  <c:v>39.364790439605727</c:v>
                </c:pt>
                <c:pt idx="3897">
                  <c:v>64.122831344604492</c:v>
                </c:pt>
                <c:pt idx="3898">
                  <c:v>24.666870355606051</c:v>
                </c:pt>
                <c:pt idx="3899">
                  <c:v>52.316608428955078</c:v>
                </c:pt>
                <c:pt idx="3900">
                  <c:v>56.835559844970717</c:v>
                </c:pt>
                <c:pt idx="3901">
                  <c:v>48.265890121459947</c:v>
                </c:pt>
                <c:pt idx="3902">
                  <c:v>48.038291931152351</c:v>
                </c:pt>
                <c:pt idx="3903">
                  <c:v>55.187302589416497</c:v>
                </c:pt>
                <c:pt idx="3904">
                  <c:v>51.638701438903823</c:v>
                </c:pt>
                <c:pt idx="3905">
                  <c:v>43.793181896209717</c:v>
                </c:pt>
                <c:pt idx="3906">
                  <c:v>46.392094612121568</c:v>
                </c:pt>
                <c:pt idx="3907">
                  <c:v>58.264410972595229</c:v>
                </c:pt>
                <c:pt idx="3908">
                  <c:v>46.460547924041727</c:v>
                </c:pt>
                <c:pt idx="3909">
                  <c:v>46.772398948669426</c:v>
                </c:pt>
                <c:pt idx="3910">
                  <c:v>35.234488487243652</c:v>
                </c:pt>
                <c:pt idx="3911">
                  <c:v>46.360753536224379</c:v>
                </c:pt>
                <c:pt idx="3912">
                  <c:v>43.907392501831083</c:v>
                </c:pt>
                <c:pt idx="3913">
                  <c:v>50.666028022766127</c:v>
                </c:pt>
                <c:pt idx="3914">
                  <c:v>40.558047294616699</c:v>
                </c:pt>
                <c:pt idx="3915">
                  <c:v>42.111194610595703</c:v>
                </c:pt>
                <c:pt idx="3916">
                  <c:v>33.353527545928948</c:v>
                </c:pt>
                <c:pt idx="3917">
                  <c:v>34.796272516250632</c:v>
                </c:pt>
                <c:pt idx="3918">
                  <c:v>44.626135349273667</c:v>
                </c:pt>
                <c:pt idx="3919">
                  <c:v>40.184118032455423</c:v>
                </c:pt>
                <c:pt idx="3920">
                  <c:v>57.212179183959982</c:v>
                </c:pt>
                <c:pt idx="3921">
                  <c:v>28.033587455749519</c:v>
                </c:pt>
                <c:pt idx="3922">
                  <c:v>39.884527206420898</c:v>
                </c:pt>
                <c:pt idx="3923">
                  <c:v>49.021816730499268</c:v>
                </c:pt>
                <c:pt idx="3924">
                  <c:v>46.123763561248801</c:v>
                </c:pt>
                <c:pt idx="3925">
                  <c:v>5.1762621402740381</c:v>
                </c:pt>
                <c:pt idx="3926">
                  <c:v>5.5258327722549403</c:v>
                </c:pt>
                <c:pt idx="3927">
                  <c:v>34.385565757751472</c:v>
                </c:pt>
                <c:pt idx="3928">
                  <c:v>15.459571123123171</c:v>
                </c:pt>
                <c:pt idx="3929">
                  <c:v>19.698057174682621</c:v>
                </c:pt>
                <c:pt idx="3930">
                  <c:v>20.441482067108151</c:v>
                </c:pt>
                <c:pt idx="3931">
                  <c:v>30.15562343597415</c:v>
                </c:pt>
                <c:pt idx="3932">
                  <c:v>31.05300760269165</c:v>
                </c:pt>
                <c:pt idx="3933">
                  <c:v>25.420865058898951</c:v>
                </c:pt>
                <c:pt idx="3934">
                  <c:v>52.466105699539227</c:v>
                </c:pt>
                <c:pt idx="3935">
                  <c:v>38.898931980133071</c:v>
                </c:pt>
                <c:pt idx="3936">
                  <c:v>33.953104496002183</c:v>
                </c:pt>
                <c:pt idx="3937">
                  <c:v>30.643643379211451</c:v>
                </c:pt>
                <c:pt idx="3938">
                  <c:v>28.994507312774651</c:v>
                </c:pt>
                <c:pt idx="3939">
                  <c:v>43.142643451690702</c:v>
                </c:pt>
                <c:pt idx="3940">
                  <c:v>46.048903465271017</c:v>
                </c:pt>
                <c:pt idx="3941">
                  <c:v>31.689530372619611</c:v>
                </c:pt>
                <c:pt idx="3942">
                  <c:v>34.001604557037368</c:v>
                </c:pt>
                <c:pt idx="3943">
                  <c:v>43.629343986511223</c:v>
                </c:pt>
                <c:pt idx="3944">
                  <c:v>39.480204582214348</c:v>
                </c:pt>
                <c:pt idx="3945">
                  <c:v>43.904126167297377</c:v>
                </c:pt>
                <c:pt idx="3946">
                  <c:v>38.344712257385282</c:v>
                </c:pt>
                <c:pt idx="3947">
                  <c:v>47.606298446655273</c:v>
                </c:pt>
                <c:pt idx="3948">
                  <c:v>38.381680011749268</c:v>
                </c:pt>
                <c:pt idx="3949">
                  <c:v>37.825238227844252</c:v>
                </c:pt>
                <c:pt idx="3950">
                  <c:v>46.231074333190897</c:v>
                </c:pt>
                <c:pt idx="3951">
                  <c:v>50.355048179626479</c:v>
                </c:pt>
                <c:pt idx="3952">
                  <c:v>35.014507293701172</c:v>
                </c:pt>
                <c:pt idx="3953">
                  <c:v>29.242244720458981</c:v>
                </c:pt>
                <c:pt idx="3954">
                  <c:v>54.114201545715353</c:v>
                </c:pt>
                <c:pt idx="3955">
                  <c:v>64.955442428588881</c:v>
                </c:pt>
                <c:pt idx="3956">
                  <c:v>55.141223907470703</c:v>
                </c:pt>
                <c:pt idx="3957">
                  <c:v>49.725529670715353</c:v>
                </c:pt>
                <c:pt idx="3958">
                  <c:v>52.393694877624498</c:v>
                </c:pt>
                <c:pt idx="3959">
                  <c:v>33.759693145751953</c:v>
                </c:pt>
                <c:pt idx="3960">
                  <c:v>47.026103973388672</c:v>
                </c:pt>
                <c:pt idx="3961">
                  <c:v>42.031923294067397</c:v>
                </c:pt>
                <c:pt idx="3962">
                  <c:v>42.030208587646499</c:v>
                </c:pt>
                <c:pt idx="3963">
                  <c:v>44.585908889770522</c:v>
                </c:pt>
                <c:pt idx="3964">
                  <c:v>50.337582588195801</c:v>
                </c:pt>
                <c:pt idx="3965">
                  <c:v>53.335503578186049</c:v>
                </c:pt>
                <c:pt idx="3966">
                  <c:v>33.485819816589348</c:v>
                </c:pt>
                <c:pt idx="3967">
                  <c:v>48.784697532653801</c:v>
                </c:pt>
                <c:pt idx="3968">
                  <c:v>54.459599494934068</c:v>
                </c:pt>
                <c:pt idx="3969">
                  <c:v>49.57165384292604</c:v>
                </c:pt>
                <c:pt idx="3970">
                  <c:v>67.848983764648452</c:v>
                </c:pt>
                <c:pt idx="3971">
                  <c:v>54.732131004333503</c:v>
                </c:pt>
                <c:pt idx="3972">
                  <c:v>40.718876361846903</c:v>
                </c:pt>
                <c:pt idx="3973">
                  <c:v>55.372020721435547</c:v>
                </c:pt>
                <c:pt idx="3974">
                  <c:v>46.31137561798095</c:v>
                </c:pt>
                <c:pt idx="3975">
                  <c:v>34.015986919403083</c:v>
                </c:pt>
                <c:pt idx="3976">
                  <c:v>31.053901910781871</c:v>
                </c:pt>
                <c:pt idx="3977">
                  <c:v>48.996675491333022</c:v>
                </c:pt>
                <c:pt idx="3978">
                  <c:v>31.54356479644774</c:v>
                </c:pt>
                <c:pt idx="3979">
                  <c:v>65.290786743164077</c:v>
                </c:pt>
                <c:pt idx="3980">
                  <c:v>40.515851497650146</c:v>
                </c:pt>
                <c:pt idx="3981">
                  <c:v>67.386013031005874</c:v>
                </c:pt>
                <c:pt idx="3982">
                  <c:v>61.708301067352302</c:v>
                </c:pt>
                <c:pt idx="3983">
                  <c:v>53.38050270080565</c:v>
                </c:pt>
                <c:pt idx="3984">
                  <c:v>60.286994934082017</c:v>
                </c:pt>
                <c:pt idx="3985">
                  <c:v>63.660297393798828</c:v>
                </c:pt>
                <c:pt idx="3986">
                  <c:v>41.189095497131348</c:v>
                </c:pt>
                <c:pt idx="3987">
                  <c:v>47.018841743469267</c:v>
                </c:pt>
                <c:pt idx="3988">
                  <c:v>57.4266357421875</c:v>
                </c:pt>
                <c:pt idx="3989">
                  <c:v>61.150159835815451</c:v>
                </c:pt>
                <c:pt idx="3990">
                  <c:v>61.909692764282198</c:v>
                </c:pt>
                <c:pt idx="3991">
                  <c:v>58.070384979248082</c:v>
                </c:pt>
                <c:pt idx="3992">
                  <c:v>64.901849746704102</c:v>
                </c:pt>
                <c:pt idx="3993">
                  <c:v>56.157929420471177</c:v>
                </c:pt>
                <c:pt idx="3994">
                  <c:v>45.656997680664077</c:v>
                </c:pt>
                <c:pt idx="3995">
                  <c:v>54.480042457580588</c:v>
                </c:pt>
                <c:pt idx="3996">
                  <c:v>42.482826232910149</c:v>
                </c:pt>
                <c:pt idx="3997">
                  <c:v>47.206540107727072</c:v>
                </c:pt>
                <c:pt idx="3998">
                  <c:v>60.516202926635728</c:v>
                </c:pt>
                <c:pt idx="3999">
                  <c:v>30.714934825897249</c:v>
                </c:pt>
                <c:pt idx="4000">
                  <c:v>52.093781471252449</c:v>
                </c:pt>
                <c:pt idx="4001">
                  <c:v>60.886247634887702</c:v>
                </c:pt>
                <c:pt idx="4002">
                  <c:v>51.0758924484253</c:v>
                </c:pt>
                <c:pt idx="4003">
                  <c:v>25.25410079956055</c:v>
                </c:pt>
                <c:pt idx="4004">
                  <c:v>53.102636337280273</c:v>
                </c:pt>
                <c:pt idx="4005">
                  <c:v>71.265179634094252</c:v>
                </c:pt>
                <c:pt idx="4006">
                  <c:v>52.982525825500467</c:v>
                </c:pt>
                <c:pt idx="4007">
                  <c:v>50.758538722991929</c:v>
                </c:pt>
                <c:pt idx="4008">
                  <c:v>53.21656227111815</c:v>
                </c:pt>
                <c:pt idx="4009">
                  <c:v>53.631269454956048</c:v>
                </c:pt>
                <c:pt idx="4010">
                  <c:v>48.038345336914048</c:v>
                </c:pt>
                <c:pt idx="4011">
                  <c:v>47.466319561004667</c:v>
                </c:pt>
                <c:pt idx="4012">
                  <c:v>62.06065845489502</c:v>
                </c:pt>
                <c:pt idx="4013">
                  <c:v>47.404030323028572</c:v>
                </c:pt>
                <c:pt idx="4014">
                  <c:v>45.056044578552218</c:v>
                </c:pt>
                <c:pt idx="4015">
                  <c:v>26.614426136016849</c:v>
                </c:pt>
                <c:pt idx="4016">
                  <c:v>48.795458316803</c:v>
                </c:pt>
                <c:pt idx="4017">
                  <c:v>46.363043308258071</c:v>
                </c:pt>
                <c:pt idx="4018">
                  <c:v>47.603257656097398</c:v>
                </c:pt>
                <c:pt idx="4019">
                  <c:v>14.640625</c:v>
                </c:pt>
                <c:pt idx="4020">
                  <c:v>51.489840507507317</c:v>
                </c:pt>
                <c:pt idx="4021">
                  <c:v>40.482597827911398</c:v>
                </c:pt>
                <c:pt idx="4022">
                  <c:v>10.26544284820557</c:v>
                </c:pt>
                <c:pt idx="4023">
                  <c:v>17.395292997360212</c:v>
                </c:pt>
                <c:pt idx="4024">
                  <c:v>16.755954980850198</c:v>
                </c:pt>
                <c:pt idx="4025">
                  <c:v>46.988444328308098</c:v>
                </c:pt>
                <c:pt idx="4026">
                  <c:v>39.191317558288603</c:v>
                </c:pt>
                <c:pt idx="4027">
                  <c:v>60.208168983459473</c:v>
                </c:pt>
                <c:pt idx="4028">
                  <c:v>57.956544876098633</c:v>
                </c:pt>
                <c:pt idx="4029">
                  <c:v>52.424706935882583</c:v>
                </c:pt>
                <c:pt idx="4030">
                  <c:v>45.269853115081773</c:v>
                </c:pt>
                <c:pt idx="4031">
                  <c:v>43.487524986267083</c:v>
                </c:pt>
                <c:pt idx="4032">
                  <c:v>31.575755596160899</c:v>
                </c:pt>
                <c:pt idx="4033">
                  <c:v>59.985273361206048</c:v>
                </c:pt>
                <c:pt idx="4034">
                  <c:v>44.970370292663567</c:v>
                </c:pt>
                <c:pt idx="4035">
                  <c:v>53.884462833404548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95.051115036010756</c:v>
                </c:pt>
                <c:pt idx="4046">
                  <c:v>87.950592041015625</c:v>
                </c:pt>
                <c:pt idx="4047">
                  <c:v>96.259214401245131</c:v>
                </c:pt>
                <c:pt idx="4048">
                  <c:v>97.697845458984375</c:v>
                </c:pt>
                <c:pt idx="4049">
                  <c:v>86.872356414794922</c:v>
                </c:pt>
                <c:pt idx="4050">
                  <c:v>63.577435016632101</c:v>
                </c:pt>
                <c:pt idx="4051">
                  <c:v>38.179143428802533</c:v>
                </c:pt>
                <c:pt idx="4052">
                  <c:v>52.557905197143548</c:v>
                </c:pt>
                <c:pt idx="4053">
                  <c:v>43.787295341491699</c:v>
                </c:pt>
                <c:pt idx="4054">
                  <c:v>33.277664661407449</c:v>
                </c:pt>
                <c:pt idx="4055">
                  <c:v>40.279062747955322</c:v>
                </c:pt>
                <c:pt idx="4056">
                  <c:v>41.085921287536628</c:v>
                </c:pt>
                <c:pt idx="4057">
                  <c:v>36.405517578125</c:v>
                </c:pt>
                <c:pt idx="4058">
                  <c:v>41.041015625</c:v>
                </c:pt>
                <c:pt idx="4059">
                  <c:v>48.474451065063498</c:v>
                </c:pt>
                <c:pt idx="4060">
                  <c:v>58.083367347717271</c:v>
                </c:pt>
                <c:pt idx="4061">
                  <c:v>39.796711444854779</c:v>
                </c:pt>
                <c:pt idx="4062">
                  <c:v>43.493735790252671</c:v>
                </c:pt>
                <c:pt idx="4063">
                  <c:v>34.032116889953599</c:v>
                </c:pt>
                <c:pt idx="4064">
                  <c:v>42.539109230041497</c:v>
                </c:pt>
                <c:pt idx="4065">
                  <c:v>45.822907447814949</c:v>
                </c:pt>
                <c:pt idx="4066">
                  <c:v>28.03908491134645</c:v>
                </c:pt>
                <c:pt idx="4067">
                  <c:v>40.968343257904053</c:v>
                </c:pt>
                <c:pt idx="4068">
                  <c:v>43.381971836090067</c:v>
                </c:pt>
                <c:pt idx="4069">
                  <c:v>49.976529121398947</c:v>
                </c:pt>
                <c:pt idx="4070">
                  <c:v>59.186546325683587</c:v>
                </c:pt>
                <c:pt idx="4071">
                  <c:v>54.239680290222182</c:v>
                </c:pt>
                <c:pt idx="4072">
                  <c:v>60.281961441040053</c:v>
                </c:pt>
                <c:pt idx="4073">
                  <c:v>39.775757789611824</c:v>
                </c:pt>
                <c:pt idx="4074">
                  <c:v>59.779813766479499</c:v>
                </c:pt>
                <c:pt idx="4075">
                  <c:v>53.013114929199233</c:v>
                </c:pt>
                <c:pt idx="4076">
                  <c:v>48.938280582427979</c:v>
                </c:pt>
                <c:pt idx="4077">
                  <c:v>54.1532335281372</c:v>
                </c:pt>
                <c:pt idx="4078">
                  <c:v>47.419320106506348</c:v>
                </c:pt>
                <c:pt idx="4079">
                  <c:v>35.273185729980497</c:v>
                </c:pt>
                <c:pt idx="4080">
                  <c:v>52.779129981994629</c:v>
                </c:pt>
                <c:pt idx="4081">
                  <c:v>43.673981189727783</c:v>
                </c:pt>
                <c:pt idx="4082">
                  <c:v>40.684463500976548</c:v>
                </c:pt>
                <c:pt idx="4083">
                  <c:v>41.918317794799798</c:v>
                </c:pt>
                <c:pt idx="4084">
                  <c:v>45.730643749237068</c:v>
                </c:pt>
                <c:pt idx="4085">
                  <c:v>32.889860391616821</c:v>
                </c:pt>
                <c:pt idx="4086">
                  <c:v>33.714820861816399</c:v>
                </c:pt>
                <c:pt idx="4087">
                  <c:v>37.113129615783699</c:v>
                </c:pt>
                <c:pt idx="4088">
                  <c:v>34.295554637908928</c:v>
                </c:pt>
                <c:pt idx="4089">
                  <c:v>32.246846675872803</c:v>
                </c:pt>
                <c:pt idx="4090">
                  <c:v>29.982026696205139</c:v>
                </c:pt>
                <c:pt idx="4091">
                  <c:v>31.604426145553582</c:v>
                </c:pt>
                <c:pt idx="4092">
                  <c:v>39.441204071044929</c:v>
                </c:pt>
                <c:pt idx="4093">
                  <c:v>3.1261610984802251</c:v>
                </c:pt>
                <c:pt idx="4094">
                  <c:v>26.737695217132579</c:v>
                </c:pt>
                <c:pt idx="4095">
                  <c:v>36.787540435791001</c:v>
                </c:pt>
                <c:pt idx="4096">
                  <c:v>18.51924097537993</c:v>
                </c:pt>
                <c:pt idx="4097">
                  <c:v>41.824302673339851</c:v>
                </c:pt>
                <c:pt idx="4098">
                  <c:v>24.8757371902466</c:v>
                </c:pt>
                <c:pt idx="4099">
                  <c:v>58.924472808837898</c:v>
                </c:pt>
                <c:pt idx="4100">
                  <c:v>13.4969367980957</c:v>
                </c:pt>
                <c:pt idx="4101">
                  <c:v>71.248663902282729</c:v>
                </c:pt>
                <c:pt idx="4102">
                  <c:v>41.230333328247099</c:v>
                </c:pt>
                <c:pt idx="4103">
                  <c:v>46.035578727722182</c:v>
                </c:pt>
                <c:pt idx="4104">
                  <c:v>46.973785400390653</c:v>
                </c:pt>
                <c:pt idx="4105">
                  <c:v>36.712587356567369</c:v>
                </c:pt>
                <c:pt idx="4106">
                  <c:v>52.158648014068604</c:v>
                </c:pt>
                <c:pt idx="4107">
                  <c:v>48.034365653991728</c:v>
                </c:pt>
                <c:pt idx="4108">
                  <c:v>58.310743331909201</c:v>
                </c:pt>
                <c:pt idx="4109">
                  <c:v>35.49794721603395</c:v>
                </c:pt>
                <c:pt idx="4110">
                  <c:v>51.620932579040527</c:v>
                </c:pt>
                <c:pt idx="4111">
                  <c:v>50.265303611755371</c:v>
                </c:pt>
                <c:pt idx="4112">
                  <c:v>32.244867801666253</c:v>
                </c:pt>
                <c:pt idx="4113">
                  <c:v>40.763495206832872</c:v>
                </c:pt>
                <c:pt idx="4114">
                  <c:v>36.407638549804673</c:v>
                </c:pt>
                <c:pt idx="4115">
                  <c:v>40.777321815490723</c:v>
                </c:pt>
                <c:pt idx="4116">
                  <c:v>37.449988365173347</c:v>
                </c:pt>
                <c:pt idx="4117">
                  <c:v>21.645586490631111</c:v>
                </c:pt>
                <c:pt idx="4118">
                  <c:v>13.720738172531149</c:v>
                </c:pt>
                <c:pt idx="4119">
                  <c:v>26.98994541168214</c:v>
                </c:pt>
                <c:pt idx="4120">
                  <c:v>13.927192687988279</c:v>
                </c:pt>
                <c:pt idx="4121">
                  <c:v>29.09744024276732</c:v>
                </c:pt>
                <c:pt idx="4122">
                  <c:v>38.310477256774902</c:v>
                </c:pt>
                <c:pt idx="4123">
                  <c:v>23.901011943817139</c:v>
                </c:pt>
                <c:pt idx="4124">
                  <c:v>29.356664180755601</c:v>
                </c:pt>
                <c:pt idx="4125">
                  <c:v>42.339633941650398</c:v>
                </c:pt>
                <c:pt idx="4126">
                  <c:v>64.591286659240723</c:v>
                </c:pt>
                <c:pt idx="4127">
                  <c:v>41.769339561462402</c:v>
                </c:pt>
                <c:pt idx="4128">
                  <c:v>49.877379417419448</c:v>
                </c:pt>
                <c:pt idx="4129">
                  <c:v>47.025732517242417</c:v>
                </c:pt>
                <c:pt idx="4130">
                  <c:v>54.961096763610833</c:v>
                </c:pt>
                <c:pt idx="4131">
                  <c:v>52.66945648193358</c:v>
                </c:pt>
                <c:pt idx="4132">
                  <c:v>46.623841285705581</c:v>
                </c:pt>
                <c:pt idx="4133">
                  <c:v>35.476258277893052</c:v>
                </c:pt>
                <c:pt idx="4134">
                  <c:v>45.277846336364718</c:v>
                </c:pt>
                <c:pt idx="4135">
                  <c:v>51.545580863952623</c:v>
                </c:pt>
                <c:pt idx="4136">
                  <c:v>38.763602733612068</c:v>
                </c:pt>
                <c:pt idx="4137">
                  <c:v>51.434881210327148</c:v>
                </c:pt>
                <c:pt idx="4138">
                  <c:v>47.170154571533203</c:v>
                </c:pt>
                <c:pt idx="4139">
                  <c:v>38.642179012298577</c:v>
                </c:pt>
                <c:pt idx="4140">
                  <c:v>51.191657066345201</c:v>
                </c:pt>
                <c:pt idx="4141">
                  <c:v>50.114802837371798</c:v>
                </c:pt>
                <c:pt idx="4142">
                  <c:v>41.034425258636468</c:v>
                </c:pt>
                <c:pt idx="4143">
                  <c:v>40.527907371520968</c:v>
                </c:pt>
                <c:pt idx="4144">
                  <c:v>53.428082466125502</c:v>
                </c:pt>
                <c:pt idx="4145">
                  <c:v>47.822677612304702</c:v>
                </c:pt>
                <c:pt idx="4146">
                  <c:v>42.572385311126723</c:v>
                </c:pt>
                <c:pt idx="4147">
                  <c:v>63.592911243438699</c:v>
                </c:pt>
                <c:pt idx="4148">
                  <c:v>62.726911544799833</c:v>
                </c:pt>
                <c:pt idx="4149">
                  <c:v>38.172842502593987</c:v>
                </c:pt>
                <c:pt idx="4150">
                  <c:v>63.458462715148933</c:v>
                </c:pt>
                <c:pt idx="4151">
                  <c:v>59.594263076782248</c:v>
                </c:pt>
                <c:pt idx="4152">
                  <c:v>45.880090713500948</c:v>
                </c:pt>
                <c:pt idx="4153">
                  <c:v>39.217416286468499</c:v>
                </c:pt>
                <c:pt idx="4154">
                  <c:v>48.631799221038833</c:v>
                </c:pt>
                <c:pt idx="4155">
                  <c:v>54.338623046875</c:v>
                </c:pt>
                <c:pt idx="4156">
                  <c:v>56.286022186279297</c:v>
                </c:pt>
                <c:pt idx="4157">
                  <c:v>32.612758159637451</c:v>
                </c:pt>
                <c:pt idx="4158">
                  <c:v>48.657007694244399</c:v>
                </c:pt>
                <c:pt idx="4159">
                  <c:v>67.444496154785156</c:v>
                </c:pt>
                <c:pt idx="4160">
                  <c:v>40.506101608276403</c:v>
                </c:pt>
                <c:pt idx="4161">
                  <c:v>50.384645462036147</c:v>
                </c:pt>
                <c:pt idx="4162">
                  <c:v>26.670645713806149</c:v>
                </c:pt>
                <c:pt idx="4163">
                  <c:v>18.487675666809071</c:v>
                </c:pt>
                <c:pt idx="4164">
                  <c:v>20.46556758880617</c:v>
                </c:pt>
                <c:pt idx="4165">
                  <c:v>11.32063198089601</c:v>
                </c:pt>
                <c:pt idx="4166">
                  <c:v>10.75372835993768</c:v>
                </c:pt>
                <c:pt idx="4167">
                  <c:v>1.871672570705412</c:v>
                </c:pt>
                <c:pt idx="4168">
                  <c:v>19.417150974273671</c:v>
                </c:pt>
                <c:pt idx="4169">
                  <c:v>33.292481422424324</c:v>
                </c:pt>
                <c:pt idx="4170">
                  <c:v>32.535463333129883</c:v>
                </c:pt>
                <c:pt idx="4171">
                  <c:v>43.185545444488532</c:v>
                </c:pt>
                <c:pt idx="4172">
                  <c:v>36.063297271728523</c:v>
                </c:pt>
                <c:pt idx="4173">
                  <c:v>31.875186443328879</c:v>
                </c:pt>
                <c:pt idx="4174">
                  <c:v>45.647572040557847</c:v>
                </c:pt>
                <c:pt idx="4175">
                  <c:v>60.858090400695801</c:v>
                </c:pt>
                <c:pt idx="4176">
                  <c:v>31.204806089401259</c:v>
                </c:pt>
                <c:pt idx="4177">
                  <c:v>54.408836364746101</c:v>
                </c:pt>
                <c:pt idx="4178">
                  <c:v>53.090551376342773</c:v>
                </c:pt>
                <c:pt idx="4179">
                  <c:v>41.369116306304917</c:v>
                </c:pt>
                <c:pt idx="4180">
                  <c:v>45.316533565521233</c:v>
                </c:pt>
                <c:pt idx="4181">
                  <c:v>44.912818431854248</c:v>
                </c:pt>
                <c:pt idx="4182">
                  <c:v>38.488938808441183</c:v>
                </c:pt>
                <c:pt idx="4183">
                  <c:v>41.223361968994148</c:v>
                </c:pt>
                <c:pt idx="4184">
                  <c:v>42.149460792541497</c:v>
                </c:pt>
                <c:pt idx="4185">
                  <c:v>53.627840042114251</c:v>
                </c:pt>
                <c:pt idx="4186">
                  <c:v>51.8663845062256</c:v>
                </c:pt>
                <c:pt idx="4187">
                  <c:v>64.864635467529297</c:v>
                </c:pt>
                <c:pt idx="4188">
                  <c:v>48.492080688476577</c:v>
                </c:pt>
                <c:pt idx="4189">
                  <c:v>39.257624626159682</c:v>
                </c:pt>
                <c:pt idx="4190">
                  <c:v>32.716593742370598</c:v>
                </c:pt>
                <c:pt idx="4191">
                  <c:v>45.831130981445362</c:v>
                </c:pt>
                <c:pt idx="4192">
                  <c:v>62.340457916259751</c:v>
                </c:pt>
                <c:pt idx="4193">
                  <c:v>31.596606254577651</c:v>
                </c:pt>
                <c:pt idx="4194">
                  <c:v>47.174407005310073</c:v>
                </c:pt>
                <c:pt idx="4195">
                  <c:v>49.448724746704073</c:v>
                </c:pt>
                <c:pt idx="4196">
                  <c:v>26.638938903808601</c:v>
                </c:pt>
                <c:pt idx="4197">
                  <c:v>44.777784824371317</c:v>
                </c:pt>
                <c:pt idx="4198">
                  <c:v>42.877495765686049</c:v>
                </c:pt>
                <c:pt idx="4199">
                  <c:v>48.965731620788553</c:v>
                </c:pt>
                <c:pt idx="4200">
                  <c:v>48.632162570953383</c:v>
                </c:pt>
                <c:pt idx="4201">
                  <c:v>47.272543907165527</c:v>
                </c:pt>
                <c:pt idx="4202">
                  <c:v>50.251188278198249</c:v>
                </c:pt>
                <c:pt idx="4203">
                  <c:v>63.113301277160637</c:v>
                </c:pt>
                <c:pt idx="4204">
                  <c:v>4.8481049537658754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64.46746253967288</c:v>
                </c:pt>
                <c:pt idx="4214">
                  <c:v>89.585704803466797</c:v>
                </c:pt>
                <c:pt idx="4215">
                  <c:v>95.497707366943345</c:v>
                </c:pt>
                <c:pt idx="4216">
                  <c:v>89.478385925292969</c:v>
                </c:pt>
                <c:pt idx="4217">
                  <c:v>96.315446853637695</c:v>
                </c:pt>
                <c:pt idx="4218">
                  <c:v>45.328048706054702</c:v>
                </c:pt>
                <c:pt idx="4219">
                  <c:v>15.24150699377059</c:v>
                </c:pt>
                <c:pt idx="4220">
                  <c:v>38.885597229003899</c:v>
                </c:pt>
                <c:pt idx="4221">
                  <c:v>31.227805137634299</c:v>
                </c:pt>
                <c:pt idx="4222">
                  <c:v>44.85183238983155</c:v>
                </c:pt>
                <c:pt idx="4223">
                  <c:v>44.455425739288351</c:v>
                </c:pt>
                <c:pt idx="4224">
                  <c:v>26.681836605072011</c:v>
                </c:pt>
                <c:pt idx="4225">
                  <c:v>34.733413219451883</c:v>
                </c:pt>
                <c:pt idx="4226">
                  <c:v>27.117143869400021</c:v>
                </c:pt>
                <c:pt idx="4227">
                  <c:v>22.825102567672729</c:v>
                </c:pt>
                <c:pt idx="4228">
                  <c:v>39.471649646759033</c:v>
                </c:pt>
                <c:pt idx="4229">
                  <c:v>37.82795095443727</c:v>
                </c:pt>
                <c:pt idx="4230">
                  <c:v>32.960617065429702</c:v>
                </c:pt>
                <c:pt idx="4231">
                  <c:v>44.702689170837402</c:v>
                </c:pt>
                <c:pt idx="4232">
                  <c:v>41.577692985534682</c:v>
                </c:pt>
                <c:pt idx="4233">
                  <c:v>41.063448905944831</c:v>
                </c:pt>
                <c:pt idx="4234">
                  <c:v>44.771804332733147</c:v>
                </c:pt>
                <c:pt idx="4235">
                  <c:v>31.365860366821298</c:v>
                </c:pt>
                <c:pt idx="4236">
                  <c:v>43.867294311523438</c:v>
                </c:pt>
                <c:pt idx="4237">
                  <c:v>33.74675035476686</c:v>
                </c:pt>
                <c:pt idx="4238">
                  <c:v>21.265077114105221</c:v>
                </c:pt>
                <c:pt idx="4239">
                  <c:v>42.648231506347678</c:v>
                </c:pt>
                <c:pt idx="4240">
                  <c:v>48.881443262100213</c:v>
                </c:pt>
                <c:pt idx="4241">
                  <c:v>38.124408245086677</c:v>
                </c:pt>
                <c:pt idx="4242">
                  <c:v>41.927489280700698</c:v>
                </c:pt>
                <c:pt idx="4243">
                  <c:v>46.716492652893081</c:v>
                </c:pt>
                <c:pt idx="4244">
                  <c:v>31.545600891113271</c:v>
                </c:pt>
                <c:pt idx="4245">
                  <c:v>36.729683399200439</c:v>
                </c:pt>
                <c:pt idx="4246">
                  <c:v>55.595677375793471</c:v>
                </c:pt>
                <c:pt idx="4247">
                  <c:v>37.789173126220703</c:v>
                </c:pt>
                <c:pt idx="4248">
                  <c:v>42.049079895019517</c:v>
                </c:pt>
                <c:pt idx="4249">
                  <c:v>34.803594350814834</c:v>
                </c:pt>
                <c:pt idx="4250">
                  <c:v>37.779076576232917</c:v>
                </c:pt>
                <c:pt idx="4251">
                  <c:v>32.225025177001953</c:v>
                </c:pt>
                <c:pt idx="4252">
                  <c:v>40.871653795242317</c:v>
                </c:pt>
                <c:pt idx="4253">
                  <c:v>38.108006954193101</c:v>
                </c:pt>
                <c:pt idx="4254">
                  <c:v>33.638089656829827</c:v>
                </c:pt>
                <c:pt idx="4255">
                  <c:v>44.75508260726933</c:v>
                </c:pt>
                <c:pt idx="4256">
                  <c:v>27.0213270187378</c:v>
                </c:pt>
                <c:pt idx="4257">
                  <c:v>56.127908706665053</c:v>
                </c:pt>
                <c:pt idx="4258">
                  <c:v>43.478921890258768</c:v>
                </c:pt>
                <c:pt idx="4259">
                  <c:v>11.911042094230639</c:v>
                </c:pt>
                <c:pt idx="4260">
                  <c:v>16.82053470611573</c:v>
                </c:pt>
                <c:pt idx="4261">
                  <c:v>5.7720352411270301</c:v>
                </c:pt>
                <c:pt idx="4262">
                  <c:v>18.132348060607921</c:v>
                </c:pt>
                <c:pt idx="4263">
                  <c:v>17.281494617462151</c:v>
                </c:pt>
                <c:pt idx="4264">
                  <c:v>24.479705810546879</c:v>
                </c:pt>
                <c:pt idx="4265">
                  <c:v>44.752018451690653</c:v>
                </c:pt>
                <c:pt idx="4266">
                  <c:v>41.463241577148423</c:v>
                </c:pt>
                <c:pt idx="4267">
                  <c:v>36.370610237121568</c:v>
                </c:pt>
                <c:pt idx="4268">
                  <c:v>37.713415145874023</c:v>
                </c:pt>
                <c:pt idx="4269">
                  <c:v>48.998580694198623</c:v>
                </c:pt>
                <c:pt idx="4270">
                  <c:v>41.668235778808601</c:v>
                </c:pt>
                <c:pt idx="4271">
                  <c:v>32.706881523132317</c:v>
                </c:pt>
                <c:pt idx="4272">
                  <c:v>28.063359737396251</c:v>
                </c:pt>
                <c:pt idx="4273">
                  <c:v>41.278505802154527</c:v>
                </c:pt>
                <c:pt idx="4274">
                  <c:v>40.75338888168335</c:v>
                </c:pt>
                <c:pt idx="4275">
                  <c:v>45.559175491333001</c:v>
                </c:pt>
                <c:pt idx="4276">
                  <c:v>35.221642017364488</c:v>
                </c:pt>
                <c:pt idx="4277">
                  <c:v>34.941414356231682</c:v>
                </c:pt>
                <c:pt idx="4278">
                  <c:v>27.918815612792962</c:v>
                </c:pt>
                <c:pt idx="4279">
                  <c:v>40.7592453956604</c:v>
                </c:pt>
                <c:pt idx="4280">
                  <c:v>47.458802223205602</c:v>
                </c:pt>
                <c:pt idx="4281">
                  <c:v>42.827881813049324</c:v>
                </c:pt>
                <c:pt idx="4282">
                  <c:v>46.344043731689453</c:v>
                </c:pt>
                <c:pt idx="4283">
                  <c:v>27.38726115226746</c:v>
                </c:pt>
                <c:pt idx="4284">
                  <c:v>20.81717038154601</c:v>
                </c:pt>
                <c:pt idx="4285">
                  <c:v>29.368146896362301</c:v>
                </c:pt>
                <c:pt idx="4286">
                  <c:v>39.421310186386101</c:v>
                </c:pt>
                <c:pt idx="4287">
                  <c:v>32.396404266357422</c:v>
                </c:pt>
                <c:pt idx="4288">
                  <c:v>55.771848678588867</c:v>
                </c:pt>
                <c:pt idx="4289">
                  <c:v>54.212813377380371</c:v>
                </c:pt>
                <c:pt idx="4290">
                  <c:v>31.837290048599229</c:v>
                </c:pt>
                <c:pt idx="4291">
                  <c:v>44.666459560394252</c:v>
                </c:pt>
                <c:pt idx="4292">
                  <c:v>60.073437690734849</c:v>
                </c:pt>
                <c:pt idx="4293">
                  <c:v>45.715064048767083</c:v>
                </c:pt>
                <c:pt idx="4294">
                  <c:v>36.53728199005127</c:v>
                </c:pt>
                <c:pt idx="4295">
                  <c:v>44.779431819915771</c:v>
                </c:pt>
                <c:pt idx="4296">
                  <c:v>44.298680782318101</c:v>
                </c:pt>
                <c:pt idx="4297">
                  <c:v>47.857460975646973</c:v>
                </c:pt>
                <c:pt idx="4298">
                  <c:v>41.490815162658699</c:v>
                </c:pt>
                <c:pt idx="4299">
                  <c:v>44.756724357605002</c:v>
                </c:pt>
                <c:pt idx="4300">
                  <c:v>35.121543407440171</c:v>
                </c:pt>
                <c:pt idx="4301">
                  <c:v>45.499060153961203</c:v>
                </c:pt>
                <c:pt idx="4302">
                  <c:v>50.219860076904297</c:v>
                </c:pt>
                <c:pt idx="4303">
                  <c:v>37.222757339477553</c:v>
                </c:pt>
                <c:pt idx="4304">
                  <c:v>39.621412754058817</c:v>
                </c:pt>
                <c:pt idx="4305">
                  <c:v>44.321690082550028</c:v>
                </c:pt>
                <c:pt idx="4306">
                  <c:v>50.219326019287102</c:v>
                </c:pt>
                <c:pt idx="4307">
                  <c:v>14.6182837486267</c:v>
                </c:pt>
                <c:pt idx="4308">
                  <c:v>23.187335014343251</c:v>
                </c:pt>
                <c:pt idx="4309">
                  <c:v>36.960499286651633</c:v>
                </c:pt>
                <c:pt idx="4310">
                  <c:v>23.378426551818851</c:v>
                </c:pt>
                <c:pt idx="4311">
                  <c:v>21.28113412857055</c:v>
                </c:pt>
                <c:pt idx="4312">
                  <c:v>28.2135362625122</c:v>
                </c:pt>
                <c:pt idx="4313">
                  <c:v>52.359559059143052</c:v>
                </c:pt>
                <c:pt idx="4314">
                  <c:v>44.857102394103997</c:v>
                </c:pt>
                <c:pt idx="4315">
                  <c:v>53.502727508544922</c:v>
                </c:pt>
                <c:pt idx="4316">
                  <c:v>42.426502227783203</c:v>
                </c:pt>
                <c:pt idx="4317">
                  <c:v>56.337543487548828</c:v>
                </c:pt>
                <c:pt idx="4318">
                  <c:v>27.453640937805179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37.077781677246101</c:v>
                </c:pt>
                <c:pt idx="4327">
                  <c:v>99.531173706054702</c:v>
                </c:pt>
                <c:pt idx="4328">
                  <c:v>49.99786376953125</c:v>
                </c:pt>
                <c:pt idx="4329">
                  <c:v>0</c:v>
                </c:pt>
                <c:pt idx="4330">
                  <c:v>42.833328247070298</c:v>
                </c:pt>
                <c:pt idx="4331">
                  <c:v>49.739521026611328</c:v>
                </c:pt>
                <c:pt idx="4332">
                  <c:v>54.457128047943122</c:v>
                </c:pt>
                <c:pt idx="4333">
                  <c:v>48.819266319274917</c:v>
                </c:pt>
                <c:pt idx="4334">
                  <c:v>27.615879058837908</c:v>
                </c:pt>
                <c:pt idx="4335">
                  <c:v>56.629708290100098</c:v>
                </c:pt>
                <c:pt idx="4336">
                  <c:v>43.806253433227518</c:v>
                </c:pt>
                <c:pt idx="4337">
                  <c:v>57.69739151000978</c:v>
                </c:pt>
                <c:pt idx="4338">
                  <c:v>52.596760749816923</c:v>
                </c:pt>
                <c:pt idx="4339">
                  <c:v>40.296089172363267</c:v>
                </c:pt>
                <c:pt idx="4340">
                  <c:v>48.422659873962367</c:v>
                </c:pt>
                <c:pt idx="4341">
                  <c:v>49.529115200042718</c:v>
                </c:pt>
                <c:pt idx="4342">
                  <c:v>53.513410091400168</c:v>
                </c:pt>
                <c:pt idx="4343">
                  <c:v>47.780724048614523</c:v>
                </c:pt>
                <c:pt idx="4344">
                  <c:v>49.248288154602051</c:v>
                </c:pt>
                <c:pt idx="4345">
                  <c:v>40.899160385131822</c:v>
                </c:pt>
                <c:pt idx="4346">
                  <c:v>43.175246715545647</c:v>
                </c:pt>
                <c:pt idx="4347">
                  <c:v>36.597963333129883</c:v>
                </c:pt>
                <c:pt idx="4348">
                  <c:v>25.995316028594971</c:v>
                </c:pt>
                <c:pt idx="4349">
                  <c:v>48.034454345703118</c:v>
                </c:pt>
                <c:pt idx="4350">
                  <c:v>25.763722419738752</c:v>
                </c:pt>
                <c:pt idx="4351">
                  <c:v>42.034473896026611</c:v>
                </c:pt>
                <c:pt idx="4352">
                  <c:v>41.96917390823365</c:v>
                </c:pt>
                <c:pt idx="4353">
                  <c:v>39.519687652587898</c:v>
                </c:pt>
                <c:pt idx="4354">
                  <c:v>32.050019979476929</c:v>
                </c:pt>
                <c:pt idx="4355">
                  <c:v>32.954053878784201</c:v>
                </c:pt>
                <c:pt idx="4356">
                  <c:v>39.276158809661851</c:v>
                </c:pt>
                <c:pt idx="4357">
                  <c:v>8.2390136718750071</c:v>
                </c:pt>
                <c:pt idx="4358">
                  <c:v>33.830916404724121</c:v>
                </c:pt>
                <c:pt idx="4359">
                  <c:v>58.117107391357393</c:v>
                </c:pt>
                <c:pt idx="4360">
                  <c:v>53.241378784179702</c:v>
                </c:pt>
                <c:pt idx="4361">
                  <c:v>51.121873855590849</c:v>
                </c:pt>
                <c:pt idx="4362">
                  <c:v>17.83393478393555</c:v>
                </c:pt>
                <c:pt idx="4363">
                  <c:v>0</c:v>
                </c:pt>
                <c:pt idx="4364">
                  <c:v>57.682829380035422</c:v>
                </c:pt>
                <c:pt idx="4365">
                  <c:v>22.034812927246101</c:v>
                </c:pt>
                <c:pt idx="4366">
                  <c:v>56.589987754821799</c:v>
                </c:pt>
                <c:pt idx="4367">
                  <c:v>64.43327808380127</c:v>
                </c:pt>
                <c:pt idx="4368">
                  <c:v>40.107075214385972</c:v>
                </c:pt>
                <c:pt idx="4369">
                  <c:v>50.850502967834473</c:v>
                </c:pt>
                <c:pt idx="4370">
                  <c:v>42.634527206420898</c:v>
                </c:pt>
                <c:pt idx="4371">
                  <c:v>48.196760177612298</c:v>
                </c:pt>
                <c:pt idx="4372">
                  <c:v>18.887382507324229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74.873317718505845</c:v>
                </c:pt>
                <c:pt idx="4382">
                  <c:v>94.478143692016602</c:v>
                </c:pt>
                <c:pt idx="4383">
                  <c:v>93.634120941162095</c:v>
                </c:pt>
                <c:pt idx="4384">
                  <c:v>85.250001907348619</c:v>
                </c:pt>
                <c:pt idx="4385">
                  <c:v>93.6972141265869</c:v>
                </c:pt>
                <c:pt idx="4386">
                  <c:v>25</c:v>
                </c:pt>
                <c:pt idx="4387">
                  <c:v>0</c:v>
                </c:pt>
                <c:pt idx="4388">
                  <c:v>33.290565967559829</c:v>
                </c:pt>
                <c:pt idx="4389">
                  <c:v>51.215384483337417</c:v>
                </c:pt>
                <c:pt idx="4390">
                  <c:v>45.105452537536621</c:v>
                </c:pt>
                <c:pt idx="4391">
                  <c:v>47.862764358520522</c:v>
                </c:pt>
                <c:pt idx="4392">
                  <c:v>46.326259613037116</c:v>
                </c:pt>
                <c:pt idx="4393">
                  <c:v>7.9734840393066504</c:v>
                </c:pt>
                <c:pt idx="4394">
                  <c:v>54.650489807128899</c:v>
                </c:pt>
                <c:pt idx="4395">
                  <c:v>37.262969970703118</c:v>
                </c:pt>
                <c:pt idx="4396">
                  <c:v>0</c:v>
                </c:pt>
                <c:pt idx="4397">
                  <c:v>63.044450759887702</c:v>
                </c:pt>
                <c:pt idx="4398">
                  <c:v>45.862457752227797</c:v>
                </c:pt>
                <c:pt idx="4399">
                  <c:v>43.409821033477797</c:v>
                </c:pt>
                <c:pt idx="4400">
                  <c:v>0</c:v>
                </c:pt>
                <c:pt idx="4401">
                  <c:v>49.454133987426751</c:v>
                </c:pt>
                <c:pt idx="4402">
                  <c:v>19.378314971923821</c:v>
                </c:pt>
                <c:pt idx="4403">
                  <c:v>53.185428142547622</c:v>
                </c:pt>
                <c:pt idx="4404">
                  <c:v>65.246320724487305</c:v>
                </c:pt>
                <c:pt idx="4405">
                  <c:v>56.403419494628899</c:v>
                </c:pt>
                <c:pt idx="4406">
                  <c:v>20.26433849334715</c:v>
                </c:pt>
                <c:pt idx="4407">
                  <c:v>74.976467132568374</c:v>
                </c:pt>
                <c:pt idx="4408">
                  <c:v>43.223593711853027</c:v>
                </c:pt>
                <c:pt idx="4409">
                  <c:v>34.74872875213623</c:v>
                </c:pt>
                <c:pt idx="4410">
                  <c:v>42.07274436950685</c:v>
                </c:pt>
                <c:pt idx="4411">
                  <c:v>42.947582125663757</c:v>
                </c:pt>
                <c:pt idx="4412">
                  <c:v>18.695230960845951</c:v>
                </c:pt>
                <c:pt idx="4413">
                  <c:v>73.88982582092288</c:v>
                </c:pt>
                <c:pt idx="4414">
                  <c:v>51.593797683715827</c:v>
                </c:pt>
                <c:pt idx="4415">
                  <c:v>43.221281528472929</c:v>
                </c:pt>
                <c:pt idx="4416">
                  <c:v>45.519209861755378</c:v>
                </c:pt>
                <c:pt idx="4417">
                  <c:v>46.623108863830552</c:v>
                </c:pt>
                <c:pt idx="4418">
                  <c:v>27.42499923706055</c:v>
                </c:pt>
                <c:pt idx="4419">
                  <c:v>3.8404207229614249</c:v>
                </c:pt>
                <c:pt idx="4420">
                  <c:v>54.080807685852051</c:v>
                </c:pt>
                <c:pt idx="4421">
                  <c:v>38.574181556701653</c:v>
                </c:pt>
                <c:pt idx="4422">
                  <c:v>48.583492279052727</c:v>
                </c:pt>
                <c:pt idx="4423">
                  <c:v>47.530069351196303</c:v>
                </c:pt>
                <c:pt idx="4424">
                  <c:v>15.119894981384279</c:v>
                </c:pt>
                <c:pt idx="4425">
                  <c:v>19.226798057556149</c:v>
                </c:pt>
                <c:pt idx="4426">
                  <c:v>61.508638381958001</c:v>
                </c:pt>
                <c:pt idx="4427">
                  <c:v>22.802194595336921</c:v>
                </c:pt>
                <c:pt idx="4428">
                  <c:v>36.688622951507583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10.263044357299799</c:v>
                </c:pt>
                <c:pt idx="4436">
                  <c:v>68.197591781616197</c:v>
                </c:pt>
                <c:pt idx="4437">
                  <c:v>13.09665870666505</c:v>
                </c:pt>
                <c:pt idx="4438">
                  <c:v>33.017641067504897</c:v>
                </c:pt>
                <c:pt idx="4439">
                  <c:v>40.884540557861328</c:v>
                </c:pt>
                <c:pt idx="4440">
                  <c:v>53.244397163391099</c:v>
                </c:pt>
                <c:pt idx="4441">
                  <c:v>54.668492317199721</c:v>
                </c:pt>
                <c:pt idx="4442">
                  <c:v>45.533851623535178</c:v>
                </c:pt>
                <c:pt idx="4443">
                  <c:v>44.296855449676528</c:v>
                </c:pt>
                <c:pt idx="4444">
                  <c:v>50.059971332550049</c:v>
                </c:pt>
                <c:pt idx="4445">
                  <c:v>51.797227859497099</c:v>
                </c:pt>
                <c:pt idx="4446">
                  <c:v>61.208832740783677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18.814714908599871</c:v>
                </c:pt>
                <c:pt idx="4452">
                  <c:v>40.485262870788567</c:v>
                </c:pt>
                <c:pt idx="4453">
                  <c:v>24.205793976783749</c:v>
                </c:pt>
                <c:pt idx="4454">
                  <c:v>37.167305946350133</c:v>
                </c:pt>
                <c:pt idx="4455">
                  <c:v>51.596563339233427</c:v>
                </c:pt>
                <c:pt idx="4456">
                  <c:v>42.641750335693366</c:v>
                </c:pt>
                <c:pt idx="4457">
                  <c:v>42.16982889175415</c:v>
                </c:pt>
                <c:pt idx="4458">
                  <c:v>34.843578338623082</c:v>
                </c:pt>
                <c:pt idx="4459">
                  <c:v>32.358329772949233</c:v>
                </c:pt>
                <c:pt idx="4460">
                  <c:v>64.407810688018799</c:v>
                </c:pt>
                <c:pt idx="4461">
                  <c:v>32.234788894653299</c:v>
                </c:pt>
                <c:pt idx="4462">
                  <c:v>50.423118114471421</c:v>
                </c:pt>
                <c:pt idx="4463">
                  <c:v>55.187998771667502</c:v>
                </c:pt>
                <c:pt idx="4464">
                  <c:v>70.012289047241225</c:v>
                </c:pt>
                <c:pt idx="4465">
                  <c:v>49.431246757507317</c:v>
                </c:pt>
                <c:pt idx="4466">
                  <c:v>54.99831676483155</c:v>
                </c:pt>
                <c:pt idx="4467">
                  <c:v>52.490009307861349</c:v>
                </c:pt>
                <c:pt idx="4468">
                  <c:v>58.781313896179199</c:v>
                </c:pt>
                <c:pt idx="4469">
                  <c:v>56.238640785217271</c:v>
                </c:pt>
                <c:pt idx="4470">
                  <c:v>46.358368396759033</c:v>
                </c:pt>
                <c:pt idx="4471">
                  <c:v>54.683553695678732</c:v>
                </c:pt>
                <c:pt idx="4472">
                  <c:v>46.963777542114251</c:v>
                </c:pt>
                <c:pt idx="4473">
                  <c:v>55.888733863830574</c:v>
                </c:pt>
                <c:pt idx="4474">
                  <c:v>40.757054805755629</c:v>
                </c:pt>
                <c:pt idx="4475">
                  <c:v>50.977246284484849</c:v>
                </c:pt>
                <c:pt idx="4476">
                  <c:v>0</c:v>
                </c:pt>
                <c:pt idx="4477">
                  <c:v>23.968122482299801</c:v>
                </c:pt>
                <c:pt idx="4478">
                  <c:v>37.730132102966287</c:v>
                </c:pt>
                <c:pt idx="4479">
                  <c:v>28.282712936401371</c:v>
                </c:pt>
                <c:pt idx="4480">
                  <c:v>21.6691493988037</c:v>
                </c:pt>
                <c:pt idx="4481">
                  <c:v>42.992650508880601</c:v>
                </c:pt>
                <c:pt idx="4482">
                  <c:v>20.358993053436301</c:v>
                </c:pt>
                <c:pt idx="4483">
                  <c:v>17.223179340362549</c:v>
                </c:pt>
                <c:pt idx="4484">
                  <c:v>31.068119287490848</c:v>
                </c:pt>
                <c:pt idx="4485">
                  <c:v>44.205269813537633</c:v>
                </c:pt>
                <c:pt idx="4486">
                  <c:v>59.168616294860882</c:v>
                </c:pt>
                <c:pt idx="4487">
                  <c:v>37.091002941131578</c:v>
                </c:pt>
                <c:pt idx="4488">
                  <c:v>55.851239204406717</c:v>
                </c:pt>
                <c:pt idx="4489">
                  <c:v>36.945865631103473</c:v>
                </c:pt>
                <c:pt idx="4490">
                  <c:v>36.467805862426751</c:v>
                </c:pt>
                <c:pt idx="4491">
                  <c:v>37.042778015136697</c:v>
                </c:pt>
                <c:pt idx="4492">
                  <c:v>41.850553512573249</c:v>
                </c:pt>
                <c:pt idx="4493">
                  <c:v>36.997052192687967</c:v>
                </c:pt>
                <c:pt idx="4494">
                  <c:v>35.514214992523222</c:v>
                </c:pt>
                <c:pt idx="4495">
                  <c:v>55.139391899108901</c:v>
                </c:pt>
                <c:pt idx="4496">
                  <c:v>49.478741645813002</c:v>
                </c:pt>
                <c:pt idx="4497">
                  <c:v>44.984997749328649</c:v>
                </c:pt>
                <c:pt idx="4498">
                  <c:v>38.379854202270501</c:v>
                </c:pt>
                <c:pt idx="4499">
                  <c:v>48.001242160797098</c:v>
                </c:pt>
                <c:pt idx="4500">
                  <c:v>7.4837286472320477</c:v>
                </c:pt>
                <c:pt idx="4501">
                  <c:v>43.201590538024902</c:v>
                </c:pt>
                <c:pt idx="4502">
                  <c:v>41.406769752502463</c:v>
                </c:pt>
                <c:pt idx="4503">
                  <c:v>32.555040121078498</c:v>
                </c:pt>
                <c:pt idx="4504">
                  <c:v>32.580064773559577</c:v>
                </c:pt>
                <c:pt idx="4505">
                  <c:v>33.595786094665527</c:v>
                </c:pt>
                <c:pt idx="4506">
                  <c:v>22.85342526435851</c:v>
                </c:pt>
                <c:pt idx="4507">
                  <c:v>27.4281325340271</c:v>
                </c:pt>
                <c:pt idx="4508">
                  <c:v>33.641088485717773</c:v>
                </c:pt>
                <c:pt idx="4509">
                  <c:v>44.119058132171652</c:v>
                </c:pt>
                <c:pt idx="4510">
                  <c:v>37.106821060180678</c:v>
                </c:pt>
                <c:pt idx="4511">
                  <c:v>56.298766613006578</c:v>
                </c:pt>
                <c:pt idx="4512">
                  <c:v>46.085366249084473</c:v>
                </c:pt>
                <c:pt idx="4513">
                  <c:v>57.350101470947301</c:v>
                </c:pt>
                <c:pt idx="4514">
                  <c:v>40.640425682067878</c:v>
                </c:pt>
                <c:pt idx="4515">
                  <c:v>60.168371200561523</c:v>
                </c:pt>
                <c:pt idx="4516">
                  <c:v>47.993450164794893</c:v>
                </c:pt>
                <c:pt idx="4517">
                  <c:v>46.935703277587884</c:v>
                </c:pt>
                <c:pt idx="4518">
                  <c:v>48.172802925109899</c:v>
                </c:pt>
                <c:pt idx="4519">
                  <c:v>26.644285202026371</c:v>
                </c:pt>
                <c:pt idx="4520">
                  <c:v>59.566932678222678</c:v>
                </c:pt>
                <c:pt idx="4521">
                  <c:v>43.97346258163455</c:v>
                </c:pt>
                <c:pt idx="4522">
                  <c:v>54.976169586181634</c:v>
                </c:pt>
                <c:pt idx="4523">
                  <c:v>58.021568298339822</c:v>
                </c:pt>
                <c:pt idx="4524">
                  <c:v>56.427199363708503</c:v>
                </c:pt>
                <c:pt idx="4525">
                  <c:v>73.008382797241197</c:v>
                </c:pt>
                <c:pt idx="4526">
                  <c:v>68.264559745788574</c:v>
                </c:pt>
                <c:pt idx="4527">
                  <c:v>54.829262256622329</c:v>
                </c:pt>
                <c:pt idx="4528">
                  <c:v>52.517177104949951</c:v>
                </c:pt>
                <c:pt idx="4529">
                  <c:v>58.947402954101577</c:v>
                </c:pt>
                <c:pt idx="4530">
                  <c:v>47.478537559509299</c:v>
                </c:pt>
                <c:pt idx="4531">
                  <c:v>45.277202129364028</c:v>
                </c:pt>
                <c:pt idx="4532">
                  <c:v>54.481769561767599</c:v>
                </c:pt>
                <c:pt idx="4533">
                  <c:v>76.60021400451663</c:v>
                </c:pt>
                <c:pt idx="4534">
                  <c:v>58.403884887695327</c:v>
                </c:pt>
                <c:pt idx="4535">
                  <c:v>39.288733005523703</c:v>
                </c:pt>
                <c:pt idx="4536">
                  <c:v>62.175268173217773</c:v>
                </c:pt>
                <c:pt idx="4537">
                  <c:v>57.460370063781717</c:v>
                </c:pt>
                <c:pt idx="4538">
                  <c:v>55.143898963928201</c:v>
                </c:pt>
                <c:pt idx="4539">
                  <c:v>51.411266326904297</c:v>
                </c:pt>
                <c:pt idx="4540">
                  <c:v>8.1380462646484499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9.1171922683715749</c:v>
                </c:pt>
                <c:pt idx="4549">
                  <c:v>80.48555326461792</c:v>
                </c:pt>
                <c:pt idx="4550">
                  <c:v>75.13664245605473</c:v>
                </c:pt>
                <c:pt idx="4551">
                  <c:v>99.823806762695327</c:v>
                </c:pt>
                <c:pt idx="4552">
                  <c:v>89.3910942077637</c:v>
                </c:pt>
                <c:pt idx="4553">
                  <c:v>90.838640213012695</c:v>
                </c:pt>
                <c:pt idx="4554">
                  <c:v>79.04667329788208</c:v>
                </c:pt>
                <c:pt idx="4555">
                  <c:v>37.115745544433622</c:v>
                </c:pt>
                <c:pt idx="4556">
                  <c:v>57.80878019332885</c:v>
                </c:pt>
                <c:pt idx="4557">
                  <c:v>37.658432483673117</c:v>
                </c:pt>
                <c:pt idx="4558">
                  <c:v>59.784614562988267</c:v>
                </c:pt>
                <c:pt idx="4559">
                  <c:v>40.321646690368667</c:v>
                </c:pt>
                <c:pt idx="4560">
                  <c:v>58.836515426635728</c:v>
                </c:pt>
                <c:pt idx="4561">
                  <c:v>38.549478530883803</c:v>
                </c:pt>
                <c:pt idx="4562">
                  <c:v>51.818587303161621</c:v>
                </c:pt>
                <c:pt idx="4563">
                  <c:v>47.529386520385728</c:v>
                </c:pt>
                <c:pt idx="4564">
                  <c:v>36.755594730377183</c:v>
                </c:pt>
                <c:pt idx="4565">
                  <c:v>60.650196075439453</c:v>
                </c:pt>
                <c:pt idx="4566">
                  <c:v>33.891533851623556</c:v>
                </c:pt>
                <c:pt idx="4567">
                  <c:v>50.4330701828003</c:v>
                </c:pt>
                <c:pt idx="4568">
                  <c:v>39.149401187896729</c:v>
                </c:pt>
                <c:pt idx="4569">
                  <c:v>43.847134113311768</c:v>
                </c:pt>
                <c:pt idx="4570">
                  <c:v>39.741576671600349</c:v>
                </c:pt>
                <c:pt idx="4571">
                  <c:v>24.272590637207049</c:v>
                </c:pt>
                <c:pt idx="4572">
                  <c:v>25.766118526458779</c:v>
                </c:pt>
                <c:pt idx="4573">
                  <c:v>31.22841215133667</c:v>
                </c:pt>
                <c:pt idx="4574">
                  <c:v>22.850583076477029</c:v>
                </c:pt>
                <c:pt idx="4575">
                  <c:v>34.207375526428223</c:v>
                </c:pt>
                <c:pt idx="4576">
                  <c:v>44.03455543518065</c:v>
                </c:pt>
                <c:pt idx="4577">
                  <c:v>28.118273735046412</c:v>
                </c:pt>
                <c:pt idx="4578">
                  <c:v>32.226336002349854</c:v>
                </c:pt>
                <c:pt idx="4579">
                  <c:v>28.273485183715799</c:v>
                </c:pt>
                <c:pt idx="4580">
                  <c:v>34.202145576477022</c:v>
                </c:pt>
                <c:pt idx="4581">
                  <c:v>21.69494533538818</c:v>
                </c:pt>
                <c:pt idx="4582">
                  <c:v>42.362618446350098</c:v>
                </c:pt>
                <c:pt idx="4583">
                  <c:v>45.371111392974854</c:v>
                </c:pt>
                <c:pt idx="4584">
                  <c:v>47.580507278442383</c:v>
                </c:pt>
                <c:pt idx="4585">
                  <c:v>57.475739479064927</c:v>
                </c:pt>
                <c:pt idx="4586">
                  <c:v>58.20344352722168</c:v>
                </c:pt>
                <c:pt idx="4587">
                  <c:v>30.899937152862531</c:v>
                </c:pt>
                <c:pt idx="4588">
                  <c:v>44.822225093841553</c:v>
                </c:pt>
                <c:pt idx="4589">
                  <c:v>54.077939987182617</c:v>
                </c:pt>
                <c:pt idx="4590">
                  <c:v>40.046898365020752</c:v>
                </c:pt>
                <c:pt idx="4591">
                  <c:v>43.303172588348403</c:v>
                </c:pt>
                <c:pt idx="4592">
                  <c:v>30.370040893554702</c:v>
                </c:pt>
                <c:pt idx="4593">
                  <c:v>40.278647422790499</c:v>
                </c:pt>
                <c:pt idx="4594">
                  <c:v>31.55948185920715</c:v>
                </c:pt>
                <c:pt idx="4595">
                  <c:v>18.91745197772979</c:v>
                </c:pt>
                <c:pt idx="4596">
                  <c:v>6.4888505935669096</c:v>
                </c:pt>
                <c:pt idx="4597">
                  <c:v>2.589225769042975E-2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3.42853307724</c:v>
                </c:pt>
                <c:pt idx="4608">
                  <c:v>12.990160107612629</c:v>
                </c:pt>
                <c:pt idx="4609">
                  <c:v>11.103679418563839</c:v>
                </c:pt>
                <c:pt idx="4610">
                  <c:v>17.681815147399909</c:v>
                </c:pt>
                <c:pt idx="4611">
                  <c:v>7.2223446369171249</c:v>
                </c:pt>
                <c:pt idx="4612">
                  <c:v>0.45900827646255571</c:v>
                </c:pt>
                <c:pt idx="4613">
                  <c:v>17.93332052230835</c:v>
                </c:pt>
                <c:pt idx="4614">
                  <c:v>17.35438013076779</c:v>
                </c:pt>
                <c:pt idx="4615">
                  <c:v>3.2209829092025748</c:v>
                </c:pt>
                <c:pt idx="4616">
                  <c:v>7.5799171924590949</c:v>
                </c:pt>
                <c:pt idx="4617">
                  <c:v>15.329040527343739</c:v>
                </c:pt>
                <c:pt idx="4618">
                  <c:v>3.6090230941772439</c:v>
                </c:pt>
                <c:pt idx="4619">
                  <c:v>4.98402643203735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20.462120532989498</c:v>
                </c:pt>
                <c:pt idx="4635">
                  <c:v>16.689254760742191</c:v>
                </c:pt>
                <c:pt idx="4636">
                  <c:v>0</c:v>
                </c:pt>
                <c:pt idx="4637">
                  <c:v>19.582262516021721</c:v>
                </c:pt>
                <c:pt idx="4638">
                  <c:v>32.795276403427117</c:v>
                </c:pt>
                <c:pt idx="4639">
                  <c:v>34.011525988578803</c:v>
                </c:pt>
                <c:pt idx="4640">
                  <c:v>21.880151987075809</c:v>
                </c:pt>
                <c:pt idx="4641">
                  <c:v>26.839154958724951</c:v>
                </c:pt>
                <c:pt idx="4642">
                  <c:v>27.133639812469479</c:v>
                </c:pt>
                <c:pt idx="4643">
                  <c:v>16.933954954147339</c:v>
                </c:pt>
                <c:pt idx="4644">
                  <c:v>15.343516588211051</c:v>
                </c:pt>
                <c:pt idx="4645">
                  <c:v>10.22915434837341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4.8545897006988498E-2</c:v>
                </c:pt>
                <c:pt idx="4651">
                  <c:v>4.2309856414795002</c:v>
                </c:pt>
                <c:pt idx="4652">
                  <c:v>10.85367417335511</c:v>
                </c:pt>
                <c:pt idx="4653">
                  <c:v>20.953095436096199</c:v>
                </c:pt>
                <c:pt idx="4654">
                  <c:v>27.67938947677613</c:v>
                </c:pt>
                <c:pt idx="4655">
                  <c:v>20.71298217773435</c:v>
                </c:pt>
                <c:pt idx="4656">
                  <c:v>27.81718254089353</c:v>
                </c:pt>
                <c:pt idx="4657">
                  <c:v>31.918134212493921</c:v>
                </c:pt>
                <c:pt idx="4658">
                  <c:v>21.37359619140625</c:v>
                </c:pt>
                <c:pt idx="4659">
                  <c:v>11.109465837478631</c:v>
                </c:pt>
                <c:pt idx="4660">
                  <c:v>26.45255208015444</c:v>
                </c:pt>
                <c:pt idx="4661">
                  <c:v>21.70197677612305</c:v>
                </c:pt>
                <c:pt idx="4662">
                  <c:v>19.748589992523168</c:v>
                </c:pt>
                <c:pt idx="4663">
                  <c:v>29.3082003593445</c:v>
                </c:pt>
                <c:pt idx="4664">
                  <c:v>20.4368977546692</c:v>
                </c:pt>
                <c:pt idx="4665">
                  <c:v>11.31411695480346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35.125642299652071</c:v>
                </c:pt>
                <c:pt idx="4706">
                  <c:v>46.181534051895127</c:v>
                </c:pt>
                <c:pt idx="4707">
                  <c:v>59.474897384643583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0.3065061569213875</c:v>
                </c:pt>
                <c:pt idx="4718">
                  <c:v>58.123145103454583</c:v>
                </c:pt>
                <c:pt idx="4719">
                  <c:v>74.077169418334975</c:v>
                </c:pt>
                <c:pt idx="4720">
                  <c:v>73.70972728729248</c:v>
                </c:pt>
                <c:pt idx="4721">
                  <c:v>78.038516044616699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23.786105394363378</c:v>
                </c:pt>
                <c:pt idx="4730">
                  <c:v>55.760814428329468</c:v>
                </c:pt>
                <c:pt idx="4731">
                  <c:v>50.240365982055678</c:v>
                </c:pt>
                <c:pt idx="4732">
                  <c:v>31.704539775848399</c:v>
                </c:pt>
                <c:pt idx="4733">
                  <c:v>28.11594438552855</c:v>
                </c:pt>
                <c:pt idx="4734">
                  <c:v>79.624351501464815</c:v>
                </c:pt>
                <c:pt idx="4735">
                  <c:v>26.90231275558472</c:v>
                </c:pt>
                <c:pt idx="4736">
                  <c:v>44.228579044342027</c:v>
                </c:pt>
                <c:pt idx="4737">
                  <c:v>71.698144912719727</c:v>
                </c:pt>
                <c:pt idx="4738">
                  <c:v>36.021390914916999</c:v>
                </c:pt>
                <c:pt idx="4739">
                  <c:v>27.549805164337169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16.140719175338749</c:v>
                </c:pt>
                <c:pt idx="4755">
                  <c:v>30.487808227539048</c:v>
                </c:pt>
                <c:pt idx="4756">
                  <c:v>33.338096618652351</c:v>
                </c:pt>
                <c:pt idx="4757">
                  <c:v>48.667292594909668</c:v>
                </c:pt>
                <c:pt idx="4758">
                  <c:v>58.902792930603063</c:v>
                </c:pt>
                <c:pt idx="4759">
                  <c:v>18.948296546936049</c:v>
                </c:pt>
                <c:pt idx="4760">
                  <c:v>70.219464302062974</c:v>
                </c:pt>
                <c:pt idx="4761">
                  <c:v>7.0868462324142474</c:v>
                </c:pt>
                <c:pt idx="4762">
                  <c:v>8.6384403109550529</c:v>
                </c:pt>
                <c:pt idx="4763">
                  <c:v>36.750396251678453</c:v>
                </c:pt>
                <c:pt idx="4764">
                  <c:v>37.80668830871582</c:v>
                </c:pt>
                <c:pt idx="4765">
                  <c:v>49.561360836029053</c:v>
                </c:pt>
                <c:pt idx="4766">
                  <c:v>63.73856353759767</c:v>
                </c:pt>
                <c:pt idx="4767">
                  <c:v>80.869531631469727</c:v>
                </c:pt>
                <c:pt idx="4768">
                  <c:v>65.274649620056152</c:v>
                </c:pt>
                <c:pt idx="4769">
                  <c:v>85.474746704101548</c:v>
                </c:pt>
                <c:pt idx="4770">
                  <c:v>92.105747222900405</c:v>
                </c:pt>
                <c:pt idx="4771">
                  <c:v>95.5414848327637</c:v>
                </c:pt>
                <c:pt idx="4772">
                  <c:v>76.742945671081529</c:v>
                </c:pt>
                <c:pt idx="4773">
                  <c:v>80.576971054077148</c:v>
                </c:pt>
                <c:pt idx="4774">
                  <c:v>87.166585922241225</c:v>
                </c:pt>
                <c:pt idx="4775">
                  <c:v>80.683919906616197</c:v>
                </c:pt>
                <c:pt idx="4776">
                  <c:v>79.011239051818848</c:v>
                </c:pt>
                <c:pt idx="4777">
                  <c:v>55.459890365600572</c:v>
                </c:pt>
                <c:pt idx="4778">
                  <c:v>71.542695045471206</c:v>
                </c:pt>
                <c:pt idx="4779">
                  <c:v>79.35643482208252</c:v>
                </c:pt>
                <c:pt idx="4780">
                  <c:v>65.567797183990479</c:v>
                </c:pt>
                <c:pt idx="4781">
                  <c:v>71.460801124572725</c:v>
                </c:pt>
                <c:pt idx="4782">
                  <c:v>74.040868759155273</c:v>
                </c:pt>
                <c:pt idx="4783">
                  <c:v>78.197656631469755</c:v>
                </c:pt>
                <c:pt idx="4784">
                  <c:v>100</c:v>
                </c:pt>
                <c:pt idx="4785">
                  <c:v>64.473852157592745</c:v>
                </c:pt>
                <c:pt idx="4786">
                  <c:v>92.196809768676758</c:v>
                </c:pt>
                <c:pt idx="4787">
                  <c:v>99.431224822998047</c:v>
                </c:pt>
                <c:pt idx="4788">
                  <c:v>96.890033721923828</c:v>
                </c:pt>
                <c:pt idx="4789">
                  <c:v>100</c:v>
                </c:pt>
                <c:pt idx="4790">
                  <c:v>95.75281143188478</c:v>
                </c:pt>
                <c:pt idx="4791">
                  <c:v>90.510089874267578</c:v>
                </c:pt>
                <c:pt idx="4792">
                  <c:v>97.65002059936522</c:v>
                </c:pt>
                <c:pt idx="4793">
                  <c:v>96.273830413818345</c:v>
                </c:pt>
                <c:pt idx="4794">
                  <c:v>96.479679107666001</c:v>
                </c:pt>
                <c:pt idx="4795">
                  <c:v>99.767044067382827</c:v>
                </c:pt>
                <c:pt idx="4796">
                  <c:v>99.900833129882827</c:v>
                </c:pt>
                <c:pt idx="4797">
                  <c:v>91.3085231781006</c:v>
                </c:pt>
                <c:pt idx="4798">
                  <c:v>95.670967102050795</c:v>
                </c:pt>
                <c:pt idx="4799">
                  <c:v>96.543233871459947</c:v>
                </c:pt>
                <c:pt idx="4800">
                  <c:v>100</c:v>
                </c:pt>
                <c:pt idx="4801">
                  <c:v>99.641674041748047</c:v>
                </c:pt>
                <c:pt idx="4802">
                  <c:v>96.147571563720703</c:v>
                </c:pt>
                <c:pt idx="4803">
                  <c:v>96.832042694091797</c:v>
                </c:pt>
                <c:pt idx="4804">
                  <c:v>99.005353927612305</c:v>
                </c:pt>
                <c:pt idx="4805">
                  <c:v>95.525104522705078</c:v>
                </c:pt>
                <c:pt idx="4806">
                  <c:v>99.468454360961928</c:v>
                </c:pt>
                <c:pt idx="4807">
                  <c:v>93.808952331542969</c:v>
                </c:pt>
                <c:pt idx="4808">
                  <c:v>96.840780258178725</c:v>
                </c:pt>
                <c:pt idx="4809">
                  <c:v>91.051418304443345</c:v>
                </c:pt>
                <c:pt idx="4810">
                  <c:v>100</c:v>
                </c:pt>
                <c:pt idx="4811">
                  <c:v>98.676780700683594</c:v>
                </c:pt>
                <c:pt idx="4812">
                  <c:v>91.191864013671875</c:v>
                </c:pt>
                <c:pt idx="4813">
                  <c:v>96.914756774902315</c:v>
                </c:pt>
                <c:pt idx="4814">
                  <c:v>100</c:v>
                </c:pt>
                <c:pt idx="4815">
                  <c:v>90.728839874267607</c:v>
                </c:pt>
                <c:pt idx="4816">
                  <c:v>100</c:v>
                </c:pt>
                <c:pt idx="4817">
                  <c:v>88.247768402099609</c:v>
                </c:pt>
                <c:pt idx="4818">
                  <c:v>94.60401725769043</c:v>
                </c:pt>
                <c:pt idx="4819">
                  <c:v>99.789871215820327</c:v>
                </c:pt>
                <c:pt idx="4820">
                  <c:v>100</c:v>
                </c:pt>
                <c:pt idx="4821">
                  <c:v>97.199626922607422</c:v>
                </c:pt>
                <c:pt idx="4822">
                  <c:v>100</c:v>
                </c:pt>
                <c:pt idx="4823">
                  <c:v>98.201452255249023</c:v>
                </c:pt>
                <c:pt idx="4824">
                  <c:v>94.503520965576172</c:v>
                </c:pt>
                <c:pt idx="4825">
                  <c:v>95.325206756591797</c:v>
                </c:pt>
                <c:pt idx="4826">
                  <c:v>100</c:v>
                </c:pt>
                <c:pt idx="4827">
                  <c:v>97.063863754272447</c:v>
                </c:pt>
                <c:pt idx="4828">
                  <c:v>97.969112396240249</c:v>
                </c:pt>
                <c:pt idx="4829">
                  <c:v>97.797958374023452</c:v>
                </c:pt>
                <c:pt idx="4830">
                  <c:v>100</c:v>
                </c:pt>
                <c:pt idx="4831">
                  <c:v>98.176454544067383</c:v>
                </c:pt>
                <c:pt idx="4832">
                  <c:v>96.12724494934082</c:v>
                </c:pt>
                <c:pt idx="4833">
                  <c:v>99.764495849609375</c:v>
                </c:pt>
                <c:pt idx="4834">
                  <c:v>97.085285186767578</c:v>
                </c:pt>
                <c:pt idx="4835">
                  <c:v>99.81042098999022</c:v>
                </c:pt>
                <c:pt idx="4836">
                  <c:v>94.229082107543945</c:v>
                </c:pt>
                <c:pt idx="4837">
                  <c:v>98.629306793212905</c:v>
                </c:pt>
                <c:pt idx="4838">
                  <c:v>89.204677581787081</c:v>
                </c:pt>
                <c:pt idx="4839">
                  <c:v>66.43609619140625</c:v>
                </c:pt>
                <c:pt idx="4840">
                  <c:v>64.1002712249756</c:v>
                </c:pt>
                <c:pt idx="4841">
                  <c:v>89.7378444671631</c:v>
                </c:pt>
                <c:pt idx="4842">
                  <c:v>100</c:v>
                </c:pt>
                <c:pt idx="4843">
                  <c:v>79.175918579101577</c:v>
                </c:pt>
                <c:pt idx="4844">
                  <c:v>95.209024429321275</c:v>
                </c:pt>
                <c:pt idx="4845">
                  <c:v>98.49287223815918</c:v>
                </c:pt>
                <c:pt idx="4846">
                  <c:v>83.453197479248047</c:v>
                </c:pt>
                <c:pt idx="4847">
                  <c:v>83.876979827880845</c:v>
                </c:pt>
                <c:pt idx="4848">
                  <c:v>91.829132080078125</c:v>
                </c:pt>
                <c:pt idx="4849">
                  <c:v>55.796605110168471</c:v>
                </c:pt>
                <c:pt idx="4850">
                  <c:v>93.908798217773452</c:v>
                </c:pt>
                <c:pt idx="4851">
                  <c:v>95.680027008056626</c:v>
                </c:pt>
                <c:pt idx="4852">
                  <c:v>97.362476348876982</c:v>
                </c:pt>
                <c:pt idx="4853">
                  <c:v>94.684717178344727</c:v>
                </c:pt>
                <c:pt idx="4854">
                  <c:v>100</c:v>
                </c:pt>
                <c:pt idx="4855">
                  <c:v>96.06879425048831</c:v>
                </c:pt>
                <c:pt idx="4856">
                  <c:v>100</c:v>
                </c:pt>
                <c:pt idx="4857">
                  <c:v>92.240266799926772</c:v>
                </c:pt>
                <c:pt idx="4858">
                  <c:v>96.848476409912124</c:v>
                </c:pt>
                <c:pt idx="4859">
                  <c:v>85.32452774047853</c:v>
                </c:pt>
                <c:pt idx="4860">
                  <c:v>88.932367324829102</c:v>
                </c:pt>
                <c:pt idx="4861">
                  <c:v>95.721721649169922</c:v>
                </c:pt>
                <c:pt idx="4862">
                  <c:v>57.972619056701667</c:v>
                </c:pt>
                <c:pt idx="4863">
                  <c:v>45.522050857543967</c:v>
                </c:pt>
                <c:pt idx="4864">
                  <c:v>66.838120937347412</c:v>
                </c:pt>
                <c:pt idx="4865">
                  <c:v>65.815815925598145</c:v>
                </c:pt>
                <c:pt idx="4866">
                  <c:v>73.084609985351577</c:v>
                </c:pt>
                <c:pt idx="4867">
                  <c:v>54.737834930419922</c:v>
                </c:pt>
                <c:pt idx="4868">
                  <c:v>83.623756408691406</c:v>
                </c:pt>
                <c:pt idx="4869">
                  <c:v>99.770339965820327</c:v>
                </c:pt>
                <c:pt idx="4870">
                  <c:v>98.362382888793945</c:v>
                </c:pt>
                <c:pt idx="4871">
                  <c:v>96.569263458251953</c:v>
                </c:pt>
                <c:pt idx="4872">
                  <c:v>99.75835800170897</c:v>
                </c:pt>
                <c:pt idx="4873">
                  <c:v>97.901927947998047</c:v>
                </c:pt>
                <c:pt idx="4874">
                  <c:v>100</c:v>
                </c:pt>
                <c:pt idx="4875">
                  <c:v>92.2863254547119</c:v>
                </c:pt>
                <c:pt idx="4876">
                  <c:v>71.954767227172852</c:v>
                </c:pt>
                <c:pt idx="4877">
                  <c:v>81.588927268981934</c:v>
                </c:pt>
                <c:pt idx="4878">
                  <c:v>80.840787887573228</c:v>
                </c:pt>
                <c:pt idx="4879">
                  <c:v>94.725149154663072</c:v>
                </c:pt>
                <c:pt idx="4880">
                  <c:v>78.875370025634766</c:v>
                </c:pt>
                <c:pt idx="4881">
                  <c:v>65.277990818023682</c:v>
                </c:pt>
                <c:pt idx="4882">
                  <c:v>53.925391197204597</c:v>
                </c:pt>
                <c:pt idx="4883">
                  <c:v>54.840465545654283</c:v>
                </c:pt>
                <c:pt idx="4884">
                  <c:v>36.964350223541253</c:v>
                </c:pt>
                <c:pt idx="4885">
                  <c:v>46.4816541671753</c:v>
                </c:pt>
                <c:pt idx="4886">
                  <c:v>25.572319507598898</c:v>
                </c:pt>
                <c:pt idx="4887">
                  <c:v>10.08192372322082</c:v>
                </c:pt>
                <c:pt idx="4888">
                  <c:v>12.15950202941894</c:v>
                </c:pt>
                <c:pt idx="4889">
                  <c:v>22.8630530834198</c:v>
                </c:pt>
                <c:pt idx="4890">
                  <c:v>32.321369767189033</c:v>
                </c:pt>
                <c:pt idx="4891">
                  <c:v>40.577197074890123</c:v>
                </c:pt>
                <c:pt idx="4892">
                  <c:v>35.034709453582749</c:v>
                </c:pt>
                <c:pt idx="4893">
                  <c:v>54.038303375244148</c:v>
                </c:pt>
                <c:pt idx="4894">
                  <c:v>30.500487804412831</c:v>
                </c:pt>
                <c:pt idx="4895">
                  <c:v>80.985650062561049</c:v>
                </c:pt>
                <c:pt idx="4896">
                  <c:v>51.83106803894043</c:v>
                </c:pt>
                <c:pt idx="4897">
                  <c:v>64.07843780517581</c:v>
                </c:pt>
                <c:pt idx="4898">
                  <c:v>72.448400497436523</c:v>
                </c:pt>
                <c:pt idx="4899">
                  <c:v>45.300522804260247</c:v>
                </c:pt>
                <c:pt idx="4900">
                  <c:v>67.117832183837905</c:v>
                </c:pt>
                <c:pt idx="4901">
                  <c:v>88.066799163818345</c:v>
                </c:pt>
                <c:pt idx="4902">
                  <c:v>95.688779830932617</c:v>
                </c:pt>
                <c:pt idx="4903">
                  <c:v>88.332902908325195</c:v>
                </c:pt>
                <c:pt idx="4904">
                  <c:v>77.69759464263916</c:v>
                </c:pt>
                <c:pt idx="4905">
                  <c:v>85.951028823852539</c:v>
                </c:pt>
                <c:pt idx="4906">
                  <c:v>92.796951293945298</c:v>
                </c:pt>
                <c:pt idx="4907">
                  <c:v>93.873495101928697</c:v>
                </c:pt>
                <c:pt idx="4908">
                  <c:v>92.45985221862793</c:v>
                </c:pt>
                <c:pt idx="4909">
                  <c:v>75.745758056640597</c:v>
                </c:pt>
                <c:pt idx="4910">
                  <c:v>80.803358078002958</c:v>
                </c:pt>
                <c:pt idx="4911">
                  <c:v>85.242143630981431</c:v>
                </c:pt>
                <c:pt idx="4912">
                  <c:v>98.017299652099595</c:v>
                </c:pt>
                <c:pt idx="4913">
                  <c:v>92.511604309082031</c:v>
                </c:pt>
                <c:pt idx="4914">
                  <c:v>99.799053192138672</c:v>
                </c:pt>
                <c:pt idx="4915">
                  <c:v>92.589557647705078</c:v>
                </c:pt>
                <c:pt idx="4916">
                  <c:v>96.134382247924805</c:v>
                </c:pt>
                <c:pt idx="4917">
                  <c:v>92.297948837280273</c:v>
                </c:pt>
                <c:pt idx="4918">
                  <c:v>99.752227783203125</c:v>
                </c:pt>
                <c:pt idx="4919">
                  <c:v>95.961133956909208</c:v>
                </c:pt>
                <c:pt idx="4920">
                  <c:v>74.100360870361328</c:v>
                </c:pt>
                <c:pt idx="4921">
                  <c:v>91.561922073364272</c:v>
                </c:pt>
                <c:pt idx="4922">
                  <c:v>95.743505477905273</c:v>
                </c:pt>
                <c:pt idx="4923">
                  <c:v>90.867860794067397</c:v>
                </c:pt>
                <c:pt idx="4924">
                  <c:v>87.107358932495117</c:v>
                </c:pt>
                <c:pt idx="4925">
                  <c:v>100</c:v>
                </c:pt>
                <c:pt idx="4926">
                  <c:v>99.289384841918945</c:v>
                </c:pt>
                <c:pt idx="4927">
                  <c:v>96.987010955810547</c:v>
                </c:pt>
                <c:pt idx="4928">
                  <c:v>87.440832138061552</c:v>
                </c:pt>
                <c:pt idx="4929">
                  <c:v>87.430862426757798</c:v>
                </c:pt>
                <c:pt idx="4930">
                  <c:v>91.087173461914048</c:v>
                </c:pt>
                <c:pt idx="4931">
                  <c:v>100</c:v>
                </c:pt>
                <c:pt idx="4932">
                  <c:v>95.824989318847656</c:v>
                </c:pt>
                <c:pt idx="4933">
                  <c:v>89.680152893066406</c:v>
                </c:pt>
                <c:pt idx="4934">
                  <c:v>80.66431999206543</c:v>
                </c:pt>
                <c:pt idx="4935">
                  <c:v>89.515350341796875</c:v>
                </c:pt>
                <c:pt idx="4936">
                  <c:v>98.566873550415025</c:v>
                </c:pt>
                <c:pt idx="4937">
                  <c:v>95.871431350708022</c:v>
                </c:pt>
                <c:pt idx="4938">
                  <c:v>99.937891006469727</c:v>
                </c:pt>
                <c:pt idx="4939">
                  <c:v>93.937484741210952</c:v>
                </c:pt>
                <c:pt idx="4940">
                  <c:v>96.230873107910156</c:v>
                </c:pt>
                <c:pt idx="4941">
                  <c:v>91.964553833007798</c:v>
                </c:pt>
                <c:pt idx="4942">
                  <c:v>96.776828765869155</c:v>
                </c:pt>
                <c:pt idx="4943">
                  <c:v>97.142738342285156</c:v>
                </c:pt>
                <c:pt idx="4944">
                  <c:v>92.868005752563477</c:v>
                </c:pt>
                <c:pt idx="4945">
                  <c:v>86.286211013793945</c:v>
                </c:pt>
                <c:pt idx="4946">
                  <c:v>87.57731819152832</c:v>
                </c:pt>
                <c:pt idx="4947">
                  <c:v>96.37339973449707</c:v>
                </c:pt>
                <c:pt idx="4948">
                  <c:v>93.209569931030273</c:v>
                </c:pt>
                <c:pt idx="4949">
                  <c:v>98.636814117431655</c:v>
                </c:pt>
                <c:pt idx="4950">
                  <c:v>91.775074005126953</c:v>
                </c:pt>
                <c:pt idx="4951">
                  <c:v>97.824380874633775</c:v>
                </c:pt>
                <c:pt idx="4952">
                  <c:v>92.64960098266603</c:v>
                </c:pt>
                <c:pt idx="4953">
                  <c:v>87.98154449462892</c:v>
                </c:pt>
                <c:pt idx="4954">
                  <c:v>87.99180793762207</c:v>
                </c:pt>
                <c:pt idx="4955">
                  <c:v>91.645282745361328</c:v>
                </c:pt>
                <c:pt idx="4956">
                  <c:v>89.283588409423828</c:v>
                </c:pt>
                <c:pt idx="4957">
                  <c:v>93.469408035278292</c:v>
                </c:pt>
                <c:pt idx="4958">
                  <c:v>92.21002197265625</c:v>
                </c:pt>
                <c:pt idx="4959">
                  <c:v>94.715917587280273</c:v>
                </c:pt>
                <c:pt idx="4960">
                  <c:v>89.45118522644043</c:v>
                </c:pt>
                <c:pt idx="4961">
                  <c:v>89.836626052856474</c:v>
                </c:pt>
                <c:pt idx="4962">
                  <c:v>92.455783843994141</c:v>
                </c:pt>
                <c:pt idx="4963">
                  <c:v>96.55462265014647</c:v>
                </c:pt>
                <c:pt idx="4964">
                  <c:v>95.478252410888672</c:v>
                </c:pt>
                <c:pt idx="4965">
                  <c:v>96.564586639404297</c:v>
                </c:pt>
                <c:pt idx="4966">
                  <c:v>94.511754989624023</c:v>
                </c:pt>
                <c:pt idx="4967">
                  <c:v>96.651853561401381</c:v>
                </c:pt>
                <c:pt idx="4968">
                  <c:v>86.495153427124023</c:v>
                </c:pt>
                <c:pt idx="4969">
                  <c:v>95.180768966674805</c:v>
                </c:pt>
                <c:pt idx="4970">
                  <c:v>98.427934646606445</c:v>
                </c:pt>
                <c:pt idx="4971">
                  <c:v>95.477420806884751</c:v>
                </c:pt>
                <c:pt idx="4972">
                  <c:v>97.163496017456055</c:v>
                </c:pt>
                <c:pt idx="4973">
                  <c:v>100</c:v>
                </c:pt>
                <c:pt idx="4974">
                  <c:v>95.996149063110352</c:v>
                </c:pt>
                <c:pt idx="4975">
                  <c:v>100</c:v>
                </c:pt>
                <c:pt idx="4976">
                  <c:v>100</c:v>
                </c:pt>
                <c:pt idx="4977">
                  <c:v>93.938858032226548</c:v>
                </c:pt>
                <c:pt idx="4978">
                  <c:v>97.209888458251953</c:v>
                </c:pt>
                <c:pt idx="4979">
                  <c:v>97.469154357910156</c:v>
                </c:pt>
                <c:pt idx="4980">
                  <c:v>96.25463485717772</c:v>
                </c:pt>
                <c:pt idx="4981">
                  <c:v>100</c:v>
                </c:pt>
                <c:pt idx="4982">
                  <c:v>95.398063659667969</c:v>
                </c:pt>
                <c:pt idx="4983">
                  <c:v>95.712448120117202</c:v>
                </c:pt>
                <c:pt idx="4984">
                  <c:v>96.009389877319322</c:v>
                </c:pt>
                <c:pt idx="4985">
                  <c:v>100</c:v>
                </c:pt>
                <c:pt idx="4986">
                  <c:v>99.75480842590332</c:v>
                </c:pt>
                <c:pt idx="4987">
                  <c:v>99.871917724609375</c:v>
                </c:pt>
                <c:pt idx="4988">
                  <c:v>96.207695007324219</c:v>
                </c:pt>
                <c:pt idx="4989">
                  <c:v>91.307016372680678</c:v>
                </c:pt>
                <c:pt idx="4990">
                  <c:v>92.176410675048828</c:v>
                </c:pt>
                <c:pt idx="4991">
                  <c:v>95.485317230224595</c:v>
                </c:pt>
                <c:pt idx="4992">
                  <c:v>99.767814636230469</c:v>
                </c:pt>
                <c:pt idx="4993">
                  <c:v>93.43780517578125</c:v>
                </c:pt>
                <c:pt idx="4994">
                  <c:v>96.280374526977553</c:v>
                </c:pt>
                <c:pt idx="4995">
                  <c:v>99.263816833496094</c:v>
                </c:pt>
                <c:pt idx="4996">
                  <c:v>96.416751861572251</c:v>
                </c:pt>
                <c:pt idx="4997">
                  <c:v>98.392578125</c:v>
                </c:pt>
                <c:pt idx="4998">
                  <c:v>97.340164184570327</c:v>
                </c:pt>
                <c:pt idx="4999">
                  <c:v>100</c:v>
                </c:pt>
                <c:pt idx="5000">
                  <c:v>91.55016136169435</c:v>
                </c:pt>
                <c:pt idx="5001">
                  <c:v>83.2886962890625</c:v>
                </c:pt>
                <c:pt idx="5002">
                  <c:v>91.794445037841797</c:v>
                </c:pt>
                <c:pt idx="5003">
                  <c:v>96.493612289428697</c:v>
                </c:pt>
                <c:pt idx="5004">
                  <c:v>92.449806213378906</c:v>
                </c:pt>
                <c:pt idx="5005">
                  <c:v>91.940025329589844</c:v>
                </c:pt>
                <c:pt idx="5006">
                  <c:v>99.009370803833008</c:v>
                </c:pt>
                <c:pt idx="5007">
                  <c:v>95.595256805419922</c:v>
                </c:pt>
                <c:pt idx="5008">
                  <c:v>99.651748657226577</c:v>
                </c:pt>
                <c:pt idx="5009">
                  <c:v>98.694091796875</c:v>
                </c:pt>
                <c:pt idx="5010">
                  <c:v>97.914585113525405</c:v>
                </c:pt>
                <c:pt idx="5011">
                  <c:v>95.537281036376953</c:v>
                </c:pt>
                <c:pt idx="5012">
                  <c:v>91.362094879150405</c:v>
                </c:pt>
                <c:pt idx="5013">
                  <c:v>95.147060394287095</c:v>
                </c:pt>
                <c:pt idx="5014">
                  <c:v>98.93254280090332</c:v>
                </c:pt>
                <c:pt idx="5015">
                  <c:v>93.609130859375</c:v>
                </c:pt>
                <c:pt idx="5016">
                  <c:v>97.232295989990249</c:v>
                </c:pt>
                <c:pt idx="5017">
                  <c:v>94.2557373046875</c:v>
                </c:pt>
                <c:pt idx="5018">
                  <c:v>93.814712524414048</c:v>
                </c:pt>
                <c:pt idx="5019">
                  <c:v>83.951644897460952</c:v>
                </c:pt>
                <c:pt idx="5020">
                  <c:v>96.145261764526381</c:v>
                </c:pt>
                <c:pt idx="5021">
                  <c:v>95.002071380615249</c:v>
                </c:pt>
                <c:pt idx="5022">
                  <c:v>95.453746795654297</c:v>
                </c:pt>
                <c:pt idx="5023">
                  <c:v>95.976909637451172</c:v>
                </c:pt>
                <c:pt idx="5024">
                  <c:v>95.469066619873047</c:v>
                </c:pt>
                <c:pt idx="5025">
                  <c:v>94.950895309448242</c:v>
                </c:pt>
                <c:pt idx="5026">
                  <c:v>92.414840698242202</c:v>
                </c:pt>
                <c:pt idx="5027">
                  <c:v>94.85161972045897</c:v>
                </c:pt>
                <c:pt idx="5028">
                  <c:v>90.952976226806655</c:v>
                </c:pt>
                <c:pt idx="5029">
                  <c:v>46.947699069976849</c:v>
                </c:pt>
                <c:pt idx="5030">
                  <c:v>31.39756274223328</c:v>
                </c:pt>
                <c:pt idx="5031">
                  <c:v>36.530151367187528</c:v>
                </c:pt>
                <c:pt idx="5032">
                  <c:v>52.251430511474602</c:v>
                </c:pt>
                <c:pt idx="5033">
                  <c:v>31.63569164276122</c:v>
                </c:pt>
                <c:pt idx="5034">
                  <c:v>42.433901786804171</c:v>
                </c:pt>
                <c:pt idx="5035">
                  <c:v>39.144793033599868</c:v>
                </c:pt>
                <c:pt idx="5036">
                  <c:v>44.082882881164551</c:v>
                </c:pt>
                <c:pt idx="5037">
                  <c:v>60.48602294921875</c:v>
                </c:pt>
                <c:pt idx="5038">
                  <c:v>63.799794197082527</c:v>
                </c:pt>
                <c:pt idx="5039">
                  <c:v>68.60760116577147</c:v>
                </c:pt>
                <c:pt idx="5040">
                  <c:v>76.89415168762207</c:v>
                </c:pt>
                <c:pt idx="5041">
                  <c:v>68.300745010375977</c:v>
                </c:pt>
                <c:pt idx="5042">
                  <c:v>66.796529769897504</c:v>
                </c:pt>
                <c:pt idx="5043">
                  <c:v>80.963308334350572</c:v>
                </c:pt>
                <c:pt idx="5044">
                  <c:v>79.477602005004869</c:v>
                </c:pt>
                <c:pt idx="5045">
                  <c:v>60.339504241943366</c:v>
                </c:pt>
                <c:pt idx="5046">
                  <c:v>59.219691276550272</c:v>
                </c:pt>
                <c:pt idx="5047">
                  <c:v>79.805595397949219</c:v>
                </c:pt>
                <c:pt idx="5048">
                  <c:v>95.062768936157227</c:v>
                </c:pt>
                <c:pt idx="5049">
                  <c:v>60.57381343841552</c:v>
                </c:pt>
                <c:pt idx="5050">
                  <c:v>66.829628944396944</c:v>
                </c:pt>
                <c:pt idx="5051">
                  <c:v>67.660670280456543</c:v>
                </c:pt>
                <c:pt idx="5052">
                  <c:v>67.898717880249023</c:v>
                </c:pt>
                <c:pt idx="5053">
                  <c:v>67.053549766540527</c:v>
                </c:pt>
                <c:pt idx="5054">
                  <c:v>71.583907127380371</c:v>
                </c:pt>
                <c:pt idx="5055">
                  <c:v>67.318340301513672</c:v>
                </c:pt>
                <c:pt idx="5056">
                  <c:v>93.47816276550293</c:v>
                </c:pt>
                <c:pt idx="5057">
                  <c:v>93.05919075012207</c:v>
                </c:pt>
                <c:pt idx="5058">
                  <c:v>90.9072780609131</c:v>
                </c:pt>
                <c:pt idx="5059">
                  <c:v>99.413612365722656</c:v>
                </c:pt>
                <c:pt idx="5060">
                  <c:v>90.113439559936523</c:v>
                </c:pt>
                <c:pt idx="5061">
                  <c:v>83.998292922973661</c:v>
                </c:pt>
                <c:pt idx="5062">
                  <c:v>99.994848251342773</c:v>
                </c:pt>
                <c:pt idx="5063">
                  <c:v>100</c:v>
                </c:pt>
                <c:pt idx="5064">
                  <c:v>97.671133041381822</c:v>
                </c:pt>
                <c:pt idx="5065">
                  <c:v>96.54309463500978</c:v>
                </c:pt>
                <c:pt idx="5066">
                  <c:v>95.198337554931655</c:v>
                </c:pt>
                <c:pt idx="5067">
                  <c:v>93.230070114135756</c:v>
                </c:pt>
                <c:pt idx="5068">
                  <c:v>100</c:v>
                </c:pt>
                <c:pt idx="5069">
                  <c:v>96.831563949584947</c:v>
                </c:pt>
                <c:pt idx="5070">
                  <c:v>96.354461669921875</c:v>
                </c:pt>
                <c:pt idx="5071">
                  <c:v>94.674676895141602</c:v>
                </c:pt>
                <c:pt idx="5072">
                  <c:v>92.623191833496094</c:v>
                </c:pt>
                <c:pt idx="5073">
                  <c:v>91.709854125976548</c:v>
                </c:pt>
                <c:pt idx="5074">
                  <c:v>90.33593368530272</c:v>
                </c:pt>
                <c:pt idx="5075">
                  <c:v>88.370016098022475</c:v>
                </c:pt>
                <c:pt idx="5076">
                  <c:v>93.254127502441435</c:v>
                </c:pt>
                <c:pt idx="5077">
                  <c:v>93.722673416137695</c:v>
                </c:pt>
                <c:pt idx="5078">
                  <c:v>91.126325607299805</c:v>
                </c:pt>
                <c:pt idx="5079">
                  <c:v>86.844066619873047</c:v>
                </c:pt>
                <c:pt idx="5080">
                  <c:v>57.62084007263185</c:v>
                </c:pt>
                <c:pt idx="5081">
                  <c:v>75.630213737487765</c:v>
                </c:pt>
                <c:pt idx="5082">
                  <c:v>79.690235137939453</c:v>
                </c:pt>
                <c:pt idx="5083">
                  <c:v>98.661766052246094</c:v>
                </c:pt>
                <c:pt idx="5084">
                  <c:v>99.754623413085952</c:v>
                </c:pt>
                <c:pt idx="5085">
                  <c:v>92.463134765625</c:v>
                </c:pt>
                <c:pt idx="5086">
                  <c:v>99.717950820922852</c:v>
                </c:pt>
                <c:pt idx="5087">
                  <c:v>94.987039566040025</c:v>
                </c:pt>
                <c:pt idx="5088">
                  <c:v>100</c:v>
                </c:pt>
                <c:pt idx="5089">
                  <c:v>100</c:v>
                </c:pt>
                <c:pt idx="5090">
                  <c:v>95.21167373657228</c:v>
                </c:pt>
                <c:pt idx="5091">
                  <c:v>95.808124542236328</c:v>
                </c:pt>
                <c:pt idx="5092">
                  <c:v>98.419374465942397</c:v>
                </c:pt>
                <c:pt idx="5093">
                  <c:v>95.757343292236328</c:v>
                </c:pt>
                <c:pt idx="5094">
                  <c:v>94.27117919921875</c:v>
                </c:pt>
                <c:pt idx="5095">
                  <c:v>85.659971237182603</c:v>
                </c:pt>
                <c:pt idx="5096">
                  <c:v>71.591666221618681</c:v>
                </c:pt>
                <c:pt idx="5097">
                  <c:v>75.20893669128418</c:v>
                </c:pt>
                <c:pt idx="5098">
                  <c:v>89.735500335693374</c:v>
                </c:pt>
                <c:pt idx="5099">
                  <c:v>89.28654098510745</c:v>
                </c:pt>
                <c:pt idx="5100">
                  <c:v>93.896820068359375</c:v>
                </c:pt>
                <c:pt idx="5101">
                  <c:v>83.3139133453369</c:v>
                </c:pt>
                <c:pt idx="5102">
                  <c:v>80.635234832763672</c:v>
                </c:pt>
                <c:pt idx="5103">
                  <c:v>92.606887817382798</c:v>
                </c:pt>
                <c:pt idx="5104">
                  <c:v>90.889026641845703</c:v>
                </c:pt>
                <c:pt idx="5105">
                  <c:v>97.055404663085952</c:v>
                </c:pt>
                <c:pt idx="5106">
                  <c:v>93.133096694946303</c:v>
                </c:pt>
                <c:pt idx="5107">
                  <c:v>97.560811996459947</c:v>
                </c:pt>
                <c:pt idx="5108">
                  <c:v>98.343236923217773</c:v>
                </c:pt>
                <c:pt idx="5109">
                  <c:v>97.229024887084947</c:v>
                </c:pt>
                <c:pt idx="5110">
                  <c:v>100</c:v>
                </c:pt>
                <c:pt idx="5111">
                  <c:v>92.625690460205078</c:v>
                </c:pt>
                <c:pt idx="5112">
                  <c:v>97.27393913269043</c:v>
                </c:pt>
                <c:pt idx="5113">
                  <c:v>96.560440063476577</c:v>
                </c:pt>
                <c:pt idx="5114">
                  <c:v>100</c:v>
                </c:pt>
                <c:pt idx="5115">
                  <c:v>100</c:v>
                </c:pt>
                <c:pt idx="5116">
                  <c:v>91.69300270080565</c:v>
                </c:pt>
                <c:pt idx="5117">
                  <c:v>100</c:v>
                </c:pt>
                <c:pt idx="5118">
                  <c:v>94.865694046020508</c:v>
                </c:pt>
                <c:pt idx="5119">
                  <c:v>90.629125595092773</c:v>
                </c:pt>
                <c:pt idx="5120">
                  <c:v>95.797849655151367</c:v>
                </c:pt>
                <c:pt idx="5121">
                  <c:v>96.081350326538072</c:v>
                </c:pt>
                <c:pt idx="5122">
                  <c:v>96.892711639404297</c:v>
                </c:pt>
                <c:pt idx="5123">
                  <c:v>86.418848037719727</c:v>
                </c:pt>
                <c:pt idx="5124">
                  <c:v>39.936550140380866</c:v>
                </c:pt>
                <c:pt idx="5125">
                  <c:v>94.497943878173857</c:v>
                </c:pt>
                <c:pt idx="5126">
                  <c:v>99.876384735107422</c:v>
                </c:pt>
                <c:pt idx="5127">
                  <c:v>82.344753265380874</c:v>
                </c:pt>
                <c:pt idx="5128">
                  <c:v>82.627423286437974</c:v>
                </c:pt>
                <c:pt idx="5129">
                  <c:v>97.380039215087905</c:v>
                </c:pt>
                <c:pt idx="5130">
                  <c:v>92.166004180908203</c:v>
                </c:pt>
                <c:pt idx="5131">
                  <c:v>92.405550003051758</c:v>
                </c:pt>
                <c:pt idx="5132">
                  <c:v>95.122089385986328</c:v>
                </c:pt>
                <c:pt idx="5133">
                  <c:v>99.765163421630845</c:v>
                </c:pt>
                <c:pt idx="5134">
                  <c:v>100</c:v>
                </c:pt>
                <c:pt idx="5135">
                  <c:v>89.518844604492202</c:v>
                </c:pt>
                <c:pt idx="5136">
                  <c:v>93.860113143920898</c:v>
                </c:pt>
                <c:pt idx="5137">
                  <c:v>95.738574981689453</c:v>
                </c:pt>
                <c:pt idx="5138">
                  <c:v>92.238090515136719</c:v>
                </c:pt>
                <c:pt idx="5139">
                  <c:v>90.016845703125</c:v>
                </c:pt>
                <c:pt idx="5140">
                  <c:v>93.23786163330081</c:v>
                </c:pt>
                <c:pt idx="5141">
                  <c:v>96.586456298828125</c:v>
                </c:pt>
                <c:pt idx="5142">
                  <c:v>87.401351928710952</c:v>
                </c:pt>
                <c:pt idx="5143">
                  <c:v>93.538806915283203</c:v>
                </c:pt>
                <c:pt idx="5144">
                  <c:v>91.124244689941406</c:v>
                </c:pt>
                <c:pt idx="5145">
                  <c:v>96.112878799438477</c:v>
                </c:pt>
                <c:pt idx="5146">
                  <c:v>96.846715927124023</c:v>
                </c:pt>
                <c:pt idx="5147">
                  <c:v>91.809865951538072</c:v>
                </c:pt>
                <c:pt idx="5148">
                  <c:v>97.127113342285156</c:v>
                </c:pt>
                <c:pt idx="5149">
                  <c:v>93.238258361816406</c:v>
                </c:pt>
                <c:pt idx="5150">
                  <c:v>87.906322479248047</c:v>
                </c:pt>
                <c:pt idx="5151">
                  <c:v>92.079568862915053</c:v>
                </c:pt>
                <c:pt idx="5152">
                  <c:v>88.997596740722656</c:v>
                </c:pt>
                <c:pt idx="5153">
                  <c:v>100</c:v>
                </c:pt>
                <c:pt idx="5154">
                  <c:v>96.256870269775405</c:v>
                </c:pt>
                <c:pt idx="5155">
                  <c:v>92.213861465454102</c:v>
                </c:pt>
                <c:pt idx="5156">
                  <c:v>96.272594451904297</c:v>
                </c:pt>
                <c:pt idx="5157">
                  <c:v>93.080230712890625</c:v>
                </c:pt>
                <c:pt idx="5158">
                  <c:v>98.6768798828125</c:v>
                </c:pt>
                <c:pt idx="5159">
                  <c:v>86.53083610534668</c:v>
                </c:pt>
                <c:pt idx="5160">
                  <c:v>98.4423828125</c:v>
                </c:pt>
                <c:pt idx="5161">
                  <c:v>95.473423004150405</c:v>
                </c:pt>
                <c:pt idx="5162">
                  <c:v>97.330757141113281</c:v>
                </c:pt>
                <c:pt idx="5163">
                  <c:v>100</c:v>
                </c:pt>
                <c:pt idx="5164">
                  <c:v>89.545434951782227</c:v>
                </c:pt>
                <c:pt idx="5165">
                  <c:v>85.907386779785156</c:v>
                </c:pt>
                <c:pt idx="5166">
                  <c:v>93.933067321777344</c:v>
                </c:pt>
                <c:pt idx="5167">
                  <c:v>97.219532012939453</c:v>
                </c:pt>
                <c:pt idx="5168">
                  <c:v>100</c:v>
                </c:pt>
                <c:pt idx="5169">
                  <c:v>93.242609024047852</c:v>
                </c:pt>
                <c:pt idx="5170">
                  <c:v>99.72741317749022</c:v>
                </c:pt>
                <c:pt idx="5171">
                  <c:v>99.235443115234375</c:v>
                </c:pt>
                <c:pt idx="5172">
                  <c:v>85.268617630004883</c:v>
                </c:pt>
                <c:pt idx="5173">
                  <c:v>97.345146179199219</c:v>
                </c:pt>
                <c:pt idx="5174">
                  <c:v>99.49792098999022</c:v>
                </c:pt>
                <c:pt idx="5175">
                  <c:v>100</c:v>
                </c:pt>
                <c:pt idx="5176">
                  <c:v>93.002546310424805</c:v>
                </c:pt>
                <c:pt idx="5177">
                  <c:v>100</c:v>
                </c:pt>
                <c:pt idx="5178">
                  <c:v>99.989486694335952</c:v>
                </c:pt>
                <c:pt idx="5179">
                  <c:v>91.958274841308594</c:v>
                </c:pt>
                <c:pt idx="5180">
                  <c:v>99.424507141113281</c:v>
                </c:pt>
                <c:pt idx="5181">
                  <c:v>99.824174880981445</c:v>
                </c:pt>
                <c:pt idx="5182">
                  <c:v>100</c:v>
                </c:pt>
                <c:pt idx="5183">
                  <c:v>99.785863876342773</c:v>
                </c:pt>
                <c:pt idx="5184">
                  <c:v>97.679187774658203</c:v>
                </c:pt>
                <c:pt idx="5185">
                  <c:v>100</c:v>
                </c:pt>
                <c:pt idx="5186">
                  <c:v>99.776710510253906</c:v>
                </c:pt>
                <c:pt idx="5187">
                  <c:v>96.37896347045897</c:v>
                </c:pt>
                <c:pt idx="5188">
                  <c:v>99.753612518310547</c:v>
                </c:pt>
                <c:pt idx="5189">
                  <c:v>97.300605773925781</c:v>
                </c:pt>
                <c:pt idx="5190">
                  <c:v>91.052970886230469</c:v>
                </c:pt>
                <c:pt idx="5191">
                  <c:v>100</c:v>
                </c:pt>
                <c:pt idx="5192">
                  <c:v>97.311073303222656</c:v>
                </c:pt>
                <c:pt idx="5193">
                  <c:v>97.22340202331543</c:v>
                </c:pt>
                <c:pt idx="5194">
                  <c:v>90.33989715576169</c:v>
                </c:pt>
                <c:pt idx="5195">
                  <c:v>91.226982116699219</c:v>
                </c:pt>
                <c:pt idx="5196">
                  <c:v>91.880016326904268</c:v>
                </c:pt>
                <c:pt idx="5197">
                  <c:v>100</c:v>
                </c:pt>
                <c:pt idx="5198">
                  <c:v>91.855407714843778</c:v>
                </c:pt>
                <c:pt idx="5199">
                  <c:v>83.399736404418945</c:v>
                </c:pt>
                <c:pt idx="5200">
                  <c:v>60.59107780456543</c:v>
                </c:pt>
                <c:pt idx="5201">
                  <c:v>55.573825836181634</c:v>
                </c:pt>
                <c:pt idx="5202">
                  <c:v>64.085972785949693</c:v>
                </c:pt>
                <c:pt idx="5203">
                  <c:v>59.902761459350572</c:v>
                </c:pt>
                <c:pt idx="5204">
                  <c:v>50.834276199340799</c:v>
                </c:pt>
                <c:pt idx="5205">
                  <c:v>58.202186584472663</c:v>
                </c:pt>
                <c:pt idx="5206">
                  <c:v>68.631552696228027</c:v>
                </c:pt>
                <c:pt idx="5207">
                  <c:v>64.015454292297377</c:v>
                </c:pt>
                <c:pt idx="5208">
                  <c:v>74.916461944580078</c:v>
                </c:pt>
                <c:pt idx="5209">
                  <c:v>72.218315124511705</c:v>
                </c:pt>
                <c:pt idx="5210">
                  <c:v>89.740211486816406</c:v>
                </c:pt>
                <c:pt idx="5211">
                  <c:v>64.147552490234375</c:v>
                </c:pt>
                <c:pt idx="5212">
                  <c:v>87.192821502685547</c:v>
                </c:pt>
                <c:pt idx="5213">
                  <c:v>67.738755226135254</c:v>
                </c:pt>
                <c:pt idx="5214">
                  <c:v>95.984214782714844</c:v>
                </c:pt>
                <c:pt idx="5215">
                  <c:v>100</c:v>
                </c:pt>
                <c:pt idx="5216">
                  <c:v>88.892200469970703</c:v>
                </c:pt>
                <c:pt idx="5217">
                  <c:v>49.712859471639</c:v>
                </c:pt>
                <c:pt idx="5218">
                  <c:v>19.38234162330626</c:v>
                </c:pt>
                <c:pt idx="5219">
                  <c:v>0.79502725601196245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1.395490050315858</c:v>
                </c:pt>
                <c:pt idx="5233">
                  <c:v>33.495463848113999</c:v>
                </c:pt>
                <c:pt idx="5234">
                  <c:v>32.635464986165367</c:v>
                </c:pt>
                <c:pt idx="5235">
                  <c:v>32.572040081024177</c:v>
                </c:pt>
                <c:pt idx="5236">
                  <c:v>53.663311004638672</c:v>
                </c:pt>
                <c:pt idx="5237">
                  <c:v>75.372438430786104</c:v>
                </c:pt>
                <c:pt idx="5238">
                  <c:v>73.620153427124023</c:v>
                </c:pt>
                <c:pt idx="5239">
                  <c:v>63.197793960571303</c:v>
                </c:pt>
                <c:pt idx="5240">
                  <c:v>28.818362236022921</c:v>
                </c:pt>
                <c:pt idx="5241">
                  <c:v>34.338430881500251</c:v>
                </c:pt>
                <c:pt idx="5242">
                  <c:v>8.9058673381805331</c:v>
                </c:pt>
                <c:pt idx="5243">
                  <c:v>0.67490375041961748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16.748901367187511</c:v>
                </c:pt>
                <c:pt idx="5257">
                  <c:v>50.422985076904297</c:v>
                </c:pt>
                <c:pt idx="5258">
                  <c:v>43.102440834045403</c:v>
                </c:pt>
                <c:pt idx="5259">
                  <c:v>62.526695251464851</c:v>
                </c:pt>
                <c:pt idx="5260">
                  <c:v>74.017238616943374</c:v>
                </c:pt>
                <c:pt idx="5261">
                  <c:v>51.979656219482429</c:v>
                </c:pt>
                <c:pt idx="5262">
                  <c:v>66.783212661743178</c:v>
                </c:pt>
                <c:pt idx="5263">
                  <c:v>89.078403472900376</c:v>
                </c:pt>
                <c:pt idx="5264">
                  <c:v>47.868321895599379</c:v>
                </c:pt>
                <c:pt idx="5265">
                  <c:v>58.273109436035178</c:v>
                </c:pt>
                <c:pt idx="5266">
                  <c:v>51.940690994262702</c:v>
                </c:pt>
                <c:pt idx="5267">
                  <c:v>61.618732452392578</c:v>
                </c:pt>
                <c:pt idx="5268">
                  <c:v>46.709338665008552</c:v>
                </c:pt>
                <c:pt idx="5269">
                  <c:v>13.734631180763261</c:v>
                </c:pt>
                <c:pt idx="5270">
                  <c:v>28.86439347267153</c:v>
                </c:pt>
                <c:pt idx="5271">
                  <c:v>12.983780384063721</c:v>
                </c:pt>
                <c:pt idx="5272">
                  <c:v>12.328490972518919</c:v>
                </c:pt>
                <c:pt idx="5273">
                  <c:v>42.163226127624498</c:v>
                </c:pt>
                <c:pt idx="5274">
                  <c:v>49.330011367797852</c:v>
                </c:pt>
                <c:pt idx="5275">
                  <c:v>71.695570945739775</c:v>
                </c:pt>
                <c:pt idx="5276">
                  <c:v>52.607680320739753</c:v>
                </c:pt>
                <c:pt idx="5277">
                  <c:v>62.364435195922852</c:v>
                </c:pt>
                <c:pt idx="5278">
                  <c:v>69.664484977722168</c:v>
                </c:pt>
                <c:pt idx="5279">
                  <c:v>97.272872924804702</c:v>
                </c:pt>
                <c:pt idx="5280">
                  <c:v>84.845502853393555</c:v>
                </c:pt>
                <c:pt idx="5281">
                  <c:v>83.949695587158203</c:v>
                </c:pt>
                <c:pt idx="5282">
                  <c:v>91.783045450846359</c:v>
                </c:pt>
                <c:pt idx="5283">
                  <c:v>70.7794189453125</c:v>
                </c:pt>
                <c:pt idx="5284">
                  <c:v>88.010261535644531</c:v>
                </c:pt>
                <c:pt idx="5285">
                  <c:v>99.980331420898452</c:v>
                </c:pt>
                <c:pt idx="5286">
                  <c:v>100</c:v>
                </c:pt>
                <c:pt idx="5287">
                  <c:v>87.372795104980469</c:v>
                </c:pt>
                <c:pt idx="5288">
                  <c:v>95.719055175781264</c:v>
                </c:pt>
                <c:pt idx="5289">
                  <c:v>88.560526529947893</c:v>
                </c:pt>
                <c:pt idx="5290">
                  <c:v>72.873123168945298</c:v>
                </c:pt>
                <c:pt idx="5291">
                  <c:v>74.819014549255371</c:v>
                </c:pt>
                <c:pt idx="5292">
                  <c:v>85.865653991699233</c:v>
                </c:pt>
                <c:pt idx="5293">
                  <c:v>68.025766372680678</c:v>
                </c:pt>
                <c:pt idx="5294">
                  <c:v>43.460652828216553</c:v>
                </c:pt>
                <c:pt idx="5295">
                  <c:v>53.212776184082031</c:v>
                </c:pt>
                <c:pt idx="5296">
                  <c:v>56.617442131042473</c:v>
                </c:pt>
                <c:pt idx="5297">
                  <c:v>51.667261123657227</c:v>
                </c:pt>
                <c:pt idx="5298">
                  <c:v>72.450336456298857</c:v>
                </c:pt>
                <c:pt idx="5299">
                  <c:v>34.097209930419922</c:v>
                </c:pt>
                <c:pt idx="5300">
                  <c:v>48.091108322143583</c:v>
                </c:pt>
                <c:pt idx="5301">
                  <c:v>57.947761535644531</c:v>
                </c:pt>
                <c:pt idx="5302">
                  <c:v>70.112082481384306</c:v>
                </c:pt>
                <c:pt idx="5303">
                  <c:v>82.968612670898452</c:v>
                </c:pt>
                <c:pt idx="5304">
                  <c:v>73.15040016174315</c:v>
                </c:pt>
                <c:pt idx="5305">
                  <c:v>67.658273696899428</c:v>
                </c:pt>
                <c:pt idx="5306">
                  <c:v>84.740571975707994</c:v>
                </c:pt>
                <c:pt idx="5307">
                  <c:v>90.273454666137695</c:v>
                </c:pt>
                <c:pt idx="5308">
                  <c:v>93.308708190917955</c:v>
                </c:pt>
                <c:pt idx="5309">
                  <c:v>97.283546447753906</c:v>
                </c:pt>
                <c:pt idx="5310">
                  <c:v>97.883014678955078</c:v>
                </c:pt>
                <c:pt idx="5311">
                  <c:v>87.276687622070298</c:v>
                </c:pt>
                <c:pt idx="5312">
                  <c:v>90.549051284790053</c:v>
                </c:pt>
                <c:pt idx="5313">
                  <c:v>77.420483589172377</c:v>
                </c:pt>
                <c:pt idx="5314">
                  <c:v>27.56797552108765</c:v>
                </c:pt>
                <c:pt idx="5315">
                  <c:v>28.295044422149651</c:v>
                </c:pt>
                <c:pt idx="5316">
                  <c:v>13.80816960334775</c:v>
                </c:pt>
                <c:pt idx="5317">
                  <c:v>9.6932706832885618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0.32874751091003501</c:v>
                </c:pt>
                <c:pt idx="5327">
                  <c:v>38.711518526077271</c:v>
                </c:pt>
                <c:pt idx="5328">
                  <c:v>26.160382270812981</c:v>
                </c:pt>
                <c:pt idx="5329">
                  <c:v>46.399533271789551</c:v>
                </c:pt>
                <c:pt idx="5330">
                  <c:v>65.953482627868681</c:v>
                </c:pt>
                <c:pt idx="5331">
                  <c:v>63.390903472900398</c:v>
                </c:pt>
                <c:pt idx="5332">
                  <c:v>51.426887512207017</c:v>
                </c:pt>
                <c:pt idx="5333">
                  <c:v>54.762539863586433</c:v>
                </c:pt>
                <c:pt idx="5334">
                  <c:v>66.86578941345212</c:v>
                </c:pt>
                <c:pt idx="5335">
                  <c:v>80.129683494567871</c:v>
                </c:pt>
                <c:pt idx="5336">
                  <c:v>47.578196048736572</c:v>
                </c:pt>
                <c:pt idx="5337">
                  <c:v>11.721139907836911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22.718632936477661</c:v>
                </c:pt>
                <c:pt idx="5343">
                  <c:v>26.714426875114441</c:v>
                </c:pt>
                <c:pt idx="5344">
                  <c:v>22.77586364746092</c:v>
                </c:pt>
                <c:pt idx="5345">
                  <c:v>50.623861312866197</c:v>
                </c:pt>
                <c:pt idx="5346">
                  <c:v>46.870907783508301</c:v>
                </c:pt>
                <c:pt idx="5347">
                  <c:v>49.683756351470961</c:v>
                </c:pt>
                <c:pt idx="5348">
                  <c:v>20.458705902099599</c:v>
                </c:pt>
                <c:pt idx="5349">
                  <c:v>32.61681620279947</c:v>
                </c:pt>
                <c:pt idx="5350">
                  <c:v>7.9278985261917043</c:v>
                </c:pt>
                <c:pt idx="5351">
                  <c:v>27.508374691009529</c:v>
                </c:pt>
                <c:pt idx="5352">
                  <c:v>12.369894981384279</c:v>
                </c:pt>
                <c:pt idx="5353">
                  <c:v>6.4395041465759277</c:v>
                </c:pt>
                <c:pt idx="5354">
                  <c:v>17.561043322086341</c:v>
                </c:pt>
                <c:pt idx="5355">
                  <c:v>2.398240208625793</c:v>
                </c:pt>
                <c:pt idx="5356">
                  <c:v>12.696564078330979</c:v>
                </c:pt>
                <c:pt idx="5357">
                  <c:v>19.677942991256721</c:v>
                </c:pt>
                <c:pt idx="5358">
                  <c:v>6.9857776761054948</c:v>
                </c:pt>
                <c:pt idx="5359">
                  <c:v>18.269860267639171</c:v>
                </c:pt>
                <c:pt idx="5360">
                  <c:v>4.6077084541320801</c:v>
                </c:pt>
                <c:pt idx="5361">
                  <c:v>35.321272850036621</c:v>
                </c:pt>
                <c:pt idx="5362">
                  <c:v>79.06086254119873</c:v>
                </c:pt>
                <c:pt idx="5363">
                  <c:v>26.098538875579859</c:v>
                </c:pt>
                <c:pt idx="5364">
                  <c:v>0.98583203554153498</c:v>
                </c:pt>
                <c:pt idx="5365">
                  <c:v>31.267034530639648</c:v>
                </c:pt>
                <c:pt idx="5366">
                  <c:v>14.878043174743659</c:v>
                </c:pt>
                <c:pt idx="5367">
                  <c:v>23.75641942024232</c:v>
                </c:pt>
                <c:pt idx="5368">
                  <c:v>50.134771347045898</c:v>
                </c:pt>
                <c:pt idx="5369">
                  <c:v>29.022448539733869</c:v>
                </c:pt>
                <c:pt idx="5370">
                  <c:v>60.378459453582778</c:v>
                </c:pt>
                <c:pt idx="5371">
                  <c:v>64.034547805786133</c:v>
                </c:pt>
                <c:pt idx="5372">
                  <c:v>64.445846557617202</c:v>
                </c:pt>
                <c:pt idx="5373">
                  <c:v>65.523245146780312</c:v>
                </c:pt>
                <c:pt idx="5374">
                  <c:v>66.600643735943436</c:v>
                </c:pt>
                <c:pt idx="5375">
                  <c:v>67.678042325106546</c:v>
                </c:pt>
                <c:pt idx="5376">
                  <c:v>68.755440914269656</c:v>
                </c:pt>
                <c:pt idx="5377">
                  <c:v>69.83283950343278</c:v>
                </c:pt>
                <c:pt idx="5378">
                  <c:v>70.91023809259589</c:v>
                </c:pt>
                <c:pt idx="5379">
                  <c:v>71.987636681759</c:v>
                </c:pt>
                <c:pt idx="5380">
                  <c:v>73.065035270922124</c:v>
                </c:pt>
                <c:pt idx="5381">
                  <c:v>74.142433860085234</c:v>
                </c:pt>
                <c:pt idx="5382">
                  <c:v>75.219832449248358</c:v>
                </c:pt>
                <c:pt idx="5383">
                  <c:v>76.297231038411468</c:v>
                </c:pt>
                <c:pt idx="5384">
                  <c:v>77.374629627574578</c:v>
                </c:pt>
                <c:pt idx="5405">
                  <c:v>100</c:v>
                </c:pt>
                <c:pt idx="5406">
                  <c:v>100</c:v>
                </c:pt>
                <c:pt idx="5407">
                  <c:v>98.106695175170898</c:v>
                </c:pt>
                <c:pt idx="5408">
                  <c:v>92.91877555847168</c:v>
                </c:pt>
                <c:pt idx="5409">
                  <c:v>96.994966506958008</c:v>
                </c:pt>
                <c:pt idx="5410">
                  <c:v>90.979639053344755</c:v>
                </c:pt>
                <c:pt idx="5411">
                  <c:v>83.461713790893555</c:v>
                </c:pt>
                <c:pt idx="5412">
                  <c:v>52.736284255981467</c:v>
                </c:pt>
                <c:pt idx="5413">
                  <c:v>67.754295349121094</c:v>
                </c:pt>
                <c:pt idx="5414">
                  <c:v>61.806035041809068</c:v>
                </c:pt>
                <c:pt idx="5415">
                  <c:v>57.45719528198245</c:v>
                </c:pt>
                <c:pt idx="5416">
                  <c:v>61.498409748077371</c:v>
                </c:pt>
                <c:pt idx="5417">
                  <c:v>52.324912071228027</c:v>
                </c:pt>
                <c:pt idx="5418">
                  <c:v>29.216642379760749</c:v>
                </c:pt>
                <c:pt idx="5419">
                  <c:v>54.533019542694099</c:v>
                </c:pt>
                <c:pt idx="5420">
                  <c:v>40.75743341445925</c:v>
                </c:pt>
                <c:pt idx="5421">
                  <c:v>67.393360137939453</c:v>
                </c:pt>
                <c:pt idx="5422">
                  <c:v>60.732381820678732</c:v>
                </c:pt>
                <c:pt idx="5423">
                  <c:v>59.744811058044426</c:v>
                </c:pt>
                <c:pt idx="5424">
                  <c:v>100</c:v>
                </c:pt>
                <c:pt idx="5425">
                  <c:v>77.65032577514647</c:v>
                </c:pt>
                <c:pt idx="5426">
                  <c:v>78.55347728729248</c:v>
                </c:pt>
                <c:pt idx="5427">
                  <c:v>91.820728302001982</c:v>
                </c:pt>
                <c:pt idx="5428">
                  <c:v>92.046592712402344</c:v>
                </c:pt>
                <c:pt idx="5429">
                  <c:v>100</c:v>
                </c:pt>
                <c:pt idx="5430">
                  <c:v>100</c:v>
                </c:pt>
                <c:pt idx="5431">
                  <c:v>93.313554763793945</c:v>
                </c:pt>
                <c:pt idx="5432">
                  <c:v>100</c:v>
                </c:pt>
                <c:pt idx="5433">
                  <c:v>69.767343521118178</c:v>
                </c:pt>
                <c:pt idx="5434">
                  <c:v>59.59666109085083</c:v>
                </c:pt>
                <c:pt idx="5435">
                  <c:v>54.468997955322251</c:v>
                </c:pt>
                <c:pt idx="5436">
                  <c:v>55.024447441101067</c:v>
                </c:pt>
                <c:pt idx="5437">
                  <c:v>43.869682788848877</c:v>
                </c:pt>
                <c:pt idx="5438">
                  <c:v>46.925438404083273</c:v>
                </c:pt>
                <c:pt idx="5439">
                  <c:v>32.3803677558899</c:v>
                </c:pt>
                <c:pt idx="5440">
                  <c:v>48.766766071319573</c:v>
                </c:pt>
                <c:pt idx="5441">
                  <c:v>54.718368530273452</c:v>
                </c:pt>
                <c:pt idx="5442">
                  <c:v>58.080882072448723</c:v>
                </c:pt>
                <c:pt idx="5443">
                  <c:v>49.425448417663567</c:v>
                </c:pt>
                <c:pt idx="5444">
                  <c:v>77.411493301391602</c:v>
                </c:pt>
                <c:pt idx="5445">
                  <c:v>69.490298271179228</c:v>
                </c:pt>
                <c:pt idx="5446">
                  <c:v>74.038472175598145</c:v>
                </c:pt>
                <c:pt idx="5447">
                  <c:v>63.055660247802749</c:v>
                </c:pt>
                <c:pt idx="5448">
                  <c:v>67.762063980102525</c:v>
                </c:pt>
                <c:pt idx="5449">
                  <c:v>89.609832763671903</c:v>
                </c:pt>
                <c:pt idx="5450">
                  <c:v>83.7976589202881</c:v>
                </c:pt>
                <c:pt idx="5451">
                  <c:v>58.255670547485352</c:v>
                </c:pt>
                <c:pt idx="5452">
                  <c:v>82.888639450073228</c:v>
                </c:pt>
                <c:pt idx="5453">
                  <c:v>95.52356910705565</c:v>
                </c:pt>
                <c:pt idx="5454">
                  <c:v>74.5613307952881</c:v>
                </c:pt>
                <c:pt idx="5455">
                  <c:v>93.498804092407227</c:v>
                </c:pt>
                <c:pt idx="5456">
                  <c:v>90.577875773111998</c:v>
                </c:pt>
                <c:pt idx="5457">
                  <c:v>97.075016021728558</c:v>
                </c:pt>
                <c:pt idx="5458">
                  <c:v>89.264881134033232</c:v>
                </c:pt>
                <c:pt idx="5459">
                  <c:v>77.322895050048828</c:v>
                </c:pt>
                <c:pt idx="5460">
                  <c:v>77.21446800231935</c:v>
                </c:pt>
                <c:pt idx="5461">
                  <c:v>86.928022384643583</c:v>
                </c:pt>
                <c:pt idx="5462">
                  <c:v>97.140792846679702</c:v>
                </c:pt>
                <c:pt idx="5463">
                  <c:v>96.085666656494155</c:v>
                </c:pt>
                <c:pt idx="5464">
                  <c:v>96.801439921061203</c:v>
                </c:pt>
                <c:pt idx="5465">
                  <c:v>99.791660308837905</c:v>
                </c:pt>
                <c:pt idx="5466">
                  <c:v>99.791660308837905</c:v>
                </c:pt>
                <c:pt idx="5467">
                  <c:v>100</c:v>
                </c:pt>
                <c:pt idx="5468">
                  <c:v>94.034879684448242</c:v>
                </c:pt>
                <c:pt idx="5469">
                  <c:v>99.80908203125</c:v>
                </c:pt>
                <c:pt idx="5470">
                  <c:v>98.497959136962905</c:v>
                </c:pt>
                <c:pt idx="5471">
                  <c:v>92.823154449462905</c:v>
                </c:pt>
                <c:pt idx="5472">
                  <c:v>93.565389633178725</c:v>
                </c:pt>
                <c:pt idx="5473">
                  <c:v>97.05823135375978</c:v>
                </c:pt>
                <c:pt idx="5474">
                  <c:v>92.121725082397447</c:v>
                </c:pt>
                <c:pt idx="5475">
                  <c:v>99.865823745727553</c:v>
                </c:pt>
                <c:pt idx="5476">
                  <c:v>93.686765670776367</c:v>
                </c:pt>
                <c:pt idx="5477">
                  <c:v>100</c:v>
                </c:pt>
                <c:pt idx="5478">
                  <c:v>100</c:v>
                </c:pt>
                <c:pt idx="5479">
                  <c:v>100</c:v>
                </c:pt>
                <c:pt idx="5480">
                  <c:v>96.81505393981935</c:v>
                </c:pt>
                <c:pt idx="5481">
                  <c:v>97.036388397216797</c:v>
                </c:pt>
                <c:pt idx="5482">
                  <c:v>93.876674652099595</c:v>
                </c:pt>
                <c:pt idx="5483">
                  <c:v>97.082191467285185</c:v>
                </c:pt>
                <c:pt idx="5484">
                  <c:v>97.139324188232422</c:v>
                </c:pt>
                <c:pt idx="5485">
                  <c:v>96.60615921020505</c:v>
                </c:pt>
                <c:pt idx="5486">
                  <c:v>96.06402969360353</c:v>
                </c:pt>
                <c:pt idx="5487">
                  <c:v>98.150819778442369</c:v>
                </c:pt>
                <c:pt idx="5488">
                  <c:v>100</c:v>
                </c:pt>
                <c:pt idx="5489">
                  <c:v>95.424346923828125</c:v>
                </c:pt>
                <c:pt idx="5490">
                  <c:v>93.26848030090332</c:v>
                </c:pt>
                <c:pt idx="5491">
                  <c:v>100</c:v>
                </c:pt>
                <c:pt idx="5492">
                  <c:v>95.50299072265625</c:v>
                </c:pt>
                <c:pt idx="5493">
                  <c:v>93.677501678466797</c:v>
                </c:pt>
                <c:pt idx="5494">
                  <c:v>94.659461975097656</c:v>
                </c:pt>
                <c:pt idx="5495">
                  <c:v>96.50244522094728</c:v>
                </c:pt>
                <c:pt idx="5496">
                  <c:v>99.188667297363281</c:v>
                </c:pt>
                <c:pt idx="5497">
                  <c:v>95.61310195922853</c:v>
                </c:pt>
                <c:pt idx="5498">
                  <c:v>100</c:v>
                </c:pt>
                <c:pt idx="5499">
                  <c:v>100</c:v>
                </c:pt>
                <c:pt idx="5500">
                  <c:v>94.756008148193345</c:v>
                </c:pt>
                <c:pt idx="5501">
                  <c:v>100</c:v>
                </c:pt>
                <c:pt idx="5502">
                  <c:v>98.072101593017578</c:v>
                </c:pt>
                <c:pt idx="5503">
                  <c:v>97.393844604492202</c:v>
                </c:pt>
                <c:pt idx="5504">
                  <c:v>97.408634185791016</c:v>
                </c:pt>
                <c:pt idx="5505">
                  <c:v>95.70519638061522</c:v>
                </c:pt>
                <c:pt idx="5506">
                  <c:v>96.250314712524428</c:v>
                </c:pt>
                <c:pt idx="5507">
                  <c:v>93.245868682861328</c:v>
                </c:pt>
                <c:pt idx="5508">
                  <c:v>87.972858428955078</c:v>
                </c:pt>
                <c:pt idx="5509">
                  <c:v>93.963758468627958</c:v>
                </c:pt>
                <c:pt idx="5510">
                  <c:v>88.117532730102553</c:v>
                </c:pt>
                <c:pt idx="5511">
                  <c:v>88.638935089111328</c:v>
                </c:pt>
                <c:pt idx="5512">
                  <c:v>98.003894805908232</c:v>
                </c:pt>
                <c:pt idx="5513">
                  <c:v>94.316024780273452</c:v>
                </c:pt>
                <c:pt idx="5514">
                  <c:v>87.356531143188477</c:v>
                </c:pt>
                <c:pt idx="5515">
                  <c:v>73.6099338531494</c:v>
                </c:pt>
                <c:pt idx="5516">
                  <c:v>58.721830368041978</c:v>
                </c:pt>
                <c:pt idx="5517">
                  <c:v>82.628948211669922</c:v>
                </c:pt>
                <c:pt idx="5518">
                  <c:v>92.272211074829102</c:v>
                </c:pt>
                <c:pt idx="5519">
                  <c:v>100</c:v>
                </c:pt>
                <c:pt idx="5520">
                  <c:v>99.802694320678725</c:v>
                </c:pt>
                <c:pt idx="5521">
                  <c:v>94.131084442138672</c:v>
                </c:pt>
                <c:pt idx="5522">
                  <c:v>96.659069061279297</c:v>
                </c:pt>
                <c:pt idx="5523">
                  <c:v>97.036630630493178</c:v>
                </c:pt>
                <c:pt idx="5524">
                  <c:v>95.037254333496094</c:v>
                </c:pt>
                <c:pt idx="5525">
                  <c:v>99.473854064941406</c:v>
                </c:pt>
                <c:pt idx="5526">
                  <c:v>94.107614517211928</c:v>
                </c:pt>
                <c:pt idx="5527">
                  <c:v>96.297054290771499</c:v>
                </c:pt>
                <c:pt idx="5528">
                  <c:v>92.137102127075167</c:v>
                </c:pt>
                <c:pt idx="5529">
                  <c:v>98.947072982788072</c:v>
                </c:pt>
                <c:pt idx="5530">
                  <c:v>94.525508880615249</c:v>
                </c:pt>
                <c:pt idx="5531">
                  <c:v>93.9552001953125</c:v>
                </c:pt>
                <c:pt idx="5532">
                  <c:v>67.321758270263672</c:v>
                </c:pt>
                <c:pt idx="5533">
                  <c:v>67.468168258667021</c:v>
                </c:pt>
                <c:pt idx="5534">
                  <c:v>39.371311187744134</c:v>
                </c:pt>
                <c:pt idx="5535">
                  <c:v>60.375261306762702</c:v>
                </c:pt>
                <c:pt idx="5536">
                  <c:v>90.190378189086928</c:v>
                </c:pt>
                <c:pt idx="5537">
                  <c:v>100</c:v>
                </c:pt>
                <c:pt idx="5538">
                  <c:v>81.133716583251953</c:v>
                </c:pt>
                <c:pt idx="5539">
                  <c:v>83.016700744628906</c:v>
                </c:pt>
                <c:pt idx="5540">
                  <c:v>79.914650917053223</c:v>
                </c:pt>
                <c:pt idx="5541">
                  <c:v>63.755150794982903</c:v>
                </c:pt>
                <c:pt idx="5542">
                  <c:v>78.596317291259794</c:v>
                </c:pt>
                <c:pt idx="5543">
                  <c:v>64.383955001831055</c:v>
                </c:pt>
                <c:pt idx="5544">
                  <c:v>53.339922904968283</c:v>
                </c:pt>
                <c:pt idx="5545">
                  <c:v>77.52439117431642</c:v>
                </c:pt>
                <c:pt idx="5546">
                  <c:v>64.152200698852525</c:v>
                </c:pt>
                <c:pt idx="5547">
                  <c:v>82.703479766845703</c:v>
                </c:pt>
                <c:pt idx="5548">
                  <c:v>75.901645660400376</c:v>
                </c:pt>
                <c:pt idx="5549">
                  <c:v>82.776330947875977</c:v>
                </c:pt>
                <c:pt idx="5550">
                  <c:v>79.664775848388672</c:v>
                </c:pt>
                <c:pt idx="5551">
                  <c:v>78.4825439453125</c:v>
                </c:pt>
                <c:pt idx="5552">
                  <c:v>67.947598457336426</c:v>
                </c:pt>
                <c:pt idx="5553">
                  <c:v>89.883188247680678</c:v>
                </c:pt>
                <c:pt idx="5554">
                  <c:v>93.496673583984375</c:v>
                </c:pt>
                <c:pt idx="5555">
                  <c:v>87.447803497314453</c:v>
                </c:pt>
                <c:pt idx="5556">
                  <c:v>98.004636764526367</c:v>
                </c:pt>
                <c:pt idx="5557">
                  <c:v>92.548595428466797</c:v>
                </c:pt>
                <c:pt idx="5558">
                  <c:v>94.748313903808594</c:v>
                </c:pt>
                <c:pt idx="5559">
                  <c:v>91.821729660034208</c:v>
                </c:pt>
                <c:pt idx="5560">
                  <c:v>83.346889495849624</c:v>
                </c:pt>
                <c:pt idx="5561">
                  <c:v>38.985731124877923</c:v>
                </c:pt>
                <c:pt idx="5562">
                  <c:v>31.847538948059071</c:v>
                </c:pt>
                <c:pt idx="5563">
                  <c:v>32.141250610351577</c:v>
                </c:pt>
                <c:pt idx="5564">
                  <c:v>46.820511817932129</c:v>
                </c:pt>
                <c:pt idx="5565">
                  <c:v>49.385388374328599</c:v>
                </c:pt>
                <c:pt idx="5566">
                  <c:v>79.5286159515381</c:v>
                </c:pt>
                <c:pt idx="5567">
                  <c:v>75.371941566467299</c:v>
                </c:pt>
                <c:pt idx="5568">
                  <c:v>62.287486076354952</c:v>
                </c:pt>
                <c:pt idx="5569">
                  <c:v>81.68695449829103</c:v>
                </c:pt>
                <c:pt idx="5570">
                  <c:v>73.601260185241699</c:v>
                </c:pt>
                <c:pt idx="5571">
                  <c:v>80.323587417602553</c:v>
                </c:pt>
                <c:pt idx="5572">
                  <c:v>90.383613586425781</c:v>
                </c:pt>
                <c:pt idx="5573">
                  <c:v>99.842041015625</c:v>
                </c:pt>
                <c:pt idx="5574">
                  <c:v>88.222248077392607</c:v>
                </c:pt>
                <c:pt idx="5575">
                  <c:v>87.766485214233398</c:v>
                </c:pt>
                <c:pt idx="5576">
                  <c:v>99.75146102905272</c:v>
                </c:pt>
                <c:pt idx="5577">
                  <c:v>95.544610977172852</c:v>
                </c:pt>
                <c:pt idx="5578">
                  <c:v>84.2678031921387</c:v>
                </c:pt>
                <c:pt idx="5579">
                  <c:v>78.058001518249526</c:v>
                </c:pt>
                <c:pt idx="5580">
                  <c:v>36.551894664764397</c:v>
                </c:pt>
                <c:pt idx="5581">
                  <c:v>34.716988563537591</c:v>
                </c:pt>
                <c:pt idx="5582">
                  <c:v>86.91019439697267</c:v>
                </c:pt>
                <c:pt idx="5583">
                  <c:v>61.020664215087898</c:v>
                </c:pt>
                <c:pt idx="5584">
                  <c:v>82.71190452575685</c:v>
                </c:pt>
                <c:pt idx="5585">
                  <c:v>69.19683456420897</c:v>
                </c:pt>
                <c:pt idx="5586">
                  <c:v>34.603116035461433</c:v>
                </c:pt>
                <c:pt idx="5587">
                  <c:v>40.684704780578599</c:v>
                </c:pt>
                <c:pt idx="5588">
                  <c:v>54.268167495727518</c:v>
                </c:pt>
                <c:pt idx="5589">
                  <c:v>67.158728599548354</c:v>
                </c:pt>
                <c:pt idx="5590">
                  <c:v>74.08778190612793</c:v>
                </c:pt>
                <c:pt idx="5591">
                  <c:v>94.019067764282227</c:v>
                </c:pt>
                <c:pt idx="5592">
                  <c:v>87.266380310058565</c:v>
                </c:pt>
                <c:pt idx="5593">
                  <c:v>95.286993026733398</c:v>
                </c:pt>
                <c:pt idx="5594">
                  <c:v>95.461059570312528</c:v>
                </c:pt>
                <c:pt idx="5595">
                  <c:v>99.749670028686523</c:v>
                </c:pt>
                <c:pt idx="5596">
                  <c:v>96.515110015869155</c:v>
                </c:pt>
                <c:pt idx="5597">
                  <c:v>98.125221252441406</c:v>
                </c:pt>
                <c:pt idx="5598">
                  <c:v>98.408119201660156</c:v>
                </c:pt>
                <c:pt idx="5599">
                  <c:v>94.628358840942383</c:v>
                </c:pt>
                <c:pt idx="5600">
                  <c:v>100</c:v>
                </c:pt>
                <c:pt idx="5601">
                  <c:v>93.56421470642087</c:v>
                </c:pt>
                <c:pt idx="5602">
                  <c:v>95.373926162719727</c:v>
                </c:pt>
                <c:pt idx="5603">
                  <c:v>99.882041931152344</c:v>
                </c:pt>
                <c:pt idx="5604">
                  <c:v>94.350868225097685</c:v>
                </c:pt>
                <c:pt idx="5605">
                  <c:v>88.496688842773395</c:v>
                </c:pt>
                <c:pt idx="5606">
                  <c:v>99.956136703491197</c:v>
                </c:pt>
                <c:pt idx="5607">
                  <c:v>95.387222290039077</c:v>
                </c:pt>
                <c:pt idx="5608">
                  <c:v>84.887001037597656</c:v>
                </c:pt>
                <c:pt idx="5609">
                  <c:v>96.099277496337876</c:v>
                </c:pt>
                <c:pt idx="5610">
                  <c:v>95.45727157592772</c:v>
                </c:pt>
                <c:pt idx="5611">
                  <c:v>91.21283721923831</c:v>
                </c:pt>
                <c:pt idx="5612">
                  <c:v>87.822340011596708</c:v>
                </c:pt>
                <c:pt idx="5613">
                  <c:v>93.936023712158203</c:v>
                </c:pt>
                <c:pt idx="5614">
                  <c:v>86.254081726074219</c:v>
                </c:pt>
                <c:pt idx="5615">
                  <c:v>86.036130905151367</c:v>
                </c:pt>
                <c:pt idx="5616">
                  <c:v>96.846366882324247</c:v>
                </c:pt>
                <c:pt idx="5617">
                  <c:v>97.627054214477525</c:v>
                </c:pt>
                <c:pt idx="5618">
                  <c:v>99.945394515991197</c:v>
                </c:pt>
                <c:pt idx="5619">
                  <c:v>94.944468180338546</c:v>
                </c:pt>
                <c:pt idx="5620">
                  <c:v>100</c:v>
                </c:pt>
                <c:pt idx="5621">
                  <c:v>94.345087051391602</c:v>
                </c:pt>
                <c:pt idx="5622">
                  <c:v>100</c:v>
                </c:pt>
                <c:pt idx="5623">
                  <c:v>93.29864883422853</c:v>
                </c:pt>
                <c:pt idx="5624">
                  <c:v>96.263988494873047</c:v>
                </c:pt>
                <c:pt idx="5625">
                  <c:v>89.577621459960952</c:v>
                </c:pt>
                <c:pt idx="5626">
                  <c:v>91.072608947753906</c:v>
                </c:pt>
                <c:pt idx="5627">
                  <c:v>93.097888946533203</c:v>
                </c:pt>
                <c:pt idx="5628">
                  <c:v>75.368071238199875</c:v>
                </c:pt>
                <c:pt idx="5629">
                  <c:v>82.106237411499023</c:v>
                </c:pt>
                <c:pt idx="5630">
                  <c:v>83.69420051574707</c:v>
                </c:pt>
                <c:pt idx="5631">
                  <c:v>99.18876838684082</c:v>
                </c:pt>
                <c:pt idx="5632">
                  <c:v>94.237258911132798</c:v>
                </c:pt>
                <c:pt idx="5633">
                  <c:v>95.503141403198256</c:v>
                </c:pt>
                <c:pt idx="5634">
                  <c:v>96.177455902099595</c:v>
                </c:pt>
                <c:pt idx="5635">
                  <c:v>91.115383148193374</c:v>
                </c:pt>
                <c:pt idx="5636">
                  <c:v>83.80443763732913</c:v>
                </c:pt>
                <c:pt idx="5637">
                  <c:v>88.889789581298828</c:v>
                </c:pt>
                <c:pt idx="5638">
                  <c:v>81.911731719970732</c:v>
                </c:pt>
                <c:pt idx="5639">
                  <c:v>95.191921234130845</c:v>
                </c:pt>
                <c:pt idx="5640">
                  <c:v>92.197957356770829</c:v>
                </c:pt>
                <c:pt idx="5641">
                  <c:v>84.344160079956055</c:v>
                </c:pt>
                <c:pt idx="5642">
                  <c:v>91.548782348632827</c:v>
                </c:pt>
                <c:pt idx="5643">
                  <c:v>73.033662796020522</c:v>
                </c:pt>
                <c:pt idx="5644">
                  <c:v>98.669454574584947</c:v>
                </c:pt>
                <c:pt idx="5645">
                  <c:v>87.533666610717773</c:v>
                </c:pt>
                <c:pt idx="5646">
                  <c:v>82.88331127166748</c:v>
                </c:pt>
                <c:pt idx="5647">
                  <c:v>79.091733932495103</c:v>
                </c:pt>
                <c:pt idx="5648">
                  <c:v>64.440579414367676</c:v>
                </c:pt>
                <c:pt idx="5649">
                  <c:v>82.632501602172852</c:v>
                </c:pt>
                <c:pt idx="5650">
                  <c:v>77.45145702362062</c:v>
                </c:pt>
                <c:pt idx="5651">
                  <c:v>91.71483039855957</c:v>
                </c:pt>
                <c:pt idx="5652">
                  <c:v>88.934083938598633</c:v>
                </c:pt>
                <c:pt idx="5653">
                  <c:v>88.009719848632827</c:v>
                </c:pt>
                <c:pt idx="5654">
                  <c:v>93.480314254760742</c:v>
                </c:pt>
                <c:pt idx="5655">
                  <c:v>100</c:v>
                </c:pt>
                <c:pt idx="5656">
                  <c:v>96.73809432983397</c:v>
                </c:pt>
                <c:pt idx="5657">
                  <c:v>97.026212692260756</c:v>
                </c:pt>
                <c:pt idx="5658">
                  <c:v>89.113893508911133</c:v>
                </c:pt>
                <c:pt idx="5659">
                  <c:v>99.778678894042969</c:v>
                </c:pt>
                <c:pt idx="5660">
                  <c:v>96.788070678710952</c:v>
                </c:pt>
                <c:pt idx="5661">
                  <c:v>91.185468673706083</c:v>
                </c:pt>
                <c:pt idx="5662">
                  <c:v>96.80900764465332</c:v>
                </c:pt>
                <c:pt idx="5663">
                  <c:v>90.6581325531006</c:v>
                </c:pt>
                <c:pt idx="5664">
                  <c:v>94.806926727294893</c:v>
                </c:pt>
                <c:pt idx="5665">
                  <c:v>95.067352294921875</c:v>
                </c:pt>
                <c:pt idx="5666">
                  <c:v>97.813125610351577</c:v>
                </c:pt>
                <c:pt idx="5667">
                  <c:v>96.697402954101577</c:v>
                </c:pt>
                <c:pt idx="5668">
                  <c:v>100</c:v>
                </c:pt>
                <c:pt idx="5669">
                  <c:v>93.493574142456055</c:v>
                </c:pt>
                <c:pt idx="5670">
                  <c:v>99.511333465576172</c:v>
                </c:pt>
                <c:pt idx="5671">
                  <c:v>96.719638824462905</c:v>
                </c:pt>
                <c:pt idx="5672">
                  <c:v>99.273344039916992</c:v>
                </c:pt>
                <c:pt idx="5673">
                  <c:v>95.34327507019043</c:v>
                </c:pt>
                <c:pt idx="5674">
                  <c:v>99.770961761474595</c:v>
                </c:pt>
                <c:pt idx="5675">
                  <c:v>90.084125518798828</c:v>
                </c:pt>
                <c:pt idx="5676">
                  <c:v>70.775405883789048</c:v>
                </c:pt>
                <c:pt idx="5677">
                  <c:v>84.747987747192383</c:v>
                </c:pt>
                <c:pt idx="5678">
                  <c:v>83.122087478637724</c:v>
                </c:pt>
                <c:pt idx="5679">
                  <c:v>83.597850799560547</c:v>
                </c:pt>
                <c:pt idx="5680">
                  <c:v>82.969436645507827</c:v>
                </c:pt>
                <c:pt idx="5681">
                  <c:v>80.860012054443374</c:v>
                </c:pt>
                <c:pt idx="5682">
                  <c:v>47.306610107421882</c:v>
                </c:pt>
                <c:pt idx="5683">
                  <c:v>69.681897163391127</c:v>
                </c:pt>
                <c:pt idx="5684">
                  <c:v>57.900972366333022</c:v>
                </c:pt>
                <c:pt idx="5685">
                  <c:v>76.801393508911133</c:v>
                </c:pt>
                <c:pt idx="5686">
                  <c:v>82.246469497680678</c:v>
                </c:pt>
                <c:pt idx="5687">
                  <c:v>83.927804946899428</c:v>
                </c:pt>
                <c:pt idx="5688">
                  <c:v>81.128259658813477</c:v>
                </c:pt>
                <c:pt idx="5689">
                  <c:v>99.709144592285156</c:v>
                </c:pt>
                <c:pt idx="5690">
                  <c:v>92.728960037231445</c:v>
                </c:pt>
                <c:pt idx="5691">
                  <c:v>95.520912170410156</c:v>
                </c:pt>
                <c:pt idx="5692">
                  <c:v>88.109840393066435</c:v>
                </c:pt>
                <c:pt idx="5693">
                  <c:v>80.380542755126982</c:v>
                </c:pt>
                <c:pt idx="5694">
                  <c:v>62.192926406860352</c:v>
                </c:pt>
                <c:pt idx="5695">
                  <c:v>57.048745155334473</c:v>
                </c:pt>
                <c:pt idx="5696">
                  <c:v>62.607560157775879</c:v>
                </c:pt>
                <c:pt idx="5697">
                  <c:v>53.169979095459013</c:v>
                </c:pt>
                <c:pt idx="5698">
                  <c:v>54.56732177734375</c:v>
                </c:pt>
                <c:pt idx="5699">
                  <c:v>48.801559448242173</c:v>
                </c:pt>
                <c:pt idx="5700">
                  <c:v>42.628608703613267</c:v>
                </c:pt>
                <c:pt idx="5701">
                  <c:v>33.582890033721917</c:v>
                </c:pt>
                <c:pt idx="5702">
                  <c:v>12.36608767509461</c:v>
                </c:pt>
                <c:pt idx="5703">
                  <c:v>1.766108751296998</c:v>
                </c:pt>
                <c:pt idx="5704">
                  <c:v>18.32568073272704</c:v>
                </c:pt>
                <c:pt idx="5705">
                  <c:v>12.29737758636475</c:v>
                </c:pt>
                <c:pt idx="5706">
                  <c:v>4.9608482718467624</c:v>
                </c:pt>
                <c:pt idx="5707">
                  <c:v>7.8400727510452164</c:v>
                </c:pt>
                <c:pt idx="5708">
                  <c:v>12.25789785385134</c:v>
                </c:pt>
                <c:pt idx="5709">
                  <c:v>22.90752696990965</c:v>
                </c:pt>
                <c:pt idx="5710">
                  <c:v>39.491072177886949</c:v>
                </c:pt>
                <c:pt idx="5711">
                  <c:v>36.073672771453872</c:v>
                </c:pt>
                <c:pt idx="5712">
                  <c:v>53.328542709350572</c:v>
                </c:pt>
                <c:pt idx="5713">
                  <c:v>60.821616172790527</c:v>
                </c:pt>
                <c:pt idx="5714">
                  <c:v>52.250747680664048</c:v>
                </c:pt>
                <c:pt idx="5715">
                  <c:v>53.743753433227553</c:v>
                </c:pt>
                <c:pt idx="5716">
                  <c:v>70.05931568145752</c:v>
                </c:pt>
                <c:pt idx="5717">
                  <c:v>73.528795242309599</c:v>
                </c:pt>
                <c:pt idx="5718">
                  <c:v>84.141435623168945</c:v>
                </c:pt>
                <c:pt idx="5719">
                  <c:v>65.388091087341323</c:v>
                </c:pt>
                <c:pt idx="5720">
                  <c:v>37.758718490600572</c:v>
                </c:pt>
                <c:pt idx="5721">
                  <c:v>53.234848022460938</c:v>
                </c:pt>
                <c:pt idx="5722">
                  <c:v>56.425714969635003</c:v>
                </c:pt>
                <c:pt idx="5723">
                  <c:v>96.58472061157228</c:v>
                </c:pt>
                <c:pt idx="5724">
                  <c:v>97.807327270507827</c:v>
                </c:pt>
                <c:pt idx="5725">
                  <c:v>88.940778732299805</c:v>
                </c:pt>
                <c:pt idx="5726">
                  <c:v>73.44226582845053</c:v>
                </c:pt>
                <c:pt idx="5727">
                  <c:v>79.118910789489718</c:v>
                </c:pt>
                <c:pt idx="5728">
                  <c:v>24.577771186828631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33.37001800537108</c:v>
                </c:pt>
                <c:pt idx="5739">
                  <c:v>34.668241024017348</c:v>
                </c:pt>
                <c:pt idx="5740">
                  <c:v>29.000431060791001</c:v>
                </c:pt>
                <c:pt idx="5741">
                  <c:v>44.900395393371568</c:v>
                </c:pt>
                <c:pt idx="5742">
                  <c:v>46.559319019317662</c:v>
                </c:pt>
                <c:pt idx="5743">
                  <c:v>63.823343276977553</c:v>
                </c:pt>
                <c:pt idx="5744">
                  <c:v>18.177328586578351</c:v>
                </c:pt>
                <c:pt idx="5745">
                  <c:v>30.519369602203358</c:v>
                </c:pt>
                <c:pt idx="5746">
                  <c:v>18.799849033355692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1.285624504089355</c:v>
                </c:pt>
                <c:pt idx="5772">
                  <c:v>43.011958122253432</c:v>
                </c:pt>
                <c:pt idx="5773">
                  <c:v>15.536675453186049</c:v>
                </c:pt>
                <c:pt idx="5774">
                  <c:v>22.166610956191999</c:v>
                </c:pt>
                <c:pt idx="5775">
                  <c:v>7.8243975639343297</c:v>
                </c:pt>
                <c:pt idx="5776">
                  <c:v>32.491714477539077</c:v>
                </c:pt>
                <c:pt idx="5777">
                  <c:v>65.851689338684082</c:v>
                </c:pt>
                <c:pt idx="5778">
                  <c:v>67.989467620849624</c:v>
                </c:pt>
                <c:pt idx="5779">
                  <c:v>67.508005777994768</c:v>
                </c:pt>
                <c:pt idx="5780">
                  <c:v>81.355741500854478</c:v>
                </c:pt>
                <c:pt idx="5781">
                  <c:v>80.628278732299833</c:v>
                </c:pt>
                <c:pt idx="5782">
                  <c:v>75.722493171691895</c:v>
                </c:pt>
                <c:pt idx="5783">
                  <c:v>61.149997711181648</c:v>
                </c:pt>
                <c:pt idx="5784">
                  <c:v>68.711325645446806</c:v>
                </c:pt>
                <c:pt idx="5785">
                  <c:v>49.644988059997551</c:v>
                </c:pt>
                <c:pt idx="5786">
                  <c:v>63.32602691650392</c:v>
                </c:pt>
                <c:pt idx="5787">
                  <c:v>67.397552490234403</c:v>
                </c:pt>
                <c:pt idx="5788">
                  <c:v>67.521629333496122</c:v>
                </c:pt>
                <c:pt idx="5789">
                  <c:v>81.561912536621094</c:v>
                </c:pt>
                <c:pt idx="5790">
                  <c:v>84.921464920043945</c:v>
                </c:pt>
                <c:pt idx="5791">
                  <c:v>70.462044715881319</c:v>
                </c:pt>
                <c:pt idx="5792">
                  <c:v>54.584134101867683</c:v>
                </c:pt>
                <c:pt idx="5793">
                  <c:v>72.491769790649457</c:v>
                </c:pt>
                <c:pt idx="5794">
                  <c:v>77.838625907897921</c:v>
                </c:pt>
                <c:pt idx="5795">
                  <c:v>39.916942596435547</c:v>
                </c:pt>
                <c:pt idx="5796">
                  <c:v>12.545119881629949</c:v>
                </c:pt>
                <c:pt idx="5797">
                  <c:v>57.266265869140653</c:v>
                </c:pt>
                <c:pt idx="5798">
                  <c:v>75.159507751464815</c:v>
                </c:pt>
                <c:pt idx="5799">
                  <c:v>42.677671432495103</c:v>
                </c:pt>
                <c:pt idx="5800">
                  <c:v>35.705770492553732</c:v>
                </c:pt>
                <c:pt idx="5801">
                  <c:v>53.911096572875977</c:v>
                </c:pt>
                <c:pt idx="5802">
                  <c:v>85.696584065755204</c:v>
                </c:pt>
                <c:pt idx="5803">
                  <c:v>88.805032730102553</c:v>
                </c:pt>
                <c:pt idx="5804">
                  <c:v>80.985157012939453</c:v>
                </c:pt>
                <c:pt idx="5805">
                  <c:v>91.040731430053725</c:v>
                </c:pt>
                <c:pt idx="5806">
                  <c:v>70.894897460937528</c:v>
                </c:pt>
                <c:pt idx="5807">
                  <c:v>47.591965198516853</c:v>
                </c:pt>
                <c:pt idx="5808">
                  <c:v>1.918460190296172</c:v>
                </c:pt>
                <c:pt idx="5809">
                  <c:v>13.688585281372051</c:v>
                </c:pt>
                <c:pt idx="5810">
                  <c:v>30.65096791585286</c:v>
                </c:pt>
                <c:pt idx="5811">
                  <c:v>26.701692581176751</c:v>
                </c:pt>
                <c:pt idx="5812">
                  <c:v>43.661962509155273</c:v>
                </c:pt>
                <c:pt idx="5813">
                  <c:v>48.951372782389328</c:v>
                </c:pt>
                <c:pt idx="5814">
                  <c:v>61.522943496704102</c:v>
                </c:pt>
                <c:pt idx="5815">
                  <c:v>39.111197948455803</c:v>
                </c:pt>
                <c:pt idx="5816">
                  <c:v>100</c:v>
                </c:pt>
                <c:pt idx="5817">
                  <c:v>96.01648330688478</c:v>
                </c:pt>
                <c:pt idx="5818">
                  <c:v>83.951967239379911</c:v>
                </c:pt>
                <c:pt idx="5819">
                  <c:v>76.809471130371094</c:v>
                </c:pt>
                <c:pt idx="5820">
                  <c:v>74.613303184509277</c:v>
                </c:pt>
                <c:pt idx="5821">
                  <c:v>62.208130836486838</c:v>
                </c:pt>
                <c:pt idx="5822">
                  <c:v>65.191657066345201</c:v>
                </c:pt>
                <c:pt idx="5823">
                  <c:v>58.759931087493918</c:v>
                </c:pt>
                <c:pt idx="5824">
                  <c:v>86.858741760253906</c:v>
                </c:pt>
                <c:pt idx="5825">
                  <c:v>95.231681823730469</c:v>
                </c:pt>
                <c:pt idx="5826">
                  <c:v>69.834840774536175</c:v>
                </c:pt>
                <c:pt idx="5827">
                  <c:v>87.979610443115249</c:v>
                </c:pt>
                <c:pt idx="5828">
                  <c:v>81.175363540649428</c:v>
                </c:pt>
                <c:pt idx="5829">
                  <c:v>77.82646369934082</c:v>
                </c:pt>
                <c:pt idx="5830">
                  <c:v>77.520214080810518</c:v>
                </c:pt>
                <c:pt idx="5831">
                  <c:v>35.456273396809898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10.78147888183593</c:v>
                </c:pt>
                <c:pt idx="5840">
                  <c:v>80.874876022338867</c:v>
                </c:pt>
                <c:pt idx="5841">
                  <c:v>92.370849609375</c:v>
                </c:pt>
                <c:pt idx="5842">
                  <c:v>56.059074878692662</c:v>
                </c:pt>
                <c:pt idx="5843">
                  <c:v>52.17146682739255</c:v>
                </c:pt>
                <c:pt idx="5844">
                  <c:v>57.887652397155748</c:v>
                </c:pt>
                <c:pt idx="5845">
                  <c:v>70.452309608459444</c:v>
                </c:pt>
                <c:pt idx="5846">
                  <c:v>68.404458999633803</c:v>
                </c:pt>
                <c:pt idx="5847">
                  <c:v>68.807661056518583</c:v>
                </c:pt>
                <c:pt idx="5848">
                  <c:v>64.336826324462891</c:v>
                </c:pt>
                <c:pt idx="5849">
                  <c:v>81.332315444946275</c:v>
                </c:pt>
                <c:pt idx="5850">
                  <c:v>52.902729988098152</c:v>
                </c:pt>
                <c:pt idx="5851">
                  <c:v>61.196268081665018</c:v>
                </c:pt>
                <c:pt idx="5852">
                  <c:v>41.772664546966517</c:v>
                </c:pt>
                <c:pt idx="5853">
                  <c:v>76.270079612731948</c:v>
                </c:pt>
                <c:pt idx="5854">
                  <c:v>63.139851570129402</c:v>
                </c:pt>
                <c:pt idx="5855">
                  <c:v>46.796590805053697</c:v>
                </c:pt>
                <c:pt idx="5856">
                  <c:v>19.843855857849121</c:v>
                </c:pt>
                <c:pt idx="5857">
                  <c:v>15.028591791788729</c:v>
                </c:pt>
                <c:pt idx="5858">
                  <c:v>6.4460712671279827</c:v>
                </c:pt>
                <c:pt idx="5859">
                  <c:v>7.6050739288330069</c:v>
                </c:pt>
                <c:pt idx="5860">
                  <c:v>1.404111862182617</c:v>
                </c:pt>
                <c:pt idx="5861">
                  <c:v>5.1984595060348529</c:v>
                </c:pt>
                <c:pt idx="5862">
                  <c:v>0.95722627639770497</c:v>
                </c:pt>
                <c:pt idx="5863">
                  <c:v>8.20623779296875</c:v>
                </c:pt>
                <c:pt idx="5864">
                  <c:v>84.989949544270829</c:v>
                </c:pt>
                <c:pt idx="5865">
                  <c:v>75.692333221435575</c:v>
                </c:pt>
                <c:pt idx="5866">
                  <c:v>48.338542342185988</c:v>
                </c:pt>
                <c:pt idx="5867">
                  <c:v>76.587387084960923</c:v>
                </c:pt>
                <c:pt idx="5868">
                  <c:v>65.332120895385728</c:v>
                </c:pt>
                <c:pt idx="5869">
                  <c:v>44.166710376739502</c:v>
                </c:pt>
                <c:pt idx="5870">
                  <c:v>48.405003547668471</c:v>
                </c:pt>
                <c:pt idx="5871">
                  <c:v>62.969102859497099</c:v>
                </c:pt>
                <c:pt idx="5872">
                  <c:v>73.769414901733427</c:v>
                </c:pt>
                <c:pt idx="5873">
                  <c:v>74.074966430664077</c:v>
                </c:pt>
                <c:pt idx="5874">
                  <c:v>91.199359893798857</c:v>
                </c:pt>
                <c:pt idx="5875">
                  <c:v>72.413725852966309</c:v>
                </c:pt>
                <c:pt idx="5876">
                  <c:v>85.395246505737333</c:v>
                </c:pt>
                <c:pt idx="5877">
                  <c:v>92.908201217651353</c:v>
                </c:pt>
                <c:pt idx="5878">
                  <c:v>94.02568244934082</c:v>
                </c:pt>
                <c:pt idx="5879">
                  <c:v>87.151912689208999</c:v>
                </c:pt>
                <c:pt idx="5880">
                  <c:v>84.044227600097685</c:v>
                </c:pt>
                <c:pt idx="5881">
                  <c:v>84.638513565063505</c:v>
                </c:pt>
                <c:pt idx="5882">
                  <c:v>95.069858551025405</c:v>
                </c:pt>
                <c:pt idx="5883">
                  <c:v>89.403820037841797</c:v>
                </c:pt>
                <c:pt idx="5884">
                  <c:v>89.23797988891603</c:v>
                </c:pt>
                <c:pt idx="5885">
                  <c:v>87.884029388427749</c:v>
                </c:pt>
                <c:pt idx="5886">
                  <c:v>75.468030929565458</c:v>
                </c:pt>
                <c:pt idx="5887">
                  <c:v>82.253225326538072</c:v>
                </c:pt>
                <c:pt idx="5888">
                  <c:v>88.504484176635742</c:v>
                </c:pt>
                <c:pt idx="5889">
                  <c:v>79.731929779052734</c:v>
                </c:pt>
                <c:pt idx="5890">
                  <c:v>100</c:v>
                </c:pt>
                <c:pt idx="5891">
                  <c:v>95.086864471435547</c:v>
                </c:pt>
                <c:pt idx="5892">
                  <c:v>68.973014831542969</c:v>
                </c:pt>
                <c:pt idx="5893">
                  <c:v>77.272665023803725</c:v>
                </c:pt>
                <c:pt idx="5894">
                  <c:v>85.306703567504869</c:v>
                </c:pt>
                <c:pt idx="5895">
                  <c:v>88.471803665161147</c:v>
                </c:pt>
                <c:pt idx="5896">
                  <c:v>86.936185201009138</c:v>
                </c:pt>
                <c:pt idx="5897">
                  <c:v>86.342304229736328</c:v>
                </c:pt>
                <c:pt idx="5898">
                  <c:v>62.891919136047377</c:v>
                </c:pt>
                <c:pt idx="5899">
                  <c:v>94.165644327799498</c:v>
                </c:pt>
                <c:pt idx="5900">
                  <c:v>99.616256713867202</c:v>
                </c:pt>
                <c:pt idx="5901">
                  <c:v>95.272466659545898</c:v>
                </c:pt>
                <c:pt idx="5902">
                  <c:v>99.51410675048831</c:v>
                </c:pt>
                <c:pt idx="5903">
                  <c:v>94.963499069213867</c:v>
                </c:pt>
                <c:pt idx="5904">
                  <c:v>95.811059951782255</c:v>
                </c:pt>
                <c:pt idx="5905">
                  <c:v>87.436296463012695</c:v>
                </c:pt>
                <c:pt idx="5906">
                  <c:v>91.8073215484619</c:v>
                </c:pt>
                <c:pt idx="5907">
                  <c:v>87.890924453735352</c:v>
                </c:pt>
                <c:pt idx="5908">
                  <c:v>81.90327262878418</c:v>
                </c:pt>
                <c:pt idx="5909">
                  <c:v>65.19233512878418</c:v>
                </c:pt>
                <c:pt idx="5910">
                  <c:v>66.76252555847168</c:v>
                </c:pt>
                <c:pt idx="5911">
                  <c:v>50.774273872375467</c:v>
                </c:pt>
                <c:pt idx="5912">
                  <c:v>42.67579460144043</c:v>
                </c:pt>
                <c:pt idx="5913">
                  <c:v>53.897236824035623</c:v>
                </c:pt>
                <c:pt idx="5914">
                  <c:v>76.041112263997391</c:v>
                </c:pt>
                <c:pt idx="5915">
                  <c:v>36.603677749633768</c:v>
                </c:pt>
                <c:pt idx="5916">
                  <c:v>78.819492340087933</c:v>
                </c:pt>
                <c:pt idx="5917">
                  <c:v>47.896664619445801</c:v>
                </c:pt>
                <c:pt idx="5918">
                  <c:v>70.507576942443848</c:v>
                </c:pt>
                <c:pt idx="5919">
                  <c:v>96.029304504394545</c:v>
                </c:pt>
                <c:pt idx="5920">
                  <c:v>99.65093994140625</c:v>
                </c:pt>
                <c:pt idx="5921">
                  <c:v>68.33228874206543</c:v>
                </c:pt>
                <c:pt idx="5922">
                  <c:v>74.739933013916001</c:v>
                </c:pt>
                <c:pt idx="5923">
                  <c:v>45.393975734710679</c:v>
                </c:pt>
                <c:pt idx="5924">
                  <c:v>51.350952148437472</c:v>
                </c:pt>
                <c:pt idx="5925">
                  <c:v>45.263197580973333</c:v>
                </c:pt>
                <c:pt idx="5926">
                  <c:v>71.230367660522447</c:v>
                </c:pt>
                <c:pt idx="5927">
                  <c:v>73.006509780883775</c:v>
                </c:pt>
                <c:pt idx="5928">
                  <c:v>82.134328206380232</c:v>
                </c:pt>
                <c:pt idx="5929">
                  <c:v>77.565459251403823</c:v>
                </c:pt>
                <c:pt idx="5930">
                  <c:v>59.239650726318366</c:v>
                </c:pt>
                <c:pt idx="5931">
                  <c:v>77.419036865234375</c:v>
                </c:pt>
                <c:pt idx="5932">
                  <c:v>81.402914047241225</c:v>
                </c:pt>
                <c:pt idx="5933">
                  <c:v>96.76684188842772</c:v>
                </c:pt>
                <c:pt idx="5934">
                  <c:v>89.493560791015625</c:v>
                </c:pt>
                <c:pt idx="5935">
                  <c:v>74.773452758789077</c:v>
                </c:pt>
                <c:pt idx="5936">
                  <c:v>58.506882667541497</c:v>
                </c:pt>
                <c:pt idx="5937">
                  <c:v>46.510828495025649</c:v>
                </c:pt>
                <c:pt idx="5938">
                  <c:v>33.405036926269517</c:v>
                </c:pt>
                <c:pt idx="5939">
                  <c:v>49.346080780029297</c:v>
                </c:pt>
                <c:pt idx="5940">
                  <c:v>75.308861732482924</c:v>
                </c:pt>
                <c:pt idx="5941">
                  <c:v>92.655311584472656</c:v>
                </c:pt>
                <c:pt idx="5942">
                  <c:v>47.204952239990249</c:v>
                </c:pt>
                <c:pt idx="5943">
                  <c:v>59.486628532409647</c:v>
                </c:pt>
                <c:pt idx="5944">
                  <c:v>62.452743530273438</c:v>
                </c:pt>
                <c:pt idx="5945">
                  <c:v>68.88756752014163</c:v>
                </c:pt>
                <c:pt idx="5946">
                  <c:v>89.633399963378935</c:v>
                </c:pt>
                <c:pt idx="5947">
                  <c:v>60.643996238708503</c:v>
                </c:pt>
                <c:pt idx="5948">
                  <c:v>81.468830108642578</c:v>
                </c:pt>
                <c:pt idx="5949">
                  <c:v>60.223032633463532</c:v>
                </c:pt>
                <c:pt idx="5950">
                  <c:v>71.105448722839355</c:v>
                </c:pt>
                <c:pt idx="5951">
                  <c:v>58.176344871520968</c:v>
                </c:pt>
                <c:pt idx="5952">
                  <c:v>53.053141593933113</c:v>
                </c:pt>
                <c:pt idx="5953">
                  <c:v>57.915418624877951</c:v>
                </c:pt>
                <c:pt idx="5954">
                  <c:v>69.001653671264648</c:v>
                </c:pt>
                <c:pt idx="5955">
                  <c:v>66.313700675964355</c:v>
                </c:pt>
                <c:pt idx="5956">
                  <c:v>73.970415115356445</c:v>
                </c:pt>
                <c:pt idx="5957">
                  <c:v>75.482748985290527</c:v>
                </c:pt>
                <c:pt idx="5958">
                  <c:v>81.763523101806655</c:v>
                </c:pt>
                <c:pt idx="5959">
                  <c:v>84.437864303588881</c:v>
                </c:pt>
                <c:pt idx="5960">
                  <c:v>63.684354782104478</c:v>
                </c:pt>
                <c:pt idx="5961">
                  <c:v>65.640632629394531</c:v>
                </c:pt>
                <c:pt idx="5962">
                  <c:v>55.49204301834105</c:v>
                </c:pt>
                <c:pt idx="5963">
                  <c:v>46.592291831970201</c:v>
                </c:pt>
                <c:pt idx="5964">
                  <c:v>82.387849807739272</c:v>
                </c:pt>
                <c:pt idx="5965">
                  <c:v>67.822414398193374</c:v>
                </c:pt>
                <c:pt idx="5966">
                  <c:v>72.633791923522949</c:v>
                </c:pt>
                <c:pt idx="5967">
                  <c:v>89.190441131591768</c:v>
                </c:pt>
                <c:pt idx="5968">
                  <c:v>72.553970336914048</c:v>
                </c:pt>
                <c:pt idx="5969">
                  <c:v>71.141279220581055</c:v>
                </c:pt>
                <c:pt idx="5970">
                  <c:v>59.289260864257798</c:v>
                </c:pt>
                <c:pt idx="5971">
                  <c:v>93.36205101013185</c:v>
                </c:pt>
                <c:pt idx="5972">
                  <c:v>89.056812286376953</c:v>
                </c:pt>
                <c:pt idx="5973">
                  <c:v>82.83111572265625</c:v>
                </c:pt>
                <c:pt idx="5974">
                  <c:v>83.299976348876953</c:v>
                </c:pt>
                <c:pt idx="5975">
                  <c:v>73.28168201446536</c:v>
                </c:pt>
                <c:pt idx="5976">
                  <c:v>74.38166618347168</c:v>
                </c:pt>
                <c:pt idx="5977">
                  <c:v>83.117471694946303</c:v>
                </c:pt>
                <c:pt idx="5978">
                  <c:v>91.934370040893555</c:v>
                </c:pt>
                <c:pt idx="5979">
                  <c:v>95.22540283203125</c:v>
                </c:pt>
                <c:pt idx="5980">
                  <c:v>100</c:v>
                </c:pt>
                <c:pt idx="5981">
                  <c:v>95.142055511474595</c:v>
                </c:pt>
                <c:pt idx="5982">
                  <c:v>89.041652679443345</c:v>
                </c:pt>
                <c:pt idx="5983">
                  <c:v>96.211776733398452</c:v>
                </c:pt>
                <c:pt idx="5984">
                  <c:v>91.461616516113295</c:v>
                </c:pt>
                <c:pt idx="5985">
                  <c:v>90.941675186157227</c:v>
                </c:pt>
                <c:pt idx="5986">
                  <c:v>79.783657073974624</c:v>
                </c:pt>
                <c:pt idx="5987">
                  <c:v>66.384094238281278</c:v>
                </c:pt>
                <c:pt idx="5988">
                  <c:v>65.99467658996582</c:v>
                </c:pt>
                <c:pt idx="5989">
                  <c:v>61.424955368041999</c:v>
                </c:pt>
                <c:pt idx="5990">
                  <c:v>51.489197731018052</c:v>
                </c:pt>
                <c:pt idx="5991">
                  <c:v>70.936343193054228</c:v>
                </c:pt>
                <c:pt idx="5992">
                  <c:v>74.444251060485826</c:v>
                </c:pt>
                <c:pt idx="5993">
                  <c:v>84.996339797973647</c:v>
                </c:pt>
                <c:pt idx="5994">
                  <c:v>94.125734329223633</c:v>
                </c:pt>
                <c:pt idx="5995">
                  <c:v>82.506710052490234</c:v>
                </c:pt>
                <c:pt idx="5996">
                  <c:v>96.62476921081543</c:v>
                </c:pt>
                <c:pt idx="5997">
                  <c:v>87.430360794067383</c:v>
                </c:pt>
                <c:pt idx="5998">
                  <c:v>96.729141235351577</c:v>
                </c:pt>
                <c:pt idx="5999">
                  <c:v>90.878257751464844</c:v>
                </c:pt>
                <c:pt idx="6000">
                  <c:v>53.135729789733873</c:v>
                </c:pt>
                <c:pt idx="6001">
                  <c:v>40.929454803466832</c:v>
                </c:pt>
                <c:pt idx="6002">
                  <c:v>83.547418594360352</c:v>
                </c:pt>
                <c:pt idx="6003">
                  <c:v>63.817958831787102</c:v>
                </c:pt>
                <c:pt idx="6004">
                  <c:v>89.794824600219727</c:v>
                </c:pt>
                <c:pt idx="6005">
                  <c:v>83.85857772827147</c:v>
                </c:pt>
                <c:pt idx="6006">
                  <c:v>79.417362213134808</c:v>
                </c:pt>
                <c:pt idx="6007">
                  <c:v>74.086069107055678</c:v>
                </c:pt>
                <c:pt idx="6008">
                  <c:v>75.961080551147447</c:v>
                </c:pt>
                <c:pt idx="6009">
                  <c:v>68.020094871520996</c:v>
                </c:pt>
                <c:pt idx="6010">
                  <c:v>92.055088043212905</c:v>
                </c:pt>
                <c:pt idx="6011">
                  <c:v>88.106307983398452</c:v>
                </c:pt>
                <c:pt idx="6012">
                  <c:v>85.247787475585952</c:v>
                </c:pt>
                <c:pt idx="6013">
                  <c:v>83.702598571777344</c:v>
                </c:pt>
                <c:pt idx="6014">
                  <c:v>58.265134811401353</c:v>
                </c:pt>
                <c:pt idx="6015">
                  <c:v>78.815258979797377</c:v>
                </c:pt>
                <c:pt idx="6016">
                  <c:v>53.7236456871033</c:v>
                </c:pt>
                <c:pt idx="6017">
                  <c:v>53.802116394042983</c:v>
                </c:pt>
                <c:pt idx="6018">
                  <c:v>72.141395568847642</c:v>
                </c:pt>
                <c:pt idx="6019">
                  <c:v>80.700258255004883</c:v>
                </c:pt>
                <c:pt idx="6020">
                  <c:v>93.202764511108398</c:v>
                </c:pt>
                <c:pt idx="6021">
                  <c:v>82.466078758239746</c:v>
                </c:pt>
                <c:pt idx="6022">
                  <c:v>67.882832527160645</c:v>
                </c:pt>
                <c:pt idx="6023">
                  <c:v>96.533296585083022</c:v>
                </c:pt>
                <c:pt idx="6024">
                  <c:v>95.000324249267578</c:v>
                </c:pt>
                <c:pt idx="6025">
                  <c:v>87.14900016784668</c:v>
                </c:pt>
                <c:pt idx="6026">
                  <c:v>97.172271728515625</c:v>
                </c:pt>
                <c:pt idx="6027">
                  <c:v>100</c:v>
                </c:pt>
                <c:pt idx="6028">
                  <c:v>94.417226791381822</c:v>
                </c:pt>
                <c:pt idx="6029">
                  <c:v>69.63043594360353</c:v>
                </c:pt>
                <c:pt idx="6030">
                  <c:v>61.78235244750978</c:v>
                </c:pt>
                <c:pt idx="6031">
                  <c:v>53.584456443786621</c:v>
                </c:pt>
                <c:pt idx="6032">
                  <c:v>77.463850021362305</c:v>
                </c:pt>
                <c:pt idx="6033">
                  <c:v>86.772150039672852</c:v>
                </c:pt>
                <c:pt idx="6034">
                  <c:v>73.022058486938477</c:v>
                </c:pt>
                <c:pt idx="6035">
                  <c:v>58.466585159301772</c:v>
                </c:pt>
                <c:pt idx="6036">
                  <c:v>39.919700622558601</c:v>
                </c:pt>
                <c:pt idx="6037">
                  <c:v>32.216598510742202</c:v>
                </c:pt>
                <c:pt idx="6038">
                  <c:v>57.635669231414802</c:v>
                </c:pt>
                <c:pt idx="6039">
                  <c:v>53.5895323753357</c:v>
                </c:pt>
                <c:pt idx="6040">
                  <c:v>67.294039726257324</c:v>
                </c:pt>
                <c:pt idx="6041">
                  <c:v>72.096786499023452</c:v>
                </c:pt>
                <c:pt idx="6042">
                  <c:v>92.316022872924805</c:v>
                </c:pt>
                <c:pt idx="6043">
                  <c:v>92.329444885253935</c:v>
                </c:pt>
                <c:pt idx="6044">
                  <c:v>81.691669464111328</c:v>
                </c:pt>
                <c:pt idx="6045">
                  <c:v>81.044530868530273</c:v>
                </c:pt>
                <c:pt idx="6046">
                  <c:v>79.584682464599624</c:v>
                </c:pt>
                <c:pt idx="6047">
                  <c:v>75.308416366577148</c:v>
                </c:pt>
                <c:pt idx="6048">
                  <c:v>72.538026809692383</c:v>
                </c:pt>
                <c:pt idx="6049">
                  <c:v>79.710306167602553</c:v>
                </c:pt>
                <c:pt idx="6050">
                  <c:v>83.124736785888672</c:v>
                </c:pt>
                <c:pt idx="6051">
                  <c:v>86.967868804931626</c:v>
                </c:pt>
                <c:pt idx="6052">
                  <c:v>79.86017227172853</c:v>
                </c:pt>
                <c:pt idx="6053">
                  <c:v>89.063800811767607</c:v>
                </c:pt>
                <c:pt idx="6054">
                  <c:v>94.643030166625977</c:v>
                </c:pt>
                <c:pt idx="6055">
                  <c:v>97.945491790771499</c:v>
                </c:pt>
                <c:pt idx="6056">
                  <c:v>85.276947021484375</c:v>
                </c:pt>
                <c:pt idx="6057">
                  <c:v>68.035308837890653</c:v>
                </c:pt>
                <c:pt idx="6058">
                  <c:v>61.162267684936523</c:v>
                </c:pt>
                <c:pt idx="6059">
                  <c:v>62.752231597900398</c:v>
                </c:pt>
                <c:pt idx="6060">
                  <c:v>55.316914558410652</c:v>
                </c:pt>
                <c:pt idx="6061">
                  <c:v>77.667454242706299</c:v>
                </c:pt>
                <c:pt idx="6062">
                  <c:v>83.218691825866699</c:v>
                </c:pt>
                <c:pt idx="6063">
                  <c:v>68.712677001953125</c:v>
                </c:pt>
                <c:pt idx="6064">
                  <c:v>84.658655166625977</c:v>
                </c:pt>
                <c:pt idx="6065">
                  <c:v>95.97272109985353</c:v>
                </c:pt>
                <c:pt idx="6066">
                  <c:v>83.355628967285156</c:v>
                </c:pt>
                <c:pt idx="6067">
                  <c:v>50.110947608947747</c:v>
                </c:pt>
                <c:pt idx="6068">
                  <c:v>90.179759979248047</c:v>
                </c:pt>
                <c:pt idx="6069">
                  <c:v>86.881019592285156</c:v>
                </c:pt>
                <c:pt idx="6070">
                  <c:v>97.103780746459947</c:v>
                </c:pt>
                <c:pt idx="6071">
                  <c:v>52.644770622253453</c:v>
                </c:pt>
                <c:pt idx="6072">
                  <c:v>48.877173423767097</c:v>
                </c:pt>
                <c:pt idx="6073">
                  <c:v>52.866333961486831</c:v>
                </c:pt>
                <c:pt idx="6074">
                  <c:v>70.26294898986815</c:v>
                </c:pt>
                <c:pt idx="6075">
                  <c:v>68.896463394165053</c:v>
                </c:pt>
                <c:pt idx="6076">
                  <c:v>62.543274879455581</c:v>
                </c:pt>
                <c:pt idx="6077">
                  <c:v>74.025737762451143</c:v>
                </c:pt>
                <c:pt idx="6078">
                  <c:v>88.802602767944336</c:v>
                </c:pt>
                <c:pt idx="6079">
                  <c:v>66.536605834960923</c:v>
                </c:pt>
                <c:pt idx="6080">
                  <c:v>74.361506462097168</c:v>
                </c:pt>
                <c:pt idx="6081">
                  <c:v>82.082875251770048</c:v>
                </c:pt>
                <c:pt idx="6082">
                  <c:v>74.9813232421875</c:v>
                </c:pt>
                <c:pt idx="6083">
                  <c:v>40.332693576812737</c:v>
                </c:pt>
                <c:pt idx="6084">
                  <c:v>90.517621994018555</c:v>
                </c:pt>
                <c:pt idx="6085">
                  <c:v>92.73443603515625</c:v>
                </c:pt>
                <c:pt idx="6086">
                  <c:v>89.122402191162124</c:v>
                </c:pt>
                <c:pt idx="6087">
                  <c:v>74.28968238830565</c:v>
                </c:pt>
                <c:pt idx="6088">
                  <c:v>83.279716491699219</c:v>
                </c:pt>
                <c:pt idx="6089">
                  <c:v>61.08421897888185</c:v>
                </c:pt>
                <c:pt idx="6090">
                  <c:v>44.138291716575637</c:v>
                </c:pt>
                <c:pt idx="6091">
                  <c:v>59.622030019760118</c:v>
                </c:pt>
                <c:pt idx="6092">
                  <c:v>75.458620071411133</c:v>
                </c:pt>
                <c:pt idx="6093">
                  <c:v>58.748883247375502</c:v>
                </c:pt>
                <c:pt idx="6094">
                  <c:v>63.496953964233427</c:v>
                </c:pt>
                <c:pt idx="6095">
                  <c:v>89.747734069824219</c:v>
                </c:pt>
                <c:pt idx="6096">
                  <c:v>33.759383201599121</c:v>
                </c:pt>
                <c:pt idx="6097">
                  <c:v>28.196390628814701</c:v>
                </c:pt>
                <c:pt idx="6098">
                  <c:v>23.095940113067631</c:v>
                </c:pt>
                <c:pt idx="6099">
                  <c:v>20.688387870788571</c:v>
                </c:pt>
                <c:pt idx="6100">
                  <c:v>34.820494651794419</c:v>
                </c:pt>
                <c:pt idx="6101">
                  <c:v>25.017214059829701</c:v>
                </c:pt>
                <c:pt idx="6102">
                  <c:v>37.992998600006118</c:v>
                </c:pt>
                <c:pt idx="6103">
                  <c:v>29.409710884094231</c:v>
                </c:pt>
                <c:pt idx="6104">
                  <c:v>76.438858032226548</c:v>
                </c:pt>
                <c:pt idx="6105">
                  <c:v>78.692777633667021</c:v>
                </c:pt>
                <c:pt idx="6106">
                  <c:v>74.02728748321536</c:v>
                </c:pt>
                <c:pt idx="6107">
                  <c:v>76.836439132690458</c:v>
                </c:pt>
                <c:pt idx="6108">
                  <c:v>50.809841156005852</c:v>
                </c:pt>
                <c:pt idx="6109">
                  <c:v>64.867745399475098</c:v>
                </c:pt>
                <c:pt idx="6110">
                  <c:v>61.373383998870878</c:v>
                </c:pt>
                <c:pt idx="6111">
                  <c:v>90.425508499145522</c:v>
                </c:pt>
                <c:pt idx="6112">
                  <c:v>54.6424369812012</c:v>
                </c:pt>
                <c:pt idx="6113">
                  <c:v>86.730794906616225</c:v>
                </c:pt>
                <c:pt idx="6114">
                  <c:v>80.00535964965826</c:v>
                </c:pt>
                <c:pt idx="6115">
                  <c:v>77.652938842773452</c:v>
                </c:pt>
                <c:pt idx="6116">
                  <c:v>76.788411140441895</c:v>
                </c:pt>
                <c:pt idx="6117">
                  <c:v>73.459066390991225</c:v>
                </c:pt>
                <c:pt idx="6118">
                  <c:v>93.27239227294919</c:v>
                </c:pt>
                <c:pt idx="6119">
                  <c:v>40.923774719238303</c:v>
                </c:pt>
                <c:pt idx="6120">
                  <c:v>30.62413597106935</c:v>
                </c:pt>
                <c:pt idx="6121">
                  <c:v>6.3580610752105713</c:v>
                </c:pt>
                <c:pt idx="6122">
                  <c:v>17.23971605300904</c:v>
                </c:pt>
                <c:pt idx="6123">
                  <c:v>25.814795255661</c:v>
                </c:pt>
                <c:pt idx="6124">
                  <c:v>45.696746826171882</c:v>
                </c:pt>
                <c:pt idx="6125">
                  <c:v>56.365601539611824</c:v>
                </c:pt>
                <c:pt idx="6126">
                  <c:v>52.991984367370627</c:v>
                </c:pt>
                <c:pt idx="6127">
                  <c:v>63.097166061401353</c:v>
                </c:pt>
                <c:pt idx="6128">
                  <c:v>97.292366027832031</c:v>
                </c:pt>
                <c:pt idx="6129">
                  <c:v>92.70421981811522</c:v>
                </c:pt>
                <c:pt idx="6130">
                  <c:v>94.924875259399428</c:v>
                </c:pt>
                <c:pt idx="6131">
                  <c:v>63.607436180114753</c:v>
                </c:pt>
                <c:pt idx="6132">
                  <c:v>100</c:v>
                </c:pt>
                <c:pt idx="6133">
                  <c:v>83.880640029907198</c:v>
                </c:pt>
                <c:pt idx="6134">
                  <c:v>53.304436206817627</c:v>
                </c:pt>
                <c:pt idx="6135">
                  <c:v>67.370471000671373</c:v>
                </c:pt>
                <c:pt idx="6136">
                  <c:v>71.342187881469727</c:v>
                </c:pt>
                <c:pt idx="6137">
                  <c:v>67.975131988525376</c:v>
                </c:pt>
                <c:pt idx="6138">
                  <c:v>69.93819141387938</c:v>
                </c:pt>
                <c:pt idx="6139">
                  <c:v>88.630931854248047</c:v>
                </c:pt>
                <c:pt idx="6140">
                  <c:v>98.351734161376953</c:v>
                </c:pt>
                <c:pt idx="6141">
                  <c:v>100</c:v>
                </c:pt>
                <c:pt idx="6142">
                  <c:v>97.291959762573242</c:v>
                </c:pt>
                <c:pt idx="6143">
                  <c:v>64.938020706176758</c:v>
                </c:pt>
                <c:pt idx="6144">
                  <c:v>77.928939819335952</c:v>
                </c:pt>
                <c:pt idx="6145">
                  <c:v>71.850620269775376</c:v>
                </c:pt>
                <c:pt idx="6146">
                  <c:v>85.122285842895522</c:v>
                </c:pt>
                <c:pt idx="6147">
                  <c:v>78.310009002685547</c:v>
                </c:pt>
                <c:pt idx="6148">
                  <c:v>86.2254829406738</c:v>
                </c:pt>
                <c:pt idx="6149">
                  <c:v>44.799983978271499</c:v>
                </c:pt>
                <c:pt idx="6150">
                  <c:v>79.901575088500977</c:v>
                </c:pt>
                <c:pt idx="6151">
                  <c:v>60.621164321899428</c:v>
                </c:pt>
                <c:pt idx="6152">
                  <c:v>92.290599822998047</c:v>
                </c:pt>
                <c:pt idx="6153">
                  <c:v>93.686531066894531</c:v>
                </c:pt>
                <c:pt idx="6154">
                  <c:v>95.523109436035156</c:v>
                </c:pt>
                <c:pt idx="6155">
                  <c:v>56.374142646789551</c:v>
                </c:pt>
                <c:pt idx="6156">
                  <c:v>53.130115985870383</c:v>
                </c:pt>
                <c:pt idx="6157">
                  <c:v>65.000737190246596</c:v>
                </c:pt>
                <c:pt idx="6158">
                  <c:v>68.474621772766127</c:v>
                </c:pt>
                <c:pt idx="6159">
                  <c:v>68.61702346801755</c:v>
                </c:pt>
                <c:pt idx="6160">
                  <c:v>67.430980682373047</c:v>
                </c:pt>
                <c:pt idx="6161">
                  <c:v>59.120702743530302</c:v>
                </c:pt>
                <c:pt idx="6162">
                  <c:v>99.503608703613281</c:v>
                </c:pt>
                <c:pt idx="6163">
                  <c:v>92.325119018554673</c:v>
                </c:pt>
                <c:pt idx="6164">
                  <c:v>85.089822769165053</c:v>
                </c:pt>
                <c:pt idx="6165">
                  <c:v>77.791648864746122</c:v>
                </c:pt>
                <c:pt idx="6166">
                  <c:v>64.130553245544448</c:v>
                </c:pt>
                <c:pt idx="6167">
                  <c:v>88.897577285766602</c:v>
                </c:pt>
                <c:pt idx="6168">
                  <c:v>65.479316711425795</c:v>
                </c:pt>
                <c:pt idx="6169">
                  <c:v>65.398658752441406</c:v>
                </c:pt>
                <c:pt idx="6170">
                  <c:v>71.302823066711397</c:v>
                </c:pt>
                <c:pt idx="6171">
                  <c:v>60.662927627563477</c:v>
                </c:pt>
                <c:pt idx="6172">
                  <c:v>75.182787895202623</c:v>
                </c:pt>
                <c:pt idx="6173">
                  <c:v>61.304609298706048</c:v>
                </c:pt>
                <c:pt idx="6174">
                  <c:v>68.038370132446275</c:v>
                </c:pt>
                <c:pt idx="6175">
                  <c:v>69.708862304687528</c:v>
                </c:pt>
                <c:pt idx="6176">
                  <c:v>80.136281967163072</c:v>
                </c:pt>
                <c:pt idx="6177">
                  <c:v>96.536979675292969</c:v>
                </c:pt>
                <c:pt idx="6178">
                  <c:v>83.645254135131836</c:v>
                </c:pt>
                <c:pt idx="6179">
                  <c:v>75.594581604003906</c:v>
                </c:pt>
                <c:pt idx="6180">
                  <c:v>66.628380775451674</c:v>
                </c:pt>
                <c:pt idx="6181">
                  <c:v>43.352514743804903</c:v>
                </c:pt>
                <c:pt idx="6182">
                  <c:v>71.728185653686523</c:v>
                </c:pt>
                <c:pt idx="6183">
                  <c:v>57.450203895568848</c:v>
                </c:pt>
                <c:pt idx="6184">
                  <c:v>56.490042686462431</c:v>
                </c:pt>
                <c:pt idx="6185">
                  <c:v>61.304850578308098</c:v>
                </c:pt>
                <c:pt idx="6186">
                  <c:v>95.387235641479492</c:v>
                </c:pt>
                <c:pt idx="6187">
                  <c:v>88.357774734497056</c:v>
                </c:pt>
                <c:pt idx="6188">
                  <c:v>95.603021621704102</c:v>
                </c:pt>
                <c:pt idx="6189">
                  <c:v>82.734546661376953</c:v>
                </c:pt>
                <c:pt idx="6190">
                  <c:v>89.895648956298828</c:v>
                </c:pt>
                <c:pt idx="6191">
                  <c:v>86.590858459472656</c:v>
                </c:pt>
                <c:pt idx="6192">
                  <c:v>70.125843048095703</c:v>
                </c:pt>
                <c:pt idx="6193">
                  <c:v>80.526788711547852</c:v>
                </c:pt>
                <c:pt idx="6194">
                  <c:v>41.965920448303223</c:v>
                </c:pt>
                <c:pt idx="6195">
                  <c:v>49.318346977233873</c:v>
                </c:pt>
                <c:pt idx="6196">
                  <c:v>58.447369575500467</c:v>
                </c:pt>
                <c:pt idx="6197">
                  <c:v>61.045358657836928</c:v>
                </c:pt>
                <c:pt idx="6198">
                  <c:v>51.794605255126967</c:v>
                </c:pt>
                <c:pt idx="6199">
                  <c:v>61.571685791015597</c:v>
                </c:pt>
                <c:pt idx="6200">
                  <c:v>56.562922477722182</c:v>
                </c:pt>
                <c:pt idx="6201">
                  <c:v>76.135730743408203</c:v>
                </c:pt>
                <c:pt idx="6202">
                  <c:v>74.221138000488295</c:v>
                </c:pt>
                <c:pt idx="6203">
                  <c:v>100</c:v>
                </c:pt>
                <c:pt idx="6204">
                  <c:v>97.62561416625978</c:v>
                </c:pt>
                <c:pt idx="6205">
                  <c:v>91.75800895690918</c:v>
                </c:pt>
                <c:pt idx="6206">
                  <c:v>96.550281524658175</c:v>
                </c:pt>
                <c:pt idx="6207">
                  <c:v>94.337852478027344</c:v>
                </c:pt>
                <c:pt idx="6208">
                  <c:v>95.9415283203125</c:v>
                </c:pt>
                <c:pt idx="6209">
                  <c:v>82.001920700073214</c:v>
                </c:pt>
                <c:pt idx="6210">
                  <c:v>90.700817108154297</c:v>
                </c:pt>
                <c:pt idx="6211">
                  <c:v>95.003108978271499</c:v>
                </c:pt>
                <c:pt idx="6212">
                  <c:v>86.074331283569322</c:v>
                </c:pt>
                <c:pt idx="6213">
                  <c:v>94.862350463867202</c:v>
                </c:pt>
                <c:pt idx="6214">
                  <c:v>84.452444076538086</c:v>
                </c:pt>
                <c:pt idx="6215">
                  <c:v>88.503591537475572</c:v>
                </c:pt>
                <c:pt idx="6216">
                  <c:v>82.722377777099595</c:v>
                </c:pt>
                <c:pt idx="6217">
                  <c:v>85.962272644042969</c:v>
                </c:pt>
                <c:pt idx="6218">
                  <c:v>88.84303092956543</c:v>
                </c:pt>
                <c:pt idx="6219">
                  <c:v>69.799066543579102</c:v>
                </c:pt>
                <c:pt idx="6220">
                  <c:v>75.773681640625</c:v>
                </c:pt>
                <c:pt idx="6221">
                  <c:v>83.979269027709947</c:v>
                </c:pt>
                <c:pt idx="6222">
                  <c:v>98.407375335693345</c:v>
                </c:pt>
                <c:pt idx="6223">
                  <c:v>82.92009162902832</c:v>
                </c:pt>
                <c:pt idx="6224">
                  <c:v>93.905298233032227</c:v>
                </c:pt>
                <c:pt idx="6225">
                  <c:v>91.211513519287095</c:v>
                </c:pt>
                <c:pt idx="6226">
                  <c:v>100</c:v>
                </c:pt>
                <c:pt idx="6227">
                  <c:v>95.315053939819322</c:v>
                </c:pt>
                <c:pt idx="6228">
                  <c:v>93.926191329956055</c:v>
                </c:pt>
                <c:pt idx="6229">
                  <c:v>95.751113891601548</c:v>
                </c:pt>
                <c:pt idx="6230">
                  <c:v>88.82605361938478</c:v>
                </c:pt>
                <c:pt idx="6231">
                  <c:v>71.740712165832548</c:v>
                </c:pt>
                <c:pt idx="6232">
                  <c:v>74.764720916748075</c:v>
                </c:pt>
                <c:pt idx="6233">
                  <c:v>73.6986083984375</c:v>
                </c:pt>
                <c:pt idx="6234">
                  <c:v>92.792018890380845</c:v>
                </c:pt>
                <c:pt idx="6235">
                  <c:v>84.319429397582994</c:v>
                </c:pt>
                <c:pt idx="6236">
                  <c:v>87.069774627685547</c:v>
                </c:pt>
                <c:pt idx="6237">
                  <c:v>78.363763809204102</c:v>
                </c:pt>
                <c:pt idx="6238">
                  <c:v>88.66124153137207</c:v>
                </c:pt>
                <c:pt idx="6239">
                  <c:v>91.107114791870103</c:v>
                </c:pt>
                <c:pt idx="6240">
                  <c:v>91.406682968139648</c:v>
                </c:pt>
                <c:pt idx="6241">
                  <c:v>99.869270324707031</c:v>
                </c:pt>
                <c:pt idx="6242">
                  <c:v>92.90985870361331</c:v>
                </c:pt>
                <c:pt idx="6243">
                  <c:v>94.110067367553697</c:v>
                </c:pt>
                <c:pt idx="6244">
                  <c:v>97.344951629638672</c:v>
                </c:pt>
                <c:pt idx="6245">
                  <c:v>95.323320388793917</c:v>
                </c:pt>
                <c:pt idx="6246">
                  <c:v>99.648515701293945</c:v>
                </c:pt>
                <c:pt idx="6247">
                  <c:v>90.509407043457031</c:v>
                </c:pt>
                <c:pt idx="6248">
                  <c:v>89.851421356201172</c:v>
                </c:pt>
                <c:pt idx="6249">
                  <c:v>95.44115829467772</c:v>
                </c:pt>
                <c:pt idx="6250">
                  <c:v>99.785072326660156</c:v>
                </c:pt>
                <c:pt idx="6251">
                  <c:v>95.628559112548828</c:v>
                </c:pt>
                <c:pt idx="6252">
                  <c:v>81.446388244628906</c:v>
                </c:pt>
                <c:pt idx="6253">
                  <c:v>91.309175491333022</c:v>
                </c:pt>
                <c:pt idx="6254">
                  <c:v>57.08092308044435</c:v>
                </c:pt>
                <c:pt idx="6255">
                  <c:v>78.809379577636719</c:v>
                </c:pt>
                <c:pt idx="6256">
                  <c:v>68.440732955932631</c:v>
                </c:pt>
                <c:pt idx="6257">
                  <c:v>83.903974533081083</c:v>
                </c:pt>
                <c:pt idx="6258">
                  <c:v>95.050210952758775</c:v>
                </c:pt>
                <c:pt idx="6259">
                  <c:v>90.430521011352525</c:v>
                </c:pt>
                <c:pt idx="6260">
                  <c:v>87.434314727783203</c:v>
                </c:pt>
                <c:pt idx="6261">
                  <c:v>76.341461181640625</c:v>
                </c:pt>
                <c:pt idx="6262">
                  <c:v>89.337614059448256</c:v>
                </c:pt>
                <c:pt idx="6263">
                  <c:v>82.07261848449707</c:v>
                </c:pt>
                <c:pt idx="6264">
                  <c:v>93.139984130859375</c:v>
                </c:pt>
                <c:pt idx="6265">
                  <c:v>100</c:v>
                </c:pt>
                <c:pt idx="6266">
                  <c:v>99.959522247314453</c:v>
                </c:pt>
                <c:pt idx="6267">
                  <c:v>96.529050827026367</c:v>
                </c:pt>
                <c:pt idx="6268">
                  <c:v>91.213258743286133</c:v>
                </c:pt>
                <c:pt idx="6269">
                  <c:v>91.163253784179702</c:v>
                </c:pt>
                <c:pt idx="6270">
                  <c:v>100</c:v>
                </c:pt>
                <c:pt idx="6271">
                  <c:v>100</c:v>
                </c:pt>
                <c:pt idx="6272">
                  <c:v>90.639631271362305</c:v>
                </c:pt>
                <c:pt idx="6273">
                  <c:v>84.736663818359375</c:v>
                </c:pt>
                <c:pt idx="6274">
                  <c:v>89.664438247680678</c:v>
                </c:pt>
                <c:pt idx="6275">
                  <c:v>25.42078828811648</c:v>
                </c:pt>
                <c:pt idx="6276">
                  <c:v>59.160724163055413</c:v>
                </c:pt>
                <c:pt idx="6277">
                  <c:v>36.0773410797119</c:v>
                </c:pt>
                <c:pt idx="6278">
                  <c:v>59.276207923889153</c:v>
                </c:pt>
                <c:pt idx="6279">
                  <c:v>55.603515624999972</c:v>
                </c:pt>
                <c:pt idx="6280">
                  <c:v>58.52942943572998</c:v>
                </c:pt>
                <c:pt idx="6281">
                  <c:v>64.328734397888184</c:v>
                </c:pt>
                <c:pt idx="6282">
                  <c:v>77.235248565673857</c:v>
                </c:pt>
                <c:pt idx="6283">
                  <c:v>73.732839584350572</c:v>
                </c:pt>
                <c:pt idx="6284">
                  <c:v>75.197079658508301</c:v>
                </c:pt>
                <c:pt idx="6285">
                  <c:v>93.597383499145508</c:v>
                </c:pt>
                <c:pt idx="6286">
                  <c:v>88.837968826293917</c:v>
                </c:pt>
                <c:pt idx="6287">
                  <c:v>87.149078369140625</c:v>
                </c:pt>
                <c:pt idx="6288">
                  <c:v>91.271747589111328</c:v>
                </c:pt>
                <c:pt idx="6289">
                  <c:v>72.560729980468778</c:v>
                </c:pt>
                <c:pt idx="6290">
                  <c:v>76.914888381958022</c:v>
                </c:pt>
                <c:pt idx="6291">
                  <c:v>75.610954284667955</c:v>
                </c:pt>
                <c:pt idx="6292">
                  <c:v>69.962709426879897</c:v>
                </c:pt>
                <c:pt idx="6293">
                  <c:v>89.753672599792509</c:v>
                </c:pt>
                <c:pt idx="6294">
                  <c:v>82.971511840820298</c:v>
                </c:pt>
                <c:pt idx="6295">
                  <c:v>69.554146766662598</c:v>
                </c:pt>
                <c:pt idx="6296">
                  <c:v>69.047497749328627</c:v>
                </c:pt>
                <c:pt idx="6297">
                  <c:v>96.413099288940458</c:v>
                </c:pt>
                <c:pt idx="6298">
                  <c:v>82.930221557617202</c:v>
                </c:pt>
                <c:pt idx="6299">
                  <c:v>71.186343193054199</c:v>
                </c:pt>
                <c:pt idx="6300">
                  <c:v>58.619176864624023</c:v>
                </c:pt>
                <c:pt idx="6301">
                  <c:v>84.503079414367647</c:v>
                </c:pt>
                <c:pt idx="6302">
                  <c:v>62.847928047180197</c:v>
                </c:pt>
                <c:pt idx="6303">
                  <c:v>55.048258781433127</c:v>
                </c:pt>
                <c:pt idx="6304">
                  <c:v>71.26569366455081</c:v>
                </c:pt>
                <c:pt idx="6305">
                  <c:v>88.086336135864258</c:v>
                </c:pt>
                <c:pt idx="6306">
                  <c:v>77.542955398559542</c:v>
                </c:pt>
                <c:pt idx="6307">
                  <c:v>99.669977188110352</c:v>
                </c:pt>
                <c:pt idx="6308">
                  <c:v>91.978107452392578</c:v>
                </c:pt>
                <c:pt idx="6309">
                  <c:v>53.513383865356467</c:v>
                </c:pt>
                <c:pt idx="6310">
                  <c:v>90.899272918701172</c:v>
                </c:pt>
                <c:pt idx="6311">
                  <c:v>83.13691520690918</c:v>
                </c:pt>
                <c:pt idx="6312">
                  <c:v>55.234500885009801</c:v>
                </c:pt>
                <c:pt idx="6313">
                  <c:v>52.049686431884773</c:v>
                </c:pt>
                <c:pt idx="6314">
                  <c:v>58.715311050415018</c:v>
                </c:pt>
                <c:pt idx="6315">
                  <c:v>68.752433776855469</c:v>
                </c:pt>
                <c:pt idx="6316">
                  <c:v>65.763695716857924</c:v>
                </c:pt>
                <c:pt idx="6317">
                  <c:v>72.406829833984375</c:v>
                </c:pt>
                <c:pt idx="6318">
                  <c:v>76.41791820526123</c:v>
                </c:pt>
                <c:pt idx="6319">
                  <c:v>67.627246856689453</c:v>
                </c:pt>
                <c:pt idx="6320">
                  <c:v>77.211488723754911</c:v>
                </c:pt>
                <c:pt idx="6321">
                  <c:v>96.879013061523452</c:v>
                </c:pt>
                <c:pt idx="6322">
                  <c:v>88.889402389526367</c:v>
                </c:pt>
                <c:pt idx="6323">
                  <c:v>84.210088729858398</c:v>
                </c:pt>
                <c:pt idx="6324">
                  <c:v>62.1051473617554</c:v>
                </c:pt>
                <c:pt idx="6325">
                  <c:v>81.577914237976074</c:v>
                </c:pt>
                <c:pt idx="6326">
                  <c:v>52.559972763061523</c:v>
                </c:pt>
                <c:pt idx="6327">
                  <c:v>76.286310195922852</c:v>
                </c:pt>
                <c:pt idx="6328">
                  <c:v>70.699386596679702</c:v>
                </c:pt>
                <c:pt idx="6329">
                  <c:v>92.341489791870117</c:v>
                </c:pt>
                <c:pt idx="6330">
                  <c:v>87.548797607421875</c:v>
                </c:pt>
                <c:pt idx="6331">
                  <c:v>97.626190185546847</c:v>
                </c:pt>
                <c:pt idx="6332">
                  <c:v>78.498958587646484</c:v>
                </c:pt>
                <c:pt idx="6333">
                  <c:v>83.8256130218506</c:v>
                </c:pt>
                <c:pt idx="6334">
                  <c:v>40.742408275604262</c:v>
                </c:pt>
                <c:pt idx="6335">
                  <c:v>70.024880409240723</c:v>
                </c:pt>
                <c:pt idx="6336">
                  <c:v>36.607496261596701</c:v>
                </c:pt>
                <c:pt idx="6337">
                  <c:v>34.779663562774672</c:v>
                </c:pt>
                <c:pt idx="6338">
                  <c:v>35.763659000396729</c:v>
                </c:pt>
                <c:pt idx="6339">
                  <c:v>43.488725662231452</c:v>
                </c:pt>
                <c:pt idx="6340">
                  <c:v>46.304860115051277</c:v>
                </c:pt>
                <c:pt idx="6341">
                  <c:v>50.19388580322267</c:v>
                </c:pt>
                <c:pt idx="6342">
                  <c:v>43.962766647338867</c:v>
                </c:pt>
                <c:pt idx="6343">
                  <c:v>42.851815700530999</c:v>
                </c:pt>
                <c:pt idx="6344">
                  <c:v>97.049430847167969</c:v>
                </c:pt>
                <c:pt idx="6345">
                  <c:v>96.30681037902832</c:v>
                </c:pt>
                <c:pt idx="6346">
                  <c:v>84.937610626220703</c:v>
                </c:pt>
                <c:pt idx="6347">
                  <c:v>81.461755752563477</c:v>
                </c:pt>
                <c:pt idx="6348">
                  <c:v>64.68999195098877</c:v>
                </c:pt>
                <c:pt idx="6349">
                  <c:v>62.086043357849121</c:v>
                </c:pt>
                <c:pt idx="6350">
                  <c:v>63.987957954406717</c:v>
                </c:pt>
                <c:pt idx="6351">
                  <c:v>82.641908645629869</c:v>
                </c:pt>
                <c:pt idx="6352">
                  <c:v>75.160149574279799</c:v>
                </c:pt>
                <c:pt idx="6353">
                  <c:v>97.543121337890625</c:v>
                </c:pt>
                <c:pt idx="6354">
                  <c:v>92.785915374755845</c:v>
                </c:pt>
                <c:pt idx="6355">
                  <c:v>74.634160995483427</c:v>
                </c:pt>
                <c:pt idx="6356">
                  <c:v>95.224025726318345</c:v>
                </c:pt>
                <c:pt idx="6357">
                  <c:v>94.405553817749023</c:v>
                </c:pt>
                <c:pt idx="6358">
                  <c:v>93.151056289672852</c:v>
                </c:pt>
                <c:pt idx="6359">
                  <c:v>55.725489377975457</c:v>
                </c:pt>
                <c:pt idx="6360">
                  <c:v>12.393475890159589</c:v>
                </c:pt>
                <c:pt idx="6361">
                  <c:v>19.858658313751221</c:v>
                </c:pt>
                <c:pt idx="6362">
                  <c:v>39.158404350280783</c:v>
                </c:pt>
                <c:pt idx="6363">
                  <c:v>40.073496818542473</c:v>
                </c:pt>
                <c:pt idx="6364">
                  <c:v>40.405293464660652</c:v>
                </c:pt>
                <c:pt idx="6365">
                  <c:v>59.135500907897949</c:v>
                </c:pt>
                <c:pt idx="6366">
                  <c:v>48.43492317199707</c:v>
                </c:pt>
                <c:pt idx="6367">
                  <c:v>57.586182594299331</c:v>
                </c:pt>
                <c:pt idx="6368">
                  <c:v>98.597858428955078</c:v>
                </c:pt>
                <c:pt idx="6369">
                  <c:v>92.2427978515625</c:v>
                </c:pt>
                <c:pt idx="6370">
                  <c:v>99.843351364135742</c:v>
                </c:pt>
                <c:pt idx="6371">
                  <c:v>90.160055160522475</c:v>
                </c:pt>
                <c:pt idx="6372">
                  <c:v>92.253623962402315</c:v>
                </c:pt>
                <c:pt idx="6373">
                  <c:v>85.660087585449219</c:v>
                </c:pt>
                <c:pt idx="6374">
                  <c:v>91.834192276000977</c:v>
                </c:pt>
                <c:pt idx="6375">
                  <c:v>100</c:v>
                </c:pt>
                <c:pt idx="6376">
                  <c:v>100</c:v>
                </c:pt>
                <c:pt idx="6377">
                  <c:v>99.341682434082031</c:v>
                </c:pt>
                <c:pt idx="6378">
                  <c:v>99.494842529296875</c:v>
                </c:pt>
                <c:pt idx="6379">
                  <c:v>91.4019775390625</c:v>
                </c:pt>
                <c:pt idx="6380">
                  <c:v>99.897392272949219</c:v>
                </c:pt>
                <c:pt idx="6381">
                  <c:v>88.631986618041992</c:v>
                </c:pt>
                <c:pt idx="6382">
                  <c:v>89.375770568847685</c:v>
                </c:pt>
                <c:pt idx="6383">
                  <c:v>77.95463752746582</c:v>
                </c:pt>
                <c:pt idx="6384">
                  <c:v>12.50246143341065</c:v>
                </c:pt>
                <c:pt idx="6385">
                  <c:v>0</c:v>
                </c:pt>
                <c:pt idx="6386">
                  <c:v>0</c:v>
                </c:pt>
                <c:pt idx="6387">
                  <c:v>2.2482738494873051</c:v>
                </c:pt>
                <c:pt idx="6388">
                  <c:v>7.6844840049743741</c:v>
                </c:pt>
                <c:pt idx="6389">
                  <c:v>9.0086107254028427</c:v>
                </c:pt>
                <c:pt idx="6390">
                  <c:v>5.4597854614257747E-4</c:v>
                </c:pt>
                <c:pt idx="6391">
                  <c:v>5.0754432678222754</c:v>
                </c:pt>
                <c:pt idx="6392">
                  <c:v>86.068269729614258</c:v>
                </c:pt>
                <c:pt idx="6393">
                  <c:v>95.046628952026367</c:v>
                </c:pt>
                <c:pt idx="6394">
                  <c:v>84.887485504150376</c:v>
                </c:pt>
                <c:pt idx="6395">
                  <c:v>93.661407470703125</c:v>
                </c:pt>
                <c:pt idx="6396">
                  <c:v>95.868438720703125</c:v>
                </c:pt>
                <c:pt idx="6397">
                  <c:v>96.641342163085952</c:v>
                </c:pt>
                <c:pt idx="6398">
                  <c:v>99.98341178894043</c:v>
                </c:pt>
                <c:pt idx="6399">
                  <c:v>88.253013610839844</c:v>
                </c:pt>
                <c:pt idx="6400">
                  <c:v>95.834144592285156</c:v>
                </c:pt>
                <c:pt idx="6401">
                  <c:v>98.895797729492202</c:v>
                </c:pt>
                <c:pt idx="6402">
                  <c:v>94.581766128540025</c:v>
                </c:pt>
                <c:pt idx="6403">
                  <c:v>90.222616195678725</c:v>
                </c:pt>
                <c:pt idx="6404">
                  <c:v>94.084831237792969</c:v>
                </c:pt>
                <c:pt idx="6405">
                  <c:v>85.959936141967773</c:v>
                </c:pt>
                <c:pt idx="6406">
                  <c:v>100</c:v>
                </c:pt>
                <c:pt idx="6407">
                  <c:v>99.487913131713867</c:v>
                </c:pt>
                <c:pt idx="6408">
                  <c:v>98.701698303222656</c:v>
                </c:pt>
                <c:pt idx="6409">
                  <c:v>92.644733428955078</c:v>
                </c:pt>
                <c:pt idx="6410">
                  <c:v>29.274682044982921</c:v>
                </c:pt>
                <c:pt idx="6411">
                  <c:v>42.476044654846199</c:v>
                </c:pt>
                <c:pt idx="6412">
                  <c:v>44.794659614562967</c:v>
                </c:pt>
                <c:pt idx="6413">
                  <c:v>39.70701789855957</c:v>
                </c:pt>
                <c:pt idx="6414">
                  <c:v>38.420742034912116</c:v>
                </c:pt>
                <c:pt idx="6415">
                  <c:v>43.781327247619629</c:v>
                </c:pt>
                <c:pt idx="6416">
                  <c:v>99.545255661010771</c:v>
                </c:pt>
                <c:pt idx="6417">
                  <c:v>93.106931686401353</c:v>
                </c:pt>
                <c:pt idx="6418">
                  <c:v>78.170146942138672</c:v>
                </c:pt>
                <c:pt idx="6419">
                  <c:v>88.895391464233398</c:v>
                </c:pt>
                <c:pt idx="6420">
                  <c:v>90.767822265625028</c:v>
                </c:pt>
                <c:pt idx="6421">
                  <c:v>95.744218826293945</c:v>
                </c:pt>
                <c:pt idx="6422">
                  <c:v>89.991369247436523</c:v>
                </c:pt>
                <c:pt idx="6423">
                  <c:v>87.894433975219727</c:v>
                </c:pt>
                <c:pt idx="6424">
                  <c:v>100</c:v>
                </c:pt>
                <c:pt idx="6425">
                  <c:v>89.633646011352553</c:v>
                </c:pt>
                <c:pt idx="6426">
                  <c:v>77.202997207641602</c:v>
                </c:pt>
                <c:pt idx="6427">
                  <c:v>77.170271396636949</c:v>
                </c:pt>
                <c:pt idx="6428">
                  <c:v>74.557449340820355</c:v>
                </c:pt>
                <c:pt idx="6429">
                  <c:v>75.486902713775649</c:v>
                </c:pt>
                <c:pt idx="6430">
                  <c:v>79.84307289123538</c:v>
                </c:pt>
                <c:pt idx="6431">
                  <c:v>92.233789443969727</c:v>
                </c:pt>
                <c:pt idx="6432">
                  <c:v>34.833811759948723</c:v>
                </c:pt>
                <c:pt idx="6433">
                  <c:v>43.417693614959717</c:v>
                </c:pt>
                <c:pt idx="6434">
                  <c:v>44.952469825744629</c:v>
                </c:pt>
                <c:pt idx="6435">
                  <c:v>42.55523347854615</c:v>
                </c:pt>
                <c:pt idx="6436">
                  <c:v>36.6395101547241</c:v>
                </c:pt>
                <c:pt idx="6437">
                  <c:v>60.766320228576667</c:v>
                </c:pt>
                <c:pt idx="6438">
                  <c:v>41.151303291320801</c:v>
                </c:pt>
                <c:pt idx="6439">
                  <c:v>52.852002143859849</c:v>
                </c:pt>
                <c:pt idx="6440">
                  <c:v>93.9129123687744</c:v>
                </c:pt>
                <c:pt idx="6441">
                  <c:v>87.304319381713881</c:v>
                </c:pt>
                <c:pt idx="6442">
                  <c:v>98.12632942199707</c:v>
                </c:pt>
                <c:pt idx="6443">
                  <c:v>91.004680633544922</c:v>
                </c:pt>
                <c:pt idx="6444">
                  <c:v>99.945030212402344</c:v>
                </c:pt>
                <c:pt idx="6445">
                  <c:v>77.522251129150405</c:v>
                </c:pt>
                <c:pt idx="6446">
                  <c:v>50.961896896362298</c:v>
                </c:pt>
                <c:pt idx="6447">
                  <c:v>74.352176666259751</c:v>
                </c:pt>
                <c:pt idx="6448">
                  <c:v>64.033143043518081</c:v>
                </c:pt>
                <c:pt idx="6449">
                  <c:v>85.074769973754869</c:v>
                </c:pt>
                <c:pt idx="6450">
                  <c:v>82.277509689331083</c:v>
                </c:pt>
                <c:pt idx="6451">
                  <c:v>95.720355987548828</c:v>
                </c:pt>
                <c:pt idx="6452">
                  <c:v>92.409324645996122</c:v>
                </c:pt>
                <c:pt idx="6453">
                  <c:v>96.387453079223633</c:v>
                </c:pt>
                <c:pt idx="6454">
                  <c:v>94.201095581054673</c:v>
                </c:pt>
                <c:pt idx="6455">
                  <c:v>91.100065231323242</c:v>
                </c:pt>
                <c:pt idx="6456">
                  <c:v>83.496942520141602</c:v>
                </c:pt>
                <c:pt idx="6457">
                  <c:v>60.211074829101577</c:v>
                </c:pt>
                <c:pt idx="6458">
                  <c:v>25.013494014740001</c:v>
                </c:pt>
                <c:pt idx="6459">
                  <c:v>30.897428512573249</c:v>
                </c:pt>
                <c:pt idx="6460">
                  <c:v>35.704643726348877</c:v>
                </c:pt>
                <c:pt idx="6461">
                  <c:v>31.612304210662849</c:v>
                </c:pt>
                <c:pt idx="6462">
                  <c:v>36.323375701904297</c:v>
                </c:pt>
                <c:pt idx="6463">
                  <c:v>30.80444717407228</c:v>
                </c:pt>
                <c:pt idx="6464">
                  <c:v>97.17498779296875</c:v>
                </c:pt>
                <c:pt idx="6465">
                  <c:v>100</c:v>
                </c:pt>
                <c:pt idx="6466">
                  <c:v>90.739673614501925</c:v>
                </c:pt>
                <c:pt idx="6467">
                  <c:v>100</c:v>
                </c:pt>
                <c:pt idx="6468">
                  <c:v>94.883636474609375</c:v>
                </c:pt>
                <c:pt idx="6469">
                  <c:v>99.763168334960952</c:v>
                </c:pt>
                <c:pt idx="6470">
                  <c:v>97.875873565673828</c:v>
                </c:pt>
                <c:pt idx="6471">
                  <c:v>100</c:v>
                </c:pt>
                <c:pt idx="6472">
                  <c:v>100</c:v>
                </c:pt>
                <c:pt idx="6473">
                  <c:v>91.062540054321303</c:v>
                </c:pt>
                <c:pt idx="6474">
                  <c:v>100</c:v>
                </c:pt>
                <c:pt idx="6475">
                  <c:v>100</c:v>
                </c:pt>
                <c:pt idx="6476">
                  <c:v>97.58868408203125</c:v>
                </c:pt>
                <c:pt idx="6477">
                  <c:v>97.342800140380859</c:v>
                </c:pt>
                <c:pt idx="6478">
                  <c:v>96.90429115295413</c:v>
                </c:pt>
                <c:pt idx="6479">
                  <c:v>100</c:v>
                </c:pt>
                <c:pt idx="6480">
                  <c:v>72.81952285766603</c:v>
                </c:pt>
                <c:pt idx="6481">
                  <c:v>43.162127971649177</c:v>
                </c:pt>
                <c:pt idx="6482">
                  <c:v>32.747422695159898</c:v>
                </c:pt>
                <c:pt idx="6483">
                  <c:v>46.536131858825698</c:v>
                </c:pt>
                <c:pt idx="6484">
                  <c:v>46.007987022399917</c:v>
                </c:pt>
                <c:pt idx="6485">
                  <c:v>41.414865970611572</c:v>
                </c:pt>
                <c:pt idx="6486">
                  <c:v>35.408251285552979</c:v>
                </c:pt>
                <c:pt idx="6487">
                  <c:v>30.1718282699585</c:v>
                </c:pt>
                <c:pt idx="6488">
                  <c:v>99.731279373168945</c:v>
                </c:pt>
                <c:pt idx="6489">
                  <c:v>97.312755584716797</c:v>
                </c:pt>
                <c:pt idx="6490">
                  <c:v>97.09925651550293</c:v>
                </c:pt>
                <c:pt idx="6491">
                  <c:v>91.145366668701172</c:v>
                </c:pt>
                <c:pt idx="6492">
                  <c:v>90.665822982788072</c:v>
                </c:pt>
                <c:pt idx="6493">
                  <c:v>91.483781814575167</c:v>
                </c:pt>
                <c:pt idx="6494">
                  <c:v>99.743080139160156</c:v>
                </c:pt>
                <c:pt idx="6495">
                  <c:v>96.458581924438477</c:v>
                </c:pt>
                <c:pt idx="6496">
                  <c:v>97.34680557250978</c:v>
                </c:pt>
                <c:pt idx="6497">
                  <c:v>100</c:v>
                </c:pt>
                <c:pt idx="6498">
                  <c:v>93.654136657714844</c:v>
                </c:pt>
                <c:pt idx="6499">
                  <c:v>90.27916526794435</c:v>
                </c:pt>
                <c:pt idx="6500">
                  <c:v>90.411130905151381</c:v>
                </c:pt>
                <c:pt idx="6501">
                  <c:v>87.544309616088853</c:v>
                </c:pt>
                <c:pt idx="6502">
                  <c:v>99.775362014770508</c:v>
                </c:pt>
                <c:pt idx="6503">
                  <c:v>85.954902648925781</c:v>
                </c:pt>
                <c:pt idx="6504">
                  <c:v>93.876491546630845</c:v>
                </c:pt>
                <c:pt idx="6505">
                  <c:v>98.945600509643555</c:v>
                </c:pt>
                <c:pt idx="6506">
                  <c:v>83.657188415527372</c:v>
                </c:pt>
                <c:pt idx="6507">
                  <c:v>84.57649040222168</c:v>
                </c:pt>
                <c:pt idx="6508">
                  <c:v>82.660974502563477</c:v>
                </c:pt>
                <c:pt idx="6509">
                  <c:v>85.09613037109375</c:v>
                </c:pt>
                <c:pt idx="6510">
                  <c:v>75.163088798522949</c:v>
                </c:pt>
                <c:pt idx="6511">
                  <c:v>70.818500518798828</c:v>
                </c:pt>
                <c:pt idx="6512">
                  <c:v>79.22566032409668</c:v>
                </c:pt>
                <c:pt idx="6513">
                  <c:v>83.684182167053208</c:v>
                </c:pt>
                <c:pt idx="6514">
                  <c:v>93.623752593994126</c:v>
                </c:pt>
                <c:pt idx="6515">
                  <c:v>99.379573822021499</c:v>
                </c:pt>
                <c:pt idx="6516">
                  <c:v>94.669046401977553</c:v>
                </c:pt>
                <c:pt idx="6517">
                  <c:v>97.329433441162095</c:v>
                </c:pt>
                <c:pt idx="6518">
                  <c:v>92.90558624267581</c:v>
                </c:pt>
                <c:pt idx="6519">
                  <c:v>97.897516250610352</c:v>
                </c:pt>
                <c:pt idx="6520">
                  <c:v>100</c:v>
                </c:pt>
                <c:pt idx="6521">
                  <c:v>100</c:v>
                </c:pt>
                <c:pt idx="6522">
                  <c:v>100</c:v>
                </c:pt>
                <c:pt idx="6523">
                  <c:v>92.571239471435547</c:v>
                </c:pt>
                <c:pt idx="6524">
                  <c:v>98.873035430908203</c:v>
                </c:pt>
                <c:pt idx="6525">
                  <c:v>90.485601425170898</c:v>
                </c:pt>
                <c:pt idx="6526">
                  <c:v>93.074573516845732</c:v>
                </c:pt>
                <c:pt idx="6527">
                  <c:v>91.810871124267578</c:v>
                </c:pt>
                <c:pt idx="6528">
                  <c:v>88.455207824707031</c:v>
                </c:pt>
                <c:pt idx="6529">
                  <c:v>96.523784637451172</c:v>
                </c:pt>
                <c:pt idx="6530">
                  <c:v>87.513124465942369</c:v>
                </c:pt>
                <c:pt idx="6531">
                  <c:v>72.762835502624498</c:v>
                </c:pt>
                <c:pt idx="6532">
                  <c:v>69.290301322936998</c:v>
                </c:pt>
                <c:pt idx="6533">
                  <c:v>70.674902915954604</c:v>
                </c:pt>
                <c:pt idx="6534">
                  <c:v>59.870336532592802</c:v>
                </c:pt>
                <c:pt idx="6535">
                  <c:v>78.280988693237305</c:v>
                </c:pt>
                <c:pt idx="6536">
                  <c:v>97.61474990844728</c:v>
                </c:pt>
                <c:pt idx="6537">
                  <c:v>97.366619110107422</c:v>
                </c:pt>
                <c:pt idx="6538">
                  <c:v>100</c:v>
                </c:pt>
                <c:pt idx="6539">
                  <c:v>93.133638381958008</c:v>
                </c:pt>
                <c:pt idx="6540">
                  <c:v>95.563789367675781</c:v>
                </c:pt>
                <c:pt idx="6541">
                  <c:v>91.881004333496094</c:v>
                </c:pt>
                <c:pt idx="6542">
                  <c:v>99.965856552124023</c:v>
                </c:pt>
                <c:pt idx="6543">
                  <c:v>96.041557312011719</c:v>
                </c:pt>
                <c:pt idx="6544">
                  <c:v>85.480340957641602</c:v>
                </c:pt>
                <c:pt idx="6545">
                  <c:v>100</c:v>
                </c:pt>
                <c:pt idx="6546">
                  <c:v>89.256254196167006</c:v>
                </c:pt>
                <c:pt idx="6547">
                  <c:v>89.118324279785185</c:v>
                </c:pt>
                <c:pt idx="6548">
                  <c:v>97.378631591796875</c:v>
                </c:pt>
                <c:pt idx="6549">
                  <c:v>97.437002182006822</c:v>
                </c:pt>
                <c:pt idx="6550">
                  <c:v>100</c:v>
                </c:pt>
                <c:pt idx="6551">
                  <c:v>89.515701293945327</c:v>
                </c:pt>
                <c:pt idx="6552">
                  <c:v>94.981281280517578</c:v>
                </c:pt>
                <c:pt idx="6553">
                  <c:v>89.308744430542006</c:v>
                </c:pt>
                <c:pt idx="6554">
                  <c:v>24.07202601432801</c:v>
                </c:pt>
                <c:pt idx="6555">
                  <c:v>44.252939224243178</c:v>
                </c:pt>
                <c:pt idx="6556">
                  <c:v>47.994127273559577</c:v>
                </c:pt>
                <c:pt idx="6557">
                  <c:v>47.38990211486815</c:v>
                </c:pt>
                <c:pt idx="6558">
                  <c:v>43.319552421569803</c:v>
                </c:pt>
                <c:pt idx="6559">
                  <c:v>48.081242561340318</c:v>
                </c:pt>
                <c:pt idx="6560">
                  <c:v>86.843864440917969</c:v>
                </c:pt>
                <c:pt idx="6561">
                  <c:v>96.891254425048828</c:v>
                </c:pt>
                <c:pt idx="6562">
                  <c:v>97.773246765136719</c:v>
                </c:pt>
                <c:pt idx="6563">
                  <c:v>99.449359893798828</c:v>
                </c:pt>
                <c:pt idx="6564">
                  <c:v>100</c:v>
                </c:pt>
                <c:pt idx="6565">
                  <c:v>97.406194686889648</c:v>
                </c:pt>
                <c:pt idx="6566">
                  <c:v>99.820693969726577</c:v>
                </c:pt>
                <c:pt idx="6567">
                  <c:v>99.030525207519531</c:v>
                </c:pt>
                <c:pt idx="6568">
                  <c:v>94.663965225219755</c:v>
                </c:pt>
                <c:pt idx="6569">
                  <c:v>100</c:v>
                </c:pt>
                <c:pt idx="6570">
                  <c:v>94.213479995727553</c:v>
                </c:pt>
                <c:pt idx="6571">
                  <c:v>92.97057723999022</c:v>
                </c:pt>
                <c:pt idx="6572">
                  <c:v>92.712860107421875</c:v>
                </c:pt>
                <c:pt idx="6573">
                  <c:v>92.623355865478516</c:v>
                </c:pt>
                <c:pt idx="6574">
                  <c:v>91.138355255126953</c:v>
                </c:pt>
                <c:pt idx="6575">
                  <c:v>86.466333389282255</c:v>
                </c:pt>
                <c:pt idx="6576">
                  <c:v>78.449298858642607</c:v>
                </c:pt>
                <c:pt idx="6577">
                  <c:v>40.533136367797823</c:v>
                </c:pt>
                <c:pt idx="6578">
                  <c:v>41.811748504638672</c:v>
                </c:pt>
                <c:pt idx="6579">
                  <c:v>45.135451316833468</c:v>
                </c:pt>
                <c:pt idx="6580">
                  <c:v>54.340102195739753</c:v>
                </c:pt>
                <c:pt idx="6581">
                  <c:v>42.772872924804702</c:v>
                </c:pt>
                <c:pt idx="6582">
                  <c:v>49.8768663406372</c:v>
                </c:pt>
                <c:pt idx="6583">
                  <c:v>52.029307842254653</c:v>
                </c:pt>
                <c:pt idx="6584">
                  <c:v>99.683135986328153</c:v>
                </c:pt>
                <c:pt idx="6585">
                  <c:v>97.32550430297853</c:v>
                </c:pt>
                <c:pt idx="6586">
                  <c:v>100</c:v>
                </c:pt>
                <c:pt idx="6587">
                  <c:v>100</c:v>
                </c:pt>
                <c:pt idx="6588">
                  <c:v>97.281604766845703</c:v>
                </c:pt>
                <c:pt idx="6589">
                  <c:v>90.931425094604492</c:v>
                </c:pt>
                <c:pt idx="6590">
                  <c:v>98.180168151855469</c:v>
                </c:pt>
                <c:pt idx="6591">
                  <c:v>97.876859664916992</c:v>
                </c:pt>
                <c:pt idx="6592">
                  <c:v>100</c:v>
                </c:pt>
                <c:pt idx="6593">
                  <c:v>96.510988235473633</c:v>
                </c:pt>
                <c:pt idx="6594">
                  <c:v>90.585033416748018</c:v>
                </c:pt>
                <c:pt idx="6595">
                  <c:v>92.551801681518555</c:v>
                </c:pt>
                <c:pt idx="6596">
                  <c:v>100</c:v>
                </c:pt>
                <c:pt idx="6597">
                  <c:v>100</c:v>
                </c:pt>
                <c:pt idx="6598">
                  <c:v>94.22790908813478</c:v>
                </c:pt>
                <c:pt idx="6599">
                  <c:v>96.954414367675781</c:v>
                </c:pt>
                <c:pt idx="6600">
                  <c:v>100</c:v>
                </c:pt>
                <c:pt idx="6601">
                  <c:v>31.557150840759299</c:v>
                </c:pt>
                <c:pt idx="6602">
                  <c:v>53.54501819610595</c:v>
                </c:pt>
                <c:pt idx="6603">
                  <c:v>62.165131568908713</c:v>
                </c:pt>
                <c:pt idx="6604">
                  <c:v>50.969949722290053</c:v>
                </c:pt>
                <c:pt idx="6605">
                  <c:v>52.907785415649428</c:v>
                </c:pt>
                <c:pt idx="6606">
                  <c:v>44.07586669921875</c:v>
                </c:pt>
                <c:pt idx="6607">
                  <c:v>36.848567008972182</c:v>
                </c:pt>
                <c:pt idx="6608">
                  <c:v>96.543567657470703</c:v>
                </c:pt>
                <c:pt idx="6609">
                  <c:v>95.481857299804673</c:v>
                </c:pt>
                <c:pt idx="6610">
                  <c:v>97.27362442016603</c:v>
                </c:pt>
                <c:pt idx="6611">
                  <c:v>95.441009521484375</c:v>
                </c:pt>
                <c:pt idx="6612">
                  <c:v>95.913398742675781</c:v>
                </c:pt>
                <c:pt idx="6613">
                  <c:v>100</c:v>
                </c:pt>
                <c:pt idx="6614">
                  <c:v>90.615924835205078</c:v>
                </c:pt>
                <c:pt idx="6615">
                  <c:v>94.749683380126982</c:v>
                </c:pt>
                <c:pt idx="6616">
                  <c:v>89.87750244140625</c:v>
                </c:pt>
                <c:pt idx="6617">
                  <c:v>100</c:v>
                </c:pt>
                <c:pt idx="6618">
                  <c:v>97.561004638671875</c:v>
                </c:pt>
                <c:pt idx="6619">
                  <c:v>100</c:v>
                </c:pt>
                <c:pt idx="6620">
                  <c:v>96.88885116577147</c:v>
                </c:pt>
                <c:pt idx="6621">
                  <c:v>100</c:v>
                </c:pt>
                <c:pt idx="6622">
                  <c:v>96.636112213134751</c:v>
                </c:pt>
                <c:pt idx="6623">
                  <c:v>78.006494522094727</c:v>
                </c:pt>
                <c:pt idx="6624">
                  <c:v>88.974390983581529</c:v>
                </c:pt>
                <c:pt idx="6625">
                  <c:v>69.551873207092271</c:v>
                </c:pt>
                <c:pt idx="6626">
                  <c:v>30.04117584228516</c:v>
                </c:pt>
                <c:pt idx="6627">
                  <c:v>0</c:v>
                </c:pt>
                <c:pt idx="6628">
                  <c:v>3.370333671569822</c:v>
                </c:pt>
                <c:pt idx="6629">
                  <c:v>20.073500633239721</c:v>
                </c:pt>
                <c:pt idx="6630">
                  <c:v>18.77183532714842</c:v>
                </c:pt>
                <c:pt idx="6631">
                  <c:v>4.4849810600280753</c:v>
                </c:pt>
                <c:pt idx="6632">
                  <c:v>75.366591453552246</c:v>
                </c:pt>
                <c:pt idx="6633">
                  <c:v>96.97831916809082</c:v>
                </c:pt>
                <c:pt idx="6634">
                  <c:v>96.498817443847656</c:v>
                </c:pt>
                <c:pt idx="6635">
                  <c:v>100</c:v>
                </c:pt>
                <c:pt idx="6636">
                  <c:v>100</c:v>
                </c:pt>
                <c:pt idx="6637">
                  <c:v>100</c:v>
                </c:pt>
                <c:pt idx="6638">
                  <c:v>96.8868408203125</c:v>
                </c:pt>
                <c:pt idx="6639">
                  <c:v>97.60929107666017</c:v>
                </c:pt>
                <c:pt idx="6640">
                  <c:v>98.70879745483397</c:v>
                </c:pt>
                <c:pt idx="6641">
                  <c:v>93.147823333740249</c:v>
                </c:pt>
                <c:pt idx="6642">
                  <c:v>92.60736083984375</c:v>
                </c:pt>
                <c:pt idx="6643">
                  <c:v>91.15174674987793</c:v>
                </c:pt>
                <c:pt idx="6644">
                  <c:v>100</c:v>
                </c:pt>
                <c:pt idx="6645">
                  <c:v>97.491569519042969</c:v>
                </c:pt>
                <c:pt idx="6646">
                  <c:v>95.598321914672852</c:v>
                </c:pt>
                <c:pt idx="6647">
                  <c:v>87.750015258789077</c:v>
                </c:pt>
                <c:pt idx="6648">
                  <c:v>80.078001022338881</c:v>
                </c:pt>
                <c:pt idx="6649">
                  <c:v>59.819471359252901</c:v>
                </c:pt>
                <c:pt idx="6650">
                  <c:v>64.908015251159696</c:v>
                </c:pt>
                <c:pt idx="6651">
                  <c:v>0</c:v>
                </c:pt>
                <c:pt idx="6652">
                  <c:v>14.32834982872008</c:v>
                </c:pt>
                <c:pt idx="6653">
                  <c:v>16.89484524726868</c:v>
                </c:pt>
                <c:pt idx="6654">
                  <c:v>15.630787968635561</c:v>
                </c:pt>
                <c:pt idx="6655">
                  <c:v>1.187574982643127</c:v>
                </c:pt>
                <c:pt idx="6656">
                  <c:v>71.787621498107924</c:v>
                </c:pt>
                <c:pt idx="6657">
                  <c:v>91.425193786621094</c:v>
                </c:pt>
                <c:pt idx="6658">
                  <c:v>91.375850677490249</c:v>
                </c:pt>
                <c:pt idx="6659">
                  <c:v>94.975370407104506</c:v>
                </c:pt>
                <c:pt idx="6660">
                  <c:v>98.129018783569322</c:v>
                </c:pt>
                <c:pt idx="6661">
                  <c:v>75.454135894775376</c:v>
                </c:pt>
                <c:pt idx="6662">
                  <c:v>90.22789192199707</c:v>
                </c:pt>
                <c:pt idx="6663">
                  <c:v>52.733642578125</c:v>
                </c:pt>
                <c:pt idx="6664">
                  <c:v>90.950689315795927</c:v>
                </c:pt>
                <c:pt idx="6665">
                  <c:v>93.936668395996094</c:v>
                </c:pt>
                <c:pt idx="6666">
                  <c:v>98.97449111938478</c:v>
                </c:pt>
                <c:pt idx="6667">
                  <c:v>92.310487747192397</c:v>
                </c:pt>
                <c:pt idx="6668">
                  <c:v>85.672454833984375</c:v>
                </c:pt>
                <c:pt idx="6669">
                  <c:v>95.695110321044922</c:v>
                </c:pt>
                <c:pt idx="6670">
                  <c:v>99.171487808227553</c:v>
                </c:pt>
                <c:pt idx="6671">
                  <c:v>76.323135375976577</c:v>
                </c:pt>
                <c:pt idx="6672">
                  <c:v>25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37.533153533935547</c:v>
                </c:pt>
                <c:pt idx="6680">
                  <c:v>95.55900764465332</c:v>
                </c:pt>
                <c:pt idx="6681">
                  <c:v>91.293901443481445</c:v>
                </c:pt>
                <c:pt idx="6682">
                  <c:v>94.613344192504883</c:v>
                </c:pt>
                <c:pt idx="6683">
                  <c:v>79.81836891174315</c:v>
                </c:pt>
                <c:pt idx="6684">
                  <c:v>74.532041549682617</c:v>
                </c:pt>
                <c:pt idx="6685">
                  <c:v>49.335401535034173</c:v>
                </c:pt>
                <c:pt idx="6686">
                  <c:v>69.572890281677246</c:v>
                </c:pt>
                <c:pt idx="6687">
                  <c:v>29.091468811035181</c:v>
                </c:pt>
                <c:pt idx="6688">
                  <c:v>15.194232940673819</c:v>
                </c:pt>
                <c:pt idx="6689">
                  <c:v>37.954307794570923</c:v>
                </c:pt>
                <c:pt idx="6690">
                  <c:v>73.393466949462876</c:v>
                </c:pt>
                <c:pt idx="6691">
                  <c:v>10.49010038375855</c:v>
                </c:pt>
                <c:pt idx="6692">
                  <c:v>47.923886299133329</c:v>
                </c:pt>
                <c:pt idx="6693">
                  <c:v>72.778549194335952</c:v>
                </c:pt>
                <c:pt idx="6694">
                  <c:v>81.413103103637667</c:v>
                </c:pt>
                <c:pt idx="6695">
                  <c:v>71.91870498657228</c:v>
                </c:pt>
                <c:pt idx="6696">
                  <c:v>4.630917310714735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25.383751869201649</c:v>
                </c:pt>
                <c:pt idx="6704">
                  <c:v>95.48377799987793</c:v>
                </c:pt>
                <c:pt idx="6705">
                  <c:v>81.192011833190904</c:v>
                </c:pt>
                <c:pt idx="6706">
                  <c:v>71.055729866027832</c:v>
                </c:pt>
                <c:pt idx="6707">
                  <c:v>66.053921699523926</c:v>
                </c:pt>
                <c:pt idx="6708">
                  <c:v>79.942033767700195</c:v>
                </c:pt>
                <c:pt idx="6709">
                  <c:v>84.779964447021499</c:v>
                </c:pt>
                <c:pt idx="6710">
                  <c:v>83.04545593261723</c:v>
                </c:pt>
                <c:pt idx="6711">
                  <c:v>89.879884719848633</c:v>
                </c:pt>
                <c:pt idx="6712">
                  <c:v>87.587093353271499</c:v>
                </c:pt>
                <c:pt idx="6713">
                  <c:v>95.746986389160156</c:v>
                </c:pt>
                <c:pt idx="6714">
                  <c:v>87.522317886352553</c:v>
                </c:pt>
                <c:pt idx="6715">
                  <c:v>95.419300079345703</c:v>
                </c:pt>
                <c:pt idx="6716">
                  <c:v>97.348033905029297</c:v>
                </c:pt>
                <c:pt idx="6717">
                  <c:v>92.365320205688477</c:v>
                </c:pt>
                <c:pt idx="6718">
                  <c:v>92.540737152099595</c:v>
                </c:pt>
                <c:pt idx="6719">
                  <c:v>76.732233047485323</c:v>
                </c:pt>
                <c:pt idx="6720">
                  <c:v>79.766714096069322</c:v>
                </c:pt>
                <c:pt idx="6721">
                  <c:v>59.410140991210923</c:v>
                </c:pt>
                <c:pt idx="6722">
                  <c:v>11.277873277664179</c:v>
                </c:pt>
                <c:pt idx="6723">
                  <c:v>4.9712173938751123</c:v>
                </c:pt>
                <c:pt idx="6724">
                  <c:v>8.0537050962448049</c:v>
                </c:pt>
                <c:pt idx="6725">
                  <c:v>16.347570419311499</c:v>
                </c:pt>
                <c:pt idx="6726">
                  <c:v>5.8234066963195801</c:v>
                </c:pt>
                <c:pt idx="6727">
                  <c:v>2.4345908164978018</c:v>
                </c:pt>
                <c:pt idx="6728">
                  <c:v>90.956552505493178</c:v>
                </c:pt>
                <c:pt idx="6729">
                  <c:v>96.751846313476577</c:v>
                </c:pt>
                <c:pt idx="6730">
                  <c:v>95.078681945800795</c:v>
                </c:pt>
                <c:pt idx="6731">
                  <c:v>95.957363128662095</c:v>
                </c:pt>
                <c:pt idx="6732">
                  <c:v>100</c:v>
                </c:pt>
                <c:pt idx="6733">
                  <c:v>97.920524597167969</c:v>
                </c:pt>
                <c:pt idx="6734">
                  <c:v>99.434579849243178</c:v>
                </c:pt>
                <c:pt idx="6735">
                  <c:v>100</c:v>
                </c:pt>
                <c:pt idx="6736">
                  <c:v>96.533349990844727</c:v>
                </c:pt>
                <c:pt idx="6737">
                  <c:v>96.562314987182617</c:v>
                </c:pt>
                <c:pt idx="6738">
                  <c:v>88.994192123413072</c:v>
                </c:pt>
                <c:pt idx="6739">
                  <c:v>71.248506546020494</c:v>
                </c:pt>
                <c:pt idx="6740">
                  <c:v>100</c:v>
                </c:pt>
                <c:pt idx="6741">
                  <c:v>71.757201194763198</c:v>
                </c:pt>
                <c:pt idx="6742">
                  <c:v>78.326488494873075</c:v>
                </c:pt>
                <c:pt idx="6743">
                  <c:v>55.29669189453125</c:v>
                </c:pt>
                <c:pt idx="6744">
                  <c:v>1.577881693840028</c:v>
                </c:pt>
                <c:pt idx="6745">
                  <c:v>2.6109112501144418</c:v>
                </c:pt>
                <c:pt idx="6746">
                  <c:v>12.84168255329134</c:v>
                </c:pt>
                <c:pt idx="6747">
                  <c:v>5.1717549562454241</c:v>
                </c:pt>
                <c:pt idx="6748">
                  <c:v>16.148069739341739</c:v>
                </c:pt>
                <c:pt idx="6749">
                  <c:v>16.497526645660429</c:v>
                </c:pt>
                <c:pt idx="6750">
                  <c:v>21.23269248008728</c:v>
                </c:pt>
                <c:pt idx="6751">
                  <c:v>16.190862417221059</c:v>
                </c:pt>
                <c:pt idx="6752">
                  <c:v>94.584575653076172</c:v>
                </c:pt>
                <c:pt idx="6753">
                  <c:v>62.306250572204597</c:v>
                </c:pt>
                <c:pt idx="6754">
                  <c:v>65.319217681884766</c:v>
                </c:pt>
                <c:pt idx="6755">
                  <c:v>93.899175643920898</c:v>
                </c:pt>
                <c:pt idx="6756">
                  <c:v>87.993284225463867</c:v>
                </c:pt>
                <c:pt idx="6757">
                  <c:v>86.05034923553464</c:v>
                </c:pt>
                <c:pt idx="6758">
                  <c:v>89.759057998657227</c:v>
                </c:pt>
                <c:pt idx="6759">
                  <c:v>78.994056701660156</c:v>
                </c:pt>
                <c:pt idx="6760">
                  <c:v>85.063804626464844</c:v>
                </c:pt>
                <c:pt idx="6761">
                  <c:v>75.325626373291001</c:v>
                </c:pt>
                <c:pt idx="6762">
                  <c:v>34.447508573532097</c:v>
                </c:pt>
                <c:pt idx="6763">
                  <c:v>95.358371734619126</c:v>
                </c:pt>
                <c:pt idx="6764">
                  <c:v>43.703144073486328</c:v>
                </c:pt>
                <c:pt idx="6765">
                  <c:v>98.011955261230469</c:v>
                </c:pt>
                <c:pt idx="6766">
                  <c:v>80.38374137878418</c:v>
                </c:pt>
                <c:pt idx="6767">
                  <c:v>67.040742874145508</c:v>
                </c:pt>
                <c:pt idx="6768">
                  <c:v>42.72100830078125</c:v>
                </c:pt>
                <c:pt idx="6769">
                  <c:v>35.882618904113798</c:v>
                </c:pt>
                <c:pt idx="6770">
                  <c:v>28.198514461517352</c:v>
                </c:pt>
                <c:pt idx="6771">
                  <c:v>26.025126457214348</c:v>
                </c:pt>
                <c:pt idx="6772">
                  <c:v>37.848525524139397</c:v>
                </c:pt>
                <c:pt idx="6773">
                  <c:v>35.620710372924798</c:v>
                </c:pt>
                <c:pt idx="6774">
                  <c:v>43.270217895507798</c:v>
                </c:pt>
                <c:pt idx="6775">
                  <c:v>29.852951049804702</c:v>
                </c:pt>
                <c:pt idx="6776">
                  <c:v>91.383279800415025</c:v>
                </c:pt>
                <c:pt idx="6777">
                  <c:v>93.936790466308565</c:v>
                </c:pt>
                <c:pt idx="6778">
                  <c:v>90.636861801147475</c:v>
                </c:pt>
                <c:pt idx="6779">
                  <c:v>100</c:v>
                </c:pt>
                <c:pt idx="6780">
                  <c:v>100</c:v>
                </c:pt>
                <c:pt idx="6781">
                  <c:v>100</c:v>
                </c:pt>
                <c:pt idx="6782">
                  <c:v>93.810239791870131</c:v>
                </c:pt>
                <c:pt idx="6783">
                  <c:v>98.27406120300293</c:v>
                </c:pt>
                <c:pt idx="6784">
                  <c:v>89.737964630126953</c:v>
                </c:pt>
                <c:pt idx="6785">
                  <c:v>98.934402465820327</c:v>
                </c:pt>
                <c:pt idx="6786">
                  <c:v>96.340106964111328</c:v>
                </c:pt>
                <c:pt idx="6787">
                  <c:v>100</c:v>
                </c:pt>
                <c:pt idx="6788">
                  <c:v>98.385524749755845</c:v>
                </c:pt>
                <c:pt idx="6789">
                  <c:v>93.932865142822251</c:v>
                </c:pt>
                <c:pt idx="6790">
                  <c:v>96.337564468383803</c:v>
                </c:pt>
                <c:pt idx="6791">
                  <c:v>80.405910491943345</c:v>
                </c:pt>
                <c:pt idx="6792">
                  <c:v>90.717523574829102</c:v>
                </c:pt>
                <c:pt idx="6793">
                  <c:v>72.969422340393095</c:v>
                </c:pt>
                <c:pt idx="6794">
                  <c:v>83.923446655273452</c:v>
                </c:pt>
                <c:pt idx="6795">
                  <c:v>34.597812652587884</c:v>
                </c:pt>
                <c:pt idx="6796">
                  <c:v>32.734884262084982</c:v>
                </c:pt>
                <c:pt idx="6797">
                  <c:v>47.945668697357199</c:v>
                </c:pt>
                <c:pt idx="6798">
                  <c:v>41.505829811096199</c:v>
                </c:pt>
                <c:pt idx="6799">
                  <c:v>88.145662307739286</c:v>
                </c:pt>
                <c:pt idx="6800">
                  <c:v>97.285764694213867</c:v>
                </c:pt>
                <c:pt idx="6801">
                  <c:v>96.951045989990249</c:v>
                </c:pt>
                <c:pt idx="6802">
                  <c:v>100</c:v>
                </c:pt>
                <c:pt idx="6803">
                  <c:v>100</c:v>
                </c:pt>
                <c:pt idx="6804">
                  <c:v>96.275623321533203</c:v>
                </c:pt>
                <c:pt idx="6805">
                  <c:v>96.930437088012695</c:v>
                </c:pt>
                <c:pt idx="6806">
                  <c:v>100</c:v>
                </c:pt>
                <c:pt idx="6807">
                  <c:v>95.315647125244169</c:v>
                </c:pt>
                <c:pt idx="6808">
                  <c:v>88.348411560058594</c:v>
                </c:pt>
                <c:pt idx="6809">
                  <c:v>96.167551040649428</c:v>
                </c:pt>
                <c:pt idx="6810">
                  <c:v>95.31903457641603</c:v>
                </c:pt>
                <c:pt idx="6811">
                  <c:v>100</c:v>
                </c:pt>
                <c:pt idx="6812">
                  <c:v>100</c:v>
                </c:pt>
                <c:pt idx="6813">
                  <c:v>100</c:v>
                </c:pt>
                <c:pt idx="6814">
                  <c:v>92.21698760986331</c:v>
                </c:pt>
                <c:pt idx="6815">
                  <c:v>93.918586730957031</c:v>
                </c:pt>
                <c:pt idx="6816">
                  <c:v>80.272190093994126</c:v>
                </c:pt>
                <c:pt idx="6817">
                  <c:v>83.276037216186523</c:v>
                </c:pt>
                <c:pt idx="6818">
                  <c:v>55.825407028198221</c:v>
                </c:pt>
                <c:pt idx="6819">
                  <c:v>41.698905467987053</c:v>
                </c:pt>
                <c:pt idx="6820">
                  <c:v>45.62378549575805</c:v>
                </c:pt>
                <c:pt idx="6821">
                  <c:v>50.320281982421882</c:v>
                </c:pt>
                <c:pt idx="6822">
                  <c:v>48.144692420959451</c:v>
                </c:pt>
                <c:pt idx="6823">
                  <c:v>99.683279037475572</c:v>
                </c:pt>
                <c:pt idx="6824">
                  <c:v>97.377408981323242</c:v>
                </c:pt>
                <c:pt idx="6825">
                  <c:v>95.57506942749022</c:v>
                </c:pt>
                <c:pt idx="6826">
                  <c:v>96.717428207397447</c:v>
                </c:pt>
                <c:pt idx="6827">
                  <c:v>98.983188629150405</c:v>
                </c:pt>
                <c:pt idx="6828">
                  <c:v>100</c:v>
                </c:pt>
                <c:pt idx="6829">
                  <c:v>92.151031494140625</c:v>
                </c:pt>
                <c:pt idx="6830">
                  <c:v>92.484102249145494</c:v>
                </c:pt>
                <c:pt idx="6831">
                  <c:v>54.243990898132317</c:v>
                </c:pt>
                <c:pt idx="6832">
                  <c:v>51.654311656951933</c:v>
                </c:pt>
                <c:pt idx="6833">
                  <c:v>78.302822113037124</c:v>
                </c:pt>
                <c:pt idx="6834">
                  <c:v>80.924594879150405</c:v>
                </c:pt>
                <c:pt idx="6835">
                  <c:v>84.541160583496065</c:v>
                </c:pt>
                <c:pt idx="6836">
                  <c:v>88.314601898193345</c:v>
                </c:pt>
                <c:pt idx="6837">
                  <c:v>97.752952575683594</c:v>
                </c:pt>
                <c:pt idx="6838">
                  <c:v>99.721921920776367</c:v>
                </c:pt>
                <c:pt idx="6839">
                  <c:v>78.657799720764146</c:v>
                </c:pt>
                <c:pt idx="6840">
                  <c:v>56.306468963623047</c:v>
                </c:pt>
                <c:pt idx="6841">
                  <c:v>49.859974861144998</c:v>
                </c:pt>
                <c:pt idx="6842">
                  <c:v>60.110647201538079</c:v>
                </c:pt>
                <c:pt idx="6843">
                  <c:v>46.174091339111349</c:v>
                </c:pt>
                <c:pt idx="6844">
                  <c:v>34.63056850433351</c:v>
                </c:pt>
                <c:pt idx="6845">
                  <c:v>23.087045669555671</c:v>
                </c:pt>
                <c:pt idx="6846">
                  <c:v>11.543522834777839</c:v>
                </c:pt>
                <c:pt idx="6847">
                  <c:v>0</c:v>
                </c:pt>
                <c:pt idx="6848">
                  <c:v>85.089902877807617</c:v>
                </c:pt>
                <c:pt idx="6849">
                  <c:v>89.25102424621582</c:v>
                </c:pt>
                <c:pt idx="6850">
                  <c:v>97.257369995117202</c:v>
                </c:pt>
                <c:pt idx="6851">
                  <c:v>99.943157196044922</c:v>
                </c:pt>
                <c:pt idx="6852">
                  <c:v>96.08245849609375</c:v>
                </c:pt>
                <c:pt idx="6853">
                  <c:v>96.343898773193345</c:v>
                </c:pt>
                <c:pt idx="6854">
                  <c:v>100</c:v>
                </c:pt>
                <c:pt idx="6855">
                  <c:v>95.411458969116197</c:v>
                </c:pt>
                <c:pt idx="6856">
                  <c:v>90.32306289672853</c:v>
                </c:pt>
                <c:pt idx="6857">
                  <c:v>89.097663879394545</c:v>
                </c:pt>
                <c:pt idx="6858">
                  <c:v>97.074407577514648</c:v>
                </c:pt>
                <c:pt idx="6859">
                  <c:v>91.928724288940458</c:v>
                </c:pt>
                <c:pt idx="6860">
                  <c:v>97.02118301391603</c:v>
                </c:pt>
                <c:pt idx="6861">
                  <c:v>86.154262542724595</c:v>
                </c:pt>
                <c:pt idx="6862">
                  <c:v>86.063169479370117</c:v>
                </c:pt>
                <c:pt idx="6863">
                  <c:v>93.630571365356431</c:v>
                </c:pt>
                <c:pt idx="6864">
                  <c:v>82.003816604614229</c:v>
                </c:pt>
                <c:pt idx="6865">
                  <c:v>92.895984649658203</c:v>
                </c:pt>
                <c:pt idx="6866">
                  <c:v>90.965293884277344</c:v>
                </c:pt>
                <c:pt idx="6867">
                  <c:v>56.167360305786133</c:v>
                </c:pt>
                <c:pt idx="6868">
                  <c:v>59.33798694610595</c:v>
                </c:pt>
                <c:pt idx="6869">
                  <c:v>72.503608703613253</c:v>
                </c:pt>
                <c:pt idx="6870">
                  <c:v>65.961586952209473</c:v>
                </c:pt>
                <c:pt idx="6871">
                  <c:v>43.522398948669426</c:v>
                </c:pt>
                <c:pt idx="6872">
                  <c:v>98.432826995849595</c:v>
                </c:pt>
                <c:pt idx="6873">
                  <c:v>89.545778274536133</c:v>
                </c:pt>
                <c:pt idx="6874">
                  <c:v>95.088390350341797</c:v>
                </c:pt>
                <c:pt idx="6875">
                  <c:v>98.983234405517578</c:v>
                </c:pt>
                <c:pt idx="6876">
                  <c:v>100</c:v>
                </c:pt>
                <c:pt idx="6877">
                  <c:v>95.77995491027832</c:v>
                </c:pt>
                <c:pt idx="6878">
                  <c:v>95.785430908203153</c:v>
                </c:pt>
                <c:pt idx="6879">
                  <c:v>88.792125701904297</c:v>
                </c:pt>
                <c:pt idx="6880">
                  <c:v>91.826681137084947</c:v>
                </c:pt>
                <c:pt idx="6881">
                  <c:v>97.08472061157228</c:v>
                </c:pt>
                <c:pt idx="6882">
                  <c:v>91.96918487548831</c:v>
                </c:pt>
                <c:pt idx="6883">
                  <c:v>95.006593704223633</c:v>
                </c:pt>
                <c:pt idx="6884">
                  <c:v>96.9263210296631</c:v>
                </c:pt>
                <c:pt idx="6885">
                  <c:v>98.04545783996582</c:v>
                </c:pt>
                <c:pt idx="6886">
                  <c:v>90.788776397705078</c:v>
                </c:pt>
                <c:pt idx="6887">
                  <c:v>94.769838333129883</c:v>
                </c:pt>
                <c:pt idx="6888">
                  <c:v>73.457098007202148</c:v>
                </c:pt>
                <c:pt idx="6889">
                  <c:v>82.662502288818402</c:v>
                </c:pt>
                <c:pt idx="6890">
                  <c:v>7.6639750599861198</c:v>
                </c:pt>
                <c:pt idx="6891">
                  <c:v>29.498533248901381</c:v>
                </c:pt>
                <c:pt idx="6892">
                  <c:v>33.612965583801298</c:v>
                </c:pt>
                <c:pt idx="6893">
                  <c:v>39.459578514099121</c:v>
                </c:pt>
                <c:pt idx="6894">
                  <c:v>38.624108314514167</c:v>
                </c:pt>
                <c:pt idx="6895">
                  <c:v>35.078952789306634</c:v>
                </c:pt>
                <c:pt idx="6896">
                  <c:v>92.790525436401367</c:v>
                </c:pt>
                <c:pt idx="6897">
                  <c:v>97.106689453125</c:v>
                </c:pt>
                <c:pt idx="6898">
                  <c:v>100</c:v>
                </c:pt>
                <c:pt idx="6899">
                  <c:v>95.834617614746094</c:v>
                </c:pt>
                <c:pt idx="6900">
                  <c:v>96.720504760742202</c:v>
                </c:pt>
                <c:pt idx="6901">
                  <c:v>96.130390167236328</c:v>
                </c:pt>
                <c:pt idx="6902">
                  <c:v>95.691421508789077</c:v>
                </c:pt>
                <c:pt idx="6903">
                  <c:v>99.813632965087905</c:v>
                </c:pt>
                <c:pt idx="6904">
                  <c:v>83.969926834106417</c:v>
                </c:pt>
                <c:pt idx="6905">
                  <c:v>92.928752899169922</c:v>
                </c:pt>
                <c:pt idx="6906">
                  <c:v>80.98027229309082</c:v>
                </c:pt>
                <c:pt idx="6907">
                  <c:v>92.065458297729492</c:v>
                </c:pt>
                <c:pt idx="6908">
                  <c:v>99.470819473266602</c:v>
                </c:pt>
                <c:pt idx="6909">
                  <c:v>85.642131805419922</c:v>
                </c:pt>
                <c:pt idx="6910">
                  <c:v>96.067970275878906</c:v>
                </c:pt>
                <c:pt idx="6911">
                  <c:v>87.5530300140381</c:v>
                </c:pt>
                <c:pt idx="6912">
                  <c:v>65.664772510528579</c:v>
                </c:pt>
                <c:pt idx="6913">
                  <c:v>43.77651500701905</c:v>
                </c:pt>
                <c:pt idx="6914">
                  <c:v>21.888257503509521</c:v>
                </c:pt>
                <c:pt idx="6915">
                  <c:v>0</c:v>
                </c:pt>
                <c:pt idx="6916">
                  <c:v>1.143227994441985</c:v>
                </c:pt>
                <c:pt idx="6917">
                  <c:v>5.6352138519286994</c:v>
                </c:pt>
                <c:pt idx="6918">
                  <c:v>0</c:v>
                </c:pt>
                <c:pt idx="6919">
                  <c:v>0</c:v>
                </c:pt>
                <c:pt idx="6920">
                  <c:v>82.079607963562026</c:v>
                </c:pt>
                <c:pt idx="6921">
                  <c:v>95.113391876220703</c:v>
                </c:pt>
                <c:pt idx="6922">
                  <c:v>90.821735382080078</c:v>
                </c:pt>
                <c:pt idx="6923">
                  <c:v>95.483795166015625</c:v>
                </c:pt>
                <c:pt idx="6924">
                  <c:v>90.862600326538072</c:v>
                </c:pt>
                <c:pt idx="6925">
                  <c:v>99.822128295898452</c:v>
                </c:pt>
                <c:pt idx="6926">
                  <c:v>98.900402069091797</c:v>
                </c:pt>
                <c:pt idx="6927">
                  <c:v>94.214208602905273</c:v>
                </c:pt>
                <c:pt idx="6928">
                  <c:v>88.189996719360352</c:v>
                </c:pt>
                <c:pt idx="6929">
                  <c:v>96.657915115356445</c:v>
                </c:pt>
                <c:pt idx="6930">
                  <c:v>84.727552413940458</c:v>
                </c:pt>
                <c:pt idx="6931">
                  <c:v>91.001987457275376</c:v>
                </c:pt>
                <c:pt idx="6932">
                  <c:v>94.328916549682617</c:v>
                </c:pt>
                <c:pt idx="6933">
                  <c:v>100</c:v>
                </c:pt>
                <c:pt idx="6934">
                  <c:v>91.270912170410156</c:v>
                </c:pt>
                <c:pt idx="6935">
                  <c:v>89.729408264160185</c:v>
                </c:pt>
                <c:pt idx="6936">
                  <c:v>34.097397327423103</c:v>
                </c:pt>
                <c:pt idx="6937">
                  <c:v>19.122017860412591</c:v>
                </c:pt>
                <c:pt idx="6938">
                  <c:v>26.327462673187249</c:v>
                </c:pt>
                <c:pt idx="6939">
                  <c:v>27.5660948753357</c:v>
                </c:pt>
                <c:pt idx="6940">
                  <c:v>26.0133876800537</c:v>
                </c:pt>
                <c:pt idx="6941">
                  <c:v>20.21042776107787</c:v>
                </c:pt>
                <c:pt idx="6942">
                  <c:v>20.3289761543274</c:v>
                </c:pt>
                <c:pt idx="6943">
                  <c:v>86.32855224609375</c:v>
                </c:pt>
                <c:pt idx="6944">
                  <c:v>97.00421142578125</c:v>
                </c:pt>
                <c:pt idx="6945">
                  <c:v>100</c:v>
                </c:pt>
                <c:pt idx="6946">
                  <c:v>100</c:v>
                </c:pt>
                <c:pt idx="6947">
                  <c:v>91.283672332763672</c:v>
                </c:pt>
                <c:pt idx="6948">
                  <c:v>98.939739227294922</c:v>
                </c:pt>
                <c:pt idx="6949">
                  <c:v>87.749370574951172</c:v>
                </c:pt>
                <c:pt idx="6950">
                  <c:v>93.748991012573242</c:v>
                </c:pt>
                <c:pt idx="6951">
                  <c:v>53.881759643554702</c:v>
                </c:pt>
                <c:pt idx="6952">
                  <c:v>73.943502426147447</c:v>
                </c:pt>
                <c:pt idx="6953">
                  <c:v>79.402557373046847</c:v>
                </c:pt>
                <c:pt idx="6954">
                  <c:v>72.678266525268583</c:v>
                </c:pt>
                <c:pt idx="6955">
                  <c:v>90.896530151367173</c:v>
                </c:pt>
                <c:pt idx="6956">
                  <c:v>82.424518585205107</c:v>
                </c:pt>
                <c:pt idx="6957">
                  <c:v>88.447322845458984</c:v>
                </c:pt>
                <c:pt idx="6958">
                  <c:v>93.797952651977553</c:v>
                </c:pt>
                <c:pt idx="6959">
                  <c:v>77.121003150939927</c:v>
                </c:pt>
                <c:pt idx="6960">
                  <c:v>26.482355117797852</c:v>
                </c:pt>
                <c:pt idx="6961">
                  <c:v>21.695351123809829</c:v>
                </c:pt>
                <c:pt idx="6962">
                  <c:v>18.118760824203498</c:v>
                </c:pt>
                <c:pt idx="6963">
                  <c:v>28.734974384307879</c:v>
                </c:pt>
                <c:pt idx="6964">
                  <c:v>13.624963760375969</c:v>
                </c:pt>
                <c:pt idx="6965">
                  <c:v>39.729529380798333</c:v>
                </c:pt>
                <c:pt idx="6966">
                  <c:v>27.28665924072267</c:v>
                </c:pt>
                <c:pt idx="6967">
                  <c:v>88.447919845581055</c:v>
                </c:pt>
                <c:pt idx="6968">
                  <c:v>93.820581436157255</c:v>
                </c:pt>
                <c:pt idx="6969">
                  <c:v>91.366481781005859</c:v>
                </c:pt>
                <c:pt idx="6970">
                  <c:v>97.22631454467772</c:v>
                </c:pt>
                <c:pt idx="6971">
                  <c:v>91.823251724243207</c:v>
                </c:pt>
                <c:pt idx="6972">
                  <c:v>100</c:v>
                </c:pt>
                <c:pt idx="6973">
                  <c:v>99.823381423950195</c:v>
                </c:pt>
                <c:pt idx="6974">
                  <c:v>100</c:v>
                </c:pt>
                <c:pt idx="6975">
                  <c:v>95.491035461425781</c:v>
                </c:pt>
                <c:pt idx="6976">
                  <c:v>99.801843643188477</c:v>
                </c:pt>
                <c:pt idx="6977">
                  <c:v>94.364717483520522</c:v>
                </c:pt>
                <c:pt idx="6978">
                  <c:v>95.176891326904297</c:v>
                </c:pt>
                <c:pt idx="6979">
                  <c:v>95.69554710388185</c:v>
                </c:pt>
                <c:pt idx="6980">
                  <c:v>94.192586898803725</c:v>
                </c:pt>
                <c:pt idx="6981">
                  <c:v>97.124635696411133</c:v>
                </c:pt>
                <c:pt idx="6982">
                  <c:v>87.528726577758803</c:v>
                </c:pt>
                <c:pt idx="6983">
                  <c:v>94.019660949707031</c:v>
                </c:pt>
                <c:pt idx="6984">
                  <c:v>71.279605388641372</c:v>
                </c:pt>
                <c:pt idx="6985">
                  <c:v>17.230770587921121</c:v>
                </c:pt>
                <c:pt idx="6986">
                  <c:v>22.297966003417979</c:v>
                </c:pt>
                <c:pt idx="6987">
                  <c:v>39.262412548065171</c:v>
                </c:pt>
                <c:pt idx="6988">
                  <c:v>46.040753364562967</c:v>
                </c:pt>
                <c:pt idx="6989">
                  <c:v>46.602879524230978</c:v>
                </c:pt>
                <c:pt idx="6990">
                  <c:v>54.123741149902322</c:v>
                </c:pt>
                <c:pt idx="6991">
                  <c:v>99.796276092529297</c:v>
                </c:pt>
                <c:pt idx="6992">
                  <c:v>99.934352874755845</c:v>
                </c:pt>
                <c:pt idx="6993">
                  <c:v>93.6139430999756</c:v>
                </c:pt>
                <c:pt idx="6994">
                  <c:v>98.993993759155273</c:v>
                </c:pt>
                <c:pt idx="6995">
                  <c:v>97.0360107421875</c:v>
                </c:pt>
                <c:pt idx="6996">
                  <c:v>95.448047637939453</c:v>
                </c:pt>
                <c:pt idx="6997">
                  <c:v>100</c:v>
                </c:pt>
                <c:pt idx="6998">
                  <c:v>57.819368362426736</c:v>
                </c:pt>
                <c:pt idx="6999">
                  <c:v>66.237258434295683</c:v>
                </c:pt>
                <c:pt idx="7000">
                  <c:v>60.56503772735595</c:v>
                </c:pt>
                <c:pt idx="7001">
                  <c:v>90.869729995727553</c:v>
                </c:pt>
                <c:pt idx="7002">
                  <c:v>95.945068359375</c:v>
                </c:pt>
                <c:pt idx="7003">
                  <c:v>72.410867691040053</c:v>
                </c:pt>
                <c:pt idx="7004">
                  <c:v>96.86932373046875</c:v>
                </c:pt>
                <c:pt idx="7005">
                  <c:v>86.846878051757827</c:v>
                </c:pt>
                <c:pt idx="7006">
                  <c:v>90.95336532592772</c:v>
                </c:pt>
                <c:pt idx="7007">
                  <c:v>66.963454246520996</c:v>
                </c:pt>
                <c:pt idx="7008">
                  <c:v>52.786980628967321</c:v>
                </c:pt>
                <c:pt idx="7009">
                  <c:v>35.854219913482673</c:v>
                </c:pt>
                <c:pt idx="7010">
                  <c:v>48.190857887268074</c:v>
                </c:pt>
                <c:pt idx="7011">
                  <c:v>40.736783981323249</c:v>
                </c:pt>
                <c:pt idx="7012">
                  <c:v>36.904670238494901</c:v>
                </c:pt>
                <c:pt idx="7013">
                  <c:v>27.771101474761949</c:v>
                </c:pt>
                <c:pt idx="7014">
                  <c:v>33.469873905181899</c:v>
                </c:pt>
                <c:pt idx="7015">
                  <c:v>92.791496276855469</c:v>
                </c:pt>
                <c:pt idx="7016">
                  <c:v>100</c:v>
                </c:pt>
                <c:pt idx="7017">
                  <c:v>96.426174163818345</c:v>
                </c:pt>
                <c:pt idx="7018">
                  <c:v>86.998865127563477</c:v>
                </c:pt>
                <c:pt idx="7019">
                  <c:v>97.351217269897447</c:v>
                </c:pt>
                <c:pt idx="7020">
                  <c:v>69.332495689392076</c:v>
                </c:pt>
                <c:pt idx="7021">
                  <c:v>91.778963088989258</c:v>
                </c:pt>
                <c:pt idx="7022">
                  <c:v>75.579553127288818</c:v>
                </c:pt>
                <c:pt idx="7023">
                  <c:v>46.1039171218872</c:v>
                </c:pt>
                <c:pt idx="7024">
                  <c:v>100</c:v>
                </c:pt>
                <c:pt idx="7025">
                  <c:v>95.178594589233398</c:v>
                </c:pt>
                <c:pt idx="7026">
                  <c:v>97.198907852172852</c:v>
                </c:pt>
                <c:pt idx="7027">
                  <c:v>75.905088424682603</c:v>
                </c:pt>
                <c:pt idx="7028">
                  <c:v>95.193300247192383</c:v>
                </c:pt>
                <c:pt idx="7029">
                  <c:v>88.397968292236328</c:v>
                </c:pt>
                <c:pt idx="7030">
                  <c:v>73.355064392089844</c:v>
                </c:pt>
                <c:pt idx="7031">
                  <c:v>64.05604076385498</c:v>
                </c:pt>
                <c:pt idx="7032">
                  <c:v>20.9226620197296</c:v>
                </c:pt>
                <c:pt idx="7033">
                  <c:v>27.03622913360595</c:v>
                </c:pt>
                <c:pt idx="7034">
                  <c:v>28.383576393127449</c:v>
                </c:pt>
                <c:pt idx="7035">
                  <c:v>29.717533111572251</c:v>
                </c:pt>
                <c:pt idx="7036">
                  <c:v>34.185988903045683</c:v>
                </c:pt>
                <c:pt idx="7037">
                  <c:v>24.13730764389037</c:v>
                </c:pt>
                <c:pt idx="7038">
                  <c:v>32.670014381408699</c:v>
                </c:pt>
                <c:pt idx="7039">
                  <c:v>66.89658260345459</c:v>
                </c:pt>
                <c:pt idx="7040">
                  <c:v>98.356958389282227</c:v>
                </c:pt>
                <c:pt idx="7041">
                  <c:v>98.247039794921875</c:v>
                </c:pt>
                <c:pt idx="7042">
                  <c:v>94.14056777954103</c:v>
                </c:pt>
                <c:pt idx="7043">
                  <c:v>100</c:v>
                </c:pt>
                <c:pt idx="7044">
                  <c:v>75.981781005859375</c:v>
                </c:pt>
                <c:pt idx="7045">
                  <c:v>88.363483428955078</c:v>
                </c:pt>
                <c:pt idx="7046">
                  <c:v>96.529552459716797</c:v>
                </c:pt>
                <c:pt idx="7047">
                  <c:v>67.44713020324707</c:v>
                </c:pt>
                <c:pt idx="7048">
                  <c:v>88.725536346435547</c:v>
                </c:pt>
                <c:pt idx="7049">
                  <c:v>90.005453109741225</c:v>
                </c:pt>
                <c:pt idx="7050">
                  <c:v>98.60235977172853</c:v>
                </c:pt>
                <c:pt idx="7051">
                  <c:v>97.794283548990904</c:v>
                </c:pt>
                <c:pt idx="7052">
                  <c:v>94.0556640625</c:v>
                </c:pt>
                <c:pt idx="7053">
                  <c:v>94.865417480468778</c:v>
                </c:pt>
                <c:pt idx="7054">
                  <c:v>98.086627960205078</c:v>
                </c:pt>
                <c:pt idx="7055">
                  <c:v>91.380170822143555</c:v>
                </c:pt>
                <c:pt idx="7056">
                  <c:v>78.788457870483398</c:v>
                </c:pt>
                <c:pt idx="7057">
                  <c:v>95.253015518188477</c:v>
                </c:pt>
                <c:pt idx="7058">
                  <c:v>62.575969696044922</c:v>
                </c:pt>
                <c:pt idx="7059">
                  <c:v>59.220640182495117</c:v>
                </c:pt>
                <c:pt idx="7060">
                  <c:v>70.249345779418945</c:v>
                </c:pt>
                <c:pt idx="7061">
                  <c:v>61.304882049560582</c:v>
                </c:pt>
                <c:pt idx="7062">
                  <c:v>63.763257026672377</c:v>
                </c:pt>
                <c:pt idx="7063">
                  <c:v>65.806493759155245</c:v>
                </c:pt>
                <c:pt idx="7064">
                  <c:v>99.830078125</c:v>
                </c:pt>
                <c:pt idx="7065">
                  <c:v>97.080230712890653</c:v>
                </c:pt>
                <c:pt idx="7066">
                  <c:v>91.664896011352525</c:v>
                </c:pt>
                <c:pt idx="7067">
                  <c:v>93.91326904296875</c:v>
                </c:pt>
                <c:pt idx="7068">
                  <c:v>97.98042106628418</c:v>
                </c:pt>
                <c:pt idx="7069">
                  <c:v>84.69145965576169</c:v>
                </c:pt>
                <c:pt idx="7070">
                  <c:v>92.535154342651381</c:v>
                </c:pt>
                <c:pt idx="7071">
                  <c:v>95.982921600341797</c:v>
                </c:pt>
                <c:pt idx="7072">
                  <c:v>99.739490509033203</c:v>
                </c:pt>
                <c:pt idx="7073">
                  <c:v>88.983085632324219</c:v>
                </c:pt>
                <c:pt idx="7074">
                  <c:v>100</c:v>
                </c:pt>
                <c:pt idx="7075">
                  <c:v>92.633138656616225</c:v>
                </c:pt>
                <c:pt idx="7076">
                  <c:v>91.084701538085938</c:v>
                </c:pt>
                <c:pt idx="7077">
                  <c:v>85.264318466186523</c:v>
                </c:pt>
                <c:pt idx="7078">
                  <c:v>95.367565155029297</c:v>
                </c:pt>
                <c:pt idx="7079">
                  <c:v>84.06981849670413</c:v>
                </c:pt>
                <c:pt idx="7080">
                  <c:v>68.381485939025907</c:v>
                </c:pt>
                <c:pt idx="7081">
                  <c:v>9.0254163742065447</c:v>
                </c:pt>
                <c:pt idx="7082">
                  <c:v>27.334403038024899</c:v>
                </c:pt>
                <c:pt idx="7083">
                  <c:v>45.191707611084013</c:v>
                </c:pt>
                <c:pt idx="7084">
                  <c:v>37.339004993438699</c:v>
                </c:pt>
                <c:pt idx="7085">
                  <c:v>56.005703926086433</c:v>
                </c:pt>
                <c:pt idx="7086">
                  <c:v>46.322339057922377</c:v>
                </c:pt>
                <c:pt idx="7087">
                  <c:v>45.725721836090102</c:v>
                </c:pt>
                <c:pt idx="7088">
                  <c:v>94.548002243041992</c:v>
                </c:pt>
                <c:pt idx="7089">
                  <c:v>94.146505355834975</c:v>
                </c:pt>
                <c:pt idx="7090">
                  <c:v>94.199369430541992</c:v>
                </c:pt>
                <c:pt idx="7091">
                  <c:v>100</c:v>
                </c:pt>
                <c:pt idx="7092">
                  <c:v>99.859771728515625</c:v>
                </c:pt>
                <c:pt idx="7093">
                  <c:v>94.293340682983398</c:v>
                </c:pt>
                <c:pt idx="7094">
                  <c:v>94.301445007324219</c:v>
                </c:pt>
                <c:pt idx="7095">
                  <c:v>89.07623291015625</c:v>
                </c:pt>
                <c:pt idx="7096">
                  <c:v>92.728111267089844</c:v>
                </c:pt>
                <c:pt idx="7097">
                  <c:v>96.746419906616225</c:v>
                </c:pt>
                <c:pt idx="7098">
                  <c:v>16.37482070922853</c:v>
                </c:pt>
                <c:pt idx="7099">
                  <c:v>80.433350563049316</c:v>
                </c:pt>
                <c:pt idx="7100">
                  <c:v>90.464122772216797</c:v>
                </c:pt>
                <c:pt idx="7101">
                  <c:v>85.173690795898452</c:v>
                </c:pt>
                <c:pt idx="7102">
                  <c:v>71.446098327636747</c:v>
                </c:pt>
                <c:pt idx="7103">
                  <c:v>89.420621871948228</c:v>
                </c:pt>
                <c:pt idx="7104">
                  <c:v>87.228981018066435</c:v>
                </c:pt>
                <c:pt idx="7105">
                  <c:v>74.8731174468994</c:v>
                </c:pt>
                <c:pt idx="7106">
                  <c:v>36.812511920928983</c:v>
                </c:pt>
                <c:pt idx="7107">
                  <c:v>32.3770785331726</c:v>
                </c:pt>
                <c:pt idx="7108">
                  <c:v>30.085428714752201</c:v>
                </c:pt>
                <c:pt idx="7109">
                  <c:v>31.818583011627229</c:v>
                </c:pt>
                <c:pt idx="7110">
                  <c:v>30.234307289123521</c:v>
                </c:pt>
                <c:pt idx="7111">
                  <c:v>19.09815645217893</c:v>
                </c:pt>
                <c:pt idx="7112">
                  <c:v>86.042751312255845</c:v>
                </c:pt>
                <c:pt idx="7113">
                  <c:v>93.217863082885742</c:v>
                </c:pt>
                <c:pt idx="7114">
                  <c:v>85.776815414428725</c:v>
                </c:pt>
                <c:pt idx="7115">
                  <c:v>51.085840225219727</c:v>
                </c:pt>
                <c:pt idx="7116">
                  <c:v>71.925718307495117</c:v>
                </c:pt>
                <c:pt idx="7117">
                  <c:v>93.19345855712892</c:v>
                </c:pt>
                <c:pt idx="7118">
                  <c:v>84.625509262084947</c:v>
                </c:pt>
                <c:pt idx="7119">
                  <c:v>36.446549892425523</c:v>
                </c:pt>
                <c:pt idx="7120">
                  <c:v>31.7914299964905</c:v>
                </c:pt>
                <c:pt idx="7121">
                  <c:v>67.844502449035645</c:v>
                </c:pt>
                <c:pt idx="7122">
                  <c:v>64.446922302246094</c:v>
                </c:pt>
                <c:pt idx="7123">
                  <c:v>55.830167770385764</c:v>
                </c:pt>
                <c:pt idx="7124">
                  <c:v>37.460328102111824</c:v>
                </c:pt>
                <c:pt idx="7125">
                  <c:v>75.43498420715332</c:v>
                </c:pt>
                <c:pt idx="7126">
                  <c:v>88.700996398925781</c:v>
                </c:pt>
                <c:pt idx="7127">
                  <c:v>96.08410263061522</c:v>
                </c:pt>
                <c:pt idx="7128">
                  <c:v>100</c:v>
                </c:pt>
                <c:pt idx="7129">
                  <c:v>91.73354339599608</c:v>
                </c:pt>
                <c:pt idx="7130">
                  <c:v>77.71107292175293</c:v>
                </c:pt>
                <c:pt idx="7131">
                  <c:v>25.65650463104247</c:v>
                </c:pt>
                <c:pt idx="7132">
                  <c:v>40.446883678436301</c:v>
                </c:pt>
                <c:pt idx="7133">
                  <c:v>44.325164794921882</c:v>
                </c:pt>
                <c:pt idx="7134">
                  <c:v>36.900226116180427</c:v>
                </c:pt>
                <c:pt idx="7135">
                  <c:v>27.905645370483398</c:v>
                </c:pt>
                <c:pt idx="7136">
                  <c:v>94.642759323120117</c:v>
                </c:pt>
                <c:pt idx="7137">
                  <c:v>98.372146606445327</c:v>
                </c:pt>
                <c:pt idx="7138">
                  <c:v>91.545295715332031</c:v>
                </c:pt>
                <c:pt idx="7139">
                  <c:v>90.004547119140625</c:v>
                </c:pt>
                <c:pt idx="7140">
                  <c:v>83.534647941589384</c:v>
                </c:pt>
                <c:pt idx="7141">
                  <c:v>55.136950492858901</c:v>
                </c:pt>
                <c:pt idx="7142">
                  <c:v>87.778200149536133</c:v>
                </c:pt>
                <c:pt idx="7143">
                  <c:v>99.766044616699219</c:v>
                </c:pt>
                <c:pt idx="7144">
                  <c:v>97.225234985351577</c:v>
                </c:pt>
                <c:pt idx="7145">
                  <c:v>97.069007873535156</c:v>
                </c:pt>
                <c:pt idx="7146">
                  <c:v>100</c:v>
                </c:pt>
                <c:pt idx="7147">
                  <c:v>100</c:v>
                </c:pt>
                <c:pt idx="7148">
                  <c:v>89.805936813354492</c:v>
                </c:pt>
                <c:pt idx="7149">
                  <c:v>74.90759849548337</c:v>
                </c:pt>
                <c:pt idx="7150">
                  <c:v>94.203968048095703</c:v>
                </c:pt>
                <c:pt idx="7151">
                  <c:v>96.563518524169922</c:v>
                </c:pt>
                <c:pt idx="7152">
                  <c:v>96.466533660888672</c:v>
                </c:pt>
                <c:pt idx="7153">
                  <c:v>91.000900268554702</c:v>
                </c:pt>
                <c:pt idx="7154">
                  <c:v>92.22663116455081</c:v>
                </c:pt>
                <c:pt idx="7155">
                  <c:v>41.465490341186552</c:v>
                </c:pt>
                <c:pt idx="7156">
                  <c:v>13.47689580917358</c:v>
                </c:pt>
                <c:pt idx="7157">
                  <c:v>33.792248249053948</c:v>
                </c:pt>
                <c:pt idx="7158">
                  <c:v>61.508379459381104</c:v>
                </c:pt>
                <c:pt idx="7159">
                  <c:v>89.664644241333008</c:v>
                </c:pt>
                <c:pt idx="7160">
                  <c:v>99.850427627563477</c:v>
                </c:pt>
                <c:pt idx="7161">
                  <c:v>88.349859237670898</c:v>
                </c:pt>
                <c:pt idx="7162">
                  <c:v>93.062463760375977</c:v>
                </c:pt>
                <c:pt idx="7163">
                  <c:v>91.551103591918945</c:v>
                </c:pt>
                <c:pt idx="7164">
                  <c:v>90.924921035766602</c:v>
                </c:pt>
                <c:pt idx="7165">
                  <c:v>73.606921195983901</c:v>
                </c:pt>
                <c:pt idx="7166">
                  <c:v>90.402557373046875</c:v>
                </c:pt>
                <c:pt idx="7167">
                  <c:v>75.410192489624023</c:v>
                </c:pt>
                <c:pt idx="7168">
                  <c:v>88.80774879455565</c:v>
                </c:pt>
                <c:pt idx="7169">
                  <c:v>99.855752944946303</c:v>
                </c:pt>
                <c:pt idx="7170">
                  <c:v>96.579051971435547</c:v>
                </c:pt>
                <c:pt idx="7171">
                  <c:v>91.353658676147447</c:v>
                </c:pt>
                <c:pt idx="7172">
                  <c:v>87.491050720214858</c:v>
                </c:pt>
                <c:pt idx="7173">
                  <c:v>95.553638458251953</c:v>
                </c:pt>
                <c:pt idx="7174">
                  <c:v>94.904953002929702</c:v>
                </c:pt>
                <c:pt idx="7175">
                  <c:v>98.12077522277832</c:v>
                </c:pt>
                <c:pt idx="7176">
                  <c:v>91.296247482299805</c:v>
                </c:pt>
                <c:pt idx="7177">
                  <c:v>98.13910293579103</c:v>
                </c:pt>
                <c:pt idx="7178">
                  <c:v>93.81358909606935</c:v>
                </c:pt>
                <c:pt idx="7179">
                  <c:v>92.340164184570327</c:v>
                </c:pt>
                <c:pt idx="7180">
                  <c:v>94.899135589599595</c:v>
                </c:pt>
                <c:pt idx="7181">
                  <c:v>95.207509994506822</c:v>
                </c:pt>
                <c:pt idx="7182">
                  <c:v>92.277860641479478</c:v>
                </c:pt>
                <c:pt idx="7183">
                  <c:v>99.88537979125978</c:v>
                </c:pt>
                <c:pt idx="7184">
                  <c:v>98.225692749023452</c:v>
                </c:pt>
                <c:pt idx="7185">
                  <c:v>100</c:v>
                </c:pt>
                <c:pt idx="7186">
                  <c:v>90.107646942138672</c:v>
                </c:pt>
                <c:pt idx="7187">
                  <c:v>85.624050140380845</c:v>
                </c:pt>
                <c:pt idx="7188">
                  <c:v>93.185377120971708</c:v>
                </c:pt>
                <c:pt idx="7189">
                  <c:v>93.831823348999023</c:v>
                </c:pt>
                <c:pt idx="7190">
                  <c:v>96.741607666015625</c:v>
                </c:pt>
                <c:pt idx="7191">
                  <c:v>89.587839126586928</c:v>
                </c:pt>
                <c:pt idx="7192">
                  <c:v>98.752902984619155</c:v>
                </c:pt>
                <c:pt idx="7193">
                  <c:v>91.893394470214815</c:v>
                </c:pt>
                <c:pt idx="7194">
                  <c:v>96.980449676513672</c:v>
                </c:pt>
                <c:pt idx="7195">
                  <c:v>99.161640167236328</c:v>
                </c:pt>
                <c:pt idx="7196">
                  <c:v>93.732685089111328</c:v>
                </c:pt>
                <c:pt idx="7197">
                  <c:v>98.90624618530272</c:v>
                </c:pt>
                <c:pt idx="7198">
                  <c:v>76.688242912292509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49.003101348876953</c:v>
                </c:pt>
                <c:pt idx="7207">
                  <c:v>95.555582046508803</c:v>
                </c:pt>
                <c:pt idx="7208">
                  <c:v>100</c:v>
                </c:pt>
                <c:pt idx="7209">
                  <c:v>94.921718597412095</c:v>
                </c:pt>
                <c:pt idx="7210">
                  <c:v>95.288745880126953</c:v>
                </c:pt>
                <c:pt idx="7211">
                  <c:v>95.342905044555678</c:v>
                </c:pt>
                <c:pt idx="7212">
                  <c:v>90.656455993652344</c:v>
                </c:pt>
                <c:pt idx="7213">
                  <c:v>96.698770523071303</c:v>
                </c:pt>
                <c:pt idx="7214">
                  <c:v>94.73339462280272</c:v>
                </c:pt>
                <c:pt idx="7215">
                  <c:v>94.136692047119155</c:v>
                </c:pt>
                <c:pt idx="7216">
                  <c:v>95.415428161621094</c:v>
                </c:pt>
                <c:pt idx="7217">
                  <c:v>99.980203628540053</c:v>
                </c:pt>
                <c:pt idx="7218">
                  <c:v>87.961791992187528</c:v>
                </c:pt>
                <c:pt idx="7219">
                  <c:v>96.944820404052749</c:v>
                </c:pt>
                <c:pt idx="7220">
                  <c:v>90.493125915527315</c:v>
                </c:pt>
                <c:pt idx="7221">
                  <c:v>93.228263854980469</c:v>
                </c:pt>
                <c:pt idx="7222">
                  <c:v>85.439849853515625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1.7130428552627579</c:v>
                </c:pt>
                <c:pt idx="7230">
                  <c:v>75</c:v>
                </c:pt>
                <c:pt idx="7231">
                  <c:v>8.1559286117553658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12.31644988059997</c:v>
                </c:pt>
                <c:pt idx="7237">
                  <c:v>4.792017459869375</c:v>
                </c:pt>
                <c:pt idx="7238">
                  <c:v>14.94864892959596</c:v>
                </c:pt>
                <c:pt idx="7239">
                  <c:v>11.313278913497919</c:v>
                </c:pt>
                <c:pt idx="7240">
                  <c:v>11.116922140121471</c:v>
                </c:pt>
                <c:pt idx="7241">
                  <c:v>11.23611021041871</c:v>
                </c:pt>
                <c:pt idx="7242">
                  <c:v>5.9005625247955251</c:v>
                </c:pt>
                <c:pt idx="7243">
                  <c:v>17.641750812530521</c:v>
                </c:pt>
                <c:pt idx="7244">
                  <c:v>0.21300363540649431</c:v>
                </c:pt>
                <c:pt idx="7245">
                  <c:v>38.593286037445068</c:v>
                </c:pt>
                <c:pt idx="7246">
                  <c:v>20.909660220146179</c:v>
                </c:pt>
                <c:pt idx="7247">
                  <c:v>12.292756319046021</c:v>
                </c:pt>
                <c:pt idx="7248">
                  <c:v>34.011829853057883</c:v>
                </c:pt>
                <c:pt idx="7249">
                  <c:v>31.353594303131128</c:v>
                </c:pt>
                <c:pt idx="7250">
                  <c:v>30.84807920455933</c:v>
                </c:pt>
                <c:pt idx="7251">
                  <c:v>40.889263153076172</c:v>
                </c:pt>
                <c:pt idx="7252">
                  <c:v>44.896125793457053</c:v>
                </c:pt>
                <c:pt idx="7253">
                  <c:v>37.784399986267097</c:v>
                </c:pt>
                <c:pt idx="7254">
                  <c:v>73.075627803802504</c:v>
                </c:pt>
                <c:pt idx="7255">
                  <c:v>1.5488085746765139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0.50164937973022505</c:v>
                </c:pt>
                <c:pt idx="7262">
                  <c:v>0.115943193435669</c:v>
                </c:pt>
                <c:pt idx="7263">
                  <c:v>0</c:v>
                </c:pt>
                <c:pt idx="7264">
                  <c:v>0</c:v>
                </c:pt>
                <c:pt idx="7265">
                  <c:v>12.70220708847045</c:v>
                </c:pt>
                <c:pt idx="7266">
                  <c:v>23.985841751098651</c:v>
                </c:pt>
                <c:pt idx="7267">
                  <c:v>13.556737542152399</c:v>
                </c:pt>
                <c:pt idx="7268">
                  <c:v>7.5240919589996329</c:v>
                </c:pt>
                <c:pt idx="7269">
                  <c:v>0</c:v>
                </c:pt>
                <c:pt idx="7270">
                  <c:v>30.821927070617679</c:v>
                </c:pt>
                <c:pt idx="7271">
                  <c:v>46.048398971557617</c:v>
                </c:pt>
                <c:pt idx="7272">
                  <c:v>47.151727676391602</c:v>
                </c:pt>
                <c:pt idx="7273">
                  <c:v>39.116044044494622</c:v>
                </c:pt>
                <c:pt idx="7274">
                  <c:v>57.274150848388672</c:v>
                </c:pt>
                <c:pt idx="7275">
                  <c:v>55.728039741516127</c:v>
                </c:pt>
                <c:pt idx="7276">
                  <c:v>24.355615615844741</c:v>
                </c:pt>
                <c:pt idx="7277">
                  <c:v>43.032852172851577</c:v>
                </c:pt>
                <c:pt idx="7278">
                  <c:v>72.391313552856445</c:v>
                </c:pt>
                <c:pt idx="7279">
                  <c:v>91.518707275390625</c:v>
                </c:pt>
                <c:pt idx="7280">
                  <c:v>89.52283477783206</c:v>
                </c:pt>
                <c:pt idx="7281">
                  <c:v>97.6556396484375</c:v>
                </c:pt>
                <c:pt idx="7282">
                  <c:v>93.021884918212876</c:v>
                </c:pt>
                <c:pt idx="7283">
                  <c:v>99.215799331665053</c:v>
                </c:pt>
                <c:pt idx="7284">
                  <c:v>98.935571670532227</c:v>
                </c:pt>
                <c:pt idx="7285">
                  <c:v>26.053321838378899</c:v>
                </c:pt>
                <c:pt idx="7286">
                  <c:v>0</c:v>
                </c:pt>
                <c:pt idx="7287">
                  <c:v>21.35773074626924</c:v>
                </c:pt>
                <c:pt idx="7288">
                  <c:v>29.79890251159668</c:v>
                </c:pt>
                <c:pt idx="7289">
                  <c:v>5.7534604072570774</c:v>
                </c:pt>
                <c:pt idx="7290">
                  <c:v>27.003810405731201</c:v>
                </c:pt>
                <c:pt idx="7291">
                  <c:v>32.797976016998277</c:v>
                </c:pt>
                <c:pt idx="7292">
                  <c:v>25.2161078453064</c:v>
                </c:pt>
                <c:pt idx="7293">
                  <c:v>40.110078334808378</c:v>
                </c:pt>
                <c:pt idx="7294">
                  <c:v>52.50807523727417</c:v>
                </c:pt>
                <c:pt idx="7295">
                  <c:v>36.494326114654548</c:v>
                </c:pt>
                <c:pt idx="7296">
                  <c:v>37.901334762573228</c:v>
                </c:pt>
                <c:pt idx="7297">
                  <c:v>52.972407341003432</c:v>
                </c:pt>
                <c:pt idx="7298">
                  <c:v>36.149698257446303</c:v>
                </c:pt>
                <c:pt idx="7299">
                  <c:v>56.478107452392578</c:v>
                </c:pt>
                <c:pt idx="7300">
                  <c:v>61.828944206237779</c:v>
                </c:pt>
                <c:pt idx="7301">
                  <c:v>61.06445360183718</c:v>
                </c:pt>
                <c:pt idx="7302">
                  <c:v>67.863165855407701</c:v>
                </c:pt>
                <c:pt idx="7303">
                  <c:v>50.668431282043422</c:v>
                </c:pt>
                <c:pt idx="7304">
                  <c:v>32.096941947937033</c:v>
                </c:pt>
                <c:pt idx="7305">
                  <c:v>9.1511371135711723</c:v>
                </c:pt>
                <c:pt idx="7306">
                  <c:v>19.281767368316661</c:v>
                </c:pt>
                <c:pt idx="7307">
                  <c:v>23.214347839355479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70.176729202270508</c:v>
                </c:pt>
                <c:pt idx="7476">
                  <c:v>93.339067459106445</c:v>
                </c:pt>
                <c:pt idx="7477">
                  <c:v>44.81498241424557</c:v>
                </c:pt>
                <c:pt idx="7478">
                  <c:v>28.885463476181041</c:v>
                </c:pt>
                <c:pt idx="7479">
                  <c:v>16.258440971374529</c:v>
                </c:pt>
                <c:pt idx="7480">
                  <c:v>17.300423383712779</c:v>
                </c:pt>
                <c:pt idx="7481">
                  <c:v>7.1194729804992747</c:v>
                </c:pt>
                <c:pt idx="7482">
                  <c:v>49.655224800109849</c:v>
                </c:pt>
                <c:pt idx="7483">
                  <c:v>38.251566410064733</c:v>
                </c:pt>
                <c:pt idx="7484">
                  <c:v>54.908585548400872</c:v>
                </c:pt>
                <c:pt idx="7485">
                  <c:v>66.304645538330078</c:v>
                </c:pt>
                <c:pt idx="7486">
                  <c:v>55.570337295532227</c:v>
                </c:pt>
                <c:pt idx="7487">
                  <c:v>31.124639511108398</c:v>
                </c:pt>
                <c:pt idx="7488">
                  <c:v>30.932512106718839</c:v>
                </c:pt>
                <c:pt idx="7489">
                  <c:v>30.74038470232928</c:v>
                </c:pt>
                <c:pt idx="7490">
                  <c:v>30.54825729793972</c:v>
                </c:pt>
                <c:pt idx="7491">
                  <c:v>30.356129893550161</c:v>
                </c:pt>
                <c:pt idx="7492">
                  <c:v>30.164002489160609</c:v>
                </c:pt>
                <c:pt idx="7493">
                  <c:v>29.97187508477105</c:v>
                </c:pt>
                <c:pt idx="7494">
                  <c:v>29.77974768038149</c:v>
                </c:pt>
                <c:pt idx="7495">
                  <c:v>29.587620275991931</c:v>
                </c:pt>
                <c:pt idx="7496">
                  <c:v>29.395492871602379</c:v>
                </c:pt>
                <c:pt idx="7497">
                  <c:v>29.203365467212819</c:v>
                </c:pt>
                <c:pt idx="7498">
                  <c:v>29.01123806282326</c:v>
                </c:pt>
                <c:pt idx="7499">
                  <c:v>28.819110658433701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20.79706192016603</c:v>
                </c:pt>
                <c:pt idx="7667">
                  <c:v>39.2155089378357</c:v>
                </c:pt>
                <c:pt idx="7668">
                  <c:v>8.687309145927431</c:v>
                </c:pt>
                <c:pt idx="7669">
                  <c:v>49.385916709899902</c:v>
                </c:pt>
                <c:pt idx="7670">
                  <c:v>90.96873664855957</c:v>
                </c:pt>
                <c:pt idx="7671">
                  <c:v>97.234529495239258</c:v>
                </c:pt>
                <c:pt idx="7672">
                  <c:v>98.192352294921875</c:v>
                </c:pt>
                <c:pt idx="7673">
                  <c:v>52.865622997283928</c:v>
                </c:pt>
                <c:pt idx="7674">
                  <c:v>6.416107177734375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29.522629737854</c:v>
                </c:pt>
                <c:pt idx="7687">
                  <c:v>76.106246948242173</c:v>
                </c:pt>
                <c:pt idx="7688">
                  <c:v>100</c:v>
                </c:pt>
                <c:pt idx="7689">
                  <c:v>85.527688980102553</c:v>
                </c:pt>
                <c:pt idx="7690">
                  <c:v>43.956877708435073</c:v>
                </c:pt>
                <c:pt idx="7691">
                  <c:v>18.36864614486694</c:v>
                </c:pt>
                <c:pt idx="7692">
                  <c:v>39.097048759460449</c:v>
                </c:pt>
                <c:pt idx="7693">
                  <c:v>45.442047595977797</c:v>
                </c:pt>
                <c:pt idx="7694">
                  <c:v>31.665155887603749</c:v>
                </c:pt>
                <c:pt idx="7695">
                  <c:v>87.158863067626982</c:v>
                </c:pt>
                <c:pt idx="7696">
                  <c:v>93.300155639648452</c:v>
                </c:pt>
                <c:pt idx="7697">
                  <c:v>93.566184997558594</c:v>
                </c:pt>
                <c:pt idx="7698">
                  <c:v>14.125365257263169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6.4389319419860751</c:v>
                </c:pt>
                <c:pt idx="7719">
                  <c:v>16.994111061096181</c:v>
                </c:pt>
                <c:pt idx="7720">
                  <c:v>72.692252159118624</c:v>
                </c:pt>
                <c:pt idx="7721">
                  <c:v>29.307326316833489</c:v>
                </c:pt>
                <c:pt idx="7722">
                  <c:v>5.5037131309509242</c:v>
                </c:pt>
                <c:pt idx="7723">
                  <c:v>2.1707582473754869</c:v>
                </c:pt>
                <c:pt idx="7724">
                  <c:v>48.318155288696303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15.08957862854005</c:v>
                </c:pt>
                <c:pt idx="7732">
                  <c:v>39.69185209274292</c:v>
                </c:pt>
                <c:pt idx="7733">
                  <c:v>29.72429275512695</c:v>
                </c:pt>
                <c:pt idx="7734">
                  <c:v>15.06281590461731</c:v>
                </c:pt>
                <c:pt idx="7735">
                  <c:v>38.040476322174101</c:v>
                </c:pt>
                <c:pt idx="7736">
                  <c:v>26.12318682670595</c:v>
                </c:pt>
                <c:pt idx="7737">
                  <c:v>1.119734406471252</c:v>
                </c:pt>
                <c:pt idx="7738">
                  <c:v>0.85677015781402599</c:v>
                </c:pt>
                <c:pt idx="7739">
                  <c:v>4.821313738822937</c:v>
                </c:pt>
                <c:pt idx="7740">
                  <c:v>1.458559870719909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2.236358880996705</c:v>
                </c:pt>
                <c:pt idx="7764">
                  <c:v>19.752136230468739</c:v>
                </c:pt>
                <c:pt idx="7765">
                  <c:v>0</c:v>
                </c:pt>
                <c:pt idx="7766">
                  <c:v>52.558411598205574</c:v>
                </c:pt>
                <c:pt idx="7767">
                  <c:v>31.486705541610721</c:v>
                </c:pt>
                <c:pt idx="7768">
                  <c:v>19.743536949157711</c:v>
                </c:pt>
                <c:pt idx="7769">
                  <c:v>14.94232416152953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16.71408867836</c:v>
                </c:pt>
                <c:pt idx="7795">
                  <c:v>0</c:v>
                </c:pt>
                <c:pt idx="7796">
                  <c:v>2.2559893131256099</c:v>
                </c:pt>
                <c:pt idx="7797">
                  <c:v>0.2646567821502675</c:v>
                </c:pt>
                <c:pt idx="7798">
                  <c:v>12.27506303787233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0.105360984802246</c:v>
                </c:pt>
                <c:pt idx="7805">
                  <c:v>0</c:v>
                </c:pt>
                <c:pt idx="7806">
                  <c:v>10.75697898864745</c:v>
                </c:pt>
                <c:pt idx="7807">
                  <c:v>1.712828397750856</c:v>
                </c:pt>
                <c:pt idx="7808">
                  <c:v>47.266766548156752</c:v>
                </c:pt>
                <c:pt idx="7809">
                  <c:v>27.472030401229851</c:v>
                </c:pt>
                <c:pt idx="7810">
                  <c:v>2.1147010326385498</c:v>
                </c:pt>
                <c:pt idx="7811">
                  <c:v>0</c:v>
                </c:pt>
                <c:pt idx="7812">
                  <c:v>27.79897689819337</c:v>
                </c:pt>
                <c:pt idx="7813">
                  <c:v>0.92511892318725497</c:v>
                </c:pt>
                <c:pt idx="7814">
                  <c:v>5.4084582328796502</c:v>
                </c:pt>
                <c:pt idx="7815">
                  <c:v>2.821676969528196</c:v>
                </c:pt>
                <c:pt idx="7816">
                  <c:v>17.26916074752808</c:v>
                </c:pt>
                <c:pt idx="7817">
                  <c:v>27.99072265625</c:v>
                </c:pt>
                <c:pt idx="7818">
                  <c:v>21.452935218811021</c:v>
                </c:pt>
                <c:pt idx="7819">
                  <c:v>12.51482820510865</c:v>
                </c:pt>
                <c:pt idx="7820">
                  <c:v>0</c:v>
                </c:pt>
                <c:pt idx="7821">
                  <c:v>39.951922416686998</c:v>
                </c:pt>
                <c:pt idx="7822">
                  <c:v>0</c:v>
                </c:pt>
                <c:pt idx="7823">
                  <c:v>24.034682512283322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30.967391490936301</c:v>
                </c:pt>
                <c:pt idx="7833">
                  <c:v>0</c:v>
                </c:pt>
                <c:pt idx="7834">
                  <c:v>21.192934274673451</c:v>
                </c:pt>
                <c:pt idx="7835">
                  <c:v>49.765125274658203</c:v>
                </c:pt>
                <c:pt idx="7836">
                  <c:v>90.664016723632798</c:v>
                </c:pt>
                <c:pt idx="7837">
                  <c:v>68.812427043914781</c:v>
                </c:pt>
                <c:pt idx="7838">
                  <c:v>56.224128723144553</c:v>
                </c:pt>
                <c:pt idx="7839">
                  <c:v>22.338175535202051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23.895696640014659</c:v>
                </c:pt>
                <c:pt idx="7855">
                  <c:v>35.753726482391379</c:v>
                </c:pt>
                <c:pt idx="7856">
                  <c:v>61.510110855102553</c:v>
                </c:pt>
                <c:pt idx="7857">
                  <c:v>38.047741413116448</c:v>
                </c:pt>
                <c:pt idx="7858">
                  <c:v>0</c:v>
                </c:pt>
                <c:pt idx="7859">
                  <c:v>0.16336041688919081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55.915473937988303</c:v>
                </c:pt>
                <c:pt idx="7879">
                  <c:v>44.25929069519043</c:v>
                </c:pt>
                <c:pt idx="7880">
                  <c:v>35.290423393249533</c:v>
                </c:pt>
                <c:pt idx="7881">
                  <c:v>57.527317047119134</c:v>
                </c:pt>
                <c:pt idx="7882">
                  <c:v>20.224976301193241</c:v>
                </c:pt>
                <c:pt idx="7883">
                  <c:v>53.185385704040527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20.27023363113403</c:v>
                </c:pt>
                <c:pt idx="7907">
                  <c:v>70.545106887817383</c:v>
                </c:pt>
                <c:pt idx="7908">
                  <c:v>39.479738950729349</c:v>
                </c:pt>
                <c:pt idx="7909">
                  <c:v>28.731024026870749</c:v>
                </c:pt>
                <c:pt idx="7910">
                  <c:v>38.186652660369901</c:v>
                </c:pt>
                <c:pt idx="7911">
                  <c:v>35.30731534957885</c:v>
                </c:pt>
                <c:pt idx="7912">
                  <c:v>39.448771953582749</c:v>
                </c:pt>
                <c:pt idx="7913">
                  <c:v>9.3759019374847448</c:v>
                </c:pt>
                <c:pt idx="7914">
                  <c:v>0</c:v>
                </c:pt>
                <c:pt idx="7915">
                  <c:v>1.690620422363283</c:v>
                </c:pt>
                <c:pt idx="7916">
                  <c:v>1.643802165985109</c:v>
                </c:pt>
                <c:pt idx="7917">
                  <c:v>34.817957878112793</c:v>
                </c:pt>
                <c:pt idx="7918">
                  <c:v>20.956108093261729</c:v>
                </c:pt>
                <c:pt idx="7919">
                  <c:v>14.824960708618169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18.905618906021139</c:v>
                </c:pt>
                <c:pt idx="7927">
                  <c:v>22.219767093658451</c:v>
                </c:pt>
                <c:pt idx="7928">
                  <c:v>2.1698383092880249</c:v>
                </c:pt>
                <c:pt idx="7929">
                  <c:v>0</c:v>
                </c:pt>
                <c:pt idx="7930">
                  <c:v>0</c:v>
                </c:pt>
                <c:pt idx="7931">
                  <c:v>12.165875196456909</c:v>
                </c:pt>
                <c:pt idx="7932">
                  <c:v>13.92035627365113</c:v>
                </c:pt>
                <c:pt idx="7933">
                  <c:v>37.667015075683601</c:v>
                </c:pt>
                <c:pt idx="7934">
                  <c:v>2.7730695009231581</c:v>
                </c:pt>
                <c:pt idx="7935">
                  <c:v>0</c:v>
                </c:pt>
                <c:pt idx="7936">
                  <c:v>9.1711810827255356</c:v>
                </c:pt>
                <c:pt idx="7937">
                  <c:v>9.3438329696655256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99.745443344116197</c:v>
                </c:pt>
                <c:pt idx="7979">
                  <c:v>46.633965492248549</c:v>
                </c:pt>
                <c:pt idx="7980">
                  <c:v>0.19415020942687999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6.0873932838440004</c:v>
                </c:pt>
                <c:pt idx="8002">
                  <c:v>13.645849943161</c:v>
                </c:pt>
                <c:pt idx="8003">
                  <c:v>16.135766029357899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2.3962631225585951</c:v>
                </c:pt>
                <c:pt idx="8024">
                  <c:v>62.584536552429199</c:v>
                </c:pt>
                <c:pt idx="8025">
                  <c:v>54.071558952331522</c:v>
                </c:pt>
                <c:pt idx="8026">
                  <c:v>47.448027610778801</c:v>
                </c:pt>
                <c:pt idx="8027">
                  <c:v>37.260763645172098</c:v>
                </c:pt>
                <c:pt idx="8028">
                  <c:v>24.966225624084469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28.164523601532</c:v>
                </c:pt>
                <c:pt idx="8035">
                  <c:v>0</c:v>
                </c:pt>
                <c:pt idx="8036">
                  <c:v>0</c:v>
                </c:pt>
                <c:pt idx="8037">
                  <c:v>9.3675465583801323</c:v>
                </c:pt>
                <c:pt idx="8038">
                  <c:v>0</c:v>
                </c:pt>
                <c:pt idx="8039">
                  <c:v>7.3551693260669753</c:v>
                </c:pt>
                <c:pt idx="8040">
                  <c:v>3.5579330921172998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6.9624727964401227</c:v>
                </c:pt>
                <c:pt idx="8046">
                  <c:v>7.7618427276611248</c:v>
                </c:pt>
                <c:pt idx="8047">
                  <c:v>1.7093851566314699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5.4506886005401523</c:v>
                </c:pt>
                <c:pt idx="8053">
                  <c:v>27.596415042877201</c:v>
                </c:pt>
                <c:pt idx="8054">
                  <c:v>10.578474044799799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10.152989069620769</c:v>
                </c:pt>
                <c:pt idx="8145">
                  <c:v>3.5617165565490749</c:v>
                </c:pt>
                <c:pt idx="8146">
                  <c:v>2.3111584186553951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0.28561592102050748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0.3629899024963375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FC9-4638-BE1A-7F6B9C20D0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99229887"/>
        <c:axId val="879118207"/>
      </c:scatterChart>
      <c:valAx>
        <c:axId val="799229887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chemeClr val="tx1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879118207"/>
        <c:crosses val="autoZero"/>
        <c:crossBetween val="midCat"/>
        <c:majorUnit val="60"/>
      </c:valAx>
      <c:valAx>
        <c:axId val="879118207"/>
        <c:scaling>
          <c:orientation val="minMax"/>
          <c:max val="1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%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799229887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Value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Sheet1!$B$2:$B$8753</c:f>
              <c:numCache>
                <c:formatCode>General</c:formatCode>
                <c:ptCount val="875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3.9537287056446062</c:v>
                </c:pt>
                <c:pt idx="4795">
                  <c:v>23.79507303237915</c:v>
                </c:pt>
                <c:pt idx="4796">
                  <c:v>23.03180313110353</c:v>
                </c:pt>
                <c:pt idx="4797">
                  <c:v>28.45111560821535</c:v>
                </c:pt>
                <c:pt idx="4798">
                  <c:v>0</c:v>
                </c:pt>
                <c:pt idx="4799">
                  <c:v>8.1716909408569247</c:v>
                </c:pt>
                <c:pt idx="4800">
                  <c:v>0</c:v>
                </c:pt>
                <c:pt idx="4801">
                  <c:v>17.01622104644775</c:v>
                </c:pt>
                <c:pt idx="4802">
                  <c:v>15.89472675323487</c:v>
                </c:pt>
                <c:pt idx="4803">
                  <c:v>0</c:v>
                </c:pt>
                <c:pt idx="4804">
                  <c:v>9.6655562520027244E-2</c:v>
                </c:pt>
                <c:pt idx="4805">
                  <c:v>0</c:v>
                </c:pt>
                <c:pt idx="4806">
                  <c:v>0</c:v>
                </c:pt>
                <c:pt idx="4807">
                  <c:v>0.21851107478141779</c:v>
                </c:pt>
                <c:pt idx="4808">
                  <c:v>28.035466551780701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29.057302713394151</c:v>
                </c:pt>
                <c:pt idx="4826">
                  <c:v>30.61471462249758</c:v>
                </c:pt>
                <c:pt idx="4827">
                  <c:v>0</c:v>
                </c:pt>
                <c:pt idx="4828">
                  <c:v>0</c:v>
                </c:pt>
                <c:pt idx="4829">
                  <c:v>37.180020570754998</c:v>
                </c:pt>
                <c:pt idx="4830">
                  <c:v>7.18743896484375</c:v>
                </c:pt>
                <c:pt idx="4831">
                  <c:v>12.31551814079285</c:v>
                </c:pt>
                <c:pt idx="4832">
                  <c:v>4.7191557884216246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14.702063381671911</c:v>
                </c:pt>
                <c:pt idx="4855">
                  <c:v>1.374159336090087</c:v>
                </c:pt>
                <c:pt idx="4856">
                  <c:v>0</c:v>
                </c:pt>
                <c:pt idx="4857">
                  <c:v>0</c:v>
                </c:pt>
                <c:pt idx="4858">
                  <c:v>15.500531196594251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8.2060651779174751</c:v>
                </c:pt>
                <c:pt idx="4871">
                  <c:v>0</c:v>
                </c:pt>
                <c:pt idx="4872">
                  <c:v>9.5843639373779244</c:v>
                </c:pt>
                <c:pt idx="4873">
                  <c:v>23.935829520225528</c:v>
                </c:pt>
                <c:pt idx="4874">
                  <c:v>44.999353408813477</c:v>
                </c:pt>
                <c:pt idx="4875">
                  <c:v>27.615890026092519</c:v>
                </c:pt>
                <c:pt idx="4876">
                  <c:v>0.82026806473731995</c:v>
                </c:pt>
                <c:pt idx="4877">
                  <c:v>0</c:v>
                </c:pt>
                <c:pt idx="4878">
                  <c:v>0</c:v>
                </c:pt>
                <c:pt idx="4879">
                  <c:v>1.1604093462228771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0.76549887657165505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2.6489042043685922</c:v>
                </c:pt>
                <c:pt idx="4920">
                  <c:v>0</c:v>
                </c:pt>
                <c:pt idx="4921">
                  <c:v>0.1899288296699525</c:v>
                </c:pt>
                <c:pt idx="4922">
                  <c:v>20.755171537399271</c:v>
                </c:pt>
                <c:pt idx="4923">
                  <c:v>0</c:v>
                </c:pt>
                <c:pt idx="4924">
                  <c:v>4.2266030311584499</c:v>
                </c:pt>
                <c:pt idx="4925">
                  <c:v>7.0001458376646006</c:v>
                </c:pt>
                <c:pt idx="4926">
                  <c:v>23.87109351158141</c:v>
                </c:pt>
                <c:pt idx="4927">
                  <c:v>2.018364429473877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6.01874375343324</c:v>
                </c:pt>
                <c:pt idx="4932">
                  <c:v>0</c:v>
                </c:pt>
                <c:pt idx="4933">
                  <c:v>0.38435855507850752</c:v>
                </c:pt>
                <c:pt idx="4934">
                  <c:v>0</c:v>
                </c:pt>
                <c:pt idx="4935">
                  <c:v>0.42704272270202748</c:v>
                </c:pt>
                <c:pt idx="4936">
                  <c:v>0</c:v>
                </c:pt>
                <c:pt idx="4937">
                  <c:v>0.2525357007980345</c:v>
                </c:pt>
                <c:pt idx="4938">
                  <c:v>2.8052501678466748</c:v>
                </c:pt>
                <c:pt idx="4939">
                  <c:v>13.29343871772288</c:v>
                </c:pt>
                <c:pt idx="4940">
                  <c:v>24.29203844070436</c:v>
                </c:pt>
                <c:pt idx="4941">
                  <c:v>0</c:v>
                </c:pt>
                <c:pt idx="4942">
                  <c:v>0</c:v>
                </c:pt>
                <c:pt idx="4943">
                  <c:v>31.28090858459473</c:v>
                </c:pt>
                <c:pt idx="4944">
                  <c:v>0.3071066737175</c:v>
                </c:pt>
                <c:pt idx="4945">
                  <c:v>0.10706925392150871</c:v>
                </c:pt>
                <c:pt idx="4946">
                  <c:v>8.1378748416900564</c:v>
                </c:pt>
                <c:pt idx="4947">
                  <c:v>24.079471588134751</c:v>
                </c:pt>
                <c:pt idx="4948">
                  <c:v>2.2413337230682369</c:v>
                </c:pt>
                <c:pt idx="4949">
                  <c:v>9.0031318664550746</c:v>
                </c:pt>
                <c:pt idx="4950">
                  <c:v>0.91145992279052745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0.91254824399947998</c:v>
                </c:pt>
                <c:pt idx="4961">
                  <c:v>0</c:v>
                </c:pt>
                <c:pt idx="4962">
                  <c:v>0</c:v>
                </c:pt>
                <c:pt idx="4963">
                  <c:v>68.488274574279785</c:v>
                </c:pt>
                <c:pt idx="4964">
                  <c:v>44.078629493713358</c:v>
                </c:pt>
                <c:pt idx="4965">
                  <c:v>32.797419309616103</c:v>
                </c:pt>
                <c:pt idx="4966">
                  <c:v>48.296755552291863</c:v>
                </c:pt>
                <c:pt idx="4967">
                  <c:v>3.9251775741577251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0.62691468000411998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7.8484238386154326</c:v>
                </c:pt>
                <c:pt idx="5011">
                  <c:v>1.593434810638428</c:v>
                </c:pt>
                <c:pt idx="5012">
                  <c:v>12.173795223236089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12.269333600997911</c:v>
                </c:pt>
                <c:pt idx="5021">
                  <c:v>4.0098328590393084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4.7004103660583496</c:v>
                </c:pt>
                <c:pt idx="5061">
                  <c:v>5.8964245319366473</c:v>
                </c:pt>
                <c:pt idx="5062">
                  <c:v>36.711297273635878</c:v>
                </c:pt>
                <c:pt idx="5063">
                  <c:v>3.9756417274475001E-2</c:v>
                </c:pt>
                <c:pt idx="5064">
                  <c:v>41.900664567947373</c:v>
                </c:pt>
                <c:pt idx="5065">
                  <c:v>10.284907579422001</c:v>
                </c:pt>
                <c:pt idx="5066">
                  <c:v>8.1534185409546005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2.9379963874816999E-2</c:v>
                </c:pt>
                <c:pt idx="5071">
                  <c:v>13.57973885536193</c:v>
                </c:pt>
                <c:pt idx="5072">
                  <c:v>14.17236849665642</c:v>
                </c:pt>
                <c:pt idx="5073">
                  <c:v>0</c:v>
                </c:pt>
                <c:pt idx="5074">
                  <c:v>7.7324275970459002</c:v>
                </c:pt>
                <c:pt idx="5075">
                  <c:v>8.9801921844482493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3.2238745689392099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0.87803006172180253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1.52089548110962</c:v>
                </c:pt>
                <c:pt idx="5106">
                  <c:v>48.31993579864502</c:v>
                </c:pt>
                <c:pt idx="5107">
                  <c:v>30.363389253616319</c:v>
                </c:pt>
                <c:pt idx="5108">
                  <c:v>12.504882097244259</c:v>
                </c:pt>
                <c:pt idx="5109">
                  <c:v>1.263696789741515</c:v>
                </c:pt>
                <c:pt idx="5110">
                  <c:v>10.099654674530051</c:v>
                </c:pt>
                <c:pt idx="5111">
                  <c:v>18.913875579833981</c:v>
                </c:pt>
                <c:pt idx="5112">
                  <c:v>27.773261070251479</c:v>
                </c:pt>
                <c:pt idx="5113">
                  <c:v>0</c:v>
                </c:pt>
                <c:pt idx="5114">
                  <c:v>35.714669466018677</c:v>
                </c:pt>
                <c:pt idx="5115">
                  <c:v>100</c:v>
                </c:pt>
                <c:pt idx="5116">
                  <c:v>39.523622512817383</c:v>
                </c:pt>
                <c:pt idx="5117">
                  <c:v>0</c:v>
                </c:pt>
                <c:pt idx="5118">
                  <c:v>10.10883903503419</c:v>
                </c:pt>
                <c:pt idx="5119">
                  <c:v>0.97394847869873002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9.6767697334289746</c:v>
                </c:pt>
                <c:pt idx="5130">
                  <c:v>0</c:v>
                </c:pt>
                <c:pt idx="5131">
                  <c:v>4.8726351261138872</c:v>
                </c:pt>
                <c:pt idx="5132">
                  <c:v>8.7964079380035276</c:v>
                </c:pt>
                <c:pt idx="5133">
                  <c:v>0</c:v>
                </c:pt>
                <c:pt idx="5134">
                  <c:v>9.7460603713989507</c:v>
                </c:pt>
                <c:pt idx="5135">
                  <c:v>3.9087429046630939</c:v>
                </c:pt>
                <c:pt idx="5136">
                  <c:v>1.638758182525635</c:v>
                </c:pt>
                <c:pt idx="5137">
                  <c:v>6.9192001819610622</c:v>
                </c:pt>
                <c:pt idx="5138">
                  <c:v>17.371319293975841</c:v>
                </c:pt>
                <c:pt idx="5139">
                  <c:v>46.98557567596437</c:v>
                </c:pt>
                <c:pt idx="5140">
                  <c:v>10.620705276727669</c:v>
                </c:pt>
                <c:pt idx="5141">
                  <c:v>21.208755493164048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28.769929707050331</c:v>
                </c:pt>
                <c:pt idx="5181">
                  <c:v>20.789849281311021</c:v>
                </c:pt>
                <c:pt idx="5182">
                  <c:v>22.925363302230849</c:v>
                </c:pt>
                <c:pt idx="5183">
                  <c:v>19.343775272369399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12.34467697143555</c:v>
                </c:pt>
                <c:pt idx="5214">
                  <c:v>62.672917723655686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4.4236367940902648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54.538203716278097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0.81879997253418002</c:v>
                </c:pt>
                <c:pt idx="5409">
                  <c:v>11.953236103057881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30.89012622833253</c:v>
                </c:pt>
                <c:pt idx="5458">
                  <c:v>16.103891372680671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9.529299020767203</c:v>
                </c:pt>
                <c:pt idx="5463">
                  <c:v>42.280165672302253</c:v>
                </c:pt>
                <c:pt idx="5464">
                  <c:v>17.916009429842241</c:v>
                </c:pt>
                <c:pt idx="5465">
                  <c:v>0</c:v>
                </c:pt>
                <c:pt idx="5466">
                  <c:v>0</c:v>
                </c:pt>
                <c:pt idx="5467">
                  <c:v>64.606412887573242</c:v>
                </c:pt>
                <c:pt idx="5468">
                  <c:v>20.97390365600587</c:v>
                </c:pt>
                <c:pt idx="5469">
                  <c:v>67.360853672027602</c:v>
                </c:pt>
                <c:pt idx="5470">
                  <c:v>4.1029362082481393</c:v>
                </c:pt>
                <c:pt idx="5471">
                  <c:v>29.241917133331299</c:v>
                </c:pt>
                <c:pt idx="5472">
                  <c:v>44.8459086418152</c:v>
                </c:pt>
                <c:pt idx="5473">
                  <c:v>16.233547210693349</c:v>
                </c:pt>
                <c:pt idx="5474">
                  <c:v>10.588874340057369</c:v>
                </c:pt>
                <c:pt idx="5475">
                  <c:v>2.226609706878663</c:v>
                </c:pt>
                <c:pt idx="5476">
                  <c:v>23.044667720794671</c:v>
                </c:pt>
                <c:pt idx="5477">
                  <c:v>14.985227823257439</c:v>
                </c:pt>
                <c:pt idx="5478">
                  <c:v>78.212696075439453</c:v>
                </c:pt>
                <c:pt idx="5479">
                  <c:v>10.891372203826929</c:v>
                </c:pt>
                <c:pt idx="5480">
                  <c:v>15.67482256889342</c:v>
                </c:pt>
                <c:pt idx="5481">
                  <c:v>31.727657079696641</c:v>
                </c:pt>
                <c:pt idx="5482">
                  <c:v>25.341903209686311</c:v>
                </c:pt>
                <c:pt idx="5483">
                  <c:v>29.460744380950931</c:v>
                </c:pt>
                <c:pt idx="5484">
                  <c:v>38.597537755966201</c:v>
                </c:pt>
                <c:pt idx="5485">
                  <c:v>37.570450782775879</c:v>
                </c:pt>
                <c:pt idx="5486">
                  <c:v>53.132580280303962</c:v>
                </c:pt>
                <c:pt idx="5487">
                  <c:v>19.70857381820678</c:v>
                </c:pt>
                <c:pt idx="5488">
                  <c:v>33.326025962829569</c:v>
                </c:pt>
                <c:pt idx="5489">
                  <c:v>42.329723358154297</c:v>
                </c:pt>
                <c:pt idx="5490">
                  <c:v>30.830832719802849</c:v>
                </c:pt>
                <c:pt idx="5491">
                  <c:v>7.0550639629363898</c:v>
                </c:pt>
                <c:pt idx="5492">
                  <c:v>0</c:v>
                </c:pt>
                <c:pt idx="5493">
                  <c:v>27.0688591003418</c:v>
                </c:pt>
                <c:pt idx="5494">
                  <c:v>77.106225967407227</c:v>
                </c:pt>
                <c:pt idx="5495">
                  <c:v>4.3166747093200746</c:v>
                </c:pt>
                <c:pt idx="5496">
                  <c:v>27.860786914825461</c:v>
                </c:pt>
                <c:pt idx="5497">
                  <c:v>6.6436290740966755E-2</c:v>
                </c:pt>
                <c:pt idx="5498">
                  <c:v>73.354028701782227</c:v>
                </c:pt>
                <c:pt idx="5499">
                  <c:v>87.508321762084947</c:v>
                </c:pt>
                <c:pt idx="5500">
                  <c:v>62.143806457519517</c:v>
                </c:pt>
                <c:pt idx="5501">
                  <c:v>49.847522497177117</c:v>
                </c:pt>
                <c:pt idx="5502">
                  <c:v>79.522916793823256</c:v>
                </c:pt>
                <c:pt idx="5503">
                  <c:v>40.255481243133517</c:v>
                </c:pt>
                <c:pt idx="5504">
                  <c:v>5.7953298091888366</c:v>
                </c:pt>
                <c:pt idx="5505">
                  <c:v>10.720337867736831</c:v>
                </c:pt>
                <c:pt idx="5506">
                  <c:v>4.0768742561340252</c:v>
                </c:pt>
                <c:pt idx="5507">
                  <c:v>37.059876203537009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18.236905097961429</c:v>
                </c:pt>
                <c:pt idx="5514">
                  <c:v>22.091931819915771</c:v>
                </c:pt>
                <c:pt idx="5515">
                  <c:v>8.8355380296707047</c:v>
                </c:pt>
                <c:pt idx="5516">
                  <c:v>0</c:v>
                </c:pt>
                <c:pt idx="5517">
                  <c:v>0</c:v>
                </c:pt>
                <c:pt idx="5518">
                  <c:v>64.629318952560425</c:v>
                </c:pt>
                <c:pt idx="5519">
                  <c:v>65.721797466278105</c:v>
                </c:pt>
                <c:pt idx="5520">
                  <c:v>39.888584375381477</c:v>
                </c:pt>
                <c:pt idx="5521">
                  <c:v>33.947020530700698</c:v>
                </c:pt>
                <c:pt idx="5522">
                  <c:v>86.650345802307129</c:v>
                </c:pt>
                <c:pt idx="5523">
                  <c:v>61.681861877441428</c:v>
                </c:pt>
                <c:pt idx="5524">
                  <c:v>20.691335916519151</c:v>
                </c:pt>
                <c:pt idx="5525">
                  <c:v>67.930121421813951</c:v>
                </c:pt>
                <c:pt idx="5526">
                  <c:v>94.182720184326172</c:v>
                </c:pt>
                <c:pt idx="5527">
                  <c:v>31.15610790252687</c:v>
                </c:pt>
                <c:pt idx="5528">
                  <c:v>25.292895555496219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6.6486582159996005E-2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4.5570993423462003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21.920259475708001</c:v>
                </c:pt>
                <c:pt idx="5560">
                  <c:v>25.935377120971701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24.9922664165497</c:v>
                </c:pt>
                <c:pt idx="5574">
                  <c:v>9.7028541564941495</c:v>
                </c:pt>
                <c:pt idx="5575">
                  <c:v>8.4099829196930003</c:v>
                </c:pt>
                <c:pt idx="5576">
                  <c:v>6.1496429443359499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62.240476608276367</c:v>
                </c:pt>
                <c:pt idx="5594">
                  <c:v>42.875120162963867</c:v>
                </c:pt>
                <c:pt idx="5595">
                  <c:v>50.743508577346802</c:v>
                </c:pt>
                <c:pt idx="5596">
                  <c:v>81.09978199005127</c:v>
                </c:pt>
                <c:pt idx="5597">
                  <c:v>84.992875099182129</c:v>
                </c:pt>
                <c:pt idx="5598">
                  <c:v>17.79679763317111</c:v>
                </c:pt>
                <c:pt idx="5599">
                  <c:v>41.026157379150398</c:v>
                </c:pt>
                <c:pt idx="5600">
                  <c:v>60.656239986419649</c:v>
                </c:pt>
                <c:pt idx="5601">
                  <c:v>13.38646602630614</c:v>
                </c:pt>
                <c:pt idx="5602">
                  <c:v>8.9956440925598145</c:v>
                </c:pt>
                <c:pt idx="5603">
                  <c:v>6.7644801139831507</c:v>
                </c:pt>
                <c:pt idx="5604">
                  <c:v>3.9223034381866499</c:v>
                </c:pt>
                <c:pt idx="5605">
                  <c:v>0</c:v>
                </c:pt>
                <c:pt idx="5606">
                  <c:v>2.0650666554768859</c:v>
                </c:pt>
                <c:pt idx="5607">
                  <c:v>0</c:v>
                </c:pt>
                <c:pt idx="5608">
                  <c:v>49.676681995391853</c:v>
                </c:pt>
                <c:pt idx="5609">
                  <c:v>60.829934597015402</c:v>
                </c:pt>
                <c:pt idx="5610">
                  <c:v>0</c:v>
                </c:pt>
                <c:pt idx="5611">
                  <c:v>0</c:v>
                </c:pt>
                <c:pt idx="5612">
                  <c:v>8.5477027893066246</c:v>
                </c:pt>
                <c:pt idx="5613">
                  <c:v>10.69031000137328</c:v>
                </c:pt>
                <c:pt idx="5614">
                  <c:v>14.10714626312255</c:v>
                </c:pt>
                <c:pt idx="5615">
                  <c:v>17.54988574981688</c:v>
                </c:pt>
                <c:pt idx="5616">
                  <c:v>51.852893352508531</c:v>
                </c:pt>
                <c:pt idx="5617">
                  <c:v>79.50750732421875</c:v>
                </c:pt>
                <c:pt idx="5618">
                  <c:v>4.5758945941925102</c:v>
                </c:pt>
                <c:pt idx="5619">
                  <c:v>13.153729438781751</c:v>
                </c:pt>
                <c:pt idx="5620">
                  <c:v>67.076625823974609</c:v>
                </c:pt>
                <c:pt idx="5621">
                  <c:v>40.380683898925767</c:v>
                </c:pt>
                <c:pt idx="5622">
                  <c:v>73.74867057800293</c:v>
                </c:pt>
                <c:pt idx="5623">
                  <c:v>44.061461448669426</c:v>
                </c:pt>
                <c:pt idx="5624">
                  <c:v>5.5175123214721751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37.071670055389397</c:v>
                </c:pt>
                <c:pt idx="5633">
                  <c:v>80.318002700805678</c:v>
                </c:pt>
                <c:pt idx="5634">
                  <c:v>0</c:v>
                </c:pt>
                <c:pt idx="5635">
                  <c:v>0</c:v>
                </c:pt>
                <c:pt idx="5636">
                  <c:v>0.26914727687835699</c:v>
                </c:pt>
                <c:pt idx="5637">
                  <c:v>4.9125173091888499</c:v>
                </c:pt>
                <c:pt idx="5638">
                  <c:v>7.0216288566589249</c:v>
                </c:pt>
                <c:pt idx="5639">
                  <c:v>46.687653303146369</c:v>
                </c:pt>
                <c:pt idx="5640">
                  <c:v>43.696843683719663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0.91344356536865001</c:v>
                </c:pt>
                <c:pt idx="5651">
                  <c:v>0</c:v>
                </c:pt>
                <c:pt idx="5652">
                  <c:v>10.207642555236831</c:v>
                </c:pt>
                <c:pt idx="5653">
                  <c:v>0</c:v>
                </c:pt>
                <c:pt idx="5654">
                  <c:v>0</c:v>
                </c:pt>
                <c:pt idx="5655">
                  <c:v>59.710033416748047</c:v>
                </c:pt>
                <c:pt idx="5656">
                  <c:v>69.461405754089384</c:v>
                </c:pt>
                <c:pt idx="5657">
                  <c:v>20.750019073486321</c:v>
                </c:pt>
                <c:pt idx="5658">
                  <c:v>4.1787419319152823</c:v>
                </c:pt>
                <c:pt idx="5659">
                  <c:v>0.40171366930008001</c:v>
                </c:pt>
                <c:pt idx="5660">
                  <c:v>0.12046024203300471</c:v>
                </c:pt>
                <c:pt idx="5661">
                  <c:v>0</c:v>
                </c:pt>
                <c:pt idx="5662">
                  <c:v>22.54687571525572</c:v>
                </c:pt>
                <c:pt idx="5663">
                  <c:v>20.788965940475471</c:v>
                </c:pt>
                <c:pt idx="5664">
                  <c:v>22.001381397247329</c:v>
                </c:pt>
                <c:pt idx="5665">
                  <c:v>36.468404769897482</c:v>
                </c:pt>
                <c:pt idx="5666">
                  <c:v>59.860834121704102</c:v>
                </c:pt>
                <c:pt idx="5667">
                  <c:v>61.398387908935582</c:v>
                </c:pt>
                <c:pt idx="5668">
                  <c:v>76.727224349975572</c:v>
                </c:pt>
                <c:pt idx="5669">
                  <c:v>50.201914787292473</c:v>
                </c:pt>
                <c:pt idx="5670">
                  <c:v>58.194357395172098</c:v>
                </c:pt>
                <c:pt idx="5671">
                  <c:v>46.880490303039579</c:v>
                </c:pt>
                <c:pt idx="5672">
                  <c:v>40.735860347747817</c:v>
                </c:pt>
                <c:pt idx="5673">
                  <c:v>11.83770656585693</c:v>
                </c:pt>
                <c:pt idx="5674">
                  <c:v>1.5787341594696049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6.047119140625</c:v>
                </c:pt>
                <c:pt idx="5689">
                  <c:v>7.4829907417297248</c:v>
                </c:pt>
                <c:pt idx="5690">
                  <c:v>48.913930892944322</c:v>
                </c:pt>
                <c:pt idx="5691">
                  <c:v>0.77868449687957753</c:v>
                </c:pt>
                <c:pt idx="5692">
                  <c:v>0</c:v>
                </c:pt>
                <c:pt idx="5693">
                  <c:v>4.0103838443756104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17.225662469863899</c:v>
                </c:pt>
                <c:pt idx="5849">
                  <c:v>16.973796844482429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24.358395099639889</c:v>
                </c:pt>
                <c:pt idx="5883">
                  <c:v>17.21049928665165</c:v>
                </c:pt>
                <c:pt idx="5884">
                  <c:v>13.370204448699941</c:v>
                </c:pt>
                <c:pt idx="5885">
                  <c:v>8.7176373004913188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4.9704947471618652</c:v>
                </c:pt>
                <c:pt idx="5895">
                  <c:v>0</c:v>
                </c:pt>
                <c:pt idx="5896">
                  <c:v>0</c:v>
                </c:pt>
                <c:pt idx="5897">
                  <c:v>8.3934714794158971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19.975402593612671</c:v>
                </c:pt>
                <c:pt idx="5903">
                  <c:v>33.400191187858603</c:v>
                </c:pt>
                <c:pt idx="5904">
                  <c:v>70.774590015411405</c:v>
                </c:pt>
                <c:pt idx="5905">
                  <c:v>28.17493557929993</c:v>
                </c:pt>
                <c:pt idx="5906">
                  <c:v>49.321007251739552</c:v>
                </c:pt>
                <c:pt idx="5907">
                  <c:v>26.765364170074481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5.6484249830245972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0.27535676956176752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6.0894966125488246</c:v>
                </c:pt>
                <c:pt idx="5941">
                  <c:v>38.829129219055183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1.550038933753968</c:v>
                </c:pt>
                <c:pt idx="5946">
                  <c:v>10.6663818359375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6.1917262077331499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7.0794606208801198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4.7255293726921002</c:v>
                </c:pt>
                <c:pt idx="5982">
                  <c:v>32.124824047088637</c:v>
                </c:pt>
                <c:pt idx="5983">
                  <c:v>1.08200979232788</c:v>
                </c:pt>
                <c:pt idx="5984">
                  <c:v>6.8164660930633652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18.904969692230221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4.9251909255981579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3.9179654121399001</c:v>
                </c:pt>
                <c:pt idx="6019">
                  <c:v>15.993961334228519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3.2283151149749849</c:v>
                </c:pt>
                <c:pt idx="6025">
                  <c:v>13.6120262145996</c:v>
                </c:pt>
                <c:pt idx="6026">
                  <c:v>2.77251172065735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22.634914398193349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17.887678384780891</c:v>
                </c:pt>
                <c:pt idx="6052">
                  <c:v>46.418624877929702</c:v>
                </c:pt>
                <c:pt idx="6053">
                  <c:v>0</c:v>
                </c:pt>
                <c:pt idx="6054">
                  <c:v>1.523184776306153</c:v>
                </c:pt>
                <c:pt idx="6055">
                  <c:v>5.1121628284454266</c:v>
                </c:pt>
                <c:pt idx="6056">
                  <c:v>1.13085925579071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0.19784212112426749</c:v>
                </c:pt>
                <c:pt idx="6133">
                  <c:v>0</c:v>
                </c:pt>
                <c:pt idx="6134">
                  <c:v>0</c:v>
                </c:pt>
                <c:pt idx="6135">
                  <c:v>10.899470090866091</c:v>
                </c:pt>
                <c:pt idx="6136">
                  <c:v>0.81651926040649503</c:v>
                </c:pt>
                <c:pt idx="6137">
                  <c:v>3.1324141025543248</c:v>
                </c:pt>
                <c:pt idx="6138">
                  <c:v>0</c:v>
                </c:pt>
                <c:pt idx="6139">
                  <c:v>22.684568881988529</c:v>
                </c:pt>
                <c:pt idx="6140">
                  <c:v>34.568472683429711</c:v>
                </c:pt>
                <c:pt idx="6141">
                  <c:v>0.50662797689437755</c:v>
                </c:pt>
                <c:pt idx="6142">
                  <c:v>20.493704795837399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12.510003566741929</c:v>
                </c:pt>
                <c:pt idx="6160">
                  <c:v>4.4796490669250497</c:v>
                </c:pt>
                <c:pt idx="6161">
                  <c:v>4.3436050415039E-2</c:v>
                </c:pt>
                <c:pt idx="6162">
                  <c:v>19.096383094787601</c:v>
                </c:pt>
                <c:pt idx="6163">
                  <c:v>0</c:v>
                </c:pt>
                <c:pt idx="6164">
                  <c:v>6.6118545532226571</c:v>
                </c:pt>
                <c:pt idx="6165">
                  <c:v>9.2978591918945455</c:v>
                </c:pt>
                <c:pt idx="6166">
                  <c:v>0</c:v>
                </c:pt>
                <c:pt idx="6167">
                  <c:v>0.12585687637329099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13.179399490356451</c:v>
                </c:pt>
                <c:pt idx="6179">
                  <c:v>0</c:v>
                </c:pt>
                <c:pt idx="6180">
                  <c:v>0</c:v>
                </c:pt>
                <c:pt idx="6181">
                  <c:v>15.225383758544931</c:v>
                </c:pt>
                <c:pt idx="6182">
                  <c:v>0.27853071689605752</c:v>
                </c:pt>
                <c:pt idx="6183">
                  <c:v>0</c:v>
                </c:pt>
                <c:pt idx="6184">
                  <c:v>0</c:v>
                </c:pt>
                <c:pt idx="6185">
                  <c:v>6.6116528511047354</c:v>
                </c:pt>
                <c:pt idx="6186">
                  <c:v>5.6981697082519496</c:v>
                </c:pt>
                <c:pt idx="6187">
                  <c:v>8.1107395887374754</c:v>
                </c:pt>
                <c:pt idx="6188">
                  <c:v>39.607569217681871</c:v>
                </c:pt>
                <c:pt idx="6189">
                  <c:v>20.581183433532718</c:v>
                </c:pt>
                <c:pt idx="6190">
                  <c:v>0.78311920166015747</c:v>
                </c:pt>
                <c:pt idx="6191">
                  <c:v>21.71818065643312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3.8949418067932249</c:v>
                </c:pt>
                <c:pt idx="6203">
                  <c:v>1.679947897791862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65.763820648193374</c:v>
                </c:pt>
                <c:pt idx="6212">
                  <c:v>14.296772003173819</c:v>
                </c:pt>
                <c:pt idx="6213">
                  <c:v>24.686490535736102</c:v>
                </c:pt>
                <c:pt idx="6214">
                  <c:v>12.932072639465339</c:v>
                </c:pt>
                <c:pt idx="6215">
                  <c:v>7.8556370735168501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0.122132807970047</c:v>
                </c:pt>
                <c:pt idx="6223">
                  <c:v>16.191799640655521</c:v>
                </c:pt>
                <c:pt idx="6224">
                  <c:v>0</c:v>
                </c:pt>
                <c:pt idx="6225">
                  <c:v>2.4669489860534681</c:v>
                </c:pt>
                <c:pt idx="6226">
                  <c:v>1.34978747367859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42.277502059936523</c:v>
                </c:pt>
                <c:pt idx="6243">
                  <c:v>45.455798625946038</c:v>
                </c:pt>
                <c:pt idx="6244">
                  <c:v>23.068371534347531</c:v>
                </c:pt>
                <c:pt idx="6245">
                  <c:v>1.486268997192385</c:v>
                </c:pt>
                <c:pt idx="6246">
                  <c:v>1.914179801940918</c:v>
                </c:pt>
                <c:pt idx="6247">
                  <c:v>3.2353488206863399</c:v>
                </c:pt>
                <c:pt idx="6248">
                  <c:v>42.232594013214133</c:v>
                </c:pt>
                <c:pt idx="6249">
                  <c:v>0</c:v>
                </c:pt>
                <c:pt idx="6250">
                  <c:v>0</c:v>
                </c:pt>
                <c:pt idx="6251">
                  <c:v>28.809861600399039</c:v>
                </c:pt>
                <c:pt idx="6252">
                  <c:v>10.95036697387695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3.5826680660247749</c:v>
                </c:pt>
                <c:pt idx="6257">
                  <c:v>0</c:v>
                </c:pt>
                <c:pt idx="6258">
                  <c:v>0</c:v>
                </c:pt>
                <c:pt idx="6259">
                  <c:v>1.074670553207397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11.96844482421875</c:v>
                </c:pt>
                <c:pt idx="6264">
                  <c:v>44.076778888702378</c:v>
                </c:pt>
                <c:pt idx="6265">
                  <c:v>28.81459856033327</c:v>
                </c:pt>
                <c:pt idx="6266">
                  <c:v>0</c:v>
                </c:pt>
                <c:pt idx="6267">
                  <c:v>0.19017601013183599</c:v>
                </c:pt>
                <c:pt idx="6268">
                  <c:v>28.64269876480105</c:v>
                </c:pt>
                <c:pt idx="6269">
                  <c:v>53.725143432617173</c:v>
                </c:pt>
                <c:pt idx="6270">
                  <c:v>55.969841480255127</c:v>
                </c:pt>
                <c:pt idx="6271">
                  <c:v>43.524495601654067</c:v>
                </c:pt>
                <c:pt idx="6272">
                  <c:v>29.7384147644043</c:v>
                </c:pt>
                <c:pt idx="6273">
                  <c:v>12.78095915913582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0.92896413803100497</c:v>
                </c:pt>
                <c:pt idx="6278">
                  <c:v>0</c:v>
                </c:pt>
                <c:pt idx="6279">
                  <c:v>0</c:v>
                </c:pt>
                <c:pt idx="6280">
                  <c:v>16.340414851903919</c:v>
                </c:pt>
                <c:pt idx="6281">
                  <c:v>2.7058489620685501E-2</c:v>
                </c:pt>
                <c:pt idx="6282">
                  <c:v>0</c:v>
                </c:pt>
                <c:pt idx="6283">
                  <c:v>0.37631398439407249</c:v>
                </c:pt>
                <c:pt idx="6284">
                  <c:v>10.94527578353882</c:v>
                </c:pt>
                <c:pt idx="6285">
                  <c:v>0.93653851747512729</c:v>
                </c:pt>
                <c:pt idx="6286">
                  <c:v>51.218709528446198</c:v>
                </c:pt>
                <c:pt idx="6287">
                  <c:v>2.7012184262275751E-2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7.7745318412780753E-3</c:v>
                </c:pt>
                <c:pt idx="6298">
                  <c:v>0</c:v>
                </c:pt>
                <c:pt idx="6299">
                  <c:v>1.671170860528945</c:v>
                </c:pt>
                <c:pt idx="6300">
                  <c:v>5.5259274840354848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2.8075287342071502</c:v>
                </c:pt>
                <c:pt idx="6306">
                  <c:v>0</c:v>
                </c:pt>
                <c:pt idx="6307">
                  <c:v>0.66377204656600997</c:v>
                </c:pt>
                <c:pt idx="6308">
                  <c:v>0</c:v>
                </c:pt>
                <c:pt idx="6309">
                  <c:v>0</c:v>
                </c:pt>
                <c:pt idx="6310">
                  <c:v>2.4798475503921531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71.098147869110107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0.36659884452819802</c:v>
                </c:pt>
                <c:pt idx="6332">
                  <c:v>0</c:v>
                </c:pt>
                <c:pt idx="6333">
                  <c:v>27.013564586639401</c:v>
                </c:pt>
                <c:pt idx="6334">
                  <c:v>0</c:v>
                </c:pt>
                <c:pt idx="6335">
                  <c:v>8.2121722698211581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8.0926387310028005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1.5226411819457999</c:v>
                </c:pt>
                <c:pt idx="6353">
                  <c:v>25.084121227264419</c:v>
                </c:pt>
                <c:pt idx="6354">
                  <c:v>10.012936115264891</c:v>
                </c:pt>
                <c:pt idx="6355">
                  <c:v>14.87871742248535</c:v>
                </c:pt>
                <c:pt idx="6356">
                  <c:v>0</c:v>
                </c:pt>
                <c:pt idx="6357">
                  <c:v>16.013703346252431</c:v>
                </c:pt>
                <c:pt idx="6358">
                  <c:v>15.40069556236266</c:v>
                </c:pt>
                <c:pt idx="6359">
                  <c:v>1.22572898864746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24.497520446777351</c:v>
                </c:pt>
                <c:pt idx="6369">
                  <c:v>16.414703130722032</c:v>
                </c:pt>
                <c:pt idx="6370">
                  <c:v>6.3511137962341246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14.366919040679949</c:v>
                </c:pt>
                <c:pt idx="6376">
                  <c:v>38.266985893249533</c:v>
                </c:pt>
                <c:pt idx="6377">
                  <c:v>3.1203480958938692</c:v>
                </c:pt>
                <c:pt idx="6378">
                  <c:v>1.82141089439392</c:v>
                </c:pt>
                <c:pt idx="6379">
                  <c:v>24.251745581626871</c:v>
                </c:pt>
                <c:pt idx="6380">
                  <c:v>16.286746144294749</c:v>
                </c:pt>
                <c:pt idx="6381">
                  <c:v>31.312356173992161</c:v>
                </c:pt>
                <c:pt idx="6382">
                  <c:v>0.4328239262104025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1.780948638916015</c:v>
                </c:pt>
                <c:pt idx="6399">
                  <c:v>20.940387725830071</c:v>
                </c:pt>
                <c:pt idx="6400">
                  <c:v>8.7824158668517995</c:v>
                </c:pt>
                <c:pt idx="6401">
                  <c:v>31.0401451587677</c:v>
                </c:pt>
                <c:pt idx="6402">
                  <c:v>38.927642345428467</c:v>
                </c:pt>
                <c:pt idx="6403">
                  <c:v>63.088098526000977</c:v>
                </c:pt>
                <c:pt idx="6404">
                  <c:v>25.723164319992058</c:v>
                </c:pt>
                <c:pt idx="6405">
                  <c:v>57.354946613311782</c:v>
                </c:pt>
                <c:pt idx="6406">
                  <c:v>29.679130554199201</c:v>
                </c:pt>
                <c:pt idx="6407">
                  <c:v>28.22448301315308</c:v>
                </c:pt>
                <c:pt idx="6408">
                  <c:v>25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29.448666572570829</c:v>
                </c:pt>
                <c:pt idx="6420">
                  <c:v>0</c:v>
                </c:pt>
                <c:pt idx="6421">
                  <c:v>0</c:v>
                </c:pt>
                <c:pt idx="6422">
                  <c:v>0.1114511042833328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4.8748247325420498E-2</c:v>
                </c:pt>
                <c:pt idx="6427">
                  <c:v>4.8748247325420498E-2</c:v>
                </c:pt>
                <c:pt idx="6428">
                  <c:v>0</c:v>
                </c:pt>
                <c:pt idx="6429">
                  <c:v>23.381848812103279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27.390499830245979</c:v>
                </c:pt>
                <c:pt idx="6445">
                  <c:v>6.8131501674651993</c:v>
                </c:pt>
                <c:pt idx="6446">
                  <c:v>0</c:v>
                </c:pt>
                <c:pt idx="6447">
                  <c:v>0</c:v>
                </c:pt>
                <c:pt idx="6448">
                  <c:v>16.719788789749149</c:v>
                </c:pt>
                <c:pt idx="6449">
                  <c:v>27.373556137084979</c:v>
                </c:pt>
                <c:pt idx="6450">
                  <c:v>11.327040433883671</c:v>
                </c:pt>
                <c:pt idx="6451">
                  <c:v>9.2401954531669741</c:v>
                </c:pt>
                <c:pt idx="6452">
                  <c:v>18.749993801116961</c:v>
                </c:pt>
                <c:pt idx="6453">
                  <c:v>28.603482007980379</c:v>
                </c:pt>
                <c:pt idx="6454">
                  <c:v>53.795257568359403</c:v>
                </c:pt>
                <c:pt idx="6455">
                  <c:v>26.188514232635502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9.6009473800659251</c:v>
                </c:pt>
                <c:pt idx="6465">
                  <c:v>0</c:v>
                </c:pt>
                <c:pt idx="6466">
                  <c:v>4.6192988753318716</c:v>
                </c:pt>
                <c:pt idx="6467">
                  <c:v>24.734955787658691</c:v>
                </c:pt>
                <c:pt idx="6468">
                  <c:v>2.0820378065109262</c:v>
                </c:pt>
                <c:pt idx="6469">
                  <c:v>13.72118663787843</c:v>
                </c:pt>
                <c:pt idx="6470">
                  <c:v>44.484150409698501</c:v>
                </c:pt>
                <c:pt idx="6471">
                  <c:v>30.59238004684449</c:v>
                </c:pt>
                <c:pt idx="6472">
                  <c:v>9.0685206651687533</c:v>
                </c:pt>
                <c:pt idx="6473">
                  <c:v>7.1849882602691766</c:v>
                </c:pt>
                <c:pt idx="6474">
                  <c:v>8.4713507890701258</c:v>
                </c:pt>
                <c:pt idx="6475">
                  <c:v>55.121865272521973</c:v>
                </c:pt>
                <c:pt idx="6476">
                  <c:v>17.134907722473141</c:v>
                </c:pt>
                <c:pt idx="6477">
                  <c:v>28.631907939910899</c:v>
                </c:pt>
                <c:pt idx="6478">
                  <c:v>37.718221187591553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21.167615175247189</c:v>
                </c:pt>
                <c:pt idx="6490">
                  <c:v>32.355976700782797</c:v>
                </c:pt>
                <c:pt idx="6491">
                  <c:v>3.001304626464842</c:v>
                </c:pt>
                <c:pt idx="6492">
                  <c:v>15.846664547920231</c:v>
                </c:pt>
                <c:pt idx="6493">
                  <c:v>18.290680885314949</c:v>
                </c:pt>
                <c:pt idx="6494">
                  <c:v>25.821608543395989</c:v>
                </c:pt>
                <c:pt idx="6495">
                  <c:v>26.132705211639429</c:v>
                </c:pt>
                <c:pt idx="6496">
                  <c:v>36.719513177871733</c:v>
                </c:pt>
                <c:pt idx="6497">
                  <c:v>47.604780673980699</c:v>
                </c:pt>
                <c:pt idx="6498">
                  <c:v>70.239099502563477</c:v>
                </c:pt>
                <c:pt idx="6499">
                  <c:v>59.459760665893548</c:v>
                </c:pt>
                <c:pt idx="6500">
                  <c:v>34.564454674720757</c:v>
                </c:pt>
                <c:pt idx="6501">
                  <c:v>18.759225845336921</c:v>
                </c:pt>
                <c:pt idx="6502">
                  <c:v>1.094191789627075</c:v>
                </c:pt>
                <c:pt idx="6503">
                  <c:v>1.0608850717544549</c:v>
                </c:pt>
                <c:pt idx="6504">
                  <c:v>0.74410599470138505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17.64719831943512</c:v>
                </c:pt>
                <c:pt idx="6513">
                  <c:v>52.386528015136733</c:v>
                </c:pt>
                <c:pt idx="6514">
                  <c:v>73.67076683044435</c:v>
                </c:pt>
                <c:pt idx="6515">
                  <c:v>93.182622909545898</c:v>
                </c:pt>
                <c:pt idx="6516">
                  <c:v>60.60810947418215</c:v>
                </c:pt>
                <c:pt idx="6517">
                  <c:v>20.51083946228027</c:v>
                </c:pt>
                <c:pt idx="6518">
                  <c:v>58.6406764984131</c:v>
                </c:pt>
                <c:pt idx="6519">
                  <c:v>92.455406188964844</c:v>
                </c:pt>
                <c:pt idx="6520">
                  <c:v>82.415809631347685</c:v>
                </c:pt>
                <c:pt idx="6521">
                  <c:v>84.244871139526367</c:v>
                </c:pt>
                <c:pt idx="6522">
                  <c:v>18.995385646820079</c:v>
                </c:pt>
                <c:pt idx="6523">
                  <c:v>43.3355584144592</c:v>
                </c:pt>
                <c:pt idx="6524">
                  <c:v>14.435365676879879</c:v>
                </c:pt>
                <c:pt idx="6525">
                  <c:v>99.539306640625</c:v>
                </c:pt>
                <c:pt idx="6526">
                  <c:v>31.90728783607479</c:v>
                </c:pt>
                <c:pt idx="6527">
                  <c:v>19.307610511779799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42.715942859649637</c:v>
                </c:pt>
                <c:pt idx="6537">
                  <c:v>74.544599533081055</c:v>
                </c:pt>
                <c:pt idx="6538">
                  <c:v>73.872166633605971</c:v>
                </c:pt>
                <c:pt idx="6539">
                  <c:v>37.567801475524917</c:v>
                </c:pt>
                <c:pt idx="6540">
                  <c:v>13.262626171112069</c:v>
                </c:pt>
                <c:pt idx="6541">
                  <c:v>15.753778576850889</c:v>
                </c:pt>
                <c:pt idx="6542">
                  <c:v>77.746465682983398</c:v>
                </c:pt>
                <c:pt idx="6543">
                  <c:v>39.388002872467048</c:v>
                </c:pt>
                <c:pt idx="6544">
                  <c:v>56.867995262145968</c:v>
                </c:pt>
                <c:pt idx="6545">
                  <c:v>39.919559478759773</c:v>
                </c:pt>
                <c:pt idx="6546">
                  <c:v>81.348468780517578</c:v>
                </c:pt>
                <c:pt idx="6547">
                  <c:v>75.852753639221191</c:v>
                </c:pt>
                <c:pt idx="6548">
                  <c:v>68.033117294311523</c:v>
                </c:pt>
                <c:pt idx="6549">
                  <c:v>64.386747360229492</c:v>
                </c:pt>
                <c:pt idx="6550">
                  <c:v>48.610174179077148</c:v>
                </c:pt>
                <c:pt idx="6551">
                  <c:v>8.9849529266357493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37.525403022766099</c:v>
                </c:pt>
                <c:pt idx="6561">
                  <c:v>57.092729091644273</c:v>
                </c:pt>
                <c:pt idx="6562">
                  <c:v>36.347155094146743</c:v>
                </c:pt>
                <c:pt idx="6563">
                  <c:v>26.787976980209361</c:v>
                </c:pt>
                <c:pt idx="6564">
                  <c:v>63.351692199707031</c:v>
                </c:pt>
                <c:pt idx="6565">
                  <c:v>26.75975131988525</c:v>
                </c:pt>
                <c:pt idx="6566">
                  <c:v>65.329935073852525</c:v>
                </c:pt>
                <c:pt idx="6567">
                  <c:v>85.792309761047349</c:v>
                </c:pt>
                <c:pt idx="6568">
                  <c:v>67.9080810546875</c:v>
                </c:pt>
                <c:pt idx="6569">
                  <c:v>68.841242790222168</c:v>
                </c:pt>
                <c:pt idx="6570">
                  <c:v>85.846715927124023</c:v>
                </c:pt>
                <c:pt idx="6571">
                  <c:v>35.139702796936021</c:v>
                </c:pt>
                <c:pt idx="6572">
                  <c:v>16.68646955490113</c:v>
                </c:pt>
                <c:pt idx="6573">
                  <c:v>6.4283175468444753</c:v>
                </c:pt>
                <c:pt idx="6574">
                  <c:v>1.124726295471193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3.209392547607425</c:v>
                </c:pt>
                <c:pt idx="6585">
                  <c:v>32.914164066314683</c:v>
                </c:pt>
                <c:pt idx="6586">
                  <c:v>75.633460998535156</c:v>
                </c:pt>
                <c:pt idx="6587">
                  <c:v>19.713718175888051</c:v>
                </c:pt>
                <c:pt idx="6588">
                  <c:v>1.017563104629517</c:v>
                </c:pt>
                <c:pt idx="6589">
                  <c:v>33.504905700683601</c:v>
                </c:pt>
                <c:pt idx="6590">
                  <c:v>52.961722850799553</c:v>
                </c:pt>
                <c:pt idx="6591">
                  <c:v>36.911249876022339</c:v>
                </c:pt>
                <c:pt idx="6592">
                  <c:v>100</c:v>
                </c:pt>
                <c:pt idx="6593">
                  <c:v>73.323157310485854</c:v>
                </c:pt>
                <c:pt idx="6594">
                  <c:v>22.260588645935051</c:v>
                </c:pt>
                <c:pt idx="6595">
                  <c:v>0</c:v>
                </c:pt>
                <c:pt idx="6596">
                  <c:v>0</c:v>
                </c:pt>
                <c:pt idx="6597">
                  <c:v>5.5829076766967747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1.13580822944641</c:v>
                </c:pt>
                <c:pt idx="6610">
                  <c:v>2.019906997680665</c:v>
                </c:pt>
                <c:pt idx="6611">
                  <c:v>0.58069229125976496</c:v>
                </c:pt>
                <c:pt idx="6612">
                  <c:v>19.101969242095951</c:v>
                </c:pt>
                <c:pt idx="6613">
                  <c:v>24.496602773666389</c:v>
                </c:pt>
                <c:pt idx="6614">
                  <c:v>67.688190460205078</c:v>
                </c:pt>
                <c:pt idx="6615">
                  <c:v>35.093490362167337</c:v>
                </c:pt>
                <c:pt idx="6616">
                  <c:v>14.18395312130451</c:v>
                </c:pt>
                <c:pt idx="6617">
                  <c:v>21.852411746978749</c:v>
                </c:pt>
                <c:pt idx="6618">
                  <c:v>15.009391307830819</c:v>
                </c:pt>
                <c:pt idx="6619">
                  <c:v>51.618530750274672</c:v>
                </c:pt>
                <c:pt idx="6620">
                  <c:v>33.349456787109382</c:v>
                </c:pt>
                <c:pt idx="6621">
                  <c:v>5.23445320129394</c:v>
                </c:pt>
                <c:pt idx="6622">
                  <c:v>15.766810894012449</c:v>
                </c:pt>
                <c:pt idx="6623">
                  <c:v>13.762708663940421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5.34421133995055</c:v>
                </c:pt>
                <c:pt idx="6637">
                  <c:v>12.179480075836199</c:v>
                </c:pt>
                <c:pt idx="6638">
                  <c:v>67.010120868682847</c:v>
                </c:pt>
                <c:pt idx="6639">
                  <c:v>29.20656144618987</c:v>
                </c:pt>
                <c:pt idx="6640">
                  <c:v>13.503038406372079</c:v>
                </c:pt>
                <c:pt idx="6641">
                  <c:v>59.578042984008768</c:v>
                </c:pt>
                <c:pt idx="6642">
                  <c:v>41.324965953826883</c:v>
                </c:pt>
                <c:pt idx="6643">
                  <c:v>56.602458000183127</c:v>
                </c:pt>
                <c:pt idx="6644">
                  <c:v>28.341696083545688</c:v>
                </c:pt>
                <c:pt idx="6645">
                  <c:v>35.816443920135477</c:v>
                </c:pt>
                <c:pt idx="6646">
                  <c:v>100</c:v>
                </c:pt>
                <c:pt idx="6647">
                  <c:v>57.228868484497049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11.962410926818849</c:v>
                </c:pt>
                <c:pt idx="6658">
                  <c:v>4.6464993953704852</c:v>
                </c:pt>
                <c:pt idx="6659">
                  <c:v>14.204440116882321</c:v>
                </c:pt>
                <c:pt idx="6660">
                  <c:v>50.834549188613899</c:v>
                </c:pt>
                <c:pt idx="6661">
                  <c:v>15.929924130439749</c:v>
                </c:pt>
                <c:pt idx="6662">
                  <c:v>0.35239970684051503</c:v>
                </c:pt>
                <c:pt idx="6663">
                  <c:v>0</c:v>
                </c:pt>
                <c:pt idx="6664">
                  <c:v>20.48150646686554</c:v>
                </c:pt>
                <c:pt idx="6665">
                  <c:v>22.80587816238404</c:v>
                </c:pt>
                <c:pt idx="6666">
                  <c:v>33.921772241592421</c:v>
                </c:pt>
                <c:pt idx="6667">
                  <c:v>5.0709064006805527</c:v>
                </c:pt>
                <c:pt idx="6668">
                  <c:v>59.629502296447782</c:v>
                </c:pt>
                <c:pt idx="6669">
                  <c:v>56.074123859405518</c:v>
                </c:pt>
                <c:pt idx="6670">
                  <c:v>51.918860912322998</c:v>
                </c:pt>
                <c:pt idx="6671">
                  <c:v>2.151142835617065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3.0923404693603498</c:v>
                </c:pt>
                <c:pt idx="6685">
                  <c:v>7.5136899948120006E-2</c:v>
                </c:pt>
                <c:pt idx="6686">
                  <c:v>0</c:v>
                </c:pt>
                <c:pt idx="6687">
                  <c:v>1.8992573022842401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6.880622863769525</c:v>
                </c:pt>
                <c:pt idx="6710">
                  <c:v>25.507944345474229</c:v>
                </c:pt>
                <c:pt idx="6711">
                  <c:v>17.535429000854471</c:v>
                </c:pt>
                <c:pt idx="6712">
                  <c:v>0</c:v>
                </c:pt>
                <c:pt idx="6713">
                  <c:v>11.153088569641129</c:v>
                </c:pt>
                <c:pt idx="6714">
                  <c:v>14.332950592041</c:v>
                </c:pt>
                <c:pt idx="6715">
                  <c:v>1.8460874557495131</c:v>
                </c:pt>
                <c:pt idx="6716">
                  <c:v>23.395650386810299</c:v>
                </c:pt>
                <c:pt idx="6717">
                  <c:v>26.582713842391961</c:v>
                </c:pt>
                <c:pt idx="6718">
                  <c:v>71.492026329040527</c:v>
                </c:pt>
                <c:pt idx="6719">
                  <c:v>38.483473300933817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11.483399391174331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10.003786087036129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0.39228796958923251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14.270444631576559</c:v>
                </c:pt>
                <c:pt idx="6783">
                  <c:v>21.64631819725037</c:v>
                </c:pt>
                <c:pt idx="6784">
                  <c:v>70.985645294189453</c:v>
                </c:pt>
                <c:pt idx="6785">
                  <c:v>58.926980018615723</c:v>
                </c:pt>
                <c:pt idx="6786">
                  <c:v>89.064592361450195</c:v>
                </c:pt>
                <c:pt idx="6787">
                  <c:v>30.61554384231567</c:v>
                </c:pt>
                <c:pt idx="6788">
                  <c:v>0.42955279350280751</c:v>
                </c:pt>
                <c:pt idx="6789">
                  <c:v>53.560390472412116</c:v>
                </c:pt>
                <c:pt idx="6790">
                  <c:v>28.57136392593382</c:v>
                </c:pt>
                <c:pt idx="6791">
                  <c:v>12.6221113204956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28.736309766769399</c:v>
                </c:pt>
                <c:pt idx="6801">
                  <c:v>66.110434055328369</c:v>
                </c:pt>
                <c:pt idx="6802">
                  <c:v>8.5540969371795725</c:v>
                </c:pt>
                <c:pt idx="6803">
                  <c:v>30.186409950256351</c:v>
                </c:pt>
                <c:pt idx="6804">
                  <c:v>1.193832874298095</c:v>
                </c:pt>
                <c:pt idx="6805">
                  <c:v>0</c:v>
                </c:pt>
                <c:pt idx="6806">
                  <c:v>5.3033274412155098</c:v>
                </c:pt>
                <c:pt idx="6807">
                  <c:v>3.2696226239204398</c:v>
                </c:pt>
                <c:pt idx="6808">
                  <c:v>30.761532783508301</c:v>
                </c:pt>
                <c:pt idx="6809">
                  <c:v>26.469040393829349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6.7052261829376301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0.80783855915069502</c:v>
                </c:pt>
                <c:pt idx="6824">
                  <c:v>7.235173732042318</c:v>
                </c:pt>
                <c:pt idx="6825">
                  <c:v>6.6409535408020002</c:v>
                </c:pt>
                <c:pt idx="6826">
                  <c:v>35.545489311218283</c:v>
                </c:pt>
                <c:pt idx="6827">
                  <c:v>3.4223318099975503E-2</c:v>
                </c:pt>
                <c:pt idx="6828">
                  <c:v>0</c:v>
                </c:pt>
                <c:pt idx="6829">
                  <c:v>30.030200481414798</c:v>
                </c:pt>
                <c:pt idx="6830">
                  <c:v>37.348508834838867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4.7892355918884251</c:v>
                </c:pt>
                <c:pt idx="6853">
                  <c:v>34.2676486968994</c:v>
                </c:pt>
                <c:pt idx="6854">
                  <c:v>27.356264591217052</c:v>
                </c:pt>
                <c:pt idx="6855">
                  <c:v>37.739298582077033</c:v>
                </c:pt>
                <c:pt idx="6856">
                  <c:v>2.1420053243637089</c:v>
                </c:pt>
                <c:pt idx="6857">
                  <c:v>23.848986625671401</c:v>
                </c:pt>
                <c:pt idx="6858">
                  <c:v>42.144668102264397</c:v>
                </c:pt>
                <c:pt idx="6859">
                  <c:v>3.9621176123619182</c:v>
                </c:pt>
                <c:pt idx="6860">
                  <c:v>27.71440076828004</c:v>
                </c:pt>
                <c:pt idx="6861">
                  <c:v>24.366491794586171</c:v>
                </c:pt>
                <c:pt idx="6862">
                  <c:v>13.176152944564819</c:v>
                </c:pt>
                <c:pt idx="6863">
                  <c:v>28.738745212554932</c:v>
                </c:pt>
                <c:pt idx="6864">
                  <c:v>43.621957778930678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29.12493181228637</c:v>
                </c:pt>
                <c:pt idx="6873">
                  <c:v>3.0173575878143248</c:v>
                </c:pt>
                <c:pt idx="6874">
                  <c:v>28.07456159591678</c:v>
                </c:pt>
                <c:pt idx="6875">
                  <c:v>28.276748538017291</c:v>
                </c:pt>
                <c:pt idx="6876">
                  <c:v>22.627662420272809</c:v>
                </c:pt>
                <c:pt idx="6877">
                  <c:v>59.970940113067627</c:v>
                </c:pt>
                <c:pt idx="6878">
                  <c:v>34.877150058746352</c:v>
                </c:pt>
                <c:pt idx="6879">
                  <c:v>64.983354091644301</c:v>
                </c:pt>
                <c:pt idx="6880">
                  <c:v>10.639487266540529</c:v>
                </c:pt>
                <c:pt idx="6881">
                  <c:v>30.728300094604499</c:v>
                </c:pt>
                <c:pt idx="6882">
                  <c:v>67.084765911102295</c:v>
                </c:pt>
                <c:pt idx="6883">
                  <c:v>18.398575067520159</c:v>
                </c:pt>
                <c:pt idx="6884">
                  <c:v>46.669235706329353</c:v>
                </c:pt>
                <c:pt idx="6885">
                  <c:v>78.485457420349121</c:v>
                </c:pt>
                <c:pt idx="6886">
                  <c:v>61.914461135864222</c:v>
                </c:pt>
                <c:pt idx="6887">
                  <c:v>26.26016116142274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0.76690793037414495</c:v>
                </c:pt>
                <c:pt idx="6898">
                  <c:v>40.470346927642808</c:v>
                </c:pt>
                <c:pt idx="6899">
                  <c:v>47.266956329345732</c:v>
                </c:pt>
                <c:pt idx="6900">
                  <c:v>14.497573435306551</c:v>
                </c:pt>
                <c:pt idx="6901">
                  <c:v>65.088289260864258</c:v>
                </c:pt>
                <c:pt idx="6902">
                  <c:v>24.553597450256319</c:v>
                </c:pt>
                <c:pt idx="6903">
                  <c:v>36.281054973602288</c:v>
                </c:pt>
                <c:pt idx="6904">
                  <c:v>60.196674823760972</c:v>
                </c:pt>
                <c:pt idx="6905">
                  <c:v>38.997068405151367</c:v>
                </c:pt>
                <c:pt idx="6906">
                  <c:v>0</c:v>
                </c:pt>
                <c:pt idx="6907">
                  <c:v>13.331857204437251</c:v>
                </c:pt>
                <c:pt idx="6908">
                  <c:v>54.740146160125747</c:v>
                </c:pt>
                <c:pt idx="6909">
                  <c:v>0</c:v>
                </c:pt>
                <c:pt idx="6910">
                  <c:v>6.4321548938751256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0.33855050802230752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18.072477579116811</c:v>
                </c:pt>
                <c:pt idx="6950">
                  <c:v>1.460565328598022</c:v>
                </c:pt>
                <c:pt idx="6951">
                  <c:v>0</c:v>
                </c:pt>
                <c:pt idx="6952">
                  <c:v>18.320219993591319</c:v>
                </c:pt>
                <c:pt idx="6953">
                  <c:v>11.11091756820678</c:v>
                </c:pt>
                <c:pt idx="6954">
                  <c:v>0</c:v>
                </c:pt>
                <c:pt idx="6955">
                  <c:v>1.031081795692445</c:v>
                </c:pt>
                <c:pt idx="6956">
                  <c:v>5.3769465684890694</c:v>
                </c:pt>
                <c:pt idx="6957">
                  <c:v>18.34383988380435</c:v>
                </c:pt>
                <c:pt idx="6958">
                  <c:v>35.442209243774428</c:v>
                </c:pt>
                <c:pt idx="6959">
                  <c:v>1.130995273590087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45.761033415794358</c:v>
                </c:pt>
                <c:pt idx="6972">
                  <c:v>62.943368434906013</c:v>
                </c:pt>
                <c:pt idx="6973">
                  <c:v>42.565711975097649</c:v>
                </c:pt>
                <c:pt idx="6974">
                  <c:v>13.76744866371155</c:v>
                </c:pt>
                <c:pt idx="6975">
                  <c:v>32.046395540237413</c:v>
                </c:pt>
                <c:pt idx="6976">
                  <c:v>7.7248561382293746</c:v>
                </c:pt>
                <c:pt idx="6977">
                  <c:v>9.0901006460189908</c:v>
                </c:pt>
                <c:pt idx="6978">
                  <c:v>4.5380506515503001</c:v>
                </c:pt>
                <c:pt idx="6979">
                  <c:v>27.759038686752319</c:v>
                </c:pt>
                <c:pt idx="6980">
                  <c:v>42.907834529876723</c:v>
                </c:pt>
                <c:pt idx="6981">
                  <c:v>5.9320342540741002</c:v>
                </c:pt>
                <c:pt idx="6982">
                  <c:v>2.8173904418945299</c:v>
                </c:pt>
                <c:pt idx="6983">
                  <c:v>47.260524749755852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2.224905371665955</c:v>
                </c:pt>
                <c:pt idx="6993">
                  <c:v>0</c:v>
                </c:pt>
                <c:pt idx="6994">
                  <c:v>0</c:v>
                </c:pt>
                <c:pt idx="6995">
                  <c:v>2.9944014549255251</c:v>
                </c:pt>
                <c:pt idx="6996">
                  <c:v>9.0833008289337229</c:v>
                </c:pt>
                <c:pt idx="6997">
                  <c:v>34.656835943460479</c:v>
                </c:pt>
                <c:pt idx="6998">
                  <c:v>16.410141885280609</c:v>
                </c:pt>
                <c:pt idx="6999">
                  <c:v>0.91926836967468251</c:v>
                </c:pt>
                <c:pt idx="7000">
                  <c:v>0.44992673397064248</c:v>
                </c:pt>
                <c:pt idx="7001">
                  <c:v>3.7833766937255748</c:v>
                </c:pt>
                <c:pt idx="7002">
                  <c:v>45.320837974548333</c:v>
                </c:pt>
                <c:pt idx="7003">
                  <c:v>33.689235210418701</c:v>
                </c:pt>
                <c:pt idx="7004">
                  <c:v>3.6287059783935498</c:v>
                </c:pt>
                <c:pt idx="7005">
                  <c:v>0</c:v>
                </c:pt>
                <c:pt idx="7006">
                  <c:v>10.0885763168335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33.844786564509072</c:v>
                </c:pt>
                <c:pt idx="7016">
                  <c:v>6.9491944313049254</c:v>
                </c:pt>
                <c:pt idx="7017">
                  <c:v>0</c:v>
                </c:pt>
                <c:pt idx="7018">
                  <c:v>0</c:v>
                </c:pt>
                <c:pt idx="7019">
                  <c:v>0.68665176630020253</c:v>
                </c:pt>
                <c:pt idx="7020">
                  <c:v>0</c:v>
                </c:pt>
                <c:pt idx="7021">
                  <c:v>8.2194924354553329</c:v>
                </c:pt>
                <c:pt idx="7022">
                  <c:v>59.627057075500502</c:v>
                </c:pt>
                <c:pt idx="7023">
                  <c:v>25.141133308410659</c:v>
                </c:pt>
                <c:pt idx="7024">
                  <c:v>5.3874468207359278</c:v>
                </c:pt>
                <c:pt idx="7025">
                  <c:v>13.767478466033941</c:v>
                </c:pt>
                <c:pt idx="7026">
                  <c:v>18.922095298767101</c:v>
                </c:pt>
                <c:pt idx="7027">
                  <c:v>23.614560365676891</c:v>
                </c:pt>
                <c:pt idx="7028">
                  <c:v>0</c:v>
                </c:pt>
                <c:pt idx="7029">
                  <c:v>0</c:v>
                </c:pt>
                <c:pt idx="7030">
                  <c:v>6.4762321710586619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23.169891357421879</c:v>
                </c:pt>
                <c:pt idx="7043">
                  <c:v>41.044925689697251</c:v>
                </c:pt>
                <c:pt idx="7044">
                  <c:v>4.9166183471679696</c:v>
                </c:pt>
                <c:pt idx="7045">
                  <c:v>50.125119209289551</c:v>
                </c:pt>
                <c:pt idx="7046">
                  <c:v>62.416589021682739</c:v>
                </c:pt>
                <c:pt idx="7047">
                  <c:v>52.975975036621101</c:v>
                </c:pt>
                <c:pt idx="7048">
                  <c:v>79.943265914916992</c:v>
                </c:pt>
                <c:pt idx="7049">
                  <c:v>12.733633518218991</c:v>
                </c:pt>
                <c:pt idx="7050">
                  <c:v>42.540618896484382</c:v>
                </c:pt>
                <c:pt idx="7051">
                  <c:v>11.53652159372967</c:v>
                </c:pt>
                <c:pt idx="7052">
                  <c:v>19.594720125198371</c:v>
                </c:pt>
                <c:pt idx="7053">
                  <c:v>34.273859500885031</c:v>
                </c:pt>
                <c:pt idx="7054">
                  <c:v>1.676698684692383</c:v>
                </c:pt>
                <c:pt idx="7055">
                  <c:v>9.7781613469123876</c:v>
                </c:pt>
                <c:pt idx="7056">
                  <c:v>0.4810667037963875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44.893796920776381</c:v>
                </c:pt>
                <c:pt idx="7065">
                  <c:v>6.0609130859375</c:v>
                </c:pt>
                <c:pt idx="7066">
                  <c:v>0</c:v>
                </c:pt>
                <c:pt idx="7067">
                  <c:v>48.822513580322251</c:v>
                </c:pt>
                <c:pt idx="7068">
                  <c:v>11.95572113990783</c:v>
                </c:pt>
                <c:pt idx="7069">
                  <c:v>22.363318920135491</c:v>
                </c:pt>
                <c:pt idx="7070">
                  <c:v>80.85817289352417</c:v>
                </c:pt>
                <c:pt idx="7071">
                  <c:v>17.165609061718001</c:v>
                </c:pt>
                <c:pt idx="7072">
                  <c:v>58.704920768737779</c:v>
                </c:pt>
                <c:pt idx="7073">
                  <c:v>10.746931552886981</c:v>
                </c:pt>
                <c:pt idx="7074">
                  <c:v>0</c:v>
                </c:pt>
                <c:pt idx="7075">
                  <c:v>0</c:v>
                </c:pt>
                <c:pt idx="7076">
                  <c:v>7.8301906585693306</c:v>
                </c:pt>
                <c:pt idx="7077">
                  <c:v>13.431306838989251</c:v>
                </c:pt>
                <c:pt idx="7078">
                  <c:v>42.484766483306878</c:v>
                </c:pt>
                <c:pt idx="7079">
                  <c:v>3.4565067291259748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10.881363868713381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13.536247014999381</c:v>
                </c:pt>
                <c:pt idx="7104">
                  <c:v>3.5047774314880251</c:v>
                </c:pt>
                <c:pt idx="7105">
                  <c:v>2.0384359359741202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4.0493584871292096</c:v>
                </c:pt>
                <c:pt idx="7126">
                  <c:v>17.945213317871101</c:v>
                </c:pt>
                <c:pt idx="7127">
                  <c:v>8.4208664894104004</c:v>
                </c:pt>
                <c:pt idx="7128">
                  <c:v>8.3580532073974503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2.189569234848022</c:v>
                </c:pt>
                <c:pt idx="7139">
                  <c:v>0</c:v>
                </c:pt>
                <c:pt idx="7140">
                  <c:v>17.146271705627449</c:v>
                </c:pt>
                <c:pt idx="7141">
                  <c:v>0</c:v>
                </c:pt>
                <c:pt idx="7142">
                  <c:v>0</c:v>
                </c:pt>
                <c:pt idx="7143">
                  <c:v>1.280040979385378</c:v>
                </c:pt>
                <c:pt idx="7144">
                  <c:v>18.84670257568359</c:v>
                </c:pt>
                <c:pt idx="7145">
                  <c:v>48.418246269226067</c:v>
                </c:pt>
                <c:pt idx="7146">
                  <c:v>3.3368103504181001</c:v>
                </c:pt>
                <c:pt idx="7147">
                  <c:v>10.42774736881257</c:v>
                </c:pt>
                <c:pt idx="7148">
                  <c:v>3.2287317514419538</c:v>
                </c:pt>
                <c:pt idx="7149">
                  <c:v>4.3799555897712752</c:v>
                </c:pt>
                <c:pt idx="7150">
                  <c:v>9.8369770050048757</c:v>
                </c:pt>
                <c:pt idx="7151">
                  <c:v>3.08897161483765</c:v>
                </c:pt>
                <c:pt idx="7152">
                  <c:v>7.7667405605316002</c:v>
                </c:pt>
                <c:pt idx="7153">
                  <c:v>20.7777214050293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4.7362089157104499E-2</c:v>
                </c:pt>
                <c:pt idx="7161">
                  <c:v>0</c:v>
                </c:pt>
                <c:pt idx="7162">
                  <c:v>0</c:v>
                </c:pt>
                <c:pt idx="7163">
                  <c:v>21.853421449661251</c:v>
                </c:pt>
                <c:pt idx="7164">
                  <c:v>74.745405197143555</c:v>
                </c:pt>
                <c:pt idx="7165">
                  <c:v>23.704857587814331</c:v>
                </c:pt>
                <c:pt idx="7166">
                  <c:v>9.7234380245208722</c:v>
                </c:pt>
                <c:pt idx="7167">
                  <c:v>26.218349099159219</c:v>
                </c:pt>
                <c:pt idx="7168">
                  <c:v>32.072141885757453</c:v>
                </c:pt>
                <c:pt idx="7169">
                  <c:v>17.142104625701929</c:v>
                </c:pt>
                <c:pt idx="7170">
                  <c:v>26.832324624061599</c:v>
                </c:pt>
                <c:pt idx="7171">
                  <c:v>16.33857369422913</c:v>
                </c:pt>
                <c:pt idx="7172">
                  <c:v>19.386300921440121</c:v>
                </c:pt>
                <c:pt idx="7173">
                  <c:v>30.890817642211911</c:v>
                </c:pt>
                <c:pt idx="7174">
                  <c:v>59.762472152709982</c:v>
                </c:pt>
                <c:pt idx="7175">
                  <c:v>41.487343311309829</c:v>
                </c:pt>
                <c:pt idx="7176">
                  <c:v>0</c:v>
                </c:pt>
                <c:pt idx="7177">
                  <c:v>33.789442777633653</c:v>
                </c:pt>
                <c:pt idx="7178">
                  <c:v>36.094853878021247</c:v>
                </c:pt>
                <c:pt idx="7179">
                  <c:v>44.636746406555183</c:v>
                </c:pt>
                <c:pt idx="7180">
                  <c:v>62.699716567993178</c:v>
                </c:pt>
                <c:pt idx="7181">
                  <c:v>66.837398529052749</c:v>
                </c:pt>
                <c:pt idx="7182">
                  <c:v>29.65612363815309</c:v>
                </c:pt>
                <c:pt idx="7183">
                  <c:v>14.940463066101071</c:v>
                </c:pt>
                <c:pt idx="7184">
                  <c:v>13.570394873619071</c:v>
                </c:pt>
                <c:pt idx="7185">
                  <c:v>51.307263374328627</c:v>
                </c:pt>
                <c:pt idx="7186">
                  <c:v>47.48888206481935</c:v>
                </c:pt>
                <c:pt idx="7187">
                  <c:v>34.925281524658217</c:v>
                </c:pt>
                <c:pt idx="7188">
                  <c:v>2.8517193794250502</c:v>
                </c:pt>
                <c:pt idx="7189">
                  <c:v>0</c:v>
                </c:pt>
                <c:pt idx="7190">
                  <c:v>1.30716848373413</c:v>
                </c:pt>
                <c:pt idx="7191">
                  <c:v>7.6177253723144496</c:v>
                </c:pt>
                <c:pt idx="7192">
                  <c:v>0.2084059715270995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0.84404319524765004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72.872640609741197</c:v>
                </c:pt>
                <c:pt idx="7719">
                  <c:v>62.219135284423821</c:v>
                </c:pt>
                <c:pt idx="7720">
                  <c:v>79.711481571197496</c:v>
                </c:pt>
                <c:pt idx="7721">
                  <c:v>92.072454452514648</c:v>
                </c:pt>
                <c:pt idx="7722">
                  <c:v>68.213066101074219</c:v>
                </c:pt>
                <c:pt idx="7723">
                  <c:v>0</c:v>
                </c:pt>
                <c:pt idx="7724">
                  <c:v>4.1870051622390809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1.4257688522338881</c:v>
                </c:pt>
                <c:pt idx="7733">
                  <c:v>0.21813732385635379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8.8185348510742081</c:v>
                </c:pt>
                <c:pt idx="7822">
                  <c:v>1.91663658618927</c:v>
                </c:pt>
                <c:pt idx="7823">
                  <c:v>0.21313244104385379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20.813768863677989</c:v>
                </c:pt>
                <c:pt idx="7882">
                  <c:v>35.541478961706183</c:v>
                </c:pt>
                <c:pt idx="7883">
                  <c:v>9.9551210403442347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0.97568881511688255</c:v>
                </c:pt>
                <c:pt idx="8359">
                  <c:v>37.945546984672561</c:v>
                </c:pt>
                <c:pt idx="8360">
                  <c:v>49.493499755859382</c:v>
                </c:pt>
                <c:pt idx="8361">
                  <c:v>48.76822662353517</c:v>
                </c:pt>
                <c:pt idx="8362">
                  <c:v>48.306156158447301</c:v>
                </c:pt>
                <c:pt idx="8363">
                  <c:v>49.434410095214801</c:v>
                </c:pt>
                <c:pt idx="8364">
                  <c:v>24.717205047607401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35.573013305664077</c:v>
                </c:pt>
                <c:pt idx="8384">
                  <c:v>46.835971832275398</c:v>
                </c:pt>
                <c:pt idx="8385">
                  <c:v>45.7289876937866</c:v>
                </c:pt>
                <c:pt idx="8386">
                  <c:v>43.256935119628899</c:v>
                </c:pt>
                <c:pt idx="8387">
                  <c:v>46.550355911254883</c:v>
                </c:pt>
                <c:pt idx="8388">
                  <c:v>50.209146499633768</c:v>
                </c:pt>
                <c:pt idx="8389">
                  <c:v>45.016510009765653</c:v>
                </c:pt>
                <c:pt idx="8390">
                  <c:v>44.779352664947517</c:v>
                </c:pt>
                <c:pt idx="8391">
                  <c:v>7.0533020496368524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24.306725502014149</c:v>
                </c:pt>
                <c:pt idx="8455">
                  <c:v>49.615926742553732</c:v>
                </c:pt>
                <c:pt idx="8456">
                  <c:v>49.364587783813448</c:v>
                </c:pt>
                <c:pt idx="8457">
                  <c:v>49.677650451660128</c:v>
                </c:pt>
                <c:pt idx="8458">
                  <c:v>49.6165065765381</c:v>
                </c:pt>
                <c:pt idx="8459">
                  <c:v>49.759402275085421</c:v>
                </c:pt>
                <c:pt idx="8460">
                  <c:v>48.618355751037569</c:v>
                </c:pt>
                <c:pt idx="8461">
                  <c:v>49.36737060546875</c:v>
                </c:pt>
                <c:pt idx="8462">
                  <c:v>49.876762390136697</c:v>
                </c:pt>
                <c:pt idx="8463">
                  <c:v>50.083669662475572</c:v>
                </c:pt>
                <c:pt idx="8464">
                  <c:v>50.827691078186049</c:v>
                </c:pt>
                <c:pt idx="8465">
                  <c:v>50.184519767761223</c:v>
                </c:pt>
                <c:pt idx="8466">
                  <c:v>11.86513328552245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24.783912658691399</c:v>
                </c:pt>
                <c:pt idx="8479">
                  <c:v>49.66704750061038</c:v>
                </c:pt>
                <c:pt idx="8480">
                  <c:v>50.476569175720229</c:v>
                </c:pt>
                <c:pt idx="8481">
                  <c:v>49.639074325561502</c:v>
                </c:pt>
                <c:pt idx="8482">
                  <c:v>49.611713409423849</c:v>
                </c:pt>
                <c:pt idx="8483">
                  <c:v>50.012072563171401</c:v>
                </c:pt>
                <c:pt idx="8484">
                  <c:v>48.933515548706048</c:v>
                </c:pt>
                <c:pt idx="8485">
                  <c:v>50.460344314575167</c:v>
                </c:pt>
                <c:pt idx="8486">
                  <c:v>50.861900329589801</c:v>
                </c:pt>
                <c:pt idx="8487">
                  <c:v>50.001396179199233</c:v>
                </c:pt>
                <c:pt idx="8488">
                  <c:v>46.43989372253418</c:v>
                </c:pt>
                <c:pt idx="8489">
                  <c:v>45.003082275390653</c:v>
                </c:pt>
                <c:pt idx="8490">
                  <c:v>24.797409057617202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24.014005661010749</c:v>
                </c:pt>
                <c:pt idx="8503">
                  <c:v>49.744580268859849</c:v>
                </c:pt>
                <c:pt idx="8504">
                  <c:v>50.331575393676772</c:v>
                </c:pt>
                <c:pt idx="8505">
                  <c:v>50.662872314453097</c:v>
                </c:pt>
                <c:pt idx="8506">
                  <c:v>49.170519828796373</c:v>
                </c:pt>
                <c:pt idx="8507">
                  <c:v>42.189130783081048</c:v>
                </c:pt>
                <c:pt idx="8508">
                  <c:v>9.55596923828125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27.239850997924801</c:v>
                </c:pt>
                <c:pt idx="8527">
                  <c:v>50.925362586975133</c:v>
                </c:pt>
                <c:pt idx="8528">
                  <c:v>48.877923965454102</c:v>
                </c:pt>
                <c:pt idx="8529">
                  <c:v>47.470745086669922</c:v>
                </c:pt>
                <c:pt idx="8530">
                  <c:v>43.944067001342773</c:v>
                </c:pt>
                <c:pt idx="8531">
                  <c:v>41.863720893859849</c:v>
                </c:pt>
                <c:pt idx="8532">
                  <c:v>49.808291435241728</c:v>
                </c:pt>
                <c:pt idx="8533">
                  <c:v>50.574470520019531</c:v>
                </c:pt>
                <c:pt idx="8534">
                  <c:v>49.414340019226103</c:v>
                </c:pt>
                <c:pt idx="8535">
                  <c:v>50.549659729003899</c:v>
                </c:pt>
                <c:pt idx="8536">
                  <c:v>50.053709030151367</c:v>
                </c:pt>
                <c:pt idx="8537">
                  <c:v>44.127048492431634</c:v>
                </c:pt>
                <c:pt idx="8538">
                  <c:v>23.457969665527351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12.566719055175771</c:v>
                </c:pt>
                <c:pt idx="8551">
                  <c:v>50.602506637573271</c:v>
                </c:pt>
                <c:pt idx="8552">
                  <c:v>50.291372299194371</c:v>
                </c:pt>
                <c:pt idx="8553">
                  <c:v>49.616657257080099</c:v>
                </c:pt>
                <c:pt idx="8554">
                  <c:v>47.544520378112779</c:v>
                </c:pt>
                <c:pt idx="8555">
                  <c:v>47.914287567138672</c:v>
                </c:pt>
                <c:pt idx="8556">
                  <c:v>47.253762245178223</c:v>
                </c:pt>
                <c:pt idx="8557">
                  <c:v>44.675847053527818</c:v>
                </c:pt>
                <c:pt idx="8558">
                  <c:v>48.809118270874023</c:v>
                </c:pt>
                <c:pt idx="8559">
                  <c:v>49.155023574829102</c:v>
                </c:pt>
                <c:pt idx="8560">
                  <c:v>48.545078277587884</c:v>
                </c:pt>
                <c:pt idx="8561">
                  <c:v>49.727701187133803</c:v>
                </c:pt>
                <c:pt idx="8562">
                  <c:v>24.4817008972168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42.335753440856926</c:v>
                </c:pt>
                <c:pt idx="8623">
                  <c:v>50.877646446228027</c:v>
                </c:pt>
                <c:pt idx="8624">
                  <c:v>49.391319274902351</c:v>
                </c:pt>
                <c:pt idx="8625">
                  <c:v>49.993001937866232</c:v>
                </c:pt>
                <c:pt idx="8626">
                  <c:v>49.06676864624022</c:v>
                </c:pt>
                <c:pt idx="8627">
                  <c:v>46.567619323730497</c:v>
                </c:pt>
                <c:pt idx="8628">
                  <c:v>46.266443252563477</c:v>
                </c:pt>
                <c:pt idx="8629">
                  <c:v>50.033697128295927</c:v>
                </c:pt>
                <c:pt idx="8630">
                  <c:v>43.958353042602553</c:v>
                </c:pt>
                <c:pt idx="8631">
                  <c:v>33.256159782409682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13.5725555419922</c:v>
                </c:pt>
                <c:pt idx="8647">
                  <c:v>49.896621704101527</c:v>
                </c:pt>
                <c:pt idx="8648">
                  <c:v>49.628713607788072</c:v>
                </c:pt>
                <c:pt idx="8649">
                  <c:v>50.724145889282198</c:v>
                </c:pt>
                <c:pt idx="8650">
                  <c:v>49.250205039977999</c:v>
                </c:pt>
                <c:pt idx="8651">
                  <c:v>46.406741142272949</c:v>
                </c:pt>
                <c:pt idx="8652">
                  <c:v>44.345449447631829</c:v>
                </c:pt>
                <c:pt idx="8653">
                  <c:v>44.371902465820298</c:v>
                </c:pt>
                <c:pt idx="8654">
                  <c:v>47.473852157592773</c:v>
                </c:pt>
                <c:pt idx="8655">
                  <c:v>49.932659149169901</c:v>
                </c:pt>
                <c:pt idx="8656">
                  <c:v>48.761691093444803</c:v>
                </c:pt>
                <c:pt idx="8657">
                  <c:v>49.801967620849616</c:v>
                </c:pt>
                <c:pt idx="8658">
                  <c:v>12.42894458770752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38.081265449523947</c:v>
                </c:pt>
                <c:pt idx="8671">
                  <c:v>50.726597785949721</c:v>
                </c:pt>
                <c:pt idx="8672">
                  <c:v>50.544361114501953</c:v>
                </c:pt>
                <c:pt idx="8673">
                  <c:v>47.2038927078247</c:v>
                </c:pt>
                <c:pt idx="8674">
                  <c:v>45.978807449340827</c:v>
                </c:pt>
                <c:pt idx="8675">
                  <c:v>41.975452423095703</c:v>
                </c:pt>
                <c:pt idx="8676">
                  <c:v>44.746047019958468</c:v>
                </c:pt>
                <c:pt idx="8677">
                  <c:v>44.337636947631879</c:v>
                </c:pt>
                <c:pt idx="8678">
                  <c:v>51.022066116333022</c:v>
                </c:pt>
                <c:pt idx="8679">
                  <c:v>49.71232128143312</c:v>
                </c:pt>
                <c:pt idx="8680">
                  <c:v>49.834790229797377</c:v>
                </c:pt>
                <c:pt idx="8681">
                  <c:v>49.765119552612283</c:v>
                </c:pt>
                <c:pt idx="8682">
                  <c:v>24.172075271606449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39.916803359985373</c:v>
                </c:pt>
                <c:pt idx="8695">
                  <c:v>50.771928787231467</c:v>
                </c:pt>
                <c:pt idx="8696">
                  <c:v>49.444919586181648</c:v>
                </c:pt>
                <c:pt idx="8697">
                  <c:v>32.963279724121108</c:v>
                </c:pt>
                <c:pt idx="8698">
                  <c:v>16.48163986206055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75</c:v>
                </c:pt>
                <c:pt idx="8719">
                  <c:v>55.833806355794273</c:v>
                </c:pt>
                <c:pt idx="8720">
                  <c:v>84.39569854736331</c:v>
                </c:pt>
                <c:pt idx="8721">
                  <c:v>65.99702262878418</c:v>
                </c:pt>
                <c:pt idx="8722">
                  <c:v>67.410590171813979</c:v>
                </c:pt>
                <c:pt idx="8723">
                  <c:v>74.873529434204102</c:v>
                </c:pt>
                <c:pt idx="8724">
                  <c:v>60.831369400024428</c:v>
                </c:pt>
                <c:pt idx="8725">
                  <c:v>75</c:v>
                </c:pt>
                <c:pt idx="8726">
                  <c:v>85.394332885742202</c:v>
                </c:pt>
                <c:pt idx="8727">
                  <c:v>47.548141479492202</c:v>
                </c:pt>
                <c:pt idx="8728">
                  <c:v>85.413471221923857</c:v>
                </c:pt>
                <c:pt idx="8729">
                  <c:v>78.508569717407227</c:v>
                </c:pt>
                <c:pt idx="8730">
                  <c:v>25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9D8-4F79-8E48-5D0A634A92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94464992"/>
        <c:axId val="1249881760"/>
      </c:scatterChart>
      <c:valAx>
        <c:axId val="1094464992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249881760"/>
        <c:crosses val="autoZero"/>
        <c:crossBetween val="midCat"/>
      </c:valAx>
      <c:valAx>
        <c:axId val="1249881760"/>
        <c:scaling>
          <c:orientation val="minMax"/>
          <c:max val="1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%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094464992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Sheet1!$C$1</c:f>
              <c:strCache>
                <c:ptCount val="1"/>
                <c:pt idx="0">
                  <c:v>VAV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Sheet1!$C$2:$C$8753</c:f>
              <c:numCache>
                <c:formatCode>General</c:formatCode>
                <c:ptCount val="8752"/>
                <c:pt idx="0">
                  <c:v>0.74870462894439671</c:v>
                </c:pt>
                <c:pt idx="1">
                  <c:v>0.75051212310791027</c:v>
                </c:pt>
                <c:pt idx="2">
                  <c:v>0.77289389133453323</c:v>
                </c:pt>
                <c:pt idx="3">
                  <c:v>0.74983214378356955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1.0552003955841065</c:v>
                </c:pt>
                <c:pt idx="14">
                  <c:v>1.0610589408874516</c:v>
                </c:pt>
                <c:pt idx="15">
                  <c:v>1.1226373386383055</c:v>
                </c:pt>
                <c:pt idx="16">
                  <c:v>1.0782452487945557</c:v>
                </c:pt>
                <c:pt idx="17">
                  <c:v>1.1220697402954103</c:v>
                </c:pt>
                <c:pt idx="18">
                  <c:v>1.1186498165130618</c:v>
                </c:pt>
                <c:pt idx="19">
                  <c:v>0.522139105796814</c:v>
                </c:pt>
                <c:pt idx="20">
                  <c:v>0.50717978954315168</c:v>
                </c:pt>
                <c:pt idx="21">
                  <c:v>0.64759848117828378</c:v>
                </c:pt>
                <c:pt idx="22">
                  <c:v>0.7097104883193972</c:v>
                </c:pt>
                <c:pt idx="23">
                  <c:v>0.68813200950622599</c:v>
                </c:pt>
                <c:pt idx="24">
                  <c:v>0.80205875873565668</c:v>
                </c:pt>
                <c:pt idx="25">
                  <c:v>0.98748690605163614</c:v>
                </c:pt>
                <c:pt idx="26">
                  <c:v>0.83750863552093491</c:v>
                </c:pt>
                <c:pt idx="27">
                  <c:v>0.85047171592712401</c:v>
                </c:pt>
                <c:pt idx="28">
                  <c:v>1.1321069812774662</c:v>
                </c:pt>
                <c:pt idx="29">
                  <c:v>0.97257496833801282</c:v>
                </c:pt>
                <c:pt idx="30">
                  <c:v>0.61784435749053901</c:v>
                </c:pt>
                <c:pt idx="31">
                  <c:v>0.6804589605331417</c:v>
                </c:pt>
                <c:pt idx="32">
                  <c:v>0.76590559959411642</c:v>
                </c:pt>
                <c:pt idx="33">
                  <c:v>0.99547418117523234</c:v>
                </c:pt>
                <c:pt idx="34">
                  <c:v>0.93630679607391321</c:v>
                </c:pt>
                <c:pt idx="35">
                  <c:v>0.83820967197418228</c:v>
                </c:pt>
                <c:pt idx="36">
                  <c:v>0.75403288364410392</c:v>
                </c:pt>
                <c:pt idx="37">
                  <c:v>1.0548673152923584</c:v>
                </c:pt>
                <c:pt idx="38">
                  <c:v>1.2320491790771491</c:v>
                </c:pt>
                <c:pt idx="39">
                  <c:v>1.2708238220214843</c:v>
                </c:pt>
                <c:pt idx="40">
                  <c:v>1.2339104175567621</c:v>
                </c:pt>
                <c:pt idx="41">
                  <c:v>1.1834672355651854</c:v>
                </c:pt>
                <c:pt idx="42">
                  <c:v>1.1606902885437016</c:v>
                </c:pt>
                <c:pt idx="43">
                  <c:v>1.0499735355377198</c:v>
                </c:pt>
                <c:pt idx="44">
                  <c:v>1.046738204956055</c:v>
                </c:pt>
                <c:pt idx="45">
                  <c:v>1.253316249847412</c:v>
                </c:pt>
                <c:pt idx="46">
                  <c:v>1.3056441593170161</c:v>
                </c:pt>
                <c:pt idx="47">
                  <c:v>1.0887471771240231</c:v>
                </c:pt>
                <c:pt idx="48">
                  <c:v>0.99114263534545877</c:v>
                </c:pt>
                <c:pt idx="49">
                  <c:v>1.0093980216979981</c:v>
                </c:pt>
                <c:pt idx="50">
                  <c:v>1.0527177143096929</c:v>
                </c:pt>
                <c:pt idx="51">
                  <c:v>1.0978907203674317</c:v>
                </c:pt>
                <c:pt idx="52">
                  <c:v>1.0191096496582031</c:v>
                </c:pt>
                <c:pt idx="53">
                  <c:v>1.0392031574249265</c:v>
                </c:pt>
                <c:pt idx="54">
                  <c:v>1.1226682376861572</c:v>
                </c:pt>
                <c:pt idx="55">
                  <c:v>1.1798647499084469</c:v>
                </c:pt>
                <c:pt idx="56">
                  <c:v>1.205019979476929</c:v>
                </c:pt>
                <c:pt idx="57">
                  <c:v>1.0430391025543215</c:v>
                </c:pt>
                <c:pt idx="58">
                  <c:v>0.89658812999725346</c:v>
                </c:pt>
                <c:pt idx="59">
                  <c:v>0.75951214313507098</c:v>
                </c:pt>
                <c:pt idx="60">
                  <c:v>0.8165571212768552</c:v>
                </c:pt>
                <c:pt idx="61">
                  <c:v>0.98095190048217817</c:v>
                </c:pt>
                <c:pt idx="62">
                  <c:v>0.8236408138275142</c:v>
                </c:pt>
                <c:pt idx="63">
                  <c:v>0.63942739963531503</c:v>
                </c:pt>
                <c:pt idx="64">
                  <c:v>0.6985916090011598</c:v>
                </c:pt>
                <c:pt idx="65">
                  <c:v>0.85882252693176264</c:v>
                </c:pt>
                <c:pt idx="66">
                  <c:v>1.0537957477569582</c:v>
                </c:pt>
                <c:pt idx="67">
                  <c:v>1.2480043315887455</c:v>
                </c:pt>
                <c:pt idx="68">
                  <c:v>1.1740736961364748</c:v>
                </c:pt>
                <c:pt idx="69">
                  <c:v>1.1531637668609616</c:v>
                </c:pt>
                <c:pt idx="70">
                  <c:v>1.1513373756408689</c:v>
                </c:pt>
                <c:pt idx="71">
                  <c:v>1.1421867084503174</c:v>
                </c:pt>
                <c:pt idx="72">
                  <c:v>1.2170232582092282</c:v>
                </c:pt>
                <c:pt idx="73">
                  <c:v>1.2117524528503418</c:v>
                </c:pt>
                <c:pt idx="74">
                  <c:v>1.2643868064880373</c:v>
                </c:pt>
                <c:pt idx="75">
                  <c:v>1.2383009147644046</c:v>
                </c:pt>
                <c:pt idx="76">
                  <c:v>1.1900412654876709</c:v>
                </c:pt>
                <c:pt idx="77">
                  <c:v>1.0863774776458743</c:v>
                </c:pt>
                <c:pt idx="78">
                  <c:v>1.0343340969085695</c:v>
                </c:pt>
                <c:pt idx="79">
                  <c:v>1.2179040813446047</c:v>
                </c:pt>
                <c:pt idx="80">
                  <c:v>1.1517328834533693</c:v>
                </c:pt>
                <c:pt idx="81">
                  <c:v>0.97369301319122292</c:v>
                </c:pt>
                <c:pt idx="82">
                  <c:v>0.94766744613647524</c:v>
                </c:pt>
                <c:pt idx="83">
                  <c:v>0.92285011768341074</c:v>
                </c:pt>
                <c:pt idx="84">
                  <c:v>0.77822922706604025</c:v>
                </c:pt>
                <c:pt idx="85">
                  <c:v>0.860900673866272</c:v>
                </c:pt>
                <c:pt idx="86">
                  <c:v>1.0020434188842777</c:v>
                </c:pt>
                <c:pt idx="87">
                  <c:v>0.66272179841995249</c:v>
                </c:pt>
                <c:pt idx="88">
                  <c:v>0.40989784240722676</c:v>
                </c:pt>
                <c:pt idx="89">
                  <c:v>0.62420082092285134</c:v>
                </c:pt>
                <c:pt idx="90">
                  <c:v>0.6623619890213015</c:v>
                </c:pt>
                <c:pt idx="91">
                  <c:v>0.74361840248107902</c:v>
                </c:pt>
                <c:pt idx="92">
                  <c:v>0.8373593473434443</c:v>
                </c:pt>
                <c:pt idx="93">
                  <c:v>0.8100719833374026</c:v>
                </c:pt>
                <c:pt idx="94">
                  <c:v>0.87279297351837148</c:v>
                </c:pt>
                <c:pt idx="95">
                  <c:v>0.90305358409881631</c:v>
                </c:pt>
                <c:pt idx="96">
                  <c:v>0.76198482513427768</c:v>
                </c:pt>
                <c:pt idx="97">
                  <c:v>0.82597333431243891</c:v>
                </c:pt>
                <c:pt idx="98">
                  <c:v>0.91284790992736842</c:v>
                </c:pt>
                <c:pt idx="99">
                  <c:v>1.0314916419982907</c:v>
                </c:pt>
                <c:pt idx="100">
                  <c:v>1.0333290767669681</c:v>
                </c:pt>
                <c:pt idx="101">
                  <c:v>1.0931754398345948</c:v>
                </c:pt>
                <c:pt idx="102">
                  <c:v>1.0114182472229005</c:v>
                </c:pt>
                <c:pt idx="103">
                  <c:v>0.7601060199737546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0.29658531188964871</c:v>
                </c:pt>
                <c:pt idx="134">
                  <c:v>1.1461108303070071</c:v>
                </c:pt>
                <c:pt idx="135">
                  <c:v>1.1438496208190918</c:v>
                </c:pt>
                <c:pt idx="136">
                  <c:v>1.1134329986572267</c:v>
                </c:pt>
                <c:pt idx="137">
                  <c:v>1.1129574108123783</c:v>
                </c:pt>
                <c:pt idx="138">
                  <c:v>1.1140713214874267</c:v>
                </c:pt>
                <c:pt idx="139">
                  <c:v>1.1219203948974608</c:v>
                </c:pt>
                <c:pt idx="140">
                  <c:v>0.78496820926666244</c:v>
                </c:pt>
                <c:pt idx="141">
                  <c:v>0.58425257205963121</c:v>
                </c:pt>
                <c:pt idx="142">
                  <c:v>0.67444785118103023</c:v>
                </c:pt>
                <c:pt idx="143">
                  <c:v>0.84486459732055652</c:v>
                </c:pt>
                <c:pt idx="144">
                  <c:v>0.92486148834228477</c:v>
                </c:pt>
                <c:pt idx="145">
                  <c:v>0.77945310115814204</c:v>
                </c:pt>
                <c:pt idx="146">
                  <c:v>0.78893567562103273</c:v>
                </c:pt>
                <c:pt idx="147">
                  <c:v>0.7513053417205815</c:v>
                </c:pt>
                <c:pt idx="148">
                  <c:v>0.75722358226776099</c:v>
                </c:pt>
                <c:pt idx="149">
                  <c:v>0.75513590812683118</c:v>
                </c:pt>
                <c:pt idx="150">
                  <c:v>0.75618561744689972</c:v>
                </c:pt>
                <c:pt idx="151">
                  <c:v>0.77000859260559118</c:v>
                </c:pt>
                <c:pt idx="152">
                  <c:v>0.75321926593780542</c:v>
                </c:pt>
                <c:pt idx="153">
                  <c:v>0.73856869697570793</c:v>
                </c:pt>
                <c:pt idx="154">
                  <c:v>0.68253204345703122</c:v>
                </c:pt>
                <c:pt idx="155">
                  <c:v>0.73050722122192346</c:v>
                </c:pt>
                <c:pt idx="156">
                  <c:v>0.44231529235839867</c:v>
                </c:pt>
                <c:pt idx="157">
                  <c:v>0.64311306953430225</c:v>
                </c:pt>
                <c:pt idx="158">
                  <c:v>0.86604097366333044</c:v>
                </c:pt>
                <c:pt idx="159">
                  <c:v>1.0874365139007569</c:v>
                </c:pt>
                <c:pt idx="160">
                  <c:v>1.1030785846710203</c:v>
                </c:pt>
                <c:pt idx="161">
                  <c:v>0.94687088012695353</c:v>
                </c:pt>
                <c:pt idx="162">
                  <c:v>0.90980040550231955</c:v>
                </c:pt>
                <c:pt idx="163">
                  <c:v>1.1436706638336183</c:v>
                </c:pt>
                <c:pt idx="164">
                  <c:v>1.0772731018066406</c:v>
                </c:pt>
                <c:pt idx="165">
                  <c:v>1.007214589118957</c:v>
                </c:pt>
                <c:pt idx="166">
                  <c:v>0.94587522983551042</c:v>
                </c:pt>
                <c:pt idx="167">
                  <c:v>1.109477348327637</c:v>
                </c:pt>
                <c:pt idx="168">
                  <c:v>1.0095594120025635</c:v>
                </c:pt>
                <c:pt idx="169">
                  <c:v>0.95636545658111549</c:v>
                </c:pt>
                <c:pt idx="170">
                  <c:v>0.94149782180786135</c:v>
                </c:pt>
                <c:pt idx="171">
                  <c:v>0.96122011184692335</c:v>
                </c:pt>
                <c:pt idx="172">
                  <c:v>0.95752768993377668</c:v>
                </c:pt>
                <c:pt idx="173">
                  <c:v>0.95461199283599873</c:v>
                </c:pt>
                <c:pt idx="174">
                  <c:v>0.9628335285186771</c:v>
                </c:pt>
                <c:pt idx="175">
                  <c:v>0.95758568286895773</c:v>
                </c:pt>
                <c:pt idx="176">
                  <c:v>1.0015365314483637</c:v>
                </c:pt>
                <c:pt idx="177">
                  <c:v>1.0768938732147217</c:v>
                </c:pt>
                <c:pt idx="178">
                  <c:v>1.0664748859405522</c:v>
                </c:pt>
                <c:pt idx="179">
                  <c:v>1.0184999370574952</c:v>
                </c:pt>
                <c:pt idx="180">
                  <c:v>0.83119796276092539</c:v>
                </c:pt>
                <c:pt idx="181">
                  <c:v>0.75760368347167983</c:v>
                </c:pt>
                <c:pt idx="182">
                  <c:v>0.8247418928146365</c:v>
                </c:pt>
                <c:pt idx="183">
                  <c:v>1.0584343242645262</c:v>
                </c:pt>
                <c:pt idx="184">
                  <c:v>1.0991433334350589</c:v>
                </c:pt>
                <c:pt idx="185">
                  <c:v>0.88620996952056874</c:v>
                </c:pt>
                <c:pt idx="186">
                  <c:v>0.75400601863861083</c:v>
                </c:pt>
                <c:pt idx="187">
                  <c:v>0.82069486141204828</c:v>
                </c:pt>
                <c:pt idx="188">
                  <c:v>0.91456330776214612</c:v>
                </c:pt>
                <c:pt idx="189">
                  <c:v>0.85145409107208214</c:v>
                </c:pt>
                <c:pt idx="190">
                  <c:v>0.61701913833618149</c:v>
                </c:pt>
                <c:pt idx="191">
                  <c:v>0.62937541007995568</c:v>
                </c:pt>
                <c:pt idx="192">
                  <c:v>0.63753127098083473</c:v>
                </c:pt>
                <c:pt idx="193">
                  <c:v>0.65836871623992899</c:v>
                </c:pt>
                <c:pt idx="194">
                  <c:v>0.65259987831115718</c:v>
                </c:pt>
                <c:pt idx="195">
                  <c:v>0.59866388082504252</c:v>
                </c:pt>
                <c:pt idx="196">
                  <c:v>0.44035226583480824</c:v>
                </c:pt>
                <c:pt idx="197">
                  <c:v>0.45606144189834597</c:v>
                </c:pt>
                <c:pt idx="198">
                  <c:v>0.45329921722412131</c:v>
                </c:pt>
                <c:pt idx="199">
                  <c:v>0.46541180133819565</c:v>
                </c:pt>
                <c:pt idx="200">
                  <c:v>0.45925216197967544</c:v>
                </c:pt>
                <c:pt idx="201">
                  <c:v>0.46256589889526395</c:v>
                </c:pt>
                <c:pt idx="202">
                  <c:v>0.45754122734069774</c:v>
                </c:pt>
                <c:pt idx="203">
                  <c:v>0.47841181039810199</c:v>
                </c:pt>
                <c:pt idx="204">
                  <c:v>0.4671784615516662</c:v>
                </c:pt>
                <c:pt idx="205">
                  <c:v>0.4669998335838319</c:v>
                </c:pt>
                <c:pt idx="206">
                  <c:v>0.62037205696105946</c:v>
                </c:pt>
                <c:pt idx="207">
                  <c:v>0.86945373058319131</c:v>
                </c:pt>
                <c:pt idx="208">
                  <c:v>0.97283778190612791</c:v>
                </c:pt>
                <c:pt idx="209">
                  <c:v>0.77648436069488547</c:v>
                </c:pt>
                <c:pt idx="210">
                  <c:v>0.86266924381256127</c:v>
                </c:pt>
                <c:pt idx="211">
                  <c:v>0.73918809413909881</c:v>
                </c:pt>
                <c:pt idx="212">
                  <c:v>0.29559958577156054</c:v>
                </c:pt>
                <c:pt idx="213">
                  <c:v>0.66945223331451409</c:v>
                </c:pt>
                <c:pt idx="214">
                  <c:v>0.66214659690856947</c:v>
                </c:pt>
                <c:pt idx="215">
                  <c:v>0.51216866970062247</c:v>
                </c:pt>
                <c:pt idx="216">
                  <c:v>0.38146313667297371</c:v>
                </c:pt>
                <c:pt idx="217">
                  <c:v>0.38283095598220829</c:v>
                </c:pt>
                <c:pt idx="218">
                  <c:v>0.39141852378845249</c:v>
                </c:pt>
                <c:pt idx="219">
                  <c:v>0.37996356010436999</c:v>
                </c:pt>
                <c:pt idx="220">
                  <c:v>0.40042799949646007</c:v>
                </c:pt>
                <c:pt idx="221">
                  <c:v>0.45576513290405252</c:v>
                </c:pt>
                <c:pt idx="222">
                  <c:v>0.44105822324752803</c:v>
                </c:pt>
                <c:pt idx="223">
                  <c:v>0.43778134346008307</c:v>
                </c:pt>
                <c:pt idx="224">
                  <c:v>0.43044436454772972</c:v>
                </c:pt>
                <c:pt idx="225">
                  <c:v>0.44518322467803972</c:v>
                </c:pt>
                <c:pt idx="226">
                  <c:v>0.5239301776885984</c:v>
                </c:pt>
                <c:pt idx="227">
                  <c:v>0.76084592342376711</c:v>
                </c:pt>
                <c:pt idx="228">
                  <c:v>0.74968042373657218</c:v>
                </c:pt>
                <c:pt idx="229">
                  <c:v>0.766860251426697</c:v>
                </c:pt>
                <c:pt idx="230">
                  <c:v>0.7561194705963139</c:v>
                </c:pt>
                <c:pt idx="231">
                  <c:v>0.76278349399566669</c:v>
                </c:pt>
                <c:pt idx="232">
                  <c:v>0.76269782066345215</c:v>
                </c:pt>
                <c:pt idx="233">
                  <c:v>0.76098938941955596</c:v>
                </c:pt>
                <c:pt idx="234">
                  <c:v>0.76261929988861077</c:v>
                </c:pt>
                <c:pt idx="235">
                  <c:v>0.75804503917694099</c:v>
                </c:pt>
                <c:pt idx="236">
                  <c:v>0.75501960754394548</c:v>
                </c:pt>
                <c:pt idx="237">
                  <c:v>0.7565352773666385</c:v>
                </c:pt>
                <c:pt idx="238">
                  <c:v>0.75162275791168232</c:v>
                </c:pt>
                <c:pt idx="239">
                  <c:v>0.75541982173919697</c:v>
                </c:pt>
                <c:pt idx="240">
                  <c:v>0.75308386802673333</c:v>
                </c:pt>
                <c:pt idx="241">
                  <c:v>0.75441279888153079</c:v>
                </c:pt>
                <c:pt idx="242">
                  <c:v>0.82422865390777578</c:v>
                </c:pt>
                <c:pt idx="243">
                  <c:v>0.91331849098205597</c:v>
                </c:pt>
                <c:pt idx="244">
                  <c:v>0.80707587718963603</c:v>
                </c:pt>
                <c:pt idx="245">
                  <c:v>0.79096301078796405</c:v>
                </c:pt>
                <c:pt idx="246">
                  <c:v>0.77122641563415562</c:v>
                </c:pt>
                <c:pt idx="247">
                  <c:v>0.84799218177795455</c:v>
                </c:pt>
                <c:pt idx="248">
                  <c:v>0.62436975002288808</c:v>
                </c:pt>
                <c:pt idx="249">
                  <c:v>0.45478466033935572</c:v>
                </c:pt>
                <c:pt idx="250">
                  <c:v>0.8969312667846675</c:v>
                </c:pt>
                <c:pt idx="251">
                  <c:v>0.84223913669586181</c:v>
                </c:pt>
                <c:pt idx="252">
                  <c:v>0.65666715145111121</c:v>
                </c:pt>
                <c:pt idx="253">
                  <c:v>0.50451374530792203</c:v>
                </c:pt>
                <c:pt idx="254">
                  <c:v>0.40504424571990977</c:v>
                </c:pt>
                <c:pt idx="255">
                  <c:v>0.40312270402908329</c:v>
                </c:pt>
                <c:pt idx="256">
                  <c:v>0.46437377929687468</c:v>
                </c:pt>
                <c:pt idx="257">
                  <c:v>0.44583024501800506</c:v>
                </c:pt>
                <c:pt idx="258">
                  <c:v>0.48367408275604279</c:v>
                </c:pt>
                <c:pt idx="259">
                  <c:v>0.56238181114196772</c:v>
                </c:pt>
                <c:pt idx="260">
                  <c:v>0.57513045787811246</c:v>
                </c:pt>
                <c:pt idx="261">
                  <c:v>0.64035069465637195</c:v>
                </c:pt>
                <c:pt idx="262">
                  <c:v>0.85665092468261694</c:v>
                </c:pt>
                <c:pt idx="263">
                  <c:v>0.86194926738739019</c:v>
                </c:pt>
                <c:pt idx="264">
                  <c:v>0.64600057125091537</c:v>
                </c:pt>
                <c:pt idx="265">
                  <c:v>0.90863306522369391</c:v>
                </c:pt>
                <c:pt idx="266">
                  <c:v>0.98732753276824992</c:v>
                </c:pt>
                <c:pt idx="267">
                  <c:v>0.32782171010971112</c:v>
                </c:pt>
                <c:pt idx="268">
                  <c:v>0.53639524698257479</c:v>
                </c:pt>
                <c:pt idx="269">
                  <c:v>0.70680639266967793</c:v>
                </c:pt>
                <c:pt idx="270">
                  <c:v>0.57391407966613761</c:v>
                </c:pt>
                <c:pt idx="271">
                  <c:v>0.60832571983337402</c:v>
                </c:pt>
                <c:pt idx="272">
                  <c:v>0.72231642723083467</c:v>
                </c:pt>
                <c:pt idx="273">
                  <c:v>0.40379768371582003</c:v>
                </c:pt>
                <c:pt idx="274">
                  <c:v>0.58123154640197772</c:v>
                </c:pt>
                <c:pt idx="275">
                  <c:v>0.55005125284194922</c:v>
                </c:pt>
                <c:pt idx="276">
                  <c:v>0.33226486444473224</c:v>
                </c:pt>
                <c:pt idx="277">
                  <c:v>0.20041374921798705</c:v>
                </c:pt>
                <c:pt idx="278">
                  <c:v>3.0790028572082517E-2</c:v>
                </c:pt>
                <c:pt idx="279">
                  <c:v>0.19815739631652868</c:v>
                </c:pt>
                <c:pt idx="280">
                  <c:v>0.14610870480537436</c:v>
                </c:pt>
                <c:pt idx="281">
                  <c:v>3.0683215856552131E-2</c:v>
                </c:pt>
                <c:pt idx="282">
                  <c:v>0</c:v>
                </c:pt>
                <c:pt idx="283">
                  <c:v>8.99952918291093E-2</c:v>
                </c:pt>
                <c:pt idx="284">
                  <c:v>0.25195745229721095</c:v>
                </c:pt>
                <c:pt idx="285">
                  <c:v>0.28635460138320945</c:v>
                </c:pt>
                <c:pt idx="286">
                  <c:v>0.33189113616943305</c:v>
                </c:pt>
                <c:pt idx="287">
                  <c:v>0.38083110809326154</c:v>
                </c:pt>
                <c:pt idx="288">
                  <c:v>0.38426707506179802</c:v>
                </c:pt>
                <c:pt idx="289">
                  <c:v>0.44728750705719</c:v>
                </c:pt>
                <c:pt idx="290">
                  <c:v>0.47741192579269426</c:v>
                </c:pt>
                <c:pt idx="291">
                  <c:v>0.47706598520278948</c:v>
                </c:pt>
                <c:pt idx="292">
                  <c:v>0.47863134384155293</c:v>
                </c:pt>
                <c:pt idx="293">
                  <c:v>0.49491804599761985</c:v>
                </c:pt>
                <c:pt idx="294">
                  <c:v>0.52082694053649903</c:v>
                </c:pt>
                <c:pt idx="295">
                  <c:v>0.5479252910614012</c:v>
                </c:pt>
                <c:pt idx="296">
                  <c:v>0.48354590892791727</c:v>
                </c:pt>
                <c:pt idx="297">
                  <c:v>0.43509072303772017</c:v>
                </c:pt>
                <c:pt idx="298">
                  <c:v>0.37327158451080372</c:v>
                </c:pt>
                <c:pt idx="299">
                  <c:v>0.30952656984329247</c:v>
                </c:pt>
                <c:pt idx="300">
                  <c:v>0.25444167137146007</c:v>
                </c:pt>
                <c:pt idx="301">
                  <c:v>0.23660186648368844</c:v>
                </c:pt>
                <c:pt idx="302">
                  <c:v>0.23618357062339757</c:v>
                </c:pt>
                <c:pt idx="303">
                  <c:v>0.18285289049148554</c:v>
                </c:pt>
                <c:pt idx="304">
                  <c:v>0.11123441755771647</c:v>
                </c:pt>
                <c:pt idx="305">
                  <c:v>0.12502477169036846</c:v>
                </c:pt>
                <c:pt idx="306">
                  <c:v>0.38649780035018927</c:v>
                </c:pt>
                <c:pt idx="307">
                  <c:v>0.43584959506988502</c:v>
                </c:pt>
                <c:pt idx="308">
                  <c:v>0.53544924259185789</c:v>
                </c:pt>
                <c:pt idx="309">
                  <c:v>0.58717606544494649</c:v>
                </c:pt>
                <c:pt idx="310">
                  <c:v>0.627084603309632</c:v>
                </c:pt>
                <c:pt idx="311">
                  <c:v>0.69773274421691889</c:v>
                </c:pt>
                <c:pt idx="312">
                  <c:v>0.74744848251342755</c:v>
                </c:pt>
                <c:pt idx="313">
                  <c:v>0.81108721733093248</c:v>
                </c:pt>
                <c:pt idx="314">
                  <c:v>0.71459418296813959</c:v>
                </c:pt>
                <c:pt idx="315">
                  <c:v>0.50572434425354018</c:v>
                </c:pt>
                <c:pt idx="316">
                  <c:v>0.69238115787506105</c:v>
                </c:pt>
                <c:pt idx="317">
                  <c:v>0.61663932323455828</c:v>
                </c:pt>
                <c:pt idx="318">
                  <c:v>0.45551452875137322</c:v>
                </c:pt>
                <c:pt idx="319">
                  <c:v>0.49804873466491695</c:v>
                </c:pt>
                <c:pt idx="320">
                  <c:v>0.49195754528045693</c:v>
                </c:pt>
                <c:pt idx="321">
                  <c:v>0.72128208160400398</c:v>
                </c:pt>
                <c:pt idx="322">
                  <c:v>0.76692262172698977</c:v>
                </c:pt>
                <c:pt idx="323">
                  <c:v>0.86931140899658221</c:v>
                </c:pt>
                <c:pt idx="324">
                  <c:v>0.74721133232116699</c:v>
                </c:pt>
                <c:pt idx="325">
                  <c:v>0.95027901649475133</c:v>
                </c:pt>
                <c:pt idx="326">
                  <c:v>1.1808083152770998</c:v>
                </c:pt>
                <c:pt idx="327">
                  <c:v>1.1518530178070066</c:v>
                </c:pt>
                <c:pt idx="328">
                  <c:v>1.124771089553833</c:v>
                </c:pt>
                <c:pt idx="329">
                  <c:v>1.1425701999664304</c:v>
                </c:pt>
                <c:pt idx="330">
                  <c:v>1.1424135017395018</c:v>
                </c:pt>
                <c:pt idx="331">
                  <c:v>1.1754064464569092</c:v>
                </c:pt>
                <c:pt idx="332">
                  <c:v>1.1930093193054199</c:v>
                </c:pt>
                <c:pt idx="333">
                  <c:v>1.1800907707214359</c:v>
                </c:pt>
                <c:pt idx="334">
                  <c:v>1.2285903167724608</c:v>
                </c:pt>
                <c:pt idx="335">
                  <c:v>1.2354866695404056</c:v>
                </c:pt>
                <c:pt idx="336">
                  <c:v>1.2095458602905274</c:v>
                </c:pt>
                <c:pt idx="337">
                  <c:v>1.0655358409881597</c:v>
                </c:pt>
                <c:pt idx="338">
                  <c:v>1.0118467140197751</c:v>
                </c:pt>
                <c:pt idx="339">
                  <c:v>1.0388195514678955</c:v>
                </c:pt>
                <c:pt idx="340">
                  <c:v>1.003193693161011</c:v>
                </c:pt>
                <c:pt idx="341">
                  <c:v>0.99985439300537104</c:v>
                </c:pt>
                <c:pt idx="342">
                  <c:v>1.0288348388671875</c:v>
                </c:pt>
                <c:pt idx="343">
                  <c:v>1.0270774269104006</c:v>
                </c:pt>
                <c:pt idx="344">
                  <c:v>1.0076852989196781</c:v>
                </c:pt>
                <c:pt idx="345">
                  <c:v>0.97054926395416274</c:v>
                </c:pt>
                <c:pt idx="346">
                  <c:v>1.0486148929595946</c:v>
                </c:pt>
                <c:pt idx="347">
                  <c:v>1.0470713138580321</c:v>
                </c:pt>
                <c:pt idx="348">
                  <c:v>1.0948299121856688</c:v>
                </c:pt>
                <c:pt idx="349">
                  <c:v>1.0878267574310303</c:v>
                </c:pt>
                <c:pt idx="350">
                  <c:v>1.0622932720184326</c:v>
                </c:pt>
                <c:pt idx="351">
                  <c:v>1.0582494449615478</c:v>
                </c:pt>
                <c:pt idx="352">
                  <c:v>1.0486233043670654</c:v>
                </c:pt>
                <c:pt idx="353">
                  <c:v>1.0546773719787599</c:v>
                </c:pt>
                <c:pt idx="354">
                  <c:v>1.0410363292694091</c:v>
                </c:pt>
                <c:pt idx="355">
                  <c:v>1.0939438247680664</c:v>
                </c:pt>
                <c:pt idx="356">
                  <c:v>1.1581675815582277</c:v>
                </c:pt>
                <c:pt idx="357">
                  <c:v>1.1729934024810791</c:v>
                </c:pt>
                <c:pt idx="358">
                  <c:v>1.2069023323059083</c:v>
                </c:pt>
                <c:pt idx="359">
                  <c:v>1.1616828918457032</c:v>
                </c:pt>
                <c:pt idx="360">
                  <c:v>0.99221856594085689</c:v>
                </c:pt>
                <c:pt idx="361">
                  <c:v>1.0188490962982177</c:v>
                </c:pt>
                <c:pt idx="362">
                  <c:v>1.0488348484039305</c:v>
                </c:pt>
                <c:pt idx="363">
                  <c:v>1.0695537471771244</c:v>
                </c:pt>
                <c:pt idx="364">
                  <c:v>0.96297841072082513</c:v>
                </c:pt>
                <c:pt idx="365">
                  <c:v>1.0224137878417969</c:v>
                </c:pt>
                <c:pt idx="366">
                  <c:v>1.0487275886535645</c:v>
                </c:pt>
                <c:pt idx="367">
                  <c:v>1.0314402294158935</c:v>
                </c:pt>
                <c:pt idx="368">
                  <c:v>1.0570318508148191</c:v>
                </c:pt>
                <c:pt idx="369">
                  <c:v>1.0298194313049316</c:v>
                </c:pt>
                <c:pt idx="370">
                  <c:v>1.0161587619781496</c:v>
                </c:pt>
                <c:pt idx="371">
                  <c:v>1.0123362064361572</c:v>
                </c:pt>
                <c:pt idx="372">
                  <c:v>0.97225607872009312</c:v>
                </c:pt>
                <c:pt idx="373">
                  <c:v>1.074713315963745</c:v>
                </c:pt>
                <c:pt idx="374">
                  <c:v>1.113320302963257</c:v>
                </c:pt>
                <c:pt idx="375">
                  <c:v>1.12637303352356</c:v>
                </c:pt>
                <c:pt idx="376">
                  <c:v>1.1465168666839598</c:v>
                </c:pt>
                <c:pt idx="377">
                  <c:v>1.1419250679016117</c:v>
                </c:pt>
                <c:pt idx="378">
                  <c:v>1.1610500335693361</c:v>
                </c:pt>
                <c:pt idx="379">
                  <c:v>1.2006364059448242</c:v>
                </c:pt>
                <c:pt idx="380">
                  <c:v>1.1582565307617188</c:v>
                </c:pt>
                <c:pt idx="381">
                  <c:v>1.2190937805175786</c:v>
                </c:pt>
                <c:pt idx="382">
                  <c:v>1.2762628841400145</c:v>
                </c:pt>
                <c:pt idx="383">
                  <c:v>1.0418537807464596</c:v>
                </c:pt>
                <c:pt idx="384">
                  <c:v>1.0079770374298096</c:v>
                </c:pt>
                <c:pt idx="385">
                  <c:v>1.0148572254180908</c:v>
                </c:pt>
                <c:pt idx="386">
                  <c:v>1.0357594585418701</c:v>
                </c:pt>
                <c:pt idx="387">
                  <c:v>1.0143823957443239</c:v>
                </c:pt>
                <c:pt idx="388">
                  <c:v>0.99447120666503919</c:v>
                </c:pt>
                <c:pt idx="389">
                  <c:v>1.0225745201110836</c:v>
                </c:pt>
                <c:pt idx="390">
                  <c:v>1.0222079372406008</c:v>
                </c:pt>
                <c:pt idx="391">
                  <c:v>1.0401151943206792</c:v>
                </c:pt>
                <c:pt idx="392">
                  <c:v>1.0275358486175534</c:v>
                </c:pt>
                <c:pt idx="393">
                  <c:v>1.0144844055175781</c:v>
                </c:pt>
                <c:pt idx="394">
                  <c:v>1.0681916999816889</c:v>
                </c:pt>
                <c:pt idx="395">
                  <c:v>1.0618754482269284</c:v>
                </c:pt>
                <c:pt idx="396">
                  <c:v>1.1842531299591064</c:v>
                </c:pt>
                <c:pt idx="397">
                  <c:v>1.1725429916381831</c:v>
                </c:pt>
                <c:pt idx="398">
                  <c:v>1.1271442508697509</c:v>
                </c:pt>
                <c:pt idx="399">
                  <c:v>1.1311377525329593</c:v>
                </c:pt>
                <c:pt idx="400">
                  <c:v>1.1838782215118409</c:v>
                </c:pt>
                <c:pt idx="401">
                  <c:v>1.2549883747100827</c:v>
                </c:pt>
                <c:pt idx="402">
                  <c:v>1.2543620681762695</c:v>
                </c:pt>
                <c:pt idx="403">
                  <c:v>1.2925186443328858</c:v>
                </c:pt>
                <c:pt idx="404">
                  <c:v>1.2709874725341799</c:v>
                </c:pt>
                <c:pt idx="405">
                  <c:v>1.108862285614014</c:v>
                </c:pt>
                <c:pt idx="406">
                  <c:v>0.93451412200927764</c:v>
                </c:pt>
                <c:pt idx="407">
                  <c:v>0.94247839450836146</c:v>
                </c:pt>
                <c:pt idx="408">
                  <c:v>0.95150663852691664</c:v>
                </c:pt>
                <c:pt idx="409">
                  <c:v>0.96563876152038575</c:v>
                </c:pt>
                <c:pt idx="410">
                  <c:v>1.0132488441467282</c:v>
                </c:pt>
                <c:pt idx="411">
                  <c:v>1.0354330158233638</c:v>
                </c:pt>
                <c:pt idx="412">
                  <c:v>1.0188037204742428</c:v>
                </c:pt>
                <c:pt idx="413">
                  <c:v>0.9962011814117433</c:v>
                </c:pt>
                <c:pt idx="414">
                  <c:v>1.0465910911560061</c:v>
                </c:pt>
                <c:pt idx="415">
                  <c:v>1.0422302913665775</c:v>
                </c:pt>
                <c:pt idx="416">
                  <c:v>1.0205670261383055</c:v>
                </c:pt>
                <c:pt idx="417">
                  <c:v>1.0290627765655516</c:v>
                </c:pt>
                <c:pt idx="418">
                  <c:v>1.0280836772918702</c:v>
                </c:pt>
                <c:pt idx="419">
                  <c:v>1.0143642425537107</c:v>
                </c:pt>
                <c:pt idx="420">
                  <c:v>0.95691390037536594</c:v>
                </c:pt>
                <c:pt idx="421">
                  <c:v>1.0116001510620121</c:v>
                </c:pt>
                <c:pt idx="422">
                  <c:v>1.0389291000366214</c:v>
                </c:pt>
                <c:pt idx="423">
                  <c:v>1.0706599903106693</c:v>
                </c:pt>
                <c:pt idx="424">
                  <c:v>1.2297718811035159</c:v>
                </c:pt>
                <c:pt idx="425">
                  <c:v>1.2479178142547609</c:v>
                </c:pt>
                <c:pt idx="426">
                  <c:v>0.88052606105804432</c:v>
                </c:pt>
                <c:pt idx="427">
                  <c:v>0.84824160575866647</c:v>
                </c:pt>
                <c:pt idx="428">
                  <c:v>0.98906285762786883</c:v>
                </c:pt>
                <c:pt idx="429">
                  <c:v>1.0295512962341307</c:v>
                </c:pt>
                <c:pt idx="430">
                  <c:v>1.0526463890075686</c:v>
                </c:pt>
                <c:pt idx="431">
                  <c:v>1.0363920879364015</c:v>
                </c:pt>
                <c:pt idx="432">
                  <c:v>1.0530822086334224</c:v>
                </c:pt>
                <c:pt idx="433">
                  <c:v>1.0618766784667968</c:v>
                </c:pt>
                <c:pt idx="434">
                  <c:v>1.0518624973297122</c:v>
                </c:pt>
                <c:pt idx="435">
                  <c:v>1.0588690567016601</c:v>
                </c:pt>
                <c:pt idx="436">
                  <c:v>1.0507683181762695</c:v>
                </c:pt>
                <c:pt idx="437">
                  <c:v>1.0576251983642584</c:v>
                </c:pt>
                <c:pt idx="438">
                  <c:v>1.0499528217315675</c:v>
                </c:pt>
                <c:pt idx="439">
                  <c:v>1.0347972488403321</c:v>
                </c:pt>
                <c:pt idx="440">
                  <c:v>1.0400953674316407</c:v>
                </c:pt>
                <c:pt idx="441">
                  <c:v>1.0465559577941894</c:v>
                </c:pt>
                <c:pt idx="442">
                  <c:v>1.0166708850860595</c:v>
                </c:pt>
                <c:pt idx="443">
                  <c:v>1.0663497447967525</c:v>
                </c:pt>
                <c:pt idx="444">
                  <c:v>1.0396846675872802</c:v>
                </c:pt>
                <c:pt idx="445">
                  <c:v>1.0537219905853275</c:v>
                </c:pt>
                <c:pt idx="446">
                  <c:v>1.0723027610778806</c:v>
                </c:pt>
                <c:pt idx="447">
                  <c:v>1.055160140991211</c:v>
                </c:pt>
                <c:pt idx="448">
                  <c:v>1.0424319362640382</c:v>
                </c:pt>
                <c:pt idx="449">
                  <c:v>1.0596808719635009</c:v>
                </c:pt>
                <c:pt idx="450">
                  <c:v>1.0829922294616703</c:v>
                </c:pt>
                <c:pt idx="451">
                  <c:v>1.0608194446563726</c:v>
                </c:pt>
                <c:pt idx="452">
                  <c:v>1.0484206867218018</c:v>
                </c:pt>
                <c:pt idx="453">
                  <c:v>1.0453587341308597</c:v>
                </c:pt>
                <c:pt idx="454">
                  <c:v>1.0599444866180419</c:v>
                </c:pt>
                <c:pt idx="455">
                  <c:v>1.0499617195129398</c:v>
                </c:pt>
                <c:pt idx="456">
                  <c:v>1.0389612007141118</c:v>
                </c:pt>
                <c:pt idx="457">
                  <c:v>1.0543056106567386</c:v>
                </c:pt>
                <c:pt idx="458">
                  <c:v>1.0585882759094234</c:v>
                </c:pt>
                <c:pt idx="459">
                  <c:v>1.0261737155914303</c:v>
                </c:pt>
                <c:pt idx="460">
                  <c:v>1.0410522651672363</c:v>
                </c:pt>
                <c:pt idx="461">
                  <c:v>1.0605165195465089</c:v>
                </c:pt>
                <c:pt idx="462">
                  <c:v>1.0633683300018311</c:v>
                </c:pt>
                <c:pt idx="463">
                  <c:v>1.0786831569671633</c:v>
                </c:pt>
                <c:pt idx="464">
                  <c:v>1.0692142581939692</c:v>
                </c:pt>
                <c:pt idx="465">
                  <c:v>1.0630265522003175</c:v>
                </c:pt>
                <c:pt idx="466">
                  <c:v>1.0537541770935059</c:v>
                </c:pt>
                <c:pt idx="467">
                  <c:v>1.0658023166656492</c:v>
                </c:pt>
                <c:pt idx="468">
                  <c:v>1.0477425384521486</c:v>
                </c:pt>
                <c:pt idx="469">
                  <c:v>1.0474209880828853</c:v>
                </c:pt>
                <c:pt idx="470">
                  <c:v>1.0504738140106202</c:v>
                </c:pt>
                <c:pt idx="471">
                  <c:v>1.0866768550872803</c:v>
                </c:pt>
                <c:pt idx="472">
                  <c:v>1.0915903186798099</c:v>
                </c:pt>
                <c:pt idx="473">
                  <c:v>1.0584127807617187</c:v>
                </c:pt>
                <c:pt idx="474">
                  <c:v>1.0472379970550534</c:v>
                </c:pt>
                <c:pt idx="475">
                  <c:v>1.067163848876953</c:v>
                </c:pt>
                <c:pt idx="476">
                  <c:v>1.0560941219329834</c:v>
                </c:pt>
                <c:pt idx="477">
                  <c:v>1.0581081390380858</c:v>
                </c:pt>
                <c:pt idx="478">
                  <c:v>1.0587551879882817</c:v>
                </c:pt>
                <c:pt idx="479">
                  <c:v>1.0508721542358401</c:v>
                </c:pt>
                <c:pt idx="480">
                  <c:v>1.0561006450653079</c:v>
                </c:pt>
                <c:pt idx="481">
                  <c:v>1.0435681629180908</c:v>
                </c:pt>
                <c:pt idx="482">
                  <c:v>1.0503625774383547</c:v>
                </c:pt>
                <c:pt idx="483">
                  <c:v>1.0502324295043945</c:v>
                </c:pt>
                <c:pt idx="484">
                  <c:v>1.0521702003479001</c:v>
                </c:pt>
                <c:pt idx="485">
                  <c:v>1.0463996887207034</c:v>
                </c:pt>
                <c:pt idx="486">
                  <c:v>1.075508136749268</c:v>
                </c:pt>
                <c:pt idx="487">
                  <c:v>1.086066198348999</c:v>
                </c:pt>
                <c:pt idx="488">
                  <c:v>1.0647949218749999</c:v>
                </c:pt>
                <c:pt idx="489">
                  <c:v>1.0690450859069829</c:v>
                </c:pt>
                <c:pt idx="490">
                  <c:v>1.0379793262481689</c:v>
                </c:pt>
                <c:pt idx="491">
                  <c:v>1.0600051689147953</c:v>
                </c:pt>
                <c:pt idx="492">
                  <c:v>1.0460185432434081</c:v>
                </c:pt>
                <c:pt idx="493">
                  <c:v>1.0423404693603522</c:v>
                </c:pt>
                <c:pt idx="494">
                  <c:v>1.0910523033142092</c:v>
                </c:pt>
                <c:pt idx="495">
                  <c:v>1.1028858184814456</c:v>
                </c:pt>
                <c:pt idx="496">
                  <c:v>1.2126131343841553</c:v>
                </c:pt>
                <c:pt idx="497">
                  <c:v>1.2032136726379399</c:v>
                </c:pt>
                <c:pt idx="498">
                  <c:v>1.1992863178253177</c:v>
                </c:pt>
                <c:pt idx="499">
                  <c:v>1.2003040122985842</c:v>
                </c:pt>
                <c:pt idx="500">
                  <c:v>1.1856241321563721</c:v>
                </c:pt>
                <c:pt idx="501">
                  <c:v>1.0591787910461421</c:v>
                </c:pt>
                <c:pt idx="502">
                  <c:v>1.1652484703063966</c:v>
                </c:pt>
                <c:pt idx="503">
                  <c:v>1.1907275390625003</c:v>
                </c:pt>
                <c:pt idx="504">
                  <c:v>1.1988061523437503</c:v>
                </c:pt>
                <c:pt idx="505">
                  <c:v>1.2273674297332771</c:v>
                </c:pt>
                <c:pt idx="506">
                  <c:v>1.2206859970092774</c:v>
                </c:pt>
                <c:pt idx="507">
                  <c:v>1.2361463546752929</c:v>
                </c:pt>
                <c:pt idx="508">
                  <c:v>1.2285113525390625</c:v>
                </c:pt>
                <c:pt idx="509">
                  <c:v>0.72073857307434119</c:v>
                </c:pt>
                <c:pt idx="510">
                  <c:v>0.96684216499328635</c:v>
                </c:pt>
                <c:pt idx="511">
                  <c:v>1.0432484722137449</c:v>
                </c:pt>
                <c:pt idx="512">
                  <c:v>1.0528440570831299</c:v>
                </c:pt>
                <c:pt idx="513">
                  <c:v>1.0425027179718018</c:v>
                </c:pt>
                <c:pt idx="514">
                  <c:v>1.0500700664520266</c:v>
                </c:pt>
                <c:pt idx="515">
                  <c:v>1.0381563663482665</c:v>
                </c:pt>
                <c:pt idx="516">
                  <c:v>0.96353317737579347</c:v>
                </c:pt>
                <c:pt idx="517">
                  <c:v>0.39170547366142305</c:v>
                </c:pt>
                <c:pt idx="518">
                  <c:v>0.33694269418716449</c:v>
                </c:pt>
                <c:pt idx="519">
                  <c:v>0.47613354206085179</c:v>
                </c:pt>
                <c:pt idx="520">
                  <c:v>0.64978810787200947</c:v>
                </c:pt>
                <c:pt idx="521">
                  <c:v>0.53047002553939793</c:v>
                </c:pt>
                <c:pt idx="522">
                  <c:v>0.55640658617019634</c:v>
                </c:pt>
                <c:pt idx="523">
                  <c:v>0.70363683700561497</c:v>
                </c:pt>
                <c:pt idx="524">
                  <c:v>0.72445252418518113</c:v>
                </c:pt>
                <c:pt idx="525">
                  <c:v>0.79958368778228772</c:v>
                </c:pt>
                <c:pt idx="526">
                  <c:v>0.97264368057251005</c:v>
                </c:pt>
                <c:pt idx="527">
                  <c:v>0.82840445995330791</c:v>
                </c:pt>
                <c:pt idx="528">
                  <c:v>0.69464242458343495</c:v>
                </c:pt>
                <c:pt idx="529">
                  <c:v>0.75850939750671409</c:v>
                </c:pt>
                <c:pt idx="530">
                  <c:v>0.94692502498626707</c:v>
                </c:pt>
                <c:pt idx="531">
                  <c:v>1.0330810928344722</c:v>
                </c:pt>
                <c:pt idx="532">
                  <c:v>1.0875242042541504</c:v>
                </c:pt>
                <c:pt idx="533">
                  <c:v>1.0317551422119142</c:v>
                </c:pt>
                <c:pt idx="534">
                  <c:v>1.0108154010772705</c:v>
                </c:pt>
                <c:pt idx="535">
                  <c:v>0.90153767108917227</c:v>
                </c:pt>
                <c:pt idx="536">
                  <c:v>1.0332300567626955</c:v>
                </c:pt>
                <c:pt idx="537">
                  <c:v>0.86482290744781498</c:v>
                </c:pt>
                <c:pt idx="538">
                  <c:v>0.75737401485443101</c:v>
                </c:pt>
                <c:pt idx="539">
                  <c:v>0.7631932497024535</c:v>
                </c:pt>
                <c:pt idx="540">
                  <c:v>0.64557170391082797</c:v>
                </c:pt>
                <c:pt idx="541">
                  <c:v>0.44479310989379894</c:v>
                </c:pt>
                <c:pt idx="542">
                  <c:v>0.55103280544281041</c:v>
                </c:pt>
                <c:pt idx="543">
                  <c:v>0.56758569002151493</c:v>
                </c:pt>
                <c:pt idx="544">
                  <c:v>0.27465937614440922</c:v>
                </c:pt>
                <c:pt idx="545">
                  <c:v>0.28112742304801991</c:v>
                </c:pt>
                <c:pt idx="546">
                  <c:v>0.49880244255065925</c:v>
                </c:pt>
                <c:pt idx="547">
                  <c:v>0.33154367923736594</c:v>
                </c:pt>
                <c:pt idx="548">
                  <c:v>0.44164808034896846</c:v>
                </c:pt>
                <c:pt idx="549">
                  <c:v>0.39747898578643798</c:v>
                </c:pt>
                <c:pt idx="550">
                  <c:v>0.59062970638275203</c:v>
                </c:pt>
                <c:pt idx="551">
                  <c:v>0.74551324367523175</c:v>
                </c:pt>
                <c:pt idx="552">
                  <c:v>0.61810346603393551</c:v>
                </c:pt>
                <c:pt idx="553">
                  <c:v>0.68634135246276862</c:v>
                </c:pt>
                <c:pt idx="554">
                  <c:v>0.77075192928314207</c:v>
                </c:pt>
                <c:pt idx="555">
                  <c:v>0.79262778282165569</c:v>
                </c:pt>
                <c:pt idx="556">
                  <c:v>0.93051230907440174</c:v>
                </c:pt>
                <c:pt idx="557">
                  <c:v>0.76601135730743397</c:v>
                </c:pt>
                <c:pt idx="558">
                  <c:v>0.84134236335754375</c:v>
                </c:pt>
                <c:pt idx="559">
                  <c:v>0.93673825263977073</c:v>
                </c:pt>
                <c:pt idx="560">
                  <c:v>0.86454902172088655</c:v>
                </c:pt>
                <c:pt idx="561">
                  <c:v>0.74189598083496067</c:v>
                </c:pt>
                <c:pt idx="562">
                  <c:v>0.77874352455139162</c:v>
                </c:pt>
                <c:pt idx="563">
                  <c:v>0.95308154582977311</c:v>
                </c:pt>
                <c:pt idx="564">
                  <c:v>0.79594808578491216</c:v>
                </c:pt>
                <c:pt idx="565">
                  <c:v>0.68323418140411341</c:v>
                </c:pt>
                <c:pt idx="566">
                  <c:v>0.41537348270416241</c:v>
                </c:pt>
                <c:pt idx="567">
                  <c:v>0.32958937168121355</c:v>
                </c:pt>
                <c:pt idx="568">
                  <c:v>0.34116356134414694</c:v>
                </c:pt>
                <c:pt idx="569">
                  <c:v>0.31183557271957379</c:v>
                </c:pt>
                <c:pt idx="570">
                  <c:v>0.27889208078384353</c:v>
                </c:pt>
                <c:pt idx="571">
                  <c:v>0.22338515996932992</c:v>
                </c:pt>
                <c:pt idx="572">
                  <c:v>0.25848467588424645</c:v>
                </c:pt>
                <c:pt idx="573">
                  <c:v>0.26597839593887324</c:v>
                </c:pt>
                <c:pt idx="574">
                  <c:v>0.30125701904296875</c:v>
                </c:pt>
                <c:pt idx="575">
                  <c:v>0.30093880891799923</c:v>
                </c:pt>
                <c:pt idx="576">
                  <c:v>0.37432753086090104</c:v>
                </c:pt>
                <c:pt idx="577">
                  <c:v>0.37180896520614598</c:v>
                </c:pt>
                <c:pt idx="578">
                  <c:v>0.48202136993408168</c:v>
                </c:pt>
                <c:pt idx="579">
                  <c:v>0.53474295616149903</c:v>
                </c:pt>
                <c:pt idx="580">
                  <c:v>0.6119061899185182</c:v>
                </c:pt>
                <c:pt idx="581">
                  <c:v>0.59006363868713352</c:v>
                </c:pt>
                <c:pt idx="582">
                  <c:v>0.56379507064819345</c:v>
                </c:pt>
                <c:pt idx="583">
                  <c:v>0.66610492229461693</c:v>
                </c:pt>
                <c:pt idx="584">
                  <c:v>0.51473627328872695</c:v>
                </c:pt>
                <c:pt idx="585">
                  <c:v>0.5843412923812864</c:v>
                </c:pt>
                <c:pt idx="586">
                  <c:v>0.56494578123092654</c:v>
                </c:pt>
                <c:pt idx="587">
                  <c:v>0.35602015256881708</c:v>
                </c:pt>
                <c:pt idx="588">
                  <c:v>7.1005225181579437E-2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0.23954029798507695</c:v>
                </c:pt>
                <c:pt idx="607">
                  <c:v>0.27622650146484373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0.26121488571166979</c:v>
                </c:pt>
                <c:pt idx="650">
                  <c:v>1.052916440963745</c:v>
                </c:pt>
                <c:pt idx="651">
                  <c:v>1.0427764892578129</c:v>
                </c:pt>
                <c:pt idx="652">
                  <c:v>1.0656304550170903</c:v>
                </c:pt>
                <c:pt idx="653">
                  <c:v>1.0427474212646481</c:v>
                </c:pt>
                <c:pt idx="654">
                  <c:v>1.0452421760559085</c:v>
                </c:pt>
                <c:pt idx="655">
                  <c:v>1.0579492378234858</c:v>
                </c:pt>
                <c:pt idx="656">
                  <c:v>1.0654667472839354</c:v>
                </c:pt>
                <c:pt idx="657">
                  <c:v>1.0457426261901854</c:v>
                </c:pt>
                <c:pt idx="658">
                  <c:v>1.0507740783691406</c:v>
                </c:pt>
                <c:pt idx="659">
                  <c:v>1.0807894134521485</c:v>
                </c:pt>
                <c:pt idx="660">
                  <c:v>1.058617458343506</c:v>
                </c:pt>
                <c:pt idx="661">
                  <c:v>1.0767521667480469</c:v>
                </c:pt>
                <c:pt idx="662">
                  <c:v>1.1038383293151854</c:v>
                </c:pt>
                <c:pt idx="663">
                  <c:v>1.0793485164642338</c:v>
                </c:pt>
                <c:pt idx="664">
                  <c:v>1.0948898792266846</c:v>
                </c:pt>
                <c:pt idx="665">
                  <c:v>1.0647008228302002</c:v>
                </c:pt>
                <c:pt idx="666">
                  <c:v>1.0419173240661623</c:v>
                </c:pt>
                <c:pt idx="667">
                  <c:v>1.08649827003479</c:v>
                </c:pt>
                <c:pt idx="668">
                  <c:v>1.0494021892547609</c:v>
                </c:pt>
                <c:pt idx="669">
                  <c:v>1.0574749946594237</c:v>
                </c:pt>
                <c:pt idx="670">
                  <c:v>1.0535588836669925</c:v>
                </c:pt>
                <c:pt idx="671">
                  <c:v>1.056054925918579</c:v>
                </c:pt>
                <c:pt idx="672">
                  <c:v>1.0635330963134768</c:v>
                </c:pt>
                <c:pt idx="673">
                  <c:v>1.0533683395385747</c:v>
                </c:pt>
                <c:pt idx="674">
                  <c:v>1.0416387748718261</c:v>
                </c:pt>
                <c:pt idx="675">
                  <c:v>1.0308965206146239</c:v>
                </c:pt>
                <c:pt idx="676">
                  <c:v>1.0458003902435307</c:v>
                </c:pt>
                <c:pt idx="677">
                  <c:v>1.0391907978057864</c:v>
                </c:pt>
                <c:pt idx="678">
                  <c:v>1.0455136585235596</c:v>
                </c:pt>
                <c:pt idx="679">
                  <c:v>1.0490191268920899</c:v>
                </c:pt>
                <c:pt idx="680">
                  <c:v>1.0384824371337897</c:v>
                </c:pt>
                <c:pt idx="681">
                  <c:v>1.0416224384307862</c:v>
                </c:pt>
                <c:pt idx="682">
                  <c:v>0.77546543598175</c:v>
                </c:pt>
                <c:pt idx="683">
                  <c:v>0.51651008605957049</c:v>
                </c:pt>
                <c:pt idx="684">
                  <c:v>0.74723803997039773</c:v>
                </c:pt>
                <c:pt idx="685">
                  <c:v>0.99552653789520307</c:v>
                </c:pt>
                <c:pt idx="686">
                  <c:v>0.9329845333099368</c:v>
                </c:pt>
                <c:pt idx="687">
                  <c:v>0.84704298019409174</c:v>
                </c:pt>
                <c:pt idx="688">
                  <c:v>0.74818704128265368</c:v>
                </c:pt>
                <c:pt idx="689">
                  <c:v>0.745308809280396</c:v>
                </c:pt>
                <c:pt idx="690">
                  <c:v>1.0160018777847293</c:v>
                </c:pt>
                <c:pt idx="691">
                  <c:v>0.87425871849060077</c:v>
                </c:pt>
                <c:pt idx="692">
                  <c:v>0.95888631820678716</c:v>
                </c:pt>
                <c:pt idx="693">
                  <c:v>0.90870285987854027</c:v>
                </c:pt>
                <c:pt idx="694">
                  <c:v>0.94026270389556887</c:v>
                </c:pt>
                <c:pt idx="695">
                  <c:v>0.99666818618774433</c:v>
                </c:pt>
                <c:pt idx="696">
                  <c:v>0.81441262722015362</c:v>
                </c:pt>
                <c:pt idx="697">
                  <c:v>1.0568300628662106</c:v>
                </c:pt>
                <c:pt idx="698">
                  <c:v>1.0705643749237059</c:v>
                </c:pt>
                <c:pt idx="699">
                  <c:v>0.89180325508117653</c:v>
                </c:pt>
                <c:pt idx="700">
                  <c:v>0.27340302944183353</c:v>
                </c:pt>
                <c:pt idx="701">
                  <c:v>0.17463816404342641</c:v>
                </c:pt>
                <c:pt idx="702">
                  <c:v>0.46780859470367431</c:v>
                </c:pt>
                <c:pt idx="703">
                  <c:v>0.59996209144592283</c:v>
                </c:pt>
                <c:pt idx="704">
                  <c:v>0.56168177604675307</c:v>
                </c:pt>
                <c:pt idx="705">
                  <c:v>0.40372629404068017</c:v>
                </c:pt>
                <c:pt idx="706">
                  <c:v>0.46376541852951042</c:v>
                </c:pt>
                <c:pt idx="707">
                  <c:v>0.75483215332031295</c:v>
                </c:pt>
                <c:pt idx="708">
                  <c:v>0.75853707790374791</c:v>
                </c:pt>
                <c:pt idx="709">
                  <c:v>0.75878362655639653</c:v>
                </c:pt>
                <c:pt idx="710">
                  <c:v>0.72101393222808829</c:v>
                </c:pt>
                <c:pt idx="711">
                  <c:v>0.74339581489563034</c:v>
                </c:pt>
                <c:pt idx="712">
                  <c:v>0.76198398113250754</c:v>
                </c:pt>
                <c:pt idx="713">
                  <c:v>0.75389345169067379</c:v>
                </c:pt>
                <c:pt idx="714">
                  <c:v>0.74831923484802187</c:v>
                </c:pt>
                <c:pt idx="715">
                  <c:v>0.76441640853881843</c:v>
                </c:pt>
                <c:pt idx="716">
                  <c:v>0.76186489105224597</c:v>
                </c:pt>
                <c:pt idx="717">
                  <c:v>0.76464035511016837</c:v>
                </c:pt>
                <c:pt idx="718">
                  <c:v>0.77293965339660631</c:v>
                </c:pt>
                <c:pt idx="719">
                  <c:v>0.76124974250793442</c:v>
                </c:pt>
                <c:pt idx="720">
                  <c:v>0.74618322372436541</c:v>
                </c:pt>
                <c:pt idx="721">
                  <c:v>0.83284018993377751</c:v>
                </c:pt>
                <c:pt idx="722">
                  <c:v>0.76813930034637445</c:v>
                </c:pt>
                <c:pt idx="723">
                  <c:v>0.74680950164794946</c:v>
                </c:pt>
                <c:pt idx="724">
                  <c:v>0.68059810638427753</c:v>
                </c:pt>
                <c:pt idx="725">
                  <c:v>0.26558494806289695</c:v>
                </c:pt>
                <c:pt idx="726">
                  <c:v>0.37852497339248625</c:v>
                </c:pt>
                <c:pt idx="727">
                  <c:v>0.55101634025573698</c:v>
                </c:pt>
                <c:pt idx="728">
                  <c:v>0.46253384828567501</c:v>
                </c:pt>
                <c:pt idx="729">
                  <c:v>0.4510240817070007</c:v>
                </c:pt>
                <c:pt idx="730">
                  <c:v>0.68309539318084722</c:v>
                </c:pt>
                <c:pt idx="731">
                  <c:v>0.60129148006439248</c:v>
                </c:pt>
                <c:pt idx="732">
                  <c:v>0.62241878986358623</c:v>
                </c:pt>
                <c:pt idx="733">
                  <c:v>0.66079256772994976</c:v>
                </c:pt>
                <c:pt idx="734">
                  <c:v>0.39244972944259648</c:v>
                </c:pt>
                <c:pt idx="735">
                  <c:v>0.3513611769676207</c:v>
                </c:pt>
                <c:pt idx="736">
                  <c:v>0.60549246311187754</c:v>
                </c:pt>
                <c:pt idx="737">
                  <c:v>0.75470143318176264</c:v>
                </c:pt>
                <c:pt idx="738">
                  <c:v>0.74274763584136949</c:v>
                </c:pt>
                <c:pt idx="739">
                  <c:v>0.80061226844787559</c:v>
                </c:pt>
                <c:pt idx="740">
                  <c:v>0.82228703498840372</c:v>
                </c:pt>
                <c:pt idx="741">
                  <c:v>0.95245801448821998</c:v>
                </c:pt>
                <c:pt idx="742">
                  <c:v>0.84776980876922625</c:v>
                </c:pt>
                <c:pt idx="743">
                  <c:v>0.96603193759918204</c:v>
                </c:pt>
                <c:pt idx="744">
                  <c:v>0.9417466163635253</c:v>
                </c:pt>
                <c:pt idx="745">
                  <c:v>0.82923767566680895</c:v>
                </c:pt>
                <c:pt idx="746">
                  <c:v>0.88800657749176004</c:v>
                </c:pt>
                <c:pt idx="747">
                  <c:v>0.8823031568527222</c:v>
                </c:pt>
                <c:pt idx="748">
                  <c:v>0.76956205844879166</c:v>
                </c:pt>
                <c:pt idx="749">
                  <c:v>0.36145596742630004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0.5576706790924072</c:v>
                </c:pt>
                <c:pt idx="783">
                  <c:v>1.1709332942962647</c:v>
                </c:pt>
                <c:pt idx="784">
                  <c:v>1.160566205978393</c:v>
                </c:pt>
                <c:pt idx="785">
                  <c:v>1.1403993129730221</c:v>
                </c:pt>
                <c:pt idx="786">
                  <c:v>1.1640650081634525</c:v>
                </c:pt>
                <c:pt idx="787">
                  <c:v>1.1880623245239257</c:v>
                </c:pt>
                <c:pt idx="788">
                  <c:v>1.0473639678955076</c:v>
                </c:pt>
                <c:pt idx="789">
                  <c:v>1.0401813697814939</c:v>
                </c:pt>
                <c:pt idx="790">
                  <c:v>1.1444179630279536</c:v>
                </c:pt>
                <c:pt idx="791">
                  <c:v>1.1461741733551027</c:v>
                </c:pt>
                <c:pt idx="792">
                  <c:v>1.2167400741577152</c:v>
                </c:pt>
                <c:pt idx="793">
                  <c:v>1.2188722515106201</c:v>
                </c:pt>
                <c:pt idx="794">
                  <c:v>1.2022371482849123</c:v>
                </c:pt>
                <c:pt idx="795">
                  <c:v>0.89949102401733372</c:v>
                </c:pt>
                <c:pt idx="796">
                  <c:v>0.70006633758544956</c:v>
                </c:pt>
                <c:pt idx="797">
                  <c:v>0.78068258285522452</c:v>
                </c:pt>
                <c:pt idx="798">
                  <c:v>0.94837074279785172</c:v>
                </c:pt>
                <c:pt idx="799">
                  <c:v>0.95775179386138909</c:v>
                </c:pt>
                <c:pt idx="800">
                  <c:v>0.972333869934082</c:v>
                </c:pt>
                <c:pt idx="801">
                  <c:v>0.69303128242492673</c:v>
                </c:pt>
                <c:pt idx="802">
                  <c:v>0.61319549560546871</c:v>
                </c:pt>
                <c:pt idx="803">
                  <c:v>0.83817204952239976</c:v>
                </c:pt>
                <c:pt idx="804">
                  <c:v>0.97648213863372779</c:v>
                </c:pt>
                <c:pt idx="805">
                  <c:v>0.81497232913970963</c:v>
                </c:pt>
                <c:pt idx="806">
                  <c:v>0.58406312227249169</c:v>
                </c:pt>
                <c:pt idx="807">
                  <c:v>0.36393638849258442</c:v>
                </c:pt>
                <c:pt idx="808">
                  <c:v>0.37909700632095328</c:v>
                </c:pt>
                <c:pt idx="809">
                  <c:v>0.58521695852279698</c:v>
                </c:pt>
                <c:pt idx="810">
                  <c:v>0.5662907981872557</c:v>
                </c:pt>
                <c:pt idx="811">
                  <c:v>0.45340207099914553</c:v>
                </c:pt>
                <c:pt idx="812">
                  <c:v>0.68453478813171376</c:v>
                </c:pt>
                <c:pt idx="813">
                  <c:v>0.64085939884185794</c:v>
                </c:pt>
                <c:pt idx="814">
                  <c:v>0.50048865079879745</c:v>
                </c:pt>
                <c:pt idx="815">
                  <c:v>0.70198800086975099</c:v>
                </c:pt>
                <c:pt idx="816">
                  <c:v>0.75563200950622578</c:v>
                </c:pt>
                <c:pt idx="817">
                  <c:v>0.78879630088806185</c:v>
                </c:pt>
                <c:pt idx="818">
                  <c:v>0.95943054199218747</c:v>
                </c:pt>
                <c:pt idx="819">
                  <c:v>0.79880932331085219</c:v>
                </c:pt>
                <c:pt idx="820">
                  <c:v>0.77011858463287353</c:v>
                </c:pt>
                <c:pt idx="821">
                  <c:v>0.43181566715240505</c:v>
                </c:pt>
                <c:pt idx="822">
                  <c:v>0.28377478122711181</c:v>
                </c:pt>
                <c:pt idx="823">
                  <c:v>0.50297952890396147</c:v>
                </c:pt>
                <c:pt idx="824">
                  <c:v>0.71946782112121566</c:v>
                </c:pt>
                <c:pt idx="825">
                  <c:v>0.6286974048614502</c:v>
                </c:pt>
                <c:pt idx="826">
                  <c:v>0.47592192649841281</c:v>
                </c:pt>
                <c:pt idx="827">
                  <c:v>0.48611054420471222</c:v>
                </c:pt>
                <c:pt idx="828">
                  <c:v>0.54802608489990223</c:v>
                </c:pt>
                <c:pt idx="829">
                  <c:v>0.22829461812972973</c:v>
                </c:pt>
                <c:pt idx="830">
                  <c:v>0.19427283525466951</c:v>
                </c:pt>
                <c:pt idx="831">
                  <c:v>0.20302233695983951</c:v>
                </c:pt>
                <c:pt idx="832">
                  <c:v>0.20718994617462194</c:v>
                </c:pt>
                <c:pt idx="833">
                  <c:v>0.28477405786514293</c:v>
                </c:pt>
                <c:pt idx="834">
                  <c:v>0.44599516868591282</c:v>
                </c:pt>
                <c:pt idx="835">
                  <c:v>0.30344485044479369</c:v>
                </c:pt>
                <c:pt idx="836">
                  <c:v>0.3215498471260072</c:v>
                </c:pt>
                <c:pt idx="837">
                  <c:v>0.38642194747924796</c:v>
                </c:pt>
                <c:pt idx="838">
                  <c:v>0.59797960281372065</c:v>
                </c:pt>
                <c:pt idx="839">
                  <c:v>0.74219666004180895</c:v>
                </c:pt>
                <c:pt idx="840">
                  <c:v>0.55616647481918324</c:v>
                </c:pt>
                <c:pt idx="841">
                  <c:v>0.41536348342895552</c:v>
                </c:pt>
                <c:pt idx="842">
                  <c:v>0.6042007970809935</c:v>
                </c:pt>
                <c:pt idx="843">
                  <c:v>0.56272241592407213</c:v>
                </c:pt>
                <c:pt idx="844">
                  <c:v>0.61486958026885974</c:v>
                </c:pt>
                <c:pt idx="845">
                  <c:v>0.60334181785583518</c:v>
                </c:pt>
                <c:pt idx="846">
                  <c:v>0.58967751502990762</c:v>
                </c:pt>
                <c:pt idx="847">
                  <c:v>0.69248202323913521</c:v>
                </c:pt>
                <c:pt idx="848">
                  <c:v>0.53752753973007195</c:v>
                </c:pt>
                <c:pt idx="849">
                  <c:v>0.53812280416488678</c:v>
                </c:pt>
                <c:pt idx="850">
                  <c:v>0.23394866824150062</c:v>
                </c:pt>
                <c:pt idx="851">
                  <c:v>1.1314090490341187E-2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0.98938390731811587</c:v>
                </c:pt>
                <c:pt idx="896">
                  <c:v>1.0933203220367429</c:v>
                </c:pt>
                <c:pt idx="897">
                  <c:v>1.0625945949554441</c:v>
                </c:pt>
                <c:pt idx="898">
                  <c:v>0.99986005783081056</c:v>
                </c:pt>
                <c:pt idx="899">
                  <c:v>0.17802935957908636</c:v>
                </c:pt>
                <c:pt idx="900">
                  <c:v>0.10680928587913523</c:v>
                </c:pt>
                <c:pt idx="901">
                  <c:v>0.24055595040321343</c:v>
                </c:pt>
                <c:pt idx="902">
                  <c:v>0.26028181314468418</c:v>
                </c:pt>
                <c:pt idx="903">
                  <c:v>0.29695436954498278</c:v>
                </c:pt>
                <c:pt idx="904">
                  <c:v>0.5080557990074156</c:v>
                </c:pt>
                <c:pt idx="905">
                  <c:v>0.38274420976638751</c:v>
                </c:pt>
                <c:pt idx="906">
                  <c:v>0.36094593286514326</c:v>
                </c:pt>
                <c:pt idx="907">
                  <c:v>0.30591502904891954</c:v>
                </c:pt>
                <c:pt idx="908">
                  <c:v>0.49756020069122292</c:v>
                </c:pt>
                <c:pt idx="909">
                  <c:v>0.65575386285781845</c:v>
                </c:pt>
                <c:pt idx="910">
                  <c:v>1.0557557773590085</c:v>
                </c:pt>
                <c:pt idx="911">
                  <c:v>1.0600873661041259</c:v>
                </c:pt>
                <c:pt idx="912">
                  <c:v>1.0364035320281979</c:v>
                </c:pt>
                <c:pt idx="913">
                  <c:v>1.0263528156280517</c:v>
                </c:pt>
                <c:pt idx="914">
                  <c:v>1.042893848419189</c:v>
                </c:pt>
                <c:pt idx="915">
                  <c:v>1.0130953788757324</c:v>
                </c:pt>
                <c:pt idx="916">
                  <c:v>1.043391723632813</c:v>
                </c:pt>
                <c:pt idx="917">
                  <c:v>1.0461998748779298</c:v>
                </c:pt>
                <c:pt idx="918">
                  <c:v>1.050494785308838</c:v>
                </c:pt>
                <c:pt idx="919">
                  <c:v>1.0261513710021974</c:v>
                </c:pt>
                <c:pt idx="920">
                  <c:v>1.0624612426757811</c:v>
                </c:pt>
                <c:pt idx="921">
                  <c:v>1.0460010337829591</c:v>
                </c:pt>
                <c:pt idx="922">
                  <c:v>1.0520517539978029</c:v>
                </c:pt>
                <c:pt idx="923">
                  <c:v>1.0891510105133053</c:v>
                </c:pt>
                <c:pt idx="924">
                  <c:v>1.0601197242736817</c:v>
                </c:pt>
                <c:pt idx="925">
                  <c:v>1.0674479198455811</c:v>
                </c:pt>
                <c:pt idx="926">
                  <c:v>1.0377408599853517</c:v>
                </c:pt>
                <c:pt idx="927">
                  <c:v>0.45499927997589107</c:v>
                </c:pt>
                <c:pt idx="928">
                  <c:v>0.96283494472503683</c:v>
                </c:pt>
                <c:pt idx="929">
                  <c:v>1.0637165737152101</c:v>
                </c:pt>
                <c:pt idx="930">
                  <c:v>1.0594579410552973</c:v>
                </c:pt>
                <c:pt idx="931">
                  <c:v>1.072758264541626</c:v>
                </c:pt>
                <c:pt idx="932">
                  <c:v>1.0574746227264404</c:v>
                </c:pt>
                <c:pt idx="933">
                  <c:v>1.0671000766754153</c:v>
                </c:pt>
                <c:pt idx="934">
                  <c:v>1.0639644527435301</c:v>
                </c:pt>
                <c:pt idx="935">
                  <c:v>1.0440504741668699</c:v>
                </c:pt>
                <c:pt idx="936">
                  <c:v>1.054756393432617</c:v>
                </c:pt>
                <c:pt idx="937">
                  <c:v>1.048715972900391</c:v>
                </c:pt>
                <c:pt idx="938">
                  <c:v>1.0344167804718014</c:v>
                </c:pt>
                <c:pt idx="939">
                  <c:v>1.0329474735260009</c:v>
                </c:pt>
                <c:pt idx="940">
                  <c:v>1.036093826293945</c:v>
                </c:pt>
                <c:pt idx="941">
                  <c:v>1.0328294849395756</c:v>
                </c:pt>
                <c:pt idx="942">
                  <c:v>1.0477419090270994</c:v>
                </c:pt>
                <c:pt idx="943">
                  <c:v>0.82588009357452419</c:v>
                </c:pt>
                <c:pt idx="944">
                  <c:v>0.6343765068054199</c:v>
                </c:pt>
                <c:pt idx="945">
                  <c:v>0.70877223014831547</c:v>
                </c:pt>
                <c:pt idx="946">
                  <c:v>0.84755225658416722</c:v>
                </c:pt>
                <c:pt idx="947">
                  <c:v>0.25366831898689274</c:v>
                </c:pt>
                <c:pt idx="948">
                  <c:v>0.35561368703842167</c:v>
                </c:pt>
                <c:pt idx="949">
                  <c:v>0.48417886018753048</c:v>
                </c:pt>
                <c:pt idx="950">
                  <c:v>0.67980910778045622</c:v>
                </c:pt>
                <c:pt idx="951">
                  <c:v>0.65562888622283921</c:v>
                </c:pt>
                <c:pt idx="952">
                  <c:v>0.43351395606994608</c:v>
                </c:pt>
                <c:pt idx="953">
                  <c:v>1.0210410976409914</c:v>
                </c:pt>
                <c:pt idx="954">
                  <c:v>1.0699782085418701</c:v>
                </c:pt>
                <c:pt idx="955">
                  <c:v>1.0501436519622802</c:v>
                </c:pt>
                <c:pt idx="956">
                  <c:v>1.0333091354370119</c:v>
                </c:pt>
                <c:pt idx="957">
                  <c:v>0.74708586215972916</c:v>
                </c:pt>
                <c:pt idx="958">
                  <c:v>0.74816290855407708</c:v>
                </c:pt>
                <c:pt idx="959">
                  <c:v>0.96299566268920911</c:v>
                </c:pt>
                <c:pt idx="960">
                  <c:v>0.90434180259704589</c:v>
                </c:pt>
                <c:pt idx="961">
                  <c:v>0.7600160837173463</c:v>
                </c:pt>
                <c:pt idx="962">
                  <c:v>0.65322252273559567</c:v>
                </c:pt>
                <c:pt idx="963">
                  <c:v>0.74335068225860579</c:v>
                </c:pt>
                <c:pt idx="964">
                  <c:v>0.77991010665893556</c:v>
                </c:pt>
                <c:pt idx="965">
                  <c:v>0.91885158061981198</c:v>
                </c:pt>
                <c:pt idx="966">
                  <c:v>0.9621542501449587</c:v>
                </c:pt>
                <c:pt idx="967">
                  <c:v>0.82982625961303713</c:v>
                </c:pt>
                <c:pt idx="968">
                  <c:v>0.60838661670684779</c:v>
                </c:pt>
                <c:pt idx="969">
                  <c:v>0.40638947010040272</c:v>
                </c:pt>
                <c:pt idx="970">
                  <c:v>0.30984668254852271</c:v>
                </c:pt>
                <c:pt idx="971">
                  <c:v>0.39481989383697491</c:v>
                </c:pt>
                <c:pt idx="972">
                  <c:v>0.73249932289123532</c:v>
                </c:pt>
                <c:pt idx="973">
                  <c:v>1.1768087196350094</c:v>
                </c:pt>
                <c:pt idx="974">
                  <c:v>1.1303308868408199</c:v>
                </c:pt>
                <c:pt idx="975">
                  <c:v>1.0035872268676755</c:v>
                </c:pt>
                <c:pt idx="976">
                  <c:v>0.58425835132598891</c:v>
                </c:pt>
                <c:pt idx="977">
                  <c:v>0.68954103469848627</c:v>
                </c:pt>
                <c:pt idx="978">
                  <c:v>0.61271301269531253</c:v>
                </c:pt>
                <c:pt idx="979">
                  <c:v>0.8898011398315433</c:v>
                </c:pt>
                <c:pt idx="980">
                  <c:v>0.83730985164642302</c:v>
                </c:pt>
                <c:pt idx="981">
                  <c:v>0.75760622978210446</c:v>
                </c:pt>
                <c:pt idx="982">
                  <c:v>0.71926978111267093</c:v>
                </c:pt>
                <c:pt idx="983">
                  <c:v>0.77043467044830294</c:v>
                </c:pt>
                <c:pt idx="984">
                  <c:v>1.0190376091003417</c:v>
                </c:pt>
                <c:pt idx="985">
                  <c:v>1.026026029586792</c:v>
                </c:pt>
                <c:pt idx="986">
                  <c:v>0.1995576238632201</c:v>
                </c:pt>
                <c:pt idx="987">
                  <c:v>0</c:v>
                </c:pt>
                <c:pt idx="988">
                  <c:v>0.22328116178512575</c:v>
                </c:pt>
                <c:pt idx="989">
                  <c:v>0.70560108661651599</c:v>
                </c:pt>
                <c:pt idx="990">
                  <c:v>0.67177074909210222</c:v>
                </c:pt>
                <c:pt idx="991">
                  <c:v>0.44395545244216916</c:v>
                </c:pt>
                <c:pt idx="992">
                  <c:v>0.55562795162200906</c:v>
                </c:pt>
                <c:pt idx="993">
                  <c:v>0</c:v>
                </c:pt>
                <c:pt idx="994">
                  <c:v>0.1826652181148532</c:v>
                </c:pt>
                <c:pt idx="995">
                  <c:v>0.7207092046737672</c:v>
                </c:pt>
                <c:pt idx="996">
                  <c:v>0.96240832328796422</c:v>
                </c:pt>
                <c:pt idx="997">
                  <c:v>0.55909175634384156</c:v>
                </c:pt>
                <c:pt idx="998">
                  <c:v>0.46823528051376301</c:v>
                </c:pt>
                <c:pt idx="999">
                  <c:v>0.4504088187217713</c:v>
                </c:pt>
                <c:pt idx="1000">
                  <c:v>0.42119222402572604</c:v>
                </c:pt>
                <c:pt idx="1001">
                  <c:v>0.42750496387481701</c:v>
                </c:pt>
                <c:pt idx="1002">
                  <c:v>0.44077827930450414</c:v>
                </c:pt>
                <c:pt idx="1003">
                  <c:v>0.45408227205276491</c:v>
                </c:pt>
                <c:pt idx="1004">
                  <c:v>0.4745789909362792</c:v>
                </c:pt>
                <c:pt idx="1005">
                  <c:v>0.48020451307296785</c:v>
                </c:pt>
                <c:pt idx="1006">
                  <c:v>0.46402662277221673</c:v>
                </c:pt>
                <c:pt idx="1007">
                  <c:v>0.47100958585739128</c:v>
                </c:pt>
                <c:pt idx="1008">
                  <c:v>0.47093605756759649</c:v>
                </c:pt>
                <c:pt idx="1009">
                  <c:v>0.6575241851806638</c:v>
                </c:pt>
                <c:pt idx="1010">
                  <c:v>0.49569492101669288</c:v>
                </c:pt>
                <c:pt idx="1011">
                  <c:v>0.21286820054054248</c:v>
                </c:pt>
                <c:pt idx="1012">
                  <c:v>0.35688119888305697</c:v>
                </c:pt>
                <c:pt idx="1013">
                  <c:v>0.56371833801269511</c:v>
                </c:pt>
                <c:pt idx="1014">
                  <c:v>0.7578989410400393</c:v>
                </c:pt>
                <c:pt idx="1015">
                  <c:v>0.68101840496063193</c:v>
                </c:pt>
                <c:pt idx="1016">
                  <c:v>0.40206527709960932</c:v>
                </c:pt>
                <c:pt idx="1017">
                  <c:v>0.57522603034973141</c:v>
                </c:pt>
                <c:pt idx="1018">
                  <c:v>0.69282617568969718</c:v>
                </c:pt>
                <c:pt idx="1019">
                  <c:v>0.47708074092864972</c:v>
                </c:pt>
                <c:pt idx="1020">
                  <c:v>0.50057856559753378</c:v>
                </c:pt>
                <c:pt idx="1021">
                  <c:v>0.64087899684905991</c:v>
                </c:pt>
                <c:pt idx="1022">
                  <c:v>0.7450388431549072</c:v>
                </c:pt>
                <c:pt idx="1023">
                  <c:v>0.98352589130401613</c:v>
                </c:pt>
                <c:pt idx="1024">
                  <c:v>0.94372562885284417</c:v>
                </c:pt>
                <c:pt idx="1025">
                  <c:v>0.94567720413208001</c:v>
                </c:pt>
                <c:pt idx="1026">
                  <c:v>0.89858003139495857</c:v>
                </c:pt>
                <c:pt idx="1027">
                  <c:v>0.63165209770202657</c:v>
                </c:pt>
                <c:pt idx="1028">
                  <c:v>0.78974131107330325</c:v>
                </c:pt>
                <c:pt idx="1029">
                  <c:v>0.89561177730560326</c:v>
                </c:pt>
                <c:pt idx="1030">
                  <c:v>0.781165609359741</c:v>
                </c:pt>
                <c:pt idx="1031">
                  <c:v>0.77884374618530283</c:v>
                </c:pt>
                <c:pt idx="1032">
                  <c:v>0.7929458856582644</c:v>
                </c:pt>
                <c:pt idx="1033">
                  <c:v>0.646899404525757</c:v>
                </c:pt>
                <c:pt idx="1034">
                  <c:v>0.7438335514068608</c:v>
                </c:pt>
                <c:pt idx="1035">
                  <c:v>0.81470362186431888</c:v>
                </c:pt>
                <c:pt idx="1036">
                  <c:v>0.97344526290893552</c:v>
                </c:pt>
                <c:pt idx="1037">
                  <c:v>0.81948064327239978</c:v>
                </c:pt>
                <c:pt idx="1038">
                  <c:v>0.69282766342163093</c:v>
                </c:pt>
                <c:pt idx="1039">
                  <c:v>0.75163295745849601</c:v>
                </c:pt>
                <c:pt idx="1040">
                  <c:v>0.91156561374664313</c:v>
                </c:pt>
                <c:pt idx="1041">
                  <c:v>0.97547683238983107</c:v>
                </c:pt>
                <c:pt idx="1042">
                  <c:v>0.85072876453399682</c:v>
                </c:pt>
                <c:pt idx="1043">
                  <c:v>0.8338803577423094</c:v>
                </c:pt>
                <c:pt idx="1044">
                  <c:v>0.76087068557739257</c:v>
                </c:pt>
                <c:pt idx="1045">
                  <c:v>0.85001840114593541</c:v>
                </c:pt>
                <c:pt idx="1046">
                  <c:v>0.94436204910278299</c:v>
                </c:pt>
                <c:pt idx="1047">
                  <c:v>0.9941357231140141</c:v>
                </c:pt>
                <c:pt idx="1048">
                  <c:v>1.02371337890625</c:v>
                </c:pt>
                <c:pt idx="1049">
                  <c:v>1.0546927356719971</c:v>
                </c:pt>
                <c:pt idx="1050">
                  <c:v>1.0376287937164308</c:v>
                </c:pt>
                <c:pt idx="1051">
                  <c:v>0.86771461486816381</c:v>
                </c:pt>
                <c:pt idx="1052">
                  <c:v>0.79988479614257857</c:v>
                </c:pt>
                <c:pt idx="1053">
                  <c:v>0.85056881904602044</c:v>
                </c:pt>
                <c:pt idx="1054">
                  <c:v>1.0531186294555668</c:v>
                </c:pt>
                <c:pt idx="1055">
                  <c:v>0.88961153984069818</c:v>
                </c:pt>
                <c:pt idx="1056">
                  <c:v>0.76093940734863297</c:v>
                </c:pt>
                <c:pt idx="1057">
                  <c:v>0.75990446090698238</c:v>
                </c:pt>
                <c:pt idx="1058">
                  <c:v>0.74075885295867938</c:v>
                </c:pt>
                <c:pt idx="1059">
                  <c:v>0.74562642574310323</c:v>
                </c:pt>
                <c:pt idx="1060">
                  <c:v>0.69835557460784925</c:v>
                </c:pt>
                <c:pt idx="1061">
                  <c:v>0.54787038087844842</c:v>
                </c:pt>
                <c:pt idx="1062">
                  <c:v>0.65193737983703626</c:v>
                </c:pt>
                <c:pt idx="1063">
                  <c:v>0.79897477626800539</c:v>
                </c:pt>
                <c:pt idx="1064">
                  <c:v>0.78549821376800544</c:v>
                </c:pt>
                <c:pt idx="1065">
                  <c:v>0.72809969902038574</c:v>
                </c:pt>
                <c:pt idx="1066">
                  <c:v>0.63496234416961617</c:v>
                </c:pt>
                <c:pt idx="1067">
                  <c:v>0.69422578811645508</c:v>
                </c:pt>
                <c:pt idx="1068">
                  <c:v>0.56754067182540902</c:v>
                </c:pt>
                <c:pt idx="1069">
                  <c:v>0.37698514938354494</c:v>
                </c:pt>
                <c:pt idx="1070">
                  <c:v>0</c:v>
                </c:pt>
                <c:pt idx="1071">
                  <c:v>8.611200392246246E-2</c:v>
                </c:pt>
                <c:pt idx="1072">
                  <c:v>0.44524883508682278</c:v>
                </c:pt>
                <c:pt idx="1073">
                  <c:v>0.48725511074066169</c:v>
                </c:pt>
                <c:pt idx="1074">
                  <c:v>0.43266452550888046</c:v>
                </c:pt>
                <c:pt idx="1075">
                  <c:v>0.53107423067092874</c:v>
                </c:pt>
                <c:pt idx="1076">
                  <c:v>0.71967352867126499</c:v>
                </c:pt>
                <c:pt idx="1077">
                  <c:v>0.71585203170776368</c:v>
                </c:pt>
                <c:pt idx="1078">
                  <c:v>1.0303399372100834</c:v>
                </c:pt>
                <c:pt idx="1079">
                  <c:v>1.0620202445983891</c:v>
                </c:pt>
                <c:pt idx="1080">
                  <c:v>1.062553796768188</c:v>
                </c:pt>
                <c:pt idx="1081">
                  <c:v>0.85921584606170653</c:v>
                </c:pt>
                <c:pt idx="1082">
                  <c:v>0.78913304328918443</c:v>
                </c:pt>
                <c:pt idx="1083">
                  <c:v>0.9323870515823367</c:v>
                </c:pt>
                <c:pt idx="1084">
                  <c:v>0.96209722995758096</c:v>
                </c:pt>
                <c:pt idx="1085">
                  <c:v>0.9155614900588992</c:v>
                </c:pt>
                <c:pt idx="1086">
                  <c:v>0.69267245292663593</c:v>
                </c:pt>
                <c:pt idx="1087">
                  <c:v>0.77165857315063491</c:v>
                </c:pt>
                <c:pt idx="1088">
                  <c:v>1.0832339859008788</c:v>
                </c:pt>
                <c:pt idx="1089">
                  <c:v>1.0398092794418337</c:v>
                </c:pt>
                <c:pt idx="1090">
                  <c:v>0.81156161785125702</c:v>
                </c:pt>
                <c:pt idx="1091">
                  <c:v>0.74325891494750995</c:v>
                </c:pt>
                <c:pt idx="1092">
                  <c:v>0.90160851001739517</c:v>
                </c:pt>
                <c:pt idx="1093">
                  <c:v>0.88711569786071776</c:v>
                </c:pt>
                <c:pt idx="1094">
                  <c:v>0.40408306002616845</c:v>
                </c:pt>
                <c:pt idx="1095">
                  <c:v>0.96833664894103999</c:v>
                </c:pt>
                <c:pt idx="1096">
                  <c:v>1.0722652816772464</c:v>
                </c:pt>
                <c:pt idx="1097">
                  <c:v>1.0431068801879881</c:v>
                </c:pt>
                <c:pt idx="1098">
                  <c:v>0.80439564228057903</c:v>
                </c:pt>
                <c:pt idx="1099">
                  <c:v>0.76087831020355201</c:v>
                </c:pt>
                <c:pt idx="1100">
                  <c:v>0.81983605384826652</c:v>
                </c:pt>
                <c:pt idx="1101">
                  <c:v>1.0541633319854735</c:v>
                </c:pt>
                <c:pt idx="1102">
                  <c:v>1.0461371898651126</c:v>
                </c:pt>
                <c:pt idx="1103">
                  <c:v>1.035113439559936</c:v>
                </c:pt>
                <c:pt idx="1104">
                  <c:v>0.98822928428649903</c:v>
                </c:pt>
                <c:pt idx="1105">
                  <c:v>0.70357350826263398</c:v>
                </c:pt>
                <c:pt idx="1106">
                  <c:v>0.78192801475524853</c:v>
                </c:pt>
                <c:pt idx="1107">
                  <c:v>0.99505173683166526</c:v>
                </c:pt>
                <c:pt idx="1108">
                  <c:v>0.82754329204559363</c:v>
                </c:pt>
                <c:pt idx="1109">
                  <c:v>0.72554695129394586</c:v>
                </c:pt>
                <c:pt idx="1110">
                  <c:v>0.81556630611419656</c:v>
                </c:pt>
                <c:pt idx="1111">
                  <c:v>0.85898972511291483</c:v>
                </c:pt>
                <c:pt idx="1112">
                  <c:v>0.87621956348419194</c:v>
                </c:pt>
                <c:pt idx="1113">
                  <c:v>0.68085342407226601</c:v>
                </c:pt>
                <c:pt idx="1114">
                  <c:v>0.4530453157424929</c:v>
                </c:pt>
                <c:pt idx="1115">
                  <c:v>0.58838255882263146</c:v>
                </c:pt>
                <c:pt idx="1116">
                  <c:v>0.5395107078552247</c:v>
                </c:pt>
                <c:pt idx="1117">
                  <c:v>0.63265878438949541</c:v>
                </c:pt>
                <c:pt idx="1118">
                  <c:v>0.62985342264175426</c:v>
                </c:pt>
                <c:pt idx="1119">
                  <c:v>0.82799544811248815</c:v>
                </c:pt>
                <c:pt idx="1120">
                  <c:v>0.73165878295898479</c:v>
                </c:pt>
                <c:pt idx="1121">
                  <c:v>0.75887582302093493</c:v>
                </c:pt>
                <c:pt idx="1122">
                  <c:v>0.88527551651000957</c:v>
                </c:pt>
                <c:pt idx="1123">
                  <c:v>0.97724483013153074</c:v>
                </c:pt>
                <c:pt idx="1124">
                  <c:v>0.9195571947097777</c:v>
                </c:pt>
                <c:pt idx="1125">
                  <c:v>0.77427964210510225</c:v>
                </c:pt>
                <c:pt idx="1126">
                  <c:v>0.95511989593505886</c:v>
                </c:pt>
                <c:pt idx="1127">
                  <c:v>0.97993400573730527</c:v>
                </c:pt>
                <c:pt idx="1128">
                  <c:v>0.94224592208862301</c:v>
                </c:pt>
                <c:pt idx="1129">
                  <c:v>1.0703819561004639</c:v>
                </c:pt>
                <c:pt idx="1130">
                  <c:v>0.99276619434356683</c:v>
                </c:pt>
                <c:pt idx="1131">
                  <c:v>0.84501696109771751</c:v>
                </c:pt>
                <c:pt idx="1132">
                  <c:v>0.81151269435882567</c:v>
                </c:pt>
                <c:pt idx="1133">
                  <c:v>0.936882863044739</c:v>
                </c:pt>
                <c:pt idx="1134">
                  <c:v>0.80643556594848675</c:v>
                </c:pt>
                <c:pt idx="1135">
                  <c:v>0.84972501754760743</c:v>
                </c:pt>
                <c:pt idx="1136">
                  <c:v>0.75522791862487826</c:v>
                </c:pt>
                <c:pt idx="1137">
                  <c:v>0.97759145736694308</c:v>
                </c:pt>
                <c:pt idx="1138">
                  <c:v>0.93781369686126703</c:v>
                </c:pt>
                <c:pt idx="1139">
                  <c:v>0.62477404117584223</c:v>
                </c:pt>
                <c:pt idx="1140">
                  <c:v>0.67074614524841325</c:v>
                </c:pt>
                <c:pt idx="1141">
                  <c:v>0.39130169391632053</c:v>
                </c:pt>
                <c:pt idx="1142">
                  <c:v>0.51098477840423584</c:v>
                </c:pt>
                <c:pt idx="1143">
                  <c:v>1.0543471240997313</c:v>
                </c:pt>
                <c:pt idx="1144">
                  <c:v>1.0789539527893068</c:v>
                </c:pt>
                <c:pt idx="1145">
                  <c:v>1.0471914196014405</c:v>
                </c:pt>
                <c:pt idx="1146">
                  <c:v>1.0659322929382324</c:v>
                </c:pt>
                <c:pt idx="1147">
                  <c:v>1.087648687362671</c:v>
                </c:pt>
                <c:pt idx="1148">
                  <c:v>1.0468852043151859</c:v>
                </c:pt>
                <c:pt idx="1149">
                  <c:v>1.0438829612731935</c:v>
                </c:pt>
                <c:pt idx="1150">
                  <c:v>1.045508594512939</c:v>
                </c:pt>
                <c:pt idx="1151">
                  <c:v>1.0477917766571043</c:v>
                </c:pt>
                <c:pt idx="1152">
                  <c:v>1.0301729679107665</c:v>
                </c:pt>
                <c:pt idx="1153">
                  <c:v>1.0115379810333247</c:v>
                </c:pt>
                <c:pt idx="1154">
                  <c:v>1.0389771080017092</c:v>
                </c:pt>
                <c:pt idx="1155">
                  <c:v>0.85635337829589864</c:v>
                </c:pt>
                <c:pt idx="1156">
                  <c:v>0.74800970077514661</c:v>
                </c:pt>
                <c:pt idx="1157">
                  <c:v>0.79354532718658422</c:v>
                </c:pt>
                <c:pt idx="1158">
                  <c:v>0.81900824546813966</c:v>
                </c:pt>
                <c:pt idx="1159">
                  <c:v>0.76586840629577657</c:v>
                </c:pt>
                <c:pt idx="1160">
                  <c:v>0.76280106067657505</c:v>
                </c:pt>
                <c:pt idx="1161">
                  <c:v>0.93509912967681896</c:v>
                </c:pt>
                <c:pt idx="1162">
                  <c:v>0.62856896638870252</c:v>
                </c:pt>
                <c:pt idx="1163">
                  <c:v>0.284847013950348</c:v>
                </c:pt>
                <c:pt idx="1164">
                  <c:v>0.64125534296035769</c:v>
                </c:pt>
                <c:pt idx="1165">
                  <c:v>1.0532493782043457</c:v>
                </c:pt>
                <c:pt idx="1166">
                  <c:v>1.0474178409576416</c:v>
                </c:pt>
                <c:pt idx="1167">
                  <c:v>1.0609774303436279</c:v>
                </c:pt>
                <c:pt idx="1168">
                  <c:v>0.97910581111907957</c:v>
                </c:pt>
                <c:pt idx="1169">
                  <c:v>0.78298717975616472</c:v>
                </c:pt>
                <c:pt idx="1170">
                  <c:v>0.76451505661010744</c:v>
                </c:pt>
                <c:pt idx="1171">
                  <c:v>0.89614583015441929</c:v>
                </c:pt>
                <c:pt idx="1172">
                  <c:v>0.96761870384216331</c:v>
                </c:pt>
                <c:pt idx="1173">
                  <c:v>1.0260609626770023</c:v>
                </c:pt>
                <c:pt idx="1174">
                  <c:v>1.022826862335205</c:v>
                </c:pt>
                <c:pt idx="1175">
                  <c:v>0.99388595581054728</c:v>
                </c:pt>
                <c:pt idx="1176">
                  <c:v>0.93137795448303262</c:v>
                </c:pt>
                <c:pt idx="1177">
                  <c:v>0.98350762367248534</c:v>
                </c:pt>
                <c:pt idx="1178">
                  <c:v>0.80487623691558829</c:v>
                </c:pt>
                <c:pt idx="1179">
                  <c:v>0.79135308265686077</c:v>
                </c:pt>
                <c:pt idx="1180">
                  <c:v>0.97172407150268514</c:v>
                </c:pt>
                <c:pt idx="1181">
                  <c:v>0.79769950389862077</c:v>
                </c:pt>
                <c:pt idx="1182">
                  <c:v>0.76734280586242676</c:v>
                </c:pt>
                <c:pt idx="1183">
                  <c:v>0.77926292896270766</c:v>
                </c:pt>
                <c:pt idx="1184">
                  <c:v>0.75634501934051523</c:v>
                </c:pt>
                <c:pt idx="1185">
                  <c:v>0.74483941555023192</c:v>
                </c:pt>
                <c:pt idx="1186">
                  <c:v>0.65155378818511955</c:v>
                </c:pt>
                <c:pt idx="1187">
                  <c:v>0.73037421226501464</c:v>
                </c:pt>
                <c:pt idx="1188">
                  <c:v>0.71423920154571563</c:v>
                </c:pt>
                <c:pt idx="1189">
                  <c:v>0.77829246997833268</c:v>
                </c:pt>
                <c:pt idx="1190">
                  <c:v>0.73160809993743892</c:v>
                </c:pt>
                <c:pt idx="1191">
                  <c:v>0.76990837097167986</c:v>
                </c:pt>
                <c:pt idx="1192">
                  <c:v>0.7928513145446775</c:v>
                </c:pt>
                <c:pt idx="1193">
                  <c:v>0.91630946159362803</c:v>
                </c:pt>
                <c:pt idx="1194">
                  <c:v>0.77737143516540563</c:v>
                </c:pt>
                <c:pt idx="1195">
                  <c:v>0.77445070266723626</c:v>
                </c:pt>
                <c:pt idx="1196">
                  <c:v>0.88443968296051045</c:v>
                </c:pt>
                <c:pt idx="1197">
                  <c:v>0.81338603496551543</c:v>
                </c:pt>
                <c:pt idx="1198">
                  <c:v>0.87541834831237797</c:v>
                </c:pt>
                <c:pt idx="1199">
                  <c:v>0.72513623714447017</c:v>
                </c:pt>
                <c:pt idx="1200">
                  <c:v>0.66401816368103073</c:v>
                </c:pt>
                <c:pt idx="1201">
                  <c:v>0.75709017276763946</c:v>
                </c:pt>
                <c:pt idx="1202">
                  <c:v>0.76506550312042199</c:v>
                </c:pt>
                <c:pt idx="1203">
                  <c:v>0.64077548503875748</c:v>
                </c:pt>
                <c:pt idx="1204">
                  <c:v>0.42691400527954121</c:v>
                </c:pt>
                <c:pt idx="1205">
                  <c:v>0.50502096176147471</c:v>
                </c:pt>
                <c:pt idx="1206">
                  <c:v>0.67732395172119175</c:v>
                </c:pt>
                <c:pt idx="1207">
                  <c:v>0.68325734138488725</c:v>
                </c:pt>
                <c:pt idx="1208">
                  <c:v>0.46054938554763775</c:v>
                </c:pt>
                <c:pt idx="1209">
                  <c:v>0.51737284183502219</c:v>
                </c:pt>
                <c:pt idx="1210">
                  <c:v>0.61114680290222201</c:v>
                </c:pt>
                <c:pt idx="1211">
                  <c:v>0.7192829561233518</c:v>
                </c:pt>
                <c:pt idx="1212">
                  <c:v>0.97491671562194859</c:v>
                </c:pt>
                <c:pt idx="1213">
                  <c:v>0.91335639953613301</c:v>
                </c:pt>
                <c:pt idx="1214">
                  <c:v>0.55311131000518798</c:v>
                </c:pt>
                <c:pt idx="1215">
                  <c:v>0.6529653882980343</c:v>
                </c:pt>
                <c:pt idx="1216">
                  <c:v>0.92647092819213861</c:v>
                </c:pt>
                <c:pt idx="1217">
                  <c:v>0.98948359966278077</c:v>
                </c:pt>
                <c:pt idx="1218">
                  <c:v>0.80332138538360587</c:v>
                </c:pt>
                <c:pt idx="1219">
                  <c:v>0.75818016529083265</c:v>
                </c:pt>
                <c:pt idx="1220">
                  <c:v>0.75417325973510774</c:v>
                </c:pt>
                <c:pt idx="1221">
                  <c:v>0.76875599384307847</c:v>
                </c:pt>
                <c:pt idx="1222">
                  <c:v>0.76338326454162597</c:v>
                </c:pt>
                <c:pt idx="1223">
                  <c:v>0.7695944023132324</c:v>
                </c:pt>
                <c:pt idx="1224">
                  <c:v>0.95839694023132338</c:v>
                </c:pt>
                <c:pt idx="1225">
                  <c:v>0.73954256057739298</c:v>
                </c:pt>
                <c:pt idx="1226">
                  <c:v>0.68552787780761737</c:v>
                </c:pt>
                <c:pt idx="1227">
                  <c:v>0.61882317066192682</c:v>
                </c:pt>
                <c:pt idx="1228">
                  <c:v>0.73484856605529747</c:v>
                </c:pt>
                <c:pt idx="1229">
                  <c:v>0.75707359313964862</c:v>
                </c:pt>
                <c:pt idx="1230">
                  <c:v>0.75229126453399642</c:v>
                </c:pt>
                <c:pt idx="1231">
                  <c:v>0.75698287010192844</c:v>
                </c:pt>
                <c:pt idx="1232">
                  <c:v>0.73441944122314473</c:v>
                </c:pt>
                <c:pt idx="1233">
                  <c:v>0.75973135471344</c:v>
                </c:pt>
                <c:pt idx="1234">
                  <c:v>0.7739386081695554</c:v>
                </c:pt>
                <c:pt idx="1235">
                  <c:v>0.87798335552215534</c:v>
                </c:pt>
                <c:pt idx="1236">
                  <c:v>0.67108456134796124</c:v>
                </c:pt>
                <c:pt idx="1237">
                  <c:v>0.38092624068260178</c:v>
                </c:pt>
                <c:pt idx="1238">
                  <c:v>0.17974657058715826</c:v>
                </c:pt>
                <c:pt idx="1239">
                  <c:v>0.81635437488555895</c:v>
                </c:pt>
                <c:pt idx="1240">
                  <c:v>0.60551170349121075</c:v>
                </c:pt>
                <c:pt idx="1241">
                  <c:v>0.41191364765167232</c:v>
                </c:pt>
                <c:pt idx="1242">
                  <c:v>0.42648676872253422</c:v>
                </c:pt>
                <c:pt idx="1243">
                  <c:v>0.48536918163299547</c:v>
                </c:pt>
                <c:pt idx="1244">
                  <c:v>0.59796449661254847</c:v>
                </c:pt>
                <c:pt idx="1245">
                  <c:v>0.68159563064575168</c:v>
                </c:pt>
                <c:pt idx="1246">
                  <c:v>0.61303926944732667</c:v>
                </c:pt>
                <c:pt idx="1247">
                  <c:v>0.55195899009704585</c:v>
                </c:pt>
                <c:pt idx="1248">
                  <c:v>0.4584287238121032</c:v>
                </c:pt>
                <c:pt idx="1249">
                  <c:v>0.54789293289184571</c:v>
                </c:pt>
                <c:pt idx="1250">
                  <c:v>0.72720309734344502</c:v>
                </c:pt>
                <c:pt idx="1251">
                  <c:v>0.76085399150848398</c:v>
                </c:pt>
                <c:pt idx="1252">
                  <c:v>0.75999780178070098</c:v>
                </c:pt>
                <c:pt idx="1253">
                  <c:v>0.66386249542236342</c:v>
                </c:pt>
                <c:pt idx="1254">
                  <c:v>0.68319943428039531</c:v>
                </c:pt>
                <c:pt idx="1255">
                  <c:v>0.7126716184616092</c:v>
                </c:pt>
                <c:pt idx="1256">
                  <c:v>0.46246496915817253</c:v>
                </c:pt>
                <c:pt idx="1257">
                  <c:v>0.51178716659545909</c:v>
                </c:pt>
                <c:pt idx="1258">
                  <c:v>0.62790962219238255</c:v>
                </c:pt>
                <c:pt idx="1259">
                  <c:v>0.6833681201934817</c:v>
                </c:pt>
                <c:pt idx="1260">
                  <c:v>0.56371668577194189</c:v>
                </c:pt>
                <c:pt idx="1261">
                  <c:v>0.43093354225158714</c:v>
                </c:pt>
                <c:pt idx="1262">
                  <c:v>0.52765728950500501</c:v>
                </c:pt>
                <c:pt idx="1263">
                  <c:v>0.59687015533447274</c:v>
                </c:pt>
                <c:pt idx="1264">
                  <c:v>0.69404422760009776</c:v>
                </c:pt>
                <c:pt idx="1265">
                  <c:v>0.67958637714385972</c:v>
                </c:pt>
                <c:pt idx="1266">
                  <c:v>0.44678388833999672</c:v>
                </c:pt>
                <c:pt idx="1267">
                  <c:v>0.44177203416824323</c:v>
                </c:pt>
                <c:pt idx="1268">
                  <c:v>0.50062441349029541</c:v>
                </c:pt>
                <c:pt idx="1269">
                  <c:v>0.64876208782196065</c:v>
                </c:pt>
                <c:pt idx="1270">
                  <c:v>0.74716642856597892</c:v>
                </c:pt>
                <c:pt idx="1271">
                  <c:v>0.74733778953552221</c:v>
                </c:pt>
                <c:pt idx="1272">
                  <c:v>0.66991928100585929</c:v>
                </c:pt>
                <c:pt idx="1273">
                  <c:v>0.42357434749603318</c:v>
                </c:pt>
                <c:pt idx="1274">
                  <c:v>0.39057309865951539</c:v>
                </c:pt>
                <c:pt idx="1275">
                  <c:v>0.38468381881713853</c:v>
                </c:pt>
                <c:pt idx="1276">
                  <c:v>0.68059701919555649</c:v>
                </c:pt>
                <c:pt idx="1277">
                  <c:v>0.60013229370117227</c:v>
                </c:pt>
                <c:pt idx="1278">
                  <c:v>0.48373264789581299</c:v>
                </c:pt>
                <c:pt idx="1279">
                  <c:v>0.50274294376373319</c:v>
                </c:pt>
                <c:pt idx="1280">
                  <c:v>4.2238844633102249E-2</c:v>
                </c:pt>
                <c:pt idx="1281">
                  <c:v>0.8447631883621215</c:v>
                </c:pt>
                <c:pt idx="1282">
                  <c:v>0.80387354850769055</c:v>
                </c:pt>
                <c:pt idx="1283">
                  <c:v>0.67247745037078877</c:v>
                </c:pt>
                <c:pt idx="1284">
                  <c:v>0.40666153192520171</c:v>
                </c:pt>
                <c:pt idx="1285">
                  <c:v>0.49857903957366934</c:v>
                </c:pt>
                <c:pt idx="1286">
                  <c:v>0.62471712112426769</c:v>
                </c:pt>
                <c:pt idx="1287">
                  <c:v>0.74443661212921119</c:v>
                </c:pt>
                <c:pt idx="1288">
                  <c:v>0.55457182645797787</c:v>
                </c:pt>
                <c:pt idx="1289">
                  <c:v>0.45348848819732696</c:v>
                </c:pt>
                <c:pt idx="1290">
                  <c:v>0.63986462116241427</c:v>
                </c:pt>
                <c:pt idx="1291">
                  <c:v>0.757444009780884</c:v>
                </c:pt>
                <c:pt idx="1292">
                  <c:v>0.7254169034957888</c:v>
                </c:pt>
                <c:pt idx="1293">
                  <c:v>0.66072738647460927</c:v>
                </c:pt>
                <c:pt idx="1294">
                  <c:v>0.75257024288177499</c:v>
                </c:pt>
                <c:pt idx="1295">
                  <c:v>0.76489634513854943</c:v>
                </c:pt>
                <c:pt idx="1296">
                  <c:v>0.87450529575347891</c:v>
                </c:pt>
                <c:pt idx="1297">
                  <c:v>0.9383694076538085</c:v>
                </c:pt>
                <c:pt idx="1298">
                  <c:v>0.97204745292663575</c:v>
                </c:pt>
                <c:pt idx="1299">
                  <c:v>0.90052323818206792</c:v>
                </c:pt>
                <c:pt idx="1300">
                  <c:v>0.96667190551757809</c:v>
                </c:pt>
                <c:pt idx="1301">
                  <c:v>0.96893709182739252</c:v>
                </c:pt>
                <c:pt idx="1302">
                  <c:v>1.030469799041748</c:v>
                </c:pt>
                <c:pt idx="1303">
                  <c:v>1.0560950088500975</c:v>
                </c:pt>
                <c:pt idx="1304">
                  <c:v>1.0665134525299071</c:v>
                </c:pt>
                <c:pt idx="1305">
                  <c:v>0.71375159740448024</c:v>
                </c:pt>
                <c:pt idx="1306">
                  <c:v>0.72059652328491197</c:v>
                </c:pt>
                <c:pt idx="1307">
                  <c:v>0.79874911308288576</c:v>
                </c:pt>
                <c:pt idx="1308">
                  <c:v>0.91918855190277104</c:v>
                </c:pt>
                <c:pt idx="1309">
                  <c:v>0.84340825080871618</c:v>
                </c:pt>
                <c:pt idx="1310">
                  <c:v>0.73061224937438962</c:v>
                </c:pt>
                <c:pt idx="1311">
                  <c:v>0.75610954284667942</c:v>
                </c:pt>
                <c:pt idx="1312">
                  <c:v>0.82751449584960979</c:v>
                </c:pt>
                <c:pt idx="1313">
                  <c:v>0.88981651782989524</c:v>
                </c:pt>
                <c:pt idx="1314">
                  <c:v>0.82195924758911132</c:v>
                </c:pt>
                <c:pt idx="1315">
                  <c:v>1.030182580947876</c:v>
                </c:pt>
                <c:pt idx="1316">
                  <c:v>1.0337778854370121</c:v>
                </c:pt>
                <c:pt idx="1317">
                  <c:v>0.79563991069793694</c:v>
                </c:pt>
                <c:pt idx="1318">
                  <c:v>0.76311673164367677</c:v>
                </c:pt>
                <c:pt idx="1319">
                  <c:v>1.0457189369201663</c:v>
                </c:pt>
                <c:pt idx="1320">
                  <c:v>1.0341957378387454</c:v>
                </c:pt>
                <c:pt idx="1321">
                  <c:v>0.96544140815734902</c:v>
                </c:pt>
                <c:pt idx="1322">
                  <c:v>0.95055809497833266</c:v>
                </c:pt>
                <c:pt idx="1323">
                  <c:v>0.78818329811096166</c:v>
                </c:pt>
                <c:pt idx="1324">
                  <c:v>0.76656071662902814</c:v>
                </c:pt>
                <c:pt idx="1325">
                  <c:v>0.89082940578460679</c:v>
                </c:pt>
                <c:pt idx="1326">
                  <c:v>1.0565019893646239</c:v>
                </c:pt>
                <c:pt idx="1327">
                  <c:v>1.0584763526916505</c:v>
                </c:pt>
                <c:pt idx="1328">
                  <c:v>0.93430130481719953</c:v>
                </c:pt>
                <c:pt idx="1329">
                  <c:v>0.84914228439331074</c:v>
                </c:pt>
                <c:pt idx="1330">
                  <c:v>0.97726306915283201</c:v>
                </c:pt>
                <c:pt idx="1331">
                  <c:v>0.99974030971527117</c:v>
                </c:pt>
                <c:pt idx="1332">
                  <c:v>0.81987593650817847</c:v>
                </c:pt>
                <c:pt idx="1333">
                  <c:v>0.75548472404479949</c:v>
                </c:pt>
                <c:pt idx="1334">
                  <c:v>0.88668551445007338</c:v>
                </c:pt>
                <c:pt idx="1335">
                  <c:v>1.0014453220367434</c:v>
                </c:pt>
                <c:pt idx="1336">
                  <c:v>0.93486820220947275</c:v>
                </c:pt>
                <c:pt idx="1337">
                  <c:v>1.0279115581512452</c:v>
                </c:pt>
                <c:pt idx="1338">
                  <c:v>0.99313193321228022</c:v>
                </c:pt>
                <c:pt idx="1339">
                  <c:v>0.96278912544250461</c:v>
                </c:pt>
                <c:pt idx="1340">
                  <c:v>1.0147022438049318</c:v>
                </c:pt>
                <c:pt idx="1341">
                  <c:v>0.95780459403991713</c:v>
                </c:pt>
                <c:pt idx="1342">
                  <c:v>1.0224166202545166</c:v>
                </c:pt>
                <c:pt idx="1343">
                  <c:v>1.0970257759094233</c:v>
                </c:pt>
                <c:pt idx="1344">
                  <c:v>1.0567704391479491</c:v>
                </c:pt>
                <c:pt idx="1345">
                  <c:v>0.99265005111694349</c:v>
                </c:pt>
                <c:pt idx="1346">
                  <c:v>1.0652224731445317</c:v>
                </c:pt>
                <c:pt idx="1347">
                  <c:v>1.0938823413848877</c:v>
                </c:pt>
                <c:pt idx="1348">
                  <c:v>1.0676572036743164</c:v>
                </c:pt>
                <c:pt idx="1349">
                  <c:v>1.0712977981567386</c:v>
                </c:pt>
                <c:pt idx="1350">
                  <c:v>1.0953509044647216</c:v>
                </c:pt>
                <c:pt idx="1351">
                  <c:v>1.0662311267852784</c:v>
                </c:pt>
                <c:pt idx="1352">
                  <c:v>1.0832714366912841</c:v>
                </c:pt>
                <c:pt idx="1353">
                  <c:v>1.1047860717773437</c:v>
                </c:pt>
                <c:pt idx="1354">
                  <c:v>1.0908580970764161</c:v>
                </c:pt>
                <c:pt idx="1355">
                  <c:v>1.0869056224822997</c:v>
                </c:pt>
                <c:pt idx="1356">
                  <c:v>1.0933249855041505</c:v>
                </c:pt>
                <c:pt idx="1357">
                  <c:v>1.0900612163543701</c:v>
                </c:pt>
                <c:pt idx="1358">
                  <c:v>1.0949674129486084</c:v>
                </c:pt>
                <c:pt idx="1359">
                  <c:v>1.085330028533936</c:v>
                </c:pt>
                <c:pt idx="1360">
                  <c:v>1.1113382148742674</c:v>
                </c:pt>
                <c:pt idx="1361">
                  <c:v>1.0997249794006343</c:v>
                </c:pt>
                <c:pt idx="1362">
                  <c:v>1.0811793708801274</c:v>
                </c:pt>
                <c:pt idx="1363">
                  <c:v>1.0705044651031501</c:v>
                </c:pt>
                <c:pt idx="1364">
                  <c:v>1.090236110687256</c:v>
                </c:pt>
                <c:pt idx="1365">
                  <c:v>1.0744955635070801</c:v>
                </c:pt>
                <c:pt idx="1366">
                  <c:v>1.1046441936492919</c:v>
                </c:pt>
                <c:pt idx="1367">
                  <c:v>1.0500419712066653</c:v>
                </c:pt>
                <c:pt idx="1368">
                  <c:v>1.0573055934906004</c:v>
                </c:pt>
                <c:pt idx="1369">
                  <c:v>1.0490949440002444</c:v>
                </c:pt>
                <c:pt idx="1370">
                  <c:v>1.0059189176559447</c:v>
                </c:pt>
                <c:pt idx="1371">
                  <c:v>1.0605442714691165</c:v>
                </c:pt>
                <c:pt idx="1372">
                  <c:v>1.0625935935974122</c:v>
                </c:pt>
                <c:pt idx="1373">
                  <c:v>1.041534433364868</c:v>
                </c:pt>
                <c:pt idx="1374">
                  <c:v>1.0626343059539796</c:v>
                </c:pt>
                <c:pt idx="1375">
                  <c:v>1.0874275588989253</c:v>
                </c:pt>
                <c:pt idx="1376">
                  <c:v>1.1042626762390135</c:v>
                </c:pt>
                <c:pt idx="1377">
                  <c:v>1.0785701465606694</c:v>
                </c:pt>
                <c:pt idx="1378">
                  <c:v>1.1077540683746336</c:v>
                </c:pt>
                <c:pt idx="1379">
                  <c:v>1.1161532878875735</c:v>
                </c:pt>
                <c:pt idx="1380">
                  <c:v>1.0604730033874517</c:v>
                </c:pt>
                <c:pt idx="1381">
                  <c:v>1.0587049198150631</c:v>
                </c:pt>
                <c:pt idx="1382">
                  <c:v>1.0924661922454837</c:v>
                </c:pt>
                <c:pt idx="1383">
                  <c:v>1.0733519840240482</c:v>
                </c:pt>
                <c:pt idx="1384">
                  <c:v>1.057304220199585</c:v>
                </c:pt>
                <c:pt idx="1385">
                  <c:v>1.0797278308868408</c:v>
                </c:pt>
                <c:pt idx="1386">
                  <c:v>1.0632656192779542</c:v>
                </c:pt>
                <c:pt idx="1387">
                  <c:v>1.0977923297882082</c:v>
                </c:pt>
                <c:pt idx="1388">
                  <c:v>1.0931643390655517</c:v>
                </c:pt>
                <c:pt idx="1389">
                  <c:v>1.0702036857604984</c:v>
                </c:pt>
                <c:pt idx="1390">
                  <c:v>1.0641226959228518</c:v>
                </c:pt>
                <c:pt idx="1391">
                  <c:v>1.0559753608703613</c:v>
                </c:pt>
                <c:pt idx="1392">
                  <c:v>1.0517398452758788</c:v>
                </c:pt>
                <c:pt idx="1393">
                  <c:v>1.04920111656189</c:v>
                </c:pt>
                <c:pt idx="1394">
                  <c:v>1.0564290046691893</c:v>
                </c:pt>
                <c:pt idx="1395">
                  <c:v>1.0732398319244385</c:v>
                </c:pt>
                <c:pt idx="1396">
                  <c:v>1.0618893527984621</c:v>
                </c:pt>
                <c:pt idx="1397">
                  <c:v>1.0303430557250974</c:v>
                </c:pt>
                <c:pt idx="1398">
                  <c:v>1.0815728187561038</c:v>
                </c:pt>
                <c:pt idx="1399">
                  <c:v>1.0988602924346929</c:v>
                </c:pt>
                <c:pt idx="1400">
                  <c:v>1.102672805786133</c:v>
                </c:pt>
                <c:pt idx="1401">
                  <c:v>1.1181023025512693</c:v>
                </c:pt>
                <c:pt idx="1402">
                  <c:v>1.1034926319122318</c:v>
                </c:pt>
                <c:pt idx="1403">
                  <c:v>1.1091477298736572</c:v>
                </c:pt>
                <c:pt idx="1404">
                  <c:v>1.114931716918945</c:v>
                </c:pt>
                <c:pt idx="1405">
                  <c:v>0.96296858310699507</c:v>
                </c:pt>
                <c:pt idx="1406">
                  <c:v>1.057821607589722</c:v>
                </c:pt>
                <c:pt idx="1407">
                  <c:v>0.86210977077484119</c:v>
                </c:pt>
                <c:pt idx="1408">
                  <c:v>0.99556340217590333</c:v>
                </c:pt>
                <c:pt idx="1409">
                  <c:v>1.0899091815948483</c:v>
                </c:pt>
                <c:pt idx="1410">
                  <c:v>1.0935278892517086</c:v>
                </c:pt>
                <c:pt idx="1411">
                  <c:v>0.90847502231597921</c:v>
                </c:pt>
                <c:pt idx="1412">
                  <c:v>1.0830363750457763</c:v>
                </c:pt>
                <c:pt idx="1413">
                  <c:v>1.0921383476257327</c:v>
                </c:pt>
                <c:pt idx="1414">
                  <c:v>1.1037488937377928</c:v>
                </c:pt>
                <c:pt idx="1415">
                  <c:v>1.0600057697296146</c:v>
                </c:pt>
                <c:pt idx="1416">
                  <c:v>1.0938604545593262</c:v>
                </c:pt>
                <c:pt idx="1417">
                  <c:v>1.1217872142791747</c:v>
                </c:pt>
                <c:pt idx="1418">
                  <c:v>1.0818060779571537</c:v>
                </c:pt>
                <c:pt idx="1419">
                  <c:v>1.0922235488891601</c:v>
                </c:pt>
                <c:pt idx="1420">
                  <c:v>1.0612323474884033</c:v>
                </c:pt>
                <c:pt idx="1421">
                  <c:v>1.1040346240997319</c:v>
                </c:pt>
                <c:pt idx="1422">
                  <c:v>1.1122297096252443</c:v>
                </c:pt>
                <c:pt idx="1423">
                  <c:v>1.1200558948516841</c:v>
                </c:pt>
                <c:pt idx="1424">
                  <c:v>1.0783173751831054</c:v>
                </c:pt>
                <c:pt idx="1425">
                  <c:v>1.0891255474090578</c:v>
                </c:pt>
                <c:pt idx="1426">
                  <c:v>1.0893878173828129</c:v>
                </c:pt>
                <c:pt idx="1427">
                  <c:v>1.0863583660125731</c:v>
                </c:pt>
                <c:pt idx="1428">
                  <c:v>1.0887149620056149</c:v>
                </c:pt>
                <c:pt idx="1429">
                  <c:v>1.1183347892761231</c:v>
                </c:pt>
                <c:pt idx="1430">
                  <c:v>1.0970468902587889</c:v>
                </c:pt>
                <c:pt idx="1431">
                  <c:v>1.1142862987518309</c:v>
                </c:pt>
                <c:pt idx="1432">
                  <c:v>1.1303171825408931</c:v>
                </c:pt>
                <c:pt idx="1433">
                  <c:v>1.0937864398956301</c:v>
                </c:pt>
                <c:pt idx="1434">
                  <c:v>1.0797332382202149</c:v>
                </c:pt>
                <c:pt idx="1435">
                  <c:v>1.06427433013916</c:v>
                </c:pt>
                <c:pt idx="1436">
                  <c:v>1.0844471740722657</c:v>
                </c:pt>
                <c:pt idx="1437">
                  <c:v>1.0668273639678956</c:v>
                </c:pt>
                <c:pt idx="1438">
                  <c:v>1.089922113418579</c:v>
                </c:pt>
                <c:pt idx="1439">
                  <c:v>1.0987307453155519</c:v>
                </c:pt>
                <c:pt idx="1440">
                  <c:v>1.121495532989502</c:v>
                </c:pt>
                <c:pt idx="1441">
                  <c:v>1.0890476417541501</c:v>
                </c:pt>
                <c:pt idx="1442">
                  <c:v>1.076727247238159</c:v>
                </c:pt>
                <c:pt idx="1443">
                  <c:v>1.0690367317199707</c:v>
                </c:pt>
                <c:pt idx="1444">
                  <c:v>1.0554755115509038</c:v>
                </c:pt>
                <c:pt idx="1445">
                  <c:v>1.0781915187835696</c:v>
                </c:pt>
                <c:pt idx="1446">
                  <c:v>1.0498724555969243</c:v>
                </c:pt>
                <c:pt idx="1447">
                  <c:v>1.0741447734832767</c:v>
                </c:pt>
                <c:pt idx="1448">
                  <c:v>1.1006887722015382</c:v>
                </c:pt>
                <c:pt idx="1449">
                  <c:v>1.065515213012695</c:v>
                </c:pt>
                <c:pt idx="1450">
                  <c:v>1.1018657398223881</c:v>
                </c:pt>
                <c:pt idx="1451">
                  <c:v>1.076035680770874</c:v>
                </c:pt>
                <c:pt idx="1452">
                  <c:v>1.0711943721771244</c:v>
                </c:pt>
                <c:pt idx="1453">
                  <c:v>1.0679606151580809</c:v>
                </c:pt>
                <c:pt idx="1454">
                  <c:v>1.0607133579254153</c:v>
                </c:pt>
                <c:pt idx="1455">
                  <c:v>1.080164337158203</c:v>
                </c:pt>
                <c:pt idx="1456">
                  <c:v>1.0687045097351073</c:v>
                </c:pt>
                <c:pt idx="1457">
                  <c:v>1.0505771255493164</c:v>
                </c:pt>
                <c:pt idx="1458">
                  <c:v>1.0810653018951415</c:v>
                </c:pt>
                <c:pt idx="1459">
                  <c:v>1.0699437904357911</c:v>
                </c:pt>
                <c:pt idx="1460">
                  <c:v>1.0929722785949707</c:v>
                </c:pt>
                <c:pt idx="1461">
                  <c:v>1.0779114246368413</c:v>
                </c:pt>
                <c:pt idx="1462">
                  <c:v>1.0755876159667972</c:v>
                </c:pt>
                <c:pt idx="1463">
                  <c:v>1.0963822746276854</c:v>
                </c:pt>
                <c:pt idx="1464">
                  <c:v>1.1212437057495119</c:v>
                </c:pt>
                <c:pt idx="1465">
                  <c:v>1.0908751487731931</c:v>
                </c:pt>
                <c:pt idx="1466">
                  <c:v>1.065847291946411</c:v>
                </c:pt>
                <c:pt idx="1467">
                  <c:v>1.0972495365142823</c:v>
                </c:pt>
                <c:pt idx="1468">
                  <c:v>1.0418066596984867</c:v>
                </c:pt>
                <c:pt idx="1469">
                  <c:v>1.084037017822266</c:v>
                </c:pt>
                <c:pt idx="1470">
                  <c:v>1.0991720008850099</c:v>
                </c:pt>
                <c:pt idx="1471">
                  <c:v>1.0917575168609617</c:v>
                </c:pt>
                <c:pt idx="1472">
                  <c:v>1.1395908164978028</c:v>
                </c:pt>
                <c:pt idx="1473">
                  <c:v>1.0856297206878665</c:v>
                </c:pt>
                <c:pt idx="1474">
                  <c:v>1.0953568840026855</c:v>
                </c:pt>
                <c:pt idx="1475">
                  <c:v>1.0943926334381102</c:v>
                </c:pt>
                <c:pt idx="1476">
                  <c:v>1.0997374248504637</c:v>
                </c:pt>
                <c:pt idx="1477">
                  <c:v>1.1390235328674314</c:v>
                </c:pt>
                <c:pt idx="1478">
                  <c:v>1.1359805202484128</c:v>
                </c:pt>
                <c:pt idx="1479">
                  <c:v>1.0869459056854247</c:v>
                </c:pt>
                <c:pt idx="1480">
                  <c:v>1.0989149093627928</c:v>
                </c:pt>
                <c:pt idx="1481">
                  <c:v>1.127182159423828</c:v>
                </c:pt>
                <c:pt idx="1482">
                  <c:v>1.135685606002808</c:v>
                </c:pt>
                <c:pt idx="1483">
                  <c:v>1.1089103221893311</c:v>
                </c:pt>
                <c:pt idx="1484">
                  <c:v>1.0901666736602786</c:v>
                </c:pt>
                <c:pt idx="1485">
                  <c:v>1.1228689384460449</c:v>
                </c:pt>
                <c:pt idx="1486">
                  <c:v>1.1176709461212158</c:v>
                </c:pt>
                <c:pt idx="1487">
                  <c:v>1.1091444396972656</c:v>
                </c:pt>
                <c:pt idx="1488">
                  <c:v>1.1371416664123533</c:v>
                </c:pt>
                <c:pt idx="1489">
                  <c:v>1.1321668338775639</c:v>
                </c:pt>
                <c:pt idx="1490">
                  <c:v>1.0956544589996335</c:v>
                </c:pt>
                <c:pt idx="1491">
                  <c:v>1.1116182804107666</c:v>
                </c:pt>
                <c:pt idx="1492">
                  <c:v>1.1057988452911376</c:v>
                </c:pt>
                <c:pt idx="1493">
                  <c:v>1.1004385757446284</c:v>
                </c:pt>
                <c:pt idx="1494">
                  <c:v>1.1087387752532962</c:v>
                </c:pt>
                <c:pt idx="1495">
                  <c:v>1.0950794219970705</c:v>
                </c:pt>
                <c:pt idx="1496">
                  <c:v>1.1119803428649904</c:v>
                </c:pt>
                <c:pt idx="1497">
                  <c:v>1.1036988544464112</c:v>
                </c:pt>
                <c:pt idx="1498">
                  <c:v>1.0924298286437983</c:v>
                </c:pt>
                <c:pt idx="1499">
                  <c:v>1.092701597213745</c:v>
                </c:pt>
                <c:pt idx="1500">
                  <c:v>1.1004827213287349</c:v>
                </c:pt>
                <c:pt idx="1501">
                  <c:v>1.126937170028687</c:v>
                </c:pt>
                <c:pt idx="1502">
                  <c:v>1.1323507404327395</c:v>
                </c:pt>
                <c:pt idx="1503">
                  <c:v>1.14015944480896</c:v>
                </c:pt>
                <c:pt idx="1504">
                  <c:v>1.148423709869385</c:v>
                </c:pt>
                <c:pt idx="1505">
                  <c:v>1.0932546043395999</c:v>
                </c:pt>
                <c:pt idx="1506">
                  <c:v>1.0839678955078129</c:v>
                </c:pt>
                <c:pt idx="1507">
                  <c:v>1.0840882301330563</c:v>
                </c:pt>
                <c:pt idx="1508">
                  <c:v>1.1050100898742679</c:v>
                </c:pt>
                <c:pt idx="1509">
                  <c:v>1.1200842475891113</c:v>
                </c:pt>
                <c:pt idx="1510">
                  <c:v>1.0994544410705569</c:v>
                </c:pt>
                <c:pt idx="1511">
                  <c:v>1.1214114761352538</c:v>
                </c:pt>
                <c:pt idx="1512">
                  <c:v>1.1128209400177</c:v>
                </c:pt>
                <c:pt idx="1513">
                  <c:v>1.0925984573364254</c:v>
                </c:pt>
                <c:pt idx="1514">
                  <c:v>1.0912812995910648</c:v>
                </c:pt>
                <c:pt idx="1515">
                  <c:v>1.0555419731140137</c:v>
                </c:pt>
                <c:pt idx="1516">
                  <c:v>1.0620364379882812</c:v>
                </c:pt>
                <c:pt idx="1517">
                  <c:v>1.0563347053527832</c:v>
                </c:pt>
                <c:pt idx="1518">
                  <c:v>1.110550174713135</c:v>
                </c:pt>
                <c:pt idx="1519">
                  <c:v>1.1017224884033205</c:v>
                </c:pt>
                <c:pt idx="1520">
                  <c:v>1.1070513153076174</c:v>
                </c:pt>
                <c:pt idx="1521">
                  <c:v>1.0757270050048826</c:v>
                </c:pt>
                <c:pt idx="1522">
                  <c:v>1.0682966136932377</c:v>
                </c:pt>
                <c:pt idx="1523">
                  <c:v>1.0802269935607911</c:v>
                </c:pt>
                <c:pt idx="1524">
                  <c:v>1.0903951263427731</c:v>
                </c:pt>
                <c:pt idx="1525">
                  <c:v>1.1199703788757325</c:v>
                </c:pt>
                <c:pt idx="1526">
                  <c:v>1.0958862304687504</c:v>
                </c:pt>
                <c:pt idx="1527">
                  <c:v>1.1024606895446776</c:v>
                </c:pt>
                <c:pt idx="1528">
                  <c:v>1.1241055011749266</c:v>
                </c:pt>
                <c:pt idx="1529">
                  <c:v>1.1263267421722414</c:v>
                </c:pt>
                <c:pt idx="1530">
                  <c:v>1.0599874305725094</c:v>
                </c:pt>
                <c:pt idx="1531">
                  <c:v>1.0628050518035888</c:v>
                </c:pt>
                <c:pt idx="1532">
                  <c:v>1.0764658927917485</c:v>
                </c:pt>
                <c:pt idx="1533">
                  <c:v>1.0572103786468507</c:v>
                </c:pt>
                <c:pt idx="1534">
                  <c:v>1.0725718975067136</c:v>
                </c:pt>
                <c:pt idx="1535">
                  <c:v>1.0736412334442138</c:v>
                </c:pt>
                <c:pt idx="1536">
                  <c:v>1.103115348815918</c:v>
                </c:pt>
                <c:pt idx="1537">
                  <c:v>1.0881644153594969</c:v>
                </c:pt>
                <c:pt idx="1538">
                  <c:v>1.0755368900299072</c:v>
                </c:pt>
                <c:pt idx="1539">
                  <c:v>1.0678290939331054</c:v>
                </c:pt>
                <c:pt idx="1540">
                  <c:v>1.0820304679870605</c:v>
                </c:pt>
                <c:pt idx="1541">
                  <c:v>1.0963546943664551</c:v>
                </c:pt>
                <c:pt idx="1542">
                  <c:v>1.0893630409240724</c:v>
                </c:pt>
                <c:pt idx="1543">
                  <c:v>1.1137698268890384</c:v>
                </c:pt>
                <c:pt idx="1544">
                  <c:v>1.0579712963104249</c:v>
                </c:pt>
                <c:pt idx="1545">
                  <c:v>1.0737975883483881</c:v>
                </c:pt>
                <c:pt idx="1546">
                  <c:v>1.097095069885254</c:v>
                </c:pt>
                <c:pt idx="1547">
                  <c:v>1.1160342121124267</c:v>
                </c:pt>
                <c:pt idx="1548">
                  <c:v>1.1204645061492919</c:v>
                </c:pt>
                <c:pt idx="1549">
                  <c:v>1.1314902877807618</c:v>
                </c:pt>
                <c:pt idx="1550">
                  <c:v>1.0981678676605227</c:v>
                </c:pt>
                <c:pt idx="1551">
                  <c:v>1.0873267078399658</c:v>
                </c:pt>
                <c:pt idx="1552">
                  <c:v>1.1397623634338376</c:v>
                </c:pt>
                <c:pt idx="1553">
                  <c:v>1.0872316932678221</c:v>
                </c:pt>
                <c:pt idx="1554">
                  <c:v>1.0693434047698973</c:v>
                </c:pt>
                <c:pt idx="1555">
                  <c:v>1.1198879528045653</c:v>
                </c:pt>
                <c:pt idx="1556">
                  <c:v>1.1278305816650389</c:v>
                </c:pt>
                <c:pt idx="1557">
                  <c:v>1.0788467216491699</c:v>
                </c:pt>
                <c:pt idx="1558">
                  <c:v>1.1036188316345212</c:v>
                </c:pt>
                <c:pt idx="1559">
                  <c:v>1.0892940330505372</c:v>
                </c:pt>
                <c:pt idx="1560">
                  <c:v>1.1039279365539549</c:v>
                </c:pt>
                <c:pt idx="1561">
                  <c:v>1.1101807022094727</c:v>
                </c:pt>
                <c:pt idx="1562">
                  <c:v>1.0739094257354735</c:v>
                </c:pt>
                <c:pt idx="1563">
                  <c:v>1.0908975219726562</c:v>
                </c:pt>
                <c:pt idx="1564">
                  <c:v>1.0861822128295902</c:v>
                </c:pt>
                <c:pt idx="1565">
                  <c:v>1.0747071647644042</c:v>
                </c:pt>
                <c:pt idx="1566">
                  <c:v>1.1453558063507081</c:v>
                </c:pt>
                <c:pt idx="1567">
                  <c:v>1.1528321170806883</c:v>
                </c:pt>
                <c:pt idx="1568">
                  <c:v>1.0909113407135009</c:v>
                </c:pt>
                <c:pt idx="1569">
                  <c:v>1.123485460281372</c:v>
                </c:pt>
                <c:pt idx="1570">
                  <c:v>1.1101663684844971</c:v>
                </c:pt>
                <c:pt idx="1571">
                  <c:v>1.1372786808013919</c:v>
                </c:pt>
                <c:pt idx="1572">
                  <c:v>1.1504334926605222</c:v>
                </c:pt>
                <c:pt idx="1573">
                  <c:v>1.1333833408355718</c:v>
                </c:pt>
                <c:pt idx="1574">
                  <c:v>1.1051479053497317</c:v>
                </c:pt>
                <c:pt idx="1575">
                  <c:v>1.1201835250854493</c:v>
                </c:pt>
                <c:pt idx="1576">
                  <c:v>1.1125473690032959</c:v>
                </c:pt>
                <c:pt idx="1577">
                  <c:v>1.1146249580383301</c:v>
                </c:pt>
                <c:pt idx="1578">
                  <c:v>1.1126192092895508</c:v>
                </c:pt>
                <c:pt idx="1579">
                  <c:v>1.1096646308898925</c:v>
                </c:pt>
                <c:pt idx="1580">
                  <c:v>1.1255603885650634</c:v>
                </c:pt>
                <c:pt idx="1581">
                  <c:v>1.1028535652160649</c:v>
                </c:pt>
                <c:pt idx="1582">
                  <c:v>1.0957658100128171</c:v>
                </c:pt>
                <c:pt idx="1583">
                  <c:v>1.0883578491210941</c:v>
                </c:pt>
                <c:pt idx="1584">
                  <c:v>1.1201737403869632</c:v>
                </c:pt>
                <c:pt idx="1585">
                  <c:v>1.0955839920043944</c:v>
                </c:pt>
                <c:pt idx="1586">
                  <c:v>1.1254014587402343</c:v>
                </c:pt>
                <c:pt idx="1587">
                  <c:v>1.1228993511199954</c:v>
                </c:pt>
                <c:pt idx="1588">
                  <c:v>1.1257522201538086</c:v>
                </c:pt>
                <c:pt idx="1589">
                  <c:v>1.1461555194854736</c:v>
                </c:pt>
                <c:pt idx="1590">
                  <c:v>1.1360717868804928</c:v>
                </c:pt>
                <c:pt idx="1591">
                  <c:v>1.1395955944061278</c:v>
                </c:pt>
                <c:pt idx="1592">
                  <c:v>1.1282421970367433</c:v>
                </c:pt>
                <c:pt idx="1593">
                  <c:v>1.1288747406005857</c:v>
                </c:pt>
                <c:pt idx="1594">
                  <c:v>1.115990438461304</c:v>
                </c:pt>
                <c:pt idx="1595">
                  <c:v>1.109682970046997</c:v>
                </c:pt>
                <c:pt idx="1596">
                  <c:v>1.0948045635223389</c:v>
                </c:pt>
                <c:pt idx="1597">
                  <c:v>1.1304703617095946</c:v>
                </c:pt>
                <c:pt idx="1598">
                  <c:v>1.1465243625640866</c:v>
                </c:pt>
                <c:pt idx="1599">
                  <c:v>1.131645040512085</c:v>
                </c:pt>
                <c:pt idx="1600">
                  <c:v>1.1309570503234863</c:v>
                </c:pt>
                <c:pt idx="1601">
                  <c:v>1.1103578567504884</c:v>
                </c:pt>
                <c:pt idx="1602">
                  <c:v>1.0737668895721435</c:v>
                </c:pt>
                <c:pt idx="1603">
                  <c:v>1.1392325592041017</c:v>
                </c:pt>
                <c:pt idx="1604">
                  <c:v>1.1395679283142088</c:v>
                </c:pt>
                <c:pt idx="1605">
                  <c:v>1.1242058372497565</c:v>
                </c:pt>
                <c:pt idx="1606">
                  <c:v>1.1279699707031254</c:v>
                </c:pt>
                <c:pt idx="1607">
                  <c:v>1.1082778072357178</c:v>
                </c:pt>
                <c:pt idx="1608">
                  <c:v>1.1348499584197997</c:v>
                </c:pt>
                <c:pt idx="1609">
                  <c:v>1.1033793067932129</c:v>
                </c:pt>
                <c:pt idx="1610">
                  <c:v>1.104565315246582</c:v>
                </c:pt>
                <c:pt idx="1611">
                  <c:v>1.1012213516235356</c:v>
                </c:pt>
                <c:pt idx="1612">
                  <c:v>1.0962923240661622</c:v>
                </c:pt>
                <c:pt idx="1613">
                  <c:v>1.090557861328125</c:v>
                </c:pt>
                <c:pt idx="1614">
                  <c:v>1.1213131713867186</c:v>
                </c:pt>
                <c:pt idx="1615">
                  <c:v>1.1016701602935794</c:v>
                </c:pt>
                <c:pt idx="1616">
                  <c:v>1.1200736331939696</c:v>
                </c:pt>
                <c:pt idx="1617">
                  <c:v>1.120006542205811</c:v>
                </c:pt>
                <c:pt idx="1618">
                  <c:v>1.1331049060821536</c:v>
                </c:pt>
                <c:pt idx="1619">
                  <c:v>1.1220032215118412</c:v>
                </c:pt>
                <c:pt idx="1620">
                  <c:v>1.1088784503936766</c:v>
                </c:pt>
                <c:pt idx="1621">
                  <c:v>1.1050839042663574</c:v>
                </c:pt>
                <c:pt idx="1622">
                  <c:v>1.0948203563690189</c:v>
                </c:pt>
                <c:pt idx="1623">
                  <c:v>1.1042146396636965</c:v>
                </c:pt>
                <c:pt idx="1624">
                  <c:v>1.1196431922912595</c:v>
                </c:pt>
                <c:pt idx="1625">
                  <c:v>1.1150081634521483</c:v>
                </c:pt>
                <c:pt idx="1626">
                  <c:v>1.1227431392669678</c:v>
                </c:pt>
                <c:pt idx="1627">
                  <c:v>1.0989374256134032</c:v>
                </c:pt>
                <c:pt idx="1628">
                  <c:v>1.1055596637725831</c:v>
                </c:pt>
                <c:pt idx="1629">
                  <c:v>1.09389910697937</c:v>
                </c:pt>
                <c:pt idx="1630">
                  <c:v>1.1308965969085696</c:v>
                </c:pt>
                <c:pt idx="1631">
                  <c:v>1.1257378864288328</c:v>
                </c:pt>
                <c:pt idx="1632">
                  <c:v>1.0909429550170897</c:v>
                </c:pt>
                <c:pt idx="1633">
                  <c:v>1.124816608428955</c:v>
                </c:pt>
                <c:pt idx="1634">
                  <c:v>1.090282859802246</c:v>
                </c:pt>
                <c:pt idx="1635">
                  <c:v>1.1070297145843504</c:v>
                </c:pt>
                <c:pt idx="1636">
                  <c:v>1.1443951034545898</c:v>
                </c:pt>
                <c:pt idx="1637">
                  <c:v>1.0949392318725586</c:v>
                </c:pt>
                <c:pt idx="1638">
                  <c:v>1.1334931755065922</c:v>
                </c:pt>
                <c:pt idx="1639">
                  <c:v>1.0973955059051512</c:v>
                </c:pt>
                <c:pt idx="1640">
                  <c:v>1.1245678138732909</c:v>
                </c:pt>
                <c:pt idx="1641">
                  <c:v>1.1155886363983158</c:v>
                </c:pt>
                <c:pt idx="1642">
                  <c:v>1.1164204788208012</c:v>
                </c:pt>
                <c:pt idx="1643">
                  <c:v>1.1169394397735595</c:v>
                </c:pt>
                <c:pt idx="1644">
                  <c:v>1.0630356788635256</c:v>
                </c:pt>
                <c:pt idx="1645">
                  <c:v>1.0772146797180175</c:v>
                </c:pt>
                <c:pt idx="1646">
                  <c:v>1.0928098583221439</c:v>
                </c:pt>
                <c:pt idx="1647">
                  <c:v>1.1161552047729493</c:v>
                </c:pt>
                <c:pt idx="1648">
                  <c:v>1.0786402893066409</c:v>
                </c:pt>
                <c:pt idx="1649">
                  <c:v>1.1247681140899661</c:v>
                </c:pt>
                <c:pt idx="1650">
                  <c:v>1.1409607887268067</c:v>
                </c:pt>
                <c:pt idx="1651">
                  <c:v>1.1143617439270019</c:v>
                </c:pt>
                <c:pt idx="1652">
                  <c:v>1.1092842006683352</c:v>
                </c:pt>
                <c:pt idx="1653">
                  <c:v>1.06554479598999</c:v>
                </c:pt>
                <c:pt idx="1654">
                  <c:v>1.1214041805267339</c:v>
                </c:pt>
                <c:pt idx="1655">
                  <c:v>1.1474877262115475</c:v>
                </c:pt>
                <c:pt idx="1656">
                  <c:v>1.1213762569427494</c:v>
                </c:pt>
                <c:pt idx="1657">
                  <c:v>1.1308340835571293</c:v>
                </c:pt>
                <c:pt idx="1658">
                  <c:v>1.1016703033447268</c:v>
                </c:pt>
                <c:pt idx="1659">
                  <c:v>1.0918641471862793</c:v>
                </c:pt>
                <c:pt idx="1660">
                  <c:v>1.1211688327789309</c:v>
                </c:pt>
                <c:pt idx="1661">
                  <c:v>1.1060913562774657</c:v>
                </c:pt>
                <c:pt idx="1662">
                  <c:v>1.1129084587097171</c:v>
                </c:pt>
                <c:pt idx="1663">
                  <c:v>1.1055286788940433</c:v>
                </c:pt>
                <c:pt idx="1664">
                  <c:v>1.1344636058807374</c:v>
                </c:pt>
                <c:pt idx="1665">
                  <c:v>1.1084005165100099</c:v>
                </c:pt>
                <c:pt idx="1666">
                  <c:v>1.0446526622772221</c:v>
                </c:pt>
                <c:pt idx="1667">
                  <c:v>1.1247250270843503</c:v>
                </c:pt>
                <c:pt idx="1668">
                  <c:v>1.0894262409210207</c:v>
                </c:pt>
                <c:pt idx="1669">
                  <c:v>1.0811428642272949</c:v>
                </c:pt>
                <c:pt idx="1670">
                  <c:v>1.0962042617797851</c:v>
                </c:pt>
                <c:pt idx="1671">
                  <c:v>1.1011454486846926</c:v>
                </c:pt>
                <c:pt idx="1672">
                  <c:v>1.1134850120544439</c:v>
                </c:pt>
                <c:pt idx="1673">
                  <c:v>1.145420436859131</c:v>
                </c:pt>
                <c:pt idx="1674">
                  <c:v>1.1192781257629394</c:v>
                </c:pt>
                <c:pt idx="1675">
                  <c:v>1.0717064094543456</c:v>
                </c:pt>
                <c:pt idx="1676">
                  <c:v>1.0780016613006596</c:v>
                </c:pt>
                <c:pt idx="1677">
                  <c:v>1.1197682189941405</c:v>
                </c:pt>
                <c:pt idx="1678">
                  <c:v>1.1336446666717528</c:v>
                </c:pt>
                <c:pt idx="1679">
                  <c:v>1.1120288372039797</c:v>
                </c:pt>
                <c:pt idx="1680">
                  <c:v>1.1066184425354006</c:v>
                </c:pt>
                <c:pt idx="1681">
                  <c:v>1.077740077972412</c:v>
                </c:pt>
                <c:pt idx="1682">
                  <c:v>1.0945713615417476</c:v>
                </c:pt>
                <c:pt idx="1683">
                  <c:v>1.118825054168701</c:v>
                </c:pt>
                <c:pt idx="1684">
                  <c:v>1.0659829330444335</c:v>
                </c:pt>
                <c:pt idx="1685">
                  <c:v>1.0889662456512452</c:v>
                </c:pt>
                <c:pt idx="1686">
                  <c:v>1.1016338539123536</c:v>
                </c:pt>
                <c:pt idx="1687">
                  <c:v>1.1252729988098145</c:v>
                </c:pt>
                <c:pt idx="1688">
                  <c:v>1.0863061809539796</c:v>
                </c:pt>
                <c:pt idx="1689">
                  <c:v>1.0752031230926515</c:v>
                </c:pt>
                <c:pt idx="1690">
                  <c:v>1.0932767200469971</c:v>
                </c:pt>
                <c:pt idx="1691">
                  <c:v>1.0982574176788327</c:v>
                </c:pt>
                <c:pt idx="1692">
                  <c:v>1.0563955020904541</c:v>
                </c:pt>
                <c:pt idx="1693">
                  <c:v>1.0831745624542237</c:v>
                </c:pt>
                <c:pt idx="1694">
                  <c:v>1.056246786117554</c:v>
                </c:pt>
                <c:pt idx="1695">
                  <c:v>1.1167677211761475</c:v>
                </c:pt>
                <c:pt idx="1696">
                  <c:v>1.0927474880218508</c:v>
                </c:pt>
                <c:pt idx="1697">
                  <c:v>1.1320422649383544</c:v>
                </c:pt>
                <c:pt idx="1698">
                  <c:v>1.1077025699615481</c:v>
                </c:pt>
                <c:pt idx="1699">
                  <c:v>1.140432815551758</c:v>
                </c:pt>
                <c:pt idx="1700">
                  <c:v>1.1270698928833007</c:v>
                </c:pt>
                <c:pt idx="1701">
                  <c:v>1.1291868782043457</c:v>
                </c:pt>
                <c:pt idx="1702">
                  <c:v>1.0930195140838623</c:v>
                </c:pt>
                <c:pt idx="1703">
                  <c:v>1.0635437393188476</c:v>
                </c:pt>
                <c:pt idx="1704">
                  <c:v>1.1081416225433351</c:v>
                </c:pt>
                <c:pt idx="1705">
                  <c:v>1.13565559387207</c:v>
                </c:pt>
                <c:pt idx="1706">
                  <c:v>1.0970746707916259</c:v>
                </c:pt>
                <c:pt idx="1707">
                  <c:v>1.0842115402221684</c:v>
                </c:pt>
                <c:pt idx="1708">
                  <c:v>1.0807940769195559</c:v>
                </c:pt>
                <c:pt idx="1709">
                  <c:v>1.0642083835601808</c:v>
                </c:pt>
                <c:pt idx="1710">
                  <c:v>1.0652933979034425</c:v>
                </c:pt>
                <c:pt idx="1711">
                  <c:v>1.1433699131011965</c:v>
                </c:pt>
                <c:pt idx="1712">
                  <c:v>1.085758409500122</c:v>
                </c:pt>
                <c:pt idx="1713">
                  <c:v>1.0826186370849611</c:v>
                </c:pt>
                <c:pt idx="1714">
                  <c:v>1.1023868465423583</c:v>
                </c:pt>
                <c:pt idx="1715">
                  <c:v>1.0710550403594969</c:v>
                </c:pt>
                <c:pt idx="1716">
                  <c:v>1.0505574417114258</c:v>
                </c:pt>
                <c:pt idx="1717">
                  <c:v>1.1108898925781254</c:v>
                </c:pt>
                <c:pt idx="1718">
                  <c:v>1.1076286697387694</c:v>
                </c:pt>
                <c:pt idx="1719">
                  <c:v>1.0923556709289555</c:v>
                </c:pt>
                <c:pt idx="1720">
                  <c:v>1.1355578041076662</c:v>
                </c:pt>
                <c:pt idx="1721">
                  <c:v>1.0748808288574219</c:v>
                </c:pt>
                <c:pt idx="1722">
                  <c:v>1.1207367324829101</c:v>
                </c:pt>
                <c:pt idx="1723">
                  <c:v>1.0965945339202883</c:v>
                </c:pt>
                <c:pt idx="1724">
                  <c:v>1.0875531005859373</c:v>
                </c:pt>
                <c:pt idx="1725">
                  <c:v>1.07003454208374</c:v>
                </c:pt>
                <c:pt idx="1726">
                  <c:v>1.0975897407531738</c:v>
                </c:pt>
                <c:pt idx="1727">
                  <c:v>1.11753999710083</c:v>
                </c:pt>
                <c:pt idx="1728">
                  <c:v>1.127225046157837</c:v>
                </c:pt>
                <c:pt idx="1729">
                  <c:v>1.0996164321899418</c:v>
                </c:pt>
                <c:pt idx="1730">
                  <c:v>1.0891683483123775</c:v>
                </c:pt>
                <c:pt idx="1731">
                  <c:v>1.0832494640350336</c:v>
                </c:pt>
                <c:pt idx="1732">
                  <c:v>1.1186214065551761</c:v>
                </c:pt>
                <c:pt idx="1733">
                  <c:v>1.0854921340942378</c:v>
                </c:pt>
                <c:pt idx="1734">
                  <c:v>1.1061825370788574</c:v>
                </c:pt>
                <c:pt idx="1735">
                  <c:v>1.1139302444458008</c:v>
                </c:pt>
                <c:pt idx="1736">
                  <c:v>1.1106321144104001</c:v>
                </c:pt>
                <c:pt idx="1737">
                  <c:v>1.0903940391540528</c:v>
                </c:pt>
                <c:pt idx="1738">
                  <c:v>1.0875046348571782</c:v>
                </c:pt>
                <c:pt idx="1739">
                  <c:v>1.0768543052673341</c:v>
                </c:pt>
                <c:pt idx="1740">
                  <c:v>1.0754985523223881</c:v>
                </c:pt>
                <c:pt idx="1741">
                  <c:v>1.0534321689605715</c:v>
                </c:pt>
                <c:pt idx="1742">
                  <c:v>1.0840289497375488</c:v>
                </c:pt>
                <c:pt idx="1743">
                  <c:v>1.0981583690643311</c:v>
                </c:pt>
                <c:pt idx="1744">
                  <c:v>1.1900996875762944</c:v>
                </c:pt>
                <c:pt idx="1745">
                  <c:v>1.2738277244567877</c:v>
                </c:pt>
                <c:pt idx="1746">
                  <c:v>0.75988967657089235</c:v>
                </c:pt>
                <c:pt idx="1747">
                  <c:v>0.69896946430206297</c:v>
                </c:pt>
                <c:pt idx="1748">
                  <c:v>1.0808360767364507</c:v>
                </c:pt>
                <c:pt idx="1749">
                  <c:v>1.098405561447144</c:v>
                </c:pt>
                <c:pt idx="1750">
                  <c:v>1.1044350528717044</c:v>
                </c:pt>
                <c:pt idx="1751">
                  <c:v>1.0767709064483646</c:v>
                </c:pt>
                <c:pt idx="1752">
                  <c:v>1.098651809692383</c:v>
                </c:pt>
                <c:pt idx="1753">
                  <c:v>1.0808098697662354</c:v>
                </c:pt>
                <c:pt idx="1754">
                  <c:v>1.1027297973632813</c:v>
                </c:pt>
                <c:pt idx="1755">
                  <c:v>1.1194086742401124</c:v>
                </c:pt>
                <c:pt idx="1756">
                  <c:v>1.0931387042999265</c:v>
                </c:pt>
                <c:pt idx="1757">
                  <c:v>1.0781627368927003</c:v>
                </c:pt>
                <c:pt idx="1758">
                  <c:v>1.1164540100097655</c:v>
                </c:pt>
                <c:pt idx="1759">
                  <c:v>1.0858237838745117</c:v>
                </c:pt>
                <c:pt idx="1760">
                  <c:v>1.136741409301758</c:v>
                </c:pt>
                <c:pt idx="1761">
                  <c:v>1.0674816513061518</c:v>
                </c:pt>
                <c:pt idx="1762">
                  <c:v>1.0822276496887211</c:v>
                </c:pt>
                <c:pt idx="1763">
                  <c:v>1.0998699760437007</c:v>
                </c:pt>
                <c:pt idx="1764">
                  <c:v>1.0797198772430421</c:v>
                </c:pt>
                <c:pt idx="1765">
                  <c:v>1.0429202842712404</c:v>
                </c:pt>
                <c:pt idx="1766">
                  <c:v>0.68673148155212405</c:v>
                </c:pt>
                <c:pt idx="1767">
                  <c:v>0.85599081516265874</c:v>
                </c:pt>
                <c:pt idx="1768">
                  <c:v>1.0944276809692386</c:v>
                </c:pt>
                <c:pt idx="1769">
                  <c:v>1.0360302257537837</c:v>
                </c:pt>
                <c:pt idx="1770">
                  <c:v>0.90786407947540315</c:v>
                </c:pt>
                <c:pt idx="1771">
                  <c:v>1.0096671295166013</c:v>
                </c:pt>
                <c:pt idx="1772">
                  <c:v>1.0861125755310059</c:v>
                </c:pt>
                <c:pt idx="1773">
                  <c:v>1.1245441818237309</c:v>
                </c:pt>
                <c:pt idx="1774">
                  <c:v>1.1014333248138428</c:v>
                </c:pt>
                <c:pt idx="1775">
                  <c:v>1.0884109497070311</c:v>
                </c:pt>
                <c:pt idx="1776">
                  <c:v>1.1028586292266847</c:v>
                </c:pt>
                <c:pt idx="1777">
                  <c:v>1.0619526100158689</c:v>
                </c:pt>
                <c:pt idx="1778">
                  <c:v>1.0699450206756591</c:v>
                </c:pt>
                <c:pt idx="1779">
                  <c:v>1.0923687458038327</c:v>
                </c:pt>
                <c:pt idx="1780">
                  <c:v>1.0767928218841556</c:v>
                </c:pt>
                <c:pt idx="1781">
                  <c:v>1.0722076320648195</c:v>
                </c:pt>
                <c:pt idx="1782">
                  <c:v>1.101480503082275</c:v>
                </c:pt>
                <c:pt idx="1783">
                  <c:v>0.82466749191284128</c:v>
                </c:pt>
                <c:pt idx="1784">
                  <c:v>0.39517115592956548</c:v>
                </c:pt>
                <c:pt idx="1785">
                  <c:v>1.07312141418457</c:v>
                </c:pt>
                <c:pt idx="1786">
                  <c:v>1.0850888729095458</c:v>
                </c:pt>
                <c:pt idx="1787">
                  <c:v>1.0789311218261719</c:v>
                </c:pt>
                <c:pt idx="1788">
                  <c:v>1.0661846351623536</c:v>
                </c:pt>
                <c:pt idx="1789">
                  <c:v>1.0662185382843017</c:v>
                </c:pt>
                <c:pt idx="1790">
                  <c:v>1.0828700923919676</c:v>
                </c:pt>
                <c:pt idx="1791">
                  <c:v>1.0804470920562745</c:v>
                </c:pt>
                <c:pt idx="1792">
                  <c:v>1.116062707901001</c:v>
                </c:pt>
                <c:pt idx="1793">
                  <c:v>1.0731878185272221</c:v>
                </c:pt>
                <c:pt idx="1794">
                  <c:v>1.0884664535522461</c:v>
                </c:pt>
                <c:pt idx="1795">
                  <c:v>1.0719888496398926</c:v>
                </c:pt>
                <c:pt idx="1796">
                  <c:v>1.0503980541229248</c:v>
                </c:pt>
                <c:pt idx="1797">
                  <c:v>1.0580216503143305</c:v>
                </c:pt>
                <c:pt idx="1798">
                  <c:v>1.0575459194183352</c:v>
                </c:pt>
                <c:pt idx="1799">
                  <c:v>1.0669994544982913</c:v>
                </c:pt>
                <c:pt idx="1800">
                  <c:v>1.0836731815338134</c:v>
                </c:pt>
                <c:pt idx="1801">
                  <c:v>1.0522296524047856</c:v>
                </c:pt>
                <c:pt idx="1802">
                  <c:v>1.0461542701721194</c:v>
                </c:pt>
                <c:pt idx="1803">
                  <c:v>1.0505986404418945</c:v>
                </c:pt>
                <c:pt idx="1804">
                  <c:v>1.0643072319030762</c:v>
                </c:pt>
                <c:pt idx="1805">
                  <c:v>1.0828099250793457</c:v>
                </c:pt>
                <c:pt idx="1806">
                  <c:v>1.0673968505859379</c:v>
                </c:pt>
                <c:pt idx="1807">
                  <c:v>1.0952670192718508</c:v>
                </c:pt>
                <c:pt idx="1808">
                  <c:v>1.0608309745788573</c:v>
                </c:pt>
                <c:pt idx="1809">
                  <c:v>1.0649989414215089</c:v>
                </c:pt>
                <c:pt idx="1810">
                  <c:v>1.0535151100158693</c:v>
                </c:pt>
                <c:pt idx="1811">
                  <c:v>1.0662330436706542</c:v>
                </c:pt>
                <c:pt idx="1812">
                  <c:v>1.0580891132354735</c:v>
                </c:pt>
                <c:pt idx="1813">
                  <c:v>1.0602237510681152</c:v>
                </c:pt>
                <c:pt idx="1814">
                  <c:v>1.0919445991516108</c:v>
                </c:pt>
                <c:pt idx="1815">
                  <c:v>1.0630999946594242</c:v>
                </c:pt>
                <c:pt idx="1816">
                  <c:v>0.65726896762847919</c:v>
                </c:pt>
                <c:pt idx="1817">
                  <c:v>0.76663739204406711</c:v>
                </c:pt>
                <c:pt idx="1818">
                  <c:v>1.0720124530792239</c:v>
                </c:pt>
                <c:pt idx="1819">
                  <c:v>1.0811124515533448</c:v>
                </c:pt>
                <c:pt idx="1820">
                  <c:v>1.0777143001556395</c:v>
                </c:pt>
                <c:pt idx="1821">
                  <c:v>1.083906412124634</c:v>
                </c:pt>
                <c:pt idx="1822">
                  <c:v>1.0676106548309323</c:v>
                </c:pt>
                <c:pt idx="1823">
                  <c:v>1.038805046081543</c:v>
                </c:pt>
                <c:pt idx="1824">
                  <c:v>1.066627321243286</c:v>
                </c:pt>
                <c:pt idx="1825">
                  <c:v>1.0507321357727046</c:v>
                </c:pt>
                <c:pt idx="1826">
                  <c:v>1.0319778156280521</c:v>
                </c:pt>
                <c:pt idx="1827">
                  <c:v>1.0404425239562993</c:v>
                </c:pt>
                <c:pt idx="1828">
                  <c:v>1.0773847675323485</c:v>
                </c:pt>
                <c:pt idx="1829">
                  <c:v>1.0465506076812745</c:v>
                </c:pt>
                <c:pt idx="1830">
                  <c:v>1.0578660964965825</c:v>
                </c:pt>
                <c:pt idx="1831">
                  <c:v>1.1121393585205084</c:v>
                </c:pt>
                <c:pt idx="1832">
                  <c:v>1.0937381458282471</c:v>
                </c:pt>
                <c:pt idx="1833">
                  <c:v>1.0675395870208744</c:v>
                </c:pt>
                <c:pt idx="1834">
                  <c:v>1.1196716022491457</c:v>
                </c:pt>
                <c:pt idx="1835">
                  <c:v>1.0626948451995852</c:v>
                </c:pt>
                <c:pt idx="1836">
                  <c:v>1.0535091304779052</c:v>
                </c:pt>
                <c:pt idx="1837">
                  <c:v>1.095713768005371</c:v>
                </c:pt>
                <c:pt idx="1838">
                  <c:v>1.0760227203369146</c:v>
                </c:pt>
                <c:pt idx="1839">
                  <c:v>1.0699598979949954</c:v>
                </c:pt>
                <c:pt idx="1840">
                  <c:v>1.0742771244049072</c:v>
                </c:pt>
                <c:pt idx="1841">
                  <c:v>1.0520387935638427</c:v>
                </c:pt>
                <c:pt idx="1842">
                  <c:v>1.0862367725372317</c:v>
                </c:pt>
                <c:pt idx="1843">
                  <c:v>1.106791048049927</c:v>
                </c:pt>
                <c:pt idx="1844">
                  <c:v>1.0688607215881352</c:v>
                </c:pt>
                <c:pt idx="1845">
                  <c:v>1.0827494716644288</c:v>
                </c:pt>
                <c:pt idx="1846">
                  <c:v>1.0697790527343745</c:v>
                </c:pt>
                <c:pt idx="1847">
                  <c:v>1.0516178512573242</c:v>
                </c:pt>
                <c:pt idx="1848">
                  <c:v>1.059742841720581</c:v>
                </c:pt>
                <c:pt idx="1849">
                  <c:v>1.0476367950439456</c:v>
                </c:pt>
                <c:pt idx="1850">
                  <c:v>1.0525744915008546</c:v>
                </c:pt>
                <c:pt idx="1851">
                  <c:v>1.0339074325561524</c:v>
                </c:pt>
                <c:pt idx="1852">
                  <c:v>1.0559201717376714</c:v>
                </c:pt>
                <c:pt idx="1853">
                  <c:v>1.0521457672119143</c:v>
                </c:pt>
                <c:pt idx="1854">
                  <c:v>1.052963705062866</c:v>
                </c:pt>
                <c:pt idx="1855">
                  <c:v>1.0403852176666264</c:v>
                </c:pt>
                <c:pt idx="1856">
                  <c:v>1.0566582012176517</c:v>
                </c:pt>
                <c:pt idx="1857">
                  <c:v>1.0698271465301514</c:v>
                </c:pt>
                <c:pt idx="1858">
                  <c:v>1.0736981105804446</c:v>
                </c:pt>
                <c:pt idx="1859">
                  <c:v>1.046705904006958</c:v>
                </c:pt>
                <c:pt idx="1860">
                  <c:v>1.0738999557495117</c:v>
                </c:pt>
                <c:pt idx="1861">
                  <c:v>1.1031627845764156</c:v>
                </c:pt>
                <c:pt idx="1862">
                  <c:v>1.084891233444214</c:v>
                </c:pt>
                <c:pt idx="1863">
                  <c:v>1.1007692813873291</c:v>
                </c:pt>
                <c:pt idx="1864">
                  <c:v>1.0696968841552736</c:v>
                </c:pt>
                <c:pt idx="1865">
                  <c:v>1.0791960811614989</c:v>
                </c:pt>
                <c:pt idx="1866">
                  <c:v>1.0647919750213624</c:v>
                </c:pt>
                <c:pt idx="1867">
                  <c:v>1.0756459236145024</c:v>
                </c:pt>
                <c:pt idx="1868">
                  <c:v>1.0530723094940182</c:v>
                </c:pt>
                <c:pt idx="1869">
                  <c:v>1.0606682682037354</c:v>
                </c:pt>
                <c:pt idx="1870">
                  <c:v>1.033602333068848</c:v>
                </c:pt>
                <c:pt idx="1871">
                  <c:v>1.044338092803955</c:v>
                </c:pt>
                <c:pt idx="1872">
                  <c:v>1.0756169128417969</c:v>
                </c:pt>
                <c:pt idx="1873">
                  <c:v>1.0315522956848144</c:v>
                </c:pt>
                <c:pt idx="1874">
                  <c:v>1.0537955474853513</c:v>
                </c:pt>
                <c:pt idx="1875">
                  <c:v>1.0518863582611089</c:v>
                </c:pt>
                <c:pt idx="1876">
                  <c:v>1.0346965026855468</c:v>
                </c:pt>
                <c:pt idx="1877">
                  <c:v>1.0391352653503418</c:v>
                </c:pt>
                <c:pt idx="1878">
                  <c:v>1.0637089347839355</c:v>
                </c:pt>
                <c:pt idx="1879">
                  <c:v>1.0750148105621338</c:v>
                </c:pt>
                <c:pt idx="1880">
                  <c:v>1.0857564640045165</c:v>
                </c:pt>
                <c:pt idx="1881">
                  <c:v>1.0511737346649173</c:v>
                </c:pt>
                <c:pt idx="1882">
                  <c:v>1.0086536693572998</c:v>
                </c:pt>
                <c:pt idx="1883">
                  <c:v>0.77775152206420872</c:v>
                </c:pt>
                <c:pt idx="1884">
                  <c:v>0.77061228275299087</c:v>
                </c:pt>
                <c:pt idx="1885">
                  <c:v>0.9420524597167973</c:v>
                </c:pt>
                <c:pt idx="1886">
                  <c:v>1.055311975479126</c:v>
                </c:pt>
                <c:pt idx="1887">
                  <c:v>1.0797193336486814</c:v>
                </c:pt>
                <c:pt idx="1888">
                  <c:v>1.0715818977355953</c:v>
                </c:pt>
                <c:pt idx="1889">
                  <c:v>1.0635117244720462</c:v>
                </c:pt>
                <c:pt idx="1890">
                  <c:v>1.0606827735900881</c:v>
                </c:pt>
                <c:pt idx="1891">
                  <c:v>1.0503637790679932</c:v>
                </c:pt>
                <c:pt idx="1892">
                  <c:v>1.0825623893737797</c:v>
                </c:pt>
                <c:pt idx="1893">
                  <c:v>1.1020035552978518</c:v>
                </c:pt>
                <c:pt idx="1894">
                  <c:v>1.0518399524688724</c:v>
                </c:pt>
                <c:pt idx="1895">
                  <c:v>1.0515286731719975</c:v>
                </c:pt>
                <c:pt idx="1896">
                  <c:v>1.084037160873413</c:v>
                </c:pt>
                <c:pt idx="1897">
                  <c:v>1.0516060924530028</c:v>
                </c:pt>
                <c:pt idx="1898">
                  <c:v>1.0305766582489013</c:v>
                </c:pt>
                <c:pt idx="1899">
                  <c:v>0.82844475746154822</c:v>
                </c:pt>
                <c:pt idx="1900">
                  <c:v>0.74727800846099846</c:v>
                </c:pt>
                <c:pt idx="1901">
                  <c:v>0.80846125602722119</c:v>
                </c:pt>
                <c:pt idx="1902">
                  <c:v>1.0700851821899413</c:v>
                </c:pt>
                <c:pt idx="1903">
                  <c:v>1.0788292694091794</c:v>
                </c:pt>
                <c:pt idx="1904">
                  <c:v>1.0746376991271971</c:v>
                </c:pt>
                <c:pt idx="1905">
                  <c:v>1.0575003433227539</c:v>
                </c:pt>
                <c:pt idx="1906">
                  <c:v>0.99063311576843283</c:v>
                </c:pt>
                <c:pt idx="1907">
                  <c:v>0.96165284156799291</c:v>
                </c:pt>
                <c:pt idx="1908">
                  <c:v>1.0422895717620848</c:v>
                </c:pt>
                <c:pt idx="1909">
                  <c:v>1.0893792343139648</c:v>
                </c:pt>
                <c:pt idx="1910">
                  <c:v>0.99977941989898678</c:v>
                </c:pt>
                <c:pt idx="1911">
                  <c:v>0.9879536533355715</c:v>
                </c:pt>
                <c:pt idx="1912">
                  <c:v>1.0788499259948729</c:v>
                </c:pt>
                <c:pt idx="1913">
                  <c:v>1.08009913444519</c:v>
                </c:pt>
                <c:pt idx="1914">
                  <c:v>1.0596122932434082</c:v>
                </c:pt>
                <c:pt idx="1915">
                  <c:v>1.0799045562744138</c:v>
                </c:pt>
                <c:pt idx="1916">
                  <c:v>1.0690917491912841</c:v>
                </c:pt>
                <c:pt idx="1917">
                  <c:v>1.0591954135894772</c:v>
                </c:pt>
                <c:pt idx="1918">
                  <c:v>1.0802861595153805</c:v>
                </c:pt>
                <c:pt idx="1919">
                  <c:v>1.085333490371704</c:v>
                </c:pt>
                <c:pt idx="1920">
                  <c:v>1.0954298114776613</c:v>
                </c:pt>
                <c:pt idx="1921">
                  <c:v>1.0604053401947018</c:v>
                </c:pt>
                <c:pt idx="1922">
                  <c:v>1.0606857204437254</c:v>
                </c:pt>
                <c:pt idx="1923">
                  <c:v>1.084967908859253</c:v>
                </c:pt>
                <c:pt idx="1924">
                  <c:v>1.06733980178833</c:v>
                </c:pt>
                <c:pt idx="1925">
                  <c:v>1.061793451309204</c:v>
                </c:pt>
                <c:pt idx="1926">
                  <c:v>1.0986555862426759</c:v>
                </c:pt>
                <c:pt idx="1927">
                  <c:v>1.0534985733032227</c:v>
                </c:pt>
                <c:pt idx="1928">
                  <c:v>1.0647362995147702</c:v>
                </c:pt>
                <c:pt idx="1929">
                  <c:v>1.052466344833374</c:v>
                </c:pt>
                <c:pt idx="1930">
                  <c:v>1.0966563320159914</c:v>
                </c:pt>
                <c:pt idx="1931">
                  <c:v>1.0820980453491207</c:v>
                </c:pt>
                <c:pt idx="1932">
                  <c:v>1.0970924949645993</c:v>
                </c:pt>
                <c:pt idx="1933">
                  <c:v>1.0973407173156737</c:v>
                </c:pt>
                <c:pt idx="1934">
                  <c:v>1.1137117481231689</c:v>
                </c:pt>
                <c:pt idx="1935">
                  <c:v>1.100201425552368</c:v>
                </c:pt>
                <c:pt idx="1936">
                  <c:v>1.0598050117492674</c:v>
                </c:pt>
                <c:pt idx="1937">
                  <c:v>1.0697071266174318</c:v>
                </c:pt>
                <c:pt idx="1938">
                  <c:v>1.0731967735290528</c:v>
                </c:pt>
                <c:pt idx="1939">
                  <c:v>1.0508064079284667</c:v>
                </c:pt>
                <c:pt idx="1940">
                  <c:v>1.0933604049682617</c:v>
                </c:pt>
                <c:pt idx="1941">
                  <c:v>1.0964372062683105</c:v>
                </c:pt>
                <c:pt idx="1942">
                  <c:v>1.0719479942321779</c:v>
                </c:pt>
                <c:pt idx="1943">
                  <c:v>1.0705054950714108</c:v>
                </c:pt>
                <c:pt idx="1944">
                  <c:v>1.0948147487640383</c:v>
                </c:pt>
                <c:pt idx="1945">
                  <c:v>1.0523155403137203</c:v>
                </c:pt>
                <c:pt idx="1946">
                  <c:v>1.0592939472198484</c:v>
                </c:pt>
                <c:pt idx="1947">
                  <c:v>1.0930967617034915</c:v>
                </c:pt>
                <c:pt idx="1948">
                  <c:v>1.0488461494445804</c:v>
                </c:pt>
                <c:pt idx="1949">
                  <c:v>1.0744620895385741</c:v>
                </c:pt>
                <c:pt idx="1950">
                  <c:v>1.0509922885894782</c:v>
                </c:pt>
                <c:pt idx="1951">
                  <c:v>1.0809233665466311</c:v>
                </c:pt>
                <c:pt idx="1952">
                  <c:v>1.0771810626983642</c:v>
                </c:pt>
                <c:pt idx="1953">
                  <c:v>1.0754974079132082</c:v>
                </c:pt>
                <c:pt idx="1954">
                  <c:v>1.0719541740417475</c:v>
                </c:pt>
                <c:pt idx="1955">
                  <c:v>1.0569184970855718</c:v>
                </c:pt>
                <c:pt idx="1956">
                  <c:v>1.0867331027984617</c:v>
                </c:pt>
                <c:pt idx="1957">
                  <c:v>1.0860806179046631</c:v>
                </c:pt>
                <c:pt idx="1958">
                  <c:v>1.0740865802764892</c:v>
                </c:pt>
                <c:pt idx="1959">
                  <c:v>1.1240515136718749</c:v>
                </c:pt>
                <c:pt idx="1960">
                  <c:v>1.0607118988037112</c:v>
                </c:pt>
                <c:pt idx="1961">
                  <c:v>1.062116861343384</c:v>
                </c:pt>
                <c:pt idx="1962">
                  <c:v>1.0767821788787841</c:v>
                </c:pt>
                <c:pt idx="1963">
                  <c:v>1.0948183250427244</c:v>
                </c:pt>
                <c:pt idx="1964">
                  <c:v>1.115979766845703</c:v>
                </c:pt>
                <c:pt idx="1965">
                  <c:v>1.0782524299621581</c:v>
                </c:pt>
                <c:pt idx="1966">
                  <c:v>1.053090419769287</c:v>
                </c:pt>
                <c:pt idx="1967">
                  <c:v>1.0999017047882083</c:v>
                </c:pt>
                <c:pt idx="1968">
                  <c:v>1.0604665088653564</c:v>
                </c:pt>
                <c:pt idx="1969">
                  <c:v>1.0461271762847901</c:v>
                </c:pt>
                <c:pt idx="1970">
                  <c:v>1.0498164367675782</c:v>
                </c:pt>
                <c:pt idx="1971">
                  <c:v>1.0702840518951415</c:v>
                </c:pt>
                <c:pt idx="1972">
                  <c:v>1.0985914707183835</c:v>
                </c:pt>
                <c:pt idx="1973">
                  <c:v>1.0584127521514897</c:v>
                </c:pt>
                <c:pt idx="1974">
                  <c:v>1.0530290222167968</c:v>
                </c:pt>
                <c:pt idx="1975">
                  <c:v>1.1112109279632565</c:v>
                </c:pt>
                <c:pt idx="1976">
                  <c:v>1.1368407154083247</c:v>
                </c:pt>
                <c:pt idx="1977">
                  <c:v>1.096671895980835</c:v>
                </c:pt>
                <c:pt idx="1978">
                  <c:v>1.0846580314636234</c:v>
                </c:pt>
                <c:pt idx="1979">
                  <c:v>1.0754570102691652</c:v>
                </c:pt>
                <c:pt idx="1980">
                  <c:v>1.0690456008911136</c:v>
                </c:pt>
                <c:pt idx="1981">
                  <c:v>1.1869804286956789</c:v>
                </c:pt>
                <c:pt idx="1982">
                  <c:v>1.091153469085693</c:v>
                </c:pt>
                <c:pt idx="1983">
                  <c:v>1.0987944602966311</c:v>
                </c:pt>
                <c:pt idx="1984">
                  <c:v>1.102536334991455</c:v>
                </c:pt>
                <c:pt idx="1985">
                  <c:v>1.0889415264129643</c:v>
                </c:pt>
                <c:pt idx="1986">
                  <c:v>1.070707025527954</c:v>
                </c:pt>
                <c:pt idx="1987">
                  <c:v>1.0665693855285641</c:v>
                </c:pt>
                <c:pt idx="1988">
                  <c:v>1.0857738590240478</c:v>
                </c:pt>
                <c:pt idx="1989">
                  <c:v>1.0858678150177001</c:v>
                </c:pt>
                <c:pt idx="1990">
                  <c:v>1.0802705669403079</c:v>
                </c:pt>
                <c:pt idx="1991">
                  <c:v>1.0768146800994869</c:v>
                </c:pt>
                <c:pt idx="1992">
                  <c:v>1.0595641708374024</c:v>
                </c:pt>
                <c:pt idx="1993">
                  <c:v>1.0535159111022949</c:v>
                </c:pt>
                <c:pt idx="1994">
                  <c:v>1.0347376441955565</c:v>
                </c:pt>
                <c:pt idx="1995">
                  <c:v>1.058004655838013</c:v>
                </c:pt>
                <c:pt idx="1996">
                  <c:v>1.0421270656585691</c:v>
                </c:pt>
                <c:pt idx="1997">
                  <c:v>1.0506820964813233</c:v>
                </c:pt>
                <c:pt idx="1998">
                  <c:v>1.0799392890930175</c:v>
                </c:pt>
                <c:pt idx="1999">
                  <c:v>1.0545071697235107</c:v>
                </c:pt>
                <c:pt idx="2000">
                  <c:v>1.0701678943634032</c:v>
                </c:pt>
                <c:pt idx="2001">
                  <c:v>1.0864249706268314</c:v>
                </c:pt>
                <c:pt idx="2002">
                  <c:v>1.0389882659912111</c:v>
                </c:pt>
                <c:pt idx="2003">
                  <c:v>1.0540517520904544</c:v>
                </c:pt>
                <c:pt idx="2004">
                  <c:v>1.0401100158691405</c:v>
                </c:pt>
                <c:pt idx="2005">
                  <c:v>1.037709331512451</c:v>
                </c:pt>
                <c:pt idx="2006">
                  <c:v>1.0543229770660398</c:v>
                </c:pt>
                <c:pt idx="2007">
                  <c:v>1.0774092292785644</c:v>
                </c:pt>
                <c:pt idx="2008">
                  <c:v>1.1115890693664554</c:v>
                </c:pt>
                <c:pt idx="2009">
                  <c:v>1.1171997642517091</c:v>
                </c:pt>
                <c:pt idx="2010">
                  <c:v>1.0651152133941653</c:v>
                </c:pt>
                <c:pt idx="2011">
                  <c:v>1.0813813304901123</c:v>
                </c:pt>
                <c:pt idx="2012">
                  <c:v>1.07790358543396</c:v>
                </c:pt>
                <c:pt idx="2013">
                  <c:v>1.0675400733947755</c:v>
                </c:pt>
                <c:pt idx="2014">
                  <c:v>1.0697936439514162</c:v>
                </c:pt>
                <c:pt idx="2015">
                  <c:v>1.0449448299407962</c:v>
                </c:pt>
                <c:pt idx="2016">
                  <c:v>1.048740463256836</c:v>
                </c:pt>
                <c:pt idx="2017">
                  <c:v>1.0575942420959468</c:v>
                </c:pt>
                <c:pt idx="2018">
                  <c:v>1.0590249824523925</c:v>
                </c:pt>
                <c:pt idx="2019">
                  <c:v>1.081441526412964</c:v>
                </c:pt>
                <c:pt idx="2020">
                  <c:v>1.0358020305633544</c:v>
                </c:pt>
                <c:pt idx="2021">
                  <c:v>1.0491957664489744</c:v>
                </c:pt>
                <c:pt idx="2022">
                  <c:v>1.069366807937622</c:v>
                </c:pt>
                <c:pt idx="2023">
                  <c:v>1.0576908588409422</c:v>
                </c:pt>
                <c:pt idx="2024">
                  <c:v>1.0666171073913577</c:v>
                </c:pt>
                <c:pt idx="2025">
                  <c:v>1.0565565204620364</c:v>
                </c:pt>
                <c:pt idx="2026">
                  <c:v>1.1144235706329348</c:v>
                </c:pt>
                <c:pt idx="2027">
                  <c:v>1.0577708530426022</c:v>
                </c:pt>
                <c:pt idx="2028">
                  <c:v>1.0624744606018062</c:v>
                </c:pt>
                <c:pt idx="2029">
                  <c:v>1.1264275074005126</c:v>
                </c:pt>
                <c:pt idx="2030">
                  <c:v>1.0489965820312499</c:v>
                </c:pt>
                <c:pt idx="2031">
                  <c:v>1.0730162715911868</c:v>
                </c:pt>
                <c:pt idx="2032">
                  <c:v>1.0697387409210204</c:v>
                </c:pt>
                <c:pt idx="2033">
                  <c:v>1.0939403629302973</c:v>
                </c:pt>
                <c:pt idx="2034">
                  <c:v>1.1055919075012206</c:v>
                </c:pt>
                <c:pt idx="2035">
                  <c:v>1.0522831821441647</c:v>
                </c:pt>
                <c:pt idx="2036">
                  <c:v>1.0670214557647706</c:v>
                </c:pt>
                <c:pt idx="2037">
                  <c:v>1.0533160972595217</c:v>
                </c:pt>
                <c:pt idx="2038">
                  <c:v>1.0380667304992675</c:v>
                </c:pt>
                <c:pt idx="2039">
                  <c:v>1.1054553508758544</c:v>
                </c:pt>
                <c:pt idx="2040">
                  <c:v>1.0618001747131349</c:v>
                </c:pt>
                <c:pt idx="2041">
                  <c:v>1.0482728004455564</c:v>
                </c:pt>
                <c:pt idx="2042">
                  <c:v>1.0491533374786377</c:v>
                </c:pt>
                <c:pt idx="2043">
                  <c:v>1.053984088897705</c:v>
                </c:pt>
                <c:pt idx="2044">
                  <c:v>1.0756763935089106</c:v>
                </c:pt>
                <c:pt idx="2045">
                  <c:v>1.0363095188140872</c:v>
                </c:pt>
                <c:pt idx="2046">
                  <c:v>1.0571298694610596</c:v>
                </c:pt>
                <c:pt idx="2047">
                  <c:v>1.0818330287933351</c:v>
                </c:pt>
                <c:pt idx="2048">
                  <c:v>1.095034875869751</c:v>
                </c:pt>
                <c:pt idx="2049">
                  <c:v>1.0794643592834474</c:v>
                </c:pt>
                <c:pt idx="2050">
                  <c:v>1.0774954319000245</c:v>
                </c:pt>
                <c:pt idx="2051">
                  <c:v>1.0751122283935548</c:v>
                </c:pt>
                <c:pt idx="2052">
                  <c:v>1.0543934726715085</c:v>
                </c:pt>
                <c:pt idx="2053">
                  <c:v>1.0489747238159184</c:v>
                </c:pt>
                <c:pt idx="2054">
                  <c:v>1.0868812751770018</c:v>
                </c:pt>
                <c:pt idx="2055">
                  <c:v>1.0533930873870851</c:v>
                </c:pt>
                <c:pt idx="2056">
                  <c:v>1.0779895305633547</c:v>
                </c:pt>
                <c:pt idx="2057">
                  <c:v>1.0809513187408446</c:v>
                </c:pt>
                <c:pt idx="2058">
                  <c:v>1.047766542434692</c:v>
                </c:pt>
                <c:pt idx="2059">
                  <c:v>1.0637904739379882</c:v>
                </c:pt>
                <c:pt idx="2060">
                  <c:v>1.0678815078735351</c:v>
                </c:pt>
                <c:pt idx="2061">
                  <c:v>1.0428828620910648</c:v>
                </c:pt>
                <c:pt idx="2062">
                  <c:v>1.0495388031005861</c:v>
                </c:pt>
                <c:pt idx="2063">
                  <c:v>1.059923086166382</c:v>
                </c:pt>
                <c:pt idx="2064">
                  <c:v>1.0643545532226562</c:v>
                </c:pt>
                <c:pt idx="2065">
                  <c:v>1.062181034088135</c:v>
                </c:pt>
                <c:pt idx="2066">
                  <c:v>1.0968484210968017</c:v>
                </c:pt>
                <c:pt idx="2067">
                  <c:v>1.0509930610656737</c:v>
                </c:pt>
                <c:pt idx="2068">
                  <c:v>1.0979908847808835</c:v>
                </c:pt>
                <c:pt idx="2069">
                  <c:v>1.0548665714263921</c:v>
                </c:pt>
                <c:pt idx="2070">
                  <c:v>1.0462520313262944</c:v>
                </c:pt>
                <c:pt idx="2071">
                  <c:v>1.0725725841522216</c:v>
                </c:pt>
                <c:pt idx="2072">
                  <c:v>1.0502088832855225</c:v>
                </c:pt>
                <c:pt idx="2073">
                  <c:v>1.0585059928894047</c:v>
                </c:pt>
                <c:pt idx="2074">
                  <c:v>1.0420963096618658</c:v>
                </c:pt>
                <c:pt idx="2075">
                  <c:v>1.0354109001159668</c:v>
                </c:pt>
                <c:pt idx="2076">
                  <c:v>1.0694631958007812</c:v>
                </c:pt>
                <c:pt idx="2077">
                  <c:v>1.0771539974212647</c:v>
                </c:pt>
                <c:pt idx="2078">
                  <c:v>1.0737058353424067</c:v>
                </c:pt>
                <c:pt idx="2079">
                  <c:v>1.0706340122222899</c:v>
                </c:pt>
                <c:pt idx="2080">
                  <c:v>1.0995209312438963</c:v>
                </c:pt>
                <c:pt idx="2081">
                  <c:v>1.0960130023956298</c:v>
                </c:pt>
                <c:pt idx="2082">
                  <c:v>1.0820050621032717</c:v>
                </c:pt>
                <c:pt idx="2083">
                  <c:v>1.0576163291931149</c:v>
                </c:pt>
                <c:pt idx="2084">
                  <c:v>1.0827257537841799</c:v>
                </c:pt>
                <c:pt idx="2085">
                  <c:v>1.0609691047668457</c:v>
                </c:pt>
                <c:pt idx="2086">
                  <c:v>1.0519717311859134</c:v>
                </c:pt>
                <c:pt idx="2087">
                  <c:v>1.0495809745788574</c:v>
                </c:pt>
                <c:pt idx="2088">
                  <c:v>1.0462402439117429</c:v>
                </c:pt>
                <c:pt idx="2089">
                  <c:v>1.0565078544616704</c:v>
                </c:pt>
                <c:pt idx="2090">
                  <c:v>1.0574340248107907</c:v>
                </c:pt>
                <c:pt idx="2091">
                  <c:v>1.0518009281158447</c:v>
                </c:pt>
                <c:pt idx="2092">
                  <c:v>1.0402104091644284</c:v>
                </c:pt>
                <c:pt idx="2093">
                  <c:v>1.0633774566650391</c:v>
                </c:pt>
                <c:pt idx="2094">
                  <c:v>1.0633633232116699</c:v>
                </c:pt>
                <c:pt idx="2095">
                  <c:v>1.085395088195801</c:v>
                </c:pt>
                <c:pt idx="2096">
                  <c:v>1.0988283348083498</c:v>
                </c:pt>
                <c:pt idx="2097">
                  <c:v>1.101151857376099</c:v>
                </c:pt>
                <c:pt idx="2098">
                  <c:v>1.0703823280334475</c:v>
                </c:pt>
                <c:pt idx="2099">
                  <c:v>1.0793645954132081</c:v>
                </c:pt>
                <c:pt idx="2100">
                  <c:v>1.0692765426635746</c:v>
                </c:pt>
                <c:pt idx="2101">
                  <c:v>1.0589167785644531</c:v>
                </c:pt>
                <c:pt idx="2102">
                  <c:v>1.0849221897125245</c:v>
                </c:pt>
                <c:pt idx="2103">
                  <c:v>1.0815581130981446</c:v>
                </c:pt>
                <c:pt idx="2104">
                  <c:v>1.1111957645416259</c:v>
                </c:pt>
                <c:pt idx="2105">
                  <c:v>1.0667418479919435</c:v>
                </c:pt>
                <c:pt idx="2106">
                  <c:v>1.0560437965393068</c:v>
                </c:pt>
                <c:pt idx="2107">
                  <c:v>1.0757193946838381</c:v>
                </c:pt>
                <c:pt idx="2108">
                  <c:v>1.0729251194000242</c:v>
                </c:pt>
                <c:pt idx="2109">
                  <c:v>1.056031150817871</c:v>
                </c:pt>
                <c:pt idx="2110">
                  <c:v>1.0416396903991703</c:v>
                </c:pt>
                <c:pt idx="2111">
                  <c:v>1.0277317714691163</c:v>
                </c:pt>
                <c:pt idx="2112">
                  <c:v>1.0769144439697262</c:v>
                </c:pt>
                <c:pt idx="2113">
                  <c:v>1.053683967590332</c:v>
                </c:pt>
                <c:pt idx="2114">
                  <c:v>1.066658248901367</c:v>
                </c:pt>
                <c:pt idx="2115">
                  <c:v>1.0505375003814696</c:v>
                </c:pt>
                <c:pt idx="2116">
                  <c:v>1.0628449916839597</c:v>
                </c:pt>
                <c:pt idx="2117">
                  <c:v>1.0624904537200928</c:v>
                </c:pt>
                <c:pt idx="2118">
                  <c:v>1.0503911304473881</c:v>
                </c:pt>
                <c:pt idx="2119">
                  <c:v>1.0663182449340816</c:v>
                </c:pt>
                <c:pt idx="2120">
                  <c:v>1.0944950580596919</c:v>
                </c:pt>
                <c:pt idx="2121">
                  <c:v>1.0490415287017827</c:v>
                </c:pt>
                <c:pt idx="2122">
                  <c:v>1.0694827079772944</c:v>
                </c:pt>
                <c:pt idx="2123">
                  <c:v>1.0639294624328608</c:v>
                </c:pt>
                <c:pt idx="2124">
                  <c:v>1.0606276988983154</c:v>
                </c:pt>
                <c:pt idx="2125">
                  <c:v>1.0619425106048579</c:v>
                </c:pt>
                <c:pt idx="2126">
                  <c:v>1.0736477279663086</c:v>
                </c:pt>
                <c:pt idx="2127">
                  <c:v>1.0653765106201174</c:v>
                </c:pt>
                <c:pt idx="2128">
                  <c:v>1.0651086330413819</c:v>
                </c:pt>
                <c:pt idx="2129">
                  <c:v>1.0739214420318608</c:v>
                </c:pt>
                <c:pt idx="2130">
                  <c:v>1.0650177383422852</c:v>
                </c:pt>
                <c:pt idx="2131">
                  <c:v>1.0673266124725342</c:v>
                </c:pt>
                <c:pt idx="2132">
                  <c:v>1.0501445102691651</c:v>
                </c:pt>
                <c:pt idx="2133">
                  <c:v>1.0709156513214111</c:v>
                </c:pt>
                <c:pt idx="2134">
                  <c:v>1.0661747074127197</c:v>
                </c:pt>
                <c:pt idx="2135">
                  <c:v>1.0579133319854732</c:v>
                </c:pt>
                <c:pt idx="2136">
                  <c:v>1.0175424671173097</c:v>
                </c:pt>
                <c:pt idx="2137">
                  <c:v>1.0624545764923099</c:v>
                </c:pt>
                <c:pt idx="2138">
                  <c:v>1.0664003276824952</c:v>
                </c:pt>
                <c:pt idx="2139">
                  <c:v>1.0854291343688971</c:v>
                </c:pt>
                <c:pt idx="2140">
                  <c:v>1.0798629856109621</c:v>
                </c:pt>
                <c:pt idx="2141">
                  <c:v>1.0845822143554691</c:v>
                </c:pt>
                <c:pt idx="2142">
                  <c:v>1.0707852745056154</c:v>
                </c:pt>
                <c:pt idx="2143">
                  <c:v>1.0852136993408201</c:v>
                </c:pt>
                <c:pt idx="2144">
                  <c:v>1.1146783447265625</c:v>
                </c:pt>
                <c:pt idx="2145">
                  <c:v>1.091800518035889</c:v>
                </c:pt>
                <c:pt idx="2146">
                  <c:v>1.0792835998535155</c:v>
                </c:pt>
                <c:pt idx="2147">
                  <c:v>1.0589010429382324</c:v>
                </c:pt>
                <c:pt idx="2148">
                  <c:v>1.0745311832427977</c:v>
                </c:pt>
                <c:pt idx="2149">
                  <c:v>1.0578208637237552</c:v>
                </c:pt>
                <c:pt idx="2150">
                  <c:v>1.0838462448120116</c:v>
                </c:pt>
                <c:pt idx="2151">
                  <c:v>1.0333878707885746</c:v>
                </c:pt>
                <c:pt idx="2152">
                  <c:v>0.99440517425537123</c:v>
                </c:pt>
                <c:pt idx="2153">
                  <c:v>1.0131983613967892</c:v>
                </c:pt>
                <c:pt idx="2154">
                  <c:v>1.0756575393676757</c:v>
                </c:pt>
                <c:pt idx="2155">
                  <c:v>1.0814801502227782</c:v>
                </c:pt>
                <c:pt idx="2156">
                  <c:v>1.0934074115753176</c:v>
                </c:pt>
                <c:pt idx="2157">
                  <c:v>1.0705181407928466</c:v>
                </c:pt>
                <c:pt idx="2158">
                  <c:v>1.0768468952178956</c:v>
                </c:pt>
                <c:pt idx="2159">
                  <c:v>1.0692039012908932</c:v>
                </c:pt>
                <c:pt idx="2160">
                  <c:v>1.0530990600585941</c:v>
                </c:pt>
                <c:pt idx="2161">
                  <c:v>1.0506136608123779</c:v>
                </c:pt>
                <c:pt idx="2162">
                  <c:v>0.77805247306823744</c:v>
                </c:pt>
                <c:pt idx="2163">
                  <c:v>0.79113086700439472</c:v>
                </c:pt>
                <c:pt idx="2164">
                  <c:v>0.97686080932617181</c:v>
                </c:pt>
                <c:pt idx="2165">
                  <c:v>0.97860008239746066</c:v>
                </c:pt>
                <c:pt idx="2166">
                  <c:v>0.81096257686615003</c:v>
                </c:pt>
                <c:pt idx="2167">
                  <c:v>0.83050522327423126</c:v>
                </c:pt>
                <c:pt idx="2168">
                  <c:v>0.93502907752990716</c:v>
                </c:pt>
                <c:pt idx="2169">
                  <c:v>1.0170668220520018</c:v>
                </c:pt>
                <c:pt idx="2170">
                  <c:v>1.0258017826080321</c:v>
                </c:pt>
                <c:pt idx="2171">
                  <c:v>1.0289083385467528</c:v>
                </c:pt>
                <c:pt idx="2172">
                  <c:v>0.82604756355285636</c:v>
                </c:pt>
                <c:pt idx="2173">
                  <c:v>0.82685417175292986</c:v>
                </c:pt>
                <c:pt idx="2174">
                  <c:v>1.1069447708129878</c:v>
                </c:pt>
                <c:pt idx="2175">
                  <c:v>1.0840413951873784</c:v>
                </c:pt>
                <c:pt idx="2176">
                  <c:v>1.1191826534271241</c:v>
                </c:pt>
                <c:pt idx="2177">
                  <c:v>1.100377979278564</c:v>
                </c:pt>
                <c:pt idx="2178">
                  <c:v>1.0838817787170412</c:v>
                </c:pt>
                <c:pt idx="2179">
                  <c:v>1.0780522727966313</c:v>
                </c:pt>
                <c:pt idx="2180">
                  <c:v>1.0298933029174804</c:v>
                </c:pt>
                <c:pt idx="2181">
                  <c:v>0.97127836704254167</c:v>
                </c:pt>
                <c:pt idx="2182">
                  <c:v>0.93884413719177218</c:v>
                </c:pt>
                <c:pt idx="2183">
                  <c:v>1.0040113162994384</c:v>
                </c:pt>
                <c:pt idx="2184">
                  <c:v>0.90531322002410897</c:v>
                </c:pt>
                <c:pt idx="2185">
                  <c:v>0.76090413093566844</c:v>
                </c:pt>
                <c:pt idx="2186">
                  <c:v>0.95766838073730487</c:v>
                </c:pt>
                <c:pt idx="2187">
                  <c:v>0.8288725233078007</c:v>
                </c:pt>
                <c:pt idx="2188">
                  <c:v>0.83607496261596681</c:v>
                </c:pt>
                <c:pt idx="2189">
                  <c:v>1.0009698772430424</c:v>
                </c:pt>
                <c:pt idx="2190">
                  <c:v>0.93654109954833975</c:v>
                </c:pt>
                <c:pt idx="2191">
                  <c:v>0.79147842407226565</c:v>
                </c:pt>
                <c:pt idx="2192">
                  <c:v>0.95603573799133301</c:v>
                </c:pt>
                <c:pt idx="2193">
                  <c:v>0.83318068027496361</c:v>
                </c:pt>
                <c:pt idx="2194">
                  <c:v>0.84817640304565445</c:v>
                </c:pt>
                <c:pt idx="2195">
                  <c:v>0.96829914093017577</c:v>
                </c:pt>
                <c:pt idx="2196">
                  <c:v>1.0897953987121582</c:v>
                </c:pt>
                <c:pt idx="2197">
                  <c:v>1.0823384284973143</c:v>
                </c:pt>
                <c:pt idx="2198">
                  <c:v>1.0560370445251466</c:v>
                </c:pt>
                <c:pt idx="2199">
                  <c:v>1.0855901813507078</c:v>
                </c:pt>
                <c:pt idx="2200">
                  <c:v>1.0309170055389401</c:v>
                </c:pt>
                <c:pt idx="2201">
                  <c:v>0.97776872634887735</c:v>
                </c:pt>
                <c:pt idx="2202">
                  <c:v>1.0458114337921145</c:v>
                </c:pt>
                <c:pt idx="2203">
                  <c:v>1.0819846057891849</c:v>
                </c:pt>
                <c:pt idx="2204">
                  <c:v>1.048630886077881</c:v>
                </c:pt>
                <c:pt idx="2205">
                  <c:v>1.0757711219787596</c:v>
                </c:pt>
                <c:pt idx="2206">
                  <c:v>1.0453060054779058</c:v>
                </c:pt>
                <c:pt idx="2207">
                  <c:v>1.0390862560272216</c:v>
                </c:pt>
                <c:pt idx="2208">
                  <c:v>1.0674933242797846</c:v>
                </c:pt>
                <c:pt idx="2209">
                  <c:v>1.0886375141143798</c:v>
                </c:pt>
                <c:pt idx="2210">
                  <c:v>1.0695458507537841</c:v>
                </c:pt>
                <c:pt idx="2211">
                  <c:v>1.0377504158020014</c:v>
                </c:pt>
                <c:pt idx="2212">
                  <c:v>0.95503764152526804</c:v>
                </c:pt>
                <c:pt idx="2213">
                  <c:v>0.9220494461059574</c:v>
                </c:pt>
                <c:pt idx="2214">
                  <c:v>1.0694666862487792</c:v>
                </c:pt>
                <c:pt idx="2215">
                  <c:v>1.0639485740661623</c:v>
                </c:pt>
                <c:pt idx="2216">
                  <c:v>1.0117801094055179</c:v>
                </c:pt>
                <c:pt idx="2217">
                  <c:v>1.0428569984436034</c:v>
                </c:pt>
                <c:pt idx="2218">
                  <c:v>1.0412596321105956</c:v>
                </c:pt>
                <c:pt idx="2219">
                  <c:v>1.0718227672576908</c:v>
                </c:pt>
                <c:pt idx="2220">
                  <c:v>1.0625460720062261</c:v>
                </c:pt>
                <c:pt idx="2221">
                  <c:v>1.0638060951232908</c:v>
                </c:pt>
                <c:pt idx="2222">
                  <c:v>1.0494948005676275</c:v>
                </c:pt>
                <c:pt idx="2223">
                  <c:v>1.0718350982666014</c:v>
                </c:pt>
                <c:pt idx="2224">
                  <c:v>1.0806269359588627</c:v>
                </c:pt>
                <c:pt idx="2225">
                  <c:v>1.093752193450928</c:v>
                </c:pt>
                <c:pt idx="2226">
                  <c:v>1.0755334281921387</c:v>
                </c:pt>
                <c:pt idx="2227">
                  <c:v>1.0817721176147461</c:v>
                </c:pt>
                <c:pt idx="2228">
                  <c:v>1.0836390495300292</c:v>
                </c:pt>
                <c:pt idx="2229">
                  <c:v>1.0857816123962403</c:v>
                </c:pt>
                <c:pt idx="2230">
                  <c:v>1.0768233489990231</c:v>
                </c:pt>
                <c:pt idx="2231">
                  <c:v>1.0807449817657471</c:v>
                </c:pt>
                <c:pt idx="2232">
                  <c:v>1.0850351715087887</c:v>
                </c:pt>
                <c:pt idx="2233">
                  <c:v>1.0577787494659423</c:v>
                </c:pt>
                <c:pt idx="2234">
                  <c:v>1.0587892627716065</c:v>
                </c:pt>
                <c:pt idx="2235">
                  <c:v>1.0541686534881591</c:v>
                </c:pt>
                <c:pt idx="2236">
                  <c:v>1.0682851696014404</c:v>
                </c:pt>
                <c:pt idx="2237">
                  <c:v>1.0551042079925534</c:v>
                </c:pt>
                <c:pt idx="2238">
                  <c:v>1.0676396369934082</c:v>
                </c:pt>
                <c:pt idx="2239">
                  <c:v>1.0774063968658447</c:v>
                </c:pt>
                <c:pt idx="2240">
                  <c:v>1.094876260757446</c:v>
                </c:pt>
                <c:pt idx="2241">
                  <c:v>1.0713552188873285</c:v>
                </c:pt>
                <c:pt idx="2242">
                  <c:v>1.0436297321319579</c:v>
                </c:pt>
                <c:pt idx="2243">
                  <c:v>1.0606693553924555</c:v>
                </c:pt>
                <c:pt idx="2244">
                  <c:v>1.0601405811309814</c:v>
                </c:pt>
                <c:pt idx="2245">
                  <c:v>1.041460819244385</c:v>
                </c:pt>
                <c:pt idx="2246">
                  <c:v>1.0422958660125734</c:v>
                </c:pt>
                <c:pt idx="2247">
                  <c:v>1.0747453308105468</c:v>
                </c:pt>
                <c:pt idx="2248">
                  <c:v>1.0825957775115966</c:v>
                </c:pt>
                <c:pt idx="2249">
                  <c:v>1.0590145969390867</c:v>
                </c:pt>
                <c:pt idx="2250">
                  <c:v>1.0784414005279546</c:v>
                </c:pt>
                <c:pt idx="2251">
                  <c:v>1.0647342395782475</c:v>
                </c:pt>
                <c:pt idx="2252">
                  <c:v>1.0861911964416506</c:v>
                </c:pt>
                <c:pt idx="2253">
                  <c:v>1.0779770851135255</c:v>
                </c:pt>
                <c:pt idx="2254">
                  <c:v>1.0844666576385498</c:v>
                </c:pt>
                <c:pt idx="2255">
                  <c:v>1.0660792922973628</c:v>
                </c:pt>
                <c:pt idx="2256">
                  <c:v>1.0760823440551757</c:v>
                </c:pt>
                <c:pt idx="2257">
                  <c:v>1.0460763931274415</c:v>
                </c:pt>
                <c:pt idx="2258">
                  <c:v>1.0577520275115966</c:v>
                </c:pt>
                <c:pt idx="2259">
                  <c:v>1.0434033393859863</c:v>
                </c:pt>
                <c:pt idx="2260">
                  <c:v>1.0461332988739016</c:v>
                </c:pt>
                <c:pt idx="2261">
                  <c:v>1.0461538410186766</c:v>
                </c:pt>
                <c:pt idx="2262">
                  <c:v>1.0743191242218015</c:v>
                </c:pt>
                <c:pt idx="2263">
                  <c:v>1.0504476356506345</c:v>
                </c:pt>
                <c:pt idx="2264">
                  <c:v>1.1113296318054198</c:v>
                </c:pt>
                <c:pt idx="2265">
                  <c:v>1.0904214191436767</c:v>
                </c:pt>
                <c:pt idx="2266">
                  <c:v>1.0538247585296632</c:v>
                </c:pt>
                <c:pt idx="2267">
                  <c:v>1.0705311298370361</c:v>
                </c:pt>
                <c:pt idx="2268">
                  <c:v>1.0771381187438962</c:v>
                </c:pt>
                <c:pt idx="2269">
                  <c:v>1.0473598194122313</c:v>
                </c:pt>
                <c:pt idx="2270">
                  <c:v>1.0829433059692386</c:v>
                </c:pt>
                <c:pt idx="2271">
                  <c:v>1.0899605655670161</c:v>
                </c:pt>
                <c:pt idx="2272">
                  <c:v>1.082584934234619</c:v>
                </c:pt>
                <c:pt idx="2273">
                  <c:v>1.0658522987365724</c:v>
                </c:pt>
                <c:pt idx="2274">
                  <c:v>1.0533976078033447</c:v>
                </c:pt>
                <c:pt idx="2275">
                  <c:v>1.0657391166687011</c:v>
                </c:pt>
                <c:pt idx="2276">
                  <c:v>1.0536979866027827</c:v>
                </c:pt>
                <c:pt idx="2277">
                  <c:v>1.0590312480926516</c:v>
                </c:pt>
                <c:pt idx="2278">
                  <c:v>1.0510325145721435</c:v>
                </c:pt>
                <c:pt idx="2279">
                  <c:v>1.0559116744995116</c:v>
                </c:pt>
                <c:pt idx="2280">
                  <c:v>1.054706153869629</c:v>
                </c:pt>
                <c:pt idx="2281">
                  <c:v>1.0689787101745605</c:v>
                </c:pt>
                <c:pt idx="2282">
                  <c:v>1.0478219318389892</c:v>
                </c:pt>
                <c:pt idx="2283">
                  <c:v>1.0701455211639403</c:v>
                </c:pt>
                <c:pt idx="2284">
                  <c:v>1.0791274166107176</c:v>
                </c:pt>
                <c:pt idx="2285">
                  <c:v>1.0541872215271</c:v>
                </c:pt>
                <c:pt idx="2286">
                  <c:v>1.0857221317291263</c:v>
                </c:pt>
                <c:pt idx="2287">
                  <c:v>1.0575230026245117</c:v>
                </c:pt>
                <c:pt idx="2288">
                  <c:v>1.0772389411926269</c:v>
                </c:pt>
                <c:pt idx="2289">
                  <c:v>1.1162522220611573</c:v>
                </c:pt>
                <c:pt idx="2290">
                  <c:v>1.0709826850891113</c:v>
                </c:pt>
                <c:pt idx="2291">
                  <c:v>1.0778875350952157</c:v>
                </c:pt>
                <c:pt idx="2292">
                  <c:v>1.1039756298065184</c:v>
                </c:pt>
                <c:pt idx="2293">
                  <c:v>1.0756132793426516</c:v>
                </c:pt>
                <c:pt idx="2294">
                  <c:v>1.0503532505035402</c:v>
                </c:pt>
                <c:pt idx="2295">
                  <c:v>1.0706066322326662</c:v>
                </c:pt>
                <c:pt idx="2296">
                  <c:v>1.045401077270508</c:v>
                </c:pt>
                <c:pt idx="2297">
                  <c:v>1.0882430076599121</c:v>
                </c:pt>
                <c:pt idx="2298">
                  <c:v>1.0602908134460449</c:v>
                </c:pt>
                <c:pt idx="2299">
                  <c:v>1.061261873245239</c:v>
                </c:pt>
                <c:pt idx="2300">
                  <c:v>1.0866347122192386</c:v>
                </c:pt>
                <c:pt idx="2301">
                  <c:v>1.0668673610687258</c:v>
                </c:pt>
                <c:pt idx="2302">
                  <c:v>1.0590001487731935</c:v>
                </c:pt>
                <c:pt idx="2303">
                  <c:v>1.083502435684204</c:v>
                </c:pt>
                <c:pt idx="2304">
                  <c:v>1.05270604133606</c:v>
                </c:pt>
                <c:pt idx="2305">
                  <c:v>1.0809388732910157</c:v>
                </c:pt>
                <c:pt idx="2306">
                  <c:v>1.0950263214111327</c:v>
                </c:pt>
                <c:pt idx="2307">
                  <c:v>1.0551539897918703</c:v>
                </c:pt>
                <c:pt idx="2308">
                  <c:v>1.0588192462921147</c:v>
                </c:pt>
                <c:pt idx="2309">
                  <c:v>1.0529286003112801</c:v>
                </c:pt>
                <c:pt idx="2310">
                  <c:v>1.0617963123321537</c:v>
                </c:pt>
                <c:pt idx="2311">
                  <c:v>1.0646989631652832</c:v>
                </c:pt>
                <c:pt idx="2312">
                  <c:v>1.0837527465820311</c:v>
                </c:pt>
                <c:pt idx="2313">
                  <c:v>1.0887623691558839</c:v>
                </c:pt>
                <c:pt idx="2314">
                  <c:v>1.0788678359985355</c:v>
                </c:pt>
                <c:pt idx="2315">
                  <c:v>1.1070775222778315</c:v>
                </c:pt>
                <c:pt idx="2316">
                  <c:v>1.0659112644195554</c:v>
                </c:pt>
                <c:pt idx="2317">
                  <c:v>1.1033833694458008</c:v>
                </c:pt>
                <c:pt idx="2318">
                  <c:v>1.0679753494262696</c:v>
                </c:pt>
                <c:pt idx="2319">
                  <c:v>1.0766765785217287</c:v>
                </c:pt>
                <c:pt idx="2320">
                  <c:v>1.1033739280700683</c:v>
                </c:pt>
                <c:pt idx="2321">
                  <c:v>1.072507038116455</c:v>
                </c:pt>
                <c:pt idx="2322">
                  <c:v>1.0759559726715087</c:v>
                </c:pt>
                <c:pt idx="2323">
                  <c:v>1.0724477863311768</c:v>
                </c:pt>
                <c:pt idx="2324">
                  <c:v>1.0819804286956789</c:v>
                </c:pt>
                <c:pt idx="2325">
                  <c:v>1.0672440719604492</c:v>
                </c:pt>
                <c:pt idx="2326">
                  <c:v>1.0655326938629153</c:v>
                </c:pt>
                <c:pt idx="2327">
                  <c:v>1.0733817100524905</c:v>
                </c:pt>
                <c:pt idx="2328">
                  <c:v>1.0857180690765378</c:v>
                </c:pt>
                <c:pt idx="2329">
                  <c:v>1.0810297393798829</c:v>
                </c:pt>
                <c:pt idx="2330">
                  <c:v>1.085666170120239</c:v>
                </c:pt>
                <c:pt idx="2331">
                  <c:v>1.0667619037628171</c:v>
                </c:pt>
                <c:pt idx="2332">
                  <c:v>1.0636662197113038</c:v>
                </c:pt>
                <c:pt idx="2333">
                  <c:v>1.056963758468628</c:v>
                </c:pt>
                <c:pt idx="2334">
                  <c:v>1.0586305618286131</c:v>
                </c:pt>
                <c:pt idx="2335">
                  <c:v>1.0401525592803957</c:v>
                </c:pt>
                <c:pt idx="2336">
                  <c:v>1.09480110168457</c:v>
                </c:pt>
                <c:pt idx="2337">
                  <c:v>1.067371816635132</c:v>
                </c:pt>
                <c:pt idx="2338">
                  <c:v>1.0783598041534421</c:v>
                </c:pt>
                <c:pt idx="2339">
                  <c:v>1.0879172801971435</c:v>
                </c:pt>
                <c:pt idx="2340">
                  <c:v>1.0575763893127441</c:v>
                </c:pt>
                <c:pt idx="2341">
                  <c:v>1.064564609527588</c:v>
                </c:pt>
                <c:pt idx="2342">
                  <c:v>1.0668712806701661</c:v>
                </c:pt>
                <c:pt idx="2343">
                  <c:v>1.0554719924926756</c:v>
                </c:pt>
                <c:pt idx="2344">
                  <c:v>1.0517267704010005</c:v>
                </c:pt>
                <c:pt idx="2345">
                  <c:v>1.0981167411804198</c:v>
                </c:pt>
                <c:pt idx="2346">
                  <c:v>1.1190575695037841</c:v>
                </c:pt>
                <c:pt idx="2347">
                  <c:v>1.0694304943084716</c:v>
                </c:pt>
                <c:pt idx="2348">
                  <c:v>1.0706212806701663</c:v>
                </c:pt>
                <c:pt idx="2349">
                  <c:v>1.0767628097534183</c:v>
                </c:pt>
                <c:pt idx="2350">
                  <c:v>1.0586689853668214</c:v>
                </c:pt>
                <c:pt idx="2351">
                  <c:v>1.0540817928314208</c:v>
                </c:pt>
                <c:pt idx="2352">
                  <c:v>1.0428625488281253</c:v>
                </c:pt>
                <c:pt idx="2353">
                  <c:v>1.0567226028442378</c:v>
                </c:pt>
                <c:pt idx="2354">
                  <c:v>1.0623760986328121</c:v>
                </c:pt>
                <c:pt idx="2355">
                  <c:v>1.0489320659637453</c:v>
                </c:pt>
                <c:pt idx="2356">
                  <c:v>1.0536684608459475</c:v>
                </c:pt>
                <c:pt idx="2357">
                  <c:v>1.0591748428344729</c:v>
                </c:pt>
                <c:pt idx="2358">
                  <c:v>1.0539793968200686</c:v>
                </c:pt>
                <c:pt idx="2359">
                  <c:v>1.0701300716400151</c:v>
                </c:pt>
                <c:pt idx="2360">
                  <c:v>1.1026203346252439</c:v>
                </c:pt>
                <c:pt idx="2361">
                  <c:v>1.0546222686767575</c:v>
                </c:pt>
                <c:pt idx="2362">
                  <c:v>1.0710563278198244</c:v>
                </c:pt>
                <c:pt idx="2363">
                  <c:v>1.0859704971313475</c:v>
                </c:pt>
                <c:pt idx="2364">
                  <c:v>1.0604534912109376</c:v>
                </c:pt>
                <c:pt idx="2365">
                  <c:v>1.0871862316131591</c:v>
                </c:pt>
                <c:pt idx="2366">
                  <c:v>1.0731225585937501</c:v>
                </c:pt>
                <c:pt idx="2367">
                  <c:v>1.0581996917724608</c:v>
                </c:pt>
                <c:pt idx="2368">
                  <c:v>1.0691559505462651</c:v>
                </c:pt>
                <c:pt idx="2369">
                  <c:v>1.0790949440002444</c:v>
                </c:pt>
                <c:pt idx="2370">
                  <c:v>1.0858383178710938</c:v>
                </c:pt>
                <c:pt idx="2371">
                  <c:v>1.0930894088745118</c:v>
                </c:pt>
                <c:pt idx="2372">
                  <c:v>1.0775598621368412</c:v>
                </c:pt>
                <c:pt idx="2373">
                  <c:v>1.0991447639465333</c:v>
                </c:pt>
                <c:pt idx="2374">
                  <c:v>1.0629735374450682</c:v>
                </c:pt>
                <c:pt idx="2375">
                  <c:v>1.0569580364227296</c:v>
                </c:pt>
                <c:pt idx="2376">
                  <c:v>1.0573729419708251</c:v>
                </c:pt>
                <c:pt idx="2377">
                  <c:v>1.0738288021087641</c:v>
                </c:pt>
                <c:pt idx="2378">
                  <c:v>1.037133007049561</c:v>
                </c:pt>
                <c:pt idx="2379">
                  <c:v>1.0797667121887202</c:v>
                </c:pt>
                <c:pt idx="2380">
                  <c:v>1.0785302352905277</c:v>
                </c:pt>
                <c:pt idx="2381">
                  <c:v>1.1032713317871092</c:v>
                </c:pt>
                <c:pt idx="2382">
                  <c:v>1.0605072498321533</c:v>
                </c:pt>
                <c:pt idx="2383">
                  <c:v>1.0666366767883304</c:v>
                </c:pt>
                <c:pt idx="2384">
                  <c:v>1.0952034187316895</c:v>
                </c:pt>
                <c:pt idx="2385">
                  <c:v>1.0731046199798584</c:v>
                </c:pt>
                <c:pt idx="2386">
                  <c:v>1.088131370544434</c:v>
                </c:pt>
                <c:pt idx="2387">
                  <c:v>1.1056850624084473</c:v>
                </c:pt>
                <c:pt idx="2388">
                  <c:v>1.0610958194732665</c:v>
                </c:pt>
                <c:pt idx="2389">
                  <c:v>1.1111366271972656</c:v>
                </c:pt>
                <c:pt idx="2390">
                  <c:v>1.0774175548553462</c:v>
                </c:pt>
                <c:pt idx="2391">
                  <c:v>1.0739083099365232</c:v>
                </c:pt>
                <c:pt idx="2392">
                  <c:v>1.1039194965362555</c:v>
                </c:pt>
                <c:pt idx="2393">
                  <c:v>1.0756879806518551</c:v>
                </c:pt>
                <c:pt idx="2394">
                  <c:v>1.0890671253204349</c:v>
                </c:pt>
                <c:pt idx="2395">
                  <c:v>1.1001723289489749</c:v>
                </c:pt>
                <c:pt idx="2396">
                  <c:v>1.0975559234619143</c:v>
                </c:pt>
                <c:pt idx="2397">
                  <c:v>1.0840109252929684</c:v>
                </c:pt>
                <c:pt idx="2398">
                  <c:v>1.0789842796325684</c:v>
                </c:pt>
                <c:pt idx="2399">
                  <c:v>1.0622248077392575</c:v>
                </c:pt>
                <c:pt idx="2400">
                  <c:v>1.0361179733276371</c:v>
                </c:pt>
                <c:pt idx="2401">
                  <c:v>1.0418171882629395</c:v>
                </c:pt>
                <c:pt idx="2402">
                  <c:v>1.0729620838165284</c:v>
                </c:pt>
                <c:pt idx="2403">
                  <c:v>1.056483392715454</c:v>
                </c:pt>
                <c:pt idx="2404">
                  <c:v>1.1139967060089111</c:v>
                </c:pt>
                <c:pt idx="2405">
                  <c:v>1.0984726810455321</c:v>
                </c:pt>
                <c:pt idx="2406">
                  <c:v>1.1036658954620362</c:v>
                </c:pt>
                <c:pt idx="2407">
                  <c:v>1.0766902542114258</c:v>
                </c:pt>
                <c:pt idx="2408">
                  <c:v>1.0639393043518068</c:v>
                </c:pt>
                <c:pt idx="2409">
                  <c:v>1.0665712165832524</c:v>
                </c:pt>
                <c:pt idx="2410">
                  <c:v>1.0947498321533209</c:v>
                </c:pt>
                <c:pt idx="2411">
                  <c:v>1.0712567996978763</c:v>
                </c:pt>
                <c:pt idx="2412">
                  <c:v>1.0798600959777831</c:v>
                </c:pt>
                <c:pt idx="2413">
                  <c:v>1.0628188991546632</c:v>
                </c:pt>
                <c:pt idx="2414">
                  <c:v>1.0712289905548096</c:v>
                </c:pt>
                <c:pt idx="2415">
                  <c:v>1.0879248046874999</c:v>
                </c:pt>
                <c:pt idx="2416">
                  <c:v>1.0518555736541753</c:v>
                </c:pt>
                <c:pt idx="2417">
                  <c:v>1.0974361610412595</c:v>
                </c:pt>
                <c:pt idx="2418">
                  <c:v>1.1024291896820066</c:v>
                </c:pt>
                <c:pt idx="2419">
                  <c:v>1.0595055198669436</c:v>
                </c:pt>
                <c:pt idx="2420">
                  <c:v>1.0404539680480953</c:v>
                </c:pt>
                <c:pt idx="2421">
                  <c:v>1.0593449878692627</c:v>
                </c:pt>
                <c:pt idx="2422">
                  <c:v>1.0820486354827883</c:v>
                </c:pt>
                <c:pt idx="2423">
                  <c:v>1.0622300148010253</c:v>
                </c:pt>
                <c:pt idx="2424">
                  <c:v>1.062445306777954</c:v>
                </c:pt>
                <c:pt idx="2425">
                  <c:v>1.072446527481079</c:v>
                </c:pt>
                <c:pt idx="2426">
                  <c:v>1.0430701732635497</c:v>
                </c:pt>
                <c:pt idx="2427">
                  <c:v>1.0503193473815917</c:v>
                </c:pt>
                <c:pt idx="2428">
                  <c:v>1.0752566528320315</c:v>
                </c:pt>
                <c:pt idx="2429">
                  <c:v>1.0579207706451412</c:v>
                </c:pt>
                <c:pt idx="2430">
                  <c:v>1.0746059417724612</c:v>
                </c:pt>
                <c:pt idx="2431">
                  <c:v>1.0879940986633305</c:v>
                </c:pt>
                <c:pt idx="2432">
                  <c:v>1.0500328445434575</c:v>
                </c:pt>
                <c:pt idx="2433">
                  <c:v>1.0849473667144773</c:v>
                </c:pt>
                <c:pt idx="2434">
                  <c:v>1.1034272289276126</c:v>
                </c:pt>
                <c:pt idx="2435">
                  <c:v>1.0884732341766359</c:v>
                </c:pt>
                <c:pt idx="2436">
                  <c:v>1.0686591053009034</c:v>
                </c:pt>
                <c:pt idx="2437">
                  <c:v>1.065649681091309</c:v>
                </c:pt>
                <c:pt idx="2438">
                  <c:v>1.1217774581909181</c:v>
                </c:pt>
                <c:pt idx="2439">
                  <c:v>1.0873284530639653</c:v>
                </c:pt>
                <c:pt idx="2440">
                  <c:v>1.1265776538848877</c:v>
                </c:pt>
                <c:pt idx="2441">
                  <c:v>0.70689284563064625</c:v>
                </c:pt>
                <c:pt idx="2442">
                  <c:v>0.54400468111038225</c:v>
                </c:pt>
                <c:pt idx="2443">
                  <c:v>0.55423235893249534</c:v>
                </c:pt>
                <c:pt idx="2444">
                  <c:v>0.96657271385192889</c:v>
                </c:pt>
                <c:pt idx="2445">
                  <c:v>1.0543981647491452</c:v>
                </c:pt>
                <c:pt idx="2446">
                  <c:v>1.1014097785949706</c:v>
                </c:pt>
                <c:pt idx="2447">
                  <c:v>1.0813283443450927</c:v>
                </c:pt>
                <c:pt idx="2448">
                  <c:v>1.0502475643157962</c:v>
                </c:pt>
                <c:pt idx="2449">
                  <c:v>1.0932638740539555</c:v>
                </c:pt>
                <c:pt idx="2450">
                  <c:v>1.0558413219451903</c:v>
                </c:pt>
                <c:pt idx="2451">
                  <c:v>1.0672278213500972</c:v>
                </c:pt>
                <c:pt idx="2452">
                  <c:v>1.1024027824401859</c:v>
                </c:pt>
                <c:pt idx="2453">
                  <c:v>1.0743034744262694</c:v>
                </c:pt>
                <c:pt idx="2454">
                  <c:v>1.100412540435791</c:v>
                </c:pt>
                <c:pt idx="2455">
                  <c:v>1.1208901405334475</c:v>
                </c:pt>
                <c:pt idx="2456">
                  <c:v>1.1023083114624024</c:v>
                </c:pt>
                <c:pt idx="2457">
                  <c:v>1.0660576915740967</c:v>
                </c:pt>
                <c:pt idx="2458">
                  <c:v>1.0934999370574954</c:v>
                </c:pt>
                <c:pt idx="2459">
                  <c:v>1.0938292694091798</c:v>
                </c:pt>
                <c:pt idx="2460">
                  <c:v>1.0566667270660401</c:v>
                </c:pt>
                <c:pt idx="2461">
                  <c:v>1.068823757171631</c:v>
                </c:pt>
                <c:pt idx="2462">
                  <c:v>1.1251609039306638</c:v>
                </c:pt>
                <c:pt idx="2463">
                  <c:v>1.1047472476959228</c:v>
                </c:pt>
                <c:pt idx="2464">
                  <c:v>1.0850982284545898</c:v>
                </c:pt>
                <c:pt idx="2465">
                  <c:v>1.0813744354248049</c:v>
                </c:pt>
                <c:pt idx="2466">
                  <c:v>1.0698460578918456</c:v>
                </c:pt>
                <c:pt idx="2467">
                  <c:v>1.0870484447479247</c:v>
                </c:pt>
                <c:pt idx="2468">
                  <c:v>1.0759445571899413</c:v>
                </c:pt>
                <c:pt idx="2469">
                  <c:v>1.054071807861328</c:v>
                </c:pt>
                <c:pt idx="2470">
                  <c:v>1.1355886173248291</c:v>
                </c:pt>
                <c:pt idx="2471">
                  <c:v>1.0734661388397213</c:v>
                </c:pt>
                <c:pt idx="2472">
                  <c:v>1.0589098548889158</c:v>
                </c:pt>
                <c:pt idx="2473">
                  <c:v>1.0815139389038086</c:v>
                </c:pt>
                <c:pt idx="2474">
                  <c:v>1.0818549728393558</c:v>
                </c:pt>
                <c:pt idx="2475">
                  <c:v>1.0754562091827393</c:v>
                </c:pt>
                <c:pt idx="2476">
                  <c:v>1.0988896751403805</c:v>
                </c:pt>
                <c:pt idx="2477">
                  <c:v>1.0830728244781496</c:v>
                </c:pt>
                <c:pt idx="2478">
                  <c:v>1.0549930572509771</c:v>
                </c:pt>
                <c:pt idx="2479">
                  <c:v>0.79071318626403775</c:v>
                </c:pt>
                <c:pt idx="2480">
                  <c:v>0.37384957194328317</c:v>
                </c:pt>
                <c:pt idx="2481">
                  <c:v>0.60199881076812756</c:v>
                </c:pt>
                <c:pt idx="2482">
                  <c:v>1.006523952484131</c:v>
                </c:pt>
                <c:pt idx="2483">
                  <c:v>1.0432096195220948</c:v>
                </c:pt>
                <c:pt idx="2484">
                  <c:v>0.28471921920776355</c:v>
                </c:pt>
                <c:pt idx="2485">
                  <c:v>0</c:v>
                </c:pt>
                <c:pt idx="2486">
                  <c:v>6.1239116191864118E-2</c:v>
                </c:pt>
                <c:pt idx="2487">
                  <c:v>0.72745652675628636</c:v>
                </c:pt>
                <c:pt idx="2488">
                  <c:v>1.0223617172241215</c:v>
                </c:pt>
                <c:pt idx="2489">
                  <c:v>0.87095581054687543</c:v>
                </c:pt>
                <c:pt idx="2490">
                  <c:v>0.5002295494079595</c:v>
                </c:pt>
                <c:pt idx="2491">
                  <c:v>0.62527998447418232</c:v>
                </c:pt>
                <c:pt idx="2492">
                  <c:v>0.94792393684387244</c:v>
                </c:pt>
                <c:pt idx="2493">
                  <c:v>1.0626877212524417</c:v>
                </c:pt>
                <c:pt idx="2494">
                  <c:v>1.0741911792755126</c:v>
                </c:pt>
                <c:pt idx="2495">
                  <c:v>1.068855628967285</c:v>
                </c:pt>
                <c:pt idx="2496">
                  <c:v>1.0734208774566647</c:v>
                </c:pt>
                <c:pt idx="2497">
                  <c:v>1.039032583236694</c:v>
                </c:pt>
                <c:pt idx="2498">
                  <c:v>1.0375980663299555</c:v>
                </c:pt>
                <c:pt idx="2499">
                  <c:v>1.0756666374206543</c:v>
                </c:pt>
                <c:pt idx="2500">
                  <c:v>1.08257025718689</c:v>
                </c:pt>
                <c:pt idx="2501">
                  <c:v>1.0688559150695796</c:v>
                </c:pt>
                <c:pt idx="2502">
                  <c:v>1.0799937057495117</c:v>
                </c:pt>
                <c:pt idx="2503">
                  <c:v>1.0931072044372558</c:v>
                </c:pt>
                <c:pt idx="2504">
                  <c:v>1.0542573165893558</c:v>
                </c:pt>
                <c:pt idx="2505">
                  <c:v>1.0848858833312989</c:v>
                </c:pt>
                <c:pt idx="2506">
                  <c:v>1.0818733406066894</c:v>
                </c:pt>
                <c:pt idx="2507">
                  <c:v>1.0891208553314209</c:v>
                </c:pt>
                <c:pt idx="2508">
                  <c:v>0.89482666969299296</c:v>
                </c:pt>
                <c:pt idx="2509">
                  <c:v>0.60008876323699945</c:v>
                </c:pt>
                <c:pt idx="2510">
                  <c:v>0.6549330711364747</c:v>
                </c:pt>
                <c:pt idx="2511">
                  <c:v>0.77316116809844959</c:v>
                </c:pt>
                <c:pt idx="2512">
                  <c:v>0.46079327344894394</c:v>
                </c:pt>
                <c:pt idx="2513">
                  <c:v>0.71306087493896475</c:v>
                </c:pt>
                <c:pt idx="2514">
                  <c:v>1.071376247406006</c:v>
                </c:pt>
                <c:pt idx="2515">
                  <c:v>1.1049065780639653</c:v>
                </c:pt>
                <c:pt idx="2516">
                  <c:v>1.0893784046173096</c:v>
                </c:pt>
                <c:pt idx="2517">
                  <c:v>1.0898862648010252</c:v>
                </c:pt>
                <c:pt idx="2518">
                  <c:v>1.0575159358978268</c:v>
                </c:pt>
                <c:pt idx="2519">
                  <c:v>1.1146142292022707</c:v>
                </c:pt>
                <c:pt idx="2520">
                  <c:v>1.0706283473968508</c:v>
                </c:pt>
                <c:pt idx="2521">
                  <c:v>1.0437173080444335</c:v>
                </c:pt>
                <c:pt idx="2522">
                  <c:v>1.0464284706115723</c:v>
                </c:pt>
                <c:pt idx="2523">
                  <c:v>1.0854197788238522</c:v>
                </c:pt>
                <c:pt idx="2524">
                  <c:v>1.0610269832611083</c:v>
                </c:pt>
                <c:pt idx="2525">
                  <c:v>1.0761467170715331</c:v>
                </c:pt>
                <c:pt idx="2526">
                  <c:v>1.0533119487762452</c:v>
                </c:pt>
                <c:pt idx="2527">
                  <c:v>1.060172624588013</c:v>
                </c:pt>
                <c:pt idx="2528">
                  <c:v>1.0496739292144772</c:v>
                </c:pt>
                <c:pt idx="2529">
                  <c:v>1.0857575511932369</c:v>
                </c:pt>
                <c:pt idx="2530">
                  <c:v>1.0923962688446049</c:v>
                </c:pt>
                <c:pt idx="2531">
                  <c:v>1.0873387813568114</c:v>
                </c:pt>
                <c:pt idx="2532">
                  <c:v>1.1021443748474118</c:v>
                </c:pt>
                <c:pt idx="2533">
                  <c:v>1.1159758472442627</c:v>
                </c:pt>
                <c:pt idx="2534">
                  <c:v>1.1128688335418702</c:v>
                </c:pt>
                <c:pt idx="2535">
                  <c:v>1.1248968601226803</c:v>
                </c:pt>
                <c:pt idx="2536">
                  <c:v>1.0895143032073977</c:v>
                </c:pt>
                <c:pt idx="2537">
                  <c:v>1.0964049911499021</c:v>
                </c:pt>
                <c:pt idx="2538">
                  <c:v>1.0567465496063237</c:v>
                </c:pt>
                <c:pt idx="2539">
                  <c:v>1.0483581733703617</c:v>
                </c:pt>
                <c:pt idx="2540">
                  <c:v>1.0995155811309814</c:v>
                </c:pt>
                <c:pt idx="2541">
                  <c:v>1.0687638187408444</c:v>
                </c:pt>
                <c:pt idx="2542">
                  <c:v>1.0606182289123538</c:v>
                </c:pt>
                <c:pt idx="2543">
                  <c:v>1.0668709373474121</c:v>
                </c:pt>
                <c:pt idx="2544">
                  <c:v>1.0604467105865478</c:v>
                </c:pt>
                <c:pt idx="2545">
                  <c:v>1.0830610084533689</c:v>
                </c:pt>
                <c:pt idx="2546">
                  <c:v>1.0977922153472894</c:v>
                </c:pt>
                <c:pt idx="2547">
                  <c:v>1.0625184917449952</c:v>
                </c:pt>
                <c:pt idx="2548">
                  <c:v>1.0670558738708498</c:v>
                </c:pt>
                <c:pt idx="2549">
                  <c:v>1.0627214813232424</c:v>
                </c:pt>
                <c:pt idx="2550">
                  <c:v>1.0541303730010985</c:v>
                </c:pt>
                <c:pt idx="2551">
                  <c:v>1.0765838813781734</c:v>
                </c:pt>
                <c:pt idx="2552">
                  <c:v>1.0928619575500489</c:v>
                </c:pt>
                <c:pt idx="2553">
                  <c:v>1.0683322048187258</c:v>
                </c:pt>
                <c:pt idx="2554">
                  <c:v>1.1031185817718507</c:v>
                </c:pt>
                <c:pt idx="2555">
                  <c:v>1.0695298862457276</c:v>
                </c:pt>
                <c:pt idx="2556">
                  <c:v>1.0709751605987547</c:v>
                </c:pt>
                <c:pt idx="2557">
                  <c:v>1.0718523502349857</c:v>
                </c:pt>
                <c:pt idx="2558">
                  <c:v>1.0793133258819581</c:v>
                </c:pt>
                <c:pt idx="2559">
                  <c:v>1.1219021129608153</c:v>
                </c:pt>
                <c:pt idx="2560">
                  <c:v>1.1004490756988528</c:v>
                </c:pt>
                <c:pt idx="2561">
                  <c:v>1.076072759628296</c:v>
                </c:pt>
                <c:pt idx="2562">
                  <c:v>1.0734017086029053</c:v>
                </c:pt>
                <c:pt idx="2563">
                  <c:v>1.058882532119751</c:v>
                </c:pt>
                <c:pt idx="2564">
                  <c:v>1.0495264434814455</c:v>
                </c:pt>
                <c:pt idx="2565">
                  <c:v>1.0809750652313235</c:v>
                </c:pt>
                <c:pt idx="2566">
                  <c:v>1.0863852024078371</c:v>
                </c:pt>
                <c:pt idx="2567">
                  <c:v>1.0932942581176752</c:v>
                </c:pt>
                <c:pt idx="2568">
                  <c:v>1.0997107028961184</c:v>
                </c:pt>
                <c:pt idx="2569">
                  <c:v>1.0520626544952392</c:v>
                </c:pt>
                <c:pt idx="2570">
                  <c:v>1.0832173633575439</c:v>
                </c:pt>
                <c:pt idx="2571">
                  <c:v>1.0859060955047608</c:v>
                </c:pt>
                <c:pt idx="2572">
                  <c:v>1.0744331073760987</c:v>
                </c:pt>
                <c:pt idx="2573">
                  <c:v>1.0587219715118412</c:v>
                </c:pt>
                <c:pt idx="2574">
                  <c:v>1.0594161701202394</c:v>
                </c:pt>
                <c:pt idx="2575">
                  <c:v>1.0553893089294435</c:v>
                </c:pt>
                <c:pt idx="2576">
                  <c:v>1.0889696502685544</c:v>
                </c:pt>
                <c:pt idx="2577">
                  <c:v>1.0971829032897948</c:v>
                </c:pt>
                <c:pt idx="2578">
                  <c:v>1.1135435771942139</c:v>
                </c:pt>
                <c:pt idx="2579">
                  <c:v>1.0549164104461668</c:v>
                </c:pt>
                <c:pt idx="2580">
                  <c:v>1.0723667907714847</c:v>
                </c:pt>
                <c:pt idx="2581">
                  <c:v>1.0585187816619872</c:v>
                </c:pt>
                <c:pt idx="2582">
                  <c:v>0.36366825342178366</c:v>
                </c:pt>
                <c:pt idx="2583">
                  <c:v>0.42159552812576251</c:v>
                </c:pt>
                <c:pt idx="2584">
                  <c:v>0.46253193855285674</c:v>
                </c:pt>
                <c:pt idx="2585">
                  <c:v>0.47553949356079123</c:v>
                </c:pt>
                <c:pt idx="2586">
                  <c:v>0.49242124557495115</c:v>
                </c:pt>
                <c:pt idx="2587">
                  <c:v>0.54368329524993952</c:v>
                </c:pt>
                <c:pt idx="2588">
                  <c:v>0.74783476352691636</c:v>
                </c:pt>
                <c:pt idx="2589">
                  <c:v>1.0909075927734375</c:v>
                </c:pt>
                <c:pt idx="2590">
                  <c:v>1.0823635482788085</c:v>
                </c:pt>
                <c:pt idx="2591">
                  <c:v>1.0681836605072017</c:v>
                </c:pt>
                <c:pt idx="2592">
                  <c:v>1.081082038879394</c:v>
                </c:pt>
                <c:pt idx="2593">
                  <c:v>1.0874021816253667</c:v>
                </c:pt>
                <c:pt idx="2594">
                  <c:v>1.0475166320800782</c:v>
                </c:pt>
                <c:pt idx="2595">
                  <c:v>1.0653534221649172</c:v>
                </c:pt>
                <c:pt idx="2596">
                  <c:v>1.0644118881225586</c:v>
                </c:pt>
                <c:pt idx="2597">
                  <c:v>1.0598662090301514</c:v>
                </c:pt>
                <c:pt idx="2598">
                  <c:v>1.048199129104614</c:v>
                </c:pt>
                <c:pt idx="2599">
                  <c:v>1.0635343551635741</c:v>
                </c:pt>
                <c:pt idx="2600">
                  <c:v>1.1219723510742188</c:v>
                </c:pt>
                <c:pt idx="2601">
                  <c:v>1.1022891139984128</c:v>
                </c:pt>
                <c:pt idx="2602">
                  <c:v>1.1036174392700195</c:v>
                </c:pt>
                <c:pt idx="2603">
                  <c:v>1.0604096603393554</c:v>
                </c:pt>
                <c:pt idx="2604">
                  <c:v>1.0553504848480222</c:v>
                </c:pt>
                <c:pt idx="2605">
                  <c:v>1.0446289443969725</c:v>
                </c:pt>
                <c:pt idx="2606">
                  <c:v>0.52154959201812701</c:v>
                </c:pt>
                <c:pt idx="2607">
                  <c:v>0.96243023872375533</c:v>
                </c:pt>
                <c:pt idx="2608">
                  <c:v>0.90778593063354529</c:v>
                </c:pt>
                <c:pt idx="2609">
                  <c:v>0.99411220550537105</c:v>
                </c:pt>
                <c:pt idx="2610">
                  <c:v>1.0079313182830809</c:v>
                </c:pt>
                <c:pt idx="2611">
                  <c:v>1.032194337844849</c:v>
                </c:pt>
                <c:pt idx="2612">
                  <c:v>1.0419934844970704</c:v>
                </c:pt>
                <c:pt idx="2613">
                  <c:v>0.98076155662536602</c:v>
                </c:pt>
                <c:pt idx="2614">
                  <c:v>0.99338665008544913</c:v>
                </c:pt>
                <c:pt idx="2615">
                  <c:v>1.0694057464599611</c:v>
                </c:pt>
                <c:pt idx="2616">
                  <c:v>0.97457219123840333</c:v>
                </c:pt>
                <c:pt idx="2617">
                  <c:v>1.0478862476348876</c:v>
                </c:pt>
                <c:pt idx="2618">
                  <c:v>1.023913908004761</c:v>
                </c:pt>
                <c:pt idx="2619">
                  <c:v>0.95570142745971676</c:v>
                </c:pt>
                <c:pt idx="2620">
                  <c:v>1.0123325443267821</c:v>
                </c:pt>
                <c:pt idx="2621">
                  <c:v>1.0522763156890871</c:v>
                </c:pt>
                <c:pt idx="2622">
                  <c:v>0.9966717052459716</c:v>
                </c:pt>
                <c:pt idx="2623">
                  <c:v>1.078209171295166</c:v>
                </c:pt>
                <c:pt idx="2624">
                  <c:v>1.0763483905792235</c:v>
                </c:pt>
                <c:pt idx="2625">
                  <c:v>1.0627076339721679</c:v>
                </c:pt>
                <c:pt idx="2626">
                  <c:v>1.0617859554290772</c:v>
                </c:pt>
                <c:pt idx="2627">
                  <c:v>0.93386212348937991</c:v>
                </c:pt>
                <c:pt idx="2628">
                  <c:v>0.58478884220123284</c:v>
                </c:pt>
                <c:pt idx="2629">
                  <c:v>0.62214743614196777</c:v>
                </c:pt>
                <c:pt idx="2630">
                  <c:v>0.60767234802246073</c:v>
                </c:pt>
                <c:pt idx="2631">
                  <c:v>1.0397291278839107</c:v>
                </c:pt>
                <c:pt idx="2632">
                  <c:v>1.0821796703338622</c:v>
                </c:pt>
                <c:pt idx="2633">
                  <c:v>1.0416343688964849</c:v>
                </c:pt>
                <c:pt idx="2634">
                  <c:v>1.0529710578918456</c:v>
                </c:pt>
                <c:pt idx="2635">
                  <c:v>1.0614848041534424</c:v>
                </c:pt>
                <c:pt idx="2636">
                  <c:v>1.0507909011840817</c:v>
                </c:pt>
                <c:pt idx="2637">
                  <c:v>1.1005623149871828</c:v>
                </c:pt>
                <c:pt idx="2638">
                  <c:v>1.0738633346557618</c:v>
                </c:pt>
                <c:pt idx="2639">
                  <c:v>1.0545624732971197</c:v>
                </c:pt>
                <c:pt idx="2640">
                  <c:v>1.0731063652038577</c:v>
                </c:pt>
                <c:pt idx="2641">
                  <c:v>1.055664596557617</c:v>
                </c:pt>
                <c:pt idx="2642">
                  <c:v>1.0610650348663329</c:v>
                </c:pt>
                <c:pt idx="2643">
                  <c:v>1.0768576431274413</c:v>
                </c:pt>
                <c:pt idx="2644">
                  <c:v>1.053839693069458</c:v>
                </c:pt>
                <c:pt idx="2645">
                  <c:v>1.0524803638458256</c:v>
                </c:pt>
                <c:pt idx="2646">
                  <c:v>1.0509183311462404</c:v>
                </c:pt>
                <c:pt idx="2647">
                  <c:v>1.0817237091064456</c:v>
                </c:pt>
                <c:pt idx="2648">
                  <c:v>1.0614146804809574</c:v>
                </c:pt>
                <c:pt idx="2649">
                  <c:v>1.0632356643676757</c:v>
                </c:pt>
                <c:pt idx="2650">
                  <c:v>1.0453848266601562</c:v>
                </c:pt>
                <c:pt idx="2651">
                  <c:v>1.083495397567749</c:v>
                </c:pt>
                <c:pt idx="2652">
                  <c:v>1.0856030559539795</c:v>
                </c:pt>
                <c:pt idx="2653">
                  <c:v>0.79399800539016741</c:v>
                </c:pt>
                <c:pt idx="2654">
                  <c:v>0.63484088659286508</c:v>
                </c:pt>
                <c:pt idx="2655">
                  <c:v>0.85833520889282244</c:v>
                </c:pt>
                <c:pt idx="2656">
                  <c:v>0.73441822528839151</c:v>
                </c:pt>
                <c:pt idx="2657">
                  <c:v>1.003397626876831</c:v>
                </c:pt>
                <c:pt idx="2658">
                  <c:v>1.0702527809143068</c:v>
                </c:pt>
                <c:pt idx="2659">
                  <c:v>1.0866176223754886</c:v>
                </c:pt>
                <c:pt idx="2660">
                  <c:v>1.0953554248809818</c:v>
                </c:pt>
                <c:pt idx="2661">
                  <c:v>1.0825334644317626</c:v>
                </c:pt>
                <c:pt idx="2662">
                  <c:v>1.0604670524597173</c:v>
                </c:pt>
                <c:pt idx="2663">
                  <c:v>1.0582246971130373</c:v>
                </c:pt>
                <c:pt idx="2664">
                  <c:v>1.0914189147949218</c:v>
                </c:pt>
                <c:pt idx="2665">
                  <c:v>1.0833397579193116</c:v>
                </c:pt>
                <c:pt idx="2666">
                  <c:v>1.0531670951843266</c:v>
                </c:pt>
                <c:pt idx="2667">
                  <c:v>1.0676925373077395</c:v>
                </c:pt>
                <c:pt idx="2668">
                  <c:v>1.0362904930114747</c:v>
                </c:pt>
                <c:pt idx="2669">
                  <c:v>1.0666668891906739</c:v>
                </c:pt>
                <c:pt idx="2670">
                  <c:v>1.0931813049316406</c:v>
                </c:pt>
                <c:pt idx="2671">
                  <c:v>1.0822293090820312</c:v>
                </c:pt>
                <c:pt idx="2672">
                  <c:v>1.064364652633667</c:v>
                </c:pt>
                <c:pt idx="2673">
                  <c:v>1.0889091396331789</c:v>
                </c:pt>
                <c:pt idx="2674">
                  <c:v>1.087789621353149</c:v>
                </c:pt>
                <c:pt idx="2675">
                  <c:v>1.0794278812408447</c:v>
                </c:pt>
                <c:pt idx="2676">
                  <c:v>1.0639190483093262</c:v>
                </c:pt>
                <c:pt idx="2677">
                  <c:v>1.0845012187957765</c:v>
                </c:pt>
                <c:pt idx="2678">
                  <c:v>0.9242285013198851</c:v>
                </c:pt>
                <c:pt idx="2679">
                  <c:v>1.0115339756011965</c:v>
                </c:pt>
                <c:pt idx="2680">
                  <c:v>1.1002281475067137</c:v>
                </c:pt>
                <c:pt idx="2681">
                  <c:v>1.0768439769744877</c:v>
                </c:pt>
                <c:pt idx="2682">
                  <c:v>1.0644031333923345</c:v>
                </c:pt>
                <c:pt idx="2683">
                  <c:v>1.064619798660279</c:v>
                </c:pt>
                <c:pt idx="2684">
                  <c:v>1.0637650108337404</c:v>
                </c:pt>
                <c:pt idx="2685">
                  <c:v>1.0764951610565185</c:v>
                </c:pt>
                <c:pt idx="2686">
                  <c:v>1.0607851696014403</c:v>
                </c:pt>
                <c:pt idx="2687">
                  <c:v>1.0951443672180174</c:v>
                </c:pt>
                <c:pt idx="2688">
                  <c:v>1.0527763366699223</c:v>
                </c:pt>
                <c:pt idx="2689">
                  <c:v>1.0987912845611576</c:v>
                </c:pt>
                <c:pt idx="2690">
                  <c:v>1.0648168945312499</c:v>
                </c:pt>
                <c:pt idx="2691">
                  <c:v>1.0723830127716063</c:v>
                </c:pt>
                <c:pt idx="2692">
                  <c:v>1.0753060913085937</c:v>
                </c:pt>
                <c:pt idx="2693">
                  <c:v>1.1090326309204106</c:v>
                </c:pt>
                <c:pt idx="2694">
                  <c:v>1.057535991668701</c:v>
                </c:pt>
                <c:pt idx="2695">
                  <c:v>1.0932445621490479</c:v>
                </c:pt>
                <c:pt idx="2696">
                  <c:v>1.0773498916625974</c:v>
                </c:pt>
                <c:pt idx="2697">
                  <c:v>1.0525215053558348</c:v>
                </c:pt>
                <c:pt idx="2698">
                  <c:v>1.0491890430450443</c:v>
                </c:pt>
                <c:pt idx="2699">
                  <c:v>1.0891936111450191</c:v>
                </c:pt>
                <c:pt idx="2700">
                  <c:v>1.0913018989562993</c:v>
                </c:pt>
                <c:pt idx="2701">
                  <c:v>1.0546089363098139</c:v>
                </c:pt>
                <c:pt idx="2702">
                  <c:v>1.0805286026000975</c:v>
                </c:pt>
                <c:pt idx="2703">
                  <c:v>1.0641538524627689</c:v>
                </c:pt>
                <c:pt idx="2704">
                  <c:v>1.0998280620574952</c:v>
                </c:pt>
                <c:pt idx="2705">
                  <c:v>1.1289323616027835</c:v>
                </c:pt>
                <c:pt idx="2706">
                  <c:v>1.0769604206085204</c:v>
                </c:pt>
                <c:pt idx="2707">
                  <c:v>1.1156518650054934</c:v>
                </c:pt>
                <c:pt idx="2708">
                  <c:v>1.0836946392059326</c:v>
                </c:pt>
                <c:pt idx="2709">
                  <c:v>1.0601572322845458</c:v>
                </c:pt>
                <c:pt idx="2710">
                  <c:v>1.0528444290161132</c:v>
                </c:pt>
                <c:pt idx="2711">
                  <c:v>1.0434319782257078</c:v>
                </c:pt>
                <c:pt idx="2712">
                  <c:v>1.060035037994385</c:v>
                </c:pt>
                <c:pt idx="2713">
                  <c:v>1.05722674369812</c:v>
                </c:pt>
                <c:pt idx="2714">
                  <c:v>1.0560849094390872</c:v>
                </c:pt>
                <c:pt idx="2715">
                  <c:v>1.0583539867401122</c:v>
                </c:pt>
                <c:pt idx="2716">
                  <c:v>1.0877699089050297</c:v>
                </c:pt>
                <c:pt idx="2717">
                  <c:v>1.0623366737365725</c:v>
                </c:pt>
                <c:pt idx="2718">
                  <c:v>1.0758262252807618</c:v>
                </c:pt>
                <c:pt idx="2719">
                  <c:v>1.0699920272827148</c:v>
                </c:pt>
                <c:pt idx="2720">
                  <c:v>1.072889156341553</c:v>
                </c:pt>
                <c:pt idx="2721">
                  <c:v>1.1157629871368409</c:v>
                </c:pt>
                <c:pt idx="2722">
                  <c:v>1.1312364864349365</c:v>
                </c:pt>
                <c:pt idx="2723">
                  <c:v>1.0856765842437746</c:v>
                </c:pt>
                <c:pt idx="2724">
                  <c:v>1.0676634407043457</c:v>
                </c:pt>
                <c:pt idx="2725">
                  <c:v>1.0788917827606206</c:v>
                </c:pt>
                <c:pt idx="2726">
                  <c:v>1.112588481903076</c:v>
                </c:pt>
                <c:pt idx="2727">
                  <c:v>1.0811606025695797</c:v>
                </c:pt>
                <c:pt idx="2728">
                  <c:v>1.1298744964599612</c:v>
                </c:pt>
                <c:pt idx="2729">
                  <c:v>1.1198029804229739</c:v>
                </c:pt>
                <c:pt idx="2730">
                  <c:v>1.1069375324249269</c:v>
                </c:pt>
                <c:pt idx="2731">
                  <c:v>1.1434421539306638</c:v>
                </c:pt>
                <c:pt idx="2732">
                  <c:v>1.0712728500366211</c:v>
                </c:pt>
                <c:pt idx="2733">
                  <c:v>1.0862811470031741</c:v>
                </c:pt>
                <c:pt idx="2734">
                  <c:v>1.0648196411132813</c:v>
                </c:pt>
                <c:pt idx="2735">
                  <c:v>1.0534113979339601</c:v>
                </c:pt>
                <c:pt idx="2736">
                  <c:v>1.0496844291687015</c:v>
                </c:pt>
                <c:pt idx="2737">
                  <c:v>1.068575792312622</c:v>
                </c:pt>
                <c:pt idx="2738">
                  <c:v>1.057133331298828</c:v>
                </c:pt>
                <c:pt idx="2739">
                  <c:v>1.0740639495849607</c:v>
                </c:pt>
                <c:pt idx="2740">
                  <c:v>1.1176973533630368</c:v>
                </c:pt>
                <c:pt idx="2741">
                  <c:v>1.0623854541778563</c:v>
                </c:pt>
                <c:pt idx="2742">
                  <c:v>1.0859233760833744</c:v>
                </c:pt>
                <c:pt idx="2743">
                  <c:v>1.0706207942962651</c:v>
                </c:pt>
                <c:pt idx="2744">
                  <c:v>1.0908206462860106</c:v>
                </c:pt>
                <c:pt idx="2745">
                  <c:v>1.0948916816711425</c:v>
                </c:pt>
                <c:pt idx="2746">
                  <c:v>1.0803104782104496</c:v>
                </c:pt>
                <c:pt idx="2747">
                  <c:v>1.1003896522521974</c:v>
                </c:pt>
                <c:pt idx="2748">
                  <c:v>1.0627296352386477</c:v>
                </c:pt>
                <c:pt idx="2749">
                  <c:v>1.1221616649627686</c:v>
                </c:pt>
                <c:pt idx="2750">
                  <c:v>0.59124418258667033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0.55442293167114254</c:v>
                </c:pt>
                <c:pt idx="2760">
                  <c:v>1.1105550098419188</c:v>
                </c:pt>
                <c:pt idx="2761">
                  <c:v>1.0963364410400391</c:v>
                </c:pt>
                <c:pt idx="2762">
                  <c:v>1.0758485698699951</c:v>
                </c:pt>
                <c:pt idx="2763">
                  <c:v>1.094119062423706</c:v>
                </c:pt>
                <c:pt idx="2764">
                  <c:v>1.0995989799499515</c:v>
                </c:pt>
                <c:pt idx="2765">
                  <c:v>1.1032224655151368</c:v>
                </c:pt>
                <c:pt idx="2766">
                  <c:v>1.0791128253936768</c:v>
                </c:pt>
                <c:pt idx="2767">
                  <c:v>1.0740591430664057</c:v>
                </c:pt>
                <c:pt idx="2768">
                  <c:v>1.0714684867858886</c:v>
                </c:pt>
                <c:pt idx="2769">
                  <c:v>1.0558265876770019</c:v>
                </c:pt>
                <c:pt idx="2770">
                  <c:v>1.0927905178070065</c:v>
                </c:pt>
                <c:pt idx="2771">
                  <c:v>1.09352783203125</c:v>
                </c:pt>
                <c:pt idx="2772">
                  <c:v>1.0600245094299319</c:v>
                </c:pt>
                <c:pt idx="2773">
                  <c:v>1.0431307411193849</c:v>
                </c:pt>
                <c:pt idx="2774">
                  <c:v>1.1009580230712888</c:v>
                </c:pt>
                <c:pt idx="2775">
                  <c:v>1.085200567245483</c:v>
                </c:pt>
                <c:pt idx="2776">
                  <c:v>1.1010608482360837</c:v>
                </c:pt>
                <c:pt idx="2777">
                  <c:v>1.0775134563446045</c:v>
                </c:pt>
                <c:pt idx="2778">
                  <c:v>1.1117467689514162</c:v>
                </c:pt>
                <c:pt idx="2779">
                  <c:v>1.0896210193634033</c:v>
                </c:pt>
                <c:pt idx="2780">
                  <c:v>1.0900408744812016</c:v>
                </c:pt>
                <c:pt idx="2781">
                  <c:v>1.1105671405792235</c:v>
                </c:pt>
                <c:pt idx="2782">
                  <c:v>1.077610101699829</c:v>
                </c:pt>
                <c:pt idx="2783">
                  <c:v>1.0837300300598145</c:v>
                </c:pt>
                <c:pt idx="2784">
                  <c:v>1.0777829933166501</c:v>
                </c:pt>
                <c:pt idx="2785">
                  <c:v>1.0848987579345706</c:v>
                </c:pt>
                <c:pt idx="2786">
                  <c:v>1.0745445156097413</c:v>
                </c:pt>
                <c:pt idx="2787">
                  <c:v>1.0977779388427735</c:v>
                </c:pt>
                <c:pt idx="2788">
                  <c:v>1.0724846363067631</c:v>
                </c:pt>
                <c:pt idx="2789">
                  <c:v>1.0671603012084969</c:v>
                </c:pt>
                <c:pt idx="2790">
                  <c:v>1.0751367759704591</c:v>
                </c:pt>
                <c:pt idx="2791">
                  <c:v>1.0871142196655268</c:v>
                </c:pt>
                <c:pt idx="2792">
                  <c:v>1.0721727275848387</c:v>
                </c:pt>
                <c:pt idx="2793">
                  <c:v>1.09066351890564</c:v>
                </c:pt>
                <c:pt idx="2794">
                  <c:v>1.0636679935455322</c:v>
                </c:pt>
                <c:pt idx="2795">
                  <c:v>1.1201047325134279</c:v>
                </c:pt>
                <c:pt idx="2796">
                  <c:v>1.1046036243438724</c:v>
                </c:pt>
                <c:pt idx="2797">
                  <c:v>0.57537076950073274</c:v>
                </c:pt>
                <c:pt idx="2798">
                  <c:v>0.4583213639259337</c:v>
                </c:pt>
                <c:pt idx="2799">
                  <c:v>0.63333073139190632</c:v>
                </c:pt>
                <c:pt idx="2800">
                  <c:v>0.92904397487640422</c:v>
                </c:pt>
                <c:pt idx="2801">
                  <c:v>1.0903414249420169</c:v>
                </c:pt>
                <c:pt idx="2802">
                  <c:v>1.1013891220092773</c:v>
                </c:pt>
                <c:pt idx="2803">
                  <c:v>1.1128301239013669</c:v>
                </c:pt>
                <c:pt idx="2804">
                  <c:v>1.1134616088867186</c:v>
                </c:pt>
                <c:pt idx="2805">
                  <c:v>1.0754580402374265</c:v>
                </c:pt>
                <c:pt idx="2806">
                  <c:v>1.0609778308868407</c:v>
                </c:pt>
                <c:pt idx="2807">
                  <c:v>1.082792959213257</c:v>
                </c:pt>
                <c:pt idx="2808">
                  <c:v>1.0819104480743407</c:v>
                </c:pt>
                <c:pt idx="2809">
                  <c:v>1.1085176467895508</c:v>
                </c:pt>
                <c:pt idx="2810">
                  <c:v>1.0559808540344238</c:v>
                </c:pt>
                <c:pt idx="2811">
                  <c:v>1.086083536148071</c:v>
                </c:pt>
                <c:pt idx="2812">
                  <c:v>1.0979393005371094</c:v>
                </c:pt>
                <c:pt idx="2813">
                  <c:v>1.0909741115570071</c:v>
                </c:pt>
                <c:pt idx="2814">
                  <c:v>1.0486410427093509</c:v>
                </c:pt>
                <c:pt idx="2815">
                  <c:v>1.0615316677093503</c:v>
                </c:pt>
                <c:pt idx="2816">
                  <c:v>1.0622687530517576</c:v>
                </c:pt>
                <c:pt idx="2817">
                  <c:v>1.1201353740692139</c:v>
                </c:pt>
                <c:pt idx="2818">
                  <c:v>1.070287914276123</c:v>
                </c:pt>
                <c:pt idx="2819">
                  <c:v>1.0882540798187257</c:v>
                </c:pt>
                <c:pt idx="2820">
                  <c:v>1.0360095262527469</c:v>
                </c:pt>
                <c:pt idx="2821">
                  <c:v>0.44737830162048342</c:v>
                </c:pt>
                <c:pt idx="2822">
                  <c:v>0.48501584529876707</c:v>
                </c:pt>
                <c:pt idx="2823">
                  <c:v>0.72315500736236549</c:v>
                </c:pt>
                <c:pt idx="2824">
                  <c:v>0.64863540172576917</c:v>
                </c:pt>
                <c:pt idx="2825">
                  <c:v>1.0195888853073125</c:v>
                </c:pt>
                <c:pt idx="2826">
                  <c:v>1.0814144325256345</c:v>
                </c:pt>
                <c:pt idx="2827">
                  <c:v>1.0799611473083495</c:v>
                </c:pt>
                <c:pt idx="2828">
                  <c:v>1.0972779750823975</c:v>
                </c:pt>
                <c:pt idx="2829">
                  <c:v>1.1099633216857907</c:v>
                </c:pt>
                <c:pt idx="2830">
                  <c:v>1.0770360374450689</c:v>
                </c:pt>
                <c:pt idx="2831">
                  <c:v>1.0612395286560057</c:v>
                </c:pt>
                <c:pt idx="2832">
                  <c:v>1.065130262374878</c:v>
                </c:pt>
                <c:pt idx="2833">
                  <c:v>1.0775803184509281</c:v>
                </c:pt>
                <c:pt idx="2834">
                  <c:v>1.0802253913879394</c:v>
                </c:pt>
                <c:pt idx="2835">
                  <c:v>1.0781167888641354</c:v>
                </c:pt>
                <c:pt idx="2836">
                  <c:v>1.0858122539520259</c:v>
                </c:pt>
                <c:pt idx="2837">
                  <c:v>1.0670827102661133</c:v>
                </c:pt>
                <c:pt idx="2838">
                  <c:v>1.0793236827850341</c:v>
                </c:pt>
                <c:pt idx="2839">
                  <c:v>1.0901607799530029</c:v>
                </c:pt>
                <c:pt idx="2840">
                  <c:v>1.0707631874084473</c:v>
                </c:pt>
                <c:pt idx="2841">
                  <c:v>1.0504774761199955</c:v>
                </c:pt>
                <c:pt idx="2842">
                  <c:v>1.0723858165740967</c:v>
                </c:pt>
                <c:pt idx="2843">
                  <c:v>1.0815632915496829</c:v>
                </c:pt>
                <c:pt idx="2844">
                  <c:v>1.1031198978424073</c:v>
                </c:pt>
                <c:pt idx="2845">
                  <c:v>1.0493725490570069</c:v>
                </c:pt>
                <c:pt idx="2846">
                  <c:v>1.112244186401367</c:v>
                </c:pt>
                <c:pt idx="2847">
                  <c:v>1.0867210006713865</c:v>
                </c:pt>
                <c:pt idx="2848">
                  <c:v>1.040393843650818</c:v>
                </c:pt>
                <c:pt idx="2849">
                  <c:v>1.0838586044311522</c:v>
                </c:pt>
                <c:pt idx="2850">
                  <c:v>1.0859227752685545</c:v>
                </c:pt>
                <c:pt idx="2851">
                  <c:v>1.0661591434478759</c:v>
                </c:pt>
                <c:pt idx="2852">
                  <c:v>1.0689762210845948</c:v>
                </c:pt>
                <c:pt idx="2853">
                  <c:v>1.0723687934875492</c:v>
                </c:pt>
                <c:pt idx="2854">
                  <c:v>1.0907843399047854</c:v>
                </c:pt>
                <c:pt idx="2855">
                  <c:v>1.0780410003662106</c:v>
                </c:pt>
                <c:pt idx="2856">
                  <c:v>1.0743265342712407</c:v>
                </c:pt>
                <c:pt idx="2857">
                  <c:v>1.1204239082336425</c:v>
                </c:pt>
                <c:pt idx="2858">
                  <c:v>1.0874400329589844</c:v>
                </c:pt>
                <c:pt idx="2859">
                  <c:v>1.0694659709930419</c:v>
                </c:pt>
                <c:pt idx="2860">
                  <c:v>1.0670831966400147</c:v>
                </c:pt>
                <c:pt idx="2861">
                  <c:v>1.0713109874725342</c:v>
                </c:pt>
                <c:pt idx="2862">
                  <c:v>1.0871330738067626</c:v>
                </c:pt>
                <c:pt idx="2863">
                  <c:v>1.0524016571044923</c:v>
                </c:pt>
                <c:pt idx="2864">
                  <c:v>1.0686891174316406</c:v>
                </c:pt>
                <c:pt idx="2865">
                  <c:v>1.0708863258361816</c:v>
                </c:pt>
                <c:pt idx="2866">
                  <c:v>1.0557756614685061</c:v>
                </c:pt>
                <c:pt idx="2867">
                  <c:v>1.0931436252593996</c:v>
                </c:pt>
                <c:pt idx="2868">
                  <c:v>1.0502798366546633</c:v>
                </c:pt>
                <c:pt idx="2869">
                  <c:v>1.0755057621002198</c:v>
                </c:pt>
                <c:pt idx="2870">
                  <c:v>1.0635538673400879</c:v>
                </c:pt>
                <c:pt idx="2871">
                  <c:v>1.0746820449829102</c:v>
                </c:pt>
                <c:pt idx="2872">
                  <c:v>1.1024340820312504</c:v>
                </c:pt>
                <c:pt idx="2873">
                  <c:v>1.066972045898438</c:v>
                </c:pt>
                <c:pt idx="2874">
                  <c:v>1.0658852291107181</c:v>
                </c:pt>
                <c:pt idx="2875">
                  <c:v>1.0504994773864749</c:v>
                </c:pt>
                <c:pt idx="2876">
                  <c:v>1.1046010208129882</c:v>
                </c:pt>
                <c:pt idx="2877">
                  <c:v>1.0387989807128906</c:v>
                </c:pt>
                <c:pt idx="2878">
                  <c:v>1.0703804111480715</c:v>
                </c:pt>
                <c:pt idx="2879">
                  <c:v>1.0531336784362797</c:v>
                </c:pt>
                <c:pt idx="2880">
                  <c:v>1.0765647983551028</c:v>
                </c:pt>
                <c:pt idx="2881">
                  <c:v>1.0633507919311522</c:v>
                </c:pt>
                <c:pt idx="2882">
                  <c:v>1.0657619762420654</c:v>
                </c:pt>
                <c:pt idx="2883">
                  <c:v>1.0817709159851079</c:v>
                </c:pt>
                <c:pt idx="2884">
                  <c:v>1.0721916103363034</c:v>
                </c:pt>
                <c:pt idx="2885">
                  <c:v>1.0410920906066889</c:v>
                </c:pt>
                <c:pt idx="2886">
                  <c:v>1.080750389099121</c:v>
                </c:pt>
                <c:pt idx="2887">
                  <c:v>1.1238683223724364</c:v>
                </c:pt>
                <c:pt idx="2888">
                  <c:v>1.1224675369262693</c:v>
                </c:pt>
                <c:pt idx="2889">
                  <c:v>1.0906277275085452</c:v>
                </c:pt>
                <c:pt idx="2890">
                  <c:v>1.0771844100952148</c:v>
                </c:pt>
                <c:pt idx="2891">
                  <c:v>1.0391632175445553</c:v>
                </c:pt>
                <c:pt idx="2892">
                  <c:v>1.0962900638580322</c:v>
                </c:pt>
                <c:pt idx="2893">
                  <c:v>1.0985890960693361</c:v>
                </c:pt>
                <c:pt idx="2894">
                  <c:v>1.0582872390747067</c:v>
                </c:pt>
                <c:pt idx="2895">
                  <c:v>1.0698422527313232</c:v>
                </c:pt>
                <c:pt idx="2896">
                  <c:v>1.0601699638366699</c:v>
                </c:pt>
                <c:pt idx="2897">
                  <c:v>1.0817261123657229</c:v>
                </c:pt>
                <c:pt idx="2898">
                  <c:v>1.0589374637603759</c:v>
                </c:pt>
                <c:pt idx="2899">
                  <c:v>1.0613351726531983</c:v>
                </c:pt>
                <c:pt idx="2900">
                  <c:v>1.0795169734954837</c:v>
                </c:pt>
                <c:pt idx="2901">
                  <c:v>1.1178568267822266</c:v>
                </c:pt>
                <c:pt idx="2902">
                  <c:v>1.0641577434539795</c:v>
                </c:pt>
                <c:pt idx="2903">
                  <c:v>1.0570160007476808</c:v>
                </c:pt>
                <c:pt idx="2904">
                  <c:v>1.0587211704254151</c:v>
                </c:pt>
                <c:pt idx="2905">
                  <c:v>1.0459342288970948</c:v>
                </c:pt>
                <c:pt idx="2906">
                  <c:v>1.0492246913909913</c:v>
                </c:pt>
                <c:pt idx="2907">
                  <c:v>1.0847200012207034</c:v>
                </c:pt>
                <c:pt idx="2908">
                  <c:v>1.0755275917053224</c:v>
                </c:pt>
                <c:pt idx="2909">
                  <c:v>1.0653320789337157</c:v>
                </c:pt>
                <c:pt idx="2910">
                  <c:v>1.07053539276123</c:v>
                </c:pt>
                <c:pt idx="2911">
                  <c:v>1.0721094131469726</c:v>
                </c:pt>
                <c:pt idx="2912">
                  <c:v>1.0959714126586919</c:v>
                </c:pt>
                <c:pt idx="2913">
                  <c:v>1.0901411819458007</c:v>
                </c:pt>
                <c:pt idx="2914">
                  <c:v>1.0934706687927243</c:v>
                </c:pt>
                <c:pt idx="2915">
                  <c:v>1.0932642745971684</c:v>
                </c:pt>
                <c:pt idx="2916">
                  <c:v>1.1181583786010743</c:v>
                </c:pt>
                <c:pt idx="2917">
                  <c:v>1.1394087696075439</c:v>
                </c:pt>
                <c:pt idx="2918">
                  <c:v>1.1662605857849122</c:v>
                </c:pt>
                <c:pt idx="2919">
                  <c:v>1.1431335926055908</c:v>
                </c:pt>
                <c:pt idx="2920">
                  <c:v>1.1406806087493897</c:v>
                </c:pt>
                <c:pt idx="2921">
                  <c:v>1.0871924209594732</c:v>
                </c:pt>
                <c:pt idx="2922">
                  <c:v>1.1094796657562258</c:v>
                </c:pt>
                <c:pt idx="2923">
                  <c:v>1.1036708450317383</c:v>
                </c:pt>
                <c:pt idx="2924">
                  <c:v>1.0680265331268306</c:v>
                </c:pt>
                <c:pt idx="2925">
                  <c:v>1.0926430606842041</c:v>
                </c:pt>
                <c:pt idx="2926">
                  <c:v>1.0753069782257081</c:v>
                </c:pt>
                <c:pt idx="2927">
                  <c:v>1.082129774093628</c:v>
                </c:pt>
                <c:pt idx="2928">
                  <c:v>1.0536413097381592</c:v>
                </c:pt>
                <c:pt idx="2929">
                  <c:v>1.0521055412292479</c:v>
                </c:pt>
                <c:pt idx="2930">
                  <c:v>1.0516827106475832</c:v>
                </c:pt>
                <c:pt idx="2931">
                  <c:v>1.0612359237670901</c:v>
                </c:pt>
                <c:pt idx="2932">
                  <c:v>1.0736068153381348</c:v>
                </c:pt>
                <c:pt idx="2933">
                  <c:v>1.0666823959350586</c:v>
                </c:pt>
                <c:pt idx="2934">
                  <c:v>1.0752751350402832</c:v>
                </c:pt>
                <c:pt idx="2935">
                  <c:v>1.0671461677551273</c:v>
                </c:pt>
                <c:pt idx="2936">
                  <c:v>1.0852611351013186</c:v>
                </c:pt>
                <c:pt idx="2937">
                  <c:v>1.077995767593384</c:v>
                </c:pt>
                <c:pt idx="2938">
                  <c:v>1.0832354736328129</c:v>
                </c:pt>
                <c:pt idx="2939">
                  <c:v>1.0642866611480715</c:v>
                </c:pt>
                <c:pt idx="2940">
                  <c:v>1.0621125984191895</c:v>
                </c:pt>
                <c:pt idx="2941">
                  <c:v>1.2556892681121827</c:v>
                </c:pt>
                <c:pt idx="2942">
                  <c:v>1.1917082834243777</c:v>
                </c:pt>
                <c:pt idx="2943">
                  <c:v>0.98195320129394548</c:v>
                </c:pt>
                <c:pt idx="2944">
                  <c:v>1.0659771251678467</c:v>
                </c:pt>
                <c:pt idx="2945">
                  <c:v>1.0786469936370846</c:v>
                </c:pt>
                <c:pt idx="2946">
                  <c:v>1.1118357181549072</c:v>
                </c:pt>
                <c:pt idx="2947">
                  <c:v>1.089308996200562</c:v>
                </c:pt>
                <c:pt idx="2948">
                  <c:v>1.0809274864196774</c:v>
                </c:pt>
                <c:pt idx="2949">
                  <c:v>1.1059654140472415</c:v>
                </c:pt>
                <c:pt idx="2950">
                  <c:v>1.0944047641754149</c:v>
                </c:pt>
                <c:pt idx="2951">
                  <c:v>1.0773072338104244</c:v>
                </c:pt>
                <c:pt idx="2952">
                  <c:v>1.1030365562438966</c:v>
                </c:pt>
                <c:pt idx="2953">
                  <c:v>1.0624853610992433</c:v>
                </c:pt>
                <c:pt idx="2954">
                  <c:v>1.094196367263794</c:v>
                </c:pt>
                <c:pt idx="2955">
                  <c:v>1.0949738788604739</c:v>
                </c:pt>
                <c:pt idx="2956">
                  <c:v>1.0646602535247807</c:v>
                </c:pt>
                <c:pt idx="2957">
                  <c:v>1.0551434040069578</c:v>
                </c:pt>
                <c:pt idx="2958">
                  <c:v>1.0539996814727788</c:v>
                </c:pt>
                <c:pt idx="2959">
                  <c:v>1.0735368633270266</c:v>
                </c:pt>
                <c:pt idx="2960">
                  <c:v>1.0679455375671387</c:v>
                </c:pt>
                <c:pt idx="2961">
                  <c:v>1.1163941574096683</c:v>
                </c:pt>
                <c:pt idx="2962">
                  <c:v>1.0545759487152102</c:v>
                </c:pt>
                <c:pt idx="2963">
                  <c:v>1.0777438831329345</c:v>
                </c:pt>
                <c:pt idx="2964">
                  <c:v>1.0849350929260253</c:v>
                </c:pt>
                <c:pt idx="2965">
                  <c:v>1.0782017612457278</c:v>
                </c:pt>
                <c:pt idx="2966">
                  <c:v>1.0566460418701173</c:v>
                </c:pt>
                <c:pt idx="2967">
                  <c:v>1.0765976142883296</c:v>
                </c:pt>
                <c:pt idx="2968">
                  <c:v>1.123450040817261</c:v>
                </c:pt>
                <c:pt idx="2969">
                  <c:v>1.0640670776367187</c:v>
                </c:pt>
                <c:pt idx="2970">
                  <c:v>1.0646130466461179</c:v>
                </c:pt>
                <c:pt idx="2971">
                  <c:v>1.109713897705078</c:v>
                </c:pt>
                <c:pt idx="2972">
                  <c:v>1.0658899497985841</c:v>
                </c:pt>
                <c:pt idx="2973">
                  <c:v>1.0820621109008783</c:v>
                </c:pt>
                <c:pt idx="2974">
                  <c:v>1.0449398231506346</c:v>
                </c:pt>
                <c:pt idx="2975">
                  <c:v>1.0777865409851077</c:v>
                </c:pt>
                <c:pt idx="2976">
                  <c:v>1.0770900821685792</c:v>
                </c:pt>
                <c:pt idx="2977">
                  <c:v>1.0646310424804688</c:v>
                </c:pt>
                <c:pt idx="2978">
                  <c:v>1.0517851352691652</c:v>
                </c:pt>
                <c:pt idx="2979">
                  <c:v>1.0836934375762939</c:v>
                </c:pt>
                <c:pt idx="2980">
                  <c:v>1.0751166343688967</c:v>
                </c:pt>
                <c:pt idx="2981">
                  <c:v>1.0812342739105227</c:v>
                </c:pt>
                <c:pt idx="2982">
                  <c:v>1.0557359790802001</c:v>
                </c:pt>
                <c:pt idx="2983">
                  <c:v>1.0780781364440917</c:v>
                </c:pt>
                <c:pt idx="2984">
                  <c:v>1.0901966571807862</c:v>
                </c:pt>
                <c:pt idx="2985">
                  <c:v>1.0713725566864014</c:v>
                </c:pt>
                <c:pt idx="2986">
                  <c:v>1.0934866905212399</c:v>
                </c:pt>
                <c:pt idx="2987">
                  <c:v>1.1097988128662106</c:v>
                </c:pt>
                <c:pt idx="2988">
                  <c:v>1.0930803394317627</c:v>
                </c:pt>
                <c:pt idx="2989">
                  <c:v>1.0407971477508546</c:v>
                </c:pt>
                <c:pt idx="2990">
                  <c:v>1.1385469722747803</c:v>
                </c:pt>
                <c:pt idx="2991">
                  <c:v>1.0926037788391112</c:v>
                </c:pt>
                <c:pt idx="2992">
                  <c:v>1.1405215644836422</c:v>
                </c:pt>
                <c:pt idx="2993">
                  <c:v>1.1006596469879149</c:v>
                </c:pt>
                <c:pt idx="2994">
                  <c:v>1.0942947292327883</c:v>
                </c:pt>
                <c:pt idx="2995">
                  <c:v>1.1029878902435306</c:v>
                </c:pt>
                <c:pt idx="2996">
                  <c:v>1.0707889366149903</c:v>
                </c:pt>
                <c:pt idx="2997">
                  <c:v>1.067380743026733</c:v>
                </c:pt>
                <c:pt idx="2998">
                  <c:v>1.0634590530395507</c:v>
                </c:pt>
                <c:pt idx="2999">
                  <c:v>1.0697841453552248</c:v>
                </c:pt>
                <c:pt idx="3000">
                  <c:v>1.0762789249420166</c:v>
                </c:pt>
                <c:pt idx="3001">
                  <c:v>1.0839317893981935</c:v>
                </c:pt>
                <c:pt idx="3002">
                  <c:v>1.1010801601409914</c:v>
                </c:pt>
                <c:pt idx="3003">
                  <c:v>1.1061164188385013</c:v>
                </c:pt>
                <c:pt idx="3004">
                  <c:v>1.099272994995117</c:v>
                </c:pt>
                <c:pt idx="3005">
                  <c:v>1.0923401355743407</c:v>
                </c:pt>
                <c:pt idx="3006">
                  <c:v>1.1299039077758786</c:v>
                </c:pt>
                <c:pt idx="3007">
                  <c:v>1.1484289169311528</c:v>
                </c:pt>
                <c:pt idx="3008">
                  <c:v>1.1229557132720951</c:v>
                </c:pt>
                <c:pt idx="3009">
                  <c:v>1.135205583572388</c:v>
                </c:pt>
                <c:pt idx="3010">
                  <c:v>1.1376423740386965</c:v>
                </c:pt>
                <c:pt idx="3011">
                  <c:v>1.0743541717529299</c:v>
                </c:pt>
                <c:pt idx="3012">
                  <c:v>1.1207615375518798</c:v>
                </c:pt>
                <c:pt idx="3013">
                  <c:v>1.1187281799316406</c:v>
                </c:pt>
                <c:pt idx="3014">
                  <c:v>0.92547439098358153</c:v>
                </c:pt>
                <c:pt idx="3015">
                  <c:v>0.48726422309875494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0.20194802284240723</c:v>
                </c:pt>
                <c:pt idx="3111">
                  <c:v>0.70246535539627053</c:v>
                </c:pt>
                <c:pt idx="3112">
                  <c:v>1.0704048442840577</c:v>
                </c:pt>
                <c:pt idx="3113">
                  <c:v>1.1018397045135497</c:v>
                </c:pt>
                <c:pt idx="3114">
                  <c:v>1.1090280532836911</c:v>
                </c:pt>
                <c:pt idx="3115">
                  <c:v>1.1033835697174073</c:v>
                </c:pt>
                <c:pt idx="3116">
                  <c:v>1.0824289798736573</c:v>
                </c:pt>
                <c:pt idx="3117">
                  <c:v>1.0670643424987794</c:v>
                </c:pt>
                <c:pt idx="3118">
                  <c:v>1.0949773979187012</c:v>
                </c:pt>
                <c:pt idx="3119">
                  <c:v>1.0747676467895508</c:v>
                </c:pt>
                <c:pt idx="3120">
                  <c:v>1.0728600311279295</c:v>
                </c:pt>
                <c:pt idx="3121">
                  <c:v>1.0522804927825931</c:v>
                </c:pt>
                <c:pt idx="3122">
                  <c:v>1.0871494102478028</c:v>
                </c:pt>
                <c:pt idx="3123">
                  <c:v>1.0721164226531981</c:v>
                </c:pt>
                <c:pt idx="3124">
                  <c:v>1.0444742774963376</c:v>
                </c:pt>
                <c:pt idx="3125">
                  <c:v>1.0936641311645503</c:v>
                </c:pt>
                <c:pt idx="3126">
                  <c:v>1.0672275352478027</c:v>
                </c:pt>
                <c:pt idx="3127">
                  <c:v>1.0626603984832765</c:v>
                </c:pt>
                <c:pt idx="3128">
                  <c:v>0.59498269557952921</c:v>
                </c:pt>
                <c:pt idx="3129">
                  <c:v>1.021537971496582</c:v>
                </c:pt>
                <c:pt idx="3130">
                  <c:v>1.0808449172973633</c:v>
                </c:pt>
                <c:pt idx="3131">
                  <c:v>1.0765088367462159</c:v>
                </c:pt>
                <c:pt idx="3132">
                  <c:v>1.0792754745483397</c:v>
                </c:pt>
                <c:pt idx="3133">
                  <c:v>1.1162633514404294</c:v>
                </c:pt>
                <c:pt idx="3134">
                  <c:v>1.1215122127532959</c:v>
                </c:pt>
                <c:pt idx="3135">
                  <c:v>1.0752860641479491</c:v>
                </c:pt>
                <c:pt idx="3136">
                  <c:v>1.0821765804290775</c:v>
                </c:pt>
                <c:pt idx="3137">
                  <c:v>1.0810941696166991</c:v>
                </c:pt>
                <c:pt idx="3138">
                  <c:v>1.0464016628265382</c:v>
                </c:pt>
                <c:pt idx="3139">
                  <c:v>1.0651273727416997</c:v>
                </c:pt>
                <c:pt idx="3140">
                  <c:v>1.0666017150878906</c:v>
                </c:pt>
                <c:pt idx="3141">
                  <c:v>1.0898668384552006</c:v>
                </c:pt>
                <c:pt idx="3142">
                  <c:v>1.0945628070831301</c:v>
                </c:pt>
                <c:pt idx="3143">
                  <c:v>1.0911176204681401</c:v>
                </c:pt>
                <c:pt idx="3144">
                  <c:v>1.0594796848297121</c:v>
                </c:pt>
                <c:pt idx="3145">
                  <c:v>1.1059240436553956</c:v>
                </c:pt>
                <c:pt idx="3146">
                  <c:v>1.1180780696868895</c:v>
                </c:pt>
                <c:pt idx="3147">
                  <c:v>1.0879419994354247</c:v>
                </c:pt>
                <c:pt idx="3148">
                  <c:v>1.0869979476928715</c:v>
                </c:pt>
                <c:pt idx="3149">
                  <c:v>1.0642473220825195</c:v>
                </c:pt>
                <c:pt idx="3150">
                  <c:v>1.1029400539398195</c:v>
                </c:pt>
                <c:pt idx="3151">
                  <c:v>1.0775755119323731</c:v>
                </c:pt>
                <c:pt idx="3152">
                  <c:v>1.1102081108093265</c:v>
                </c:pt>
                <c:pt idx="3153">
                  <c:v>1.1566869449615482</c:v>
                </c:pt>
                <c:pt idx="3154">
                  <c:v>1.1126742553710938</c:v>
                </c:pt>
                <c:pt idx="3155">
                  <c:v>1.0895522117614744</c:v>
                </c:pt>
                <c:pt idx="3156">
                  <c:v>1.1359240436553952</c:v>
                </c:pt>
                <c:pt idx="3157">
                  <c:v>1.0932356929779052</c:v>
                </c:pt>
                <c:pt idx="3158">
                  <c:v>1.1023144912719722</c:v>
                </c:pt>
                <c:pt idx="3159">
                  <c:v>1.108222990036011</c:v>
                </c:pt>
                <c:pt idx="3160">
                  <c:v>1.1137982940673825</c:v>
                </c:pt>
                <c:pt idx="3161">
                  <c:v>1.0947909450531008</c:v>
                </c:pt>
                <c:pt idx="3162">
                  <c:v>1.1159377956390377</c:v>
                </c:pt>
                <c:pt idx="3163">
                  <c:v>1.110084056854248</c:v>
                </c:pt>
                <c:pt idx="3164">
                  <c:v>1.1192529487609859</c:v>
                </c:pt>
                <c:pt idx="3165">
                  <c:v>1.1085653686523438</c:v>
                </c:pt>
                <c:pt idx="3166">
                  <c:v>1.1116537857055668</c:v>
                </c:pt>
                <c:pt idx="3167">
                  <c:v>1.103885850906372</c:v>
                </c:pt>
                <c:pt idx="3168">
                  <c:v>1.0878966522216802</c:v>
                </c:pt>
                <c:pt idx="3169">
                  <c:v>1.0579631710052491</c:v>
                </c:pt>
                <c:pt idx="3170">
                  <c:v>1.0927563285827639</c:v>
                </c:pt>
                <c:pt idx="3171">
                  <c:v>1.0537383270263674</c:v>
                </c:pt>
                <c:pt idx="3172">
                  <c:v>1.0714583015441894</c:v>
                </c:pt>
                <c:pt idx="3173">
                  <c:v>1.1053214263916018</c:v>
                </c:pt>
                <c:pt idx="3174">
                  <c:v>1.0958645439147949</c:v>
                </c:pt>
                <c:pt idx="3175">
                  <c:v>1.1182664680480956</c:v>
                </c:pt>
                <c:pt idx="3176">
                  <c:v>1.1203654003143311</c:v>
                </c:pt>
                <c:pt idx="3177">
                  <c:v>1.1109955501556397</c:v>
                </c:pt>
                <c:pt idx="3178">
                  <c:v>1.0940251350402832</c:v>
                </c:pt>
                <c:pt idx="3179">
                  <c:v>1.1083098506927489</c:v>
                </c:pt>
                <c:pt idx="3180">
                  <c:v>1.0165370035171508</c:v>
                </c:pt>
                <c:pt idx="3181">
                  <c:v>0.53765172958374041</c:v>
                </c:pt>
                <c:pt idx="3182">
                  <c:v>0.72245916366577123</c:v>
                </c:pt>
                <c:pt idx="3183">
                  <c:v>0.97182864189147922</c:v>
                </c:pt>
                <c:pt idx="3184">
                  <c:v>1.1276465320587155</c:v>
                </c:pt>
                <c:pt idx="3185">
                  <c:v>1.126772060394287</c:v>
                </c:pt>
                <c:pt idx="3186">
                  <c:v>1.1081174755096435</c:v>
                </c:pt>
                <c:pt idx="3187">
                  <c:v>1.1302920055389405</c:v>
                </c:pt>
                <c:pt idx="3188">
                  <c:v>1.1087705898284914</c:v>
                </c:pt>
                <c:pt idx="3189">
                  <c:v>1.133419275283813</c:v>
                </c:pt>
                <c:pt idx="3190">
                  <c:v>1.1268512248992921</c:v>
                </c:pt>
                <c:pt idx="3191">
                  <c:v>1.1329684638977047</c:v>
                </c:pt>
                <c:pt idx="3192">
                  <c:v>1.1164688587188725</c:v>
                </c:pt>
                <c:pt idx="3193">
                  <c:v>1.0788113307952882</c:v>
                </c:pt>
                <c:pt idx="3194">
                  <c:v>1.1023495960235594</c:v>
                </c:pt>
                <c:pt idx="3195">
                  <c:v>1.13257833480835</c:v>
                </c:pt>
                <c:pt idx="3196">
                  <c:v>1.0820829677581785</c:v>
                </c:pt>
                <c:pt idx="3197">
                  <c:v>1.1017082405090333</c:v>
                </c:pt>
                <c:pt idx="3198">
                  <c:v>1.0979223060607912</c:v>
                </c:pt>
                <c:pt idx="3199">
                  <c:v>1.133701944351196</c:v>
                </c:pt>
                <c:pt idx="3200">
                  <c:v>1.1132355880737304</c:v>
                </c:pt>
                <c:pt idx="3201">
                  <c:v>1.1240152072906495</c:v>
                </c:pt>
                <c:pt idx="3202">
                  <c:v>1.1386220169067378</c:v>
                </c:pt>
                <c:pt idx="3203">
                  <c:v>1.1189712810516357</c:v>
                </c:pt>
                <c:pt idx="3204">
                  <c:v>1.1282681179046632</c:v>
                </c:pt>
                <c:pt idx="3205">
                  <c:v>1.1105384159088134</c:v>
                </c:pt>
                <c:pt idx="3206">
                  <c:v>1.1079031562805175</c:v>
                </c:pt>
                <c:pt idx="3207">
                  <c:v>1.1285468387603759</c:v>
                </c:pt>
                <c:pt idx="3208">
                  <c:v>1.1125575542449948</c:v>
                </c:pt>
                <c:pt idx="3209">
                  <c:v>1.1557302761077883</c:v>
                </c:pt>
                <c:pt idx="3210">
                  <c:v>1.0893179225921628</c:v>
                </c:pt>
                <c:pt idx="3211">
                  <c:v>1.1090404129028322</c:v>
                </c:pt>
                <c:pt idx="3212">
                  <c:v>1.1180451965332034</c:v>
                </c:pt>
                <c:pt idx="3213">
                  <c:v>1.1255372428894046</c:v>
                </c:pt>
                <c:pt idx="3214">
                  <c:v>1.1364252376556392</c:v>
                </c:pt>
                <c:pt idx="3215">
                  <c:v>1.0928159523010255</c:v>
                </c:pt>
                <c:pt idx="3216">
                  <c:v>1.089284734725952</c:v>
                </c:pt>
                <c:pt idx="3217">
                  <c:v>1.1043590068817137</c:v>
                </c:pt>
                <c:pt idx="3218">
                  <c:v>1.0823071289062505</c:v>
                </c:pt>
                <c:pt idx="3219">
                  <c:v>1.0836172485351563</c:v>
                </c:pt>
                <c:pt idx="3220">
                  <c:v>1.0662757301330563</c:v>
                </c:pt>
                <c:pt idx="3221">
                  <c:v>1.1087726211547846</c:v>
                </c:pt>
                <c:pt idx="3222">
                  <c:v>1.0842150020599368</c:v>
                </c:pt>
                <c:pt idx="3223">
                  <c:v>1.0994856834411624</c:v>
                </c:pt>
                <c:pt idx="3224">
                  <c:v>1.1344828033447263</c:v>
                </c:pt>
                <c:pt idx="3225">
                  <c:v>1.0947403049468996</c:v>
                </c:pt>
                <c:pt idx="3226">
                  <c:v>1.0895068073272707</c:v>
                </c:pt>
                <c:pt idx="3227">
                  <c:v>1.1315287113189696</c:v>
                </c:pt>
                <c:pt idx="3228">
                  <c:v>1.1168304920196532</c:v>
                </c:pt>
                <c:pt idx="3229">
                  <c:v>1.1025138759613038</c:v>
                </c:pt>
                <c:pt idx="3230">
                  <c:v>1.1135824871063231</c:v>
                </c:pt>
                <c:pt idx="3231">
                  <c:v>1.1110622978210454</c:v>
                </c:pt>
                <c:pt idx="3232">
                  <c:v>1.0933221817016605</c:v>
                </c:pt>
                <c:pt idx="3233">
                  <c:v>1.0824021720886234</c:v>
                </c:pt>
                <c:pt idx="3234">
                  <c:v>1.1179394817352297</c:v>
                </c:pt>
                <c:pt idx="3235">
                  <c:v>1.0927706909179686</c:v>
                </c:pt>
                <c:pt idx="3236">
                  <c:v>1.1133691978454587</c:v>
                </c:pt>
                <c:pt idx="3237">
                  <c:v>1.092014665603638</c:v>
                </c:pt>
                <c:pt idx="3238">
                  <c:v>1.0993570804595951</c:v>
                </c:pt>
                <c:pt idx="3239">
                  <c:v>1.1413025379180912</c:v>
                </c:pt>
                <c:pt idx="3240">
                  <c:v>1.0997414875030516</c:v>
                </c:pt>
                <c:pt idx="3241">
                  <c:v>1.1119843769073485</c:v>
                </c:pt>
                <c:pt idx="3242">
                  <c:v>1.0630080413818357</c:v>
                </c:pt>
                <c:pt idx="3243">
                  <c:v>1.0968402099609376</c:v>
                </c:pt>
                <c:pt idx="3244">
                  <c:v>1.086450691223144</c:v>
                </c:pt>
                <c:pt idx="3245">
                  <c:v>1.0983453083038335</c:v>
                </c:pt>
                <c:pt idx="3246">
                  <c:v>1.1065091800689697</c:v>
                </c:pt>
                <c:pt idx="3247">
                  <c:v>1.0854274177551273</c:v>
                </c:pt>
                <c:pt idx="3248">
                  <c:v>1.0875519847869872</c:v>
                </c:pt>
                <c:pt idx="3249">
                  <c:v>1.1113257408142092</c:v>
                </c:pt>
                <c:pt idx="3250">
                  <c:v>1.1136578464508053</c:v>
                </c:pt>
                <c:pt idx="3251">
                  <c:v>1.1375486183166506</c:v>
                </c:pt>
                <c:pt idx="3252">
                  <c:v>1.057686567306519</c:v>
                </c:pt>
                <c:pt idx="3253">
                  <c:v>0.68930116653442375</c:v>
                </c:pt>
                <c:pt idx="3254">
                  <c:v>0.67948940277099634</c:v>
                </c:pt>
                <c:pt idx="3255">
                  <c:v>0.65052341938018798</c:v>
                </c:pt>
                <c:pt idx="3256">
                  <c:v>0.61127643585205049</c:v>
                </c:pt>
                <c:pt idx="3257">
                  <c:v>0.70428357124328622</c:v>
                </c:pt>
                <c:pt idx="3258">
                  <c:v>0.892389965057373</c:v>
                </c:pt>
                <c:pt idx="3259">
                  <c:v>1.1044181728363038</c:v>
                </c:pt>
                <c:pt idx="3260">
                  <c:v>1.0991262817382812</c:v>
                </c:pt>
                <c:pt idx="3261">
                  <c:v>1.0847174549102778</c:v>
                </c:pt>
                <c:pt idx="3262">
                  <c:v>1.0512436294555665</c:v>
                </c:pt>
                <c:pt idx="3263">
                  <c:v>1.1014087772369388</c:v>
                </c:pt>
                <c:pt idx="3264">
                  <c:v>1.1261193466186523</c:v>
                </c:pt>
                <c:pt idx="3265">
                  <c:v>1.0958937835693356</c:v>
                </c:pt>
                <c:pt idx="3266">
                  <c:v>1.0825461101531981</c:v>
                </c:pt>
                <c:pt idx="3267">
                  <c:v>1.1178071880340577</c:v>
                </c:pt>
                <c:pt idx="3268">
                  <c:v>1.1102930259704586</c:v>
                </c:pt>
                <c:pt idx="3269">
                  <c:v>1.0975456237792969</c:v>
                </c:pt>
                <c:pt idx="3270">
                  <c:v>1.1244726562499996</c:v>
                </c:pt>
                <c:pt idx="3271">
                  <c:v>1.1281010341644286</c:v>
                </c:pt>
                <c:pt idx="3272">
                  <c:v>1.1174950504302983</c:v>
                </c:pt>
                <c:pt idx="3273">
                  <c:v>1.0737298965454096</c:v>
                </c:pt>
                <c:pt idx="3274">
                  <c:v>1.1245889568328857</c:v>
                </c:pt>
                <c:pt idx="3275">
                  <c:v>1.1756395912170412</c:v>
                </c:pt>
                <c:pt idx="3276">
                  <c:v>1.2127380180358891</c:v>
                </c:pt>
                <c:pt idx="3277">
                  <c:v>0.68094413280487043</c:v>
                </c:pt>
                <c:pt idx="3278">
                  <c:v>0.72779806137085024</c:v>
                </c:pt>
                <c:pt idx="3279">
                  <c:v>0.72484146595001209</c:v>
                </c:pt>
                <c:pt idx="3280">
                  <c:v>0.68460574150085463</c:v>
                </c:pt>
                <c:pt idx="3281">
                  <c:v>0.74675511360168445</c:v>
                </c:pt>
                <c:pt idx="3282">
                  <c:v>1.0508569335937494</c:v>
                </c:pt>
                <c:pt idx="3283">
                  <c:v>1.1070969772338868</c:v>
                </c:pt>
                <c:pt idx="3284">
                  <c:v>1.1228713989257817</c:v>
                </c:pt>
                <c:pt idx="3285">
                  <c:v>1.1354736042022706</c:v>
                </c:pt>
                <c:pt idx="3286">
                  <c:v>1.0905231857299809</c:v>
                </c:pt>
                <c:pt idx="3287">
                  <c:v>1.0754790973663333</c:v>
                </c:pt>
                <c:pt idx="3288">
                  <c:v>1.0884727191925048</c:v>
                </c:pt>
                <c:pt idx="3289">
                  <c:v>1.082262897491455</c:v>
                </c:pt>
                <c:pt idx="3290">
                  <c:v>1.0707165813446047</c:v>
                </c:pt>
                <c:pt idx="3291">
                  <c:v>1.099645700454712</c:v>
                </c:pt>
                <c:pt idx="3292">
                  <c:v>1.1178174591064451</c:v>
                </c:pt>
                <c:pt idx="3293">
                  <c:v>1.1235978126525876</c:v>
                </c:pt>
                <c:pt idx="3294">
                  <c:v>1.1048951625823977</c:v>
                </c:pt>
                <c:pt idx="3295">
                  <c:v>1.1364933586120605</c:v>
                </c:pt>
                <c:pt idx="3296">
                  <c:v>1.0729221725463867</c:v>
                </c:pt>
                <c:pt idx="3297">
                  <c:v>1.1044880104064938</c:v>
                </c:pt>
                <c:pt idx="3298">
                  <c:v>1.1119270420074465</c:v>
                </c:pt>
                <c:pt idx="3299">
                  <c:v>1.1805489921569827</c:v>
                </c:pt>
                <c:pt idx="3300">
                  <c:v>0.85140365839004517</c:v>
                </c:pt>
                <c:pt idx="3301">
                  <c:v>0.39549887180328375</c:v>
                </c:pt>
                <c:pt idx="3302">
                  <c:v>0.64972284793853763</c:v>
                </c:pt>
                <c:pt idx="3303">
                  <c:v>0.73188162803649937</c:v>
                </c:pt>
                <c:pt idx="3304">
                  <c:v>0.85999890804290824</c:v>
                </c:pt>
                <c:pt idx="3305">
                  <c:v>0.81758441448211683</c:v>
                </c:pt>
                <c:pt idx="3306">
                  <c:v>1.0814968013763426</c:v>
                </c:pt>
                <c:pt idx="3307">
                  <c:v>1.0868098354339597</c:v>
                </c:pt>
                <c:pt idx="3308">
                  <c:v>1.0921546554565429</c:v>
                </c:pt>
                <c:pt idx="3309">
                  <c:v>1.0865310573577882</c:v>
                </c:pt>
                <c:pt idx="3310">
                  <c:v>1.1332057285308839</c:v>
                </c:pt>
                <c:pt idx="3311">
                  <c:v>1.0945168590545653</c:v>
                </c:pt>
                <c:pt idx="3312">
                  <c:v>1.0626102447509767</c:v>
                </c:pt>
                <c:pt idx="3313">
                  <c:v>1.0863594532012939</c:v>
                </c:pt>
                <c:pt idx="3314">
                  <c:v>1.0533813571929933</c:v>
                </c:pt>
                <c:pt idx="3315">
                  <c:v>1.0698162174224852</c:v>
                </c:pt>
                <c:pt idx="3316">
                  <c:v>1.0551109886169432</c:v>
                </c:pt>
                <c:pt idx="3317">
                  <c:v>1.0981399440765383</c:v>
                </c:pt>
                <c:pt idx="3318">
                  <c:v>1.093660955429077</c:v>
                </c:pt>
                <c:pt idx="3319">
                  <c:v>1.124782962799072</c:v>
                </c:pt>
                <c:pt idx="3320">
                  <c:v>1.104769048690796</c:v>
                </c:pt>
                <c:pt idx="3321">
                  <c:v>1.1027528858184814</c:v>
                </c:pt>
                <c:pt idx="3322">
                  <c:v>1.0788634586334229</c:v>
                </c:pt>
                <c:pt idx="3323">
                  <c:v>1.11048113822937</c:v>
                </c:pt>
                <c:pt idx="3324">
                  <c:v>1.1178331661224366</c:v>
                </c:pt>
                <c:pt idx="3325">
                  <c:v>1.1523597621917727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0.32582084655761745</c:v>
                </c:pt>
                <c:pt idx="3336">
                  <c:v>1.336201858520508</c:v>
                </c:pt>
                <c:pt idx="3337">
                  <c:v>1.3591383934020997</c:v>
                </c:pt>
                <c:pt idx="3338">
                  <c:v>1.2332599353790283</c:v>
                </c:pt>
                <c:pt idx="3339">
                  <c:v>1.3455681610107419</c:v>
                </c:pt>
                <c:pt idx="3340">
                  <c:v>1.2352380752563477</c:v>
                </c:pt>
                <c:pt idx="3341">
                  <c:v>1.2271509933471683</c:v>
                </c:pt>
                <c:pt idx="3342">
                  <c:v>1.158433227539063</c:v>
                </c:pt>
                <c:pt idx="3343">
                  <c:v>1.1597125053405757</c:v>
                </c:pt>
                <c:pt idx="3344">
                  <c:v>1.1276660442352295</c:v>
                </c:pt>
                <c:pt idx="3345">
                  <c:v>1.1003654479980469</c:v>
                </c:pt>
                <c:pt idx="3346">
                  <c:v>1.1250042057037353</c:v>
                </c:pt>
                <c:pt idx="3347">
                  <c:v>1.0805408191680912</c:v>
                </c:pt>
                <c:pt idx="3348">
                  <c:v>1.0694094085693362</c:v>
                </c:pt>
                <c:pt idx="3349">
                  <c:v>1.1947024154663086</c:v>
                </c:pt>
                <c:pt idx="3350">
                  <c:v>0.63503909111022949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1.0779401779174802</c:v>
                </c:pt>
                <c:pt idx="3374">
                  <c:v>1.1223122406005857</c:v>
                </c:pt>
                <c:pt idx="3375">
                  <c:v>1.1491365623474123</c:v>
                </c:pt>
                <c:pt idx="3376">
                  <c:v>1.0879625701904294</c:v>
                </c:pt>
                <c:pt idx="3377">
                  <c:v>1.1455345916748045</c:v>
                </c:pt>
                <c:pt idx="3378">
                  <c:v>1.1014703464508058</c:v>
                </c:pt>
                <c:pt idx="3379">
                  <c:v>0.75961295843124421</c:v>
                </c:pt>
                <c:pt idx="3380">
                  <c:v>0.25686274051666275</c:v>
                </c:pt>
                <c:pt idx="3381">
                  <c:v>0.40386446714401242</c:v>
                </c:pt>
                <c:pt idx="3382">
                  <c:v>0.65993438243866009</c:v>
                </c:pt>
                <c:pt idx="3383">
                  <c:v>0.70735828399658218</c:v>
                </c:pt>
                <c:pt idx="3384">
                  <c:v>0.67797599315643342</c:v>
                </c:pt>
                <c:pt idx="3385">
                  <c:v>0.33608429431915271</c:v>
                </c:pt>
                <c:pt idx="3386">
                  <c:v>0.40096145868301419</c:v>
                </c:pt>
                <c:pt idx="3387">
                  <c:v>0.49955310344696063</c:v>
                </c:pt>
                <c:pt idx="3388">
                  <c:v>0.59782795429229718</c:v>
                </c:pt>
                <c:pt idx="3389">
                  <c:v>0.37276068449020378</c:v>
                </c:pt>
                <c:pt idx="3390">
                  <c:v>0.39115259170532218</c:v>
                </c:pt>
                <c:pt idx="3391">
                  <c:v>0.50156784296035795</c:v>
                </c:pt>
                <c:pt idx="3392">
                  <c:v>0.4953986978530886</c:v>
                </c:pt>
                <c:pt idx="3393">
                  <c:v>0.42914872884750377</c:v>
                </c:pt>
                <c:pt idx="3394">
                  <c:v>0.48086590290069597</c:v>
                </c:pt>
                <c:pt idx="3395">
                  <c:v>0.47782395601272554</c:v>
                </c:pt>
                <c:pt idx="3396">
                  <c:v>0.45671079397201542</c:v>
                </c:pt>
                <c:pt idx="3397">
                  <c:v>0.56472720623016393</c:v>
                </c:pt>
                <c:pt idx="3398">
                  <c:v>0.54435577869415275</c:v>
                </c:pt>
                <c:pt idx="3399">
                  <c:v>0.60308126449584953</c:v>
                </c:pt>
                <c:pt idx="3400">
                  <c:v>0.6986202621459956</c:v>
                </c:pt>
                <c:pt idx="3401">
                  <c:v>0.6603236818313597</c:v>
                </c:pt>
                <c:pt idx="3402">
                  <c:v>0.52060689926147452</c:v>
                </c:pt>
                <c:pt idx="3403">
                  <c:v>0.47094568490982075</c:v>
                </c:pt>
                <c:pt idx="3404">
                  <c:v>0.66373353481292729</c:v>
                </c:pt>
                <c:pt idx="3405">
                  <c:v>0.71815933227539075</c:v>
                </c:pt>
                <c:pt idx="3406">
                  <c:v>0.64078916072845427</c:v>
                </c:pt>
                <c:pt idx="3407">
                  <c:v>0.51239843130111717</c:v>
                </c:pt>
                <c:pt idx="3408">
                  <c:v>0.44580930948257469</c:v>
                </c:pt>
                <c:pt idx="3409">
                  <c:v>0.37909222841262852</c:v>
                </c:pt>
                <c:pt idx="3410">
                  <c:v>0.41697865247726396</c:v>
                </c:pt>
                <c:pt idx="3411">
                  <c:v>0.45829846143722547</c:v>
                </c:pt>
                <c:pt idx="3412">
                  <c:v>0.46535645484924343</c:v>
                </c:pt>
                <c:pt idx="3413">
                  <c:v>0.46006834030151356</c:v>
                </c:pt>
                <c:pt idx="3414">
                  <c:v>0.37995068550109873</c:v>
                </c:pt>
                <c:pt idx="3415">
                  <c:v>0.39184377908706641</c:v>
                </c:pt>
                <c:pt idx="3416">
                  <c:v>0.37890018224716171</c:v>
                </c:pt>
                <c:pt idx="3417">
                  <c:v>0.37997912406921375</c:v>
                </c:pt>
                <c:pt idx="3418">
                  <c:v>0.29837309002876278</c:v>
                </c:pt>
                <c:pt idx="3419">
                  <c:v>0.25607437491416907</c:v>
                </c:pt>
                <c:pt idx="3420">
                  <c:v>5.4954006671905545E-2</c:v>
                </c:pt>
                <c:pt idx="3421">
                  <c:v>3.0980653166770948E-2</c:v>
                </c:pt>
                <c:pt idx="3422">
                  <c:v>6.1622072160244012E-2</c:v>
                </c:pt>
                <c:pt idx="3423">
                  <c:v>0.17215143084526047</c:v>
                </c:pt>
                <c:pt idx="3424">
                  <c:v>0.21484353303909284</c:v>
                </c:pt>
                <c:pt idx="3425">
                  <c:v>0.31768461585044849</c:v>
                </c:pt>
                <c:pt idx="3426">
                  <c:v>0.41198445796966571</c:v>
                </c:pt>
                <c:pt idx="3427">
                  <c:v>0.53151828289031944</c:v>
                </c:pt>
                <c:pt idx="3428">
                  <c:v>0.70772862911224355</c:v>
                </c:pt>
                <c:pt idx="3429">
                  <c:v>0.77840081691741936</c:v>
                </c:pt>
                <c:pt idx="3430">
                  <c:v>0.85717547893524193</c:v>
                </c:pt>
                <c:pt idx="3431">
                  <c:v>0.71344754219055173</c:v>
                </c:pt>
                <c:pt idx="3432">
                  <c:v>0.58476857185363762</c:v>
                </c:pt>
                <c:pt idx="3433">
                  <c:v>0.724810781478882</c:v>
                </c:pt>
                <c:pt idx="3434">
                  <c:v>0.83165655612945555</c:v>
                </c:pt>
                <c:pt idx="3435">
                  <c:v>0.83351546287536593</c:v>
                </c:pt>
                <c:pt idx="3436">
                  <c:v>0.68330473423004134</c:v>
                </c:pt>
                <c:pt idx="3437">
                  <c:v>0.78597795009613014</c:v>
                </c:pt>
                <c:pt idx="3438">
                  <c:v>0.90164621829986591</c:v>
                </c:pt>
                <c:pt idx="3439">
                  <c:v>0.73139325141906741</c:v>
                </c:pt>
                <c:pt idx="3440">
                  <c:v>0.64217448234558105</c:v>
                </c:pt>
                <c:pt idx="3441">
                  <c:v>0.6399782323837282</c:v>
                </c:pt>
                <c:pt idx="3442">
                  <c:v>0.3768730974197389</c:v>
                </c:pt>
                <c:pt idx="3443">
                  <c:v>0.59978638172149645</c:v>
                </c:pt>
                <c:pt idx="3444">
                  <c:v>0.49898319482803344</c:v>
                </c:pt>
                <c:pt idx="3445">
                  <c:v>0.30531013727188128</c:v>
                </c:pt>
                <c:pt idx="3446">
                  <c:v>0.27354910254478471</c:v>
                </c:pt>
                <c:pt idx="3447">
                  <c:v>0.31195707321166982</c:v>
                </c:pt>
                <c:pt idx="3448">
                  <c:v>0.30478992462158216</c:v>
                </c:pt>
                <c:pt idx="3449">
                  <c:v>0.32818023920059197</c:v>
                </c:pt>
                <c:pt idx="3450">
                  <c:v>0.29673203229904127</c:v>
                </c:pt>
                <c:pt idx="3451">
                  <c:v>0.37686644554138199</c:v>
                </c:pt>
                <c:pt idx="3452">
                  <c:v>0.44185036182403575</c:v>
                </c:pt>
                <c:pt idx="3453">
                  <c:v>0.54865346431732198</c:v>
                </c:pt>
                <c:pt idx="3454">
                  <c:v>0.3322612810134889</c:v>
                </c:pt>
                <c:pt idx="3455">
                  <c:v>0.28947978973388655</c:v>
                </c:pt>
                <c:pt idx="3456">
                  <c:v>0.33756976604461603</c:v>
                </c:pt>
                <c:pt idx="3457">
                  <c:v>0.47640161275863629</c:v>
                </c:pt>
                <c:pt idx="3458">
                  <c:v>0.29701761245727482</c:v>
                </c:pt>
                <c:pt idx="3459">
                  <c:v>0.40627029418945315</c:v>
                </c:pt>
                <c:pt idx="3460">
                  <c:v>0.4861317157745359</c:v>
                </c:pt>
                <c:pt idx="3461">
                  <c:v>0.36076912879943845</c:v>
                </c:pt>
                <c:pt idx="3462">
                  <c:v>0.35751051664352401</c:v>
                </c:pt>
                <c:pt idx="3463">
                  <c:v>0.45233073234558147</c:v>
                </c:pt>
                <c:pt idx="3464">
                  <c:v>0.26249995350837674</c:v>
                </c:pt>
                <c:pt idx="3465">
                  <c:v>0.30868125915527367</c:v>
                </c:pt>
                <c:pt idx="3466">
                  <c:v>0.21834570765495301</c:v>
                </c:pt>
                <c:pt idx="3467">
                  <c:v>0.15935378551483154</c:v>
                </c:pt>
                <c:pt idx="3468">
                  <c:v>0.27396650791168242</c:v>
                </c:pt>
                <c:pt idx="3469">
                  <c:v>9.9349358081817482E-2</c:v>
                </c:pt>
                <c:pt idx="3470">
                  <c:v>0.27973407268524181</c:v>
                </c:pt>
                <c:pt idx="3471">
                  <c:v>0.22826708614826188</c:v>
                </c:pt>
                <c:pt idx="3472">
                  <c:v>0.23964598059654255</c:v>
                </c:pt>
                <c:pt idx="3473">
                  <c:v>0.30674108862876898</c:v>
                </c:pt>
                <c:pt idx="3474">
                  <c:v>0.41444032430648819</c:v>
                </c:pt>
                <c:pt idx="3475">
                  <c:v>0.57357974052429217</c:v>
                </c:pt>
                <c:pt idx="3476">
                  <c:v>0.63642150878906245</c:v>
                </c:pt>
                <c:pt idx="3477">
                  <c:v>0.72670794010162354</c:v>
                </c:pt>
                <c:pt idx="3478">
                  <c:v>0.65320588588714634</c:v>
                </c:pt>
                <c:pt idx="3479">
                  <c:v>0.69283638954162596</c:v>
                </c:pt>
                <c:pt idx="3480">
                  <c:v>0.75921489715576151</c:v>
                </c:pt>
                <c:pt idx="3481">
                  <c:v>0.61022262096405033</c:v>
                </c:pt>
                <c:pt idx="3482">
                  <c:v>0.66191253662109373</c:v>
                </c:pt>
                <c:pt idx="3483">
                  <c:v>0.6295812606811525</c:v>
                </c:pt>
                <c:pt idx="3484">
                  <c:v>0.33410430908203126</c:v>
                </c:pt>
                <c:pt idx="3485">
                  <c:v>0.4124808597564697</c:v>
                </c:pt>
                <c:pt idx="3486">
                  <c:v>0.48878888368606577</c:v>
                </c:pt>
                <c:pt idx="3487">
                  <c:v>0.66898979187011742</c:v>
                </c:pt>
                <c:pt idx="3488">
                  <c:v>0.76011444568634046</c:v>
                </c:pt>
                <c:pt idx="3489">
                  <c:v>0.57668347835540767</c:v>
                </c:pt>
                <c:pt idx="3490">
                  <c:v>0.54365625858306899</c:v>
                </c:pt>
                <c:pt idx="3491">
                  <c:v>0.3431144714355468</c:v>
                </c:pt>
                <c:pt idx="3492">
                  <c:v>0.31903121709823618</c:v>
                </c:pt>
                <c:pt idx="3493">
                  <c:v>0.28250109672546375</c:v>
                </c:pt>
                <c:pt idx="3494">
                  <c:v>0.38527652978897098</c:v>
                </c:pt>
                <c:pt idx="3495">
                  <c:v>0.53387570142745944</c:v>
                </c:pt>
                <c:pt idx="3496">
                  <c:v>0.52097921848297124</c:v>
                </c:pt>
                <c:pt idx="3497">
                  <c:v>0.70777861118316665</c:v>
                </c:pt>
                <c:pt idx="3498">
                  <c:v>0.80407545089721699</c:v>
                </c:pt>
                <c:pt idx="3499">
                  <c:v>0.79197564125061071</c:v>
                </c:pt>
                <c:pt idx="3500">
                  <c:v>0.5643539643287655</c:v>
                </c:pt>
                <c:pt idx="3501">
                  <c:v>0.4745793056488038</c:v>
                </c:pt>
                <c:pt idx="3502">
                  <c:v>0.65411666393280032</c:v>
                </c:pt>
                <c:pt idx="3503">
                  <c:v>0.71605577945709231</c:v>
                </c:pt>
                <c:pt idx="3504">
                  <c:v>0.7300588703155515</c:v>
                </c:pt>
                <c:pt idx="3505">
                  <c:v>0.43322926282882696</c:v>
                </c:pt>
                <c:pt idx="3506">
                  <c:v>0.55214852571487427</c:v>
                </c:pt>
                <c:pt idx="3507">
                  <c:v>0.72742362499237079</c:v>
                </c:pt>
                <c:pt idx="3508">
                  <c:v>0.43363331079482997</c:v>
                </c:pt>
                <c:pt idx="3509">
                  <c:v>0.52108217954635616</c:v>
                </c:pt>
                <c:pt idx="3510">
                  <c:v>0.44943796634674094</c:v>
                </c:pt>
                <c:pt idx="3511">
                  <c:v>0.37539642333984374</c:v>
                </c:pt>
                <c:pt idx="3512">
                  <c:v>0.644728217124939</c:v>
                </c:pt>
                <c:pt idx="3513">
                  <c:v>0.63324942111969007</c:v>
                </c:pt>
                <c:pt idx="3514">
                  <c:v>0.54425565719604452</c:v>
                </c:pt>
                <c:pt idx="3515">
                  <c:v>0.29943373560905473</c:v>
                </c:pt>
                <c:pt idx="3516">
                  <c:v>0.35416641712188746</c:v>
                </c:pt>
                <c:pt idx="3517">
                  <c:v>0.50582010984420778</c:v>
                </c:pt>
                <c:pt idx="3518">
                  <c:v>0.43563843011856074</c:v>
                </c:pt>
                <c:pt idx="3519">
                  <c:v>0.46943688869476274</c:v>
                </c:pt>
                <c:pt idx="3520">
                  <c:v>0.52119447469711266</c:v>
                </c:pt>
                <c:pt idx="3521">
                  <c:v>0.35924355983734169</c:v>
                </c:pt>
                <c:pt idx="3522">
                  <c:v>0.57010378360748337</c:v>
                </c:pt>
                <c:pt idx="3523">
                  <c:v>0.83914824485778827</c:v>
                </c:pt>
                <c:pt idx="3524">
                  <c:v>0.75997743129730233</c:v>
                </c:pt>
                <c:pt idx="3525">
                  <c:v>0.45169681549072244</c:v>
                </c:pt>
                <c:pt idx="3526">
                  <c:v>0.69900771617889412</c:v>
                </c:pt>
                <c:pt idx="3527">
                  <c:v>0.64245574951171869</c:v>
                </c:pt>
                <c:pt idx="3528">
                  <c:v>0.36845449447631851</c:v>
                </c:pt>
                <c:pt idx="3529">
                  <c:v>0.60581832647323608</c:v>
                </c:pt>
                <c:pt idx="3530">
                  <c:v>0.80401581287384016</c:v>
                </c:pt>
                <c:pt idx="3531">
                  <c:v>0.68061786174774142</c:v>
                </c:pt>
                <c:pt idx="3532">
                  <c:v>0.11309597253799425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0.83626562118530245</c:v>
                </c:pt>
                <c:pt idx="3542">
                  <c:v>1.1323806095123286</c:v>
                </c:pt>
                <c:pt idx="3543">
                  <c:v>1.1264729404449465</c:v>
                </c:pt>
                <c:pt idx="3544">
                  <c:v>1.112338943481445</c:v>
                </c:pt>
                <c:pt idx="3545">
                  <c:v>1.0993414306640625</c:v>
                </c:pt>
                <c:pt idx="3546">
                  <c:v>1.0873381519317626</c:v>
                </c:pt>
                <c:pt idx="3547">
                  <c:v>0.54008906722068772</c:v>
                </c:pt>
                <c:pt idx="3548">
                  <c:v>0.17746214926242793</c:v>
                </c:pt>
                <c:pt idx="3549">
                  <c:v>0.38197986602783174</c:v>
                </c:pt>
                <c:pt idx="3550">
                  <c:v>0.59582859992980941</c:v>
                </c:pt>
                <c:pt idx="3551">
                  <c:v>0.39269996166229232</c:v>
                </c:pt>
                <c:pt idx="3552">
                  <c:v>0.67643560409545911</c:v>
                </c:pt>
                <c:pt idx="3553">
                  <c:v>0.59978123188018795</c:v>
                </c:pt>
                <c:pt idx="3554">
                  <c:v>0.40192425012588495</c:v>
                </c:pt>
                <c:pt idx="3555">
                  <c:v>0.74110359191894504</c:v>
                </c:pt>
                <c:pt idx="3556">
                  <c:v>0.62506742477417021</c:v>
                </c:pt>
                <c:pt idx="3557">
                  <c:v>7.3827352523803874E-2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0.49786296844482397</c:v>
                </c:pt>
                <c:pt idx="3602">
                  <c:v>1.1369920921325685</c:v>
                </c:pt>
                <c:pt idx="3603">
                  <c:v>1.1210546207427978</c:v>
                </c:pt>
                <c:pt idx="3604">
                  <c:v>1.1253536510467528</c:v>
                </c:pt>
                <c:pt idx="3605">
                  <c:v>1.1268341445922851</c:v>
                </c:pt>
                <c:pt idx="3606">
                  <c:v>1.0599768161773679</c:v>
                </c:pt>
                <c:pt idx="3607">
                  <c:v>0.78185515880584722</c:v>
                </c:pt>
                <c:pt idx="3608">
                  <c:v>0.36687495946884119</c:v>
                </c:pt>
                <c:pt idx="3609">
                  <c:v>0.27051835298538179</c:v>
                </c:pt>
                <c:pt idx="3610">
                  <c:v>0.20413086533546473</c:v>
                </c:pt>
                <c:pt idx="3611">
                  <c:v>0.19744430959224704</c:v>
                </c:pt>
                <c:pt idx="3612">
                  <c:v>0.14777937948703782</c:v>
                </c:pt>
                <c:pt idx="3613">
                  <c:v>0.19235596239566835</c:v>
                </c:pt>
                <c:pt idx="3614">
                  <c:v>0.22367356181144729</c:v>
                </c:pt>
                <c:pt idx="3615">
                  <c:v>0.15452846109867091</c:v>
                </c:pt>
                <c:pt idx="3616">
                  <c:v>0.46065569400787376</c:v>
                </c:pt>
                <c:pt idx="3617">
                  <c:v>0.60817296981811497</c:v>
                </c:pt>
                <c:pt idx="3618">
                  <c:v>0.67873779773712184</c:v>
                </c:pt>
                <c:pt idx="3619">
                  <c:v>0.74344346523284888</c:v>
                </c:pt>
                <c:pt idx="3620">
                  <c:v>0.70993876934051525</c:v>
                </c:pt>
                <c:pt idx="3621">
                  <c:v>0.75014552593231199</c:v>
                </c:pt>
                <c:pt idx="3622">
                  <c:v>0.75827516555786134</c:v>
                </c:pt>
                <c:pt idx="3623">
                  <c:v>0.62468132972717283</c:v>
                </c:pt>
                <c:pt idx="3624">
                  <c:v>0.67872154712677024</c:v>
                </c:pt>
                <c:pt idx="3625">
                  <c:v>0.75361131191253672</c:v>
                </c:pt>
                <c:pt idx="3626">
                  <c:v>0.76772369384765626</c:v>
                </c:pt>
                <c:pt idx="3627">
                  <c:v>0.57527723550796539</c:v>
                </c:pt>
                <c:pt idx="3628">
                  <c:v>0.5460612058639529</c:v>
                </c:pt>
                <c:pt idx="3629">
                  <c:v>0.72927925586700448</c:v>
                </c:pt>
                <c:pt idx="3630">
                  <c:v>0.82289670467376752</c:v>
                </c:pt>
                <c:pt idx="3631">
                  <c:v>0.77525383472442644</c:v>
                </c:pt>
                <c:pt idx="3632">
                  <c:v>0.57175616741180402</c:v>
                </c:pt>
                <c:pt idx="3633">
                  <c:v>0.51250099897384649</c:v>
                </c:pt>
                <c:pt idx="3634">
                  <c:v>0.29723939895629892</c:v>
                </c:pt>
                <c:pt idx="3635">
                  <c:v>0.13804257273674012</c:v>
                </c:pt>
                <c:pt idx="3636">
                  <c:v>0.16732228875160229</c:v>
                </c:pt>
                <c:pt idx="3637">
                  <c:v>0.33472084522247325</c:v>
                </c:pt>
                <c:pt idx="3638">
                  <c:v>0.25697688460350054</c:v>
                </c:pt>
                <c:pt idx="3639">
                  <c:v>0.16760639369487781</c:v>
                </c:pt>
                <c:pt idx="3640">
                  <c:v>0.26302743315696703</c:v>
                </c:pt>
                <c:pt idx="3641">
                  <c:v>0.30390415191650366</c:v>
                </c:pt>
                <c:pt idx="3642">
                  <c:v>0.46807804584503221</c:v>
                </c:pt>
                <c:pt idx="3643">
                  <c:v>0.76308580398559567</c:v>
                </c:pt>
                <c:pt idx="3644">
                  <c:v>0.85855944156646746</c:v>
                </c:pt>
                <c:pt idx="3645">
                  <c:v>0.6943182277679445</c:v>
                </c:pt>
                <c:pt idx="3646">
                  <c:v>0.75572971343994122</c:v>
                </c:pt>
                <c:pt idx="3647">
                  <c:v>0.68989758968353265</c:v>
                </c:pt>
                <c:pt idx="3648">
                  <c:v>0.65765225887298551</c:v>
                </c:pt>
                <c:pt idx="3649">
                  <c:v>0.73928923130035384</c:v>
                </c:pt>
                <c:pt idx="3650">
                  <c:v>0.75942947387695325</c:v>
                </c:pt>
                <c:pt idx="3651">
                  <c:v>0.57830217361450198</c:v>
                </c:pt>
                <c:pt idx="3652">
                  <c:v>0.45183601140975971</c:v>
                </c:pt>
                <c:pt idx="3653">
                  <c:v>0.66573987007141155</c:v>
                </c:pt>
                <c:pt idx="3654">
                  <c:v>0.76473099231719999</c:v>
                </c:pt>
                <c:pt idx="3655">
                  <c:v>0.74604865550994903</c:v>
                </c:pt>
                <c:pt idx="3656">
                  <c:v>0.63017214775085473</c:v>
                </c:pt>
                <c:pt idx="3657">
                  <c:v>0.412550003528595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0.15455256342887849</c:v>
                </c:pt>
                <c:pt idx="3662">
                  <c:v>0.1441163420677182</c:v>
                </c:pt>
                <c:pt idx="3663">
                  <c:v>2.230442404747008E-2</c:v>
                </c:pt>
                <c:pt idx="3664">
                  <c:v>8.7904107570648381E-3</c:v>
                </c:pt>
                <c:pt idx="3665">
                  <c:v>0.27400274991989099</c:v>
                </c:pt>
                <c:pt idx="3666">
                  <c:v>0.49009903907775898</c:v>
                </c:pt>
                <c:pt idx="3667">
                  <c:v>0.48027175426483121</c:v>
                </c:pt>
                <c:pt idx="3668">
                  <c:v>0.72168900489807108</c:v>
                </c:pt>
                <c:pt idx="3669">
                  <c:v>0.73607131004333515</c:v>
                </c:pt>
                <c:pt idx="3670">
                  <c:v>0.69950098514556891</c:v>
                </c:pt>
                <c:pt idx="3671">
                  <c:v>0.74826722145080593</c:v>
                </c:pt>
                <c:pt idx="3672">
                  <c:v>0.75797791957855198</c:v>
                </c:pt>
                <c:pt idx="3673">
                  <c:v>0.73605537414550803</c:v>
                </c:pt>
                <c:pt idx="3674">
                  <c:v>0.74081657409667989</c:v>
                </c:pt>
                <c:pt idx="3675">
                  <c:v>0.89427994251251208</c:v>
                </c:pt>
                <c:pt idx="3676">
                  <c:v>0.98512919425964351</c:v>
                </c:pt>
                <c:pt idx="3677">
                  <c:v>0.95413471698761021</c:v>
                </c:pt>
                <c:pt idx="3678">
                  <c:v>0.94155060768127419</c:v>
                </c:pt>
                <c:pt idx="3679">
                  <c:v>0.82266855239868175</c:v>
                </c:pt>
                <c:pt idx="3680">
                  <c:v>0.91513873100280752</c:v>
                </c:pt>
                <c:pt idx="3681">
                  <c:v>0.75252838611602768</c:v>
                </c:pt>
                <c:pt idx="3682">
                  <c:v>0.71979482173919662</c:v>
                </c:pt>
                <c:pt idx="3683">
                  <c:v>0.65095374584197974</c:v>
                </c:pt>
                <c:pt idx="3684">
                  <c:v>0.83709066867828374</c:v>
                </c:pt>
                <c:pt idx="3685">
                  <c:v>1.1024568557739258</c:v>
                </c:pt>
                <c:pt idx="3686">
                  <c:v>1.0261680507659914</c:v>
                </c:pt>
                <c:pt idx="3687">
                  <c:v>0.79740006923675544</c:v>
                </c:pt>
                <c:pt idx="3688">
                  <c:v>0.63000482082366938</c:v>
                </c:pt>
                <c:pt idx="3689">
                  <c:v>0.42220287322998074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0.31207009792327872</c:v>
                </c:pt>
                <c:pt idx="3798">
                  <c:v>0.31908947467803944</c:v>
                </c:pt>
                <c:pt idx="3799">
                  <c:v>0.49897759437561001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0.95966843605041519</c:v>
                </c:pt>
                <c:pt idx="3809">
                  <c:v>0.78268083572387692</c:v>
                </c:pt>
                <c:pt idx="3810">
                  <c:v>0.66319748640060439</c:v>
                </c:pt>
                <c:pt idx="3811">
                  <c:v>1.0538462305068972</c:v>
                </c:pt>
                <c:pt idx="3812">
                  <c:v>1.02017240524292</c:v>
                </c:pt>
                <c:pt idx="3813">
                  <c:v>0.79107645034790042</c:v>
                </c:pt>
                <c:pt idx="3814">
                  <c:v>0.82107349634170534</c:v>
                </c:pt>
                <c:pt idx="3815">
                  <c:v>0.54006234884262116</c:v>
                </c:pt>
                <c:pt idx="3816">
                  <c:v>0.83179568052291852</c:v>
                </c:pt>
                <c:pt idx="3817">
                  <c:v>0.6213846516609195</c:v>
                </c:pt>
                <c:pt idx="3818">
                  <c:v>0.7806928253173826</c:v>
                </c:pt>
                <c:pt idx="3819">
                  <c:v>0.7914581251144408</c:v>
                </c:pt>
                <c:pt idx="3820">
                  <c:v>0.59927420854568469</c:v>
                </c:pt>
                <c:pt idx="3821">
                  <c:v>0.55039978265762324</c:v>
                </c:pt>
                <c:pt idx="3822">
                  <c:v>0.77552186250686617</c:v>
                </c:pt>
                <c:pt idx="3823">
                  <c:v>0.44164968967437707</c:v>
                </c:pt>
                <c:pt idx="3824">
                  <c:v>0.52507986545562757</c:v>
                </c:pt>
                <c:pt idx="3825">
                  <c:v>0.41547571778297426</c:v>
                </c:pt>
                <c:pt idx="3826">
                  <c:v>0.51609223365783718</c:v>
                </c:pt>
                <c:pt idx="3827">
                  <c:v>0.24102129399776473</c:v>
                </c:pt>
                <c:pt idx="3828">
                  <c:v>0.23766999721527121</c:v>
                </c:pt>
                <c:pt idx="3829">
                  <c:v>0.50747185885906232</c:v>
                </c:pt>
                <c:pt idx="3830">
                  <c:v>0.54909758090972915</c:v>
                </c:pt>
                <c:pt idx="3831">
                  <c:v>0.2326796293258665</c:v>
                </c:pt>
                <c:pt idx="3832">
                  <c:v>0.33964940071105948</c:v>
                </c:pt>
                <c:pt idx="3833">
                  <c:v>0.76188903808593789</c:v>
                </c:pt>
                <c:pt idx="3834">
                  <c:v>0.32055330991745024</c:v>
                </c:pt>
                <c:pt idx="3835">
                  <c:v>0.68739857196807852</c:v>
                </c:pt>
                <c:pt idx="3836">
                  <c:v>0.6241603517532347</c:v>
                </c:pt>
                <c:pt idx="3837">
                  <c:v>0.6505429744720459</c:v>
                </c:pt>
                <c:pt idx="3838">
                  <c:v>0.42462788343429569</c:v>
                </c:pt>
                <c:pt idx="3839">
                  <c:v>0.58142947912216159</c:v>
                </c:pt>
                <c:pt idx="3840">
                  <c:v>0.78146947860717797</c:v>
                </c:pt>
                <c:pt idx="3841">
                  <c:v>0.808411946296692</c:v>
                </c:pt>
                <c:pt idx="3842">
                  <c:v>0.76563919544220005</c:v>
                </c:pt>
                <c:pt idx="3843">
                  <c:v>0.3675305843353272</c:v>
                </c:pt>
                <c:pt idx="3844">
                  <c:v>0.83803434848785363</c:v>
                </c:pt>
                <c:pt idx="3845">
                  <c:v>0.37069962501525899</c:v>
                </c:pt>
                <c:pt idx="3846">
                  <c:v>0.6539567184448245</c:v>
                </c:pt>
                <c:pt idx="3847">
                  <c:v>0.62631826400756818</c:v>
                </c:pt>
                <c:pt idx="3848">
                  <c:v>0.65442180633544955</c:v>
                </c:pt>
                <c:pt idx="3849">
                  <c:v>0.6358520650863646</c:v>
                </c:pt>
                <c:pt idx="3850">
                  <c:v>0.45666674137115471</c:v>
                </c:pt>
                <c:pt idx="3851">
                  <c:v>0.42390686988830578</c:v>
                </c:pt>
                <c:pt idx="3852">
                  <c:v>0.37657778263092045</c:v>
                </c:pt>
                <c:pt idx="3853">
                  <c:v>0.3869128578901293</c:v>
                </c:pt>
                <c:pt idx="3854">
                  <c:v>0.64691599845886227</c:v>
                </c:pt>
                <c:pt idx="3855">
                  <c:v>0.40523848056793199</c:v>
                </c:pt>
                <c:pt idx="3856">
                  <c:v>0.61795521497726436</c:v>
                </c:pt>
                <c:pt idx="3857">
                  <c:v>0.5838728356361389</c:v>
                </c:pt>
                <c:pt idx="3858">
                  <c:v>0.94857135772705092</c:v>
                </c:pt>
                <c:pt idx="3859">
                  <c:v>0.95831581592559822</c:v>
                </c:pt>
                <c:pt idx="3860">
                  <c:v>0.55981172561645509</c:v>
                </c:pt>
                <c:pt idx="3861">
                  <c:v>0.85500637292861958</c:v>
                </c:pt>
                <c:pt idx="3862">
                  <c:v>0.42211081981658966</c:v>
                </c:pt>
                <c:pt idx="3863">
                  <c:v>0.81310116291046175</c:v>
                </c:pt>
                <c:pt idx="3864">
                  <c:v>0.62232268095016496</c:v>
                </c:pt>
                <c:pt idx="3865">
                  <c:v>0.95792538642883351</c:v>
                </c:pt>
                <c:pt idx="3866">
                  <c:v>0.66728470087051384</c:v>
                </c:pt>
                <c:pt idx="3867">
                  <c:v>0.79586674690246573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1.4040526485443114</c:v>
                </c:pt>
                <c:pt idx="3878">
                  <c:v>1.388181838989258</c:v>
                </c:pt>
                <c:pt idx="3879">
                  <c:v>1.4429138374328612</c:v>
                </c:pt>
                <c:pt idx="3880">
                  <c:v>1.4261077022552491</c:v>
                </c:pt>
                <c:pt idx="3881">
                  <c:v>1.2523488235473632</c:v>
                </c:pt>
                <c:pt idx="3882">
                  <c:v>0.80092877268791207</c:v>
                </c:pt>
                <c:pt idx="3883">
                  <c:v>0.45621821522712691</c:v>
                </c:pt>
                <c:pt idx="3884">
                  <c:v>0.44066552102565748</c:v>
                </c:pt>
                <c:pt idx="3885">
                  <c:v>0.72701786041259731</c:v>
                </c:pt>
                <c:pt idx="3886">
                  <c:v>0.72690500020980786</c:v>
                </c:pt>
                <c:pt idx="3887">
                  <c:v>0.57485236644744908</c:v>
                </c:pt>
                <c:pt idx="3888">
                  <c:v>0.69729793310165422</c:v>
                </c:pt>
                <c:pt idx="3889">
                  <c:v>0.73539260387420657</c:v>
                </c:pt>
                <c:pt idx="3890">
                  <c:v>0.52327439725399039</c:v>
                </c:pt>
                <c:pt idx="3891">
                  <c:v>0.31115619063377403</c:v>
                </c:pt>
                <c:pt idx="3892">
                  <c:v>0.64993656635284469</c:v>
                </c:pt>
                <c:pt idx="3893">
                  <c:v>0.50139161825180079</c:v>
                </c:pt>
                <c:pt idx="3894">
                  <c:v>0.62271824598312375</c:v>
                </c:pt>
                <c:pt idx="3895">
                  <c:v>0.83557957649230996</c:v>
                </c:pt>
                <c:pt idx="3896">
                  <c:v>0.59047185659408585</c:v>
                </c:pt>
                <c:pt idx="3897">
                  <c:v>0.96184247016906732</c:v>
                </c:pt>
                <c:pt idx="3898">
                  <c:v>0.37000305533409072</c:v>
                </c:pt>
                <c:pt idx="3899">
                  <c:v>0.78474912643432615</c:v>
                </c:pt>
                <c:pt idx="3900">
                  <c:v>0.85253339767456071</c:v>
                </c:pt>
                <c:pt idx="3901">
                  <c:v>0.72398835182189913</c:v>
                </c:pt>
                <c:pt idx="3902">
                  <c:v>0.72057437896728527</c:v>
                </c:pt>
                <c:pt idx="3903">
                  <c:v>0.82780953884124742</c:v>
                </c:pt>
                <c:pt idx="3904">
                  <c:v>0.77458052158355728</c:v>
                </c:pt>
                <c:pt idx="3905">
                  <c:v>0.65689772844314576</c:v>
                </c:pt>
                <c:pt idx="3906">
                  <c:v>0.69588141918182345</c:v>
                </c:pt>
                <c:pt idx="3907">
                  <c:v>0.8739661645889284</c:v>
                </c:pt>
                <c:pt idx="3908">
                  <c:v>0.69690821886062593</c:v>
                </c:pt>
                <c:pt idx="3909">
                  <c:v>0.70158598423004137</c:v>
                </c:pt>
                <c:pt idx="3910">
                  <c:v>0.52851732730865475</c:v>
                </c:pt>
                <c:pt idx="3911">
                  <c:v>0.69541130304336563</c:v>
                </c:pt>
                <c:pt idx="3912">
                  <c:v>0.65861088752746622</c:v>
                </c:pt>
                <c:pt idx="3913">
                  <c:v>0.75999042034149189</c:v>
                </c:pt>
                <c:pt idx="3914">
                  <c:v>0.60837070941925042</c:v>
                </c:pt>
                <c:pt idx="3915">
                  <c:v>0.6316679191589355</c:v>
                </c:pt>
                <c:pt idx="3916">
                  <c:v>0.50030291318893416</c:v>
                </c:pt>
                <c:pt idx="3917">
                  <c:v>0.52194408774375944</c:v>
                </c:pt>
                <c:pt idx="3918">
                  <c:v>0.66939203023910498</c:v>
                </c:pt>
                <c:pt idx="3919">
                  <c:v>0.60276177048683133</c:v>
                </c:pt>
                <c:pt idx="3920">
                  <c:v>0.85818268775939965</c:v>
                </c:pt>
                <c:pt idx="3921">
                  <c:v>0.42050381183624275</c:v>
                </c:pt>
                <c:pt idx="3922">
                  <c:v>0.59826790809631347</c:v>
                </c:pt>
                <c:pt idx="3923">
                  <c:v>0.73532725095748896</c:v>
                </c:pt>
                <c:pt idx="3924">
                  <c:v>0.69185645341873203</c:v>
                </c:pt>
                <c:pt idx="3925">
                  <c:v>7.7643932104110566E-2</c:v>
                </c:pt>
                <c:pt idx="3926">
                  <c:v>8.2887491583824108E-2</c:v>
                </c:pt>
                <c:pt idx="3927">
                  <c:v>0.51578348636627203</c:v>
                </c:pt>
                <c:pt idx="3928">
                  <c:v>0.23189356684684756</c:v>
                </c:pt>
                <c:pt idx="3929">
                  <c:v>0.29547085762023928</c:v>
                </c:pt>
                <c:pt idx="3930">
                  <c:v>0.30662223100662223</c:v>
                </c:pt>
                <c:pt idx="3931">
                  <c:v>0.45233435153961221</c:v>
                </c:pt>
                <c:pt idx="3932">
                  <c:v>0.46579511404037471</c:v>
                </c:pt>
                <c:pt idx="3933">
                  <c:v>0.38131297588348423</c:v>
                </c:pt>
                <c:pt idx="3934">
                  <c:v>0.78699158549308834</c:v>
                </c:pt>
                <c:pt idx="3935">
                  <c:v>0.58348397970199606</c:v>
                </c:pt>
                <c:pt idx="3936">
                  <c:v>0.50929656744003271</c:v>
                </c:pt>
                <c:pt idx="3937">
                  <c:v>0.45965465068817174</c:v>
                </c:pt>
                <c:pt idx="3938">
                  <c:v>0.43491760969161974</c:v>
                </c:pt>
                <c:pt idx="3939">
                  <c:v>0.64713965177536048</c:v>
                </c:pt>
                <c:pt idx="3940">
                  <c:v>0.69073355197906527</c:v>
                </c:pt>
                <c:pt idx="3941">
                  <c:v>0.47534295558929412</c:v>
                </c:pt>
                <c:pt idx="3942">
                  <c:v>0.51002406835556047</c:v>
                </c:pt>
                <c:pt idx="3943">
                  <c:v>0.65444015979766834</c:v>
                </c:pt>
                <c:pt idx="3944">
                  <c:v>0.59220306873321515</c:v>
                </c:pt>
                <c:pt idx="3945">
                  <c:v>0.65856189250946062</c:v>
                </c:pt>
                <c:pt idx="3946">
                  <c:v>0.57517068386077919</c:v>
                </c:pt>
                <c:pt idx="3947">
                  <c:v>0.71409447669982906</c:v>
                </c:pt>
                <c:pt idx="3948">
                  <c:v>0.57572520017623896</c:v>
                </c:pt>
                <c:pt idx="3949">
                  <c:v>0.56737857341766373</c:v>
                </c:pt>
                <c:pt idx="3950">
                  <c:v>0.69346611499786337</c:v>
                </c:pt>
                <c:pt idx="3951">
                  <c:v>0.75532572269439713</c:v>
                </c:pt>
                <c:pt idx="3952">
                  <c:v>0.52521760940551754</c:v>
                </c:pt>
                <c:pt idx="3953">
                  <c:v>0.4386336708068847</c:v>
                </c:pt>
                <c:pt idx="3954">
                  <c:v>0.81171302318573024</c:v>
                </c:pt>
                <c:pt idx="3955">
                  <c:v>0.97433163642883314</c:v>
                </c:pt>
                <c:pt idx="3956">
                  <c:v>0.82711835861206051</c:v>
                </c:pt>
                <c:pt idx="3957">
                  <c:v>0.74588294506073027</c:v>
                </c:pt>
                <c:pt idx="3958">
                  <c:v>0.7859054231643674</c:v>
                </c:pt>
                <c:pt idx="3959">
                  <c:v>0.50639539718627924</c:v>
                </c:pt>
                <c:pt idx="3960">
                  <c:v>0.70539155960083</c:v>
                </c:pt>
                <c:pt idx="3961">
                  <c:v>0.63047884941101096</c:v>
                </c:pt>
                <c:pt idx="3962">
                  <c:v>0.63045312881469751</c:v>
                </c:pt>
                <c:pt idx="3963">
                  <c:v>0.6687886333465578</c:v>
                </c:pt>
                <c:pt idx="3964">
                  <c:v>0.75506373882293698</c:v>
                </c:pt>
                <c:pt idx="3965">
                  <c:v>0.80003255367279069</c:v>
                </c:pt>
                <c:pt idx="3966">
                  <c:v>0.50228729724884025</c:v>
                </c:pt>
                <c:pt idx="3967">
                  <c:v>0.73177046298980697</c:v>
                </c:pt>
                <c:pt idx="3968">
                  <c:v>0.81689399242401095</c:v>
                </c:pt>
                <c:pt idx="3969">
                  <c:v>0.74357480764389061</c:v>
                </c:pt>
                <c:pt idx="3970">
                  <c:v>1.0177347564697268</c:v>
                </c:pt>
                <c:pt idx="3971">
                  <c:v>0.82098196506500254</c:v>
                </c:pt>
                <c:pt idx="3972">
                  <c:v>0.61078314542770351</c:v>
                </c:pt>
                <c:pt idx="3973">
                  <c:v>0.83058031082153316</c:v>
                </c:pt>
                <c:pt idx="3974">
                  <c:v>0.6946706342697142</c:v>
                </c:pt>
                <c:pt idx="3975">
                  <c:v>0.51023980379104628</c:v>
                </c:pt>
                <c:pt idx="3976">
                  <c:v>0.46580852866172806</c:v>
                </c:pt>
                <c:pt idx="3977">
                  <c:v>0.73495013236999529</c:v>
                </c:pt>
                <c:pt idx="3978">
                  <c:v>0.47315347194671609</c:v>
                </c:pt>
                <c:pt idx="3979">
                  <c:v>0.97936180114746108</c:v>
                </c:pt>
                <c:pt idx="3980">
                  <c:v>0.60773777246475214</c:v>
                </c:pt>
                <c:pt idx="3981">
                  <c:v>1.010790195465088</c:v>
                </c:pt>
                <c:pt idx="3982">
                  <c:v>0.9256245160102845</c:v>
                </c:pt>
                <c:pt idx="3983">
                  <c:v>0.8007075405120847</c:v>
                </c:pt>
                <c:pt idx="3984">
                  <c:v>0.90430492401123019</c:v>
                </c:pt>
                <c:pt idx="3985">
                  <c:v>0.95490446090698233</c:v>
                </c:pt>
                <c:pt idx="3986">
                  <c:v>0.61783643245697017</c:v>
                </c:pt>
                <c:pt idx="3987">
                  <c:v>0.70528262615203896</c:v>
                </c:pt>
                <c:pt idx="3988">
                  <c:v>0.8613995361328125</c:v>
                </c:pt>
                <c:pt idx="3989">
                  <c:v>0.91725239753723176</c:v>
                </c:pt>
                <c:pt idx="3990">
                  <c:v>0.92864539146423297</c:v>
                </c:pt>
                <c:pt idx="3991">
                  <c:v>0.8710557746887212</c:v>
                </c:pt>
                <c:pt idx="3992">
                  <c:v>0.97352774620056148</c:v>
                </c:pt>
                <c:pt idx="3993">
                  <c:v>0.84236894130706763</c:v>
                </c:pt>
                <c:pt idx="3994">
                  <c:v>0.68485496520996114</c:v>
                </c:pt>
                <c:pt idx="3995">
                  <c:v>0.81720063686370881</c:v>
                </c:pt>
                <c:pt idx="3996">
                  <c:v>0.63724239349365219</c:v>
                </c:pt>
                <c:pt idx="3997">
                  <c:v>0.70809810161590603</c:v>
                </c:pt>
                <c:pt idx="3998">
                  <c:v>0.90774304389953586</c:v>
                </c:pt>
                <c:pt idx="3999">
                  <c:v>0.46072402238845872</c:v>
                </c:pt>
                <c:pt idx="4000">
                  <c:v>0.7814067220687867</c:v>
                </c:pt>
                <c:pt idx="4001">
                  <c:v>0.91329371452331554</c:v>
                </c:pt>
                <c:pt idx="4002">
                  <c:v>0.76613838672637946</c:v>
                </c:pt>
                <c:pt idx="4003">
                  <c:v>0.37881151199340823</c:v>
                </c:pt>
                <c:pt idx="4004">
                  <c:v>0.7965395450592041</c:v>
                </c:pt>
                <c:pt idx="4005">
                  <c:v>1.0689776945114138</c:v>
                </c:pt>
                <c:pt idx="4006">
                  <c:v>0.79473788738250695</c:v>
                </c:pt>
                <c:pt idx="4007">
                  <c:v>0.7613780808448789</c:v>
                </c:pt>
                <c:pt idx="4008">
                  <c:v>0.79824843406677226</c:v>
                </c:pt>
                <c:pt idx="4009">
                  <c:v>0.80446904182434065</c:v>
                </c:pt>
                <c:pt idx="4010">
                  <c:v>0.72057518005371068</c:v>
                </c:pt>
                <c:pt idx="4011">
                  <c:v>0.71199479341506999</c:v>
                </c:pt>
                <c:pt idx="4012">
                  <c:v>0.9309098768234253</c:v>
                </c:pt>
                <c:pt idx="4013">
                  <c:v>0.71106045484542857</c:v>
                </c:pt>
                <c:pt idx="4014">
                  <c:v>0.67584066867828319</c:v>
                </c:pt>
                <c:pt idx="4015">
                  <c:v>0.39921639204025272</c:v>
                </c:pt>
                <c:pt idx="4016">
                  <c:v>0.73193187475204502</c:v>
                </c:pt>
                <c:pt idx="4017">
                  <c:v>0.69544564962387101</c:v>
                </c:pt>
                <c:pt idx="4018">
                  <c:v>0.71404886484146091</c:v>
                </c:pt>
                <c:pt idx="4019">
                  <c:v>0.219609375</c:v>
                </c:pt>
                <c:pt idx="4020">
                  <c:v>0.77234760761260968</c:v>
                </c:pt>
                <c:pt idx="4021">
                  <c:v>0.60723896741867101</c:v>
                </c:pt>
                <c:pt idx="4022">
                  <c:v>0.15398164272308354</c:v>
                </c:pt>
                <c:pt idx="4023">
                  <c:v>0.26092939496040318</c:v>
                </c:pt>
                <c:pt idx="4024">
                  <c:v>0.25133932471275294</c:v>
                </c:pt>
                <c:pt idx="4025">
                  <c:v>0.70482666492462143</c:v>
                </c:pt>
                <c:pt idx="4026">
                  <c:v>0.58786976337432906</c:v>
                </c:pt>
                <c:pt idx="4027">
                  <c:v>0.90312253475189208</c:v>
                </c:pt>
                <c:pt idx="4028">
                  <c:v>0.8693481731414795</c:v>
                </c:pt>
                <c:pt idx="4029">
                  <c:v>0.78637060403823866</c:v>
                </c:pt>
                <c:pt idx="4030">
                  <c:v>0.67904779672622662</c:v>
                </c:pt>
                <c:pt idx="4031">
                  <c:v>0.65231287479400624</c:v>
                </c:pt>
                <c:pt idx="4032">
                  <c:v>0.47363633394241345</c:v>
                </c:pt>
                <c:pt idx="4033">
                  <c:v>0.89977910041809073</c:v>
                </c:pt>
                <c:pt idx="4034">
                  <c:v>0.67455555438995352</c:v>
                </c:pt>
                <c:pt idx="4035">
                  <c:v>0.80826694250106823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1.4257667255401614</c:v>
                </c:pt>
                <c:pt idx="4046">
                  <c:v>1.3192588806152343</c:v>
                </c:pt>
                <c:pt idx="4047">
                  <c:v>1.443888216018677</c:v>
                </c:pt>
                <c:pt idx="4048">
                  <c:v>1.4654676818847656</c:v>
                </c:pt>
                <c:pt idx="4049">
                  <c:v>1.3030853462219238</c:v>
                </c:pt>
                <c:pt idx="4050">
                  <c:v>0.95366152524948145</c:v>
                </c:pt>
                <c:pt idx="4051">
                  <c:v>0.57268715143203797</c:v>
                </c:pt>
                <c:pt idx="4052">
                  <c:v>0.7883685779571532</c:v>
                </c:pt>
                <c:pt idx="4053">
                  <c:v>0.65680943012237547</c:v>
                </c:pt>
                <c:pt idx="4054">
                  <c:v>0.4991649699211117</c:v>
                </c:pt>
                <c:pt idx="4055">
                  <c:v>0.60418594121932978</c:v>
                </c:pt>
                <c:pt idx="4056">
                  <c:v>0.61628881931304935</c:v>
                </c:pt>
                <c:pt idx="4057">
                  <c:v>0.54608276367187503</c:v>
                </c:pt>
                <c:pt idx="4058">
                  <c:v>0.61561523437499999</c:v>
                </c:pt>
                <c:pt idx="4059">
                  <c:v>0.72711676597595243</c:v>
                </c:pt>
                <c:pt idx="4060">
                  <c:v>0.87125051021575906</c:v>
                </c:pt>
                <c:pt idx="4061">
                  <c:v>0.59695067167282168</c:v>
                </c:pt>
                <c:pt idx="4062">
                  <c:v>0.65240603685379006</c:v>
                </c:pt>
                <c:pt idx="4063">
                  <c:v>0.51048175334930401</c:v>
                </c:pt>
                <c:pt idx="4064">
                  <c:v>0.63808663845062241</c:v>
                </c:pt>
                <c:pt idx="4065">
                  <c:v>0.68734361171722425</c:v>
                </c:pt>
                <c:pt idx="4066">
                  <c:v>0.42058627367019674</c:v>
                </c:pt>
                <c:pt idx="4067">
                  <c:v>0.6145251488685608</c:v>
                </c:pt>
                <c:pt idx="4068">
                  <c:v>0.65072957754135097</c:v>
                </c:pt>
                <c:pt idx="4069">
                  <c:v>0.74964793682098418</c:v>
                </c:pt>
                <c:pt idx="4070">
                  <c:v>0.8877981948852538</c:v>
                </c:pt>
                <c:pt idx="4071">
                  <c:v>0.81359520435333266</c:v>
                </c:pt>
                <c:pt idx="4072">
                  <c:v>0.90422942161560071</c:v>
                </c:pt>
                <c:pt idx="4073">
                  <c:v>0.59663636684417731</c:v>
                </c:pt>
                <c:pt idx="4074">
                  <c:v>0.89669720649719242</c:v>
                </c:pt>
                <c:pt idx="4075">
                  <c:v>0.79519672393798846</c:v>
                </c:pt>
                <c:pt idx="4076">
                  <c:v>0.7340742087364196</c:v>
                </c:pt>
                <c:pt idx="4077">
                  <c:v>0.81229850292205796</c:v>
                </c:pt>
                <c:pt idx="4078">
                  <c:v>0.71128980159759514</c:v>
                </c:pt>
                <c:pt idx="4079">
                  <c:v>0.52909778594970747</c:v>
                </c:pt>
                <c:pt idx="4080">
                  <c:v>0.79168694972991938</c:v>
                </c:pt>
                <c:pt idx="4081">
                  <c:v>0.65510971784591676</c:v>
                </c:pt>
                <c:pt idx="4082">
                  <c:v>0.61026695251464824</c:v>
                </c:pt>
                <c:pt idx="4083">
                  <c:v>0.62877476692199696</c:v>
                </c:pt>
                <c:pt idx="4084">
                  <c:v>0.68595965623855604</c:v>
                </c:pt>
                <c:pt idx="4085">
                  <c:v>0.49334790587425231</c:v>
                </c:pt>
                <c:pt idx="4086">
                  <c:v>0.50572231292724601</c:v>
                </c:pt>
                <c:pt idx="4087">
                  <c:v>0.55669694423675542</c:v>
                </c:pt>
                <c:pt idx="4088">
                  <c:v>0.51443331956863392</c:v>
                </c:pt>
                <c:pt idx="4089">
                  <c:v>0.48370270013809202</c:v>
                </c:pt>
                <c:pt idx="4090">
                  <c:v>0.44973040044307705</c:v>
                </c:pt>
                <c:pt idx="4091">
                  <c:v>0.47406639218330371</c:v>
                </c:pt>
                <c:pt idx="4092">
                  <c:v>0.59161806106567394</c:v>
                </c:pt>
                <c:pt idx="4093">
                  <c:v>4.6892416477203373E-2</c:v>
                </c:pt>
                <c:pt idx="4094">
                  <c:v>0.40106542825698865</c:v>
                </c:pt>
                <c:pt idx="4095">
                  <c:v>0.55181310653686499</c:v>
                </c:pt>
                <c:pt idx="4096">
                  <c:v>0.27778861463069893</c:v>
                </c:pt>
                <c:pt idx="4097">
                  <c:v>0.62736454010009779</c:v>
                </c:pt>
                <c:pt idx="4098">
                  <c:v>0.37313605785369897</c:v>
                </c:pt>
                <c:pt idx="4099">
                  <c:v>0.88386709213256842</c:v>
                </c:pt>
                <c:pt idx="4100">
                  <c:v>0.20245405197143548</c:v>
                </c:pt>
                <c:pt idx="4101">
                  <c:v>1.0687299585342409</c:v>
                </c:pt>
                <c:pt idx="4102">
                  <c:v>0.61845499992370645</c:v>
                </c:pt>
                <c:pt idx="4103">
                  <c:v>0.69053368091583267</c:v>
                </c:pt>
                <c:pt idx="4104">
                  <c:v>0.70460678100585983</c:v>
                </c:pt>
                <c:pt idx="4105">
                  <c:v>0.55068881034851047</c:v>
                </c:pt>
                <c:pt idx="4106">
                  <c:v>0.78237972021102897</c:v>
                </c:pt>
                <c:pt idx="4107">
                  <c:v>0.72051548480987593</c:v>
                </c:pt>
                <c:pt idx="4108">
                  <c:v>0.87466114997863798</c:v>
                </c:pt>
                <c:pt idx="4109">
                  <c:v>0.53246920824050925</c:v>
                </c:pt>
                <c:pt idx="4110">
                  <c:v>0.77431398868560786</c:v>
                </c:pt>
                <c:pt idx="4111">
                  <c:v>0.75397955417633056</c:v>
                </c:pt>
                <c:pt idx="4112">
                  <c:v>0.48367301702499377</c:v>
                </c:pt>
                <c:pt idx="4113">
                  <c:v>0.61145242810249301</c:v>
                </c:pt>
                <c:pt idx="4114">
                  <c:v>0.5461145782470701</c:v>
                </c:pt>
                <c:pt idx="4115">
                  <c:v>0.61165982723236079</c:v>
                </c:pt>
                <c:pt idx="4116">
                  <c:v>0.56174982547760022</c:v>
                </c:pt>
                <c:pt idx="4117">
                  <c:v>0.32468379735946667</c:v>
                </c:pt>
                <c:pt idx="4118">
                  <c:v>0.20581107258796724</c:v>
                </c:pt>
                <c:pt idx="4119">
                  <c:v>0.40484918117523205</c:v>
                </c:pt>
                <c:pt idx="4120">
                  <c:v>0.20890789031982418</c:v>
                </c:pt>
                <c:pt idx="4121">
                  <c:v>0.43646160364150977</c:v>
                </c:pt>
                <c:pt idx="4122">
                  <c:v>0.5746571588516235</c:v>
                </c:pt>
                <c:pt idx="4123">
                  <c:v>0.35851517915725706</c:v>
                </c:pt>
                <c:pt idx="4124">
                  <c:v>0.44034996271133398</c:v>
                </c:pt>
                <c:pt idx="4125">
                  <c:v>0.63509450912475596</c:v>
                </c:pt>
                <c:pt idx="4126">
                  <c:v>0.96886929988861081</c:v>
                </c:pt>
                <c:pt idx="4127">
                  <c:v>0.62654009342193606</c:v>
                </c:pt>
                <c:pt idx="4128">
                  <c:v>0.7481606912612917</c:v>
                </c:pt>
                <c:pt idx="4129">
                  <c:v>0.70538598775863626</c:v>
                </c:pt>
                <c:pt idx="4130">
                  <c:v>0.82441645145416242</c:v>
                </c:pt>
                <c:pt idx="4131">
                  <c:v>0.79004184722900361</c:v>
                </c:pt>
                <c:pt idx="4132">
                  <c:v>0.69935761928558371</c:v>
                </c:pt>
                <c:pt idx="4133">
                  <c:v>0.53214387416839581</c:v>
                </c:pt>
                <c:pt idx="4134">
                  <c:v>0.6791676950454707</c:v>
                </c:pt>
                <c:pt idx="4135">
                  <c:v>0.77318371295928934</c:v>
                </c:pt>
                <c:pt idx="4136">
                  <c:v>0.58145404100418097</c:v>
                </c:pt>
                <c:pt idx="4137">
                  <c:v>0.77152321815490721</c:v>
                </c:pt>
                <c:pt idx="4138">
                  <c:v>0.70755231857299805</c:v>
                </c:pt>
                <c:pt idx="4139">
                  <c:v>0.57963268518447864</c:v>
                </c:pt>
                <c:pt idx="4140">
                  <c:v>0.76787485599517802</c:v>
                </c:pt>
                <c:pt idx="4141">
                  <c:v>0.75172204256057695</c:v>
                </c:pt>
                <c:pt idx="4142">
                  <c:v>0.61551637887954702</c:v>
                </c:pt>
                <c:pt idx="4143">
                  <c:v>0.60791861057281449</c:v>
                </c:pt>
                <c:pt idx="4144">
                  <c:v>0.8014212369918825</c:v>
                </c:pt>
                <c:pt idx="4145">
                  <c:v>0.71734016418457047</c:v>
                </c:pt>
                <c:pt idx="4146">
                  <c:v>0.63858577966690078</c:v>
                </c:pt>
                <c:pt idx="4147">
                  <c:v>0.95389366865158043</c:v>
                </c:pt>
                <c:pt idx="4148">
                  <c:v>0.94090367317199741</c:v>
                </c:pt>
                <c:pt idx="4149">
                  <c:v>0.57259263753890977</c:v>
                </c:pt>
                <c:pt idx="4150">
                  <c:v>0.95187694072723394</c:v>
                </c:pt>
                <c:pt idx="4151">
                  <c:v>0.8939139461517337</c:v>
                </c:pt>
                <c:pt idx="4152">
                  <c:v>0.68820136070251414</c:v>
                </c:pt>
                <c:pt idx="4153">
                  <c:v>0.58826124429702742</c:v>
                </c:pt>
                <c:pt idx="4154">
                  <c:v>0.7294769883155825</c:v>
                </c:pt>
                <c:pt idx="4155">
                  <c:v>0.81507934570312501</c:v>
                </c:pt>
                <c:pt idx="4156">
                  <c:v>0.84429033279418941</c:v>
                </c:pt>
                <c:pt idx="4157">
                  <c:v>0.48919137239456173</c:v>
                </c:pt>
                <c:pt idx="4158">
                  <c:v>0.72985511541366599</c:v>
                </c:pt>
                <c:pt idx="4159">
                  <c:v>1.0116674423217773</c:v>
                </c:pt>
                <c:pt idx="4160">
                  <c:v>0.60759152412414597</c:v>
                </c:pt>
                <c:pt idx="4161">
                  <c:v>0.75576968193054217</c:v>
                </c:pt>
                <c:pt idx="4162">
                  <c:v>0.40005968570709222</c:v>
                </c:pt>
                <c:pt idx="4163">
                  <c:v>0.27731513500213606</c:v>
                </c:pt>
                <c:pt idx="4164">
                  <c:v>0.30698351383209255</c:v>
                </c:pt>
                <c:pt idx="4165">
                  <c:v>0.16980947971344015</c:v>
                </c:pt>
                <c:pt idx="4166">
                  <c:v>0.16130592539906519</c:v>
                </c:pt>
                <c:pt idx="4167">
                  <c:v>2.807508856058118E-2</c:v>
                </c:pt>
                <c:pt idx="4168">
                  <c:v>0.29125726461410506</c:v>
                </c:pt>
                <c:pt idx="4169">
                  <c:v>0.49938722133636482</c:v>
                </c:pt>
                <c:pt idx="4170">
                  <c:v>0.48803194999694821</c:v>
                </c:pt>
                <c:pt idx="4171">
                  <c:v>0.64778318166732796</c:v>
                </c:pt>
                <c:pt idx="4172">
                  <c:v>0.54094945907592784</c:v>
                </c:pt>
                <c:pt idx="4173">
                  <c:v>0.47812779664993316</c:v>
                </c:pt>
                <c:pt idx="4174">
                  <c:v>0.68471358060836773</c:v>
                </c:pt>
                <c:pt idx="4175">
                  <c:v>0.91287135601043701</c:v>
                </c:pt>
                <c:pt idx="4176">
                  <c:v>0.46807209134101885</c:v>
                </c:pt>
                <c:pt idx="4177">
                  <c:v>0.81613254547119152</c:v>
                </c:pt>
                <c:pt idx="4178">
                  <c:v>0.79635827064514153</c:v>
                </c:pt>
                <c:pt idx="4179">
                  <c:v>0.62053674459457375</c:v>
                </c:pt>
                <c:pt idx="4180">
                  <c:v>0.6797480034828185</c:v>
                </c:pt>
                <c:pt idx="4181">
                  <c:v>0.67369227647781371</c:v>
                </c:pt>
                <c:pt idx="4182">
                  <c:v>0.57733408212661774</c:v>
                </c:pt>
                <c:pt idx="4183">
                  <c:v>0.61835042953491215</c:v>
                </c:pt>
                <c:pt idx="4184">
                  <c:v>0.6322419118881224</c:v>
                </c:pt>
                <c:pt idx="4185">
                  <c:v>0.80441760063171375</c:v>
                </c:pt>
                <c:pt idx="4186">
                  <c:v>0.77799576759338396</c:v>
                </c:pt>
                <c:pt idx="4187">
                  <c:v>0.97296953201293945</c:v>
                </c:pt>
                <c:pt idx="4188">
                  <c:v>0.72738121032714864</c:v>
                </c:pt>
                <c:pt idx="4189">
                  <c:v>0.58886436939239517</c:v>
                </c:pt>
                <c:pt idx="4190">
                  <c:v>0.49074890613555894</c:v>
                </c:pt>
                <c:pt idx="4191">
                  <c:v>0.68746696472168045</c:v>
                </c:pt>
                <c:pt idx="4192">
                  <c:v>0.93510686874389626</c:v>
                </c:pt>
                <c:pt idx="4193">
                  <c:v>0.47394909381866474</c:v>
                </c:pt>
                <c:pt idx="4194">
                  <c:v>0.70761610507965111</c:v>
                </c:pt>
                <c:pt idx="4195">
                  <c:v>0.74173087120056103</c:v>
                </c:pt>
                <c:pt idx="4196">
                  <c:v>0.39958408355712899</c:v>
                </c:pt>
                <c:pt idx="4197">
                  <c:v>0.67166677236556971</c:v>
                </c:pt>
                <c:pt idx="4198">
                  <c:v>0.6431624364852907</c:v>
                </c:pt>
                <c:pt idx="4199">
                  <c:v>0.73448597431182827</c:v>
                </c:pt>
                <c:pt idx="4200">
                  <c:v>0.72948243856430073</c:v>
                </c:pt>
                <c:pt idx="4201">
                  <c:v>0.70908815860748287</c:v>
                </c:pt>
                <c:pt idx="4202">
                  <c:v>0.75376782417297372</c:v>
                </c:pt>
                <c:pt idx="4203">
                  <c:v>0.94669951915740957</c:v>
                </c:pt>
                <c:pt idx="4204">
                  <c:v>7.2721574306488124E-2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0.96701193809509312</c:v>
                </c:pt>
                <c:pt idx="4214">
                  <c:v>1.343785572052002</c:v>
                </c:pt>
                <c:pt idx="4215">
                  <c:v>1.4324656105041502</c:v>
                </c:pt>
                <c:pt idx="4216">
                  <c:v>1.3421757888793944</c:v>
                </c:pt>
                <c:pt idx="4217">
                  <c:v>1.4447317028045654</c:v>
                </c:pt>
                <c:pt idx="4218">
                  <c:v>0.67992073059082048</c:v>
                </c:pt>
                <c:pt idx="4219">
                  <c:v>0.22862260490655884</c:v>
                </c:pt>
                <c:pt idx="4220">
                  <c:v>0.58328395843505842</c:v>
                </c:pt>
                <c:pt idx="4221">
                  <c:v>0.46841707706451446</c:v>
                </c:pt>
                <c:pt idx="4222">
                  <c:v>0.67277748584747321</c:v>
                </c:pt>
                <c:pt idx="4223">
                  <c:v>0.66683138608932524</c:v>
                </c:pt>
                <c:pt idx="4224">
                  <c:v>0.40022754907608016</c:v>
                </c:pt>
                <c:pt idx="4225">
                  <c:v>0.52100119829177827</c:v>
                </c:pt>
                <c:pt idx="4226">
                  <c:v>0.40675715804100032</c:v>
                </c:pt>
                <c:pt idx="4227">
                  <c:v>0.34237653851509092</c:v>
                </c:pt>
                <c:pt idx="4228">
                  <c:v>0.59207474470138544</c:v>
                </c:pt>
                <c:pt idx="4229">
                  <c:v>0.56741926431655898</c:v>
                </c:pt>
                <c:pt idx="4230">
                  <c:v>0.49440925598144553</c:v>
                </c:pt>
                <c:pt idx="4231">
                  <c:v>0.67054033756256104</c:v>
                </c:pt>
                <c:pt idx="4232">
                  <c:v>0.62366539478302019</c:v>
                </c:pt>
                <c:pt idx="4233">
                  <c:v>0.61595173358917243</c:v>
                </c:pt>
                <c:pt idx="4234">
                  <c:v>0.67157706499099723</c:v>
                </c:pt>
                <c:pt idx="4235">
                  <c:v>0.47048790550231945</c:v>
                </c:pt>
                <c:pt idx="4236">
                  <c:v>0.65800941467285157</c:v>
                </c:pt>
                <c:pt idx="4237">
                  <c:v>0.50620125532150284</c:v>
                </c:pt>
                <c:pt idx="4238">
                  <c:v>0.31897615671157831</c:v>
                </c:pt>
                <c:pt idx="4239">
                  <c:v>0.63972347259521511</c:v>
                </c:pt>
                <c:pt idx="4240">
                  <c:v>0.73322164893150321</c:v>
                </c:pt>
                <c:pt idx="4241">
                  <c:v>0.57186612367630019</c:v>
                </c:pt>
                <c:pt idx="4242">
                  <c:v>0.62891233921051048</c:v>
                </c:pt>
                <c:pt idx="4243">
                  <c:v>0.70074738979339624</c:v>
                </c:pt>
                <c:pt idx="4244">
                  <c:v>0.47318401336669902</c:v>
                </c:pt>
                <c:pt idx="4245">
                  <c:v>0.55094525098800662</c:v>
                </c:pt>
                <c:pt idx="4246">
                  <c:v>0.83393516063690198</c:v>
                </c:pt>
                <c:pt idx="4247">
                  <c:v>0.56683759689331048</c:v>
                </c:pt>
                <c:pt idx="4248">
                  <c:v>0.63073619842529272</c:v>
                </c:pt>
                <c:pt idx="4249">
                  <c:v>0.52205391526222245</c:v>
                </c:pt>
                <c:pt idx="4250">
                  <c:v>0.56668614864349376</c:v>
                </c:pt>
                <c:pt idx="4251">
                  <c:v>0.4833753776550293</c:v>
                </c:pt>
                <c:pt idx="4252">
                  <c:v>0.6130748069286347</c:v>
                </c:pt>
                <c:pt idx="4253">
                  <c:v>0.57162010431289645</c:v>
                </c:pt>
                <c:pt idx="4254">
                  <c:v>0.50457134485244737</c:v>
                </c:pt>
                <c:pt idx="4255">
                  <c:v>0.67132623910903988</c:v>
                </c:pt>
                <c:pt idx="4256">
                  <c:v>0.40531990528106698</c:v>
                </c:pt>
                <c:pt idx="4257">
                  <c:v>0.84191863059997574</c:v>
                </c:pt>
                <c:pt idx="4258">
                  <c:v>0.65218382835388145</c:v>
                </c:pt>
                <c:pt idx="4259">
                  <c:v>0.17866563141345959</c:v>
                </c:pt>
                <c:pt idx="4260">
                  <c:v>0.25230802059173596</c:v>
                </c:pt>
                <c:pt idx="4261">
                  <c:v>8.6580528616905447E-2</c:v>
                </c:pt>
                <c:pt idx="4262">
                  <c:v>0.27198522090911881</c:v>
                </c:pt>
                <c:pt idx="4263">
                  <c:v>0.25922241926193224</c:v>
                </c:pt>
                <c:pt idx="4264">
                  <c:v>0.36719558715820316</c:v>
                </c:pt>
                <c:pt idx="4265">
                  <c:v>0.67128027677535973</c:v>
                </c:pt>
                <c:pt idx="4266">
                  <c:v>0.62194862365722636</c:v>
                </c:pt>
                <c:pt idx="4267">
                  <c:v>0.5455591535568235</c:v>
                </c:pt>
                <c:pt idx="4268">
                  <c:v>0.56570122718811033</c:v>
                </c:pt>
                <c:pt idx="4269">
                  <c:v>0.73497871041297935</c:v>
                </c:pt>
                <c:pt idx="4270">
                  <c:v>0.62502353668212896</c:v>
                </c:pt>
                <c:pt idx="4271">
                  <c:v>0.49060322284698477</c:v>
                </c:pt>
                <c:pt idx="4272">
                  <c:v>0.42095039606094375</c:v>
                </c:pt>
                <c:pt idx="4273">
                  <c:v>0.61917758703231784</c:v>
                </c:pt>
                <c:pt idx="4274">
                  <c:v>0.6113008332252502</c:v>
                </c:pt>
                <c:pt idx="4275">
                  <c:v>0.683387632369995</c:v>
                </c:pt>
                <c:pt idx="4276">
                  <c:v>0.52832463026046728</c:v>
                </c:pt>
                <c:pt idx="4277">
                  <c:v>0.52412121534347522</c:v>
                </c:pt>
                <c:pt idx="4278">
                  <c:v>0.41878223419189442</c:v>
                </c:pt>
                <c:pt idx="4279">
                  <c:v>0.61138868093490595</c:v>
                </c:pt>
                <c:pt idx="4280">
                  <c:v>0.71188203334808398</c:v>
                </c:pt>
                <c:pt idx="4281">
                  <c:v>0.64241822719573982</c:v>
                </c:pt>
                <c:pt idx="4282">
                  <c:v>0.69516065597534182</c:v>
                </c:pt>
                <c:pt idx="4283">
                  <c:v>0.41080891728401187</c:v>
                </c:pt>
                <c:pt idx="4284">
                  <c:v>0.31225755572319014</c:v>
                </c:pt>
                <c:pt idx="4285">
                  <c:v>0.44052220344543452</c:v>
                </c:pt>
                <c:pt idx="4286">
                  <c:v>0.59131965279579146</c:v>
                </c:pt>
                <c:pt idx="4287">
                  <c:v>0.48594606399536133</c:v>
                </c:pt>
                <c:pt idx="4288">
                  <c:v>0.83657773017883297</c:v>
                </c:pt>
                <c:pt idx="4289">
                  <c:v>0.81319220066070552</c:v>
                </c:pt>
                <c:pt idx="4290">
                  <c:v>0.47755935072898842</c:v>
                </c:pt>
                <c:pt idx="4291">
                  <c:v>0.66999689340591373</c:v>
                </c:pt>
                <c:pt idx="4292">
                  <c:v>0.9011015653610227</c:v>
                </c:pt>
                <c:pt idx="4293">
                  <c:v>0.68572596073150627</c:v>
                </c:pt>
                <c:pt idx="4294">
                  <c:v>0.54805922985076905</c:v>
                </c:pt>
                <c:pt idx="4295">
                  <c:v>0.67169147729873657</c:v>
                </c:pt>
                <c:pt idx="4296">
                  <c:v>0.66448021173477145</c:v>
                </c:pt>
                <c:pt idx="4297">
                  <c:v>0.71786191463470461</c:v>
                </c:pt>
                <c:pt idx="4298">
                  <c:v>0.62236222743988046</c:v>
                </c:pt>
                <c:pt idx="4299">
                  <c:v>0.67135086536407496</c:v>
                </c:pt>
                <c:pt idx="4300">
                  <c:v>0.52682315111160261</c:v>
                </c:pt>
                <c:pt idx="4301">
                  <c:v>0.68248590230941797</c:v>
                </c:pt>
                <c:pt idx="4302">
                  <c:v>0.75329790115356443</c:v>
                </c:pt>
                <c:pt idx="4303">
                  <c:v>0.55834136009216329</c:v>
                </c:pt>
                <c:pt idx="4304">
                  <c:v>0.59432119131088224</c:v>
                </c:pt>
                <c:pt idx="4305">
                  <c:v>0.66482535123825037</c:v>
                </c:pt>
                <c:pt idx="4306">
                  <c:v>0.75328989028930649</c:v>
                </c:pt>
                <c:pt idx="4307">
                  <c:v>0.2192742562294005</c:v>
                </c:pt>
                <c:pt idx="4308">
                  <c:v>0.34781002521514875</c:v>
                </c:pt>
                <c:pt idx="4309">
                  <c:v>0.55440748929977446</c:v>
                </c:pt>
                <c:pt idx="4310">
                  <c:v>0.35067639827728275</c:v>
                </c:pt>
                <c:pt idx="4311">
                  <c:v>0.31921701192855823</c:v>
                </c:pt>
                <c:pt idx="4312">
                  <c:v>0.42320304393768299</c:v>
                </c:pt>
                <c:pt idx="4313">
                  <c:v>0.7853933858871458</c:v>
                </c:pt>
                <c:pt idx="4314">
                  <c:v>0.67285653591155992</c:v>
                </c:pt>
                <c:pt idx="4315">
                  <c:v>0.80254091262817384</c:v>
                </c:pt>
                <c:pt idx="4316">
                  <c:v>0.63639753341674798</c:v>
                </c:pt>
                <c:pt idx="4317">
                  <c:v>0.84506315231323237</c:v>
                </c:pt>
                <c:pt idx="4318">
                  <c:v>0.41180461406707769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0.55616672515869148</c:v>
                </c:pt>
                <c:pt idx="4327">
                  <c:v>1.4929676055908205</c:v>
                </c:pt>
                <c:pt idx="4328">
                  <c:v>0.74996795654296877</c:v>
                </c:pt>
                <c:pt idx="4329">
                  <c:v>0</c:v>
                </c:pt>
                <c:pt idx="4330">
                  <c:v>0.64249992370605447</c:v>
                </c:pt>
                <c:pt idx="4331">
                  <c:v>0.74609281539916994</c:v>
                </c:pt>
                <c:pt idx="4332">
                  <c:v>0.81685692071914684</c:v>
                </c:pt>
                <c:pt idx="4333">
                  <c:v>0.73228899478912368</c:v>
                </c:pt>
                <c:pt idx="4334">
                  <c:v>0.41423818588256861</c:v>
                </c:pt>
                <c:pt idx="4335">
                  <c:v>0.84944562435150139</c:v>
                </c:pt>
                <c:pt idx="4336">
                  <c:v>0.65709380149841279</c:v>
                </c:pt>
                <c:pt idx="4337">
                  <c:v>0.86546087265014671</c:v>
                </c:pt>
                <c:pt idx="4338">
                  <c:v>0.78895141124725376</c:v>
                </c:pt>
                <c:pt idx="4339">
                  <c:v>0.60444133758544893</c:v>
                </c:pt>
                <c:pt idx="4340">
                  <c:v>0.72633989810943544</c:v>
                </c:pt>
                <c:pt idx="4341">
                  <c:v>0.7429367280006407</c:v>
                </c:pt>
                <c:pt idx="4342">
                  <c:v>0.80270115137100251</c:v>
                </c:pt>
                <c:pt idx="4343">
                  <c:v>0.71671086072921786</c:v>
                </c:pt>
                <c:pt idx="4344">
                  <c:v>0.73872432231903074</c:v>
                </c:pt>
                <c:pt idx="4345">
                  <c:v>0.61348740577697736</c:v>
                </c:pt>
                <c:pt idx="4346">
                  <c:v>0.64762870073318468</c:v>
                </c:pt>
                <c:pt idx="4347">
                  <c:v>0.54896944999694819</c:v>
                </c:pt>
                <c:pt idx="4348">
                  <c:v>0.38992974042892453</c:v>
                </c:pt>
                <c:pt idx="4349">
                  <c:v>0.72051681518554678</c:v>
                </c:pt>
                <c:pt idx="4350">
                  <c:v>0.38645583629608127</c:v>
                </c:pt>
                <c:pt idx="4351">
                  <c:v>0.6305171084403991</c:v>
                </c:pt>
                <c:pt idx="4352">
                  <c:v>0.62953760862350472</c:v>
                </c:pt>
                <c:pt idx="4353">
                  <c:v>0.59279531478881842</c:v>
                </c:pt>
                <c:pt idx="4354">
                  <c:v>0.48075029969215394</c:v>
                </c:pt>
                <c:pt idx="4355">
                  <c:v>0.49431080818176298</c:v>
                </c:pt>
                <c:pt idx="4356">
                  <c:v>0.58914238214492776</c:v>
                </c:pt>
                <c:pt idx="4357">
                  <c:v>0.12358520507812511</c:v>
                </c:pt>
                <c:pt idx="4358">
                  <c:v>0.50746374607086175</c:v>
                </c:pt>
                <c:pt idx="4359">
                  <c:v>0.87175661087036083</c:v>
                </c:pt>
                <c:pt idx="4360">
                  <c:v>0.79862068176269552</c:v>
                </c:pt>
                <c:pt idx="4361">
                  <c:v>0.76682810783386268</c:v>
                </c:pt>
                <c:pt idx="4362">
                  <c:v>0.26750902175903324</c:v>
                </c:pt>
                <c:pt idx="4363">
                  <c:v>0</c:v>
                </c:pt>
                <c:pt idx="4364">
                  <c:v>0.86524244070053125</c:v>
                </c:pt>
                <c:pt idx="4365">
                  <c:v>0.33052219390869148</c:v>
                </c:pt>
                <c:pt idx="4366">
                  <c:v>0.84884981632232692</c:v>
                </c:pt>
                <c:pt idx="4367">
                  <c:v>0.96649917125701901</c:v>
                </c:pt>
                <c:pt idx="4368">
                  <c:v>0.60160612821578952</c:v>
                </c:pt>
                <c:pt idx="4369">
                  <c:v>0.76275754451751709</c:v>
                </c:pt>
                <c:pt idx="4370">
                  <c:v>0.63951790809631348</c:v>
                </c:pt>
                <c:pt idx="4371">
                  <c:v>0.72295140266418445</c:v>
                </c:pt>
                <c:pt idx="4372">
                  <c:v>0.28331073760986342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1.1230997657775876</c:v>
                </c:pt>
                <c:pt idx="4382">
                  <c:v>1.417172155380249</c:v>
                </c:pt>
                <c:pt idx="4383">
                  <c:v>1.4045118141174313</c:v>
                </c:pt>
                <c:pt idx="4384">
                  <c:v>1.2787500286102291</c:v>
                </c:pt>
                <c:pt idx="4385">
                  <c:v>1.4054582118988035</c:v>
                </c:pt>
                <c:pt idx="4386">
                  <c:v>0.375</c:v>
                </c:pt>
                <c:pt idx="4387">
                  <c:v>0</c:v>
                </c:pt>
                <c:pt idx="4388">
                  <c:v>0.4993584895133974</c:v>
                </c:pt>
                <c:pt idx="4389">
                  <c:v>0.76823076725006123</c:v>
                </c:pt>
                <c:pt idx="4390">
                  <c:v>0.67658178806304925</c:v>
                </c:pt>
                <c:pt idx="4391">
                  <c:v>0.71794146537780779</c:v>
                </c:pt>
                <c:pt idx="4392">
                  <c:v>0.69489389419555669</c:v>
                </c:pt>
                <c:pt idx="4393">
                  <c:v>0.11960226058959975</c:v>
                </c:pt>
                <c:pt idx="4394">
                  <c:v>0.81975734710693349</c:v>
                </c:pt>
                <c:pt idx="4395">
                  <c:v>0.55894454956054673</c:v>
                </c:pt>
                <c:pt idx="4396">
                  <c:v>0</c:v>
                </c:pt>
                <c:pt idx="4397">
                  <c:v>0.94566676139831551</c:v>
                </c:pt>
                <c:pt idx="4398">
                  <c:v>0.68793686628341688</c:v>
                </c:pt>
                <c:pt idx="4399">
                  <c:v>0.65114731550216698</c:v>
                </c:pt>
                <c:pt idx="4400">
                  <c:v>0</c:v>
                </c:pt>
                <c:pt idx="4401">
                  <c:v>0.74181200981140127</c:v>
                </c:pt>
                <c:pt idx="4402">
                  <c:v>0.29067472457885729</c:v>
                </c:pt>
                <c:pt idx="4403">
                  <c:v>0.79778142213821435</c:v>
                </c:pt>
                <c:pt idx="4404">
                  <c:v>0.97869481086730958</c:v>
                </c:pt>
                <c:pt idx="4405">
                  <c:v>0.84605129241943344</c:v>
                </c:pt>
                <c:pt idx="4406">
                  <c:v>0.30396507740020723</c:v>
                </c:pt>
                <c:pt idx="4407">
                  <c:v>1.1246470069885255</c:v>
                </c:pt>
                <c:pt idx="4408">
                  <c:v>0.64835390567779538</c:v>
                </c:pt>
                <c:pt idx="4409">
                  <c:v>0.52123093128204345</c:v>
                </c:pt>
                <c:pt idx="4410">
                  <c:v>0.63109116554260269</c:v>
                </c:pt>
                <c:pt idx="4411">
                  <c:v>0.64421373188495634</c:v>
                </c:pt>
                <c:pt idx="4412">
                  <c:v>0.28042846441268926</c:v>
                </c:pt>
                <c:pt idx="4413">
                  <c:v>1.1083473873138432</c:v>
                </c:pt>
                <c:pt idx="4414">
                  <c:v>0.77390696525573743</c:v>
                </c:pt>
                <c:pt idx="4415">
                  <c:v>0.64831922292709387</c:v>
                </c:pt>
                <c:pt idx="4416">
                  <c:v>0.68278814792633069</c:v>
                </c:pt>
                <c:pt idx="4417">
                  <c:v>0.69934663295745825</c:v>
                </c:pt>
                <c:pt idx="4418">
                  <c:v>0.41137498855590826</c:v>
                </c:pt>
                <c:pt idx="4419">
                  <c:v>5.7606310844421374E-2</c:v>
                </c:pt>
                <c:pt idx="4420">
                  <c:v>0.8112121152877807</c:v>
                </c:pt>
                <c:pt idx="4421">
                  <c:v>0.57861272335052483</c:v>
                </c:pt>
                <c:pt idx="4422">
                  <c:v>0.72875238418579091</c:v>
                </c:pt>
                <c:pt idx="4423">
                  <c:v>0.71295104026794454</c:v>
                </c:pt>
                <c:pt idx="4424">
                  <c:v>0.22679842472076417</c:v>
                </c:pt>
                <c:pt idx="4425">
                  <c:v>0.28840197086334224</c:v>
                </c:pt>
                <c:pt idx="4426">
                  <c:v>0.92262957572936999</c:v>
                </c:pt>
                <c:pt idx="4427">
                  <c:v>0.34203291893005383</c:v>
                </c:pt>
                <c:pt idx="4428">
                  <c:v>0.55032934427261371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0.153945665359497</c:v>
                </c:pt>
                <c:pt idx="4436">
                  <c:v>1.0229638767242428</c:v>
                </c:pt>
                <c:pt idx="4437">
                  <c:v>0.19644988059997573</c:v>
                </c:pt>
                <c:pt idx="4438">
                  <c:v>0.49526461601257343</c:v>
                </c:pt>
                <c:pt idx="4439">
                  <c:v>0.6132681083679199</c:v>
                </c:pt>
                <c:pt idx="4440">
                  <c:v>0.79866595745086644</c:v>
                </c:pt>
                <c:pt idx="4441">
                  <c:v>0.82002738475799575</c:v>
                </c:pt>
                <c:pt idx="4442">
                  <c:v>0.68300777435302762</c:v>
                </c:pt>
                <c:pt idx="4443">
                  <c:v>0.66445283174514791</c:v>
                </c:pt>
                <c:pt idx="4444">
                  <c:v>0.75089956998825069</c:v>
                </c:pt>
                <c:pt idx="4445">
                  <c:v>0.77695841789245645</c:v>
                </c:pt>
                <c:pt idx="4446">
                  <c:v>0.9181324911117551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0.28222072362899808</c:v>
                </c:pt>
                <c:pt idx="4452">
                  <c:v>0.6072789430618285</c:v>
                </c:pt>
                <c:pt idx="4453">
                  <c:v>0.36308690965175622</c:v>
                </c:pt>
                <c:pt idx="4454">
                  <c:v>0.55750958919525195</c:v>
                </c:pt>
                <c:pt idx="4455">
                  <c:v>0.77394845008850133</c:v>
                </c:pt>
                <c:pt idx="4456">
                  <c:v>0.63962625503540049</c:v>
                </c:pt>
                <c:pt idx="4457">
                  <c:v>0.63254743337631225</c:v>
                </c:pt>
                <c:pt idx="4458">
                  <c:v>0.52265367507934624</c:v>
                </c:pt>
                <c:pt idx="4459">
                  <c:v>0.48537494659423847</c:v>
                </c:pt>
                <c:pt idx="4460">
                  <c:v>0.96611716032028194</c:v>
                </c:pt>
                <c:pt idx="4461">
                  <c:v>0.48352183341979948</c:v>
                </c:pt>
                <c:pt idx="4462">
                  <c:v>0.75634677171707132</c:v>
                </c:pt>
                <c:pt idx="4463">
                  <c:v>0.82781998157501246</c:v>
                </c:pt>
                <c:pt idx="4464">
                  <c:v>1.0501843357086182</c:v>
                </c:pt>
                <c:pt idx="4465">
                  <c:v>0.74146870136260978</c:v>
                </c:pt>
                <c:pt idx="4466">
                  <c:v>0.82497475147247323</c:v>
                </c:pt>
                <c:pt idx="4467">
                  <c:v>0.78735013961792022</c:v>
                </c:pt>
                <c:pt idx="4468">
                  <c:v>0.88171970844268799</c:v>
                </c:pt>
                <c:pt idx="4469">
                  <c:v>0.84357961177825902</c:v>
                </c:pt>
                <c:pt idx="4470">
                  <c:v>0.69537552595138552</c:v>
                </c:pt>
                <c:pt idx="4471">
                  <c:v>0.82025330543518093</c:v>
                </c:pt>
                <c:pt idx="4472">
                  <c:v>0.70445666313171373</c:v>
                </c:pt>
                <c:pt idx="4473">
                  <c:v>0.83833100795745852</c:v>
                </c:pt>
                <c:pt idx="4474">
                  <c:v>0.61135582208633443</c:v>
                </c:pt>
                <c:pt idx="4475">
                  <c:v>0.76465869426727273</c:v>
                </c:pt>
                <c:pt idx="4476">
                  <c:v>0</c:v>
                </c:pt>
                <c:pt idx="4477">
                  <c:v>0.35952183723449699</c:v>
                </c:pt>
                <c:pt idx="4478">
                  <c:v>0.56595198154449433</c:v>
                </c:pt>
                <c:pt idx="4479">
                  <c:v>0.42424069404602055</c:v>
                </c:pt>
                <c:pt idx="4480">
                  <c:v>0.3250372409820555</c:v>
                </c:pt>
                <c:pt idx="4481">
                  <c:v>0.64488975763320899</c:v>
                </c:pt>
                <c:pt idx="4482">
                  <c:v>0.30538489580154449</c:v>
                </c:pt>
                <c:pt idx="4483">
                  <c:v>0.25834769010543823</c:v>
                </c:pt>
                <c:pt idx="4484">
                  <c:v>0.46602178931236271</c:v>
                </c:pt>
                <c:pt idx="4485">
                  <c:v>0.66307904720306443</c:v>
                </c:pt>
                <c:pt idx="4486">
                  <c:v>0.88752924442291325</c:v>
                </c:pt>
                <c:pt idx="4487">
                  <c:v>0.55636504411697363</c:v>
                </c:pt>
                <c:pt idx="4488">
                  <c:v>0.83776858806610077</c:v>
                </c:pt>
                <c:pt idx="4489">
                  <c:v>0.55418798446655204</c:v>
                </c:pt>
                <c:pt idx="4490">
                  <c:v>0.54701708793640125</c:v>
                </c:pt>
                <c:pt idx="4491">
                  <c:v>0.55564167022705047</c:v>
                </c:pt>
                <c:pt idx="4492">
                  <c:v>0.62775830268859867</c:v>
                </c:pt>
                <c:pt idx="4493">
                  <c:v>0.55495578289031944</c:v>
                </c:pt>
                <c:pt idx="4494">
                  <c:v>0.53271322488784834</c:v>
                </c:pt>
                <c:pt idx="4495">
                  <c:v>0.82709087848663343</c:v>
                </c:pt>
                <c:pt idx="4496">
                  <c:v>0.74218112468719499</c:v>
                </c:pt>
                <c:pt idx="4497">
                  <c:v>0.67477496623992972</c:v>
                </c:pt>
                <c:pt idx="4498">
                  <c:v>0.57569781303405754</c:v>
                </c:pt>
                <c:pt idx="4499">
                  <c:v>0.72001863241195641</c:v>
                </c:pt>
                <c:pt idx="4500">
                  <c:v>0.11225592970848071</c:v>
                </c:pt>
                <c:pt idx="4501">
                  <c:v>0.64802385807037355</c:v>
                </c:pt>
                <c:pt idx="4502">
                  <c:v>0.62110154628753689</c:v>
                </c:pt>
                <c:pt idx="4503">
                  <c:v>0.48832560181617746</c:v>
                </c:pt>
                <c:pt idx="4504">
                  <c:v>0.48870097160339365</c:v>
                </c:pt>
                <c:pt idx="4505">
                  <c:v>0.50393679141998293</c:v>
                </c:pt>
                <c:pt idx="4506">
                  <c:v>0.34280137896537766</c:v>
                </c:pt>
                <c:pt idx="4507">
                  <c:v>0.41142198801040647</c:v>
                </c:pt>
                <c:pt idx="4508">
                  <c:v>0.50461632728576655</c:v>
                </c:pt>
                <c:pt idx="4509">
                  <c:v>0.66178587198257477</c:v>
                </c:pt>
                <c:pt idx="4510">
                  <c:v>0.55660231590271014</c:v>
                </c:pt>
                <c:pt idx="4511">
                  <c:v>0.84448149919509863</c:v>
                </c:pt>
                <c:pt idx="4512">
                  <c:v>0.6912804937362671</c:v>
                </c:pt>
                <c:pt idx="4513">
                  <c:v>0.86025152206420952</c:v>
                </c:pt>
                <c:pt idx="4514">
                  <c:v>0.60960638523101818</c:v>
                </c:pt>
                <c:pt idx="4515">
                  <c:v>0.90252556800842276</c:v>
                </c:pt>
                <c:pt idx="4516">
                  <c:v>0.71990175247192334</c:v>
                </c:pt>
                <c:pt idx="4517">
                  <c:v>0.70403554916381827</c:v>
                </c:pt>
                <c:pt idx="4518">
                  <c:v>0.72259204387664844</c:v>
                </c:pt>
                <c:pt idx="4519">
                  <c:v>0.39966427803039556</c:v>
                </c:pt>
                <c:pt idx="4520">
                  <c:v>0.89350399017334015</c:v>
                </c:pt>
                <c:pt idx="4521">
                  <c:v>0.65960193872451822</c:v>
                </c:pt>
                <c:pt idx="4522">
                  <c:v>0.8246425437927245</c:v>
                </c:pt>
                <c:pt idx="4523">
                  <c:v>0.87032352447509731</c:v>
                </c:pt>
                <c:pt idx="4524">
                  <c:v>0.84640799045562753</c:v>
                </c:pt>
                <c:pt idx="4525">
                  <c:v>1.095125741958618</c:v>
                </c:pt>
                <c:pt idx="4526">
                  <c:v>1.0239683961868287</c:v>
                </c:pt>
                <c:pt idx="4527">
                  <c:v>0.82243893384933486</c:v>
                </c:pt>
                <c:pt idx="4528">
                  <c:v>0.78775765657424923</c:v>
                </c:pt>
                <c:pt idx="4529">
                  <c:v>0.88421104431152364</c:v>
                </c:pt>
                <c:pt idx="4530">
                  <c:v>0.71217806339263945</c:v>
                </c:pt>
                <c:pt idx="4531">
                  <c:v>0.67915803194046043</c:v>
                </c:pt>
                <c:pt idx="4532">
                  <c:v>0.81722654342651391</c:v>
                </c:pt>
                <c:pt idx="4533">
                  <c:v>1.1490032100677494</c:v>
                </c:pt>
                <c:pt idx="4534">
                  <c:v>0.87605827331542985</c:v>
                </c:pt>
                <c:pt idx="4535">
                  <c:v>0.58933099508285547</c:v>
                </c:pt>
                <c:pt idx="4536">
                  <c:v>0.93262902259826652</c:v>
                </c:pt>
                <c:pt idx="4537">
                  <c:v>0.86190555095672572</c:v>
                </c:pt>
                <c:pt idx="4538">
                  <c:v>0.82715848445892304</c:v>
                </c:pt>
                <c:pt idx="4539">
                  <c:v>0.77116899490356439</c:v>
                </c:pt>
                <c:pt idx="4540">
                  <c:v>0.12207069396972675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0.13675788402557362</c:v>
                </c:pt>
                <c:pt idx="4549">
                  <c:v>1.2072832989692688</c:v>
                </c:pt>
                <c:pt idx="4550">
                  <c:v>1.1270496368408209</c:v>
                </c:pt>
                <c:pt idx="4551">
                  <c:v>1.4973571014404299</c:v>
                </c:pt>
                <c:pt idx="4552">
                  <c:v>1.3408664131164554</c:v>
                </c:pt>
                <c:pt idx="4553">
                  <c:v>1.3625796031951904</c:v>
                </c:pt>
                <c:pt idx="4554">
                  <c:v>1.1857000994682312</c:v>
                </c:pt>
                <c:pt idx="4555">
                  <c:v>0.55673618316650431</c:v>
                </c:pt>
                <c:pt idx="4556">
                  <c:v>0.86713170289993269</c:v>
                </c:pt>
                <c:pt idx="4557">
                  <c:v>0.56487648725509676</c:v>
                </c:pt>
                <c:pt idx="4558">
                  <c:v>0.89676921844482393</c:v>
                </c:pt>
                <c:pt idx="4559">
                  <c:v>0.60482470035552993</c:v>
                </c:pt>
                <c:pt idx="4560">
                  <c:v>0.88254773139953591</c:v>
                </c:pt>
                <c:pt idx="4561">
                  <c:v>0.57824217796325705</c:v>
                </c:pt>
                <c:pt idx="4562">
                  <c:v>0.77727880954742434</c:v>
                </c:pt>
                <c:pt idx="4563">
                  <c:v>0.7129407978057859</c:v>
                </c:pt>
                <c:pt idx="4564">
                  <c:v>0.5513339209556577</c:v>
                </c:pt>
                <c:pt idx="4565">
                  <c:v>0.90975294113159177</c:v>
                </c:pt>
                <c:pt idx="4566">
                  <c:v>0.50837300777435335</c:v>
                </c:pt>
                <c:pt idx="4567">
                  <c:v>0.75649605274200449</c:v>
                </c:pt>
                <c:pt idx="4568">
                  <c:v>0.58724101781845095</c:v>
                </c:pt>
                <c:pt idx="4569">
                  <c:v>0.65770701169967649</c:v>
                </c:pt>
                <c:pt idx="4570">
                  <c:v>0.59612365007400525</c:v>
                </c:pt>
                <c:pt idx="4571">
                  <c:v>0.36408885955810572</c:v>
                </c:pt>
                <c:pt idx="4572">
                  <c:v>0.38649177789688166</c:v>
                </c:pt>
                <c:pt idx="4573">
                  <c:v>0.46842618227005001</c:v>
                </c:pt>
                <c:pt idx="4574">
                  <c:v>0.3427587461471554</c:v>
                </c:pt>
                <c:pt idx="4575">
                  <c:v>0.51311063289642334</c:v>
                </c:pt>
                <c:pt idx="4576">
                  <c:v>0.66051833152770967</c:v>
                </c:pt>
                <c:pt idx="4577">
                  <c:v>0.42177410602569615</c:v>
                </c:pt>
                <c:pt idx="4578">
                  <c:v>0.4833950400352478</c:v>
                </c:pt>
                <c:pt idx="4579">
                  <c:v>0.42410227775573694</c:v>
                </c:pt>
                <c:pt idx="4580">
                  <c:v>0.5130321836471553</c:v>
                </c:pt>
                <c:pt idx="4581">
                  <c:v>0.32542418003082269</c:v>
                </c:pt>
                <c:pt idx="4582">
                  <c:v>0.63543927669525146</c:v>
                </c:pt>
                <c:pt idx="4583">
                  <c:v>0.68056667089462275</c:v>
                </c:pt>
                <c:pt idx="4584">
                  <c:v>0.71370760917663567</c:v>
                </c:pt>
                <c:pt idx="4585">
                  <c:v>0.86213609218597387</c:v>
                </c:pt>
                <c:pt idx="4586">
                  <c:v>0.8730516529083252</c:v>
                </c:pt>
                <c:pt idx="4587">
                  <c:v>0.46349905729293794</c:v>
                </c:pt>
                <c:pt idx="4588">
                  <c:v>0.67233337640762325</c:v>
                </c:pt>
                <c:pt idx="4589">
                  <c:v>0.81116909980773921</c:v>
                </c:pt>
                <c:pt idx="4590">
                  <c:v>0.60070347547531122</c:v>
                </c:pt>
                <c:pt idx="4591">
                  <c:v>0.64954758882522601</c:v>
                </c:pt>
                <c:pt idx="4592">
                  <c:v>0.45555061340332048</c:v>
                </c:pt>
                <c:pt idx="4593">
                  <c:v>0.60417971134185744</c:v>
                </c:pt>
                <c:pt idx="4594">
                  <c:v>0.47339222788810725</c:v>
                </c:pt>
                <c:pt idx="4595">
                  <c:v>0.28376177966594684</c:v>
                </c:pt>
                <c:pt idx="4596">
                  <c:v>9.7332758903503638E-2</c:v>
                </c:pt>
                <c:pt idx="4597">
                  <c:v>3.8838386535644623E-4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5.1427996158599998E-2</c:v>
                </c:pt>
                <c:pt idx="4608">
                  <c:v>0.19485240161418943</c:v>
                </c:pt>
                <c:pt idx="4609">
                  <c:v>0.16655519127845758</c:v>
                </c:pt>
                <c:pt idx="4610">
                  <c:v>0.26522722721099862</c:v>
                </c:pt>
                <c:pt idx="4611">
                  <c:v>0.10833516955375687</c:v>
                </c:pt>
                <c:pt idx="4612">
                  <c:v>6.885124146938335E-3</c:v>
                </c:pt>
                <c:pt idx="4613">
                  <c:v>0.26899980783462524</c:v>
                </c:pt>
                <c:pt idx="4614">
                  <c:v>0.26031570196151682</c:v>
                </c:pt>
                <c:pt idx="4615">
                  <c:v>4.8314743638038622E-2</c:v>
                </c:pt>
                <c:pt idx="4616">
                  <c:v>0.11369875788688642</c:v>
                </c:pt>
                <c:pt idx="4617">
                  <c:v>0.22993560791015608</c:v>
                </c:pt>
                <c:pt idx="4618">
                  <c:v>5.4135346412658658E-2</c:v>
                </c:pt>
                <c:pt idx="4619">
                  <c:v>7.4760396480560251E-2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0.30693180799484249</c:v>
                </c:pt>
                <c:pt idx="4635">
                  <c:v>0.25033882141113284</c:v>
                </c:pt>
                <c:pt idx="4636">
                  <c:v>0</c:v>
                </c:pt>
                <c:pt idx="4637">
                  <c:v>0.2937339377403258</c:v>
                </c:pt>
                <c:pt idx="4638">
                  <c:v>0.49192914605140675</c:v>
                </c:pt>
                <c:pt idx="4639">
                  <c:v>0.51017288982868203</c:v>
                </c:pt>
                <c:pt idx="4640">
                  <c:v>0.32820227980613714</c:v>
                </c:pt>
                <c:pt idx="4641">
                  <c:v>0.40258732438087425</c:v>
                </c:pt>
                <c:pt idx="4642">
                  <c:v>0.40700459718704218</c:v>
                </c:pt>
                <c:pt idx="4643">
                  <c:v>0.25400932431221007</c:v>
                </c:pt>
                <c:pt idx="4644">
                  <c:v>0.23015274882316575</c:v>
                </c:pt>
                <c:pt idx="4645">
                  <c:v>0.15343731522560114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7.2818845510482747E-4</c:v>
                </c:pt>
                <c:pt idx="4651">
                  <c:v>6.3464784622192502E-2</c:v>
                </c:pt>
                <c:pt idx="4652">
                  <c:v>0.16280511260032665</c:v>
                </c:pt>
                <c:pt idx="4653">
                  <c:v>0.31429643154144299</c:v>
                </c:pt>
                <c:pt idx="4654">
                  <c:v>0.41519084215164193</c:v>
                </c:pt>
                <c:pt idx="4655">
                  <c:v>0.31069473266601522</c:v>
                </c:pt>
                <c:pt idx="4656">
                  <c:v>0.41725773811340294</c:v>
                </c:pt>
                <c:pt idx="4657">
                  <c:v>0.47877201318740881</c:v>
                </c:pt>
                <c:pt idx="4658">
                  <c:v>0.32060394287109373</c:v>
                </c:pt>
                <c:pt idx="4659">
                  <c:v>0.16664198756217946</c:v>
                </c:pt>
                <c:pt idx="4660">
                  <c:v>0.39678828120231657</c:v>
                </c:pt>
                <c:pt idx="4661">
                  <c:v>0.32552965164184572</c:v>
                </c:pt>
                <c:pt idx="4662">
                  <c:v>0.29622884988784753</c:v>
                </c:pt>
                <c:pt idx="4663">
                  <c:v>0.43962300539016747</c:v>
                </c:pt>
                <c:pt idx="4664">
                  <c:v>0.30655346632003799</c:v>
                </c:pt>
                <c:pt idx="4665">
                  <c:v>0.16971175432205188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0.52688463449478107</c:v>
                </c:pt>
                <c:pt idx="4706">
                  <c:v>0.69272301077842691</c:v>
                </c:pt>
                <c:pt idx="4707">
                  <c:v>0.89212346076965376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4.5975923538208122E-3</c:v>
                </c:pt>
                <c:pt idx="4718">
                  <c:v>0.87184717655181876</c:v>
                </c:pt>
                <c:pt idx="4719">
                  <c:v>1.1111575412750245</c:v>
                </c:pt>
                <c:pt idx="4720">
                  <c:v>1.1056459093093871</c:v>
                </c:pt>
                <c:pt idx="4721">
                  <c:v>1.1705777406692504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0.35679158091545066</c:v>
                </c:pt>
                <c:pt idx="4730">
                  <c:v>0.83641221642494201</c:v>
                </c:pt>
                <c:pt idx="4731">
                  <c:v>0.75360548973083519</c:v>
                </c:pt>
                <c:pt idx="4732">
                  <c:v>0.47556809663772598</c:v>
                </c:pt>
                <c:pt idx="4733">
                  <c:v>0.42173916578292825</c:v>
                </c:pt>
                <c:pt idx="4734">
                  <c:v>1.1943652725219722</c:v>
                </c:pt>
                <c:pt idx="4735">
                  <c:v>0.40353469133377079</c:v>
                </c:pt>
                <c:pt idx="4736">
                  <c:v>0.66342868566513036</c:v>
                </c:pt>
                <c:pt idx="4737">
                  <c:v>1.075472173690796</c:v>
                </c:pt>
                <c:pt idx="4738">
                  <c:v>0.54032086372375498</c:v>
                </c:pt>
                <c:pt idx="4739">
                  <c:v>0.41324707746505751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0.24211078763008123</c:v>
                </c:pt>
                <c:pt idx="4755">
                  <c:v>0.45731712341308572</c:v>
                </c:pt>
                <c:pt idx="4756">
                  <c:v>0.5000714492797852</c:v>
                </c:pt>
                <c:pt idx="4757">
                  <c:v>0.73000938892364498</c:v>
                </c:pt>
                <c:pt idx="4758">
                  <c:v>0.88354189395904592</c:v>
                </c:pt>
                <c:pt idx="4759">
                  <c:v>0.28422444820404075</c:v>
                </c:pt>
                <c:pt idx="4760">
                  <c:v>1.0532919645309446</c:v>
                </c:pt>
                <c:pt idx="4761">
                  <c:v>0.10630269348621371</c:v>
                </c:pt>
                <c:pt idx="4762">
                  <c:v>0.1295766046643258</c:v>
                </c:pt>
                <c:pt idx="4763">
                  <c:v>0.55125594377517673</c:v>
                </c:pt>
                <c:pt idx="4764">
                  <c:v>0.56710032463073723</c:v>
                </c:pt>
                <c:pt idx="4765">
                  <c:v>0.74342041254043578</c:v>
                </c:pt>
                <c:pt idx="4766">
                  <c:v>0.95607845306396499</c:v>
                </c:pt>
                <c:pt idx="4767">
                  <c:v>1.2130429744720459</c:v>
                </c:pt>
                <c:pt idx="4768">
                  <c:v>0.97911974430084225</c:v>
                </c:pt>
                <c:pt idx="4769">
                  <c:v>1.2821212005615232</c:v>
                </c:pt>
                <c:pt idx="4770">
                  <c:v>1.381586208343506</c:v>
                </c:pt>
                <c:pt idx="4771">
                  <c:v>1.4331222724914554</c:v>
                </c:pt>
                <c:pt idx="4772">
                  <c:v>1.151144185066223</c:v>
                </c:pt>
                <c:pt idx="4773">
                  <c:v>1.2086545658111572</c:v>
                </c:pt>
                <c:pt idx="4774">
                  <c:v>1.3074987888336183</c:v>
                </c:pt>
                <c:pt idx="4775">
                  <c:v>1.210258798599243</c:v>
                </c:pt>
                <c:pt idx="4776">
                  <c:v>1.1851685857772827</c:v>
                </c:pt>
                <c:pt idx="4777">
                  <c:v>0.83189835548400859</c:v>
                </c:pt>
                <c:pt idx="4778">
                  <c:v>1.073140425682068</c:v>
                </c:pt>
                <c:pt idx="4779">
                  <c:v>1.1903465223312377</c:v>
                </c:pt>
                <c:pt idx="4780">
                  <c:v>0.98351695775985715</c:v>
                </c:pt>
                <c:pt idx="4781">
                  <c:v>1.0719120168685909</c:v>
                </c:pt>
                <c:pt idx="4782">
                  <c:v>1.110613031387329</c:v>
                </c:pt>
                <c:pt idx="4783">
                  <c:v>1.1729648494720464</c:v>
                </c:pt>
                <c:pt idx="4784">
                  <c:v>1.5</c:v>
                </c:pt>
                <c:pt idx="4785">
                  <c:v>0.96710778236389117</c:v>
                </c:pt>
                <c:pt idx="4786">
                  <c:v>1.3829521465301513</c:v>
                </c:pt>
                <c:pt idx="4787">
                  <c:v>1.4914683723449706</c:v>
                </c:pt>
                <c:pt idx="4788">
                  <c:v>1.4533505058288574</c:v>
                </c:pt>
                <c:pt idx="4789">
                  <c:v>1.5</c:v>
                </c:pt>
                <c:pt idx="4790">
                  <c:v>1.4362921714782717</c:v>
                </c:pt>
                <c:pt idx="4791">
                  <c:v>1.3576513481140136</c:v>
                </c:pt>
                <c:pt idx="4792">
                  <c:v>1.4647503089904783</c:v>
                </c:pt>
                <c:pt idx="4793">
                  <c:v>1.4441074562072751</c:v>
                </c:pt>
                <c:pt idx="4794">
                  <c:v>1.4471951866149899</c:v>
                </c:pt>
                <c:pt idx="4795">
                  <c:v>1.4965056610107423</c:v>
                </c:pt>
                <c:pt idx="4796">
                  <c:v>1.4985124969482424</c:v>
                </c:pt>
                <c:pt idx="4797">
                  <c:v>1.3696278476715089</c:v>
                </c:pt>
                <c:pt idx="4798">
                  <c:v>1.4350645065307619</c:v>
                </c:pt>
                <c:pt idx="4799">
                  <c:v>1.4481485080718992</c:v>
                </c:pt>
                <c:pt idx="4800">
                  <c:v>1.5</c:v>
                </c:pt>
                <c:pt idx="4801">
                  <c:v>1.4946251106262207</c:v>
                </c:pt>
                <c:pt idx="4802">
                  <c:v>1.4422135734558106</c:v>
                </c:pt>
                <c:pt idx="4803">
                  <c:v>1.4524806404113768</c:v>
                </c:pt>
                <c:pt idx="4804">
                  <c:v>1.4850803089141844</c:v>
                </c:pt>
                <c:pt idx="4805">
                  <c:v>1.4328765678405762</c:v>
                </c:pt>
                <c:pt idx="4806">
                  <c:v>1.4920268154144289</c:v>
                </c:pt>
                <c:pt idx="4807">
                  <c:v>1.4071342849731445</c:v>
                </c:pt>
                <c:pt idx="4808">
                  <c:v>1.4526117038726809</c:v>
                </c:pt>
                <c:pt idx="4809">
                  <c:v>1.3657712745666502</c:v>
                </c:pt>
                <c:pt idx="4810">
                  <c:v>1.5</c:v>
                </c:pt>
                <c:pt idx="4811">
                  <c:v>1.480151710510254</c:v>
                </c:pt>
                <c:pt idx="4812">
                  <c:v>1.3678779602050781</c:v>
                </c:pt>
                <c:pt idx="4813">
                  <c:v>1.4537213516235348</c:v>
                </c:pt>
                <c:pt idx="4814">
                  <c:v>1.5</c:v>
                </c:pt>
                <c:pt idx="4815">
                  <c:v>1.3609325981140141</c:v>
                </c:pt>
                <c:pt idx="4816">
                  <c:v>1.5</c:v>
                </c:pt>
                <c:pt idx="4817">
                  <c:v>1.323716526031494</c:v>
                </c:pt>
                <c:pt idx="4818">
                  <c:v>1.4190602588653565</c:v>
                </c:pt>
                <c:pt idx="4819">
                  <c:v>1.4968480682373049</c:v>
                </c:pt>
                <c:pt idx="4820">
                  <c:v>1.5</c:v>
                </c:pt>
                <c:pt idx="4821">
                  <c:v>1.4579944038391113</c:v>
                </c:pt>
                <c:pt idx="4822">
                  <c:v>1.5</c:v>
                </c:pt>
                <c:pt idx="4823">
                  <c:v>1.4730217838287354</c:v>
                </c:pt>
                <c:pt idx="4824">
                  <c:v>1.4175528144836425</c:v>
                </c:pt>
                <c:pt idx="4825">
                  <c:v>1.4298781013488768</c:v>
                </c:pt>
                <c:pt idx="4826">
                  <c:v>1.5</c:v>
                </c:pt>
                <c:pt idx="4827">
                  <c:v>1.4559579563140868</c:v>
                </c:pt>
                <c:pt idx="4828">
                  <c:v>1.4695366859436036</c:v>
                </c:pt>
                <c:pt idx="4829">
                  <c:v>1.4669693756103517</c:v>
                </c:pt>
                <c:pt idx="4830">
                  <c:v>1.5</c:v>
                </c:pt>
                <c:pt idx="4831">
                  <c:v>1.4726468181610106</c:v>
                </c:pt>
                <c:pt idx="4832">
                  <c:v>1.4419086742401122</c:v>
                </c:pt>
                <c:pt idx="4833">
                  <c:v>1.4964674377441405</c:v>
                </c:pt>
                <c:pt idx="4834">
                  <c:v>1.4562792778015137</c:v>
                </c:pt>
                <c:pt idx="4835">
                  <c:v>1.4971563148498532</c:v>
                </c:pt>
                <c:pt idx="4836">
                  <c:v>1.4134362316131592</c:v>
                </c:pt>
                <c:pt idx="4837">
                  <c:v>1.4794396018981935</c:v>
                </c:pt>
                <c:pt idx="4838">
                  <c:v>1.3380701637268062</c:v>
                </c:pt>
                <c:pt idx="4839">
                  <c:v>0.9965414428710937</c:v>
                </c:pt>
                <c:pt idx="4840">
                  <c:v>0.96150406837463398</c:v>
                </c:pt>
                <c:pt idx="4841">
                  <c:v>1.3460676670074465</c:v>
                </c:pt>
                <c:pt idx="4842">
                  <c:v>1.5</c:v>
                </c:pt>
                <c:pt idx="4843">
                  <c:v>1.1876387786865237</c:v>
                </c:pt>
                <c:pt idx="4844">
                  <c:v>1.4281353664398191</c:v>
                </c:pt>
                <c:pt idx="4845">
                  <c:v>1.4773930835723876</c:v>
                </c:pt>
                <c:pt idx="4846">
                  <c:v>1.2517979621887207</c:v>
                </c:pt>
                <c:pt idx="4847">
                  <c:v>1.2581546974182127</c:v>
                </c:pt>
                <c:pt idx="4848">
                  <c:v>1.3774369812011718</c:v>
                </c:pt>
                <c:pt idx="4849">
                  <c:v>0.83694907665252705</c:v>
                </c:pt>
                <c:pt idx="4850">
                  <c:v>1.4086319732666017</c:v>
                </c:pt>
                <c:pt idx="4851">
                  <c:v>1.4352004051208493</c:v>
                </c:pt>
                <c:pt idx="4852">
                  <c:v>1.4604371452331546</c:v>
                </c:pt>
                <c:pt idx="4853">
                  <c:v>1.4202707576751707</c:v>
                </c:pt>
                <c:pt idx="4854">
                  <c:v>1.5</c:v>
                </c:pt>
                <c:pt idx="4855">
                  <c:v>1.4410319137573246</c:v>
                </c:pt>
                <c:pt idx="4856">
                  <c:v>1.5</c:v>
                </c:pt>
                <c:pt idx="4857">
                  <c:v>1.3836040019989015</c:v>
                </c:pt>
                <c:pt idx="4858">
                  <c:v>1.4527271461486817</c:v>
                </c:pt>
                <c:pt idx="4859">
                  <c:v>1.279867916107178</c:v>
                </c:pt>
                <c:pt idx="4860">
                  <c:v>1.3339855098724365</c:v>
                </c:pt>
                <c:pt idx="4861">
                  <c:v>1.4358258247375488</c:v>
                </c:pt>
                <c:pt idx="4862">
                  <c:v>0.86958928585052497</c:v>
                </c:pt>
                <c:pt idx="4863">
                  <c:v>0.68283076286315947</c:v>
                </c:pt>
                <c:pt idx="4864">
                  <c:v>1.0025718140602111</c:v>
                </c:pt>
                <c:pt idx="4865">
                  <c:v>0.98723723888397208</c:v>
                </c:pt>
                <c:pt idx="4866">
                  <c:v>1.0962691497802737</c:v>
                </c:pt>
                <c:pt idx="4867">
                  <c:v>0.82106752395629878</c:v>
                </c:pt>
                <c:pt idx="4868">
                  <c:v>1.2543563461303711</c:v>
                </c:pt>
                <c:pt idx="4869">
                  <c:v>1.4965550994873049</c:v>
                </c:pt>
                <c:pt idx="4870">
                  <c:v>1.4754357433319092</c:v>
                </c:pt>
                <c:pt idx="4871">
                  <c:v>1.4485389518737792</c:v>
                </c:pt>
                <c:pt idx="4872">
                  <c:v>1.4963753700256346</c:v>
                </c:pt>
                <c:pt idx="4873">
                  <c:v>1.4685289192199706</c:v>
                </c:pt>
                <c:pt idx="4874">
                  <c:v>1.5</c:v>
                </c:pt>
                <c:pt idx="4875">
                  <c:v>1.3842948818206784</c:v>
                </c:pt>
                <c:pt idx="4876">
                  <c:v>1.0793215084075927</c:v>
                </c:pt>
                <c:pt idx="4877">
                  <c:v>1.223833909034729</c:v>
                </c:pt>
                <c:pt idx="4878">
                  <c:v>1.2126118183135983</c:v>
                </c:pt>
                <c:pt idx="4879">
                  <c:v>1.4208772373199461</c:v>
                </c:pt>
                <c:pt idx="4880">
                  <c:v>1.1831305503845215</c:v>
                </c:pt>
                <c:pt idx="4881">
                  <c:v>0.97916986227035518</c:v>
                </c:pt>
                <c:pt idx="4882">
                  <c:v>0.80888086795806891</c:v>
                </c:pt>
                <c:pt idx="4883">
                  <c:v>0.82260698318481418</c:v>
                </c:pt>
                <c:pt idx="4884">
                  <c:v>0.5544652533531188</c:v>
                </c:pt>
                <c:pt idx="4885">
                  <c:v>0.69722481250762947</c:v>
                </c:pt>
                <c:pt idx="4886">
                  <c:v>0.38358479261398348</c:v>
                </c:pt>
                <c:pt idx="4887">
                  <c:v>0.1512288558483123</c:v>
                </c:pt>
                <c:pt idx="4888">
                  <c:v>0.18239253044128409</c:v>
                </c:pt>
                <c:pt idx="4889">
                  <c:v>0.34294579625129701</c:v>
                </c:pt>
                <c:pt idx="4890">
                  <c:v>0.48482054650783546</c:v>
                </c:pt>
                <c:pt idx="4891">
                  <c:v>0.60865795612335183</c:v>
                </c:pt>
                <c:pt idx="4892">
                  <c:v>0.52552064180374125</c:v>
                </c:pt>
                <c:pt idx="4893">
                  <c:v>0.81057455062866224</c:v>
                </c:pt>
                <c:pt idx="4894">
                  <c:v>0.45750731706619246</c:v>
                </c:pt>
                <c:pt idx="4895">
                  <c:v>1.2147847509384158</c:v>
                </c:pt>
                <c:pt idx="4896">
                  <c:v>0.77746602058410641</c:v>
                </c:pt>
                <c:pt idx="4897">
                  <c:v>0.9611765670776371</c:v>
                </c:pt>
                <c:pt idx="4898">
                  <c:v>1.0867260074615479</c:v>
                </c:pt>
                <c:pt idx="4899">
                  <c:v>0.67950784206390369</c:v>
                </c:pt>
                <c:pt idx="4900">
                  <c:v>1.0067674827575686</c:v>
                </c:pt>
                <c:pt idx="4901">
                  <c:v>1.3210019874572752</c:v>
                </c:pt>
                <c:pt idx="4902">
                  <c:v>1.4353316974639891</c:v>
                </c:pt>
                <c:pt idx="4903">
                  <c:v>1.3249935436248779</c:v>
                </c:pt>
                <c:pt idx="4904">
                  <c:v>1.1654639196395873</c:v>
                </c:pt>
                <c:pt idx="4905">
                  <c:v>1.2892654323577881</c:v>
                </c:pt>
                <c:pt idx="4906">
                  <c:v>1.3919542694091793</c:v>
                </c:pt>
                <c:pt idx="4907">
                  <c:v>1.4081024265289304</c:v>
                </c:pt>
                <c:pt idx="4908">
                  <c:v>1.3868977832794189</c:v>
                </c:pt>
                <c:pt idx="4909">
                  <c:v>1.1361863708496089</c:v>
                </c:pt>
                <c:pt idx="4910">
                  <c:v>1.2120503711700443</c:v>
                </c:pt>
                <c:pt idx="4911">
                  <c:v>1.2786321544647214</c:v>
                </c:pt>
                <c:pt idx="4912">
                  <c:v>1.470259494781494</c:v>
                </c:pt>
                <c:pt idx="4913">
                  <c:v>1.3876740646362304</c:v>
                </c:pt>
                <c:pt idx="4914">
                  <c:v>1.49698579788208</c:v>
                </c:pt>
                <c:pt idx="4915">
                  <c:v>1.388843364715576</c:v>
                </c:pt>
                <c:pt idx="4916">
                  <c:v>1.4420157337188719</c:v>
                </c:pt>
                <c:pt idx="4917">
                  <c:v>1.3844692325592041</c:v>
                </c:pt>
                <c:pt idx="4918">
                  <c:v>1.4962834167480468</c:v>
                </c:pt>
                <c:pt idx="4919">
                  <c:v>1.439417009353638</c:v>
                </c:pt>
                <c:pt idx="4920">
                  <c:v>1.1115054130554198</c:v>
                </c:pt>
                <c:pt idx="4921">
                  <c:v>1.3734288311004641</c:v>
                </c:pt>
                <c:pt idx="4922">
                  <c:v>1.436152582168579</c:v>
                </c:pt>
                <c:pt idx="4923">
                  <c:v>1.3630179119110108</c:v>
                </c:pt>
                <c:pt idx="4924">
                  <c:v>1.3066103839874268</c:v>
                </c:pt>
                <c:pt idx="4925">
                  <c:v>1.5</c:v>
                </c:pt>
                <c:pt idx="4926">
                  <c:v>1.4893407726287842</c:v>
                </c:pt>
                <c:pt idx="4927">
                  <c:v>1.4548051643371582</c:v>
                </c:pt>
                <c:pt idx="4928">
                  <c:v>1.3116124820709232</c:v>
                </c:pt>
                <c:pt idx="4929">
                  <c:v>1.311462936401367</c:v>
                </c:pt>
                <c:pt idx="4930">
                  <c:v>1.3663076019287106</c:v>
                </c:pt>
                <c:pt idx="4931">
                  <c:v>1.5</c:v>
                </c:pt>
                <c:pt idx="4932">
                  <c:v>1.4373748397827149</c:v>
                </c:pt>
                <c:pt idx="4933">
                  <c:v>1.345202293395996</c:v>
                </c:pt>
                <c:pt idx="4934">
                  <c:v>1.2099647998809815</c:v>
                </c:pt>
                <c:pt idx="4935">
                  <c:v>1.3427302551269531</c:v>
                </c:pt>
                <c:pt idx="4936">
                  <c:v>1.4785031032562252</c:v>
                </c:pt>
                <c:pt idx="4937">
                  <c:v>1.4380714702606203</c:v>
                </c:pt>
                <c:pt idx="4938">
                  <c:v>1.4990683650970458</c:v>
                </c:pt>
                <c:pt idx="4939">
                  <c:v>1.4090622711181642</c:v>
                </c:pt>
                <c:pt idx="4940">
                  <c:v>1.4434630966186524</c:v>
                </c:pt>
                <c:pt idx="4941">
                  <c:v>1.3794683074951168</c:v>
                </c:pt>
                <c:pt idx="4942">
                  <c:v>1.4516524314880372</c:v>
                </c:pt>
                <c:pt idx="4943">
                  <c:v>1.4571410751342773</c:v>
                </c:pt>
                <c:pt idx="4944">
                  <c:v>1.3930200862884521</c:v>
                </c:pt>
                <c:pt idx="4945">
                  <c:v>1.2942931652069092</c:v>
                </c:pt>
                <c:pt idx="4946">
                  <c:v>1.3136597728729247</c:v>
                </c:pt>
                <c:pt idx="4947">
                  <c:v>1.4456009960174561</c:v>
                </c:pt>
                <c:pt idx="4948">
                  <c:v>1.3981435489654541</c:v>
                </c:pt>
                <c:pt idx="4949">
                  <c:v>1.4795522117614748</c:v>
                </c:pt>
                <c:pt idx="4950">
                  <c:v>1.3766261100769042</c:v>
                </c:pt>
                <c:pt idx="4951">
                  <c:v>1.4673657131195066</c:v>
                </c:pt>
                <c:pt idx="4952">
                  <c:v>1.3897440147399904</c:v>
                </c:pt>
                <c:pt idx="4953">
                  <c:v>1.3197231674194339</c:v>
                </c:pt>
                <c:pt idx="4954">
                  <c:v>1.319877119064331</c:v>
                </c:pt>
                <c:pt idx="4955">
                  <c:v>1.3746792411804198</c:v>
                </c:pt>
                <c:pt idx="4956">
                  <c:v>1.3392538261413574</c:v>
                </c:pt>
                <c:pt idx="4957">
                  <c:v>1.4020411205291743</c:v>
                </c:pt>
                <c:pt idx="4958">
                  <c:v>1.3831503295898437</c:v>
                </c:pt>
                <c:pt idx="4959">
                  <c:v>1.4207387638092039</c:v>
                </c:pt>
                <c:pt idx="4960">
                  <c:v>1.3417677783966064</c:v>
                </c:pt>
                <c:pt idx="4961">
                  <c:v>1.3475493907928471</c:v>
                </c:pt>
                <c:pt idx="4962">
                  <c:v>1.3868367576599121</c:v>
                </c:pt>
                <c:pt idx="4963">
                  <c:v>1.448319339752197</c:v>
                </c:pt>
                <c:pt idx="4964">
                  <c:v>1.4321737861633301</c:v>
                </c:pt>
                <c:pt idx="4965">
                  <c:v>1.4484687995910643</c:v>
                </c:pt>
                <c:pt idx="4966">
                  <c:v>1.4176763248443602</c:v>
                </c:pt>
                <c:pt idx="4967">
                  <c:v>1.4497778034210207</c:v>
                </c:pt>
                <c:pt idx="4968">
                  <c:v>1.2974273014068602</c:v>
                </c:pt>
                <c:pt idx="4969">
                  <c:v>1.4277115345001221</c:v>
                </c:pt>
                <c:pt idx="4970">
                  <c:v>1.4764190196990967</c:v>
                </c:pt>
                <c:pt idx="4971">
                  <c:v>1.4321613121032712</c:v>
                </c:pt>
                <c:pt idx="4972">
                  <c:v>1.4574524402618407</c:v>
                </c:pt>
                <c:pt idx="4973">
                  <c:v>1.5</c:v>
                </c:pt>
                <c:pt idx="4974">
                  <c:v>1.4399422359466552</c:v>
                </c:pt>
                <c:pt idx="4975">
                  <c:v>1.5</c:v>
                </c:pt>
                <c:pt idx="4976">
                  <c:v>1.5</c:v>
                </c:pt>
                <c:pt idx="4977">
                  <c:v>1.4090828704833982</c:v>
                </c:pt>
                <c:pt idx="4978">
                  <c:v>1.4581483268737792</c:v>
                </c:pt>
                <c:pt idx="4979">
                  <c:v>1.4620373153686523</c:v>
                </c:pt>
                <c:pt idx="4980">
                  <c:v>1.4438195228576658</c:v>
                </c:pt>
                <c:pt idx="4981">
                  <c:v>1.5</c:v>
                </c:pt>
                <c:pt idx="4982">
                  <c:v>1.4309709548950196</c:v>
                </c:pt>
                <c:pt idx="4983">
                  <c:v>1.4356867218017579</c:v>
                </c:pt>
                <c:pt idx="4984">
                  <c:v>1.4401408481597897</c:v>
                </c:pt>
                <c:pt idx="4985">
                  <c:v>1.5</c:v>
                </c:pt>
                <c:pt idx="4986">
                  <c:v>1.4963221263885498</c:v>
                </c:pt>
                <c:pt idx="4987">
                  <c:v>1.4980787658691406</c:v>
                </c:pt>
                <c:pt idx="4988">
                  <c:v>1.4431154251098632</c:v>
                </c:pt>
                <c:pt idx="4989">
                  <c:v>1.3696052455902101</c:v>
                </c:pt>
                <c:pt idx="4990">
                  <c:v>1.3826461601257323</c:v>
                </c:pt>
                <c:pt idx="4991">
                  <c:v>1.4322797584533689</c:v>
                </c:pt>
                <c:pt idx="4992">
                  <c:v>1.4965172195434571</c:v>
                </c:pt>
                <c:pt idx="4993">
                  <c:v>1.4015670776367186</c:v>
                </c:pt>
                <c:pt idx="4994">
                  <c:v>1.4442056179046632</c:v>
                </c:pt>
                <c:pt idx="4995">
                  <c:v>1.4889572525024413</c:v>
                </c:pt>
                <c:pt idx="4996">
                  <c:v>1.4462512779235837</c:v>
                </c:pt>
                <c:pt idx="4997">
                  <c:v>1.4758886718749999</c:v>
                </c:pt>
                <c:pt idx="4998">
                  <c:v>1.4601024627685548</c:v>
                </c:pt>
                <c:pt idx="4999">
                  <c:v>1.5</c:v>
                </c:pt>
                <c:pt idx="5000">
                  <c:v>1.3732524204254153</c:v>
                </c:pt>
                <c:pt idx="5001">
                  <c:v>1.2493304443359374</c:v>
                </c:pt>
                <c:pt idx="5002">
                  <c:v>1.376916675567627</c:v>
                </c:pt>
                <c:pt idx="5003">
                  <c:v>1.4474041843414305</c:v>
                </c:pt>
                <c:pt idx="5004">
                  <c:v>1.3867470932006836</c:v>
                </c:pt>
                <c:pt idx="5005">
                  <c:v>1.3791003799438477</c:v>
                </c:pt>
                <c:pt idx="5006">
                  <c:v>1.4851405620574951</c:v>
                </c:pt>
                <c:pt idx="5007">
                  <c:v>1.4339288520812987</c:v>
                </c:pt>
                <c:pt idx="5008">
                  <c:v>1.4947762298583986</c:v>
                </c:pt>
                <c:pt idx="5009">
                  <c:v>1.4804113769531249</c:v>
                </c:pt>
                <c:pt idx="5010">
                  <c:v>1.4687187767028811</c:v>
                </c:pt>
                <c:pt idx="5011">
                  <c:v>1.4330592155456543</c:v>
                </c:pt>
                <c:pt idx="5012">
                  <c:v>1.3704314231872561</c:v>
                </c:pt>
                <c:pt idx="5013">
                  <c:v>1.4272059059143063</c:v>
                </c:pt>
                <c:pt idx="5014">
                  <c:v>1.4839881420135497</c:v>
                </c:pt>
                <c:pt idx="5015">
                  <c:v>1.4041369628906248</c:v>
                </c:pt>
                <c:pt idx="5016">
                  <c:v>1.4584844398498538</c:v>
                </c:pt>
                <c:pt idx="5017">
                  <c:v>1.4138360595703126</c:v>
                </c:pt>
                <c:pt idx="5018">
                  <c:v>1.4072206878662106</c:v>
                </c:pt>
                <c:pt idx="5019">
                  <c:v>1.2592746734619142</c:v>
                </c:pt>
                <c:pt idx="5020">
                  <c:v>1.4421789264678957</c:v>
                </c:pt>
                <c:pt idx="5021">
                  <c:v>1.4250310707092286</c:v>
                </c:pt>
                <c:pt idx="5022">
                  <c:v>1.4318062019348143</c:v>
                </c:pt>
                <c:pt idx="5023">
                  <c:v>1.4396536445617676</c:v>
                </c:pt>
                <c:pt idx="5024">
                  <c:v>1.4320359992980956</c:v>
                </c:pt>
                <c:pt idx="5025">
                  <c:v>1.4242634296417236</c:v>
                </c:pt>
                <c:pt idx="5026">
                  <c:v>1.386222610473633</c:v>
                </c:pt>
                <c:pt idx="5027">
                  <c:v>1.4227742958068845</c:v>
                </c:pt>
                <c:pt idx="5028">
                  <c:v>1.3642946434020997</c:v>
                </c:pt>
                <c:pt idx="5029">
                  <c:v>0.70421548604965267</c:v>
                </c:pt>
                <c:pt idx="5030">
                  <c:v>0.47096344113349919</c:v>
                </c:pt>
                <c:pt idx="5031">
                  <c:v>0.54795227050781292</c:v>
                </c:pt>
                <c:pt idx="5032">
                  <c:v>0.78377145767211898</c:v>
                </c:pt>
                <c:pt idx="5033">
                  <c:v>0.47453537464141826</c:v>
                </c:pt>
                <c:pt idx="5034">
                  <c:v>0.63650852680206249</c:v>
                </c:pt>
                <c:pt idx="5035">
                  <c:v>0.58717189550399795</c:v>
                </c:pt>
                <c:pt idx="5036">
                  <c:v>0.66124324321746819</c:v>
                </c:pt>
                <c:pt idx="5037">
                  <c:v>0.90729034423828125</c:v>
                </c:pt>
                <c:pt idx="5038">
                  <c:v>0.9569969129562379</c:v>
                </c:pt>
                <c:pt idx="5039">
                  <c:v>1.0291140174865721</c:v>
                </c:pt>
                <c:pt idx="5040">
                  <c:v>1.153412275314331</c:v>
                </c:pt>
                <c:pt idx="5041">
                  <c:v>1.0245111751556397</c:v>
                </c:pt>
                <c:pt idx="5042">
                  <c:v>1.0019479465484624</c:v>
                </c:pt>
                <c:pt idx="5043">
                  <c:v>1.2144496250152585</c:v>
                </c:pt>
                <c:pt idx="5044">
                  <c:v>1.1921640300750729</c:v>
                </c:pt>
                <c:pt idx="5045">
                  <c:v>0.90509256362915047</c:v>
                </c:pt>
                <c:pt idx="5046">
                  <c:v>0.88829536914825402</c:v>
                </c:pt>
                <c:pt idx="5047">
                  <c:v>1.1970839309692383</c:v>
                </c:pt>
                <c:pt idx="5048">
                  <c:v>1.4259415340423582</c:v>
                </c:pt>
                <c:pt idx="5049">
                  <c:v>0.90860720157623276</c:v>
                </c:pt>
                <c:pt idx="5050">
                  <c:v>1.0024444341659542</c:v>
                </c:pt>
                <c:pt idx="5051">
                  <c:v>1.0149100542068481</c:v>
                </c:pt>
                <c:pt idx="5052">
                  <c:v>1.0184807682037353</c:v>
                </c:pt>
                <c:pt idx="5053">
                  <c:v>1.0058032464981079</c:v>
                </c:pt>
                <c:pt idx="5054">
                  <c:v>1.0737586069107055</c:v>
                </c:pt>
                <c:pt idx="5055">
                  <c:v>1.009775104522705</c:v>
                </c:pt>
                <c:pt idx="5056">
                  <c:v>1.4021724414825438</c:v>
                </c:pt>
                <c:pt idx="5057">
                  <c:v>1.3958878612518311</c:v>
                </c:pt>
                <c:pt idx="5058">
                  <c:v>1.3636091709136964</c:v>
                </c:pt>
                <c:pt idx="5059">
                  <c:v>1.4912041854858398</c:v>
                </c:pt>
                <c:pt idx="5060">
                  <c:v>1.3517015933990477</c:v>
                </c:pt>
                <c:pt idx="5061">
                  <c:v>1.2599743938446049</c:v>
                </c:pt>
                <c:pt idx="5062">
                  <c:v>1.4999227237701416</c:v>
                </c:pt>
                <c:pt idx="5063">
                  <c:v>1.5</c:v>
                </c:pt>
                <c:pt idx="5064">
                  <c:v>1.4650669956207272</c:v>
                </c:pt>
                <c:pt idx="5065">
                  <c:v>1.4481464195251466</c:v>
                </c:pt>
                <c:pt idx="5066">
                  <c:v>1.4279750633239747</c:v>
                </c:pt>
                <c:pt idx="5067">
                  <c:v>1.3984510517120363</c:v>
                </c:pt>
                <c:pt idx="5068">
                  <c:v>1.5</c:v>
                </c:pt>
                <c:pt idx="5069">
                  <c:v>1.4524734592437742</c:v>
                </c:pt>
                <c:pt idx="5070">
                  <c:v>1.445316925048828</c:v>
                </c:pt>
                <c:pt idx="5071">
                  <c:v>1.4201201534271239</c:v>
                </c:pt>
                <c:pt idx="5072">
                  <c:v>1.3893478775024413</c:v>
                </c:pt>
                <c:pt idx="5073">
                  <c:v>1.3756478118896482</c:v>
                </c:pt>
                <c:pt idx="5074">
                  <c:v>1.3550390052795407</c:v>
                </c:pt>
                <c:pt idx="5075">
                  <c:v>1.3255502414703371</c:v>
                </c:pt>
                <c:pt idx="5076">
                  <c:v>1.3988119125366214</c:v>
                </c:pt>
                <c:pt idx="5077">
                  <c:v>1.4058401012420654</c:v>
                </c:pt>
                <c:pt idx="5078">
                  <c:v>1.366894884109497</c:v>
                </c:pt>
                <c:pt idx="5079">
                  <c:v>1.3026609992980958</c:v>
                </c:pt>
                <c:pt idx="5080">
                  <c:v>0.86431260108947772</c:v>
                </c:pt>
                <c:pt idx="5081">
                  <c:v>1.1344532060623165</c:v>
                </c:pt>
                <c:pt idx="5082">
                  <c:v>1.1953535270690918</c:v>
                </c:pt>
                <c:pt idx="5083">
                  <c:v>1.4799264907836913</c:v>
                </c:pt>
                <c:pt idx="5084">
                  <c:v>1.4963193511962891</c:v>
                </c:pt>
                <c:pt idx="5085">
                  <c:v>1.3869470214843749</c:v>
                </c:pt>
                <c:pt idx="5086">
                  <c:v>1.4957692623138428</c:v>
                </c:pt>
                <c:pt idx="5087">
                  <c:v>1.4248055934906003</c:v>
                </c:pt>
                <c:pt idx="5088">
                  <c:v>1.5</c:v>
                </c:pt>
                <c:pt idx="5089">
                  <c:v>1.5</c:v>
                </c:pt>
                <c:pt idx="5090">
                  <c:v>1.4281751060485841</c:v>
                </c:pt>
                <c:pt idx="5091">
                  <c:v>1.4371218681335449</c:v>
                </c:pt>
                <c:pt idx="5092">
                  <c:v>1.4762906169891359</c:v>
                </c:pt>
                <c:pt idx="5093">
                  <c:v>1.4363601493835449</c:v>
                </c:pt>
                <c:pt idx="5094">
                  <c:v>1.4140676879882812</c:v>
                </c:pt>
                <c:pt idx="5095">
                  <c:v>1.2848995685577389</c:v>
                </c:pt>
                <c:pt idx="5096">
                  <c:v>1.0738749933242802</c:v>
                </c:pt>
                <c:pt idx="5097">
                  <c:v>1.1281340503692627</c:v>
                </c:pt>
                <c:pt idx="5098">
                  <c:v>1.3460325050354005</c:v>
                </c:pt>
                <c:pt idx="5099">
                  <c:v>1.3392981147766116</c:v>
                </c:pt>
                <c:pt idx="5100">
                  <c:v>1.4084523010253907</c:v>
                </c:pt>
                <c:pt idx="5101">
                  <c:v>1.2497087001800535</c:v>
                </c:pt>
                <c:pt idx="5102">
                  <c:v>1.2095285224914549</c:v>
                </c:pt>
                <c:pt idx="5103">
                  <c:v>1.3891033172607419</c:v>
                </c:pt>
                <c:pt idx="5104">
                  <c:v>1.3633353996276856</c:v>
                </c:pt>
                <c:pt idx="5105">
                  <c:v>1.4558310699462893</c:v>
                </c:pt>
                <c:pt idx="5106">
                  <c:v>1.3969964504241945</c:v>
                </c:pt>
                <c:pt idx="5107">
                  <c:v>1.4634121799468991</c:v>
                </c:pt>
                <c:pt idx="5108">
                  <c:v>1.4751485538482665</c:v>
                </c:pt>
                <c:pt idx="5109">
                  <c:v>1.458435373306274</c:v>
                </c:pt>
                <c:pt idx="5110">
                  <c:v>1.5</c:v>
                </c:pt>
                <c:pt idx="5111">
                  <c:v>1.3893853569030761</c:v>
                </c:pt>
                <c:pt idx="5112">
                  <c:v>1.4591090869903565</c:v>
                </c:pt>
                <c:pt idx="5113">
                  <c:v>1.4484066009521486</c:v>
                </c:pt>
                <c:pt idx="5114">
                  <c:v>1.5</c:v>
                </c:pt>
                <c:pt idx="5115">
                  <c:v>1.5</c:v>
                </c:pt>
                <c:pt idx="5116">
                  <c:v>1.3753950405120847</c:v>
                </c:pt>
                <c:pt idx="5117">
                  <c:v>1.5</c:v>
                </c:pt>
                <c:pt idx="5118">
                  <c:v>1.4229854106903075</c:v>
                </c:pt>
                <c:pt idx="5119">
                  <c:v>1.3594368839263915</c:v>
                </c:pt>
                <c:pt idx="5120">
                  <c:v>1.4369677448272704</c:v>
                </c:pt>
                <c:pt idx="5121">
                  <c:v>1.441220254898071</c:v>
                </c:pt>
                <c:pt idx="5122">
                  <c:v>1.4533906745910643</c:v>
                </c:pt>
                <c:pt idx="5123">
                  <c:v>1.2962827205657959</c:v>
                </c:pt>
                <c:pt idx="5124">
                  <c:v>0.599048252105713</c:v>
                </c:pt>
                <c:pt idx="5125">
                  <c:v>1.4174691581726078</c:v>
                </c:pt>
                <c:pt idx="5126">
                  <c:v>1.4981457710266113</c:v>
                </c:pt>
                <c:pt idx="5127">
                  <c:v>1.2351712989807131</c:v>
                </c:pt>
                <c:pt idx="5128">
                  <c:v>1.2394113492965695</c:v>
                </c:pt>
                <c:pt idx="5129">
                  <c:v>1.4607005882263184</c:v>
                </c:pt>
                <c:pt idx="5130">
                  <c:v>1.382490062713623</c:v>
                </c:pt>
                <c:pt idx="5131">
                  <c:v>1.3860832500457763</c:v>
                </c:pt>
                <c:pt idx="5132">
                  <c:v>1.4268313407897948</c:v>
                </c:pt>
                <c:pt idx="5133">
                  <c:v>1.4964774513244625</c:v>
                </c:pt>
                <c:pt idx="5134">
                  <c:v>1.5</c:v>
                </c:pt>
                <c:pt idx="5135">
                  <c:v>1.342782669067383</c:v>
                </c:pt>
                <c:pt idx="5136">
                  <c:v>1.4079016971588134</c:v>
                </c:pt>
                <c:pt idx="5137">
                  <c:v>1.4360786247253416</c:v>
                </c:pt>
                <c:pt idx="5138">
                  <c:v>1.3835713577270508</c:v>
                </c:pt>
                <c:pt idx="5139">
                  <c:v>1.3502526855468751</c:v>
                </c:pt>
                <c:pt idx="5140">
                  <c:v>1.3985679244995122</c:v>
                </c:pt>
                <c:pt idx="5141">
                  <c:v>1.4487968444824217</c:v>
                </c:pt>
                <c:pt idx="5142">
                  <c:v>1.3110202789306642</c:v>
                </c:pt>
                <c:pt idx="5143">
                  <c:v>1.403082103729248</c:v>
                </c:pt>
                <c:pt idx="5144">
                  <c:v>1.366863670349121</c:v>
                </c:pt>
                <c:pt idx="5145">
                  <c:v>1.441693181991577</c:v>
                </c:pt>
                <c:pt idx="5146">
                  <c:v>1.4527007389068602</c:v>
                </c:pt>
                <c:pt idx="5147">
                  <c:v>1.3771479892730709</c:v>
                </c:pt>
                <c:pt idx="5148">
                  <c:v>1.4569067001342773</c:v>
                </c:pt>
                <c:pt idx="5149">
                  <c:v>1.3985738754272461</c:v>
                </c:pt>
                <c:pt idx="5150">
                  <c:v>1.3185948371887206</c:v>
                </c:pt>
                <c:pt idx="5151">
                  <c:v>1.3811935329437257</c:v>
                </c:pt>
                <c:pt idx="5152">
                  <c:v>1.3349639511108398</c:v>
                </c:pt>
                <c:pt idx="5153">
                  <c:v>1.5</c:v>
                </c:pt>
                <c:pt idx="5154">
                  <c:v>1.443853054046631</c:v>
                </c:pt>
                <c:pt idx="5155">
                  <c:v>1.3832079219818114</c:v>
                </c:pt>
                <c:pt idx="5156">
                  <c:v>1.4440889167785644</c:v>
                </c:pt>
                <c:pt idx="5157">
                  <c:v>1.3962034606933593</c:v>
                </c:pt>
                <c:pt idx="5158">
                  <c:v>1.4801531982421874</c:v>
                </c:pt>
                <c:pt idx="5159">
                  <c:v>1.2979625415802001</c:v>
                </c:pt>
                <c:pt idx="5160">
                  <c:v>1.4766357421875</c:v>
                </c:pt>
                <c:pt idx="5161">
                  <c:v>1.4321013450622559</c:v>
                </c:pt>
                <c:pt idx="5162">
                  <c:v>1.4599613571166992</c:v>
                </c:pt>
                <c:pt idx="5163">
                  <c:v>1.5</c:v>
                </c:pt>
                <c:pt idx="5164">
                  <c:v>1.3431815242767333</c:v>
                </c:pt>
                <c:pt idx="5165">
                  <c:v>1.2886108016967772</c:v>
                </c:pt>
                <c:pt idx="5166">
                  <c:v>1.4089960098266601</c:v>
                </c:pt>
                <c:pt idx="5167">
                  <c:v>1.4582929801940918</c:v>
                </c:pt>
                <c:pt idx="5168">
                  <c:v>1.5</c:v>
                </c:pt>
                <c:pt idx="5169">
                  <c:v>1.3986391353607177</c:v>
                </c:pt>
                <c:pt idx="5170">
                  <c:v>1.4959111976623531</c:v>
                </c:pt>
                <c:pt idx="5171">
                  <c:v>1.4885316467285157</c:v>
                </c:pt>
                <c:pt idx="5172">
                  <c:v>1.2790292644500731</c:v>
                </c:pt>
                <c:pt idx="5173">
                  <c:v>1.4601771926879883</c:v>
                </c:pt>
                <c:pt idx="5174">
                  <c:v>1.4924688148498533</c:v>
                </c:pt>
                <c:pt idx="5175">
                  <c:v>1.5</c:v>
                </c:pt>
                <c:pt idx="5176">
                  <c:v>1.3950381946563719</c:v>
                </c:pt>
                <c:pt idx="5177">
                  <c:v>1.5</c:v>
                </c:pt>
                <c:pt idx="5178">
                  <c:v>1.4998423004150392</c:v>
                </c:pt>
                <c:pt idx="5179">
                  <c:v>1.3793741226196288</c:v>
                </c:pt>
                <c:pt idx="5180">
                  <c:v>1.4913676071166992</c:v>
                </c:pt>
                <c:pt idx="5181">
                  <c:v>1.4973626232147217</c:v>
                </c:pt>
                <c:pt idx="5182">
                  <c:v>1.5</c:v>
                </c:pt>
                <c:pt idx="5183">
                  <c:v>1.4967879581451415</c:v>
                </c:pt>
                <c:pt idx="5184">
                  <c:v>1.4651878166198731</c:v>
                </c:pt>
                <c:pt idx="5185">
                  <c:v>1.5</c:v>
                </c:pt>
                <c:pt idx="5186">
                  <c:v>1.4966506576538086</c:v>
                </c:pt>
                <c:pt idx="5187">
                  <c:v>1.4456844520568846</c:v>
                </c:pt>
                <c:pt idx="5188">
                  <c:v>1.4963041877746581</c:v>
                </c:pt>
                <c:pt idx="5189">
                  <c:v>1.4595090866088867</c:v>
                </c:pt>
                <c:pt idx="5190">
                  <c:v>1.3657945632934569</c:v>
                </c:pt>
                <c:pt idx="5191">
                  <c:v>1.5</c:v>
                </c:pt>
                <c:pt idx="5192">
                  <c:v>1.4596660995483397</c:v>
                </c:pt>
                <c:pt idx="5193">
                  <c:v>1.4583510303497313</c:v>
                </c:pt>
                <c:pt idx="5194">
                  <c:v>1.3550984573364253</c:v>
                </c:pt>
                <c:pt idx="5195">
                  <c:v>1.3684047317504882</c:v>
                </c:pt>
                <c:pt idx="5196">
                  <c:v>1.378200244903564</c:v>
                </c:pt>
                <c:pt idx="5197">
                  <c:v>1.5</c:v>
                </c:pt>
                <c:pt idx="5198">
                  <c:v>1.3778311157226566</c:v>
                </c:pt>
                <c:pt idx="5199">
                  <c:v>1.2509960460662841</c:v>
                </c:pt>
                <c:pt idx="5200">
                  <c:v>0.90886616706848145</c:v>
                </c:pt>
                <c:pt idx="5201">
                  <c:v>0.83360738754272445</c:v>
                </c:pt>
                <c:pt idx="5202">
                  <c:v>0.96128959178924533</c:v>
                </c:pt>
                <c:pt idx="5203">
                  <c:v>0.89854142189025854</c:v>
                </c:pt>
                <c:pt idx="5204">
                  <c:v>0.762514142990112</c:v>
                </c:pt>
                <c:pt idx="5205">
                  <c:v>0.87303279876708995</c:v>
                </c:pt>
                <c:pt idx="5206">
                  <c:v>1.0294732904434203</c:v>
                </c:pt>
                <c:pt idx="5207">
                  <c:v>0.96023181438446059</c:v>
                </c:pt>
                <c:pt idx="5208">
                  <c:v>1.1237469291687012</c:v>
                </c:pt>
                <c:pt idx="5209">
                  <c:v>1.0832747268676755</c:v>
                </c:pt>
                <c:pt idx="5210">
                  <c:v>1.3461031723022461</c:v>
                </c:pt>
                <c:pt idx="5211">
                  <c:v>0.96221328735351563</c:v>
                </c:pt>
                <c:pt idx="5212">
                  <c:v>1.3078923225402832</c:v>
                </c:pt>
                <c:pt idx="5213">
                  <c:v>1.0160813283920287</c:v>
                </c:pt>
                <c:pt idx="5214">
                  <c:v>1.4397632217407226</c:v>
                </c:pt>
                <c:pt idx="5215">
                  <c:v>1.5</c:v>
                </c:pt>
                <c:pt idx="5216">
                  <c:v>1.3333830070495605</c:v>
                </c:pt>
                <c:pt idx="5217">
                  <c:v>0.745692892074585</c:v>
                </c:pt>
                <c:pt idx="5218">
                  <c:v>0.29073512434959387</c:v>
                </c:pt>
                <c:pt idx="5219">
                  <c:v>1.1925408840179437E-2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2.0932350754737868E-2</c:v>
                </c:pt>
                <c:pt idx="5233">
                  <c:v>0.50243195772171001</c:v>
                </c:pt>
                <c:pt idx="5234">
                  <c:v>0.48953197479248051</c:v>
                </c:pt>
                <c:pt idx="5235">
                  <c:v>0.48858060121536262</c:v>
                </c:pt>
                <c:pt idx="5236">
                  <c:v>0.8049496650695801</c:v>
                </c:pt>
                <c:pt idx="5237">
                  <c:v>1.1305865764617915</c:v>
                </c:pt>
                <c:pt idx="5238">
                  <c:v>1.1043023014068603</c:v>
                </c:pt>
                <c:pt idx="5239">
                  <c:v>0.94796690940856954</c:v>
                </c:pt>
                <c:pt idx="5240">
                  <c:v>0.43227543354034381</c:v>
                </c:pt>
                <c:pt idx="5241">
                  <c:v>0.51507646322250378</c:v>
                </c:pt>
                <c:pt idx="5242">
                  <c:v>0.13358801007270799</c:v>
                </c:pt>
                <c:pt idx="5243">
                  <c:v>1.0123556256294262E-2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0.25123352050781267</c:v>
                </c:pt>
                <c:pt idx="5257">
                  <c:v>0.75634477615356444</c:v>
                </c:pt>
                <c:pt idx="5258">
                  <c:v>0.64653661251068106</c:v>
                </c:pt>
                <c:pt idx="5259">
                  <c:v>0.93790042877197277</c:v>
                </c:pt>
                <c:pt idx="5260">
                  <c:v>1.1102585792541506</c:v>
                </c:pt>
                <c:pt idx="5261">
                  <c:v>0.77969484329223637</c:v>
                </c:pt>
                <c:pt idx="5262">
                  <c:v>1.0017481899261476</c:v>
                </c:pt>
                <c:pt idx="5263">
                  <c:v>1.3361760520935055</c:v>
                </c:pt>
                <c:pt idx="5264">
                  <c:v>0.71802482843399063</c:v>
                </c:pt>
                <c:pt idx="5265">
                  <c:v>0.87409664154052769</c:v>
                </c:pt>
                <c:pt idx="5266">
                  <c:v>0.77911036491394048</c:v>
                </c:pt>
                <c:pt idx="5267">
                  <c:v>0.92428098678588866</c:v>
                </c:pt>
                <c:pt idx="5268">
                  <c:v>0.70064007997512823</c:v>
                </c:pt>
                <c:pt idx="5269">
                  <c:v>0.20601946771144891</c:v>
                </c:pt>
                <c:pt idx="5270">
                  <c:v>0.43296590209007296</c:v>
                </c:pt>
                <c:pt idx="5271">
                  <c:v>0.1947567057609558</c:v>
                </c:pt>
                <c:pt idx="5272">
                  <c:v>0.18492736458778378</c:v>
                </c:pt>
                <c:pt idx="5273">
                  <c:v>0.63244839191436741</c:v>
                </c:pt>
                <c:pt idx="5274">
                  <c:v>0.73995017051696776</c:v>
                </c:pt>
                <c:pt idx="5275">
                  <c:v>1.0754335641860966</c:v>
                </c:pt>
                <c:pt idx="5276">
                  <c:v>0.78911520481109632</c:v>
                </c:pt>
                <c:pt idx="5277">
                  <c:v>0.93546652793884277</c:v>
                </c:pt>
                <c:pt idx="5278">
                  <c:v>1.0449672746658325</c:v>
                </c:pt>
                <c:pt idx="5279">
                  <c:v>1.4590930938720705</c:v>
                </c:pt>
                <c:pt idx="5280">
                  <c:v>1.2726825428009032</c:v>
                </c:pt>
                <c:pt idx="5281">
                  <c:v>1.2592454338073731</c:v>
                </c:pt>
                <c:pt idx="5282">
                  <c:v>1.3767456817626953</c:v>
                </c:pt>
                <c:pt idx="5283">
                  <c:v>1.0616912841796875</c:v>
                </c:pt>
                <c:pt idx="5284">
                  <c:v>1.3201539230346679</c:v>
                </c:pt>
                <c:pt idx="5285">
                  <c:v>1.4997049713134767</c:v>
                </c:pt>
                <c:pt idx="5286">
                  <c:v>1.5</c:v>
                </c:pt>
                <c:pt idx="5287">
                  <c:v>1.310591926574707</c:v>
                </c:pt>
                <c:pt idx="5288">
                  <c:v>1.4357858276367188</c:v>
                </c:pt>
                <c:pt idx="5289">
                  <c:v>1.3284078979492184</c:v>
                </c:pt>
                <c:pt idx="5290">
                  <c:v>1.0930968475341793</c:v>
                </c:pt>
                <c:pt idx="5291">
                  <c:v>1.1222852182388305</c:v>
                </c:pt>
                <c:pt idx="5292">
                  <c:v>1.2879848098754885</c:v>
                </c:pt>
                <c:pt idx="5293">
                  <c:v>1.0203864955902102</c:v>
                </c:pt>
                <c:pt idx="5294">
                  <c:v>0.65190979242324831</c:v>
                </c:pt>
                <c:pt idx="5295">
                  <c:v>0.79819164276123045</c:v>
                </c:pt>
                <c:pt idx="5296">
                  <c:v>0.84926163196563709</c:v>
                </c:pt>
                <c:pt idx="5297">
                  <c:v>0.7750089168548584</c:v>
                </c:pt>
                <c:pt idx="5298">
                  <c:v>1.0867550468444829</c:v>
                </c:pt>
                <c:pt idx="5299">
                  <c:v>0.51145814895629882</c:v>
                </c:pt>
                <c:pt idx="5300">
                  <c:v>0.72136662483215375</c:v>
                </c:pt>
                <c:pt idx="5301">
                  <c:v>0.86921642303466795</c:v>
                </c:pt>
                <c:pt idx="5302">
                  <c:v>1.0516812372207645</c:v>
                </c:pt>
                <c:pt idx="5303">
                  <c:v>1.2445291900634767</c:v>
                </c:pt>
                <c:pt idx="5304">
                  <c:v>1.0972560024261473</c:v>
                </c:pt>
                <c:pt idx="5305">
                  <c:v>1.0148741054534913</c:v>
                </c:pt>
                <c:pt idx="5306">
                  <c:v>1.2711085796356199</c:v>
                </c:pt>
                <c:pt idx="5307">
                  <c:v>1.3541018199920654</c:v>
                </c:pt>
                <c:pt idx="5308">
                  <c:v>1.3996306228637692</c:v>
                </c:pt>
                <c:pt idx="5309">
                  <c:v>1.4592531967163085</c:v>
                </c:pt>
                <c:pt idx="5310">
                  <c:v>1.4682452201843261</c:v>
                </c:pt>
                <c:pt idx="5311">
                  <c:v>1.3091503143310543</c:v>
                </c:pt>
                <c:pt idx="5312">
                  <c:v>1.3582357692718507</c:v>
                </c:pt>
                <c:pt idx="5313">
                  <c:v>1.1613072538375857</c:v>
                </c:pt>
                <c:pt idx="5314">
                  <c:v>0.41351963281631471</c:v>
                </c:pt>
                <c:pt idx="5315">
                  <c:v>0.42442566633224477</c:v>
                </c:pt>
                <c:pt idx="5316">
                  <c:v>0.20712254405021624</c:v>
                </c:pt>
                <c:pt idx="5317">
                  <c:v>0.14539906024932842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4.9312126636505251E-3</c:v>
                </c:pt>
                <c:pt idx="5327">
                  <c:v>0.58067277789115901</c:v>
                </c:pt>
                <c:pt idx="5328">
                  <c:v>0.3924057340621947</c:v>
                </c:pt>
                <c:pt idx="5329">
                  <c:v>0.6959929990768432</c:v>
                </c:pt>
                <c:pt idx="5330">
                  <c:v>0.98930223941803019</c:v>
                </c:pt>
                <c:pt idx="5331">
                  <c:v>0.95086355209350593</c:v>
                </c:pt>
                <c:pt idx="5332">
                  <c:v>0.77140331268310525</c:v>
                </c:pt>
                <c:pt idx="5333">
                  <c:v>0.82143809795379641</c:v>
                </c:pt>
                <c:pt idx="5334">
                  <c:v>1.0029868412017817</c:v>
                </c:pt>
                <c:pt idx="5335">
                  <c:v>1.2019452524185181</c:v>
                </c:pt>
                <c:pt idx="5336">
                  <c:v>0.71367294073104859</c:v>
                </c:pt>
                <c:pt idx="5337">
                  <c:v>0.17581709861755365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0.3407794940471649</c:v>
                </c:pt>
                <c:pt idx="5343">
                  <c:v>0.40071640312671658</c:v>
                </c:pt>
                <c:pt idx="5344">
                  <c:v>0.34163795471191377</c:v>
                </c:pt>
                <c:pt idx="5345">
                  <c:v>0.75935791969299293</c:v>
                </c:pt>
                <c:pt idx="5346">
                  <c:v>0.70306361675262452</c:v>
                </c:pt>
                <c:pt idx="5347">
                  <c:v>0.74525634527206441</c:v>
                </c:pt>
                <c:pt idx="5348">
                  <c:v>0.30688058853149397</c:v>
                </c:pt>
                <c:pt idx="5349">
                  <c:v>0.48925224304199205</c:v>
                </c:pt>
                <c:pt idx="5350">
                  <c:v>0.11891847789287556</c:v>
                </c:pt>
                <c:pt idx="5351">
                  <c:v>0.41262562036514289</c:v>
                </c:pt>
                <c:pt idx="5352">
                  <c:v>0.18554842472076419</c:v>
                </c:pt>
                <c:pt idx="5353">
                  <c:v>9.6592562198638918E-2</c:v>
                </c:pt>
                <c:pt idx="5354">
                  <c:v>0.26341564983129512</c:v>
                </c:pt>
                <c:pt idx="5355">
                  <c:v>3.5973603129386897E-2</c:v>
                </c:pt>
                <c:pt idx="5356">
                  <c:v>0.19044846117496469</c:v>
                </c:pt>
                <c:pt idx="5357">
                  <c:v>0.29516914486885082</c:v>
                </c:pt>
                <c:pt idx="5358">
                  <c:v>0.10478666514158241</c:v>
                </c:pt>
                <c:pt idx="5359">
                  <c:v>0.27404790401458756</c:v>
                </c:pt>
                <c:pt idx="5360">
                  <c:v>6.9115626811981204E-2</c:v>
                </c:pt>
                <c:pt idx="5361">
                  <c:v>0.52981909275054928</c:v>
                </c:pt>
                <c:pt idx="5362">
                  <c:v>1.1859129381179809</c:v>
                </c:pt>
                <c:pt idx="5363">
                  <c:v>0.39147808313369786</c:v>
                </c:pt>
                <c:pt idx="5364">
                  <c:v>1.4787480533123024E-2</c:v>
                </c:pt>
                <c:pt idx="5365">
                  <c:v>0.46900551795959472</c:v>
                </c:pt>
                <c:pt idx="5366">
                  <c:v>0.22317064762115488</c:v>
                </c:pt>
                <c:pt idx="5367">
                  <c:v>0.35634629130363477</c:v>
                </c:pt>
                <c:pt idx="5368">
                  <c:v>0.75202157020568849</c:v>
                </c:pt>
                <c:pt idx="5369">
                  <c:v>0.43533672809600804</c:v>
                </c:pt>
                <c:pt idx="5370">
                  <c:v>0.90567689180374167</c:v>
                </c:pt>
                <c:pt idx="5371">
                  <c:v>0.96051821708679197</c:v>
                </c:pt>
                <c:pt idx="5372">
                  <c:v>0.96668769836425794</c:v>
                </c:pt>
                <c:pt idx="5373">
                  <c:v>0.98284867720170466</c:v>
                </c:pt>
                <c:pt idx="5374">
                  <c:v>0.99900965603915148</c:v>
                </c:pt>
                <c:pt idx="5375">
                  <c:v>1.0151706348765981</c:v>
                </c:pt>
                <c:pt idx="5376">
                  <c:v>1.0313316137140447</c:v>
                </c:pt>
                <c:pt idx="5377">
                  <c:v>1.0474925925514917</c:v>
                </c:pt>
                <c:pt idx="5378">
                  <c:v>1.0636535713889383</c:v>
                </c:pt>
                <c:pt idx="5379">
                  <c:v>1.079814550226385</c:v>
                </c:pt>
                <c:pt idx="5380">
                  <c:v>1.0959755290638318</c:v>
                </c:pt>
                <c:pt idx="5381">
                  <c:v>1.1121365079012784</c:v>
                </c:pt>
                <c:pt idx="5382">
                  <c:v>1.1282974867387254</c:v>
                </c:pt>
                <c:pt idx="5383">
                  <c:v>1.144458465576172</c:v>
                </c:pt>
                <c:pt idx="5384">
                  <c:v>1.1606194444136186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1.5</c:v>
                </c:pt>
                <c:pt idx="5406">
                  <c:v>1.5</c:v>
                </c:pt>
                <c:pt idx="5407">
                  <c:v>1.4716004276275634</c:v>
                </c:pt>
                <c:pt idx="5408">
                  <c:v>1.3937816333770752</c:v>
                </c:pt>
                <c:pt idx="5409">
                  <c:v>1.45492449760437</c:v>
                </c:pt>
                <c:pt idx="5410">
                  <c:v>1.3646945858001713</c:v>
                </c:pt>
                <c:pt idx="5411">
                  <c:v>1.2519257068634033</c:v>
                </c:pt>
                <c:pt idx="5412">
                  <c:v>0.79104426383972193</c:v>
                </c:pt>
                <c:pt idx="5413">
                  <c:v>1.0163144302368163</c:v>
                </c:pt>
                <c:pt idx="5414">
                  <c:v>0.92709052562713601</c:v>
                </c:pt>
                <c:pt idx="5415">
                  <c:v>0.8618579292297367</c:v>
                </c:pt>
                <c:pt idx="5416">
                  <c:v>0.92247614622116059</c:v>
                </c:pt>
                <c:pt idx="5417">
                  <c:v>0.78487368106842037</c:v>
                </c:pt>
                <c:pt idx="5418">
                  <c:v>0.43824963569641123</c:v>
                </c:pt>
                <c:pt idx="5419">
                  <c:v>0.81799529314041142</c:v>
                </c:pt>
                <c:pt idx="5420">
                  <c:v>0.6113615012168887</c:v>
                </c:pt>
                <c:pt idx="5421">
                  <c:v>1.0109004020690917</c:v>
                </c:pt>
                <c:pt idx="5422">
                  <c:v>0.9109857273101809</c:v>
                </c:pt>
                <c:pt idx="5423">
                  <c:v>0.89617216587066639</c:v>
                </c:pt>
                <c:pt idx="5424">
                  <c:v>1.5</c:v>
                </c:pt>
                <c:pt idx="5425">
                  <c:v>1.1647548866271971</c:v>
                </c:pt>
                <c:pt idx="5426">
                  <c:v>1.1783021593093872</c:v>
                </c:pt>
                <c:pt idx="5427">
                  <c:v>1.3773109245300297</c:v>
                </c:pt>
                <c:pt idx="5428">
                  <c:v>1.3806988906860351</c:v>
                </c:pt>
                <c:pt idx="5429">
                  <c:v>1.5</c:v>
                </c:pt>
                <c:pt idx="5430">
                  <c:v>1.5</c:v>
                </c:pt>
                <c:pt idx="5431">
                  <c:v>1.3997033214569092</c:v>
                </c:pt>
                <c:pt idx="5432">
                  <c:v>1.5</c:v>
                </c:pt>
                <c:pt idx="5433">
                  <c:v>1.0465101528167726</c:v>
                </c:pt>
                <c:pt idx="5434">
                  <c:v>0.89394991636276244</c:v>
                </c:pt>
                <c:pt idx="5435">
                  <c:v>0.81703496932983377</c:v>
                </c:pt>
                <c:pt idx="5436">
                  <c:v>0.82536671161651598</c:v>
                </c:pt>
                <c:pt idx="5437">
                  <c:v>0.65804524183273316</c:v>
                </c:pt>
                <c:pt idx="5438">
                  <c:v>0.70388157606124913</c:v>
                </c:pt>
                <c:pt idx="5439">
                  <c:v>0.48570551633834846</c:v>
                </c:pt>
                <c:pt idx="5440">
                  <c:v>0.73150149106979356</c:v>
                </c:pt>
                <c:pt idx="5441">
                  <c:v>0.82077552795410169</c:v>
                </c:pt>
                <c:pt idx="5442">
                  <c:v>0.87121323108673077</c:v>
                </c:pt>
                <c:pt idx="5443">
                  <c:v>0.74138172626495347</c:v>
                </c:pt>
                <c:pt idx="5444">
                  <c:v>1.161172399520874</c:v>
                </c:pt>
                <c:pt idx="5445">
                  <c:v>1.0423544740676884</c:v>
                </c:pt>
                <c:pt idx="5446">
                  <c:v>1.110577082633972</c:v>
                </c:pt>
                <c:pt idx="5447">
                  <c:v>0.94583490371704115</c:v>
                </c:pt>
                <c:pt idx="5448">
                  <c:v>1.0164309597015377</c:v>
                </c:pt>
                <c:pt idx="5449">
                  <c:v>1.3441474914550784</c:v>
                </c:pt>
                <c:pt idx="5450">
                  <c:v>1.2569648838043215</c:v>
                </c:pt>
                <c:pt idx="5451">
                  <c:v>0.87383505821228025</c:v>
                </c:pt>
                <c:pt idx="5452">
                  <c:v>1.2433295917510985</c:v>
                </c:pt>
                <c:pt idx="5453">
                  <c:v>1.4328535366058346</c:v>
                </c:pt>
                <c:pt idx="5454">
                  <c:v>1.1184199619293214</c:v>
                </c:pt>
                <c:pt idx="5455">
                  <c:v>1.4024820613861084</c:v>
                </c:pt>
                <c:pt idx="5456">
                  <c:v>1.35866813659668</c:v>
                </c:pt>
                <c:pt idx="5457">
                  <c:v>1.4561252403259284</c:v>
                </c:pt>
                <c:pt idx="5458">
                  <c:v>1.3389732170104984</c:v>
                </c:pt>
                <c:pt idx="5459">
                  <c:v>1.1598434257507324</c:v>
                </c:pt>
                <c:pt idx="5460">
                  <c:v>1.1582170200347901</c:v>
                </c:pt>
                <c:pt idx="5461">
                  <c:v>1.3039203357696536</c:v>
                </c:pt>
                <c:pt idx="5462">
                  <c:v>1.4571118927001954</c:v>
                </c:pt>
                <c:pt idx="5463">
                  <c:v>1.4412849998474122</c:v>
                </c:pt>
                <c:pt idx="5464">
                  <c:v>1.452021598815918</c:v>
                </c:pt>
                <c:pt idx="5465">
                  <c:v>1.4968749046325684</c:v>
                </c:pt>
                <c:pt idx="5466">
                  <c:v>1.4968749046325684</c:v>
                </c:pt>
                <c:pt idx="5467">
                  <c:v>1.5</c:v>
                </c:pt>
                <c:pt idx="5468">
                  <c:v>1.4105231952667237</c:v>
                </c:pt>
                <c:pt idx="5469">
                  <c:v>1.4971362304687499</c:v>
                </c:pt>
                <c:pt idx="5470">
                  <c:v>1.4774693870544435</c:v>
                </c:pt>
                <c:pt idx="5471">
                  <c:v>1.3923473167419436</c:v>
                </c:pt>
                <c:pt idx="5472">
                  <c:v>1.4034808444976807</c:v>
                </c:pt>
                <c:pt idx="5473">
                  <c:v>1.4558734703063967</c:v>
                </c:pt>
                <c:pt idx="5474">
                  <c:v>1.3818258762359616</c:v>
                </c:pt>
                <c:pt idx="5475">
                  <c:v>1.4979873561859132</c:v>
                </c:pt>
                <c:pt idx="5476">
                  <c:v>1.4053014850616454</c:v>
                </c:pt>
                <c:pt idx="5477">
                  <c:v>1.5</c:v>
                </c:pt>
                <c:pt idx="5478">
                  <c:v>1.5</c:v>
                </c:pt>
                <c:pt idx="5479">
                  <c:v>1.5</c:v>
                </c:pt>
                <c:pt idx="5480">
                  <c:v>1.4522258090972902</c:v>
                </c:pt>
                <c:pt idx="5481">
                  <c:v>1.4555458259582519</c:v>
                </c:pt>
                <c:pt idx="5482">
                  <c:v>1.4081501197814938</c:v>
                </c:pt>
                <c:pt idx="5483">
                  <c:v>1.4562328720092776</c:v>
                </c:pt>
                <c:pt idx="5484">
                  <c:v>1.4570898628234863</c:v>
                </c:pt>
                <c:pt idx="5485">
                  <c:v>1.4490923881530757</c:v>
                </c:pt>
                <c:pt idx="5486">
                  <c:v>1.440960445404053</c:v>
                </c:pt>
                <c:pt idx="5487">
                  <c:v>1.4722622966766354</c:v>
                </c:pt>
                <c:pt idx="5488">
                  <c:v>1.5</c:v>
                </c:pt>
                <c:pt idx="5489">
                  <c:v>1.4313652038574218</c:v>
                </c:pt>
                <c:pt idx="5490">
                  <c:v>1.3990272045135497</c:v>
                </c:pt>
                <c:pt idx="5491">
                  <c:v>1.5</c:v>
                </c:pt>
                <c:pt idx="5492">
                  <c:v>1.4325448608398437</c:v>
                </c:pt>
                <c:pt idx="5493">
                  <c:v>1.4051625251770019</c:v>
                </c:pt>
                <c:pt idx="5494">
                  <c:v>1.4198919296264647</c:v>
                </c:pt>
                <c:pt idx="5495">
                  <c:v>1.4475366783142092</c:v>
                </c:pt>
                <c:pt idx="5496">
                  <c:v>1.4878300094604491</c:v>
                </c:pt>
                <c:pt idx="5497">
                  <c:v>1.4341965293884278</c:v>
                </c:pt>
                <c:pt idx="5498">
                  <c:v>1.5</c:v>
                </c:pt>
                <c:pt idx="5499">
                  <c:v>1.5</c:v>
                </c:pt>
                <c:pt idx="5500">
                  <c:v>1.4213401222229001</c:v>
                </c:pt>
                <c:pt idx="5501">
                  <c:v>1.5</c:v>
                </c:pt>
                <c:pt idx="5502">
                  <c:v>1.4710815238952637</c:v>
                </c:pt>
                <c:pt idx="5503">
                  <c:v>1.460907669067383</c:v>
                </c:pt>
                <c:pt idx="5504">
                  <c:v>1.4611295127868651</c:v>
                </c:pt>
                <c:pt idx="5505">
                  <c:v>1.4355779457092281</c:v>
                </c:pt>
                <c:pt idx="5506">
                  <c:v>1.4437547206878665</c:v>
                </c:pt>
                <c:pt idx="5507">
                  <c:v>1.3986880302429199</c:v>
                </c:pt>
                <c:pt idx="5508">
                  <c:v>1.3195928764343261</c:v>
                </c:pt>
                <c:pt idx="5509">
                  <c:v>1.4094563770294193</c:v>
                </c:pt>
                <c:pt idx="5510">
                  <c:v>1.3217629909515383</c:v>
                </c:pt>
                <c:pt idx="5511">
                  <c:v>1.3295840263366698</c:v>
                </c:pt>
                <c:pt idx="5512">
                  <c:v>1.4700584220886235</c:v>
                </c:pt>
                <c:pt idx="5513">
                  <c:v>1.4147403717041018</c:v>
                </c:pt>
                <c:pt idx="5514">
                  <c:v>1.3103479671478271</c:v>
                </c:pt>
                <c:pt idx="5515">
                  <c:v>1.1041490077972409</c:v>
                </c:pt>
                <c:pt idx="5516">
                  <c:v>0.88082745552062969</c:v>
                </c:pt>
                <c:pt idx="5517">
                  <c:v>1.2394342231750488</c:v>
                </c:pt>
                <c:pt idx="5518">
                  <c:v>1.3840831661224364</c:v>
                </c:pt>
                <c:pt idx="5519">
                  <c:v>1.5</c:v>
                </c:pt>
                <c:pt idx="5520">
                  <c:v>1.4970404148101808</c:v>
                </c:pt>
                <c:pt idx="5521">
                  <c:v>1.41196626663208</c:v>
                </c:pt>
                <c:pt idx="5522">
                  <c:v>1.4498860359191894</c:v>
                </c:pt>
                <c:pt idx="5523">
                  <c:v>1.4555494594573977</c:v>
                </c:pt>
                <c:pt idx="5524">
                  <c:v>1.4255588150024414</c:v>
                </c:pt>
                <c:pt idx="5525">
                  <c:v>1.492107810974121</c:v>
                </c:pt>
                <c:pt idx="5526">
                  <c:v>1.411614217758179</c:v>
                </c:pt>
                <c:pt idx="5527">
                  <c:v>1.4444558143615724</c:v>
                </c:pt>
                <c:pt idx="5528">
                  <c:v>1.3820565319061275</c:v>
                </c:pt>
                <c:pt idx="5529">
                  <c:v>1.484206094741821</c:v>
                </c:pt>
                <c:pt idx="5530">
                  <c:v>1.4178826332092287</c:v>
                </c:pt>
                <c:pt idx="5531">
                  <c:v>1.4093280029296875</c:v>
                </c:pt>
                <c:pt idx="5532">
                  <c:v>1.009826374053955</c:v>
                </c:pt>
                <c:pt idx="5533">
                  <c:v>1.0120225238800054</c:v>
                </c:pt>
                <c:pt idx="5534">
                  <c:v>0.59056966781616194</c:v>
                </c:pt>
                <c:pt idx="5535">
                  <c:v>0.90562891960144054</c:v>
                </c:pt>
                <c:pt idx="5536">
                  <c:v>1.3528556728363039</c:v>
                </c:pt>
                <c:pt idx="5537">
                  <c:v>1.5</c:v>
                </c:pt>
                <c:pt idx="5538">
                  <c:v>1.2170057487487793</c:v>
                </c:pt>
                <c:pt idx="5539">
                  <c:v>1.2452505111694336</c:v>
                </c:pt>
                <c:pt idx="5540">
                  <c:v>1.1987197637557983</c:v>
                </c:pt>
                <c:pt idx="5541">
                  <c:v>0.95632726192474349</c:v>
                </c:pt>
                <c:pt idx="5542">
                  <c:v>1.1789447593688969</c:v>
                </c:pt>
                <c:pt idx="5543">
                  <c:v>0.96575932502746575</c:v>
                </c:pt>
                <c:pt idx="5544">
                  <c:v>0.80009884357452421</c:v>
                </c:pt>
                <c:pt idx="5545">
                  <c:v>1.1628658676147463</c:v>
                </c:pt>
                <c:pt idx="5546">
                  <c:v>0.96228301048278786</c:v>
                </c:pt>
                <c:pt idx="5547">
                  <c:v>1.2405521965026856</c:v>
                </c:pt>
                <c:pt idx="5548">
                  <c:v>1.1385246849060056</c:v>
                </c:pt>
                <c:pt idx="5549">
                  <c:v>1.2416449642181395</c:v>
                </c:pt>
                <c:pt idx="5550">
                  <c:v>1.1949716377258299</c:v>
                </c:pt>
                <c:pt idx="5551">
                  <c:v>1.1772381591796874</c:v>
                </c:pt>
                <c:pt idx="5552">
                  <c:v>1.0192139768600463</c:v>
                </c:pt>
                <c:pt idx="5553">
                  <c:v>1.34824782371521</c:v>
                </c:pt>
                <c:pt idx="5554">
                  <c:v>1.4024501037597656</c:v>
                </c:pt>
                <c:pt idx="5555">
                  <c:v>1.3117170524597168</c:v>
                </c:pt>
                <c:pt idx="5556">
                  <c:v>1.4700695514678954</c:v>
                </c:pt>
                <c:pt idx="5557">
                  <c:v>1.388228931427002</c:v>
                </c:pt>
                <c:pt idx="5558">
                  <c:v>1.4212247085571288</c:v>
                </c:pt>
                <c:pt idx="5559">
                  <c:v>1.3773259449005131</c:v>
                </c:pt>
                <c:pt idx="5560">
                  <c:v>1.2502033424377443</c:v>
                </c:pt>
                <c:pt idx="5561">
                  <c:v>0.58478596687316886</c:v>
                </c:pt>
                <c:pt idx="5562">
                  <c:v>0.47771308422088604</c:v>
                </c:pt>
                <c:pt idx="5563">
                  <c:v>0.48211875915527364</c:v>
                </c:pt>
                <c:pt idx="5564">
                  <c:v>0.70230767726898191</c:v>
                </c:pt>
                <c:pt idx="5565">
                  <c:v>0.74078082561492897</c:v>
                </c:pt>
                <c:pt idx="5566">
                  <c:v>1.1929292392730715</c:v>
                </c:pt>
                <c:pt idx="5567">
                  <c:v>1.1305791234970095</c:v>
                </c:pt>
                <c:pt idx="5568">
                  <c:v>0.93431229114532421</c:v>
                </c:pt>
                <c:pt idx="5569">
                  <c:v>1.2253043174743654</c:v>
                </c:pt>
                <c:pt idx="5570">
                  <c:v>1.1040189027786254</c:v>
                </c:pt>
                <c:pt idx="5571">
                  <c:v>1.2048538112640383</c:v>
                </c:pt>
                <c:pt idx="5572">
                  <c:v>1.3557542037963866</c:v>
                </c:pt>
                <c:pt idx="5573">
                  <c:v>1.497630615234375</c:v>
                </c:pt>
                <c:pt idx="5574">
                  <c:v>1.3233337211608891</c:v>
                </c:pt>
                <c:pt idx="5575">
                  <c:v>1.3164972782135009</c:v>
                </c:pt>
                <c:pt idx="5576">
                  <c:v>1.4962719154357909</c:v>
                </c:pt>
                <c:pt idx="5577">
                  <c:v>1.4331691646575928</c:v>
                </c:pt>
                <c:pt idx="5578">
                  <c:v>1.2640170478820805</c:v>
                </c:pt>
                <c:pt idx="5579">
                  <c:v>1.1708700227737427</c:v>
                </c:pt>
                <c:pt idx="5580">
                  <c:v>0.54827841997146598</c:v>
                </c:pt>
                <c:pt idx="5581">
                  <c:v>0.52075482845306387</c:v>
                </c:pt>
                <c:pt idx="5582">
                  <c:v>1.30365291595459</c:v>
                </c:pt>
                <c:pt idx="5583">
                  <c:v>0.91530996322631841</c:v>
                </c:pt>
                <c:pt idx="5584">
                  <c:v>1.2406785678863528</c:v>
                </c:pt>
                <c:pt idx="5585">
                  <c:v>1.0379525184631344</c:v>
                </c:pt>
                <c:pt idx="5586">
                  <c:v>0.51904674053192146</c:v>
                </c:pt>
                <c:pt idx="5587">
                  <c:v>0.61027057170867893</c:v>
                </c:pt>
                <c:pt idx="5588">
                  <c:v>0.81402251243591273</c:v>
                </c:pt>
                <c:pt idx="5589">
                  <c:v>1.0073809289932252</c:v>
                </c:pt>
                <c:pt idx="5590">
                  <c:v>1.111316728591919</c:v>
                </c:pt>
                <c:pt idx="5591">
                  <c:v>1.4102860164642332</c:v>
                </c:pt>
                <c:pt idx="5592">
                  <c:v>1.3089957046508784</c:v>
                </c:pt>
                <c:pt idx="5593">
                  <c:v>1.429304895401001</c:v>
                </c:pt>
                <c:pt idx="5594">
                  <c:v>1.4319158935546878</c:v>
                </c:pt>
                <c:pt idx="5595">
                  <c:v>1.4962450504302978</c:v>
                </c:pt>
                <c:pt idx="5596">
                  <c:v>1.4477266502380373</c:v>
                </c:pt>
                <c:pt idx="5597">
                  <c:v>1.4718783187866211</c:v>
                </c:pt>
                <c:pt idx="5598">
                  <c:v>1.4761217880249022</c:v>
                </c:pt>
                <c:pt idx="5599">
                  <c:v>1.4194253826141356</c:v>
                </c:pt>
                <c:pt idx="5600">
                  <c:v>1.5</c:v>
                </c:pt>
                <c:pt idx="5601">
                  <c:v>1.4034632205963129</c:v>
                </c:pt>
                <c:pt idx="5602">
                  <c:v>1.4306088924407958</c:v>
                </c:pt>
                <c:pt idx="5603">
                  <c:v>1.4982306289672851</c:v>
                </c:pt>
                <c:pt idx="5604">
                  <c:v>1.4152630233764651</c:v>
                </c:pt>
                <c:pt idx="5605">
                  <c:v>1.3274503326416009</c:v>
                </c:pt>
                <c:pt idx="5606">
                  <c:v>1.4993420505523678</c:v>
                </c:pt>
                <c:pt idx="5607">
                  <c:v>1.4308083343505862</c:v>
                </c:pt>
                <c:pt idx="5608">
                  <c:v>1.2733050155639647</c:v>
                </c:pt>
                <c:pt idx="5609">
                  <c:v>1.4414891624450681</c:v>
                </c:pt>
                <c:pt idx="5610">
                  <c:v>1.4318590736389158</c:v>
                </c:pt>
                <c:pt idx="5611">
                  <c:v>1.3681925582885746</c:v>
                </c:pt>
                <c:pt idx="5612">
                  <c:v>1.3173351001739506</c:v>
                </c:pt>
                <c:pt idx="5613">
                  <c:v>1.409040355682373</c:v>
                </c:pt>
                <c:pt idx="5614">
                  <c:v>1.2938112258911132</c:v>
                </c:pt>
                <c:pt idx="5615">
                  <c:v>1.2905419635772704</c:v>
                </c:pt>
                <c:pt idx="5616">
                  <c:v>1.4526955032348636</c:v>
                </c:pt>
                <c:pt idx="5617">
                  <c:v>1.4644058132171629</c:v>
                </c:pt>
                <c:pt idx="5618">
                  <c:v>1.4991809177398678</c:v>
                </c:pt>
                <c:pt idx="5619">
                  <c:v>1.4241670227050782</c:v>
                </c:pt>
                <c:pt idx="5620">
                  <c:v>1.5</c:v>
                </c:pt>
                <c:pt idx="5621">
                  <c:v>1.4151763057708739</c:v>
                </c:pt>
                <c:pt idx="5622">
                  <c:v>1.5</c:v>
                </c:pt>
                <c:pt idx="5623">
                  <c:v>1.3994797325134278</c:v>
                </c:pt>
                <c:pt idx="5624">
                  <c:v>1.4439598274230956</c:v>
                </c:pt>
                <c:pt idx="5625">
                  <c:v>1.3436643218994142</c:v>
                </c:pt>
                <c:pt idx="5626">
                  <c:v>1.3660891342163086</c:v>
                </c:pt>
                <c:pt idx="5627">
                  <c:v>1.396468334197998</c:v>
                </c:pt>
                <c:pt idx="5628">
                  <c:v>1.1305210685729981</c:v>
                </c:pt>
                <c:pt idx="5629">
                  <c:v>1.2315935611724853</c:v>
                </c:pt>
                <c:pt idx="5630">
                  <c:v>1.255413007736206</c:v>
                </c:pt>
                <c:pt idx="5631">
                  <c:v>1.4878315258026122</c:v>
                </c:pt>
                <c:pt idx="5632">
                  <c:v>1.4135588836669919</c:v>
                </c:pt>
                <c:pt idx="5633">
                  <c:v>1.4325471210479739</c:v>
                </c:pt>
                <c:pt idx="5634">
                  <c:v>1.4426618385314938</c:v>
                </c:pt>
                <c:pt idx="5635">
                  <c:v>1.3667307472229004</c:v>
                </c:pt>
                <c:pt idx="5636">
                  <c:v>1.2570665645599368</c:v>
                </c:pt>
                <c:pt idx="5637">
                  <c:v>1.3333468437194824</c:v>
                </c:pt>
                <c:pt idx="5638">
                  <c:v>1.2286759757995609</c:v>
                </c:pt>
                <c:pt idx="5639">
                  <c:v>1.4278788185119626</c:v>
                </c:pt>
                <c:pt idx="5640">
                  <c:v>1.3829693603515625</c:v>
                </c:pt>
                <c:pt idx="5641">
                  <c:v>1.2651624011993408</c:v>
                </c:pt>
                <c:pt idx="5642">
                  <c:v>1.3732317352294923</c:v>
                </c:pt>
                <c:pt idx="5643">
                  <c:v>1.0955049419403078</c:v>
                </c:pt>
                <c:pt idx="5644">
                  <c:v>1.480041818618774</c:v>
                </c:pt>
                <c:pt idx="5645">
                  <c:v>1.3130049991607666</c:v>
                </c:pt>
                <c:pt idx="5646">
                  <c:v>1.2432496690750121</c:v>
                </c:pt>
                <c:pt idx="5647">
                  <c:v>1.1863760089874265</c:v>
                </c:pt>
                <c:pt idx="5648">
                  <c:v>0.96660869121551507</c:v>
                </c:pt>
                <c:pt idx="5649">
                  <c:v>1.2394875240325927</c:v>
                </c:pt>
                <c:pt idx="5650">
                  <c:v>1.1617718553543093</c:v>
                </c:pt>
                <c:pt idx="5651">
                  <c:v>1.3757224559783936</c:v>
                </c:pt>
                <c:pt idx="5652">
                  <c:v>1.3340112590789794</c:v>
                </c:pt>
                <c:pt idx="5653">
                  <c:v>1.3201457977294924</c:v>
                </c:pt>
                <c:pt idx="5654">
                  <c:v>1.4022047138214111</c:v>
                </c:pt>
                <c:pt idx="5655">
                  <c:v>1.5</c:v>
                </c:pt>
                <c:pt idx="5656">
                  <c:v>1.4510714149475095</c:v>
                </c:pt>
                <c:pt idx="5657">
                  <c:v>1.4553931903839112</c:v>
                </c:pt>
                <c:pt idx="5658">
                  <c:v>1.3367084026336669</c:v>
                </c:pt>
                <c:pt idx="5659">
                  <c:v>1.4966801834106445</c:v>
                </c:pt>
                <c:pt idx="5660">
                  <c:v>1.4518210601806643</c:v>
                </c:pt>
                <c:pt idx="5661">
                  <c:v>1.3677820301055912</c:v>
                </c:pt>
                <c:pt idx="5662">
                  <c:v>1.4521351146697998</c:v>
                </c:pt>
                <c:pt idx="5663">
                  <c:v>1.3598719882965089</c:v>
                </c:pt>
                <c:pt idx="5664">
                  <c:v>1.4221039009094234</c:v>
                </c:pt>
                <c:pt idx="5665">
                  <c:v>1.426010284423828</c:v>
                </c:pt>
                <c:pt idx="5666">
                  <c:v>1.4671968841552736</c:v>
                </c:pt>
                <c:pt idx="5667">
                  <c:v>1.4504610443115236</c:v>
                </c:pt>
                <c:pt idx="5668">
                  <c:v>1.5</c:v>
                </c:pt>
                <c:pt idx="5669">
                  <c:v>1.4024036121368408</c:v>
                </c:pt>
                <c:pt idx="5670">
                  <c:v>1.4926700019836425</c:v>
                </c:pt>
                <c:pt idx="5671">
                  <c:v>1.4507945823669435</c:v>
                </c:pt>
                <c:pt idx="5672">
                  <c:v>1.4891001605987548</c:v>
                </c:pt>
                <c:pt idx="5673">
                  <c:v>1.4301491260528565</c:v>
                </c:pt>
                <c:pt idx="5674">
                  <c:v>1.496564426422119</c:v>
                </c:pt>
                <c:pt idx="5675">
                  <c:v>1.3512618827819824</c:v>
                </c:pt>
                <c:pt idx="5676">
                  <c:v>1.0616310882568356</c:v>
                </c:pt>
                <c:pt idx="5677">
                  <c:v>1.2712198162078856</c:v>
                </c:pt>
                <c:pt idx="5678">
                  <c:v>1.2468313121795658</c:v>
                </c:pt>
                <c:pt idx="5679">
                  <c:v>1.2539677619934082</c:v>
                </c:pt>
                <c:pt idx="5680">
                  <c:v>1.2445415496826173</c:v>
                </c:pt>
                <c:pt idx="5681">
                  <c:v>1.2129001808166506</c:v>
                </c:pt>
                <c:pt idx="5682">
                  <c:v>0.70959915161132825</c:v>
                </c:pt>
                <c:pt idx="5683">
                  <c:v>1.0452284574508668</c:v>
                </c:pt>
                <c:pt idx="5684">
                  <c:v>0.86851458549499527</c:v>
                </c:pt>
                <c:pt idx="5685">
                  <c:v>1.152020902633667</c:v>
                </c:pt>
                <c:pt idx="5686">
                  <c:v>1.2336970424652101</c:v>
                </c:pt>
                <c:pt idx="5687">
                  <c:v>1.2589170742034914</c:v>
                </c:pt>
                <c:pt idx="5688">
                  <c:v>1.2169238948822021</c:v>
                </c:pt>
                <c:pt idx="5689">
                  <c:v>1.4956371688842773</c:v>
                </c:pt>
                <c:pt idx="5690">
                  <c:v>1.3909344005584716</c:v>
                </c:pt>
                <c:pt idx="5691">
                  <c:v>1.4328136825561524</c:v>
                </c:pt>
                <c:pt idx="5692">
                  <c:v>1.3216476058959965</c:v>
                </c:pt>
                <c:pt idx="5693">
                  <c:v>1.2057081413269046</c:v>
                </c:pt>
                <c:pt idx="5694">
                  <c:v>0.93289389610290518</c:v>
                </c:pt>
                <c:pt idx="5695">
                  <c:v>0.85573117733001702</c:v>
                </c:pt>
                <c:pt idx="5696">
                  <c:v>0.93911340236663809</c:v>
                </c:pt>
                <c:pt idx="5697">
                  <c:v>0.79754968643188517</c:v>
                </c:pt>
                <c:pt idx="5698">
                  <c:v>0.81850982666015626</c:v>
                </c:pt>
                <c:pt idx="5699">
                  <c:v>0.73202339172363262</c:v>
                </c:pt>
                <c:pt idx="5700">
                  <c:v>0.63942913055419903</c:v>
                </c:pt>
                <c:pt idx="5701">
                  <c:v>0.50374335050582875</c:v>
                </c:pt>
                <c:pt idx="5702">
                  <c:v>0.18549131512641914</c:v>
                </c:pt>
                <c:pt idx="5703">
                  <c:v>2.6491631269454967E-2</c:v>
                </c:pt>
                <c:pt idx="5704">
                  <c:v>0.27488521099090557</c:v>
                </c:pt>
                <c:pt idx="5705">
                  <c:v>0.18446066379547124</c:v>
                </c:pt>
                <c:pt idx="5706">
                  <c:v>7.4412724077701428E-2</c:v>
                </c:pt>
                <c:pt idx="5707">
                  <c:v>0.11760109126567825</c:v>
                </c:pt>
                <c:pt idx="5708">
                  <c:v>0.18386846780777008</c:v>
                </c:pt>
                <c:pt idx="5709">
                  <c:v>0.34361290454864474</c:v>
                </c:pt>
                <c:pt idx="5710">
                  <c:v>0.59236608266830426</c:v>
                </c:pt>
                <c:pt idx="5711">
                  <c:v>0.54110509157180808</c:v>
                </c:pt>
                <c:pt idx="5712">
                  <c:v>0.79992814064025852</c:v>
                </c:pt>
                <c:pt idx="5713">
                  <c:v>0.91232424259185785</c:v>
                </c:pt>
                <c:pt idx="5714">
                  <c:v>0.78376121520996067</c:v>
                </c:pt>
                <c:pt idx="5715">
                  <c:v>0.80615630149841322</c:v>
                </c:pt>
                <c:pt idx="5716">
                  <c:v>1.0508897352218627</c:v>
                </c:pt>
                <c:pt idx="5717">
                  <c:v>1.102931928634644</c:v>
                </c:pt>
                <c:pt idx="5718">
                  <c:v>1.262121534347534</c:v>
                </c:pt>
                <c:pt idx="5719">
                  <c:v>0.98082136631011985</c:v>
                </c:pt>
                <c:pt idx="5720">
                  <c:v>0.5663807773590086</c:v>
                </c:pt>
                <c:pt idx="5721">
                  <c:v>0.79852272033691407</c:v>
                </c:pt>
                <c:pt idx="5722">
                  <c:v>0.84638572454452499</c:v>
                </c:pt>
                <c:pt idx="5723">
                  <c:v>1.4487708091735843</c:v>
                </c:pt>
                <c:pt idx="5724">
                  <c:v>1.4671099090576174</c:v>
                </c:pt>
                <c:pt idx="5725">
                  <c:v>1.3341116809844971</c:v>
                </c:pt>
                <c:pt idx="5726">
                  <c:v>1.101633987426758</c:v>
                </c:pt>
                <c:pt idx="5727">
                  <c:v>1.1867836618423457</c:v>
                </c:pt>
                <c:pt idx="5728">
                  <c:v>0.36866656780242946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0.50055027008056618</c:v>
                </c:pt>
                <c:pt idx="5739">
                  <c:v>0.52002361536026021</c:v>
                </c:pt>
                <c:pt idx="5740">
                  <c:v>0.43500646591186498</c:v>
                </c:pt>
                <c:pt idx="5741">
                  <c:v>0.67350593090057354</c:v>
                </c:pt>
                <c:pt idx="5742">
                  <c:v>0.69838978528976492</c:v>
                </c:pt>
                <c:pt idx="5743">
                  <c:v>0.95735014915466321</c:v>
                </c:pt>
                <c:pt idx="5744">
                  <c:v>0.27265992879867523</c:v>
                </c:pt>
                <c:pt idx="5745">
                  <c:v>0.45779054403305036</c:v>
                </c:pt>
                <c:pt idx="5746">
                  <c:v>0.28199773550033536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1.9284367561340325E-2</c:v>
                </c:pt>
                <c:pt idx="5772">
                  <c:v>0.64517937183380147</c:v>
                </c:pt>
                <c:pt idx="5773">
                  <c:v>0.23305013179779074</c:v>
                </c:pt>
                <c:pt idx="5774">
                  <c:v>0.33249916434287996</c:v>
                </c:pt>
                <c:pt idx="5775">
                  <c:v>0.11736596345901494</c:v>
                </c:pt>
                <c:pt idx="5776">
                  <c:v>0.48737571716308614</c:v>
                </c:pt>
                <c:pt idx="5777">
                  <c:v>0.98777534008026124</c:v>
                </c:pt>
                <c:pt idx="5778">
                  <c:v>1.0198420143127442</c:v>
                </c:pt>
                <c:pt idx="5779">
                  <c:v>1.0126200866699215</c:v>
                </c:pt>
                <c:pt idx="5780">
                  <c:v>1.2203361225128171</c:v>
                </c:pt>
                <c:pt idx="5781">
                  <c:v>1.2094241809844974</c:v>
                </c:pt>
                <c:pt idx="5782">
                  <c:v>1.1358373975753784</c:v>
                </c:pt>
                <c:pt idx="5783">
                  <c:v>0.91724996566772465</c:v>
                </c:pt>
                <c:pt idx="5784">
                  <c:v>1.030669884681702</c:v>
                </c:pt>
                <c:pt idx="5785">
                  <c:v>0.74467482089996329</c:v>
                </c:pt>
                <c:pt idx="5786">
                  <c:v>0.94989040374755873</c:v>
                </c:pt>
                <c:pt idx="5787">
                  <c:v>1.0109632873535159</c:v>
                </c:pt>
                <c:pt idx="5788">
                  <c:v>1.0128244400024418</c:v>
                </c:pt>
                <c:pt idx="5789">
                  <c:v>1.2234286880493164</c:v>
                </c:pt>
                <c:pt idx="5790">
                  <c:v>1.2738219738006591</c:v>
                </c:pt>
                <c:pt idx="5791">
                  <c:v>1.0569306707382198</c:v>
                </c:pt>
                <c:pt idx="5792">
                  <c:v>0.8187620115280152</c:v>
                </c:pt>
                <c:pt idx="5793">
                  <c:v>1.0873765468597418</c:v>
                </c:pt>
                <c:pt idx="5794">
                  <c:v>1.1675793886184687</c:v>
                </c:pt>
                <c:pt idx="5795">
                  <c:v>0.59875413894653318</c:v>
                </c:pt>
                <c:pt idx="5796">
                  <c:v>0.18817679822444924</c:v>
                </c:pt>
                <c:pt idx="5797">
                  <c:v>0.8589939880371098</c:v>
                </c:pt>
                <c:pt idx="5798">
                  <c:v>1.1273926162719723</c:v>
                </c:pt>
                <c:pt idx="5799">
                  <c:v>0.64016507148742652</c:v>
                </c:pt>
                <c:pt idx="5800">
                  <c:v>0.53558655738830596</c:v>
                </c:pt>
                <c:pt idx="5801">
                  <c:v>0.80866644859313963</c:v>
                </c:pt>
                <c:pt idx="5802">
                  <c:v>1.2854487609863281</c:v>
                </c:pt>
                <c:pt idx="5803">
                  <c:v>1.3320754909515382</c:v>
                </c:pt>
                <c:pt idx="5804">
                  <c:v>1.2147773551940917</c:v>
                </c:pt>
                <c:pt idx="5805">
                  <c:v>1.3656109714508058</c:v>
                </c:pt>
                <c:pt idx="5806">
                  <c:v>1.0634234619140628</c:v>
                </c:pt>
                <c:pt idx="5807">
                  <c:v>0.71387947797775275</c:v>
                </c:pt>
                <c:pt idx="5808">
                  <c:v>2.8776902854442579E-2</c:v>
                </c:pt>
                <c:pt idx="5809">
                  <c:v>0.20532877922058076</c:v>
                </c:pt>
                <c:pt idx="5810">
                  <c:v>0.45976451873779289</c:v>
                </c:pt>
                <c:pt idx="5811">
                  <c:v>0.40052538871765125</c:v>
                </c:pt>
                <c:pt idx="5812">
                  <c:v>0.65492943763732903</c:v>
                </c:pt>
                <c:pt idx="5813">
                  <c:v>0.73427059173583986</c:v>
                </c:pt>
                <c:pt idx="5814">
                  <c:v>0.92284415245056151</c:v>
                </c:pt>
                <c:pt idx="5815">
                  <c:v>0.58666796922683706</c:v>
                </c:pt>
                <c:pt idx="5816">
                  <c:v>1.5</c:v>
                </c:pt>
                <c:pt idx="5817">
                  <c:v>1.4402472496032717</c:v>
                </c:pt>
                <c:pt idx="5818">
                  <c:v>1.2592795085906987</c:v>
                </c:pt>
                <c:pt idx="5819">
                  <c:v>1.1521420669555664</c:v>
                </c:pt>
                <c:pt idx="5820">
                  <c:v>1.1191995477676391</c:v>
                </c:pt>
                <c:pt idx="5821">
                  <c:v>0.93312196254730251</c:v>
                </c:pt>
                <c:pt idx="5822">
                  <c:v>0.97787485599517798</c:v>
                </c:pt>
                <c:pt idx="5823">
                  <c:v>0.88139896631240877</c:v>
                </c:pt>
                <c:pt idx="5824">
                  <c:v>1.3028811264038085</c:v>
                </c:pt>
                <c:pt idx="5825">
                  <c:v>1.4284752273559569</c:v>
                </c:pt>
                <c:pt idx="5826">
                  <c:v>1.0475226116180425</c:v>
                </c:pt>
                <c:pt idx="5827">
                  <c:v>1.3196941566467286</c:v>
                </c:pt>
                <c:pt idx="5828">
                  <c:v>1.2176304531097413</c:v>
                </c:pt>
                <c:pt idx="5829">
                  <c:v>1.1673969554901122</c:v>
                </c:pt>
                <c:pt idx="5830">
                  <c:v>1.1628032112121578</c:v>
                </c:pt>
                <c:pt idx="5831">
                  <c:v>0.5318441009521484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0.16172218322753895</c:v>
                </c:pt>
                <c:pt idx="5840">
                  <c:v>1.2131231403350831</c:v>
                </c:pt>
                <c:pt idx="5841">
                  <c:v>1.3855627441406249</c:v>
                </c:pt>
                <c:pt idx="5842">
                  <c:v>0.84088612318038991</c:v>
                </c:pt>
                <c:pt idx="5843">
                  <c:v>0.7825720024108882</c:v>
                </c:pt>
                <c:pt idx="5844">
                  <c:v>0.86831478595733613</c:v>
                </c:pt>
                <c:pt idx="5845">
                  <c:v>1.0567846441268915</c:v>
                </c:pt>
                <c:pt idx="5846">
                  <c:v>1.0260668849945069</c:v>
                </c:pt>
                <c:pt idx="5847">
                  <c:v>1.0321149158477787</c:v>
                </c:pt>
                <c:pt idx="5848">
                  <c:v>0.96505239486694327</c:v>
                </c:pt>
                <c:pt idx="5849">
                  <c:v>1.2199847316741941</c:v>
                </c:pt>
                <c:pt idx="5850">
                  <c:v>0.79354094982147227</c:v>
                </c:pt>
                <c:pt idx="5851">
                  <c:v>0.9179440212249752</c:v>
                </c:pt>
                <c:pt idx="5852">
                  <c:v>0.62658996820449775</c:v>
                </c:pt>
                <c:pt idx="5853">
                  <c:v>1.1440511941909792</c:v>
                </c:pt>
                <c:pt idx="5854">
                  <c:v>0.94709777355194102</c:v>
                </c:pt>
                <c:pt idx="5855">
                  <c:v>0.70194886207580542</c:v>
                </c:pt>
                <c:pt idx="5856">
                  <c:v>0.29765783786773681</c:v>
                </c:pt>
                <c:pt idx="5857">
                  <c:v>0.22542887687683094</c:v>
                </c:pt>
                <c:pt idx="5858">
                  <c:v>9.6691069006919733E-2</c:v>
                </c:pt>
                <c:pt idx="5859">
                  <c:v>0.1140761089324951</c:v>
                </c:pt>
                <c:pt idx="5860">
                  <c:v>2.1061677932739255E-2</c:v>
                </c:pt>
                <c:pt idx="5861">
                  <c:v>7.7976892590522789E-2</c:v>
                </c:pt>
                <c:pt idx="5862">
                  <c:v>1.4358394145965575E-2</c:v>
                </c:pt>
                <c:pt idx="5863">
                  <c:v>0.12309356689453124</c:v>
                </c:pt>
                <c:pt idx="5864">
                  <c:v>1.2748492431640623</c:v>
                </c:pt>
                <c:pt idx="5865">
                  <c:v>1.1353849983215336</c:v>
                </c:pt>
                <c:pt idx="5866">
                  <c:v>0.72507813513278985</c:v>
                </c:pt>
                <c:pt idx="5867">
                  <c:v>1.1488108062744138</c:v>
                </c:pt>
                <c:pt idx="5868">
                  <c:v>0.97998181343078583</c:v>
                </c:pt>
                <c:pt idx="5869">
                  <c:v>0.66250065565109251</c:v>
                </c:pt>
                <c:pt idx="5870">
                  <c:v>0.72607505321502708</c:v>
                </c:pt>
                <c:pt idx="5871">
                  <c:v>0.94453654289245648</c:v>
                </c:pt>
                <c:pt idx="5872">
                  <c:v>1.1065412235260013</c:v>
                </c:pt>
                <c:pt idx="5873">
                  <c:v>1.1111244964599611</c:v>
                </c:pt>
                <c:pt idx="5874">
                  <c:v>1.3679903984069828</c:v>
                </c:pt>
                <c:pt idx="5875">
                  <c:v>1.0862058877944947</c:v>
                </c:pt>
                <c:pt idx="5876">
                  <c:v>1.2809286975860599</c:v>
                </c:pt>
                <c:pt idx="5877">
                  <c:v>1.3936230182647702</c:v>
                </c:pt>
                <c:pt idx="5878">
                  <c:v>1.4103852367401122</c:v>
                </c:pt>
                <c:pt idx="5879">
                  <c:v>1.307278690338135</c:v>
                </c:pt>
                <c:pt idx="5880">
                  <c:v>1.2606634140014652</c:v>
                </c:pt>
                <c:pt idx="5881">
                  <c:v>1.2695777034759526</c:v>
                </c:pt>
                <c:pt idx="5882">
                  <c:v>1.4260478782653809</c:v>
                </c:pt>
                <c:pt idx="5883">
                  <c:v>1.341057300567627</c:v>
                </c:pt>
                <c:pt idx="5884">
                  <c:v>1.3385696983337403</c:v>
                </c:pt>
                <c:pt idx="5885">
                  <c:v>1.3182604408264162</c:v>
                </c:pt>
                <c:pt idx="5886">
                  <c:v>1.1320204639434819</c:v>
                </c:pt>
                <c:pt idx="5887">
                  <c:v>1.233798379898071</c:v>
                </c:pt>
                <c:pt idx="5888">
                  <c:v>1.3275672626495361</c:v>
                </c:pt>
                <c:pt idx="5889">
                  <c:v>1.1959789466857911</c:v>
                </c:pt>
                <c:pt idx="5890">
                  <c:v>1.5</c:v>
                </c:pt>
                <c:pt idx="5891">
                  <c:v>1.4263029670715333</c:v>
                </c:pt>
                <c:pt idx="5892">
                  <c:v>1.0345952224731445</c:v>
                </c:pt>
                <c:pt idx="5893">
                  <c:v>1.1590899753570558</c:v>
                </c:pt>
                <c:pt idx="5894">
                  <c:v>1.279600553512573</c:v>
                </c:pt>
                <c:pt idx="5895">
                  <c:v>1.3270770549774171</c:v>
                </c:pt>
                <c:pt idx="5896">
                  <c:v>1.3040427780151371</c:v>
                </c:pt>
                <c:pt idx="5897">
                  <c:v>1.2951345634460449</c:v>
                </c:pt>
                <c:pt idx="5898">
                  <c:v>0.94337878704071065</c:v>
                </c:pt>
                <c:pt idx="5899">
                  <c:v>1.4124846649169924</c:v>
                </c:pt>
                <c:pt idx="5900">
                  <c:v>1.494243850708008</c:v>
                </c:pt>
                <c:pt idx="5901">
                  <c:v>1.4290869998931883</c:v>
                </c:pt>
                <c:pt idx="5902">
                  <c:v>1.4927116012573245</c:v>
                </c:pt>
                <c:pt idx="5903">
                  <c:v>1.424452486038208</c:v>
                </c:pt>
                <c:pt idx="5904">
                  <c:v>1.4371658992767338</c:v>
                </c:pt>
                <c:pt idx="5905">
                  <c:v>1.3115444469451905</c:v>
                </c:pt>
                <c:pt idx="5906">
                  <c:v>1.3771098232269285</c:v>
                </c:pt>
                <c:pt idx="5907">
                  <c:v>1.3183638668060302</c:v>
                </c:pt>
                <c:pt idx="5908">
                  <c:v>1.2285490894317626</c:v>
                </c:pt>
                <c:pt idx="5909">
                  <c:v>0.97788502693176271</c:v>
                </c:pt>
                <c:pt idx="5910">
                  <c:v>1.0014378833770752</c:v>
                </c:pt>
                <c:pt idx="5911">
                  <c:v>0.76161410808563201</c:v>
                </c:pt>
                <c:pt idx="5912">
                  <c:v>0.64013691902160641</c:v>
                </c:pt>
                <c:pt idx="5913">
                  <c:v>0.80845855236053432</c:v>
                </c:pt>
                <c:pt idx="5914">
                  <c:v>1.1406166839599607</c:v>
                </c:pt>
                <c:pt idx="5915">
                  <c:v>0.54905516624450645</c:v>
                </c:pt>
                <c:pt idx="5916">
                  <c:v>1.182292385101319</c:v>
                </c:pt>
                <c:pt idx="5917">
                  <c:v>0.71844996929168703</c:v>
                </c:pt>
                <c:pt idx="5918">
                  <c:v>1.0576136541366576</c:v>
                </c:pt>
                <c:pt idx="5919">
                  <c:v>1.4404395675659181</c:v>
                </c:pt>
                <c:pt idx="5920">
                  <c:v>1.4947640991210938</c:v>
                </c:pt>
                <c:pt idx="5921">
                  <c:v>1.0249843311309814</c:v>
                </c:pt>
                <c:pt idx="5922">
                  <c:v>1.12109899520874</c:v>
                </c:pt>
                <c:pt idx="5923">
                  <c:v>0.68090963602066013</c:v>
                </c:pt>
                <c:pt idx="5924">
                  <c:v>0.77026428222656207</c:v>
                </c:pt>
                <c:pt idx="5925">
                  <c:v>0.67894796371459998</c:v>
                </c:pt>
                <c:pt idx="5926">
                  <c:v>1.0684555149078367</c:v>
                </c:pt>
                <c:pt idx="5927">
                  <c:v>1.0950976467132565</c:v>
                </c:pt>
                <c:pt idx="5928">
                  <c:v>1.2320149230957034</c:v>
                </c:pt>
                <c:pt idx="5929">
                  <c:v>1.1634818887710574</c:v>
                </c:pt>
                <c:pt idx="5930">
                  <c:v>0.88859476089477551</c:v>
                </c:pt>
                <c:pt idx="5931">
                  <c:v>1.1612855529785155</c:v>
                </c:pt>
                <c:pt idx="5932">
                  <c:v>1.2210437107086183</c:v>
                </c:pt>
                <c:pt idx="5933">
                  <c:v>1.4515026283264159</c:v>
                </c:pt>
                <c:pt idx="5934">
                  <c:v>1.3424034118652344</c:v>
                </c:pt>
                <c:pt idx="5935">
                  <c:v>1.1216017913818361</c:v>
                </c:pt>
                <c:pt idx="5936">
                  <c:v>0.8776032400131224</c:v>
                </c:pt>
                <c:pt idx="5937">
                  <c:v>0.69766242742538476</c:v>
                </c:pt>
                <c:pt idx="5938">
                  <c:v>0.50107555389404279</c:v>
                </c:pt>
                <c:pt idx="5939">
                  <c:v>0.74019121170043944</c:v>
                </c:pt>
                <c:pt idx="5940">
                  <c:v>1.1296329259872437</c:v>
                </c:pt>
                <c:pt idx="5941">
                  <c:v>1.3898296737670899</c:v>
                </c:pt>
                <c:pt idx="5942">
                  <c:v>0.70807428359985369</c:v>
                </c:pt>
                <c:pt idx="5943">
                  <c:v>0.8922994279861447</c:v>
                </c:pt>
                <c:pt idx="5944">
                  <c:v>0.93679115295410154</c:v>
                </c:pt>
                <c:pt idx="5945">
                  <c:v>1.0333135128021245</c:v>
                </c:pt>
                <c:pt idx="5946">
                  <c:v>1.344500999450684</c:v>
                </c:pt>
                <c:pt idx="5947">
                  <c:v>0.90965994358062752</c:v>
                </c:pt>
                <c:pt idx="5948">
                  <c:v>1.2220324516296386</c:v>
                </c:pt>
                <c:pt idx="5949">
                  <c:v>0.90334548950195293</c:v>
                </c:pt>
                <c:pt idx="5950">
                  <c:v>1.0665817308425902</c:v>
                </c:pt>
                <c:pt idx="5951">
                  <c:v>0.87264517307281453</c:v>
                </c:pt>
                <c:pt idx="5952">
                  <c:v>0.79579712390899671</c:v>
                </c:pt>
                <c:pt idx="5953">
                  <c:v>0.86873127937316919</c:v>
                </c:pt>
                <c:pt idx="5954">
                  <c:v>1.0350248050689697</c:v>
                </c:pt>
                <c:pt idx="5955">
                  <c:v>0.99470551013946529</c:v>
                </c:pt>
                <c:pt idx="5956">
                  <c:v>1.1095562267303467</c:v>
                </c:pt>
                <c:pt idx="5957">
                  <c:v>1.1322412347793578</c:v>
                </c:pt>
                <c:pt idx="5958">
                  <c:v>1.2264528465270998</c:v>
                </c:pt>
                <c:pt idx="5959">
                  <c:v>1.2665679645538332</c:v>
                </c:pt>
                <c:pt idx="5960">
                  <c:v>0.95526532173156709</c:v>
                </c:pt>
                <c:pt idx="5961">
                  <c:v>0.98460948944091797</c:v>
                </c:pt>
                <c:pt idx="5962">
                  <c:v>0.83238064527511568</c:v>
                </c:pt>
                <c:pt idx="5963">
                  <c:v>0.69888437747955301</c:v>
                </c:pt>
                <c:pt idx="5964">
                  <c:v>1.2358177471160889</c:v>
                </c:pt>
                <c:pt idx="5965">
                  <c:v>1.0173362159729005</c:v>
                </c:pt>
                <c:pt idx="5966">
                  <c:v>1.0895068788528441</c:v>
                </c:pt>
                <c:pt idx="5967">
                  <c:v>1.3378566169738764</c:v>
                </c:pt>
                <c:pt idx="5968">
                  <c:v>1.0883095550537107</c:v>
                </c:pt>
                <c:pt idx="5969">
                  <c:v>1.0671191883087159</c:v>
                </c:pt>
                <c:pt idx="5970">
                  <c:v>0.88933891296386691</c:v>
                </c:pt>
                <c:pt idx="5971">
                  <c:v>1.4004307651519776</c:v>
                </c:pt>
                <c:pt idx="5972">
                  <c:v>1.3358521842956543</c:v>
                </c:pt>
                <c:pt idx="5973">
                  <c:v>1.2424667358398438</c:v>
                </c:pt>
                <c:pt idx="5974">
                  <c:v>1.2494996452331542</c:v>
                </c:pt>
                <c:pt idx="5975">
                  <c:v>1.0992252302169803</c:v>
                </c:pt>
                <c:pt idx="5976">
                  <c:v>1.1157249927520752</c:v>
                </c:pt>
                <c:pt idx="5977">
                  <c:v>1.2467620754241946</c:v>
                </c:pt>
                <c:pt idx="5978">
                  <c:v>1.3790155506134032</c:v>
                </c:pt>
                <c:pt idx="5979">
                  <c:v>1.4283810424804686</c:v>
                </c:pt>
                <c:pt idx="5980">
                  <c:v>1.5</c:v>
                </c:pt>
                <c:pt idx="5981">
                  <c:v>1.4271308326721188</c:v>
                </c:pt>
                <c:pt idx="5982">
                  <c:v>1.33562479019165</c:v>
                </c:pt>
                <c:pt idx="5983">
                  <c:v>1.4431766510009767</c:v>
                </c:pt>
                <c:pt idx="5984">
                  <c:v>1.3719242477416993</c:v>
                </c:pt>
                <c:pt idx="5985">
                  <c:v>1.3641251277923583</c:v>
                </c:pt>
                <c:pt idx="5986">
                  <c:v>1.1967548561096193</c:v>
                </c:pt>
                <c:pt idx="5987">
                  <c:v>0.9957614135742191</c:v>
                </c:pt>
                <c:pt idx="5988">
                  <c:v>0.98992014884948731</c:v>
                </c:pt>
                <c:pt idx="5989">
                  <c:v>0.92137433052063</c:v>
                </c:pt>
                <c:pt idx="5990">
                  <c:v>0.77233796596527071</c:v>
                </c:pt>
                <c:pt idx="5991">
                  <c:v>1.0640451478958133</c:v>
                </c:pt>
                <c:pt idx="5992">
                  <c:v>1.1166637659072873</c:v>
                </c:pt>
                <c:pt idx="5993">
                  <c:v>1.2749450969696046</c:v>
                </c:pt>
                <c:pt idx="5994">
                  <c:v>1.4118860149383545</c:v>
                </c:pt>
                <c:pt idx="5995">
                  <c:v>1.2376006507873534</c:v>
                </c:pt>
                <c:pt idx="5996">
                  <c:v>1.4493715381622314</c:v>
                </c:pt>
                <c:pt idx="5997">
                  <c:v>1.3114554119110107</c:v>
                </c:pt>
                <c:pt idx="5998">
                  <c:v>1.4509371185302735</c:v>
                </c:pt>
                <c:pt idx="5999">
                  <c:v>1.3631738662719726</c:v>
                </c:pt>
                <c:pt idx="6000">
                  <c:v>0.79703594684600809</c:v>
                </c:pt>
                <c:pt idx="6001">
                  <c:v>0.61394182205200243</c:v>
                </c:pt>
                <c:pt idx="6002">
                  <c:v>1.2532112789154053</c:v>
                </c:pt>
                <c:pt idx="6003">
                  <c:v>0.95726938247680649</c:v>
                </c:pt>
                <c:pt idx="6004">
                  <c:v>1.3469223690032959</c:v>
                </c:pt>
                <c:pt idx="6005">
                  <c:v>1.2578786659240719</c:v>
                </c:pt>
                <c:pt idx="6006">
                  <c:v>1.191260433197022</c:v>
                </c:pt>
                <c:pt idx="6007">
                  <c:v>1.1112910366058351</c:v>
                </c:pt>
                <c:pt idx="6008">
                  <c:v>1.1394162082672117</c:v>
                </c:pt>
                <c:pt idx="6009">
                  <c:v>1.0203014230728149</c:v>
                </c:pt>
                <c:pt idx="6010">
                  <c:v>1.3808263206481934</c:v>
                </c:pt>
                <c:pt idx="6011">
                  <c:v>1.3215946197509767</c:v>
                </c:pt>
                <c:pt idx="6012">
                  <c:v>1.2787168121337893</c:v>
                </c:pt>
                <c:pt idx="6013">
                  <c:v>1.2555389785766602</c:v>
                </c:pt>
                <c:pt idx="6014">
                  <c:v>0.87397702217102025</c:v>
                </c:pt>
                <c:pt idx="6015">
                  <c:v>1.1822288846969606</c:v>
                </c:pt>
                <c:pt idx="6016">
                  <c:v>0.80585468530654947</c:v>
                </c:pt>
                <c:pt idx="6017">
                  <c:v>0.80703174591064475</c:v>
                </c:pt>
                <c:pt idx="6018">
                  <c:v>1.0821209335327147</c:v>
                </c:pt>
                <c:pt idx="6019">
                  <c:v>1.2105038738250733</c:v>
                </c:pt>
                <c:pt idx="6020">
                  <c:v>1.398041467666626</c:v>
                </c:pt>
                <c:pt idx="6021">
                  <c:v>1.2369911813735961</c:v>
                </c:pt>
                <c:pt idx="6022">
                  <c:v>1.0182424879074097</c:v>
                </c:pt>
                <c:pt idx="6023">
                  <c:v>1.4479994487762453</c:v>
                </c:pt>
                <c:pt idx="6024">
                  <c:v>1.4250048637390136</c:v>
                </c:pt>
                <c:pt idx="6025">
                  <c:v>1.3072350025177002</c:v>
                </c:pt>
                <c:pt idx="6026">
                  <c:v>1.4575840759277343</c:v>
                </c:pt>
                <c:pt idx="6027">
                  <c:v>1.5</c:v>
                </c:pt>
                <c:pt idx="6028">
                  <c:v>1.4162584018707274</c:v>
                </c:pt>
                <c:pt idx="6029">
                  <c:v>1.044456539154053</c:v>
                </c:pt>
                <c:pt idx="6030">
                  <c:v>0.92673528671264671</c:v>
                </c:pt>
                <c:pt idx="6031">
                  <c:v>0.80376684665679932</c:v>
                </c:pt>
                <c:pt idx="6032">
                  <c:v>1.1619577503204346</c:v>
                </c:pt>
                <c:pt idx="6033">
                  <c:v>1.3015822505950927</c:v>
                </c:pt>
                <c:pt idx="6034">
                  <c:v>1.0953308773040771</c:v>
                </c:pt>
                <c:pt idx="6035">
                  <c:v>0.87699877738952658</c:v>
                </c:pt>
                <c:pt idx="6036">
                  <c:v>0.598795509338379</c:v>
                </c:pt>
                <c:pt idx="6037">
                  <c:v>0.48324897766113301</c:v>
                </c:pt>
                <c:pt idx="6038">
                  <c:v>0.86453503847122204</c:v>
                </c:pt>
                <c:pt idx="6039">
                  <c:v>0.80384298563003542</c:v>
                </c:pt>
                <c:pt idx="6040">
                  <c:v>1.0094105958938597</c:v>
                </c:pt>
                <c:pt idx="6041">
                  <c:v>1.0814517974853517</c:v>
                </c:pt>
                <c:pt idx="6042">
                  <c:v>1.3847403430938721</c:v>
                </c:pt>
                <c:pt idx="6043">
                  <c:v>1.3849416732788089</c:v>
                </c:pt>
                <c:pt idx="6044">
                  <c:v>1.2253750419616698</c:v>
                </c:pt>
                <c:pt idx="6045">
                  <c:v>1.2156679630279541</c:v>
                </c:pt>
                <c:pt idx="6046">
                  <c:v>1.1937702369689942</c:v>
                </c:pt>
                <c:pt idx="6047">
                  <c:v>1.1296262454986572</c:v>
                </c:pt>
                <c:pt idx="6048">
                  <c:v>1.0880704021453858</c:v>
                </c:pt>
                <c:pt idx="6049">
                  <c:v>1.1956545925140383</c:v>
                </c:pt>
                <c:pt idx="6050">
                  <c:v>1.2468710517883301</c:v>
                </c:pt>
                <c:pt idx="6051">
                  <c:v>1.3045180320739744</c:v>
                </c:pt>
                <c:pt idx="6052">
                  <c:v>1.1979025840759279</c:v>
                </c:pt>
                <c:pt idx="6053">
                  <c:v>1.3359570121765141</c:v>
                </c:pt>
                <c:pt idx="6054">
                  <c:v>1.4196454524993896</c:v>
                </c:pt>
                <c:pt idx="6055">
                  <c:v>1.4691823768615724</c:v>
                </c:pt>
                <c:pt idx="6056">
                  <c:v>1.2791542053222655</c:v>
                </c:pt>
                <c:pt idx="6057">
                  <c:v>1.0205296325683597</c:v>
                </c:pt>
                <c:pt idx="6058">
                  <c:v>0.91743401527404778</c:v>
                </c:pt>
                <c:pt idx="6059">
                  <c:v>0.94128347396850598</c:v>
                </c:pt>
                <c:pt idx="6060">
                  <c:v>0.82975371837615974</c:v>
                </c:pt>
                <c:pt idx="6061">
                  <c:v>1.1650118136405945</c:v>
                </c:pt>
                <c:pt idx="6062">
                  <c:v>1.2482803773880005</c:v>
                </c:pt>
                <c:pt idx="6063">
                  <c:v>1.0306901550292968</c:v>
                </c:pt>
                <c:pt idx="6064">
                  <c:v>1.2698798274993897</c:v>
                </c:pt>
                <c:pt idx="6065">
                  <c:v>1.4395908164978028</c:v>
                </c:pt>
                <c:pt idx="6066">
                  <c:v>1.2503344345092773</c:v>
                </c:pt>
                <c:pt idx="6067">
                  <c:v>0.75166421413421614</c:v>
                </c:pt>
                <c:pt idx="6068">
                  <c:v>1.3526963996887207</c:v>
                </c:pt>
                <c:pt idx="6069">
                  <c:v>1.3032152938842774</c:v>
                </c:pt>
                <c:pt idx="6070">
                  <c:v>1.4565567111968991</c:v>
                </c:pt>
                <c:pt idx="6071">
                  <c:v>0.78967155933380173</c:v>
                </c:pt>
                <c:pt idx="6072">
                  <c:v>0.73315760135650643</c:v>
                </c:pt>
                <c:pt idx="6073">
                  <c:v>0.79299500942230239</c:v>
                </c:pt>
                <c:pt idx="6074">
                  <c:v>1.0539442348480221</c:v>
                </c:pt>
                <c:pt idx="6075">
                  <c:v>1.0334469509124757</c:v>
                </c:pt>
                <c:pt idx="6076">
                  <c:v>0.93814912319183363</c:v>
                </c:pt>
                <c:pt idx="6077">
                  <c:v>1.1103860664367671</c:v>
                </c:pt>
                <c:pt idx="6078">
                  <c:v>1.332039041519165</c:v>
                </c:pt>
                <c:pt idx="6079">
                  <c:v>0.99804908752441379</c:v>
                </c:pt>
                <c:pt idx="6080">
                  <c:v>1.1154225969314575</c:v>
                </c:pt>
                <c:pt idx="6081">
                  <c:v>1.2312431287765506</c:v>
                </c:pt>
                <c:pt idx="6082">
                  <c:v>1.1247198486328125</c:v>
                </c:pt>
                <c:pt idx="6083">
                  <c:v>0.60499040365219103</c:v>
                </c:pt>
                <c:pt idx="6084">
                  <c:v>1.3577643299102782</c:v>
                </c:pt>
                <c:pt idx="6085">
                  <c:v>1.3910165405273438</c:v>
                </c:pt>
                <c:pt idx="6086">
                  <c:v>1.3368360328674318</c:v>
                </c:pt>
                <c:pt idx="6087">
                  <c:v>1.1143452358245847</c:v>
                </c:pt>
                <c:pt idx="6088">
                  <c:v>1.2491957473754882</c:v>
                </c:pt>
                <c:pt idx="6089">
                  <c:v>0.91626328468322771</c:v>
                </c:pt>
                <c:pt idx="6090">
                  <c:v>0.66207437574863448</c:v>
                </c:pt>
                <c:pt idx="6091">
                  <c:v>0.89433045029640168</c:v>
                </c:pt>
                <c:pt idx="6092">
                  <c:v>1.131879301071167</c:v>
                </c:pt>
                <c:pt idx="6093">
                  <c:v>0.88123324871063247</c:v>
                </c:pt>
                <c:pt idx="6094">
                  <c:v>0.9524543094635014</c:v>
                </c:pt>
                <c:pt idx="6095">
                  <c:v>1.3462160110473633</c:v>
                </c:pt>
                <c:pt idx="6096">
                  <c:v>0.50639074802398676</c:v>
                </c:pt>
                <c:pt idx="6097">
                  <c:v>0.42294585943222052</c:v>
                </c:pt>
                <c:pt idx="6098">
                  <c:v>0.34643910169601444</c:v>
                </c:pt>
                <c:pt idx="6099">
                  <c:v>0.31032581806182857</c:v>
                </c:pt>
                <c:pt idx="6100">
                  <c:v>0.5223074197769163</c:v>
                </c:pt>
                <c:pt idx="6101">
                  <c:v>0.37525821089744549</c:v>
                </c:pt>
                <c:pt idx="6102">
                  <c:v>0.56989497900009178</c:v>
                </c:pt>
                <c:pt idx="6103">
                  <c:v>0.44114566326141347</c:v>
                </c:pt>
                <c:pt idx="6104">
                  <c:v>1.1465828704833982</c:v>
                </c:pt>
                <c:pt idx="6105">
                  <c:v>1.1803916645050052</c:v>
                </c:pt>
                <c:pt idx="6106">
                  <c:v>1.1104093122482304</c:v>
                </c:pt>
                <c:pt idx="6107">
                  <c:v>1.1525465869903568</c:v>
                </c:pt>
                <c:pt idx="6108">
                  <c:v>0.76214761734008774</c:v>
                </c:pt>
                <c:pt idx="6109">
                  <c:v>0.97301618099212639</c:v>
                </c:pt>
                <c:pt idx="6110">
                  <c:v>0.92060075998306312</c:v>
                </c:pt>
                <c:pt idx="6111">
                  <c:v>1.3563826274871829</c:v>
                </c:pt>
                <c:pt idx="6112">
                  <c:v>0.819636554718018</c:v>
                </c:pt>
                <c:pt idx="6113">
                  <c:v>1.3009619235992433</c:v>
                </c:pt>
                <c:pt idx="6114">
                  <c:v>1.2000803947448739</c:v>
                </c:pt>
                <c:pt idx="6115">
                  <c:v>1.1647940826416017</c:v>
                </c:pt>
                <c:pt idx="6116">
                  <c:v>1.1518261671066283</c:v>
                </c:pt>
                <c:pt idx="6117">
                  <c:v>1.1018859958648684</c:v>
                </c:pt>
                <c:pt idx="6118">
                  <c:v>1.3990858840942377</c:v>
                </c:pt>
                <c:pt idx="6119">
                  <c:v>0.6138566207885745</c:v>
                </c:pt>
                <c:pt idx="6120">
                  <c:v>0.45936203956604021</c:v>
                </c:pt>
                <c:pt idx="6121">
                  <c:v>9.5370916128158567E-2</c:v>
                </c:pt>
                <c:pt idx="6122">
                  <c:v>0.25859574079513559</c:v>
                </c:pt>
                <c:pt idx="6123">
                  <c:v>0.38722192883491496</c:v>
                </c:pt>
                <c:pt idx="6124">
                  <c:v>0.68545120239257817</c:v>
                </c:pt>
                <c:pt idx="6125">
                  <c:v>0.84548402309417736</c:v>
                </c:pt>
                <c:pt idx="6126">
                  <c:v>0.79487976551055939</c:v>
                </c:pt>
                <c:pt idx="6127">
                  <c:v>0.94645749092102027</c:v>
                </c:pt>
                <c:pt idx="6128">
                  <c:v>1.4593854904174803</c:v>
                </c:pt>
                <c:pt idx="6129">
                  <c:v>1.3905632972717283</c:v>
                </c:pt>
                <c:pt idx="6130">
                  <c:v>1.4238731288909914</c:v>
                </c:pt>
                <c:pt idx="6131">
                  <c:v>0.95411154270172127</c:v>
                </c:pt>
                <c:pt idx="6132">
                  <c:v>1.5</c:v>
                </c:pt>
                <c:pt idx="6133">
                  <c:v>1.2582096004486079</c:v>
                </c:pt>
                <c:pt idx="6134">
                  <c:v>0.79956654310226438</c:v>
                </c:pt>
                <c:pt idx="6135">
                  <c:v>1.0105570650100706</c:v>
                </c:pt>
                <c:pt idx="6136">
                  <c:v>1.0701328182220458</c:v>
                </c:pt>
                <c:pt idx="6137">
                  <c:v>1.0196269798278805</c:v>
                </c:pt>
                <c:pt idx="6138">
                  <c:v>1.0490728712081907</c:v>
                </c:pt>
                <c:pt idx="6139">
                  <c:v>1.3294639778137207</c:v>
                </c:pt>
                <c:pt idx="6140">
                  <c:v>1.4752760124206543</c:v>
                </c:pt>
                <c:pt idx="6141">
                  <c:v>1.5</c:v>
                </c:pt>
                <c:pt idx="6142">
                  <c:v>1.4593793964385986</c:v>
                </c:pt>
                <c:pt idx="6143">
                  <c:v>0.97407031059265137</c:v>
                </c:pt>
                <c:pt idx="6144">
                  <c:v>1.1689340972900393</c:v>
                </c:pt>
                <c:pt idx="6145">
                  <c:v>1.0777593040466307</c:v>
                </c:pt>
                <c:pt idx="6146">
                  <c:v>1.2768342876434329</c:v>
                </c:pt>
                <c:pt idx="6147">
                  <c:v>1.1746501350402831</c:v>
                </c:pt>
                <c:pt idx="6148">
                  <c:v>1.293382244110107</c:v>
                </c:pt>
                <c:pt idx="6149">
                  <c:v>0.67199975967407244</c:v>
                </c:pt>
                <c:pt idx="6150">
                  <c:v>1.1985236263275145</c:v>
                </c:pt>
                <c:pt idx="6151">
                  <c:v>0.90931746482849141</c:v>
                </c:pt>
                <c:pt idx="6152">
                  <c:v>1.3843589973449706</c:v>
                </c:pt>
                <c:pt idx="6153">
                  <c:v>1.4052979660034179</c:v>
                </c:pt>
                <c:pt idx="6154">
                  <c:v>1.4328466415405272</c:v>
                </c:pt>
                <c:pt idx="6155">
                  <c:v>0.84561213970184324</c:v>
                </c:pt>
                <c:pt idx="6156">
                  <c:v>0.79695173978805567</c:v>
                </c:pt>
                <c:pt idx="6157">
                  <c:v>0.9750110578536989</c:v>
                </c:pt>
                <c:pt idx="6158">
                  <c:v>1.027119326591492</c:v>
                </c:pt>
                <c:pt idx="6159">
                  <c:v>1.0292553520202632</c:v>
                </c:pt>
                <c:pt idx="6160">
                  <c:v>1.0114647102355956</c:v>
                </c:pt>
                <c:pt idx="6161">
                  <c:v>0.88681054115295455</c:v>
                </c:pt>
                <c:pt idx="6162">
                  <c:v>1.4925541305541992</c:v>
                </c:pt>
                <c:pt idx="6163">
                  <c:v>1.3848767852783201</c:v>
                </c:pt>
                <c:pt idx="6164">
                  <c:v>1.2763473415374758</c:v>
                </c:pt>
                <c:pt idx="6165">
                  <c:v>1.1668747329711917</c:v>
                </c:pt>
                <c:pt idx="6166">
                  <c:v>0.96195829868316673</c:v>
                </c:pt>
                <c:pt idx="6167">
                  <c:v>1.333463659286499</c:v>
                </c:pt>
                <c:pt idx="6168">
                  <c:v>0.98218975067138692</c:v>
                </c:pt>
                <c:pt idx="6169">
                  <c:v>0.98097988128662106</c:v>
                </c:pt>
                <c:pt idx="6170">
                  <c:v>1.069542346000671</c:v>
                </c:pt>
                <c:pt idx="6171">
                  <c:v>0.90994391441345213</c:v>
                </c:pt>
                <c:pt idx="6172">
                  <c:v>1.1277418184280392</c:v>
                </c:pt>
                <c:pt idx="6173">
                  <c:v>0.91956913948059071</c:v>
                </c:pt>
                <c:pt idx="6174">
                  <c:v>1.0205755519866941</c:v>
                </c:pt>
                <c:pt idx="6175">
                  <c:v>1.0456329345703128</c:v>
                </c:pt>
                <c:pt idx="6176">
                  <c:v>1.202044229507446</c:v>
                </c:pt>
                <c:pt idx="6177">
                  <c:v>1.4480546951293944</c:v>
                </c:pt>
                <c:pt idx="6178">
                  <c:v>1.2546788120269774</c:v>
                </c:pt>
                <c:pt idx="6179">
                  <c:v>1.1339187240600586</c:v>
                </c:pt>
                <c:pt idx="6180">
                  <c:v>0.99942571163177507</c:v>
                </c:pt>
                <c:pt idx="6181">
                  <c:v>0.65028772115707356</c:v>
                </c:pt>
                <c:pt idx="6182">
                  <c:v>1.0759227848052979</c:v>
                </c:pt>
                <c:pt idx="6183">
                  <c:v>0.86175305843353267</c:v>
                </c:pt>
                <c:pt idx="6184">
                  <c:v>0.84735064029693641</c:v>
                </c:pt>
                <c:pt idx="6185">
                  <c:v>0.9195727586746214</c:v>
                </c:pt>
                <c:pt idx="6186">
                  <c:v>1.4308085346221924</c:v>
                </c:pt>
                <c:pt idx="6187">
                  <c:v>1.3253666210174557</c:v>
                </c:pt>
                <c:pt idx="6188">
                  <c:v>1.4340453243255615</c:v>
                </c:pt>
                <c:pt idx="6189">
                  <c:v>1.2410181999206542</c:v>
                </c:pt>
                <c:pt idx="6190">
                  <c:v>1.3484347343444825</c:v>
                </c:pt>
                <c:pt idx="6191">
                  <c:v>1.2988628768920898</c:v>
                </c:pt>
                <c:pt idx="6192">
                  <c:v>1.0518876457214354</c:v>
                </c:pt>
                <c:pt idx="6193">
                  <c:v>1.2079018306732177</c:v>
                </c:pt>
                <c:pt idx="6194">
                  <c:v>0.62948880672454832</c:v>
                </c:pt>
                <c:pt idx="6195">
                  <c:v>0.7397752046585081</c:v>
                </c:pt>
                <c:pt idx="6196">
                  <c:v>0.876710543632507</c:v>
                </c:pt>
                <c:pt idx="6197">
                  <c:v>0.91568037986755391</c:v>
                </c:pt>
                <c:pt idx="6198">
                  <c:v>0.77691907882690447</c:v>
                </c:pt>
                <c:pt idx="6199">
                  <c:v>0.92357528686523394</c:v>
                </c:pt>
                <c:pt idx="6200">
                  <c:v>0.84844383716583271</c:v>
                </c:pt>
                <c:pt idx="6201">
                  <c:v>1.142035961151123</c:v>
                </c:pt>
                <c:pt idx="6202">
                  <c:v>1.1133170700073245</c:v>
                </c:pt>
                <c:pt idx="6203">
                  <c:v>1.5</c:v>
                </c:pt>
                <c:pt idx="6204">
                  <c:v>1.4643842124938966</c:v>
                </c:pt>
                <c:pt idx="6205">
                  <c:v>1.3763701343536376</c:v>
                </c:pt>
                <c:pt idx="6206">
                  <c:v>1.4482542228698725</c:v>
                </c:pt>
                <c:pt idx="6207">
                  <c:v>1.41506778717041</c:v>
                </c:pt>
                <c:pt idx="6208">
                  <c:v>1.4391229248046875</c:v>
                </c:pt>
                <c:pt idx="6209">
                  <c:v>1.2300288105010981</c:v>
                </c:pt>
                <c:pt idx="6210">
                  <c:v>1.3605122566223145</c:v>
                </c:pt>
                <c:pt idx="6211">
                  <c:v>1.4250466346740724</c:v>
                </c:pt>
                <c:pt idx="6212">
                  <c:v>1.2911149692535397</c:v>
                </c:pt>
                <c:pt idx="6213">
                  <c:v>1.422935256958008</c:v>
                </c:pt>
                <c:pt idx="6214">
                  <c:v>1.2667866611480711</c:v>
                </c:pt>
                <c:pt idx="6215">
                  <c:v>1.3275538730621335</c:v>
                </c:pt>
                <c:pt idx="6216">
                  <c:v>1.2408356666564939</c:v>
                </c:pt>
                <c:pt idx="6217">
                  <c:v>1.2894340896606444</c:v>
                </c:pt>
                <c:pt idx="6218">
                  <c:v>1.3326454639434815</c:v>
                </c:pt>
                <c:pt idx="6219">
                  <c:v>1.0469859981536864</c:v>
                </c:pt>
                <c:pt idx="6220">
                  <c:v>1.136605224609375</c:v>
                </c:pt>
                <c:pt idx="6221">
                  <c:v>1.2596890354156491</c:v>
                </c:pt>
                <c:pt idx="6222">
                  <c:v>1.4761106300354001</c:v>
                </c:pt>
                <c:pt idx="6223">
                  <c:v>1.2438013744354248</c:v>
                </c:pt>
                <c:pt idx="6224">
                  <c:v>1.4085794734954833</c:v>
                </c:pt>
                <c:pt idx="6225">
                  <c:v>1.3681727027893065</c:v>
                </c:pt>
                <c:pt idx="6226">
                  <c:v>1.5</c:v>
                </c:pt>
                <c:pt idx="6227">
                  <c:v>1.4297258090972897</c:v>
                </c:pt>
                <c:pt idx="6228">
                  <c:v>1.4088928699493408</c:v>
                </c:pt>
                <c:pt idx="6229">
                  <c:v>1.4362667083740233</c:v>
                </c:pt>
                <c:pt idx="6230">
                  <c:v>1.3323908042907717</c:v>
                </c:pt>
                <c:pt idx="6231">
                  <c:v>1.0761106824874882</c:v>
                </c:pt>
                <c:pt idx="6232">
                  <c:v>1.121470813751221</c:v>
                </c:pt>
                <c:pt idx="6233">
                  <c:v>1.1054791259765624</c:v>
                </c:pt>
                <c:pt idx="6234">
                  <c:v>1.3918802833557127</c:v>
                </c:pt>
                <c:pt idx="6235">
                  <c:v>1.2647914409637449</c:v>
                </c:pt>
                <c:pt idx="6236">
                  <c:v>1.3060466194152831</c:v>
                </c:pt>
                <c:pt idx="6237">
                  <c:v>1.1754564571380615</c:v>
                </c:pt>
                <c:pt idx="6238">
                  <c:v>1.3299186229705811</c:v>
                </c:pt>
                <c:pt idx="6239">
                  <c:v>1.3666067218780515</c:v>
                </c:pt>
                <c:pt idx="6240">
                  <c:v>1.3711002445220948</c:v>
                </c:pt>
                <c:pt idx="6241">
                  <c:v>1.4980390548706055</c:v>
                </c:pt>
                <c:pt idx="6242">
                  <c:v>1.3936478805541996</c:v>
                </c:pt>
                <c:pt idx="6243">
                  <c:v>1.4116510105133053</c:v>
                </c:pt>
                <c:pt idx="6244">
                  <c:v>1.46017427444458</c:v>
                </c:pt>
                <c:pt idx="6245">
                  <c:v>1.4298498058319087</c:v>
                </c:pt>
                <c:pt idx="6246">
                  <c:v>1.4947277355194091</c:v>
                </c:pt>
                <c:pt idx="6247">
                  <c:v>1.3576411056518554</c:v>
                </c:pt>
                <c:pt idx="6248">
                  <c:v>1.3477713203430175</c:v>
                </c:pt>
                <c:pt idx="6249">
                  <c:v>1.4316173744201657</c:v>
                </c:pt>
                <c:pt idx="6250">
                  <c:v>1.4967760848999023</c:v>
                </c:pt>
                <c:pt idx="6251">
                  <c:v>1.4344283866882324</c:v>
                </c:pt>
                <c:pt idx="6252">
                  <c:v>1.2216958236694335</c:v>
                </c:pt>
                <c:pt idx="6253">
                  <c:v>1.3696376323699953</c:v>
                </c:pt>
                <c:pt idx="6254">
                  <c:v>0.85621384620666519</c:v>
                </c:pt>
                <c:pt idx="6255">
                  <c:v>1.1821406936645507</c:v>
                </c:pt>
                <c:pt idx="6256">
                  <c:v>1.0266109943389894</c:v>
                </c:pt>
                <c:pt idx="6257">
                  <c:v>1.2585596179962162</c:v>
                </c:pt>
                <c:pt idx="6258">
                  <c:v>1.4257531642913817</c:v>
                </c:pt>
                <c:pt idx="6259">
                  <c:v>1.3564578151702877</c:v>
                </c:pt>
                <c:pt idx="6260">
                  <c:v>1.3115147209167479</c:v>
                </c:pt>
                <c:pt idx="6261">
                  <c:v>1.1451219177246093</c:v>
                </c:pt>
                <c:pt idx="6262">
                  <c:v>1.3400642108917238</c:v>
                </c:pt>
                <c:pt idx="6263">
                  <c:v>1.231089277267456</c:v>
                </c:pt>
                <c:pt idx="6264">
                  <c:v>1.3970997619628907</c:v>
                </c:pt>
                <c:pt idx="6265">
                  <c:v>1.5</c:v>
                </c:pt>
                <c:pt idx="6266">
                  <c:v>1.4993928337097167</c:v>
                </c:pt>
                <c:pt idx="6267">
                  <c:v>1.4479357624053955</c:v>
                </c:pt>
                <c:pt idx="6268">
                  <c:v>1.368198881149292</c:v>
                </c:pt>
                <c:pt idx="6269">
                  <c:v>1.3674488067626955</c:v>
                </c:pt>
                <c:pt idx="6270">
                  <c:v>1.5</c:v>
                </c:pt>
                <c:pt idx="6271">
                  <c:v>1.5</c:v>
                </c:pt>
                <c:pt idx="6272">
                  <c:v>1.3595944690704345</c:v>
                </c:pt>
                <c:pt idx="6273">
                  <c:v>1.2710499572753906</c:v>
                </c:pt>
                <c:pt idx="6274">
                  <c:v>1.3449665737152101</c:v>
                </c:pt>
                <c:pt idx="6275">
                  <c:v>0.38131182432174721</c:v>
                </c:pt>
                <c:pt idx="6276">
                  <c:v>0.88741086244583112</c:v>
                </c:pt>
                <c:pt idx="6277">
                  <c:v>0.5411601161956785</c:v>
                </c:pt>
                <c:pt idx="6278">
                  <c:v>0.8891431188583373</c:v>
                </c:pt>
                <c:pt idx="6279">
                  <c:v>0.83405273437499949</c:v>
                </c:pt>
                <c:pt idx="6280">
                  <c:v>0.87794144153594966</c:v>
                </c:pt>
                <c:pt idx="6281">
                  <c:v>0.96493101596832276</c:v>
                </c:pt>
                <c:pt idx="6282">
                  <c:v>1.1585287284851078</c:v>
                </c:pt>
                <c:pt idx="6283">
                  <c:v>1.1059925937652586</c:v>
                </c:pt>
                <c:pt idx="6284">
                  <c:v>1.1279561948776244</c:v>
                </c:pt>
                <c:pt idx="6285">
                  <c:v>1.4039607524871827</c:v>
                </c:pt>
                <c:pt idx="6286">
                  <c:v>1.3325695323944087</c:v>
                </c:pt>
                <c:pt idx="6287">
                  <c:v>1.3072361755371094</c:v>
                </c:pt>
                <c:pt idx="6288">
                  <c:v>1.3690762138366699</c:v>
                </c:pt>
                <c:pt idx="6289">
                  <c:v>1.0884109497070316</c:v>
                </c:pt>
                <c:pt idx="6290">
                  <c:v>1.1537233257293702</c:v>
                </c:pt>
                <c:pt idx="6291">
                  <c:v>1.1341643142700193</c:v>
                </c:pt>
                <c:pt idx="6292">
                  <c:v>1.0494406414031985</c:v>
                </c:pt>
                <c:pt idx="6293">
                  <c:v>1.3463050889968875</c:v>
                </c:pt>
                <c:pt idx="6294">
                  <c:v>1.2445726776123045</c:v>
                </c:pt>
                <c:pt idx="6295">
                  <c:v>1.043312201499939</c:v>
                </c:pt>
                <c:pt idx="6296">
                  <c:v>1.0357124662399293</c:v>
                </c:pt>
                <c:pt idx="6297">
                  <c:v>1.4461964893341068</c:v>
                </c:pt>
                <c:pt idx="6298">
                  <c:v>1.2439533233642579</c:v>
                </c:pt>
                <c:pt idx="6299">
                  <c:v>1.067795147895813</c:v>
                </c:pt>
                <c:pt idx="6300">
                  <c:v>0.87928765296936029</c:v>
                </c:pt>
                <c:pt idx="6301">
                  <c:v>1.2675461912155146</c:v>
                </c:pt>
                <c:pt idx="6302">
                  <c:v>0.94271892070770291</c:v>
                </c:pt>
                <c:pt idx="6303">
                  <c:v>0.82572388172149691</c:v>
                </c:pt>
                <c:pt idx="6304">
                  <c:v>1.0689854049682621</c:v>
                </c:pt>
                <c:pt idx="6305">
                  <c:v>1.3212950420379639</c:v>
                </c:pt>
                <c:pt idx="6306">
                  <c:v>1.1631443309783931</c:v>
                </c:pt>
                <c:pt idx="6307">
                  <c:v>1.4950496578216552</c:v>
                </c:pt>
                <c:pt idx="6308">
                  <c:v>1.3796716117858887</c:v>
                </c:pt>
                <c:pt idx="6309">
                  <c:v>0.80270075798034701</c:v>
                </c:pt>
                <c:pt idx="6310">
                  <c:v>1.3634890937805175</c:v>
                </c:pt>
                <c:pt idx="6311">
                  <c:v>1.2470537281036376</c:v>
                </c:pt>
                <c:pt idx="6312">
                  <c:v>0.828517513275147</c:v>
                </c:pt>
                <c:pt idx="6313">
                  <c:v>0.78074529647827151</c:v>
                </c:pt>
                <c:pt idx="6314">
                  <c:v>0.88072966575622524</c:v>
                </c:pt>
                <c:pt idx="6315">
                  <c:v>1.0312865066528321</c:v>
                </c:pt>
                <c:pt idx="6316">
                  <c:v>0.98645543575286887</c:v>
                </c:pt>
                <c:pt idx="6317">
                  <c:v>1.0861024475097656</c:v>
                </c:pt>
                <c:pt idx="6318">
                  <c:v>1.1462687730789185</c:v>
                </c:pt>
                <c:pt idx="6319">
                  <c:v>1.0144087028503417</c:v>
                </c:pt>
                <c:pt idx="6320">
                  <c:v>1.1581723308563237</c:v>
                </c:pt>
                <c:pt idx="6321">
                  <c:v>1.4531851959228517</c:v>
                </c:pt>
                <c:pt idx="6322">
                  <c:v>1.3333410358428954</c:v>
                </c:pt>
                <c:pt idx="6323">
                  <c:v>1.2631513309478759</c:v>
                </c:pt>
                <c:pt idx="6324">
                  <c:v>0.9315772104263309</c:v>
                </c:pt>
                <c:pt idx="6325">
                  <c:v>1.2236687135696411</c:v>
                </c:pt>
                <c:pt idx="6326">
                  <c:v>0.78839959144592286</c:v>
                </c:pt>
                <c:pt idx="6327">
                  <c:v>1.1442946529388427</c:v>
                </c:pt>
                <c:pt idx="6328">
                  <c:v>1.0604907989501955</c:v>
                </c:pt>
                <c:pt idx="6329">
                  <c:v>1.3851223468780518</c:v>
                </c:pt>
                <c:pt idx="6330">
                  <c:v>1.3132319641113281</c:v>
                </c:pt>
                <c:pt idx="6331">
                  <c:v>1.4643928527832026</c:v>
                </c:pt>
                <c:pt idx="6332">
                  <c:v>1.1774843788146971</c:v>
                </c:pt>
                <c:pt idx="6333">
                  <c:v>1.2573841953277589</c:v>
                </c:pt>
                <c:pt idx="6334">
                  <c:v>0.61113612413406393</c:v>
                </c:pt>
                <c:pt idx="6335">
                  <c:v>1.0503732061386108</c:v>
                </c:pt>
                <c:pt idx="6336">
                  <c:v>0.54911244392395053</c:v>
                </c:pt>
                <c:pt idx="6337">
                  <c:v>0.52169495344162009</c:v>
                </c:pt>
                <c:pt idx="6338">
                  <c:v>0.53645488500595095</c:v>
                </c:pt>
                <c:pt idx="6339">
                  <c:v>0.6523308849334718</c:v>
                </c:pt>
                <c:pt idx="6340">
                  <c:v>0.69457290172576913</c:v>
                </c:pt>
                <c:pt idx="6341">
                  <c:v>0.75290828704834001</c:v>
                </c:pt>
                <c:pt idx="6342">
                  <c:v>0.65944149971008303</c:v>
                </c:pt>
                <c:pt idx="6343">
                  <c:v>0.64277723550796495</c:v>
                </c:pt>
                <c:pt idx="6344">
                  <c:v>1.4557414627075196</c:v>
                </c:pt>
                <c:pt idx="6345">
                  <c:v>1.4446021556854247</c:v>
                </c:pt>
                <c:pt idx="6346">
                  <c:v>1.2740641593933104</c:v>
                </c:pt>
                <c:pt idx="6347">
                  <c:v>1.221926336288452</c:v>
                </c:pt>
                <c:pt idx="6348">
                  <c:v>0.97034987926483152</c:v>
                </c:pt>
                <c:pt idx="6349">
                  <c:v>0.93129065036773673</c:v>
                </c:pt>
                <c:pt idx="6350">
                  <c:v>0.95981936931610068</c:v>
                </c:pt>
                <c:pt idx="6351">
                  <c:v>1.2396286296844481</c:v>
                </c:pt>
                <c:pt idx="6352">
                  <c:v>1.1274022436141971</c:v>
                </c:pt>
                <c:pt idx="6353">
                  <c:v>1.4631468200683593</c:v>
                </c:pt>
                <c:pt idx="6354">
                  <c:v>1.3917887306213377</c:v>
                </c:pt>
                <c:pt idx="6355">
                  <c:v>1.1195124149322513</c:v>
                </c:pt>
                <c:pt idx="6356">
                  <c:v>1.4283603858947751</c:v>
                </c:pt>
                <c:pt idx="6357">
                  <c:v>1.4160833072662353</c:v>
                </c:pt>
                <c:pt idx="6358">
                  <c:v>1.3972658443450927</c:v>
                </c:pt>
                <c:pt idx="6359">
                  <c:v>0.83588234066963185</c:v>
                </c:pt>
                <c:pt idx="6360">
                  <c:v>0.18590213835239383</c:v>
                </c:pt>
                <c:pt idx="6361">
                  <c:v>0.29787987470626831</c:v>
                </c:pt>
                <c:pt idx="6362">
                  <c:v>0.58737606525421171</c:v>
                </c:pt>
                <c:pt idx="6363">
                  <c:v>0.60110245227813708</c:v>
                </c:pt>
                <c:pt idx="6364">
                  <c:v>0.60607940196990973</c:v>
                </c:pt>
                <c:pt idx="6365">
                  <c:v>0.88703251361846924</c:v>
                </c:pt>
                <c:pt idx="6366">
                  <c:v>0.72652384757995603</c:v>
                </c:pt>
                <c:pt idx="6367">
                  <c:v>0.86379273891448993</c:v>
                </c:pt>
                <c:pt idx="6368">
                  <c:v>1.4789678764343261</c:v>
                </c:pt>
                <c:pt idx="6369">
                  <c:v>1.3836419677734375</c:v>
                </c:pt>
                <c:pt idx="6370">
                  <c:v>1.497650270462036</c:v>
                </c:pt>
                <c:pt idx="6371">
                  <c:v>1.3524008274078372</c:v>
                </c:pt>
                <c:pt idx="6372">
                  <c:v>1.3838043594360347</c:v>
                </c:pt>
                <c:pt idx="6373">
                  <c:v>1.2849013137817382</c:v>
                </c:pt>
                <c:pt idx="6374">
                  <c:v>1.3775128841400146</c:v>
                </c:pt>
                <c:pt idx="6375">
                  <c:v>1.5</c:v>
                </c:pt>
                <c:pt idx="6376">
                  <c:v>1.5</c:v>
                </c:pt>
                <c:pt idx="6377">
                  <c:v>1.4901252365112305</c:v>
                </c:pt>
                <c:pt idx="6378">
                  <c:v>1.4924226379394532</c:v>
                </c:pt>
                <c:pt idx="6379">
                  <c:v>1.3710296630859375</c:v>
                </c:pt>
                <c:pt idx="6380">
                  <c:v>1.4984608840942382</c:v>
                </c:pt>
                <c:pt idx="6381">
                  <c:v>1.3294797992706298</c:v>
                </c:pt>
                <c:pt idx="6382">
                  <c:v>1.3406365585327151</c:v>
                </c:pt>
                <c:pt idx="6383">
                  <c:v>1.1693195629119872</c:v>
                </c:pt>
                <c:pt idx="6384">
                  <c:v>0.18753692150115975</c:v>
                </c:pt>
                <c:pt idx="6385">
                  <c:v>0</c:v>
                </c:pt>
                <c:pt idx="6386">
                  <c:v>0</c:v>
                </c:pt>
                <c:pt idx="6387">
                  <c:v>3.3724107742309578E-2</c:v>
                </c:pt>
                <c:pt idx="6388">
                  <c:v>0.1152672600746156</c:v>
                </c:pt>
                <c:pt idx="6389">
                  <c:v>0.13512916088104263</c:v>
                </c:pt>
                <c:pt idx="6390">
                  <c:v>8.189678192138662E-6</c:v>
                </c:pt>
                <c:pt idx="6391">
                  <c:v>7.613164901733413E-2</c:v>
                </c:pt>
                <c:pt idx="6392">
                  <c:v>1.2910240459442137</c:v>
                </c:pt>
                <c:pt idx="6393">
                  <c:v>1.4256994342803955</c:v>
                </c:pt>
                <c:pt idx="6394">
                  <c:v>1.2733122825622556</c:v>
                </c:pt>
                <c:pt idx="6395">
                  <c:v>1.4049211120605469</c:v>
                </c:pt>
                <c:pt idx="6396">
                  <c:v>1.4380265808105468</c:v>
                </c:pt>
                <c:pt idx="6397">
                  <c:v>1.4496201324462892</c:v>
                </c:pt>
                <c:pt idx="6398">
                  <c:v>1.4997511768341063</c:v>
                </c:pt>
                <c:pt idx="6399">
                  <c:v>1.3237952041625975</c:v>
                </c:pt>
                <c:pt idx="6400">
                  <c:v>1.4375121688842774</c:v>
                </c:pt>
                <c:pt idx="6401">
                  <c:v>1.4834369659423829</c:v>
                </c:pt>
                <c:pt idx="6402">
                  <c:v>1.4187264919281004</c:v>
                </c:pt>
                <c:pt idx="6403">
                  <c:v>1.3533392429351809</c:v>
                </c:pt>
                <c:pt idx="6404">
                  <c:v>1.4112724685668945</c:v>
                </c:pt>
                <c:pt idx="6405">
                  <c:v>1.2893990421295165</c:v>
                </c:pt>
                <c:pt idx="6406">
                  <c:v>1.5</c:v>
                </c:pt>
                <c:pt idx="6407">
                  <c:v>1.4923186969757078</c:v>
                </c:pt>
                <c:pt idx="6408">
                  <c:v>1.4805254745483398</c:v>
                </c:pt>
                <c:pt idx="6409">
                  <c:v>1.3896710014343261</c:v>
                </c:pt>
                <c:pt idx="6410">
                  <c:v>0.43912023067474382</c:v>
                </c:pt>
                <c:pt idx="6411">
                  <c:v>0.63714066982269291</c:v>
                </c:pt>
                <c:pt idx="6412">
                  <c:v>0.67191989421844445</c:v>
                </c:pt>
                <c:pt idx="6413">
                  <c:v>0.59560526847839357</c:v>
                </c:pt>
                <c:pt idx="6414">
                  <c:v>0.57631113052368177</c:v>
                </c:pt>
                <c:pt idx="6415">
                  <c:v>0.65671990871429442</c:v>
                </c:pt>
                <c:pt idx="6416">
                  <c:v>1.4931788349151616</c:v>
                </c:pt>
                <c:pt idx="6417">
                  <c:v>1.3966039752960202</c:v>
                </c:pt>
                <c:pt idx="6418">
                  <c:v>1.1725522041320799</c:v>
                </c:pt>
                <c:pt idx="6419">
                  <c:v>1.3334308719635009</c:v>
                </c:pt>
                <c:pt idx="6420">
                  <c:v>1.3615173339843754</c:v>
                </c:pt>
                <c:pt idx="6421">
                  <c:v>1.436163282394409</c:v>
                </c:pt>
                <c:pt idx="6422">
                  <c:v>1.3498705387115477</c:v>
                </c:pt>
                <c:pt idx="6423">
                  <c:v>1.3184165096282958</c:v>
                </c:pt>
                <c:pt idx="6424">
                  <c:v>1.5</c:v>
                </c:pt>
                <c:pt idx="6425">
                  <c:v>1.3445046901702882</c:v>
                </c:pt>
                <c:pt idx="6426">
                  <c:v>1.1580449581146239</c:v>
                </c:pt>
                <c:pt idx="6427">
                  <c:v>1.1575540709495542</c:v>
                </c:pt>
                <c:pt idx="6428">
                  <c:v>1.1183617401123054</c:v>
                </c:pt>
                <c:pt idx="6429">
                  <c:v>1.1323035407066346</c:v>
                </c:pt>
                <c:pt idx="6430">
                  <c:v>1.1976460933685307</c:v>
                </c:pt>
                <c:pt idx="6431">
                  <c:v>1.3835068416595457</c:v>
                </c:pt>
                <c:pt idx="6432">
                  <c:v>0.52250717639923083</c:v>
                </c:pt>
                <c:pt idx="6433">
                  <c:v>0.65126540422439572</c:v>
                </c:pt>
                <c:pt idx="6434">
                  <c:v>0.6742870473861694</c:v>
                </c:pt>
                <c:pt idx="6435">
                  <c:v>0.63832850217819226</c:v>
                </c:pt>
                <c:pt idx="6436">
                  <c:v>0.54959265232086152</c:v>
                </c:pt>
                <c:pt idx="6437">
                  <c:v>0.91149480342864997</c:v>
                </c:pt>
                <c:pt idx="6438">
                  <c:v>0.61726954936981204</c:v>
                </c:pt>
                <c:pt idx="6439">
                  <c:v>0.79278003215789772</c:v>
                </c:pt>
                <c:pt idx="6440">
                  <c:v>1.4086936855316159</c:v>
                </c:pt>
                <c:pt idx="6441">
                  <c:v>1.3095647907257082</c:v>
                </c:pt>
                <c:pt idx="6442">
                  <c:v>1.471894941329956</c:v>
                </c:pt>
                <c:pt idx="6443">
                  <c:v>1.3650702095031737</c:v>
                </c:pt>
                <c:pt idx="6444">
                  <c:v>1.4991754531860351</c:v>
                </c:pt>
                <c:pt idx="6445">
                  <c:v>1.1628337669372559</c:v>
                </c:pt>
                <c:pt idx="6446">
                  <c:v>0.76442845344543442</c:v>
                </c:pt>
                <c:pt idx="6447">
                  <c:v>1.1152826499938961</c:v>
                </c:pt>
                <c:pt idx="6448">
                  <c:v>0.96049714565277122</c:v>
                </c:pt>
                <c:pt idx="6449">
                  <c:v>1.276121549606323</c:v>
                </c:pt>
                <c:pt idx="6450">
                  <c:v>1.2341626453399661</c:v>
                </c:pt>
                <c:pt idx="6451">
                  <c:v>1.4358053398132324</c:v>
                </c:pt>
                <c:pt idx="6452">
                  <c:v>1.3861398696899419</c:v>
                </c:pt>
                <c:pt idx="6453">
                  <c:v>1.4458117961883545</c:v>
                </c:pt>
                <c:pt idx="6454">
                  <c:v>1.41301643371582</c:v>
                </c:pt>
                <c:pt idx="6455">
                  <c:v>1.3665009784698485</c:v>
                </c:pt>
                <c:pt idx="6456">
                  <c:v>1.2524541378021239</c:v>
                </c:pt>
                <c:pt idx="6457">
                  <c:v>0.90316612243652361</c:v>
                </c:pt>
                <c:pt idx="6458">
                  <c:v>0.37520241022110001</c:v>
                </c:pt>
                <c:pt idx="6459">
                  <c:v>0.46346142768859871</c:v>
                </c:pt>
                <c:pt idx="6460">
                  <c:v>0.53556965589523309</c:v>
                </c:pt>
                <c:pt idx="6461">
                  <c:v>0.47418456315994273</c:v>
                </c:pt>
                <c:pt idx="6462">
                  <c:v>0.54485063552856439</c:v>
                </c:pt>
                <c:pt idx="6463">
                  <c:v>0.4620667076110842</c:v>
                </c:pt>
                <c:pt idx="6464">
                  <c:v>1.4576248168945312</c:v>
                </c:pt>
                <c:pt idx="6465">
                  <c:v>1.5</c:v>
                </c:pt>
                <c:pt idx="6466">
                  <c:v>1.3610951042175288</c:v>
                </c:pt>
                <c:pt idx="6467">
                  <c:v>1.5</c:v>
                </c:pt>
                <c:pt idx="6468">
                  <c:v>1.4232545471191407</c:v>
                </c:pt>
                <c:pt idx="6469">
                  <c:v>1.4964475250244142</c:v>
                </c:pt>
                <c:pt idx="6470">
                  <c:v>1.4681381034851073</c:v>
                </c:pt>
                <c:pt idx="6471">
                  <c:v>1.5</c:v>
                </c:pt>
                <c:pt idx="6472">
                  <c:v>1.5</c:v>
                </c:pt>
                <c:pt idx="6473">
                  <c:v>1.3659381008148195</c:v>
                </c:pt>
                <c:pt idx="6474">
                  <c:v>1.5</c:v>
                </c:pt>
                <c:pt idx="6475">
                  <c:v>1.5</c:v>
                </c:pt>
                <c:pt idx="6476">
                  <c:v>1.4638302612304688</c:v>
                </c:pt>
                <c:pt idx="6477">
                  <c:v>1.4601420021057128</c:v>
                </c:pt>
                <c:pt idx="6478">
                  <c:v>1.4535643672943119</c:v>
                </c:pt>
                <c:pt idx="6479">
                  <c:v>1.5</c:v>
                </c:pt>
                <c:pt idx="6480">
                  <c:v>1.0922928428649905</c:v>
                </c:pt>
                <c:pt idx="6481">
                  <c:v>0.64743191957473767</c:v>
                </c:pt>
                <c:pt idx="6482">
                  <c:v>0.49121134042739845</c:v>
                </c:pt>
                <c:pt idx="6483">
                  <c:v>0.69804197788238542</c:v>
                </c:pt>
                <c:pt idx="6484">
                  <c:v>0.6901198053359987</c:v>
                </c:pt>
                <c:pt idx="6485">
                  <c:v>0.62122298955917354</c:v>
                </c:pt>
                <c:pt idx="6486">
                  <c:v>0.53112376928329463</c:v>
                </c:pt>
                <c:pt idx="6487">
                  <c:v>0.45257742404937745</c:v>
                </c:pt>
                <c:pt idx="6488">
                  <c:v>1.4959691905975341</c:v>
                </c:pt>
                <c:pt idx="6489">
                  <c:v>1.459691333770752</c:v>
                </c:pt>
                <c:pt idx="6490">
                  <c:v>1.4564888477325439</c:v>
                </c:pt>
                <c:pt idx="6491">
                  <c:v>1.3671805000305175</c:v>
                </c:pt>
                <c:pt idx="6492">
                  <c:v>1.3599873447418209</c:v>
                </c:pt>
                <c:pt idx="6493">
                  <c:v>1.3722567272186275</c:v>
                </c:pt>
                <c:pt idx="6494">
                  <c:v>1.4961462020874023</c:v>
                </c:pt>
                <c:pt idx="6495">
                  <c:v>1.4468787288665772</c:v>
                </c:pt>
                <c:pt idx="6496">
                  <c:v>1.4602020835876466</c:v>
                </c:pt>
                <c:pt idx="6497">
                  <c:v>1.5</c:v>
                </c:pt>
                <c:pt idx="6498">
                  <c:v>1.4048120498657226</c:v>
                </c:pt>
                <c:pt idx="6499">
                  <c:v>1.3541874790191653</c:v>
                </c:pt>
                <c:pt idx="6500">
                  <c:v>1.3561669635772706</c:v>
                </c:pt>
                <c:pt idx="6501">
                  <c:v>1.3131646442413327</c:v>
                </c:pt>
                <c:pt idx="6502">
                  <c:v>1.4966304302215576</c:v>
                </c:pt>
                <c:pt idx="6503">
                  <c:v>1.2893235397338867</c:v>
                </c:pt>
                <c:pt idx="6504">
                  <c:v>1.4081473731994627</c:v>
                </c:pt>
                <c:pt idx="6505">
                  <c:v>1.4841840076446533</c:v>
                </c:pt>
                <c:pt idx="6506">
                  <c:v>1.2548578262329106</c:v>
                </c:pt>
                <c:pt idx="6507">
                  <c:v>1.2686473560333251</c:v>
                </c:pt>
                <c:pt idx="6508">
                  <c:v>1.2399146175384521</c:v>
                </c:pt>
                <c:pt idx="6509">
                  <c:v>1.2764419555664062</c:v>
                </c:pt>
                <c:pt idx="6510">
                  <c:v>1.1274463319778443</c:v>
                </c:pt>
                <c:pt idx="6511">
                  <c:v>1.0622775077819824</c:v>
                </c:pt>
                <c:pt idx="6512">
                  <c:v>1.1883849048614501</c:v>
                </c:pt>
                <c:pt idx="6513">
                  <c:v>1.2552627325057981</c:v>
                </c:pt>
                <c:pt idx="6514">
                  <c:v>1.4043562889099119</c:v>
                </c:pt>
                <c:pt idx="6515">
                  <c:v>1.4906936073303225</c:v>
                </c:pt>
                <c:pt idx="6516">
                  <c:v>1.4200356960296632</c:v>
                </c:pt>
                <c:pt idx="6517">
                  <c:v>1.4599415016174313</c:v>
                </c:pt>
                <c:pt idx="6518">
                  <c:v>1.3935837936401372</c:v>
                </c:pt>
                <c:pt idx="6519">
                  <c:v>1.4684627437591553</c:v>
                </c:pt>
                <c:pt idx="6520">
                  <c:v>1.5</c:v>
                </c:pt>
                <c:pt idx="6521">
                  <c:v>1.5</c:v>
                </c:pt>
                <c:pt idx="6522">
                  <c:v>1.5</c:v>
                </c:pt>
                <c:pt idx="6523">
                  <c:v>1.3885685920715332</c:v>
                </c:pt>
                <c:pt idx="6524">
                  <c:v>1.4830955314636229</c:v>
                </c:pt>
                <c:pt idx="6525">
                  <c:v>1.3572840213775634</c:v>
                </c:pt>
                <c:pt idx="6526">
                  <c:v>1.396118602752686</c:v>
                </c:pt>
                <c:pt idx="6527">
                  <c:v>1.3771630668640136</c:v>
                </c:pt>
                <c:pt idx="6528">
                  <c:v>1.3268281173706054</c:v>
                </c:pt>
                <c:pt idx="6529">
                  <c:v>1.4478567695617675</c:v>
                </c:pt>
                <c:pt idx="6530">
                  <c:v>1.3126968669891355</c:v>
                </c:pt>
                <c:pt idx="6531">
                  <c:v>1.0914425325393675</c:v>
                </c:pt>
                <c:pt idx="6532">
                  <c:v>1.039354519844055</c:v>
                </c:pt>
                <c:pt idx="6533">
                  <c:v>1.0601235437393191</c:v>
                </c:pt>
                <c:pt idx="6534">
                  <c:v>0.89805504798889202</c:v>
                </c:pt>
                <c:pt idx="6535">
                  <c:v>1.1742148303985596</c:v>
                </c:pt>
                <c:pt idx="6536">
                  <c:v>1.4642212486267092</c:v>
                </c:pt>
                <c:pt idx="6537">
                  <c:v>1.4604992866516113</c:v>
                </c:pt>
                <c:pt idx="6538">
                  <c:v>1.5</c:v>
                </c:pt>
                <c:pt idx="6539">
                  <c:v>1.3970045757293701</c:v>
                </c:pt>
                <c:pt idx="6540">
                  <c:v>1.4334568405151367</c:v>
                </c:pt>
                <c:pt idx="6541">
                  <c:v>1.3782150650024414</c:v>
                </c:pt>
                <c:pt idx="6542">
                  <c:v>1.4994878482818603</c:v>
                </c:pt>
                <c:pt idx="6543">
                  <c:v>1.4406233596801756</c:v>
                </c:pt>
                <c:pt idx="6544">
                  <c:v>1.282205114364624</c:v>
                </c:pt>
                <c:pt idx="6545">
                  <c:v>1.5</c:v>
                </c:pt>
                <c:pt idx="6546">
                  <c:v>1.3388438129425051</c:v>
                </c:pt>
                <c:pt idx="6547">
                  <c:v>1.3367748641967778</c:v>
                </c:pt>
                <c:pt idx="6548">
                  <c:v>1.4606794738769531</c:v>
                </c:pt>
                <c:pt idx="6549">
                  <c:v>1.4615550327301023</c:v>
                </c:pt>
                <c:pt idx="6550">
                  <c:v>1.5</c:v>
                </c:pt>
                <c:pt idx="6551">
                  <c:v>1.3427355194091799</c:v>
                </c:pt>
                <c:pt idx="6552">
                  <c:v>1.4247192192077636</c:v>
                </c:pt>
                <c:pt idx="6553">
                  <c:v>1.33963116645813</c:v>
                </c:pt>
                <c:pt idx="6554">
                  <c:v>0.36108039021492011</c:v>
                </c:pt>
                <c:pt idx="6555">
                  <c:v>0.66379408836364762</c:v>
                </c:pt>
                <c:pt idx="6556">
                  <c:v>0.71991190910339364</c:v>
                </c:pt>
                <c:pt idx="6557">
                  <c:v>0.7108485317230222</c:v>
                </c:pt>
                <c:pt idx="6558">
                  <c:v>0.64979328632354705</c:v>
                </c:pt>
                <c:pt idx="6559">
                  <c:v>0.7212186384201047</c:v>
                </c:pt>
                <c:pt idx="6560">
                  <c:v>1.3026579666137694</c:v>
                </c:pt>
                <c:pt idx="6561">
                  <c:v>1.4533688163757323</c:v>
                </c:pt>
                <c:pt idx="6562">
                  <c:v>1.4665987014770507</c:v>
                </c:pt>
                <c:pt idx="6563">
                  <c:v>1.4917403984069824</c:v>
                </c:pt>
                <c:pt idx="6564">
                  <c:v>1.5</c:v>
                </c:pt>
                <c:pt idx="6565">
                  <c:v>1.4610929203033447</c:v>
                </c:pt>
                <c:pt idx="6566">
                  <c:v>1.4973104095458987</c:v>
                </c:pt>
                <c:pt idx="6567">
                  <c:v>1.485457878112793</c:v>
                </c:pt>
                <c:pt idx="6568">
                  <c:v>1.4199594783782963</c:v>
                </c:pt>
                <c:pt idx="6569">
                  <c:v>1.5</c:v>
                </c:pt>
                <c:pt idx="6570">
                  <c:v>1.4132021999359132</c:v>
                </c:pt>
                <c:pt idx="6571">
                  <c:v>1.3945586585998533</c:v>
                </c:pt>
                <c:pt idx="6572">
                  <c:v>1.3906929016113281</c:v>
                </c:pt>
                <c:pt idx="6573">
                  <c:v>1.3893503379821777</c:v>
                </c:pt>
                <c:pt idx="6574">
                  <c:v>1.3670753288269042</c:v>
                </c:pt>
                <c:pt idx="6575">
                  <c:v>1.2969950008392337</c:v>
                </c:pt>
                <c:pt idx="6576">
                  <c:v>1.1767394828796391</c:v>
                </c:pt>
                <c:pt idx="6577">
                  <c:v>0.60799704551696732</c:v>
                </c:pt>
                <c:pt idx="6578">
                  <c:v>0.62717622756958002</c:v>
                </c:pt>
                <c:pt idx="6579">
                  <c:v>0.67703176975250201</c:v>
                </c:pt>
                <c:pt idx="6580">
                  <c:v>0.81510153293609622</c:v>
                </c:pt>
                <c:pt idx="6581">
                  <c:v>0.64159309387207053</c:v>
                </c:pt>
                <c:pt idx="6582">
                  <c:v>0.74815299510955802</c:v>
                </c:pt>
                <c:pt idx="6583">
                  <c:v>0.78043961763381975</c:v>
                </c:pt>
                <c:pt idx="6584">
                  <c:v>1.4952470397949222</c:v>
                </c:pt>
                <c:pt idx="6585">
                  <c:v>1.4598825645446778</c:v>
                </c:pt>
                <c:pt idx="6586">
                  <c:v>1.5</c:v>
                </c:pt>
                <c:pt idx="6587">
                  <c:v>1.5</c:v>
                </c:pt>
                <c:pt idx="6588">
                  <c:v>1.4592240715026854</c:v>
                </c:pt>
                <c:pt idx="6589">
                  <c:v>1.3639713764190673</c:v>
                </c:pt>
                <c:pt idx="6590">
                  <c:v>1.472702522277832</c:v>
                </c:pt>
                <c:pt idx="6591">
                  <c:v>1.4681528949737548</c:v>
                </c:pt>
                <c:pt idx="6592">
                  <c:v>1.5</c:v>
                </c:pt>
                <c:pt idx="6593">
                  <c:v>1.4476648235321044</c:v>
                </c:pt>
                <c:pt idx="6594">
                  <c:v>1.3587755012512202</c:v>
                </c:pt>
                <c:pt idx="6595">
                  <c:v>1.3882770252227783</c:v>
                </c:pt>
                <c:pt idx="6596">
                  <c:v>1.5</c:v>
                </c:pt>
                <c:pt idx="6597">
                  <c:v>1.5</c:v>
                </c:pt>
                <c:pt idx="6598">
                  <c:v>1.4134186363220216</c:v>
                </c:pt>
                <c:pt idx="6599">
                  <c:v>1.4543162155151366</c:v>
                </c:pt>
                <c:pt idx="6600">
                  <c:v>1.5</c:v>
                </c:pt>
                <c:pt idx="6601">
                  <c:v>0.47335726261138944</c:v>
                </c:pt>
                <c:pt idx="6602">
                  <c:v>0.80317527294158919</c:v>
                </c:pt>
                <c:pt idx="6603">
                  <c:v>0.93247697353363068</c:v>
                </c:pt>
                <c:pt idx="6604">
                  <c:v>0.7645492458343508</c:v>
                </c:pt>
                <c:pt idx="6605">
                  <c:v>0.79361678123474144</c:v>
                </c:pt>
                <c:pt idx="6606">
                  <c:v>0.6611380004882812</c:v>
                </c:pt>
                <c:pt idx="6607">
                  <c:v>0.55272850513458271</c:v>
                </c:pt>
                <c:pt idx="6608">
                  <c:v>1.4481535148620606</c:v>
                </c:pt>
                <c:pt idx="6609">
                  <c:v>1.4322278594970701</c:v>
                </c:pt>
                <c:pt idx="6610">
                  <c:v>1.4591043663024903</c:v>
                </c:pt>
                <c:pt idx="6611">
                  <c:v>1.4316151428222657</c:v>
                </c:pt>
                <c:pt idx="6612">
                  <c:v>1.4387009811401366</c:v>
                </c:pt>
                <c:pt idx="6613">
                  <c:v>1.5</c:v>
                </c:pt>
                <c:pt idx="6614">
                  <c:v>1.3592388725280762</c:v>
                </c:pt>
                <c:pt idx="6615">
                  <c:v>1.4212452507019047</c:v>
                </c:pt>
                <c:pt idx="6616">
                  <c:v>1.3481625366210936</c:v>
                </c:pt>
                <c:pt idx="6617">
                  <c:v>1.5</c:v>
                </c:pt>
                <c:pt idx="6618">
                  <c:v>1.4634150695800781</c:v>
                </c:pt>
                <c:pt idx="6619">
                  <c:v>1.5</c:v>
                </c:pt>
                <c:pt idx="6620">
                  <c:v>1.4533327674865719</c:v>
                </c:pt>
                <c:pt idx="6621">
                  <c:v>1.5</c:v>
                </c:pt>
                <c:pt idx="6622">
                  <c:v>1.4495416831970211</c:v>
                </c:pt>
                <c:pt idx="6623">
                  <c:v>1.170097417831421</c:v>
                </c:pt>
                <c:pt idx="6624">
                  <c:v>1.334615864753723</c:v>
                </c:pt>
                <c:pt idx="6625">
                  <c:v>1.0432780981063841</c:v>
                </c:pt>
                <c:pt idx="6626">
                  <c:v>0.45061763763427737</c:v>
                </c:pt>
                <c:pt idx="6627">
                  <c:v>0</c:v>
                </c:pt>
                <c:pt idx="6628">
                  <c:v>5.0555005073547328E-2</c:v>
                </c:pt>
                <c:pt idx="6629">
                  <c:v>0.30110250949859579</c:v>
                </c:pt>
                <c:pt idx="6630">
                  <c:v>0.28157752990722629</c:v>
                </c:pt>
                <c:pt idx="6631">
                  <c:v>6.7274715900421125E-2</c:v>
                </c:pt>
                <c:pt idx="6632">
                  <c:v>1.1304988718032836</c:v>
                </c:pt>
                <c:pt idx="6633">
                  <c:v>1.4546747875213621</c:v>
                </c:pt>
                <c:pt idx="6634">
                  <c:v>1.4474822616577148</c:v>
                </c:pt>
                <c:pt idx="6635">
                  <c:v>1.5</c:v>
                </c:pt>
                <c:pt idx="6636">
                  <c:v>1.5</c:v>
                </c:pt>
                <c:pt idx="6637">
                  <c:v>1.5</c:v>
                </c:pt>
                <c:pt idx="6638">
                  <c:v>1.4533026123046875</c:v>
                </c:pt>
                <c:pt idx="6639">
                  <c:v>1.4641393661499025</c:v>
                </c:pt>
                <c:pt idx="6640">
                  <c:v>1.4806319618225094</c:v>
                </c:pt>
                <c:pt idx="6641">
                  <c:v>1.3972173500061036</c:v>
                </c:pt>
                <c:pt idx="6642">
                  <c:v>1.3891104125976561</c:v>
                </c:pt>
                <c:pt idx="6643">
                  <c:v>1.367276201248169</c:v>
                </c:pt>
                <c:pt idx="6644">
                  <c:v>1.5</c:v>
                </c:pt>
                <c:pt idx="6645">
                  <c:v>1.4623735427856446</c:v>
                </c:pt>
                <c:pt idx="6646">
                  <c:v>1.4339748287200926</c:v>
                </c:pt>
                <c:pt idx="6647">
                  <c:v>1.3162502288818361</c:v>
                </c:pt>
                <c:pt idx="6648">
                  <c:v>1.2011700153350833</c:v>
                </c:pt>
                <c:pt idx="6649">
                  <c:v>0.89729207038879344</c:v>
                </c:pt>
                <c:pt idx="6650">
                  <c:v>0.9736202287673954</c:v>
                </c:pt>
                <c:pt idx="6651">
                  <c:v>0</c:v>
                </c:pt>
                <c:pt idx="6652">
                  <c:v>0.21492524743080119</c:v>
                </c:pt>
                <c:pt idx="6653">
                  <c:v>0.25342267870903018</c:v>
                </c:pt>
                <c:pt idx="6654">
                  <c:v>0.23446181952953341</c:v>
                </c:pt>
                <c:pt idx="6655">
                  <c:v>1.7813624739646903E-2</c:v>
                </c:pt>
                <c:pt idx="6656">
                  <c:v>1.0768143224716189</c:v>
                </c:pt>
                <c:pt idx="6657">
                  <c:v>1.3713779067993164</c:v>
                </c:pt>
                <c:pt idx="6658">
                  <c:v>1.3706377601623536</c:v>
                </c:pt>
                <c:pt idx="6659">
                  <c:v>1.4246305561065675</c:v>
                </c:pt>
                <c:pt idx="6660">
                  <c:v>1.4719352817535398</c:v>
                </c:pt>
                <c:pt idx="6661">
                  <c:v>1.1318120384216306</c:v>
                </c:pt>
                <c:pt idx="6662">
                  <c:v>1.3534183788299561</c:v>
                </c:pt>
                <c:pt idx="6663">
                  <c:v>0.79100463867187498</c:v>
                </c:pt>
                <c:pt idx="6664">
                  <c:v>1.3642603397369388</c:v>
                </c:pt>
                <c:pt idx="6665">
                  <c:v>1.4090500259399414</c:v>
                </c:pt>
                <c:pt idx="6666">
                  <c:v>1.4846173667907716</c:v>
                </c:pt>
                <c:pt idx="6667">
                  <c:v>1.3846573162078859</c:v>
                </c:pt>
                <c:pt idx="6668">
                  <c:v>1.2850868225097656</c:v>
                </c:pt>
                <c:pt idx="6669">
                  <c:v>1.4354266548156738</c:v>
                </c:pt>
                <c:pt idx="6670">
                  <c:v>1.4875723171234132</c:v>
                </c:pt>
                <c:pt idx="6671">
                  <c:v>1.1448470306396485</c:v>
                </c:pt>
                <c:pt idx="6672">
                  <c:v>0.375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0.56299730300903317</c:v>
                </c:pt>
                <c:pt idx="6680">
                  <c:v>1.4333851146697998</c:v>
                </c:pt>
                <c:pt idx="6681">
                  <c:v>1.3694085216522216</c:v>
                </c:pt>
                <c:pt idx="6682">
                  <c:v>1.4192001628875732</c:v>
                </c:pt>
                <c:pt idx="6683">
                  <c:v>1.1972755336761471</c:v>
                </c:pt>
                <c:pt idx="6684">
                  <c:v>1.1179806232452392</c:v>
                </c:pt>
                <c:pt idx="6685">
                  <c:v>0.7400310230255126</c:v>
                </c:pt>
                <c:pt idx="6686">
                  <c:v>1.0435933542251588</c:v>
                </c:pt>
                <c:pt idx="6687">
                  <c:v>0.43637203216552772</c:v>
                </c:pt>
                <c:pt idx="6688">
                  <c:v>0.22791349411010728</c:v>
                </c:pt>
                <c:pt idx="6689">
                  <c:v>0.56931461691856378</c:v>
                </c:pt>
                <c:pt idx="6690">
                  <c:v>1.1009020042419431</c:v>
                </c:pt>
                <c:pt idx="6691">
                  <c:v>0.15735150575637824</c:v>
                </c:pt>
                <c:pt idx="6692">
                  <c:v>0.71885829448699989</c:v>
                </c:pt>
                <c:pt idx="6693">
                  <c:v>1.0916782379150392</c:v>
                </c:pt>
                <c:pt idx="6694">
                  <c:v>1.2211965465545649</c:v>
                </c:pt>
                <c:pt idx="6695">
                  <c:v>1.0787805747985841</c:v>
                </c:pt>
                <c:pt idx="6696">
                  <c:v>6.9463759660721019E-2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0.38075627803802475</c:v>
                </c:pt>
                <c:pt idx="6704">
                  <c:v>1.4322566699981689</c:v>
                </c:pt>
                <c:pt idx="6705">
                  <c:v>1.2178801774978636</c:v>
                </c:pt>
                <c:pt idx="6706">
                  <c:v>1.0658359479904174</c:v>
                </c:pt>
                <c:pt idx="6707">
                  <c:v>0.99080882549285887</c:v>
                </c:pt>
                <c:pt idx="6708">
                  <c:v>1.1991305065155029</c:v>
                </c:pt>
                <c:pt idx="6709">
                  <c:v>1.2716994667053225</c:v>
                </c:pt>
                <c:pt idx="6710">
                  <c:v>1.2456818389892583</c:v>
                </c:pt>
                <c:pt idx="6711">
                  <c:v>1.3481982707977294</c:v>
                </c:pt>
                <c:pt idx="6712">
                  <c:v>1.3138064002990724</c:v>
                </c:pt>
                <c:pt idx="6713">
                  <c:v>1.4362047958374022</c:v>
                </c:pt>
                <c:pt idx="6714">
                  <c:v>1.3128347682952883</c:v>
                </c:pt>
                <c:pt idx="6715">
                  <c:v>1.4312895011901854</c:v>
                </c:pt>
                <c:pt idx="6716">
                  <c:v>1.4602205085754394</c:v>
                </c:pt>
                <c:pt idx="6717">
                  <c:v>1.385479803085327</c:v>
                </c:pt>
                <c:pt idx="6718">
                  <c:v>1.3881110572814939</c:v>
                </c:pt>
                <c:pt idx="6719">
                  <c:v>1.1509834957122798</c:v>
                </c:pt>
                <c:pt idx="6720">
                  <c:v>1.1965007114410398</c:v>
                </c:pt>
                <c:pt idx="6721">
                  <c:v>0.89115211486816381</c:v>
                </c:pt>
                <c:pt idx="6722">
                  <c:v>0.16916809916496267</c:v>
                </c:pt>
                <c:pt idx="6723">
                  <c:v>7.4568260908126682E-2</c:v>
                </c:pt>
                <c:pt idx="6724">
                  <c:v>0.12080557644367207</c:v>
                </c:pt>
                <c:pt idx="6725">
                  <c:v>0.24521355628967248</c:v>
                </c:pt>
                <c:pt idx="6726">
                  <c:v>8.7351100444793703E-2</c:v>
                </c:pt>
                <c:pt idx="6727">
                  <c:v>3.6518862247467025E-2</c:v>
                </c:pt>
                <c:pt idx="6728">
                  <c:v>1.3643482875823976</c:v>
                </c:pt>
                <c:pt idx="6729">
                  <c:v>1.4512776947021486</c:v>
                </c:pt>
                <c:pt idx="6730">
                  <c:v>1.4261802291870118</c:v>
                </c:pt>
                <c:pt idx="6731">
                  <c:v>1.4393604469299315</c:v>
                </c:pt>
                <c:pt idx="6732">
                  <c:v>1.5</c:v>
                </c:pt>
                <c:pt idx="6733">
                  <c:v>1.4688078689575195</c:v>
                </c:pt>
                <c:pt idx="6734">
                  <c:v>1.4915186977386476</c:v>
                </c:pt>
                <c:pt idx="6735">
                  <c:v>1.5</c:v>
                </c:pt>
                <c:pt idx="6736">
                  <c:v>1.448000249862671</c:v>
                </c:pt>
                <c:pt idx="6737">
                  <c:v>1.4484347248077392</c:v>
                </c:pt>
                <c:pt idx="6738">
                  <c:v>1.3349128818511959</c:v>
                </c:pt>
                <c:pt idx="6739">
                  <c:v>1.0687275981903073</c:v>
                </c:pt>
                <c:pt idx="6740">
                  <c:v>1.5</c:v>
                </c:pt>
                <c:pt idx="6741">
                  <c:v>1.076358017921448</c:v>
                </c:pt>
                <c:pt idx="6742">
                  <c:v>1.174897327423096</c:v>
                </c:pt>
                <c:pt idx="6743">
                  <c:v>0.82945037841796876</c:v>
                </c:pt>
                <c:pt idx="6744">
                  <c:v>2.366822540760042E-2</c:v>
                </c:pt>
                <c:pt idx="6745">
                  <c:v>3.9163668751716625E-2</c:v>
                </c:pt>
                <c:pt idx="6746">
                  <c:v>0.19262523829937009</c:v>
                </c:pt>
                <c:pt idx="6747">
                  <c:v>7.7576324343681363E-2</c:v>
                </c:pt>
                <c:pt idx="6748">
                  <c:v>0.24222104609012607</c:v>
                </c:pt>
                <c:pt idx="6749">
                  <c:v>0.24746289968490642</c:v>
                </c:pt>
                <c:pt idx="6750">
                  <c:v>0.31849038720130918</c:v>
                </c:pt>
                <c:pt idx="6751">
                  <c:v>0.24286293625831587</c:v>
                </c:pt>
                <c:pt idx="6752">
                  <c:v>1.4187686347961426</c:v>
                </c:pt>
                <c:pt idx="6753">
                  <c:v>0.93459375858306892</c:v>
                </c:pt>
                <c:pt idx="6754">
                  <c:v>0.97978826522827145</c:v>
                </c:pt>
                <c:pt idx="6755">
                  <c:v>1.4084876346588133</c:v>
                </c:pt>
                <c:pt idx="6756">
                  <c:v>1.319899263381958</c:v>
                </c:pt>
                <c:pt idx="6757">
                  <c:v>1.2907552385330197</c:v>
                </c:pt>
                <c:pt idx="6758">
                  <c:v>1.3463858699798583</c:v>
                </c:pt>
                <c:pt idx="6759">
                  <c:v>1.1849108505249022</c:v>
                </c:pt>
                <c:pt idx="6760">
                  <c:v>1.2759570693969726</c:v>
                </c:pt>
                <c:pt idx="6761">
                  <c:v>1.1298843955993649</c:v>
                </c:pt>
                <c:pt idx="6762">
                  <c:v>0.51671262860298139</c:v>
                </c:pt>
                <c:pt idx="6763">
                  <c:v>1.4303755760192869</c:v>
                </c:pt>
                <c:pt idx="6764">
                  <c:v>0.65554716110229494</c:v>
                </c:pt>
                <c:pt idx="6765">
                  <c:v>1.470179328918457</c:v>
                </c:pt>
                <c:pt idx="6766">
                  <c:v>1.2057561206817626</c:v>
                </c:pt>
                <c:pt idx="6767">
                  <c:v>1.0056111431121826</c:v>
                </c:pt>
                <c:pt idx="6768">
                  <c:v>0.64081512451171874</c:v>
                </c:pt>
                <c:pt idx="6769">
                  <c:v>0.53823928356170692</c:v>
                </c:pt>
                <c:pt idx="6770">
                  <c:v>0.42297771692276026</c:v>
                </c:pt>
                <c:pt idx="6771">
                  <c:v>0.39037689685821519</c:v>
                </c:pt>
                <c:pt idx="6772">
                  <c:v>0.56772788286209097</c:v>
                </c:pt>
                <c:pt idx="6773">
                  <c:v>0.53431065559387192</c:v>
                </c:pt>
                <c:pt idx="6774">
                  <c:v>0.6490532684326169</c:v>
                </c:pt>
                <c:pt idx="6775">
                  <c:v>0.44779426574707049</c:v>
                </c:pt>
                <c:pt idx="6776">
                  <c:v>1.3707491970062253</c:v>
                </c:pt>
                <c:pt idx="6777">
                  <c:v>1.4090518569946284</c:v>
                </c:pt>
                <c:pt idx="6778">
                  <c:v>1.359552927017212</c:v>
                </c:pt>
                <c:pt idx="6779">
                  <c:v>1.5</c:v>
                </c:pt>
                <c:pt idx="6780">
                  <c:v>1.5</c:v>
                </c:pt>
                <c:pt idx="6781">
                  <c:v>1.5</c:v>
                </c:pt>
                <c:pt idx="6782">
                  <c:v>1.407153596878052</c:v>
                </c:pt>
                <c:pt idx="6783">
                  <c:v>1.4741109180450438</c:v>
                </c:pt>
                <c:pt idx="6784">
                  <c:v>1.3460694694519042</c:v>
                </c:pt>
                <c:pt idx="6785">
                  <c:v>1.4840160369873048</c:v>
                </c:pt>
                <c:pt idx="6786">
                  <c:v>1.4451016044616698</c:v>
                </c:pt>
                <c:pt idx="6787">
                  <c:v>1.5</c:v>
                </c:pt>
                <c:pt idx="6788">
                  <c:v>1.4757828712463377</c:v>
                </c:pt>
                <c:pt idx="6789">
                  <c:v>1.4089929771423337</c:v>
                </c:pt>
                <c:pt idx="6790">
                  <c:v>1.4450634670257569</c:v>
                </c:pt>
                <c:pt idx="6791">
                  <c:v>1.2060886573791501</c:v>
                </c:pt>
                <c:pt idx="6792">
                  <c:v>1.3607628536224365</c:v>
                </c:pt>
                <c:pt idx="6793">
                  <c:v>1.0945413351058964</c:v>
                </c:pt>
                <c:pt idx="6794">
                  <c:v>1.2588516998291017</c:v>
                </c:pt>
                <c:pt idx="6795">
                  <c:v>0.51896718978881828</c:v>
                </c:pt>
                <c:pt idx="6796">
                  <c:v>0.49102326393127471</c:v>
                </c:pt>
                <c:pt idx="6797">
                  <c:v>0.71918503046035798</c:v>
                </c:pt>
                <c:pt idx="6798">
                  <c:v>0.62258744716644299</c:v>
                </c:pt>
                <c:pt idx="6799">
                  <c:v>1.3221849346160892</c:v>
                </c:pt>
                <c:pt idx="6800">
                  <c:v>1.459286470413208</c:v>
                </c:pt>
                <c:pt idx="6801">
                  <c:v>1.4542656898498536</c:v>
                </c:pt>
                <c:pt idx="6802">
                  <c:v>1.5</c:v>
                </c:pt>
                <c:pt idx="6803">
                  <c:v>1.5</c:v>
                </c:pt>
                <c:pt idx="6804">
                  <c:v>1.4441343498229979</c:v>
                </c:pt>
                <c:pt idx="6805">
                  <c:v>1.4539565563201904</c:v>
                </c:pt>
                <c:pt idx="6806">
                  <c:v>1.5</c:v>
                </c:pt>
                <c:pt idx="6807">
                  <c:v>1.4297347068786626</c:v>
                </c:pt>
                <c:pt idx="6808">
                  <c:v>1.3252261734008788</c:v>
                </c:pt>
                <c:pt idx="6809">
                  <c:v>1.4425132656097415</c:v>
                </c:pt>
                <c:pt idx="6810">
                  <c:v>1.4297855186462405</c:v>
                </c:pt>
                <c:pt idx="6811">
                  <c:v>1.5</c:v>
                </c:pt>
                <c:pt idx="6812">
                  <c:v>1.5</c:v>
                </c:pt>
                <c:pt idx="6813">
                  <c:v>1.5</c:v>
                </c:pt>
                <c:pt idx="6814">
                  <c:v>1.3832548141479495</c:v>
                </c:pt>
                <c:pt idx="6815">
                  <c:v>1.4087788009643554</c:v>
                </c:pt>
                <c:pt idx="6816">
                  <c:v>1.2040828514099118</c:v>
                </c:pt>
                <c:pt idx="6817">
                  <c:v>1.2491405582427979</c:v>
                </c:pt>
                <c:pt idx="6818">
                  <c:v>0.83738110542297328</c:v>
                </c:pt>
                <c:pt idx="6819">
                  <c:v>0.62548358201980581</c:v>
                </c:pt>
                <c:pt idx="6820">
                  <c:v>0.68435678243637077</c:v>
                </c:pt>
                <c:pt idx="6821">
                  <c:v>0.75480422973632821</c:v>
                </c:pt>
                <c:pt idx="6822">
                  <c:v>0.72217038631439179</c:v>
                </c:pt>
                <c:pt idx="6823">
                  <c:v>1.4952491855621335</c:v>
                </c:pt>
                <c:pt idx="6824">
                  <c:v>1.4606611347198486</c:v>
                </c:pt>
                <c:pt idx="6825">
                  <c:v>1.4336260414123532</c:v>
                </c:pt>
                <c:pt idx="6826">
                  <c:v>1.4507614231109616</c:v>
                </c:pt>
                <c:pt idx="6827">
                  <c:v>1.484747829437256</c:v>
                </c:pt>
                <c:pt idx="6828">
                  <c:v>1.5</c:v>
                </c:pt>
                <c:pt idx="6829">
                  <c:v>1.3822654724121093</c:v>
                </c:pt>
                <c:pt idx="6830">
                  <c:v>1.3872615337371823</c:v>
                </c:pt>
                <c:pt idx="6831">
                  <c:v>0.81365986347198471</c:v>
                </c:pt>
                <c:pt idx="6832">
                  <c:v>0.77481467485427902</c:v>
                </c:pt>
                <c:pt idx="6833">
                  <c:v>1.1745423316955568</c:v>
                </c:pt>
                <c:pt idx="6834">
                  <c:v>1.2138689231872559</c:v>
                </c:pt>
                <c:pt idx="6835">
                  <c:v>1.2681174087524409</c:v>
                </c:pt>
                <c:pt idx="6836">
                  <c:v>1.3247190284729</c:v>
                </c:pt>
                <c:pt idx="6837">
                  <c:v>1.4662942886352539</c:v>
                </c:pt>
                <c:pt idx="6838">
                  <c:v>1.4958288288116455</c:v>
                </c:pt>
                <c:pt idx="6839">
                  <c:v>1.179866995811462</c:v>
                </c:pt>
                <c:pt idx="6840">
                  <c:v>0.84459703445434564</c:v>
                </c:pt>
                <c:pt idx="6841">
                  <c:v>0.74789962291717493</c:v>
                </c:pt>
                <c:pt idx="6842">
                  <c:v>0.90165970802307116</c:v>
                </c:pt>
                <c:pt idx="6843">
                  <c:v>0.69261137008667018</c:v>
                </c:pt>
                <c:pt idx="6844">
                  <c:v>0.51945852756500266</c:v>
                </c:pt>
                <c:pt idx="6845">
                  <c:v>0.34630568504333503</c:v>
                </c:pt>
                <c:pt idx="6846">
                  <c:v>0.17315284252166757</c:v>
                </c:pt>
                <c:pt idx="6847">
                  <c:v>0</c:v>
                </c:pt>
                <c:pt idx="6848">
                  <c:v>1.2763485431671142</c:v>
                </c:pt>
                <c:pt idx="6849">
                  <c:v>1.3387653636932373</c:v>
                </c:pt>
                <c:pt idx="6850">
                  <c:v>1.458860549926758</c:v>
                </c:pt>
                <c:pt idx="6851">
                  <c:v>1.4991473579406738</c:v>
                </c:pt>
                <c:pt idx="6852">
                  <c:v>1.4412368774414062</c:v>
                </c:pt>
                <c:pt idx="6853">
                  <c:v>1.4451584815979002</c:v>
                </c:pt>
                <c:pt idx="6854">
                  <c:v>1.5</c:v>
                </c:pt>
                <c:pt idx="6855">
                  <c:v>1.4311718845367429</c:v>
                </c:pt>
                <c:pt idx="6856">
                  <c:v>1.3548459434509279</c:v>
                </c:pt>
                <c:pt idx="6857">
                  <c:v>1.336464958190918</c:v>
                </c:pt>
                <c:pt idx="6858">
                  <c:v>1.4561161136627196</c:v>
                </c:pt>
                <c:pt idx="6859">
                  <c:v>1.3789308643341067</c:v>
                </c:pt>
                <c:pt idx="6860">
                  <c:v>1.4553177452087405</c:v>
                </c:pt>
                <c:pt idx="6861">
                  <c:v>1.2923139381408688</c:v>
                </c:pt>
                <c:pt idx="6862">
                  <c:v>1.2909475421905516</c:v>
                </c:pt>
                <c:pt idx="6863">
                  <c:v>1.4044585704803465</c:v>
                </c:pt>
                <c:pt idx="6864">
                  <c:v>1.2300572490692134</c:v>
                </c:pt>
                <c:pt idx="6865">
                  <c:v>1.393439769744873</c:v>
                </c:pt>
                <c:pt idx="6866">
                  <c:v>1.36447940826416</c:v>
                </c:pt>
                <c:pt idx="6867">
                  <c:v>0.84251040458679194</c:v>
                </c:pt>
                <c:pt idx="6868">
                  <c:v>0.89006980419158921</c:v>
                </c:pt>
                <c:pt idx="6869">
                  <c:v>1.0875541305541987</c:v>
                </c:pt>
                <c:pt idx="6870">
                  <c:v>0.98942380428314203</c:v>
                </c:pt>
                <c:pt idx="6871">
                  <c:v>0.65283598423004141</c:v>
                </c:pt>
                <c:pt idx="6872">
                  <c:v>1.4764924049377439</c:v>
                </c:pt>
                <c:pt idx="6873">
                  <c:v>1.343186674118042</c:v>
                </c:pt>
                <c:pt idx="6874">
                  <c:v>1.426325855255127</c:v>
                </c:pt>
                <c:pt idx="6875">
                  <c:v>1.4847485160827636</c:v>
                </c:pt>
                <c:pt idx="6876">
                  <c:v>1.5</c:v>
                </c:pt>
                <c:pt idx="6877">
                  <c:v>1.4366993236541747</c:v>
                </c:pt>
                <c:pt idx="6878">
                  <c:v>1.4367814636230472</c:v>
                </c:pt>
                <c:pt idx="6879">
                  <c:v>1.3318818855285643</c:v>
                </c:pt>
                <c:pt idx="6880">
                  <c:v>1.3774002170562742</c:v>
                </c:pt>
                <c:pt idx="6881">
                  <c:v>1.4562708091735841</c:v>
                </c:pt>
                <c:pt idx="6882">
                  <c:v>1.3795377731323246</c:v>
                </c:pt>
                <c:pt idx="6883">
                  <c:v>1.4250989055633545</c:v>
                </c:pt>
                <c:pt idx="6884">
                  <c:v>1.4538948154449465</c:v>
                </c:pt>
                <c:pt idx="6885">
                  <c:v>1.4706818675994873</c:v>
                </c:pt>
                <c:pt idx="6886">
                  <c:v>1.3618316459655762</c:v>
                </c:pt>
                <c:pt idx="6887">
                  <c:v>1.4215475749969482</c:v>
                </c:pt>
                <c:pt idx="6888">
                  <c:v>1.1018564701080322</c:v>
                </c:pt>
                <c:pt idx="6889">
                  <c:v>1.239937534332276</c:v>
                </c:pt>
                <c:pt idx="6890">
                  <c:v>0.11495962589979179</c:v>
                </c:pt>
                <c:pt idx="6891">
                  <c:v>0.44247799873352073</c:v>
                </c:pt>
                <c:pt idx="6892">
                  <c:v>0.50419448375701947</c:v>
                </c:pt>
                <c:pt idx="6893">
                  <c:v>0.59189367771148682</c:v>
                </c:pt>
                <c:pt idx="6894">
                  <c:v>0.57936162471771246</c:v>
                </c:pt>
                <c:pt idx="6895">
                  <c:v>0.52618429183959947</c:v>
                </c:pt>
                <c:pt idx="6896">
                  <c:v>1.3918578815460205</c:v>
                </c:pt>
                <c:pt idx="6897">
                  <c:v>1.4566003417968749</c:v>
                </c:pt>
                <c:pt idx="6898">
                  <c:v>1.5</c:v>
                </c:pt>
                <c:pt idx="6899">
                  <c:v>1.4375192642211914</c:v>
                </c:pt>
                <c:pt idx="6900">
                  <c:v>1.450807571411133</c:v>
                </c:pt>
                <c:pt idx="6901">
                  <c:v>1.441955852508545</c:v>
                </c:pt>
                <c:pt idx="6902">
                  <c:v>1.4353713226318361</c:v>
                </c:pt>
                <c:pt idx="6903">
                  <c:v>1.4972044944763185</c:v>
                </c:pt>
                <c:pt idx="6904">
                  <c:v>1.2595489025115962</c:v>
                </c:pt>
                <c:pt idx="6905">
                  <c:v>1.3939312934875487</c:v>
                </c:pt>
                <c:pt idx="6906">
                  <c:v>1.2147040843963623</c:v>
                </c:pt>
                <c:pt idx="6907">
                  <c:v>1.3809818744659423</c:v>
                </c:pt>
                <c:pt idx="6908">
                  <c:v>1.492062292098999</c:v>
                </c:pt>
                <c:pt idx="6909">
                  <c:v>1.2846319770812988</c:v>
                </c:pt>
                <c:pt idx="6910">
                  <c:v>1.4410195541381836</c:v>
                </c:pt>
                <c:pt idx="6911">
                  <c:v>1.3132954502105714</c:v>
                </c:pt>
                <c:pt idx="6912">
                  <c:v>0.98497158765792869</c:v>
                </c:pt>
                <c:pt idx="6913">
                  <c:v>0.65664772510528568</c:v>
                </c:pt>
                <c:pt idx="6914">
                  <c:v>0.32832386255264279</c:v>
                </c:pt>
                <c:pt idx="6915">
                  <c:v>0</c:v>
                </c:pt>
                <c:pt idx="6916">
                  <c:v>1.7148419916629774E-2</c:v>
                </c:pt>
                <c:pt idx="6917">
                  <c:v>8.4528207778930484E-2</c:v>
                </c:pt>
                <c:pt idx="6918">
                  <c:v>0</c:v>
                </c:pt>
                <c:pt idx="6919">
                  <c:v>0</c:v>
                </c:pt>
                <c:pt idx="6920">
                  <c:v>1.2311941194534304</c:v>
                </c:pt>
                <c:pt idx="6921">
                  <c:v>1.4267008781433106</c:v>
                </c:pt>
                <c:pt idx="6922">
                  <c:v>1.3623260307312011</c:v>
                </c:pt>
                <c:pt idx="6923">
                  <c:v>1.4322569274902344</c:v>
                </c:pt>
                <c:pt idx="6924">
                  <c:v>1.362939004898071</c:v>
                </c:pt>
                <c:pt idx="6925">
                  <c:v>1.4973319244384766</c:v>
                </c:pt>
                <c:pt idx="6926">
                  <c:v>1.4835060310363768</c:v>
                </c:pt>
                <c:pt idx="6927">
                  <c:v>1.413213129043579</c:v>
                </c:pt>
                <c:pt idx="6928">
                  <c:v>1.3228499507904052</c:v>
                </c:pt>
                <c:pt idx="6929">
                  <c:v>1.4498687267303467</c:v>
                </c:pt>
                <c:pt idx="6930">
                  <c:v>1.2709132862091068</c:v>
                </c:pt>
                <c:pt idx="6931">
                  <c:v>1.3650298118591306</c:v>
                </c:pt>
                <c:pt idx="6932">
                  <c:v>1.4149337482452391</c:v>
                </c:pt>
                <c:pt idx="6933">
                  <c:v>1.5</c:v>
                </c:pt>
                <c:pt idx="6934">
                  <c:v>1.3690636825561522</c:v>
                </c:pt>
                <c:pt idx="6935">
                  <c:v>1.3459411239624026</c:v>
                </c:pt>
                <c:pt idx="6936">
                  <c:v>0.51146095991134655</c:v>
                </c:pt>
                <c:pt idx="6937">
                  <c:v>0.28683026790618887</c:v>
                </c:pt>
                <c:pt idx="6938">
                  <c:v>0.39491194009780872</c:v>
                </c:pt>
                <c:pt idx="6939">
                  <c:v>0.41349142313003551</c:v>
                </c:pt>
                <c:pt idx="6940">
                  <c:v>0.39020081520080552</c:v>
                </c:pt>
                <c:pt idx="6941">
                  <c:v>0.30315641641616803</c:v>
                </c:pt>
                <c:pt idx="6942">
                  <c:v>0.30493464231491096</c:v>
                </c:pt>
                <c:pt idx="6943">
                  <c:v>1.2949282836914062</c:v>
                </c:pt>
                <c:pt idx="6944">
                  <c:v>1.4550631713867186</c:v>
                </c:pt>
                <c:pt idx="6945">
                  <c:v>1.5</c:v>
                </c:pt>
                <c:pt idx="6946">
                  <c:v>1.5</c:v>
                </c:pt>
                <c:pt idx="6947">
                  <c:v>1.3692550849914551</c:v>
                </c:pt>
                <c:pt idx="6948">
                  <c:v>1.4840960884094239</c:v>
                </c:pt>
                <c:pt idx="6949">
                  <c:v>1.3162405586242676</c:v>
                </c:pt>
                <c:pt idx="6950">
                  <c:v>1.4062348651885985</c:v>
                </c:pt>
                <c:pt idx="6951">
                  <c:v>0.80822639465332047</c:v>
                </c:pt>
                <c:pt idx="6952">
                  <c:v>1.1091525363922117</c:v>
                </c:pt>
                <c:pt idx="6953">
                  <c:v>1.1910383605957027</c:v>
                </c:pt>
                <c:pt idx="6954">
                  <c:v>1.0901739978790288</c:v>
                </c:pt>
                <c:pt idx="6955">
                  <c:v>1.3634479522705076</c:v>
                </c:pt>
                <c:pt idx="6956">
                  <c:v>1.2363677787780765</c:v>
                </c:pt>
                <c:pt idx="6957">
                  <c:v>1.3267098426818846</c:v>
                </c:pt>
                <c:pt idx="6958">
                  <c:v>1.4069692897796633</c:v>
                </c:pt>
                <c:pt idx="6959">
                  <c:v>1.1568150472640988</c:v>
                </c:pt>
                <c:pt idx="6960">
                  <c:v>0.39723532676696777</c:v>
                </c:pt>
                <c:pt idx="6961">
                  <c:v>0.32543026685714743</c:v>
                </c:pt>
                <c:pt idx="6962">
                  <c:v>0.27178141236305248</c:v>
                </c:pt>
                <c:pt idx="6963">
                  <c:v>0.43102461576461815</c:v>
                </c:pt>
                <c:pt idx="6964">
                  <c:v>0.20437445640563953</c:v>
                </c:pt>
                <c:pt idx="6965">
                  <c:v>0.59594294071197496</c:v>
                </c:pt>
                <c:pt idx="6966">
                  <c:v>0.40929988861084005</c:v>
                </c:pt>
                <c:pt idx="6967">
                  <c:v>1.3267187976837158</c:v>
                </c:pt>
                <c:pt idx="6968">
                  <c:v>1.4073087215423588</c:v>
                </c:pt>
                <c:pt idx="6969">
                  <c:v>1.3704972267150879</c:v>
                </c:pt>
                <c:pt idx="6970">
                  <c:v>1.4583947181701657</c:v>
                </c:pt>
                <c:pt idx="6971">
                  <c:v>1.377348775863648</c:v>
                </c:pt>
                <c:pt idx="6972">
                  <c:v>1.5</c:v>
                </c:pt>
                <c:pt idx="6973">
                  <c:v>1.497350721359253</c:v>
                </c:pt>
                <c:pt idx="6974">
                  <c:v>1.5</c:v>
                </c:pt>
                <c:pt idx="6975">
                  <c:v>1.4323655319213866</c:v>
                </c:pt>
                <c:pt idx="6976">
                  <c:v>1.4970276546478272</c:v>
                </c:pt>
                <c:pt idx="6977">
                  <c:v>1.4154707622528078</c:v>
                </c:pt>
                <c:pt idx="6978">
                  <c:v>1.4276533699035645</c:v>
                </c:pt>
                <c:pt idx="6979">
                  <c:v>1.4354332065582276</c:v>
                </c:pt>
                <c:pt idx="6980">
                  <c:v>1.4128888034820559</c:v>
                </c:pt>
                <c:pt idx="6981">
                  <c:v>1.4568695354461669</c:v>
                </c:pt>
                <c:pt idx="6982">
                  <c:v>1.3129308986663819</c:v>
                </c:pt>
                <c:pt idx="6983">
                  <c:v>1.4102949142456054</c:v>
                </c:pt>
                <c:pt idx="6984">
                  <c:v>1.0691940808296205</c:v>
                </c:pt>
                <c:pt idx="6985">
                  <c:v>0.25846155881881683</c:v>
                </c:pt>
                <c:pt idx="6986">
                  <c:v>0.33446949005126969</c:v>
                </c:pt>
                <c:pt idx="6987">
                  <c:v>0.5889361882209776</c:v>
                </c:pt>
                <c:pt idx="6988">
                  <c:v>0.69061130046844443</c:v>
                </c:pt>
                <c:pt idx="6989">
                  <c:v>0.69904319286346461</c:v>
                </c:pt>
                <c:pt idx="6990">
                  <c:v>0.81185611724853479</c:v>
                </c:pt>
                <c:pt idx="6991">
                  <c:v>1.4969441413879394</c:v>
                </c:pt>
                <c:pt idx="6992">
                  <c:v>1.4990152931213376</c:v>
                </c:pt>
                <c:pt idx="6993">
                  <c:v>1.404209146499634</c:v>
                </c:pt>
                <c:pt idx="6994">
                  <c:v>1.484909906387329</c:v>
                </c:pt>
                <c:pt idx="6995">
                  <c:v>1.4555401611328125</c:v>
                </c:pt>
                <c:pt idx="6996">
                  <c:v>1.4317207145690918</c:v>
                </c:pt>
                <c:pt idx="6997">
                  <c:v>1.5</c:v>
                </c:pt>
                <c:pt idx="6998">
                  <c:v>0.86729052543640106</c:v>
                </c:pt>
                <c:pt idx="6999">
                  <c:v>0.9935588765144352</c:v>
                </c:pt>
                <c:pt idx="7000">
                  <c:v>0.90847556591033918</c:v>
                </c:pt>
                <c:pt idx="7001">
                  <c:v>1.3630459499359133</c:v>
                </c:pt>
                <c:pt idx="7002">
                  <c:v>1.4391760253906249</c:v>
                </c:pt>
                <c:pt idx="7003">
                  <c:v>1.0861630153656008</c:v>
                </c:pt>
                <c:pt idx="7004">
                  <c:v>1.4530398559570312</c:v>
                </c:pt>
                <c:pt idx="7005">
                  <c:v>1.3027031707763674</c:v>
                </c:pt>
                <c:pt idx="7006">
                  <c:v>1.3643004798889158</c:v>
                </c:pt>
                <c:pt idx="7007">
                  <c:v>1.0044518136978149</c:v>
                </c:pt>
                <c:pt idx="7008">
                  <c:v>0.79180470943450976</c:v>
                </c:pt>
                <c:pt idx="7009">
                  <c:v>0.53781329870224004</c:v>
                </c:pt>
                <c:pt idx="7010">
                  <c:v>0.72286286830902102</c:v>
                </c:pt>
                <c:pt idx="7011">
                  <c:v>0.61105175971984871</c:v>
                </c:pt>
                <c:pt idx="7012">
                  <c:v>0.5535700535774235</c:v>
                </c:pt>
                <c:pt idx="7013">
                  <c:v>0.41656652212142919</c:v>
                </c:pt>
                <c:pt idx="7014">
                  <c:v>0.50204810857772841</c:v>
                </c:pt>
                <c:pt idx="7015">
                  <c:v>1.3918724441528321</c:v>
                </c:pt>
                <c:pt idx="7016">
                  <c:v>1.5</c:v>
                </c:pt>
                <c:pt idx="7017">
                  <c:v>1.446392612457275</c:v>
                </c:pt>
                <c:pt idx="7018">
                  <c:v>1.304982976913452</c:v>
                </c:pt>
                <c:pt idx="7019">
                  <c:v>1.4602682590484617</c:v>
                </c:pt>
                <c:pt idx="7020">
                  <c:v>1.0399874353408811</c:v>
                </c:pt>
                <c:pt idx="7021">
                  <c:v>1.3766844463348389</c:v>
                </c:pt>
                <c:pt idx="7022">
                  <c:v>1.1336932969093323</c:v>
                </c:pt>
                <c:pt idx="7023">
                  <c:v>0.69155875682830792</c:v>
                </c:pt>
                <c:pt idx="7024">
                  <c:v>1.5</c:v>
                </c:pt>
                <c:pt idx="7025">
                  <c:v>1.4276789188385008</c:v>
                </c:pt>
                <c:pt idx="7026">
                  <c:v>1.4579836177825927</c:v>
                </c:pt>
                <c:pt idx="7027">
                  <c:v>1.1385763263702391</c:v>
                </c:pt>
                <c:pt idx="7028">
                  <c:v>1.4278995037078857</c:v>
                </c:pt>
                <c:pt idx="7029">
                  <c:v>1.3259695243835448</c:v>
                </c:pt>
                <c:pt idx="7030">
                  <c:v>1.1003259658813476</c:v>
                </c:pt>
                <c:pt idx="7031">
                  <c:v>0.96084061145782462</c:v>
                </c:pt>
                <c:pt idx="7032">
                  <c:v>0.31383993029594398</c:v>
                </c:pt>
                <c:pt idx="7033">
                  <c:v>0.40554343700408924</c:v>
                </c:pt>
                <c:pt idx="7034">
                  <c:v>0.42575364589691173</c:v>
                </c:pt>
                <c:pt idx="7035">
                  <c:v>0.44576299667358377</c:v>
                </c:pt>
                <c:pt idx="7036">
                  <c:v>0.51278983354568519</c:v>
                </c:pt>
                <c:pt idx="7037">
                  <c:v>0.36205961465835557</c:v>
                </c:pt>
                <c:pt idx="7038">
                  <c:v>0.49005021572113044</c:v>
                </c:pt>
                <c:pt idx="7039">
                  <c:v>1.0034487390518187</c:v>
                </c:pt>
                <c:pt idx="7040">
                  <c:v>1.4753543758392333</c:v>
                </c:pt>
                <c:pt idx="7041">
                  <c:v>1.473705596923828</c:v>
                </c:pt>
                <c:pt idx="7042">
                  <c:v>1.4121085166931153</c:v>
                </c:pt>
                <c:pt idx="7043">
                  <c:v>1.5</c:v>
                </c:pt>
                <c:pt idx="7044">
                  <c:v>1.1397267150878905</c:v>
                </c:pt>
                <c:pt idx="7045">
                  <c:v>1.3254522514343261</c:v>
                </c:pt>
                <c:pt idx="7046">
                  <c:v>1.4479432868957518</c:v>
                </c:pt>
                <c:pt idx="7047">
                  <c:v>1.0117069530487059</c:v>
                </c:pt>
                <c:pt idx="7048">
                  <c:v>1.3308830451965332</c:v>
                </c:pt>
                <c:pt idx="7049">
                  <c:v>1.3500817966461183</c:v>
                </c:pt>
                <c:pt idx="7050">
                  <c:v>1.479035396575928</c:v>
                </c:pt>
                <c:pt idx="7051">
                  <c:v>1.4669142532348636</c:v>
                </c:pt>
                <c:pt idx="7052">
                  <c:v>1.4108349609374999</c:v>
                </c:pt>
                <c:pt idx="7053">
                  <c:v>1.4229812622070317</c:v>
                </c:pt>
                <c:pt idx="7054">
                  <c:v>1.4712994194030762</c:v>
                </c:pt>
                <c:pt idx="7055">
                  <c:v>1.3707025623321534</c:v>
                </c:pt>
                <c:pt idx="7056">
                  <c:v>1.181826868057251</c:v>
                </c:pt>
                <c:pt idx="7057">
                  <c:v>1.4287952327728271</c:v>
                </c:pt>
                <c:pt idx="7058">
                  <c:v>0.93863954544067374</c:v>
                </c:pt>
                <c:pt idx="7059">
                  <c:v>0.88830960273742676</c:v>
                </c:pt>
                <c:pt idx="7060">
                  <c:v>1.0537401866912841</c:v>
                </c:pt>
                <c:pt idx="7061">
                  <c:v>0.91957323074340869</c:v>
                </c:pt>
                <c:pt idx="7062">
                  <c:v>0.95644885540008562</c:v>
                </c:pt>
                <c:pt idx="7063">
                  <c:v>0.98709740638732868</c:v>
                </c:pt>
                <c:pt idx="7064">
                  <c:v>1.4974511718749999</c:v>
                </c:pt>
                <c:pt idx="7065">
                  <c:v>1.4562034606933598</c:v>
                </c:pt>
                <c:pt idx="7066">
                  <c:v>1.3749734401702878</c:v>
                </c:pt>
                <c:pt idx="7067">
                  <c:v>1.4086990356445313</c:v>
                </c:pt>
                <c:pt idx="7068">
                  <c:v>1.4697063159942627</c:v>
                </c:pt>
                <c:pt idx="7069">
                  <c:v>1.2703718948364253</c:v>
                </c:pt>
                <c:pt idx="7070">
                  <c:v>1.3880273151397706</c:v>
                </c:pt>
                <c:pt idx="7071">
                  <c:v>1.4397438240051268</c:v>
                </c:pt>
                <c:pt idx="7072">
                  <c:v>1.4960923576354981</c:v>
                </c:pt>
                <c:pt idx="7073">
                  <c:v>1.3347462844848632</c:v>
                </c:pt>
                <c:pt idx="7074">
                  <c:v>1.5</c:v>
                </c:pt>
                <c:pt idx="7075">
                  <c:v>1.3894970798492434</c:v>
                </c:pt>
                <c:pt idx="7076">
                  <c:v>1.366270523071289</c:v>
                </c:pt>
                <c:pt idx="7077">
                  <c:v>1.2789647769927979</c:v>
                </c:pt>
                <c:pt idx="7078">
                  <c:v>1.4305134773254393</c:v>
                </c:pt>
                <c:pt idx="7079">
                  <c:v>1.2610472774505619</c:v>
                </c:pt>
                <c:pt idx="7080">
                  <c:v>1.0257222890853885</c:v>
                </c:pt>
                <c:pt idx="7081">
                  <c:v>0.13538124561309817</c:v>
                </c:pt>
                <c:pt idx="7082">
                  <c:v>0.41001604557037347</c:v>
                </c:pt>
                <c:pt idx="7083">
                  <c:v>0.67787561416626019</c:v>
                </c:pt>
                <c:pt idx="7084">
                  <c:v>0.56008507490158044</c:v>
                </c:pt>
                <c:pt idx="7085">
                  <c:v>0.84008555889129644</c:v>
                </c:pt>
                <c:pt idx="7086">
                  <c:v>0.69483508586883569</c:v>
                </c:pt>
                <c:pt idx="7087">
                  <c:v>0.68588582754135152</c:v>
                </c:pt>
                <c:pt idx="7088">
                  <c:v>1.4182200336456299</c:v>
                </c:pt>
                <c:pt idx="7089">
                  <c:v>1.4121975803375246</c:v>
                </c:pt>
                <c:pt idx="7090">
                  <c:v>1.4129905414581299</c:v>
                </c:pt>
                <c:pt idx="7091">
                  <c:v>1.5</c:v>
                </c:pt>
                <c:pt idx="7092">
                  <c:v>1.4978965759277343</c:v>
                </c:pt>
                <c:pt idx="7093">
                  <c:v>1.414400110244751</c:v>
                </c:pt>
                <c:pt idx="7094">
                  <c:v>1.4145216751098633</c:v>
                </c:pt>
                <c:pt idx="7095">
                  <c:v>1.3361434936523438</c:v>
                </c:pt>
                <c:pt idx="7096">
                  <c:v>1.3909216690063475</c:v>
                </c:pt>
                <c:pt idx="7097">
                  <c:v>1.4511962985992433</c:v>
                </c:pt>
                <c:pt idx="7098">
                  <c:v>0.24562231063842793</c:v>
                </c:pt>
                <c:pt idx="7099">
                  <c:v>1.2065002584457396</c:v>
                </c:pt>
                <c:pt idx="7100">
                  <c:v>1.3569618415832518</c:v>
                </c:pt>
                <c:pt idx="7101">
                  <c:v>1.2776053619384766</c:v>
                </c:pt>
                <c:pt idx="7102">
                  <c:v>1.0716914749145512</c:v>
                </c:pt>
                <c:pt idx="7103">
                  <c:v>1.3413093280792234</c:v>
                </c:pt>
                <c:pt idx="7104">
                  <c:v>1.3084347152709965</c:v>
                </c:pt>
                <c:pt idx="7105">
                  <c:v>1.123096761703491</c:v>
                </c:pt>
                <c:pt idx="7106">
                  <c:v>0.55218767881393471</c:v>
                </c:pt>
                <c:pt idx="7107">
                  <c:v>0.48565617799758898</c:v>
                </c:pt>
                <c:pt idx="7108">
                  <c:v>0.45128143072128302</c:v>
                </c:pt>
                <c:pt idx="7109">
                  <c:v>0.47727874517440844</c:v>
                </c:pt>
                <c:pt idx="7110">
                  <c:v>0.45351460933685278</c:v>
                </c:pt>
                <c:pt idx="7111">
                  <c:v>0.28647234678268396</c:v>
                </c:pt>
                <c:pt idx="7112">
                  <c:v>1.2906412696838376</c:v>
                </c:pt>
                <c:pt idx="7113">
                  <c:v>1.3982679462432861</c:v>
                </c:pt>
                <c:pt idx="7114">
                  <c:v>1.2866522312164308</c:v>
                </c:pt>
                <c:pt idx="7115">
                  <c:v>0.76628760337829582</c:v>
                </c:pt>
                <c:pt idx="7116">
                  <c:v>1.0788857746124267</c:v>
                </c:pt>
                <c:pt idx="7117">
                  <c:v>1.3979018783569337</c:v>
                </c:pt>
                <c:pt idx="7118">
                  <c:v>1.2693826389312741</c:v>
                </c:pt>
                <c:pt idx="7119">
                  <c:v>0.54669824838638281</c:v>
                </c:pt>
                <c:pt idx="7120">
                  <c:v>0.47687144994735747</c:v>
                </c:pt>
                <c:pt idx="7121">
                  <c:v>1.0176675367355346</c:v>
                </c:pt>
                <c:pt idx="7122">
                  <c:v>0.96670383453369135</c:v>
                </c:pt>
                <c:pt idx="7123">
                  <c:v>0.83745251655578645</c:v>
                </c:pt>
                <c:pt idx="7124">
                  <c:v>0.56190492153167737</c:v>
                </c:pt>
                <c:pt idx="7125">
                  <c:v>1.1315247631072998</c:v>
                </c:pt>
                <c:pt idx="7126">
                  <c:v>1.3305149459838868</c:v>
                </c:pt>
                <c:pt idx="7127">
                  <c:v>1.4412615394592283</c:v>
                </c:pt>
                <c:pt idx="7128">
                  <c:v>1.5</c:v>
                </c:pt>
                <c:pt idx="7129">
                  <c:v>1.3760031509399411</c:v>
                </c:pt>
                <c:pt idx="7130">
                  <c:v>1.1656660938262939</c:v>
                </c:pt>
                <c:pt idx="7131">
                  <c:v>0.38484756946563703</c:v>
                </c:pt>
                <c:pt idx="7132">
                  <c:v>0.60670325517654444</c:v>
                </c:pt>
                <c:pt idx="7133">
                  <c:v>0.66487747192382818</c:v>
                </c:pt>
                <c:pt idx="7134">
                  <c:v>0.55350339174270635</c:v>
                </c:pt>
                <c:pt idx="7135">
                  <c:v>0.41858468055725095</c:v>
                </c:pt>
                <c:pt idx="7136">
                  <c:v>1.4196413898468017</c:v>
                </c:pt>
                <c:pt idx="7137">
                  <c:v>1.4755821990966798</c:v>
                </c:pt>
                <c:pt idx="7138">
                  <c:v>1.3731794357299805</c:v>
                </c:pt>
                <c:pt idx="7139">
                  <c:v>1.3500682067871093</c:v>
                </c:pt>
                <c:pt idx="7140">
                  <c:v>1.2530197191238408</c:v>
                </c:pt>
                <c:pt idx="7141">
                  <c:v>0.82705425739288352</c:v>
                </c:pt>
                <c:pt idx="7142">
                  <c:v>1.316673002243042</c:v>
                </c:pt>
                <c:pt idx="7143">
                  <c:v>1.4964906692504882</c:v>
                </c:pt>
                <c:pt idx="7144">
                  <c:v>1.4583785247802736</c:v>
                </c:pt>
                <c:pt idx="7145">
                  <c:v>1.4560351181030273</c:v>
                </c:pt>
                <c:pt idx="7146">
                  <c:v>1.5</c:v>
                </c:pt>
                <c:pt idx="7147">
                  <c:v>1.5</c:v>
                </c:pt>
                <c:pt idx="7148">
                  <c:v>1.3470890522003174</c:v>
                </c:pt>
                <c:pt idx="7149">
                  <c:v>1.1236139774322504</c:v>
                </c:pt>
                <c:pt idx="7150">
                  <c:v>1.4130595207214356</c:v>
                </c:pt>
                <c:pt idx="7151">
                  <c:v>1.4484527778625487</c:v>
                </c:pt>
                <c:pt idx="7152">
                  <c:v>1.44699800491333</c:v>
                </c:pt>
                <c:pt idx="7153">
                  <c:v>1.3650135040283204</c:v>
                </c:pt>
                <c:pt idx="7154">
                  <c:v>1.3833994674682621</c:v>
                </c:pt>
                <c:pt idx="7155">
                  <c:v>0.6219823551177982</c:v>
                </c:pt>
                <c:pt idx="7156">
                  <c:v>0.2021534371376037</c:v>
                </c:pt>
                <c:pt idx="7157">
                  <c:v>0.50688372373580926</c:v>
                </c:pt>
                <c:pt idx="7158">
                  <c:v>0.92262569189071653</c:v>
                </c:pt>
                <c:pt idx="7159">
                  <c:v>1.344969663619995</c:v>
                </c:pt>
                <c:pt idx="7160">
                  <c:v>1.4977564144134521</c:v>
                </c:pt>
                <c:pt idx="7161">
                  <c:v>1.3252478885650634</c:v>
                </c:pt>
                <c:pt idx="7162">
                  <c:v>1.3959369564056396</c:v>
                </c:pt>
                <c:pt idx="7163">
                  <c:v>1.373266553878784</c:v>
                </c:pt>
                <c:pt idx="7164">
                  <c:v>1.3638738155364989</c:v>
                </c:pt>
                <c:pt idx="7165">
                  <c:v>1.1041038179397584</c:v>
                </c:pt>
                <c:pt idx="7166">
                  <c:v>1.3560383605957032</c:v>
                </c:pt>
                <c:pt idx="7167">
                  <c:v>1.1311528873443604</c:v>
                </c:pt>
                <c:pt idx="7168">
                  <c:v>1.3321162319183346</c:v>
                </c:pt>
                <c:pt idx="7169">
                  <c:v>1.4978362941741945</c:v>
                </c:pt>
                <c:pt idx="7170">
                  <c:v>1.4486857795715331</c:v>
                </c:pt>
                <c:pt idx="7171">
                  <c:v>1.3703048801422117</c:v>
                </c:pt>
                <c:pt idx="7172">
                  <c:v>1.3123657608032229</c:v>
                </c:pt>
                <c:pt idx="7173">
                  <c:v>1.4333045768737793</c:v>
                </c:pt>
                <c:pt idx="7174">
                  <c:v>1.4235742950439454</c:v>
                </c:pt>
                <c:pt idx="7175">
                  <c:v>1.4718116283416747</c:v>
                </c:pt>
                <c:pt idx="7176">
                  <c:v>1.3694437122344971</c:v>
                </c:pt>
                <c:pt idx="7177">
                  <c:v>1.4720865440368653</c:v>
                </c:pt>
                <c:pt idx="7178">
                  <c:v>1.4072038364410402</c:v>
                </c:pt>
                <c:pt idx="7179">
                  <c:v>1.3851024627685549</c:v>
                </c:pt>
                <c:pt idx="7180">
                  <c:v>1.4234870338439938</c:v>
                </c:pt>
                <c:pt idx="7181">
                  <c:v>1.4281126499176022</c:v>
                </c:pt>
                <c:pt idx="7182">
                  <c:v>1.3841679096221922</c:v>
                </c:pt>
                <c:pt idx="7183">
                  <c:v>1.4982806968688966</c:v>
                </c:pt>
                <c:pt idx="7184">
                  <c:v>1.4733853912353516</c:v>
                </c:pt>
                <c:pt idx="7185">
                  <c:v>1.5</c:v>
                </c:pt>
                <c:pt idx="7186">
                  <c:v>1.3516147041320801</c:v>
                </c:pt>
                <c:pt idx="7187">
                  <c:v>1.2843607521057125</c:v>
                </c:pt>
                <c:pt idx="7188">
                  <c:v>1.3977806568145756</c:v>
                </c:pt>
                <c:pt idx="7189">
                  <c:v>1.4074773502349853</c:v>
                </c:pt>
                <c:pt idx="7190">
                  <c:v>1.4511241149902343</c:v>
                </c:pt>
                <c:pt idx="7191">
                  <c:v>1.3438175868988038</c:v>
                </c:pt>
                <c:pt idx="7192">
                  <c:v>1.4812935447692872</c:v>
                </c:pt>
                <c:pt idx="7193">
                  <c:v>1.3784009170532221</c:v>
                </c:pt>
                <c:pt idx="7194">
                  <c:v>1.4547067451477049</c:v>
                </c:pt>
                <c:pt idx="7195">
                  <c:v>1.4874246025085449</c:v>
                </c:pt>
                <c:pt idx="7196">
                  <c:v>1.4059902763366698</c:v>
                </c:pt>
                <c:pt idx="7197">
                  <c:v>1.4835936927795408</c:v>
                </c:pt>
                <c:pt idx="7198">
                  <c:v>1.1503236436843876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0.73504652023315431</c:v>
                </c:pt>
                <c:pt idx="7207">
                  <c:v>1.4333337306976319</c:v>
                </c:pt>
                <c:pt idx="7208">
                  <c:v>1.5</c:v>
                </c:pt>
                <c:pt idx="7209">
                  <c:v>1.4238257789611815</c:v>
                </c:pt>
                <c:pt idx="7210">
                  <c:v>1.4293311882019042</c:v>
                </c:pt>
                <c:pt idx="7211">
                  <c:v>1.4301435756683352</c:v>
                </c:pt>
                <c:pt idx="7212">
                  <c:v>1.3598468399047852</c:v>
                </c:pt>
                <c:pt idx="7213">
                  <c:v>1.4504815578460695</c:v>
                </c:pt>
                <c:pt idx="7214">
                  <c:v>1.4210009193420408</c:v>
                </c:pt>
                <c:pt idx="7215">
                  <c:v>1.4120503807067872</c:v>
                </c:pt>
                <c:pt idx="7216">
                  <c:v>1.4312314224243163</c:v>
                </c:pt>
                <c:pt idx="7217">
                  <c:v>1.4997030544281007</c:v>
                </c:pt>
                <c:pt idx="7218">
                  <c:v>1.3194268798828128</c:v>
                </c:pt>
                <c:pt idx="7219">
                  <c:v>1.4541723060607912</c:v>
                </c:pt>
                <c:pt idx="7220">
                  <c:v>1.3573968887329098</c:v>
                </c:pt>
                <c:pt idx="7221">
                  <c:v>1.3984239578247071</c:v>
                </c:pt>
                <c:pt idx="7222">
                  <c:v>1.2815977478027343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2.5695642828941368E-2</c:v>
                </c:pt>
                <c:pt idx="7230">
                  <c:v>1.125</c:v>
                </c:pt>
                <c:pt idx="7231">
                  <c:v>0.12233892917633048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0.18474674820899956</c:v>
                </c:pt>
                <c:pt idx="7237">
                  <c:v>7.1880261898040629E-2</c:v>
                </c:pt>
                <c:pt idx="7238">
                  <c:v>0.22422973394393939</c:v>
                </c:pt>
                <c:pt idx="7239">
                  <c:v>0.16969918370246878</c:v>
                </c:pt>
                <c:pt idx="7240">
                  <c:v>0.16675383210182204</c:v>
                </c:pt>
                <c:pt idx="7241">
                  <c:v>0.16854165315628064</c:v>
                </c:pt>
                <c:pt idx="7242">
                  <c:v>8.8508437871932868E-2</c:v>
                </c:pt>
                <c:pt idx="7243">
                  <c:v>0.26462626218795782</c:v>
                </c:pt>
                <c:pt idx="7244">
                  <c:v>3.1950545310974144E-3</c:v>
                </c:pt>
                <c:pt idx="7245">
                  <c:v>0.57889929056167599</c:v>
                </c:pt>
                <c:pt idx="7246">
                  <c:v>0.31364490330219269</c:v>
                </c:pt>
                <c:pt idx="7247">
                  <c:v>0.1843913447856903</c:v>
                </c:pt>
                <c:pt idx="7248">
                  <c:v>0.51017744779586827</c:v>
                </c:pt>
                <c:pt idx="7249">
                  <c:v>0.47030391454696691</c:v>
                </c:pt>
                <c:pt idx="7250">
                  <c:v>0.46272118806838991</c:v>
                </c:pt>
                <c:pt idx="7251">
                  <c:v>0.61333894729614258</c:v>
                </c:pt>
                <c:pt idx="7252">
                  <c:v>0.6734418869018558</c:v>
                </c:pt>
                <c:pt idx="7253">
                  <c:v>0.56676599979400644</c:v>
                </c:pt>
                <c:pt idx="7254">
                  <c:v>1.0961344170570375</c:v>
                </c:pt>
                <c:pt idx="7255">
                  <c:v>2.3232128620147709E-2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7.5247406959533759E-3</c:v>
                </c:pt>
                <c:pt idx="7262">
                  <c:v>1.7391479015350349E-3</c:v>
                </c:pt>
                <c:pt idx="7263">
                  <c:v>0</c:v>
                </c:pt>
                <c:pt idx="7264">
                  <c:v>0</c:v>
                </c:pt>
                <c:pt idx="7265">
                  <c:v>0.19053310632705675</c:v>
                </c:pt>
                <c:pt idx="7266">
                  <c:v>0.35978762626647975</c:v>
                </c:pt>
                <c:pt idx="7267">
                  <c:v>0.20335106313228599</c:v>
                </c:pt>
                <c:pt idx="7268">
                  <c:v>0.11286137938499449</c:v>
                </c:pt>
                <c:pt idx="7269">
                  <c:v>0</c:v>
                </c:pt>
                <c:pt idx="7270">
                  <c:v>0.46232890605926519</c:v>
                </c:pt>
                <c:pt idx="7271">
                  <c:v>0.6907259845733642</c:v>
                </c:pt>
                <c:pt idx="7272">
                  <c:v>0.70727591514587396</c:v>
                </c:pt>
                <c:pt idx="7273">
                  <c:v>0.58674066066741926</c:v>
                </c:pt>
                <c:pt idx="7274">
                  <c:v>0.85911226272583008</c:v>
                </c:pt>
                <c:pt idx="7275">
                  <c:v>0.83592059612274183</c:v>
                </c:pt>
                <c:pt idx="7276">
                  <c:v>0.36533423423767108</c:v>
                </c:pt>
                <c:pt idx="7277">
                  <c:v>0.64549278259277365</c:v>
                </c:pt>
                <c:pt idx="7278">
                  <c:v>1.0858697032928466</c:v>
                </c:pt>
                <c:pt idx="7279">
                  <c:v>1.3727806091308594</c:v>
                </c:pt>
                <c:pt idx="7280">
                  <c:v>1.3428425216674809</c:v>
                </c:pt>
                <c:pt idx="7281">
                  <c:v>1.4648345947265624</c:v>
                </c:pt>
                <c:pt idx="7282">
                  <c:v>1.3953282737731931</c:v>
                </c:pt>
                <c:pt idx="7283">
                  <c:v>1.4882369899749757</c:v>
                </c:pt>
                <c:pt idx="7284">
                  <c:v>1.4840335750579834</c:v>
                </c:pt>
                <c:pt idx="7285">
                  <c:v>0.39079982757568349</c:v>
                </c:pt>
                <c:pt idx="7286">
                  <c:v>0</c:v>
                </c:pt>
                <c:pt idx="7287">
                  <c:v>0.3203659611940386</c:v>
                </c:pt>
                <c:pt idx="7288">
                  <c:v>0.44698353767395016</c:v>
                </c:pt>
                <c:pt idx="7289">
                  <c:v>8.6301906108856158E-2</c:v>
                </c:pt>
                <c:pt idx="7290">
                  <c:v>0.40505715608596798</c:v>
                </c:pt>
                <c:pt idx="7291">
                  <c:v>0.49196964025497414</c:v>
                </c:pt>
                <c:pt idx="7292">
                  <c:v>0.37824161767959597</c:v>
                </c:pt>
                <c:pt idx="7293">
                  <c:v>0.60165117502212562</c:v>
                </c:pt>
                <c:pt idx="7294">
                  <c:v>0.78762112855911248</c:v>
                </c:pt>
                <c:pt idx="7295">
                  <c:v>0.54741489171981816</c:v>
                </c:pt>
                <c:pt idx="7296">
                  <c:v>0.56852002143859837</c:v>
                </c:pt>
                <c:pt idx="7297">
                  <c:v>0.79458611011505142</c:v>
                </c:pt>
                <c:pt idx="7298">
                  <c:v>0.54224547386169453</c:v>
                </c:pt>
                <c:pt idx="7299">
                  <c:v>0.84717161178588862</c:v>
                </c:pt>
                <c:pt idx="7300">
                  <c:v>0.92743416309356663</c:v>
                </c:pt>
                <c:pt idx="7301">
                  <c:v>0.9159668040275577</c:v>
                </c:pt>
                <c:pt idx="7302">
                  <c:v>1.0179474878311154</c:v>
                </c:pt>
                <c:pt idx="7303">
                  <c:v>0.76002646923065131</c:v>
                </c:pt>
                <c:pt idx="7304">
                  <c:v>0.4814541292190555</c:v>
                </c:pt>
                <c:pt idx="7305">
                  <c:v>0.13726705670356759</c:v>
                </c:pt>
                <c:pt idx="7306">
                  <c:v>0.2892265105247499</c:v>
                </c:pt>
                <c:pt idx="7307">
                  <c:v>0.34821521759033219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1.0526509380340576</c:v>
                </c:pt>
                <c:pt idx="7476">
                  <c:v>1.4000860118865965</c:v>
                </c:pt>
                <c:pt idx="7477">
                  <c:v>0.6722247362136835</c:v>
                </c:pt>
                <c:pt idx="7478">
                  <c:v>0.43328195214271559</c:v>
                </c:pt>
                <c:pt idx="7479">
                  <c:v>0.24387661457061793</c:v>
                </c:pt>
                <c:pt idx="7480">
                  <c:v>0.25950635075569167</c:v>
                </c:pt>
                <c:pt idx="7481">
                  <c:v>0.10679209470748911</c:v>
                </c:pt>
                <c:pt idx="7482">
                  <c:v>0.74482837200164775</c:v>
                </c:pt>
                <c:pt idx="7483">
                  <c:v>0.57377349615097095</c:v>
                </c:pt>
                <c:pt idx="7484">
                  <c:v>0.82362878322601307</c:v>
                </c:pt>
                <c:pt idx="7485">
                  <c:v>0.99456968307495108</c:v>
                </c:pt>
                <c:pt idx="7486">
                  <c:v>0.83355505943298336</c:v>
                </c:pt>
                <c:pt idx="7487">
                  <c:v>0.46686959266662598</c:v>
                </c:pt>
                <c:pt idx="7488">
                  <c:v>0.46398768160078258</c:v>
                </c:pt>
                <c:pt idx="7489">
                  <c:v>0.46110577053493917</c:v>
                </c:pt>
                <c:pt idx="7490">
                  <c:v>0.45822385946909577</c:v>
                </c:pt>
                <c:pt idx="7491">
                  <c:v>0.45534194840325237</c:v>
                </c:pt>
                <c:pt idx="7492">
                  <c:v>0.45246003733740914</c:v>
                </c:pt>
                <c:pt idx="7493">
                  <c:v>0.44957812627156574</c:v>
                </c:pt>
                <c:pt idx="7494">
                  <c:v>0.44669621520572234</c:v>
                </c:pt>
                <c:pt idx="7495">
                  <c:v>0.44381430413987893</c:v>
                </c:pt>
                <c:pt idx="7496">
                  <c:v>0.44093239307403564</c:v>
                </c:pt>
                <c:pt idx="7497">
                  <c:v>0.4380504820081923</c:v>
                </c:pt>
                <c:pt idx="7498">
                  <c:v>0.4351685709423489</c:v>
                </c:pt>
                <c:pt idx="7499">
                  <c:v>0.4322866598765055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0.31195592880249046</c:v>
                </c:pt>
                <c:pt idx="7667">
                  <c:v>0.58823263406753545</c:v>
                </c:pt>
                <c:pt idx="7668">
                  <c:v>0.13030963718891145</c:v>
                </c:pt>
                <c:pt idx="7669">
                  <c:v>0.74078875064849847</c:v>
                </c:pt>
                <c:pt idx="7670">
                  <c:v>1.3645310497283936</c:v>
                </c:pt>
                <c:pt idx="7671">
                  <c:v>1.4585179424285888</c:v>
                </c:pt>
                <c:pt idx="7672">
                  <c:v>1.472885284423828</c:v>
                </c:pt>
                <c:pt idx="7673">
                  <c:v>0.79298434495925885</c:v>
                </c:pt>
                <c:pt idx="7674">
                  <c:v>9.6241607666015624E-2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0.44283944606781001</c:v>
                </c:pt>
                <c:pt idx="7687">
                  <c:v>1.1415937042236326</c:v>
                </c:pt>
                <c:pt idx="7688">
                  <c:v>1.5</c:v>
                </c:pt>
                <c:pt idx="7689">
                  <c:v>1.2829153347015383</c:v>
                </c:pt>
                <c:pt idx="7690">
                  <c:v>0.65935316562652602</c:v>
                </c:pt>
                <c:pt idx="7691">
                  <c:v>0.2755296921730041</c:v>
                </c:pt>
                <c:pt idx="7692">
                  <c:v>0.58645573139190676</c:v>
                </c:pt>
                <c:pt idx="7693">
                  <c:v>0.6816307139396669</c:v>
                </c:pt>
                <c:pt idx="7694">
                  <c:v>0.4749773383140562</c:v>
                </c:pt>
                <c:pt idx="7695">
                  <c:v>1.3073829460144046</c:v>
                </c:pt>
                <c:pt idx="7696">
                  <c:v>1.3995023345947266</c:v>
                </c:pt>
                <c:pt idx="7697">
                  <c:v>1.4034927749633788</c:v>
                </c:pt>
                <c:pt idx="7698">
                  <c:v>0.21188047885894754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9.6583979129791123E-2</c:v>
                </c:pt>
                <c:pt idx="7719">
                  <c:v>0.25491166591644271</c:v>
                </c:pt>
                <c:pt idx="7720">
                  <c:v>1.0903837823867792</c:v>
                </c:pt>
                <c:pt idx="7721">
                  <c:v>0.43960989475250234</c:v>
                </c:pt>
                <c:pt idx="7722">
                  <c:v>8.2555696964263861E-2</c:v>
                </c:pt>
                <c:pt idx="7723">
                  <c:v>3.2561373710632301E-2</c:v>
                </c:pt>
                <c:pt idx="7724">
                  <c:v>0.72477232933044455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0.22634367942810074</c:v>
                </c:pt>
                <c:pt idx="7732">
                  <c:v>0.59537778139114372</c:v>
                </c:pt>
                <c:pt idx="7733">
                  <c:v>0.44586439132690425</c:v>
                </c:pt>
                <c:pt idx="7734">
                  <c:v>0.22594223856925963</c:v>
                </c:pt>
                <c:pt idx="7735">
                  <c:v>0.57060714483261143</c:v>
                </c:pt>
                <c:pt idx="7736">
                  <c:v>0.39184780240058925</c:v>
                </c:pt>
                <c:pt idx="7737">
                  <c:v>1.6796016097068781E-2</c:v>
                </c:pt>
                <c:pt idx="7738">
                  <c:v>1.2851552367210389E-2</c:v>
                </c:pt>
                <c:pt idx="7739">
                  <c:v>7.2319706082344046E-2</c:v>
                </c:pt>
                <c:pt idx="7740">
                  <c:v>2.1878398060798634E-2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3.3545383214950576E-2</c:v>
                </c:pt>
                <c:pt idx="7764">
                  <c:v>0.29628204345703107</c:v>
                </c:pt>
                <c:pt idx="7765">
                  <c:v>0</c:v>
                </c:pt>
                <c:pt idx="7766">
                  <c:v>0.78837617397308357</c:v>
                </c:pt>
                <c:pt idx="7767">
                  <c:v>0.47230058312416079</c:v>
                </c:pt>
                <c:pt idx="7768">
                  <c:v>0.29615305423736565</c:v>
                </c:pt>
                <c:pt idx="7769">
                  <c:v>0.22413486242294295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0.25071133017539998</c:v>
                </c:pt>
                <c:pt idx="7795">
                  <c:v>0</c:v>
                </c:pt>
                <c:pt idx="7796">
                  <c:v>3.3839839696884144E-2</c:v>
                </c:pt>
                <c:pt idx="7797">
                  <c:v>3.9698517322540126E-3</c:v>
                </c:pt>
                <c:pt idx="7798">
                  <c:v>0.18412594556808495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1.5804147720336898E-3</c:v>
                </c:pt>
                <c:pt idx="7805">
                  <c:v>0</c:v>
                </c:pt>
                <c:pt idx="7806">
                  <c:v>0.16135468482971174</c:v>
                </c:pt>
                <c:pt idx="7807">
                  <c:v>2.5692425966262838E-2</c:v>
                </c:pt>
                <c:pt idx="7808">
                  <c:v>0.70900149822235126</c:v>
                </c:pt>
                <c:pt idx="7809">
                  <c:v>0.41208045601844773</c:v>
                </c:pt>
                <c:pt idx="7810">
                  <c:v>3.1720515489578244E-2</c:v>
                </c:pt>
                <c:pt idx="7811">
                  <c:v>0</c:v>
                </c:pt>
                <c:pt idx="7812">
                  <c:v>0.41698465347290053</c:v>
                </c:pt>
                <c:pt idx="7813">
                  <c:v>1.3876783847808823E-2</c:v>
                </c:pt>
                <c:pt idx="7814">
                  <c:v>8.1126873493194751E-2</c:v>
                </c:pt>
                <c:pt idx="7815">
                  <c:v>4.2325154542922939E-2</c:v>
                </c:pt>
                <c:pt idx="7816">
                  <c:v>0.25903741121292118</c:v>
                </c:pt>
                <c:pt idx="7817">
                  <c:v>0.41986083984375</c:v>
                </c:pt>
                <c:pt idx="7818">
                  <c:v>0.3217940282821653</c:v>
                </c:pt>
                <c:pt idx="7819">
                  <c:v>0.18772242307662973</c:v>
                </c:pt>
                <c:pt idx="7820">
                  <c:v>0</c:v>
                </c:pt>
                <c:pt idx="7821">
                  <c:v>0.59927883625030498</c:v>
                </c:pt>
                <c:pt idx="7822">
                  <c:v>0</c:v>
                </c:pt>
                <c:pt idx="7823">
                  <c:v>0.36052023768424979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0.46451087236404448</c:v>
                </c:pt>
                <c:pt idx="7833">
                  <c:v>0</c:v>
                </c:pt>
                <c:pt idx="7834">
                  <c:v>0.31789401412010176</c:v>
                </c:pt>
                <c:pt idx="7835">
                  <c:v>0.74647687911987304</c:v>
                </c:pt>
                <c:pt idx="7836">
                  <c:v>1.3599602508544919</c:v>
                </c:pt>
                <c:pt idx="7837">
                  <c:v>1.0321864056587218</c:v>
                </c:pt>
                <c:pt idx="7838">
                  <c:v>0.84336193084716826</c:v>
                </c:pt>
                <c:pt idx="7839">
                  <c:v>0.33507263302803075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0.35843544960021989</c:v>
                </c:pt>
                <c:pt idx="7855">
                  <c:v>0.53630589723587063</c:v>
                </c:pt>
                <c:pt idx="7856">
                  <c:v>0.92265166282653821</c:v>
                </c:pt>
                <c:pt idx="7857">
                  <c:v>0.57071612119674675</c:v>
                </c:pt>
                <c:pt idx="7858">
                  <c:v>0</c:v>
                </c:pt>
                <c:pt idx="7859">
                  <c:v>2.450406253337862E-3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0.83873210906982454</c:v>
                </c:pt>
                <c:pt idx="7879">
                  <c:v>0.6638893604278564</c:v>
                </c:pt>
                <c:pt idx="7880">
                  <c:v>0.529356350898743</c:v>
                </c:pt>
                <c:pt idx="7881">
                  <c:v>0.86290975570678696</c:v>
                </c:pt>
                <c:pt idx="7882">
                  <c:v>0.30337464451789858</c:v>
                </c:pt>
                <c:pt idx="7883">
                  <c:v>0.79778078556060783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0.30405350446701046</c:v>
                </c:pt>
                <c:pt idx="7907">
                  <c:v>1.0581766033172606</c:v>
                </c:pt>
                <c:pt idx="7908">
                  <c:v>0.59219608426094017</c:v>
                </c:pt>
                <c:pt idx="7909">
                  <c:v>0.43096536040306122</c:v>
                </c:pt>
                <c:pt idx="7910">
                  <c:v>0.57279978990554847</c:v>
                </c:pt>
                <c:pt idx="7911">
                  <c:v>0.52960973024368274</c:v>
                </c:pt>
                <c:pt idx="7912">
                  <c:v>0.59173157930374121</c:v>
                </c:pt>
                <c:pt idx="7913">
                  <c:v>0.14063852906227117</c:v>
                </c:pt>
                <c:pt idx="7914">
                  <c:v>0</c:v>
                </c:pt>
                <c:pt idx="7915">
                  <c:v>2.5359306335449243E-2</c:v>
                </c:pt>
                <c:pt idx="7916">
                  <c:v>2.4657032489776635E-2</c:v>
                </c:pt>
                <c:pt idx="7917">
                  <c:v>0.52226936817169189</c:v>
                </c:pt>
                <c:pt idx="7918">
                  <c:v>0.31434162139892591</c:v>
                </c:pt>
                <c:pt idx="7919">
                  <c:v>0.22237441062927255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0.28358428359031707</c:v>
                </c:pt>
                <c:pt idx="7927">
                  <c:v>0.33329650640487674</c:v>
                </c:pt>
                <c:pt idx="7928">
                  <c:v>3.254757463932037E-2</c:v>
                </c:pt>
                <c:pt idx="7929">
                  <c:v>0</c:v>
                </c:pt>
                <c:pt idx="7930">
                  <c:v>0</c:v>
                </c:pt>
                <c:pt idx="7931">
                  <c:v>0.18248812794685362</c:v>
                </c:pt>
                <c:pt idx="7932">
                  <c:v>0.20880534410476695</c:v>
                </c:pt>
                <c:pt idx="7933">
                  <c:v>0.56500522613525395</c:v>
                </c:pt>
                <c:pt idx="7934">
                  <c:v>4.1596042513847367E-2</c:v>
                </c:pt>
                <c:pt idx="7935">
                  <c:v>0</c:v>
                </c:pt>
                <c:pt idx="7936">
                  <c:v>0.13756771624088301</c:v>
                </c:pt>
                <c:pt idx="7937">
                  <c:v>0.14015749454498289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1.4961816501617429</c:v>
                </c:pt>
                <c:pt idx="7979">
                  <c:v>0.69950948238372823</c:v>
                </c:pt>
                <c:pt idx="7980">
                  <c:v>2.9122531414032E-3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9.1310899257660005E-2</c:v>
                </c:pt>
                <c:pt idx="8002">
                  <c:v>0.204687749147415</c:v>
                </c:pt>
                <c:pt idx="8003">
                  <c:v>0.24203649044036848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3.5943946838378926E-2</c:v>
                </c:pt>
                <c:pt idx="8024">
                  <c:v>0.93876804828643801</c:v>
                </c:pt>
                <c:pt idx="8025">
                  <c:v>0.81107338428497278</c:v>
                </c:pt>
                <c:pt idx="8026">
                  <c:v>0.71172041416168197</c:v>
                </c:pt>
                <c:pt idx="8027">
                  <c:v>0.55891145467758141</c:v>
                </c:pt>
                <c:pt idx="8028">
                  <c:v>0.374493384361267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0.42246785402297998</c:v>
                </c:pt>
                <c:pt idx="8035">
                  <c:v>0</c:v>
                </c:pt>
                <c:pt idx="8036">
                  <c:v>0</c:v>
                </c:pt>
                <c:pt idx="8037">
                  <c:v>0.14051319837570198</c:v>
                </c:pt>
                <c:pt idx="8038">
                  <c:v>0</c:v>
                </c:pt>
                <c:pt idx="8039">
                  <c:v>0.11032753989100462</c:v>
                </c:pt>
                <c:pt idx="8040">
                  <c:v>5.3368996381759494E-2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0.10443709194660183</c:v>
                </c:pt>
                <c:pt idx="8046">
                  <c:v>0.11642764091491686</c:v>
                </c:pt>
                <c:pt idx="8047">
                  <c:v>2.5640777349472049E-2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8.1760329008102275E-2</c:v>
                </c:pt>
                <c:pt idx="8053">
                  <c:v>0.41394622564315797</c:v>
                </c:pt>
                <c:pt idx="8054">
                  <c:v>0.158677110671997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0.15229483604431154</c:v>
                </c:pt>
                <c:pt idx="8145">
                  <c:v>5.3425748348236123E-2</c:v>
                </c:pt>
                <c:pt idx="8146">
                  <c:v>3.4667376279830922E-2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4.2842388153076123E-3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5.4448485374450619E-3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1B23-46D6-B25B-C09F255613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12451632"/>
        <c:axId val="1937113040"/>
      </c:scatterChart>
      <c:valAx>
        <c:axId val="1812451632"/>
        <c:scaling>
          <c:orientation val="minMax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937113040"/>
        <c:crosses val="autoZero"/>
        <c:crossBetween val="midCat"/>
      </c:valAx>
      <c:valAx>
        <c:axId val="1937113040"/>
        <c:scaling>
          <c:orientation val="minMax"/>
          <c:max val="3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VAV consumption (kWh)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12451632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Sheet1!$C$1</c:f>
              <c:strCache>
                <c:ptCount val="1"/>
                <c:pt idx="0">
                  <c:v>VAV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Sheet1!$A$2:$A$8753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Sheet1!$C$2:$C$8753</c:f>
              <c:numCache>
                <c:formatCode>General</c:formatCode>
                <c:ptCount val="875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9.8843217641115158E-2</c:v>
                </c:pt>
                <c:pt idx="4795">
                  <c:v>0.59487682580947876</c:v>
                </c:pt>
                <c:pt idx="4796">
                  <c:v>0.57579507827758825</c:v>
                </c:pt>
                <c:pt idx="4797">
                  <c:v>0.71127789020538379</c:v>
                </c:pt>
                <c:pt idx="4798">
                  <c:v>0</c:v>
                </c:pt>
                <c:pt idx="4799">
                  <c:v>0.20429227352142312</c:v>
                </c:pt>
                <c:pt idx="4800">
                  <c:v>0</c:v>
                </c:pt>
                <c:pt idx="4801">
                  <c:v>0.42540552616119376</c:v>
                </c:pt>
                <c:pt idx="4802">
                  <c:v>0.39736816883087178</c:v>
                </c:pt>
                <c:pt idx="4803">
                  <c:v>0</c:v>
                </c:pt>
                <c:pt idx="4804">
                  <c:v>2.4163890630006812E-3</c:v>
                </c:pt>
                <c:pt idx="4805">
                  <c:v>0</c:v>
                </c:pt>
                <c:pt idx="4806">
                  <c:v>0</c:v>
                </c:pt>
                <c:pt idx="4807">
                  <c:v>5.4627768695354453E-3</c:v>
                </c:pt>
                <c:pt idx="4808">
                  <c:v>0.70088666379451758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0.72643256783485377</c:v>
                </c:pt>
                <c:pt idx="4826">
                  <c:v>0.76536786556243952</c:v>
                </c:pt>
                <c:pt idx="4827">
                  <c:v>0</c:v>
                </c:pt>
                <c:pt idx="4828">
                  <c:v>0</c:v>
                </c:pt>
                <c:pt idx="4829">
                  <c:v>0.92950051426887503</c:v>
                </c:pt>
                <c:pt idx="4830">
                  <c:v>0.17968597412109377</c:v>
                </c:pt>
                <c:pt idx="4831">
                  <c:v>0.30788795351982129</c:v>
                </c:pt>
                <c:pt idx="4832">
                  <c:v>0.11797889471054063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0.36755158454179782</c:v>
                </c:pt>
                <c:pt idx="4855">
                  <c:v>3.4353983402252174E-2</c:v>
                </c:pt>
                <c:pt idx="4856">
                  <c:v>0</c:v>
                </c:pt>
                <c:pt idx="4857">
                  <c:v>0</c:v>
                </c:pt>
                <c:pt idx="4858">
                  <c:v>0.38751327991485629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0.20515162944793688</c:v>
                </c:pt>
                <c:pt idx="4871">
                  <c:v>0</c:v>
                </c:pt>
                <c:pt idx="4872">
                  <c:v>0.23960909843444811</c:v>
                </c:pt>
                <c:pt idx="4873">
                  <c:v>0.59839573800563828</c:v>
                </c:pt>
                <c:pt idx="4874">
                  <c:v>1.124983835220337</c:v>
                </c:pt>
                <c:pt idx="4875">
                  <c:v>0.69039725065231305</c:v>
                </c:pt>
                <c:pt idx="4876">
                  <c:v>2.0506701618433001E-2</c:v>
                </c:pt>
                <c:pt idx="4877">
                  <c:v>0</c:v>
                </c:pt>
                <c:pt idx="4878">
                  <c:v>0</c:v>
                </c:pt>
                <c:pt idx="4879">
                  <c:v>2.9010233655571926E-2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1.9137471914291378E-2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6.6222605109214808E-2</c:v>
                </c:pt>
                <c:pt idx="4920">
                  <c:v>0</c:v>
                </c:pt>
                <c:pt idx="4921">
                  <c:v>4.7482207417488126E-3</c:v>
                </c:pt>
                <c:pt idx="4922">
                  <c:v>0.51887928843498177</c:v>
                </c:pt>
                <c:pt idx="4923">
                  <c:v>0</c:v>
                </c:pt>
                <c:pt idx="4924">
                  <c:v>0.10566507577896125</c:v>
                </c:pt>
                <c:pt idx="4925">
                  <c:v>0.17500364594161502</c:v>
                </c:pt>
                <c:pt idx="4926">
                  <c:v>0.59677733778953523</c:v>
                </c:pt>
                <c:pt idx="4927">
                  <c:v>5.0459110736846925E-2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0.150468593835831</c:v>
                </c:pt>
                <c:pt idx="4932">
                  <c:v>0</c:v>
                </c:pt>
                <c:pt idx="4933">
                  <c:v>9.6089638769626881E-3</c:v>
                </c:pt>
                <c:pt idx="4934">
                  <c:v>0</c:v>
                </c:pt>
                <c:pt idx="4935">
                  <c:v>1.0676068067550688E-2</c:v>
                </c:pt>
                <c:pt idx="4936">
                  <c:v>0</c:v>
                </c:pt>
                <c:pt idx="4937">
                  <c:v>6.3133925199508629E-3</c:v>
                </c:pt>
                <c:pt idx="4938">
                  <c:v>7.0131254196166878E-2</c:v>
                </c:pt>
                <c:pt idx="4939">
                  <c:v>0.33233596794307202</c:v>
                </c:pt>
                <c:pt idx="4940">
                  <c:v>0.607300961017609</c:v>
                </c:pt>
                <c:pt idx="4941">
                  <c:v>0</c:v>
                </c:pt>
                <c:pt idx="4942">
                  <c:v>0</c:v>
                </c:pt>
                <c:pt idx="4943">
                  <c:v>0.78202271461486828</c:v>
                </c:pt>
                <c:pt idx="4944">
                  <c:v>7.6776668429375007E-3</c:v>
                </c:pt>
                <c:pt idx="4945">
                  <c:v>2.6767313480377179E-3</c:v>
                </c:pt>
                <c:pt idx="4946">
                  <c:v>0.20344687104225143</c:v>
                </c:pt>
                <c:pt idx="4947">
                  <c:v>0.60198678970336883</c:v>
                </c:pt>
                <c:pt idx="4948">
                  <c:v>5.6033343076705926E-2</c:v>
                </c:pt>
                <c:pt idx="4949">
                  <c:v>0.22507829666137688</c:v>
                </c:pt>
                <c:pt idx="4950">
                  <c:v>2.2786498069763187E-2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2.2813706099987001E-2</c:v>
                </c:pt>
                <c:pt idx="4961">
                  <c:v>0</c:v>
                </c:pt>
                <c:pt idx="4962">
                  <c:v>0</c:v>
                </c:pt>
                <c:pt idx="4963">
                  <c:v>1.7122068643569948</c:v>
                </c:pt>
                <c:pt idx="4964">
                  <c:v>1.101965737342834</c:v>
                </c:pt>
                <c:pt idx="4965">
                  <c:v>0.81993548274040262</c:v>
                </c:pt>
                <c:pt idx="4966">
                  <c:v>1.2074188888072968</c:v>
                </c:pt>
                <c:pt idx="4967">
                  <c:v>9.8129439353943138E-2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1.5672867000103001E-2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0.19621059596538581</c:v>
                </c:pt>
                <c:pt idx="5011">
                  <c:v>3.98358702659607E-2</c:v>
                </c:pt>
                <c:pt idx="5012">
                  <c:v>0.30434488058090226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0.30673334002494779</c:v>
                </c:pt>
                <c:pt idx="5021">
                  <c:v>0.10024582147598271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0.11751025915145874</c:v>
                </c:pt>
                <c:pt idx="5061">
                  <c:v>0.14741061329841618</c:v>
                </c:pt>
                <c:pt idx="5062">
                  <c:v>0.91778243184089703</c:v>
                </c:pt>
                <c:pt idx="5063">
                  <c:v>9.9391043186187501E-4</c:v>
                </c:pt>
                <c:pt idx="5064">
                  <c:v>1.0475166141986845</c:v>
                </c:pt>
                <c:pt idx="5065">
                  <c:v>0.25712268948555</c:v>
                </c:pt>
                <c:pt idx="5066">
                  <c:v>0.20383546352386503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7.3449909687042499E-4</c:v>
                </c:pt>
                <c:pt idx="5071">
                  <c:v>0.33949347138404828</c:v>
                </c:pt>
                <c:pt idx="5072">
                  <c:v>0.3543092124164105</c:v>
                </c:pt>
                <c:pt idx="5073">
                  <c:v>0</c:v>
                </c:pt>
                <c:pt idx="5074">
                  <c:v>0.19331068992614753</c:v>
                </c:pt>
                <c:pt idx="5075">
                  <c:v>0.22450480461120625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8.0596864223480252E-2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2.1950751543045065E-2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3.8022387027740502E-2</c:v>
                </c:pt>
                <c:pt idx="5106">
                  <c:v>1.2079983949661255</c:v>
                </c:pt>
                <c:pt idx="5107">
                  <c:v>0.75908473134040799</c:v>
                </c:pt>
                <c:pt idx="5108">
                  <c:v>0.31262205243110652</c:v>
                </c:pt>
                <c:pt idx="5109">
                  <c:v>3.1592419743537874E-2</c:v>
                </c:pt>
                <c:pt idx="5110">
                  <c:v>0.2524913668632513</c:v>
                </c:pt>
                <c:pt idx="5111">
                  <c:v>0.47284688949584952</c:v>
                </c:pt>
                <c:pt idx="5112">
                  <c:v>0.69433152675628707</c:v>
                </c:pt>
                <c:pt idx="5113">
                  <c:v>0</c:v>
                </c:pt>
                <c:pt idx="5114">
                  <c:v>0.89286673665046701</c:v>
                </c:pt>
                <c:pt idx="5115">
                  <c:v>2.5</c:v>
                </c:pt>
                <c:pt idx="5116">
                  <c:v>0.98809056282043461</c:v>
                </c:pt>
                <c:pt idx="5117">
                  <c:v>0</c:v>
                </c:pt>
                <c:pt idx="5118">
                  <c:v>0.25272097587585479</c:v>
                </c:pt>
                <c:pt idx="5119">
                  <c:v>2.4348711967468253E-2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0.24191924333572437</c:v>
                </c:pt>
                <c:pt idx="5130">
                  <c:v>0</c:v>
                </c:pt>
                <c:pt idx="5131">
                  <c:v>0.12181587815284718</c:v>
                </c:pt>
                <c:pt idx="5132">
                  <c:v>0.21991019845008819</c:v>
                </c:pt>
                <c:pt idx="5133">
                  <c:v>0</c:v>
                </c:pt>
                <c:pt idx="5134">
                  <c:v>0.24365150928497378</c:v>
                </c:pt>
                <c:pt idx="5135">
                  <c:v>9.7718572616577348E-2</c:v>
                </c:pt>
                <c:pt idx="5136">
                  <c:v>4.0968954563140876E-2</c:v>
                </c:pt>
                <c:pt idx="5137">
                  <c:v>0.17298000454902657</c:v>
                </c:pt>
                <c:pt idx="5138">
                  <c:v>0.43428298234939605</c:v>
                </c:pt>
                <c:pt idx="5139">
                  <c:v>1.1746393918991094</c:v>
                </c:pt>
                <c:pt idx="5140">
                  <c:v>0.26551763191819172</c:v>
                </c:pt>
                <c:pt idx="5141">
                  <c:v>0.53021888732910127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0.71924824267625831</c:v>
                </c:pt>
                <c:pt idx="5181">
                  <c:v>0.51974623203277559</c:v>
                </c:pt>
                <c:pt idx="5182">
                  <c:v>0.57313408255577125</c:v>
                </c:pt>
                <c:pt idx="5183">
                  <c:v>0.48359438180923497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0.30861692428588877</c:v>
                </c:pt>
                <c:pt idx="5214">
                  <c:v>1.5668229430913923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0.11059091985225662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1.3634550929069524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2.0469999313354501E-2</c:v>
                </c:pt>
                <c:pt idx="5409">
                  <c:v>0.29883090257644701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0.77225315570831332</c:v>
                </c:pt>
                <c:pt idx="5458">
                  <c:v>0.4025972843170168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0.23823247551918009</c:v>
                </c:pt>
                <c:pt idx="5463">
                  <c:v>1.0570041418075564</c:v>
                </c:pt>
                <c:pt idx="5464">
                  <c:v>0.44790023574605603</c:v>
                </c:pt>
                <c:pt idx="5465">
                  <c:v>0</c:v>
                </c:pt>
                <c:pt idx="5466">
                  <c:v>0</c:v>
                </c:pt>
                <c:pt idx="5467">
                  <c:v>1.6151603221893311</c:v>
                </c:pt>
                <c:pt idx="5468">
                  <c:v>0.52434759140014675</c:v>
                </c:pt>
                <c:pt idx="5469">
                  <c:v>1.6840213418006902</c:v>
                </c:pt>
                <c:pt idx="5470">
                  <c:v>0.10257340520620349</c:v>
                </c:pt>
                <c:pt idx="5471">
                  <c:v>0.73104792833328247</c:v>
                </c:pt>
                <c:pt idx="5472">
                  <c:v>1.12114771604538</c:v>
                </c:pt>
                <c:pt idx="5473">
                  <c:v>0.40583868026733372</c:v>
                </c:pt>
                <c:pt idx="5474">
                  <c:v>0.26472185850143426</c:v>
                </c:pt>
                <c:pt idx="5475">
                  <c:v>5.5665242671966576E-2</c:v>
                </c:pt>
                <c:pt idx="5476">
                  <c:v>0.57611669301986679</c:v>
                </c:pt>
                <c:pt idx="5477">
                  <c:v>0.37463069558143602</c:v>
                </c:pt>
                <c:pt idx="5478">
                  <c:v>1.9553174018859865</c:v>
                </c:pt>
                <c:pt idx="5479">
                  <c:v>0.27228430509567325</c:v>
                </c:pt>
                <c:pt idx="5480">
                  <c:v>0.39187056422233552</c:v>
                </c:pt>
                <c:pt idx="5481">
                  <c:v>0.79319142699241607</c:v>
                </c:pt>
                <c:pt idx="5482">
                  <c:v>0.63354758024215785</c:v>
                </c:pt>
                <c:pt idx="5483">
                  <c:v>0.73651860952377335</c:v>
                </c:pt>
                <c:pt idx="5484">
                  <c:v>0.96493844389915506</c:v>
                </c:pt>
                <c:pt idx="5485">
                  <c:v>0.93926126956939704</c:v>
                </c:pt>
                <c:pt idx="5486">
                  <c:v>1.3283145070075992</c:v>
                </c:pt>
                <c:pt idx="5487">
                  <c:v>0.49271434545516951</c:v>
                </c:pt>
                <c:pt idx="5488">
                  <c:v>0.83315064907073921</c:v>
                </c:pt>
                <c:pt idx="5489">
                  <c:v>1.0582430839538575</c:v>
                </c:pt>
                <c:pt idx="5490">
                  <c:v>0.7707708179950713</c:v>
                </c:pt>
                <c:pt idx="5491">
                  <c:v>0.17637659907340975</c:v>
                </c:pt>
                <c:pt idx="5492">
                  <c:v>0</c:v>
                </c:pt>
                <c:pt idx="5493">
                  <c:v>0.67672147750854506</c:v>
                </c:pt>
                <c:pt idx="5494">
                  <c:v>1.9276556491851808</c:v>
                </c:pt>
                <c:pt idx="5495">
                  <c:v>0.10791686773300187</c:v>
                </c:pt>
                <c:pt idx="5496">
                  <c:v>0.69651967287063654</c:v>
                </c:pt>
                <c:pt idx="5497">
                  <c:v>1.6609072685241689E-3</c:v>
                </c:pt>
                <c:pt idx="5498">
                  <c:v>1.8338507175445558</c:v>
                </c:pt>
                <c:pt idx="5499">
                  <c:v>2.1877080440521239</c:v>
                </c:pt>
                <c:pt idx="5500">
                  <c:v>1.5535951614379879</c:v>
                </c:pt>
                <c:pt idx="5501">
                  <c:v>1.2461880624294279</c:v>
                </c:pt>
                <c:pt idx="5502">
                  <c:v>1.9880729198455815</c:v>
                </c:pt>
                <c:pt idx="5503">
                  <c:v>1.006387031078338</c:v>
                </c:pt>
                <c:pt idx="5504">
                  <c:v>0.14488324522972093</c:v>
                </c:pt>
                <c:pt idx="5505">
                  <c:v>0.26800844669342078</c:v>
                </c:pt>
                <c:pt idx="5506">
                  <c:v>0.10192185640335064</c:v>
                </c:pt>
                <c:pt idx="5507">
                  <c:v>0.9264969050884253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0.45592262744903578</c:v>
                </c:pt>
                <c:pt idx="5514">
                  <c:v>0.55229829549789433</c:v>
                </c:pt>
                <c:pt idx="5515">
                  <c:v>0.22088845074176763</c:v>
                </c:pt>
                <c:pt idx="5516">
                  <c:v>0</c:v>
                </c:pt>
                <c:pt idx="5517">
                  <c:v>0</c:v>
                </c:pt>
                <c:pt idx="5518">
                  <c:v>1.6157329738140107</c:v>
                </c:pt>
                <c:pt idx="5519">
                  <c:v>1.6430449366569526</c:v>
                </c:pt>
                <c:pt idx="5520">
                  <c:v>0.99721460938453699</c:v>
                </c:pt>
                <c:pt idx="5521">
                  <c:v>0.84867551326751745</c:v>
                </c:pt>
                <c:pt idx="5522">
                  <c:v>2.1662586450576784</c:v>
                </c:pt>
                <c:pt idx="5523">
                  <c:v>1.5420465469360358</c:v>
                </c:pt>
                <c:pt idx="5524">
                  <c:v>0.51728339791297884</c:v>
                </c:pt>
                <c:pt idx="5525">
                  <c:v>1.6982530355453489</c:v>
                </c:pt>
                <c:pt idx="5526">
                  <c:v>2.3545680046081543</c:v>
                </c:pt>
                <c:pt idx="5527">
                  <c:v>0.77890269756317176</c:v>
                </c:pt>
                <c:pt idx="5528">
                  <c:v>0.63232238888740555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1.6621645539999003E-3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0.11392748355865501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0.54800648689270004</c:v>
                </c:pt>
                <c:pt idx="5560">
                  <c:v>0.64838442802429253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0.62480666041374255</c:v>
                </c:pt>
                <c:pt idx="5574">
                  <c:v>0.24257135391235374</c:v>
                </c:pt>
                <c:pt idx="5575">
                  <c:v>0.21024957299232502</c:v>
                </c:pt>
                <c:pt idx="5576">
                  <c:v>0.15374107360839875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1.5560119152069092</c:v>
                </c:pt>
                <c:pt idx="5594">
                  <c:v>1.0718780040740967</c:v>
                </c:pt>
                <c:pt idx="5595">
                  <c:v>1.2685877144336701</c:v>
                </c:pt>
                <c:pt idx="5596">
                  <c:v>2.0274945497512817</c:v>
                </c:pt>
                <c:pt idx="5597">
                  <c:v>2.1248218774795533</c:v>
                </c:pt>
                <c:pt idx="5598">
                  <c:v>0.44491994082927777</c:v>
                </c:pt>
                <c:pt idx="5599">
                  <c:v>1.0256539344787601</c:v>
                </c:pt>
                <c:pt idx="5600">
                  <c:v>1.5164059996604913</c:v>
                </c:pt>
                <c:pt idx="5601">
                  <c:v>0.33466165065765352</c:v>
                </c:pt>
                <c:pt idx="5602">
                  <c:v>0.22489110231399537</c:v>
                </c:pt>
                <c:pt idx="5603">
                  <c:v>0.16911200284957878</c:v>
                </c:pt>
                <c:pt idx="5604">
                  <c:v>9.8057585954666251E-2</c:v>
                </c:pt>
                <c:pt idx="5605">
                  <c:v>0</c:v>
                </c:pt>
                <c:pt idx="5606">
                  <c:v>5.1626666386922149E-2</c:v>
                </c:pt>
                <c:pt idx="5607">
                  <c:v>0</c:v>
                </c:pt>
                <c:pt idx="5608">
                  <c:v>1.2419170498847965</c:v>
                </c:pt>
                <c:pt idx="5609">
                  <c:v>1.5207483649253852</c:v>
                </c:pt>
                <c:pt idx="5610">
                  <c:v>0</c:v>
                </c:pt>
                <c:pt idx="5611">
                  <c:v>0</c:v>
                </c:pt>
                <c:pt idx="5612">
                  <c:v>0.21369256973266562</c:v>
                </c:pt>
                <c:pt idx="5613">
                  <c:v>0.267257750034332</c:v>
                </c:pt>
                <c:pt idx="5614">
                  <c:v>0.35267865657806374</c:v>
                </c:pt>
                <c:pt idx="5615">
                  <c:v>0.43874714374542201</c:v>
                </c:pt>
                <c:pt idx="5616">
                  <c:v>1.2963223338127134</c:v>
                </c:pt>
                <c:pt idx="5617">
                  <c:v>1.9876876831054688</c:v>
                </c:pt>
                <c:pt idx="5618">
                  <c:v>0.11439736485481276</c:v>
                </c:pt>
                <c:pt idx="5619">
                  <c:v>0.32884323596954379</c:v>
                </c:pt>
                <c:pt idx="5620">
                  <c:v>1.6769156455993652</c:v>
                </c:pt>
                <c:pt idx="5621">
                  <c:v>1.0095170974731442</c:v>
                </c:pt>
                <c:pt idx="5622">
                  <c:v>1.8437167644500734</c:v>
                </c:pt>
                <c:pt idx="5623">
                  <c:v>1.1015365362167358</c:v>
                </c:pt>
                <c:pt idx="5624">
                  <c:v>0.13793780803680439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0.92679175138473502</c:v>
                </c:pt>
                <c:pt idx="5633">
                  <c:v>2.007950067520142</c:v>
                </c:pt>
                <c:pt idx="5634">
                  <c:v>0</c:v>
                </c:pt>
                <c:pt idx="5635">
                  <c:v>0</c:v>
                </c:pt>
                <c:pt idx="5636">
                  <c:v>6.7286819219589252E-3</c:v>
                </c:pt>
                <c:pt idx="5637">
                  <c:v>0.12281293272972126</c:v>
                </c:pt>
                <c:pt idx="5638">
                  <c:v>0.17554072141647314</c:v>
                </c:pt>
                <c:pt idx="5639">
                  <c:v>1.1671913325786594</c:v>
                </c:pt>
                <c:pt idx="5640">
                  <c:v>1.0924210920929915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2.2836089134216253E-2</c:v>
                </c:pt>
                <c:pt idx="5651">
                  <c:v>0</c:v>
                </c:pt>
                <c:pt idx="5652">
                  <c:v>0.25519106388092078</c:v>
                </c:pt>
                <c:pt idx="5653">
                  <c:v>0</c:v>
                </c:pt>
                <c:pt idx="5654">
                  <c:v>0</c:v>
                </c:pt>
                <c:pt idx="5655">
                  <c:v>1.4927508354187013</c:v>
                </c:pt>
                <c:pt idx="5656">
                  <c:v>1.7365351438522347</c:v>
                </c:pt>
                <c:pt idx="5657">
                  <c:v>0.51875047683715803</c:v>
                </c:pt>
                <c:pt idx="5658">
                  <c:v>0.10446854829788206</c:v>
                </c:pt>
                <c:pt idx="5659">
                  <c:v>1.0042841732502E-2</c:v>
                </c:pt>
                <c:pt idx="5660">
                  <c:v>3.0115060508251177E-3</c:v>
                </c:pt>
                <c:pt idx="5661">
                  <c:v>0</c:v>
                </c:pt>
                <c:pt idx="5662">
                  <c:v>0.56367189288139297</c:v>
                </c:pt>
                <c:pt idx="5663">
                  <c:v>0.51972414851188675</c:v>
                </c:pt>
                <c:pt idx="5664">
                  <c:v>0.55003453493118326</c:v>
                </c:pt>
                <c:pt idx="5665">
                  <c:v>0.91171011924743706</c:v>
                </c:pt>
                <c:pt idx="5666">
                  <c:v>1.4965208530426026</c:v>
                </c:pt>
                <c:pt idx="5667">
                  <c:v>1.5349596977233897</c:v>
                </c:pt>
                <c:pt idx="5668">
                  <c:v>1.9181806087493893</c:v>
                </c:pt>
                <c:pt idx="5669">
                  <c:v>1.255047869682312</c:v>
                </c:pt>
                <c:pt idx="5670">
                  <c:v>1.4548589348793026</c:v>
                </c:pt>
                <c:pt idx="5671">
                  <c:v>1.1720122575759895</c:v>
                </c:pt>
                <c:pt idx="5672">
                  <c:v>1.0183965086936955</c:v>
                </c:pt>
                <c:pt idx="5673">
                  <c:v>0.29594266414642328</c:v>
                </c:pt>
                <c:pt idx="5674">
                  <c:v>3.9468353986740125E-2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0.15117797851562501</c:v>
                </c:pt>
                <c:pt idx="5689">
                  <c:v>0.18707476854324312</c:v>
                </c:pt>
                <c:pt idx="5690">
                  <c:v>1.222848272323608</c:v>
                </c:pt>
                <c:pt idx="5691">
                  <c:v>1.9467112421989438E-2</c:v>
                </c:pt>
                <c:pt idx="5692">
                  <c:v>0</c:v>
                </c:pt>
                <c:pt idx="5693">
                  <c:v>0.10025959610939027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0.43064156174659751</c:v>
                </c:pt>
                <c:pt idx="5849">
                  <c:v>0.42434492111206074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0.60895987749099723</c:v>
                </c:pt>
                <c:pt idx="5883">
                  <c:v>0.43026248216629126</c:v>
                </c:pt>
                <c:pt idx="5884">
                  <c:v>0.33425511121749851</c:v>
                </c:pt>
                <c:pt idx="5885">
                  <c:v>0.21794093251228297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0.12426236867904664</c:v>
                </c:pt>
                <c:pt idx="5895">
                  <c:v>0</c:v>
                </c:pt>
                <c:pt idx="5896">
                  <c:v>0</c:v>
                </c:pt>
                <c:pt idx="5897">
                  <c:v>0.20983678698539743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0.49938506484031681</c:v>
                </c:pt>
                <c:pt idx="5903">
                  <c:v>0.83500477969646514</c:v>
                </c:pt>
                <c:pt idx="5904">
                  <c:v>1.7693647503852852</c:v>
                </c:pt>
                <c:pt idx="5905">
                  <c:v>0.70437338948249828</c:v>
                </c:pt>
                <c:pt idx="5906">
                  <c:v>1.2330251812934889</c:v>
                </c:pt>
                <c:pt idx="5907">
                  <c:v>0.66913410425186204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0.14121062457561492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6.8839192390441886E-3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0.15223741531372062</c:v>
                </c:pt>
                <c:pt idx="5941">
                  <c:v>0.97072823047637957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3.87509733438492E-2</c:v>
                </c:pt>
                <c:pt idx="5946">
                  <c:v>0.26665954589843749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0.15479315519332876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0.17698651552200301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0.11813823431730251</c:v>
                </c:pt>
                <c:pt idx="5982">
                  <c:v>0.80312060117721595</c:v>
                </c:pt>
                <c:pt idx="5983">
                  <c:v>2.7050244808197E-2</c:v>
                </c:pt>
                <c:pt idx="5984">
                  <c:v>0.17041165232658415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0.47262424230575556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0.12312977313995395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9.7949135303497512E-2</c:v>
                </c:pt>
                <c:pt idx="6019">
                  <c:v>0.39984903335571298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8.0707877874374626E-2</c:v>
                </c:pt>
                <c:pt idx="6025">
                  <c:v>0.34030065536499005</c:v>
                </c:pt>
                <c:pt idx="6026">
                  <c:v>6.9312793016433755E-2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0.56587285995483372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0.44719195961952229</c:v>
                </c:pt>
                <c:pt idx="6052">
                  <c:v>1.1604656219482425</c:v>
                </c:pt>
                <c:pt idx="6053">
                  <c:v>0</c:v>
                </c:pt>
                <c:pt idx="6054">
                  <c:v>3.8079619407653829E-2</c:v>
                </c:pt>
                <c:pt idx="6055">
                  <c:v>0.12780407071113567</c:v>
                </c:pt>
                <c:pt idx="6056">
                  <c:v>2.8271481394767751E-2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4.9460530281066877E-3</c:v>
                </c:pt>
                <c:pt idx="6133">
                  <c:v>0</c:v>
                </c:pt>
                <c:pt idx="6134">
                  <c:v>0</c:v>
                </c:pt>
                <c:pt idx="6135">
                  <c:v>0.27248675227165225</c:v>
                </c:pt>
                <c:pt idx="6136">
                  <c:v>2.0412981510162378E-2</c:v>
                </c:pt>
                <c:pt idx="6137">
                  <c:v>7.8310352563858127E-2</c:v>
                </c:pt>
                <c:pt idx="6138">
                  <c:v>0</c:v>
                </c:pt>
                <c:pt idx="6139">
                  <c:v>0.56711422204971329</c:v>
                </c:pt>
                <c:pt idx="6140">
                  <c:v>0.8642118170857428</c:v>
                </c:pt>
                <c:pt idx="6141">
                  <c:v>1.266569942235944E-2</c:v>
                </c:pt>
                <c:pt idx="6142">
                  <c:v>0.51234261989593499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0.31275008916854824</c:v>
                </c:pt>
                <c:pt idx="6160">
                  <c:v>0.11199122667312625</c:v>
                </c:pt>
                <c:pt idx="6161">
                  <c:v>1.0859012603759751E-3</c:v>
                </c:pt>
                <c:pt idx="6162">
                  <c:v>0.47740957736969003</c:v>
                </c:pt>
                <c:pt idx="6163">
                  <c:v>0</c:v>
                </c:pt>
                <c:pt idx="6164">
                  <c:v>0.16529636383056645</c:v>
                </c:pt>
                <c:pt idx="6165">
                  <c:v>0.23244647979736366</c:v>
                </c:pt>
                <c:pt idx="6166">
                  <c:v>0</c:v>
                </c:pt>
                <c:pt idx="6167">
                  <c:v>3.1464219093322748E-3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0.32948498725891129</c:v>
                </c:pt>
                <c:pt idx="6179">
                  <c:v>0</c:v>
                </c:pt>
                <c:pt idx="6180">
                  <c:v>0</c:v>
                </c:pt>
                <c:pt idx="6181">
                  <c:v>0.38063459396362331</c:v>
                </c:pt>
                <c:pt idx="6182">
                  <c:v>6.9632679224014386E-3</c:v>
                </c:pt>
                <c:pt idx="6183">
                  <c:v>0</c:v>
                </c:pt>
                <c:pt idx="6184">
                  <c:v>0</c:v>
                </c:pt>
                <c:pt idx="6185">
                  <c:v>0.16529132127761839</c:v>
                </c:pt>
                <c:pt idx="6186">
                  <c:v>0.14245424270629875</c:v>
                </c:pt>
                <c:pt idx="6187">
                  <c:v>0.20276848971843689</c:v>
                </c:pt>
                <c:pt idx="6188">
                  <c:v>0.99018923044204676</c:v>
                </c:pt>
                <c:pt idx="6189">
                  <c:v>0.51452958583831798</c:v>
                </c:pt>
                <c:pt idx="6190">
                  <c:v>1.9577980041503937E-2</c:v>
                </c:pt>
                <c:pt idx="6191">
                  <c:v>0.54295451641082804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9.7373545169830628E-2</c:v>
                </c:pt>
                <c:pt idx="6203">
                  <c:v>4.1998697444796555E-2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1.6440955162048345</c:v>
                </c:pt>
                <c:pt idx="6212">
                  <c:v>0.35741930007934553</c:v>
                </c:pt>
                <c:pt idx="6213">
                  <c:v>0.61716226339340263</c:v>
                </c:pt>
                <c:pt idx="6214">
                  <c:v>0.32330181598663349</c:v>
                </c:pt>
                <c:pt idx="6215">
                  <c:v>0.19639092683792125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3.053320199251175E-3</c:v>
                </c:pt>
                <c:pt idx="6223">
                  <c:v>0.40479499101638805</c:v>
                </c:pt>
                <c:pt idx="6224">
                  <c:v>0</c:v>
                </c:pt>
                <c:pt idx="6225">
                  <c:v>6.1673724651336706E-2</c:v>
                </c:pt>
                <c:pt idx="6226">
                  <c:v>3.3744686841964751E-2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1.0569375514984132</c:v>
                </c:pt>
                <c:pt idx="6243">
                  <c:v>1.1363949656486509</c:v>
                </c:pt>
                <c:pt idx="6244">
                  <c:v>0.57670928835868829</c:v>
                </c:pt>
                <c:pt idx="6245">
                  <c:v>3.7156724929809627E-2</c:v>
                </c:pt>
                <c:pt idx="6246">
                  <c:v>4.7854495048522953E-2</c:v>
                </c:pt>
                <c:pt idx="6247">
                  <c:v>8.0883720517158503E-2</c:v>
                </c:pt>
                <c:pt idx="6248">
                  <c:v>1.0558148503303533</c:v>
                </c:pt>
                <c:pt idx="6249">
                  <c:v>0</c:v>
                </c:pt>
                <c:pt idx="6250">
                  <c:v>0</c:v>
                </c:pt>
                <c:pt idx="6251">
                  <c:v>0.72024654000997601</c:v>
                </c:pt>
                <c:pt idx="6252">
                  <c:v>0.27375917434692376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8.9566701650619376E-2</c:v>
                </c:pt>
                <c:pt idx="6257">
                  <c:v>0</c:v>
                </c:pt>
                <c:pt idx="6258">
                  <c:v>0</c:v>
                </c:pt>
                <c:pt idx="6259">
                  <c:v>2.6866763830184926E-2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0.29921112060546878</c:v>
                </c:pt>
                <c:pt idx="6264">
                  <c:v>1.1019194722175596</c:v>
                </c:pt>
                <c:pt idx="6265">
                  <c:v>0.72036496400833183</c:v>
                </c:pt>
                <c:pt idx="6266">
                  <c:v>0</c:v>
                </c:pt>
                <c:pt idx="6267">
                  <c:v>4.7544002532959005E-3</c:v>
                </c:pt>
                <c:pt idx="6268">
                  <c:v>0.71606746912002628</c:v>
                </c:pt>
                <c:pt idx="6269">
                  <c:v>1.3431285858154294</c:v>
                </c:pt>
                <c:pt idx="6270">
                  <c:v>1.3992460370063782</c:v>
                </c:pt>
                <c:pt idx="6271">
                  <c:v>1.0881123900413516</c:v>
                </c:pt>
                <c:pt idx="6272">
                  <c:v>0.7434603691101076</c:v>
                </c:pt>
                <c:pt idx="6273">
                  <c:v>0.31952397897839552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2.3224103450775125E-2</c:v>
                </c:pt>
                <c:pt idx="6278">
                  <c:v>0</c:v>
                </c:pt>
                <c:pt idx="6279">
                  <c:v>0</c:v>
                </c:pt>
                <c:pt idx="6280">
                  <c:v>0.40851037129759799</c:v>
                </c:pt>
                <c:pt idx="6281">
                  <c:v>6.7646224051713753E-4</c:v>
                </c:pt>
                <c:pt idx="6282">
                  <c:v>0</c:v>
                </c:pt>
                <c:pt idx="6283">
                  <c:v>9.4078496098518125E-3</c:v>
                </c:pt>
                <c:pt idx="6284">
                  <c:v>0.27363189458847054</c:v>
                </c:pt>
                <c:pt idx="6285">
                  <c:v>2.3413462936878182E-2</c:v>
                </c:pt>
                <c:pt idx="6286">
                  <c:v>1.2804677382111551</c:v>
                </c:pt>
                <c:pt idx="6287">
                  <c:v>6.7530460655689385E-4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1.943632960319519E-4</c:v>
                </c:pt>
                <c:pt idx="6298">
                  <c:v>0</c:v>
                </c:pt>
                <c:pt idx="6299">
                  <c:v>4.177927151322363E-2</c:v>
                </c:pt>
                <c:pt idx="6300">
                  <c:v>0.13814818710088714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7.0188218355178758E-2</c:v>
                </c:pt>
                <c:pt idx="6306">
                  <c:v>0</c:v>
                </c:pt>
                <c:pt idx="6307">
                  <c:v>1.6594301164150251E-2</c:v>
                </c:pt>
                <c:pt idx="6308">
                  <c:v>0</c:v>
                </c:pt>
                <c:pt idx="6309">
                  <c:v>0</c:v>
                </c:pt>
                <c:pt idx="6310">
                  <c:v>6.1996188759803832E-2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1.7774536967277528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9.1649711132049515E-3</c:v>
                </c:pt>
                <c:pt idx="6332">
                  <c:v>0</c:v>
                </c:pt>
                <c:pt idx="6333">
                  <c:v>0.67533911466598506</c:v>
                </c:pt>
                <c:pt idx="6334">
                  <c:v>0</c:v>
                </c:pt>
                <c:pt idx="6335">
                  <c:v>0.20530430674552896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0.20231596827507003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3.8066029548644999E-2</c:v>
                </c:pt>
                <c:pt idx="6353">
                  <c:v>0.62710303068161055</c:v>
                </c:pt>
                <c:pt idx="6354">
                  <c:v>0.2503234028816223</c:v>
                </c:pt>
                <c:pt idx="6355">
                  <c:v>0.37196793556213376</c:v>
                </c:pt>
                <c:pt idx="6356">
                  <c:v>0</c:v>
                </c:pt>
                <c:pt idx="6357">
                  <c:v>0.40034258365631081</c:v>
                </c:pt>
                <c:pt idx="6358">
                  <c:v>0.38501738905906652</c:v>
                </c:pt>
                <c:pt idx="6359">
                  <c:v>3.0643224716186503E-2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0.61243801116943386</c:v>
                </c:pt>
                <c:pt idx="6369">
                  <c:v>0.41036757826805081</c:v>
                </c:pt>
                <c:pt idx="6370">
                  <c:v>0.15877784490585312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0.35917297601699877</c:v>
                </c:pt>
                <c:pt idx="6376">
                  <c:v>0.95667464733123841</c:v>
                </c:pt>
                <c:pt idx="6377">
                  <c:v>7.8008702397346738E-2</c:v>
                </c:pt>
                <c:pt idx="6378">
                  <c:v>4.5535272359848E-2</c:v>
                </c:pt>
                <c:pt idx="6379">
                  <c:v>0.60629363954067184</c:v>
                </c:pt>
                <c:pt idx="6380">
                  <c:v>0.40716865360736876</c:v>
                </c:pt>
                <c:pt idx="6381">
                  <c:v>0.7828089043498041</c:v>
                </c:pt>
                <c:pt idx="6382">
                  <c:v>1.0820598155260062E-2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4.4523715972900377E-2</c:v>
                </c:pt>
                <c:pt idx="6399">
                  <c:v>0.5235096931457518</c:v>
                </c:pt>
                <c:pt idx="6400">
                  <c:v>0.21956039667129501</c:v>
                </c:pt>
                <c:pt idx="6401">
                  <c:v>0.7760036289691925</c:v>
                </c:pt>
                <c:pt idx="6402">
                  <c:v>0.97319105863571176</c:v>
                </c:pt>
                <c:pt idx="6403">
                  <c:v>1.5772024631500245</c:v>
                </c:pt>
                <c:pt idx="6404">
                  <c:v>0.6430791079998015</c:v>
                </c:pt>
                <c:pt idx="6405">
                  <c:v>1.4338736653327946</c:v>
                </c:pt>
                <c:pt idx="6406">
                  <c:v>0.74197826385498011</c:v>
                </c:pt>
                <c:pt idx="6407">
                  <c:v>0.70561207532882708</c:v>
                </c:pt>
                <c:pt idx="6408">
                  <c:v>0.625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0.7362166643142708</c:v>
                </c:pt>
                <c:pt idx="6420">
                  <c:v>0</c:v>
                </c:pt>
                <c:pt idx="6421">
                  <c:v>0</c:v>
                </c:pt>
                <c:pt idx="6422">
                  <c:v>2.78627760708332E-3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1.2187061831355126E-3</c:v>
                </c:pt>
                <c:pt idx="6427">
                  <c:v>1.2187061831355126E-3</c:v>
                </c:pt>
                <c:pt idx="6428">
                  <c:v>0</c:v>
                </c:pt>
                <c:pt idx="6429">
                  <c:v>0.58454622030258196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0.68476249575614956</c:v>
                </c:pt>
                <c:pt idx="6445">
                  <c:v>0.17032875418662999</c:v>
                </c:pt>
                <c:pt idx="6446">
                  <c:v>0</c:v>
                </c:pt>
                <c:pt idx="6447">
                  <c:v>0</c:v>
                </c:pt>
                <c:pt idx="6448">
                  <c:v>0.41799471974372876</c:v>
                </c:pt>
                <c:pt idx="6449">
                  <c:v>0.68433890342712456</c:v>
                </c:pt>
                <c:pt idx="6450">
                  <c:v>0.28317601084709176</c:v>
                </c:pt>
                <c:pt idx="6451">
                  <c:v>0.23100488632917437</c:v>
                </c:pt>
                <c:pt idx="6452">
                  <c:v>0.46874984502792405</c:v>
                </c:pt>
                <c:pt idx="6453">
                  <c:v>0.71508705019950947</c:v>
                </c:pt>
                <c:pt idx="6454">
                  <c:v>1.3448814392089852</c:v>
                </c:pt>
                <c:pt idx="6455">
                  <c:v>0.65471285581588756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0.24002368450164813</c:v>
                </c:pt>
                <c:pt idx="6465">
                  <c:v>0</c:v>
                </c:pt>
                <c:pt idx="6466">
                  <c:v>0.1154824718832968</c:v>
                </c:pt>
                <c:pt idx="6467">
                  <c:v>0.61837389469146731</c:v>
                </c:pt>
                <c:pt idx="6468">
                  <c:v>5.2050945162773157E-2</c:v>
                </c:pt>
                <c:pt idx="6469">
                  <c:v>0.34302966594696077</c:v>
                </c:pt>
                <c:pt idx="6470">
                  <c:v>1.1121037602424626</c:v>
                </c:pt>
                <c:pt idx="6471">
                  <c:v>0.76480950117111224</c:v>
                </c:pt>
                <c:pt idx="6472">
                  <c:v>0.22671301662921883</c:v>
                </c:pt>
                <c:pt idx="6473">
                  <c:v>0.17962470650672943</c:v>
                </c:pt>
                <c:pt idx="6474">
                  <c:v>0.21178376972675317</c:v>
                </c:pt>
                <c:pt idx="6475">
                  <c:v>1.3780466318130493</c:v>
                </c:pt>
                <c:pt idx="6476">
                  <c:v>0.42837269306182857</c:v>
                </c:pt>
                <c:pt idx="6477">
                  <c:v>0.71579769849777253</c:v>
                </c:pt>
                <c:pt idx="6478">
                  <c:v>0.94295552968978891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0.52919037938117974</c:v>
                </c:pt>
                <c:pt idx="6490">
                  <c:v>0.80889941751956995</c:v>
                </c:pt>
                <c:pt idx="6491">
                  <c:v>7.503261566162106E-2</c:v>
                </c:pt>
                <c:pt idx="6492">
                  <c:v>0.39616661369800577</c:v>
                </c:pt>
                <c:pt idx="6493">
                  <c:v>0.45726702213287373</c:v>
                </c:pt>
                <c:pt idx="6494">
                  <c:v>0.64554021358489977</c:v>
                </c:pt>
                <c:pt idx="6495">
                  <c:v>0.65331763029098577</c:v>
                </c:pt>
                <c:pt idx="6496">
                  <c:v>0.91798782944679336</c:v>
                </c:pt>
                <c:pt idx="6497">
                  <c:v>1.1901195168495176</c:v>
                </c:pt>
                <c:pt idx="6498">
                  <c:v>1.755977487564087</c:v>
                </c:pt>
                <c:pt idx="6499">
                  <c:v>1.4864940166473388</c:v>
                </c:pt>
                <c:pt idx="6500">
                  <c:v>0.86411136686801893</c:v>
                </c:pt>
                <c:pt idx="6501">
                  <c:v>0.46898064613342305</c:v>
                </c:pt>
                <c:pt idx="6502">
                  <c:v>2.7354794740676876E-2</c:v>
                </c:pt>
                <c:pt idx="6503">
                  <c:v>2.6522126793861373E-2</c:v>
                </c:pt>
                <c:pt idx="6504">
                  <c:v>1.8602649867534626E-2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0.441179957985878</c:v>
                </c:pt>
                <c:pt idx="6513">
                  <c:v>1.3096632003784183</c:v>
                </c:pt>
                <c:pt idx="6514">
                  <c:v>1.8417691707611088</c:v>
                </c:pt>
                <c:pt idx="6515">
                  <c:v>2.3295655727386477</c:v>
                </c:pt>
                <c:pt idx="6516">
                  <c:v>1.5152027368545538</c:v>
                </c:pt>
                <c:pt idx="6517">
                  <c:v>0.51277098655700681</c:v>
                </c:pt>
                <c:pt idx="6518">
                  <c:v>1.4660169124603275</c:v>
                </c:pt>
                <c:pt idx="6519">
                  <c:v>2.3113851547241211</c:v>
                </c:pt>
                <c:pt idx="6520">
                  <c:v>2.0603952407836923</c:v>
                </c:pt>
                <c:pt idx="6521">
                  <c:v>2.1061217784881592</c:v>
                </c:pt>
                <c:pt idx="6522">
                  <c:v>0.474884641170502</c:v>
                </c:pt>
                <c:pt idx="6523">
                  <c:v>1.0833889603614801</c:v>
                </c:pt>
                <c:pt idx="6524">
                  <c:v>0.36088414192199703</c:v>
                </c:pt>
                <c:pt idx="6525">
                  <c:v>2.4884826660156252</c:v>
                </c:pt>
                <c:pt idx="6526">
                  <c:v>0.79768219590186984</c:v>
                </c:pt>
                <c:pt idx="6527">
                  <c:v>0.48269026279449501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1.067898571491241</c:v>
                </c:pt>
                <c:pt idx="6537">
                  <c:v>1.8636149883270265</c:v>
                </c:pt>
                <c:pt idx="6538">
                  <c:v>1.8468041658401493</c:v>
                </c:pt>
                <c:pt idx="6539">
                  <c:v>0.939195036888123</c:v>
                </c:pt>
                <c:pt idx="6540">
                  <c:v>0.33156565427780177</c:v>
                </c:pt>
                <c:pt idx="6541">
                  <c:v>0.39384446442127224</c:v>
                </c:pt>
                <c:pt idx="6542">
                  <c:v>1.9436616420745851</c:v>
                </c:pt>
                <c:pt idx="6543">
                  <c:v>0.98470007181167629</c:v>
                </c:pt>
                <c:pt idx="6544">
                  <c:v>1.4216998815536492</c:v>
                </c:pt>
                <c:pt idx="6545">
                  <c:v>0.99798898696899441</c:v>
                </c:pt>
                <c:pt idx="6546">
                  <c:v>2.0337117195129397</c:v>
                </c:pt>
                <c:pt idx="6547">
                  <c:v>1.8963188409805298</c:v>
                </c:pt>
                <c:pt idx="6548">
                  <c:v>1.7008279323577882</c:v>
                </c:pt>
                <c:pt idx="6549">
                  <c:v>1.6096686840057375</c:v>
                </c:pt>
                <c:pt idx="6550">
                  <c:v>1.2152543544769288</c:v>
                </c:pt>
                <c:pt idx="6551">
                  <c:v>0.22462382316589374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0.93813507556915254</c:v>
                </c:pt>
                <c:pt idx="6561">
                  <c:v>1.4273182272911069</c:v>
                </c:pt>
                <c:pt idx="6562">
                  <c:v>0.90867887735366859</c:v>
                </c:pt>
                <c:pt idx="6563">
                  <c:v>0.66969942450523412</c:v>
                </c:pt>
                <c:pt idx="6564">
                  <c:v>1.5837923049926759</c:v>
                </c:pt>
                <c:pt idx="6565">
                  <c:v>0.6689937829971313</c:v>
                </c:pt>
                <c:pt idx="6566">
                  <c:v>1.6332483768463133</c:v>
                </c:pt>
                <c:pt idx="6567">
                  <c:v>2.1448077440261839</c:v>
                </c:pt>
                <c:pt idx="6568">
                  <c:v>1.6977020263671876</c:v>
                </c:pt>
                <c:pt idx="6569">
                  <c:v>1.7210310697555542</c:v>
                </c:pt>
                <c:pt idx="6570">
                  <c:v>2.1461678981781005</c:v>
                </c:pt>
                <c:pt idx="6571">
                  <c:v>0.87849256992340052</c:v>
                </c:pt>
                <c:pt idx="6572">
                  <c:v>0.41716173887252828</c:v>
                </c:pt>
                <c:pt idx="6573">
                  <c:v>0.16070793867111188</c:v>
                </c:pt>
                <c:pt idx="6574">
                  <c:v>2.8118157386779825E-2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8.0234813690185633E-2</c:v>
                </c:pt>
                <c:pt idx="6585">
                  <c:v>0.8228541016578671</c:v>
                </c:pt>
                <c:pt idx="6586">
                  <c:v>1.890836524963379</c:v>
                </c:pt>
                <c:pt idx="6587">
                  <c:v>0.49284295439720127</c:v>
                </c:pt>
                <c:pt idx="6588">
                  <c:v>2.5439077615737927E-2</c:v>
                </c:pt>
                <c:pt idx="6589">
                  <c:v>0.83762264251709007</c:v>
                </c:pt>
                <c:pt idx="6590">
                  <c:v>1.3240430712699889</c:v>
                </c:pt>
                <c:pt idx="6591">
                  <c:v>0.92278124690055852</c:v>
                </c:pt>
                <c:pt idx="6592">
                  <c:v>2.5</c:v>
                </c:pt>
                <c:pt idx="6593">
                  <c:v>1.8330789327621464</c:v>
                </c:pt>
                <c:pt idx="6594">
                  <c:v>0.55651471614837633</c:v>
                </c:pt>
                <c:pt idx="6595">
                  <c:v>0</c:v>
                </c:pt>
                <c:pt idx="6596">
                  <c:v>0</c:v>
                </c:pt>
                <c:pt idx="6597">
                  <c:v>0.13957269191741936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2.8395205736160251E-2</c:v>
                </c:pt>
                <c:pt idx="6610">
                  <c:v>5.0497674942016624E-2</c:v>
                </c:pt>
                <c:pt idx="6611">
                  <c:v>1.4517307281494125E-2</c:v>
                </c:pt>
                <c:pt idx="6612">
                  <c:v>0.47754923105239877</c:v>
                </c:pt>
                <c:pt idx="6613">
                  <c:v>0.61241506934165979</c:v>
                </c:pt>
                <c:pt idx="6614">
                  <c:v>1.692204761505127</c:v>
                </c:pt>
                <c:pt idx="6615">
                  <c:v>0.87733725905418347</c:v>
                </c:pt>
                <c:pt idx="6616">
                  <c:v>0.35459882803261278</c:v>
                </c:pt>
                <c:pt idx="6617">
                  <c:v>0.54631029367446871</c:v>
                </c:pt>
                <c:pt idx="6618">
                  <c:v>0.37523478269577049</c:v>
                </c:pt>
                <c:pt idx="6619">
                  <c:v>1.2904632687568669</c:v>
                </c:pt>
                <c:pt idx="6620">
                  <c:v>0.8337364196777346</c:v>
                </c:pt>
                <c:pt idx="6621">
                  <c:v>0.13086133003234851</c:v>
                </c:pt>
                <c:pt idx="6622">
                  <c:v>0.39417027235031127</c:v>
                </c:pt>
                <c:pt idx="6623">
                  <c:v>0.34406771659851054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0.13360528349876374</c:v>
                </c:pt>
                <c:pt idx="6637">
                  <c:v>0.304487001895905</c:v>
                </c:pt>
                <c:pt idx="6638">
                  <c:v>1.6752530217170714</c:v>
                </c:pt>
                <c:pt idx="6639">
                  <c:v>0.73016403615474679</c:v>
                </c:pt>
                <c:pt idx="6640">
                  <c:v>0.33757596015930202</c:v>
                </c:pt>
                <c:pt idx="6641">
                  <c:v>1.4894510746002192</c:v>
                </c:pt>
                <c:pt idx="6642">
                  <c:v>1.0331241488456722</c:v>
                </c:pt>
                <c:pt idx="6643">
                  <c:v>1.4150614500045782</c:v>
                </c:pt>
                <c:pt idx="6644">
                  <c:v>0.70854240208864228</c:v>
                </c:pt>
                <c:pt idx="6645">
                  <c:v>0.89541109800338692</c:v>
                </c:pt>
                <c:pt idx="6646">
                  <c:v>2.5</c:v>
                </c:pt>
                <c:pt idx="6647">
                  <c:v>1.4307217121124263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0.29906027317047124</c:v>
                </c:pt>
                <c:pt idx="6658">
                  <c:v>0.11616248488426213</c:v>
                </c:pt>
                <c:pt idx="6659">
                  <c:v>0.35511100292205805</c:v>
                </c:pt>
                <c:pt idx="6660">
                  <c:v>1.2708637297153476</c:v>
                </c:pt>
                <c:pt idx="6661">
                  <c:v>0.39824810326099375</c:v>
                </c:pt>
                <c:pt idx="6662">
                  <c:v>8.8099926710128763E-3</c:v>
                </c:pt>
                <c:pt idx="6663">
                  <c:v>0</c:v>
                </c:pt>
                <c:pt idx="6664">
                  <c:v>0.51203766167163856</c:v>
                </c:pt>
                <c:pt idx="6665">
                  <c:v>0.57014695405960103</c:v>
                </c:pt>
                <c:pt idx="6666">
                  <c:v>0.84804430603981062</c:v>
                </c:pt>
                <c:pt idx="6667">
                  <c:v>0.12677266001701382</c:v>
                </c:pt>
                <c:pt idx="6668">
                  <c:v>1.4907375574111947</c:v>
                </c:pt>
                <c:pt idx="6669">
                  <c:v>1.4018530964851381</c:v>
                </c:pt>
                <c:pt idx="6670">
                  <c:v>1.297971522808075</c:v>
                </c:pt>
                <c:pt idx="6671">
                  <c:v>5.3778570890426626E-2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7.7308511734008753E-2</c:v>
                </c:pt>
                <c:pt idx="6685">
                  <c:v>1.8784224987030002E-3</c:v>
                </c:pt>
                <c:pt idx="6686">
                  <c:v>0</c:v>
                </c:pt>
                <c:pt idx="6687">
                  <c:v>4.7481432557106004E-2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0.17201557159423814</c:v>
                </c:pt>
                <c:pt idx="6710">
                  <c:v>0.63769860863685579</c:v>
                </c:pt>
                <c:pt idx="6711">
                  <c:v>0.43838572502136181</c:v>
                </c:pt>
                <c:pt idx="6712">
                  <c:v>0</c:v>
                </c:pt>
                <c:pt idx="6713">
                  <c:v>0.27882721424102824</c:v>
                </c:pt>
                <c:pt idx="6714">
                  <c:v>0.35832376480102501</c:v>
                </c:pt>
                <c:pt idx="6715">
                  <c:v>4.6152186393737832E-2</c:v>
                </c:pt>
                <c:pt idx="6716">
                  <c:v>0.58489125967025746</c:v>
                </c:pt>
                <c:pt idx="6717">
                  <c:v>0.66456784605979902</c:v>
                </c:pt>
                <c:pt idx="6718">
                  <c:v>1.7873006582260134</c:v>
                </c:pt>
                <c:pt idx="6719">
                  <c:v>0.96208683252334548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0.28708498477935829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0.25009465217590326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9.8071992397308141E-3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0.356761115789414</c:v>
                </c:pt>
                <c:pt idx="6783">
                  <c:v>0.54115795493125929</c:v>
                </c:pt>
                <c:pt idx="6784">
                  <c:v>1.7746411323547364</c:v>
                </c:pt>
                <c:pt idx="6785">
                  <c:v>1.4731745004653931</c:v>
                </c:pt>
                <c:pt idx="6786">
                  <c:v>2.226614809036255</c:v>
                </c:pt>
                <c:pt idx="6787">
                  <c:v>0.76538859605789178</c:v>
                </c:pt>
                <c:pt idx="6788">
                  <c:v>1.0738819837570189E-2</c:v>
                </c:pt>
                <c:pt idx="6789">
                  <c:v>1.339009761810303</c:v>
                </c:pt>
                <c:pt idx="6790">
                  <c:v>0.71428409814834559</c:v>
                </c:pt>
                <c:pt idx="6791">
                  <c:v>0.31555278301239004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0.71840774416923503</c:v>
                </c:pt>
                <c:pt idx="6801">
                  <c:v>1.6527608513832093</c:v>
                </c:pt>
                <c:pt idx="6802">
                  <c:v>0.21385242342948932</c:v>
                </c:pt>
                <c:pt idx="6803">
                  <c:v>0.7546602487564088</c:v>
                </c:pt>
                <c:pt idx="6804">
                  <c:v>2.9845821857452378E-2</c:v>
                </c:pt>
                <c:pt idx="6805">
                  <c:v>0</c:v>
                </c:pt>
                <c:pt idx="6806">
                  <c:v>0.13258318603038774</c:v>
                </c:pt>
                <c:pt idx="6807">
                  <c:v>8.1740565598011003E-2</c:v>
                </c:pt>
                <c:pt idx="6808">
                  <c:v>0.76903831958770752</c:v>
                </c:pt>
                <c:pt idx="6809">
                  <c:v>0.66172600984573382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0.16763065457344076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2.0195963978767377E-2</c:v>
                </c:pt>
                <c:pt idx="6824">
                  <c:v>0.18087934330105795</c:v>
                </c:pt>
                <c:pt idx="6825">
                  <c:v>0.16602383852005001</c:v>
                </c:pt>
                <c:pt idx="6826">
                  <c:v>0.88863723278045714</c:v>
                </c:pt>
                <c:pt idx="6827">
                  <c:v>8.5558295249938765E-4</c:v>
                </c:pt>
                <c:pt idx="6828">
                  <c:v>0</c:v>
                </c:pt>
                <c:pt idx="6829">
                  <c:v>0.75075501203536998</c:v>
                </c:pt>
                <c:pt idx="6830">
                  <c:v>0.93371272087097168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0.11973088979721064</c:v>
                </c:pt>
                <c:pt idx="6853">
                  <c:v>0.856691217422485</c:v>
                </c:pt>
                <c:pt idx="6854">
                  <c:v>0.68390661478042636</c:v>
                </c:pt>
                <c:pt idx="6855">
                  <c:v>0.94348246455192586</c:v>
                </c:pt>
                <c:pt idx="6856">
                  <c:v>5.3550133109092728E-2</c:v>
                </c:pt>
                <c:pt idx="6857">
                  <c:v>0.596224665641785</c:v>
                </c:pt>
                <c:pt idx="6858">
                  <c:v>1.0536167025566099</c:v>
                </c:pt>
                <c:pt idx="6859">
                  <c:v>9.905294030904796E-2</c:v>
                </c:pt>
                <c:pt idx="6860">
                  <c:v>0.69286001920700102</c:v>
                </c:pt>
                <c:pt idx="6861">
                  <c:v>0.60916229486465434</c:v>
                </c:pt>
                <c:pt idx="6862">
                  <c:v>0.32940382361412052</c:v>
                </c:pt>
                <c:pt idx="6863">
                  <c:v>0.71846863031387331</c:v>
                </c:pt>
                <c:pt idx="6864">
                  <c:v>1.090548944473267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0.72812329530715925</c:v>
                </c:pt>
                <c:pt idx="6873">
                  <c:v>7.5433939695358124E-2</c:v>
                </c:pt>
                <c:pt idx="6874">
                  <c:v>0.70186403989791957</c:v>
                </c:pt>
                <c:pt idx="6875">
                  <c:v>0.70691871345043233</c:v>
                </c:pt>
                <c:pt idx="6876">
                  <c:v>0.56569156050682023</c:v>
                </c:pt>
                <c:pt idx="6877">
                  <c:v>1.4992735028266908</c:v>
                </c:pt>
                <c:pt idx="6878">
                  <c:v>0.87192875146865889</c:v>
                </c:pt>
                <c:pt idx="6879">
                  <c:v>1.6245838522911076</c:v>
                </c:pt>
                <c:pt idx="6880">
                  <c:v>0.26598718166351326</c:v>
                </c:pt>
                <c:pt idx="6881">
                  <c:v>0.76820750236511248</c:v>
                </c:pt>
                <c:pt idx="6882">
                  <c:v>1.6771191477775576</c:v>
                </c:pt>
                <c:pt idx="6883">
                  <c:v>0.459964376688004</c:v>
                </c:pt>
                <c:pt idx="6884">
                  <c:v>1.1667308926582338</c:v>
                </c:pt>
                <c:pt idx="6885">
                  <c:v>1.9621364355087281</c:v>
                </c:pt>
                <c:pt idx="6886">
                  <c:v>1.5478615283966057</c:v>
                </c:pt>
                <c:pt idx="6887">
                  <c:v>0.65650402903556859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1.9172698259353624E-2</c:v>
                </c:pt>
                <c:pt idx="6898">
                  <c:v>1.0117586731910702</c:v>
                </c:pt>
                <c:pt idx="6899">
                  <c:v>1.1816739082336434</c:v>
                </c:pt>
                <c:pt idx="6900">
                  <c:v>0.3624393358826638</c:v>
                </c:pt>
                <c:pt idx="6901">
                  <c:v>1.6272072315216066</c:v>
                </c:pt>
                <c:pt idx="6902">
                  <c:v>0.61383993625640798</c:v>
                </c:pt>
                <c:pt idx="6903">
                  <c:v>0.90702637434005728</c:v>
                </c:pt>
                <c:pt idx="6904">
                  <c:v>1.5049168705940243</c:v>
                </c:pt>
                <c:pt idx="6905">
                  <c:v>0.97492671012878418</c:v>
                </c:pt>
                <c:pt idx="6906">
                  <c:v>0</c:v>
                </c:pt>
                <c:pt idx="6907">
                  <c:v>0.3332964301109313</c:v>
                </c:pt>
                <c:pt idx="6908">
                  <c:v>1.3685036540031437</c:v>
                </c:pt>
                <c:pt idx="6909">
                  <c:v>0</c:v>
                </c:pt>
                <c:pt idx="6910">
                  <c:v>0.16080387234687815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8.4637627005576879E-3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0.45181193947792031</c:v>
                </c:pt>
                <c:pt idx="6950">
                  <c:v>3.6514133214950555E-2</c:v>
                </c:pt>
                <c:pt idx="6951">
                  <c:v>0</c:v>
                </c:pt>
                <c:pt idx="6952">
                  <c:v>0.458005499839783</c:v>
                </c:pt>
                <c:pt idx="6953">
                  <c:v>0.27777293920516949</c:v>
                </c:pt>
                <c:pt idx="6954">
                  <c:v>0</c:v>
                </c:pt>
                <c:pt idx="6955">
                  <c:v>2.5777044892311127E-2</c:v>
                </c:pt>
                <c:pt idx="6956">
                  <c:v>0.13442366421222673</c:v>
                </c:pt>
                <c:pt idx="6957">
                  <c:v>0.45859599709510879</c:v>
                </c:pt>
                <c:pt idx="6958">
                  <c:v>0.8860552310943608</c:v>
                </c:pt>
                <c:pt idx="6959">
                  <c:v>2.8274881839752176E-2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1.1440258353948589</c:v>
                </c:pt>
                <c:pt idx="6972">
                  <c:v>1.5735842108726503</c:v>
                </c:pt>
                <c:pt idx="6973">
                  <c:v>1.0641427993774413</c:v>
                </c:pt>
                <c:pt idx="6974">
                  <c:v>0.34418621659278875</c:v>
                </c:pt>
                <c:pt idx="6975">
                  <c:v>0.80115988850593534</c:v>
                </c:pt>
                <c:pt idx="6976">
                  <c:v>0.19312140345573436</c:v>
                </c:pt>
                <c:pt idx="6977">
                  <c:v>0.22725251615047479</c:v>
                </c:pt>
                <c:pt idx="6978">
                  <c:v>0.11345126628875751</c:v>
                </c:pt>
                <c:pt idx="6979">
                  <c:v>0.69397596716880805</c:v>
                </c:pt>
                <c:pt idx="6980">
                  <c:v>1.0726958632469181</c:v>
                </c:pt>
                <c:pt idx="6981">
                  <c:v>0.1483008563518525</c:v>
                </c:pt>
                <c:pt idx="6982">
                  <c:v>7.0434761047363251E-2</c:v>
                </c:pt>
                <c:pt idx="6983">
                  <c:v>1.1815131187438963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5.5622634291648876E-2</c:v>
                </c:pt>
                <c:pt idx="6993">
                  <c:v>0</c:v>
                </c:pt>
                <c:pt idx="6994">
                  <c:v>0</c:v>
                </c:pt>
                <c:pt idx="6995">
                  <c:v>7.4860036373138136E-2</c:v>
                </c:pt>
                <c:pt idx="6996">
                  <c:v>0.22708252072334309</c:v>
                </c:pt>
                <c:pt idx="6997">
                  <c:v>0.86642089858651206</c:v>
                </c:pt>
                <c:pt idx="6998">
                  <c:v>0.41025354713201523</c:v>
                </c:pt>
                <c:pt idx="6999">
                  <c:v>2.2981709241867064E-2</c:v>
                </c:pt>
                <c:pt idx="7000">
                  <c:v>1.1248168349266063E-2</c:v>
                </c:pt>
                <c:pt idx="7001">
                  <c:v>9.4584417343139382E-2</c:v>
                </c:pt>
                <c:pt idx="7002">
                  <c:v>1.1330209493637085</c:v>
                </c:pt>
                <c:pt idx="7003">
                  <c:v>0.84223088026046755</c:v>
                </c:pt>
                <c:pt idx="7004">
                  <c:v>9.0717649459838748E-2</c:v>
                </c:pt>
                <c:pt idx="7005">
                  <c:v>0</c:v>
                </c:pt>
                <c:pt idx="7006">
                  <c:v>0.25221440792083749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0.84611966411272688</c:v>
                </c:pt>
                <c:pt idx="7016">
                  <c:v>0.17372986078262315</c:v>
                </c:pt>
                <c:pt idx="7017">
                  <c:v>0</c:v>
                </c:pt>
                <c:pt idx="7018">
                  <c:v>0</c:v>
                </c:pt>
                <c:pt idx="7019">
                  <c:v>1.7166294157505063E-2</c:v>
                </c:pt>
                <c:pt idx="7020">
                  <c:v>0</c:v>
                </c:pt>
                <c:pt idx="7021">
                  <c:v>0.20548731088638333</c:v>
                </c:pt>
                <c:pt idx="7022">
                  <c:v>1.4906764268875126</c:v>
                </c:pt>
                <c:pt idx="7023">
                  <c:v>0.62852833271026654</c:v>
                </c:pt>
                <c:pt idx="7024">
                  <c:v>0.13468617051839821</c:v>
                </c:pt>
                <c:pt idx="7025">
                  <c:v>0.34418696165084856</c:v>
                </c:pt>
                <c:pt idx="7026">
                  <c:v>0.47305238246917752</c:v>
                </c:pt>
                <c:pt idx="7027">
                  <c:v>0.59036400914192233</c:v>
                </c:pt>
                <c:pt idx="7028">
                  <c:v>0</c:v>
                </c:pt>
                <c:pt idx="7029">
                  <c:v>0</c:v>
                </c:pt>
                <c:pt idx="7030">
                  <c:v>0.16190580427646656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0.57924728393554703</c:v>
                </c:pt>
                <c:pt idx="7043">
                  <c:v>1.0261231422424313</c:v>
                </c:pt>
                <c:pt idx="7044">
                  <c:v>0.12291545867919924</c:v>
                </c:pt>
                <c:pt idx="7045">
                  <c:v>1.2531279802322388</c:v>
                </c:pt>
                <c:pt idx="7046">
                  <c:v>1.5604147255420686</c:v>
                </c:pt>
                <c:pt idx="7047">
                  <c:v>1.3243993759155277</c:v>
                </c:pt>
                <c:pt idx="7048">
                  <c:v>1.9985816478729248</c:v>
                </c:pt>
                <c:pt idx="7049">
                  <c:v>0.3183408379554748</c:v>
                </c:pt>
                <c:pt idx="7050">
                  <c:v>1.0635154724121096</c:v>
                </c:pt>
                <c:pt idx="7051">
                  <c:v>0.28841303984324179</c:v>
                </c:pt>
                <c:pt idx="7052">
                  <c:v>0.48986800312995932</c:v>
                </c:pt>
                <c:pt idx="7053">
                  <c:v>0.85684648752212578</c:v>
                </c:pt>
                <c:pt idx="7054">
                  <c:v>4.1917467117309579E-2</c:v>
                </c:pt>
                <c:pt idx="7055">
                  <c:v>0.24445403367280971</c:v>
                </c:pt>
                <c:pt idx="7056">
                  <c:v>1.2026667594909689E-2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1.1223449230194096</c:v>
                </c:pt>
                <c:pt idx="7065">
                  <c:v>0.15152282714843751</c:v>
                </c:pt>
                <c:pt idx="7066">
                  <c:v>0</c:v>
                </c:pt>
                <c:pt idx="7067">
                  <c:v>1.2205628395080563</c:v>
                </c:pt>
                <c:pt idx="7068">
                  <c:v>0.29889302849769578</c:v>
                </c:pt>
                <c:pt idx="7069">
                  <c:v>0.55908297300338727</c:v>
                </c:pt>
                <c:pt idx="7070">
                  <c:v>2.0214543223381045</c:v>
                </c:pt>
                <c:pt idx="7071">
                  <c:v>0.42914022654295003</c:v>
                </c:pt>
                <c:pt idx="7072">
                  <c:v>1.4676230192184445</c:v>
                </c:pt>
                <c:pt idx="7073">
                  <c:v>0.26867328882217451</c:v>
                </c:pt>
                <c:pt idx="7074">
                  <c:v>0</c:v>
                </c:pt>
                <c:pt idx="7075">
                  <c:v>0</c:v>
                </c:pt>
                <c:pt idx="7076">
                  <c:v>0.19575476646423329</c:v>
                </c:pt>
                <c:pt idx="7077">
                  <c:v>0.3357826709747313</c:v>
                </c:pt>
                <c:pt idx="7078">
                  <c:v>1.062119162082672</c:v>
                </c:pt>
                <c:pt idx="7079">
                  <c:v>8.6412668228149372E-2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0.27203409671783452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0.33840617537498452</c:v>
                </c:pt>
                <c:pt idx="7104">
                  <c:v>8.7619435787200634E-2</c:v>
                </c:pt>
                <c:pt idx="7105">
                  <c:v>5.0960898399353007E-2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0.10123396217823025</c:v>
                </c:pt>
                <c:pt idx="7126">
                  <c:v>0.44863033294677757</c:v>
                </c:pt>
                <c:pt idx="7127">
                  <c:v>0.21052166223526003</c:v>
                </c:pt>
                <c:pt idx="7128">
                  <c:v>0.20895133018493628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5.4739230871200556E-2</c:v>
                </c:pt>
                <c:pt idx="7139">
                  <c:v>0</c:v>
                </c:pt>
                <c:pt idx="7140">
                  <c:v>0.42865679264068623</c:v>
                </c:pt>
                <c:pt idx="7141">
                  <c:v>0</c:v>
                </c:pt>
                <c:pt idx="7142">
                  <c:v>0</c:v>
                </c:pt>
                <c:pt idx="7143">
                  <c:v>3.2001024484634454E-2</c:v>
                </c:pt>
                <c:pt idx="7144">
                  <c:v>0.47116756439208979</c:v>
                </c:pt>
                <c:pt idx="7145">
                  <c:v>1.2104561567306518</c:v>
                </c:pt>
                <c:pt idx="7146">
                  <c:v>8.3420258760452504E-2</c:v>
                </c:pt>
                <c:pt idx="7147">
                  <c:v>0.26069368422031425</c:v>
                </c:pt>
                <c:pt idx="7148">
                  <c:v>8.0718293786048848E-2</c:v>
                </c:pt>
                <c:pt idx="7149">
                  <c:v>0.10949888974428189</c:v>
                </c:pt>
                <c:pt idx="7150">
                  <c:v>0.24592442512512191</c:v>
                </c:pt>
                <c:pt idx="7151">
                  <c:v>7.7224290370941251E-2</c:v>
                </c:pt>
                <c:pt idx="7152">
                  <c:v>0.19416851401329002</c:v>
                </c:pt>
                <c:pt idx="7153">
                  <c:v>0.51944303512573253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1.1840522289276127E-3</c:v>
                </c:pt>
                <c:pt idx="7161">
                  <c:v>0</c:v>
                </c:pt>
                <c:pt idx="7162">
                  <c:v>0</c:v>
                </c:pt>
                <c:pt idx="7163">
                  <c:v>0.54633553624153131</c:v>
                </c:pt>
                <c:pt idx="7164">
                  <c:v>1.868635129928589</c:v>
                </c:pt>
                <c:pt idx="7165">
                  <c:v>0.5926214396953583</c:v>
                </c:pt>
                <c:pt idx="7166">
                  <c:v>0.24308595061302182</c:v>
                </c:pt>
                <c:pt idx="7167">
                  <c:v>0.65545872747898049</c:v>
                </c:pt>
                <c:pt idx="7168">
                  <c:v>0.80180354714393642</c:v>
                </c:pt>
                <c:pt idx="7169">
                  <c:v>0.42855261564254826</c:v>
                </c:pt>
                <c:pt idx="7170">
                  <c:v>0.67080811560153997</c:v>
                </c:pt>
                <c:pt idx="7171">
                  <c:v>0.40846434235572826</c:v>
                </c:pt>
                <c:pt idx="7172">
                  <c:v>0.48465752303600307</c:v>
                </c:pt>
                <c:pt idx="7173">
                  <c:v>0.77227044105529785</c:v>
                </c:pt>
                <c:pt idx="7174">
                  <c:v>1.4940618038177496</c:v>
                </c:pt>
                <c:pt idx="7175">
                  <c:v>1.0371835827827458</c:v>
                </c:pt>
                <c:pt idx="7176">
                  <c:v>0</c:v>
                </c:pt>
                <c:pt idx="7177">
                  <c:v>0.84473606944084134</c:v>
                </c:pt>
                <c:pt idx="7178">
                  <c:v>0.90237134695053123</c:v>
                </c:pt>
                <c:pt idx="7179">
                  <c:v>1.1159186601638795</c:v>
                </c:pt>
                <c:pt idx="7180">
                  <c:v>1.5674929141998295</c:v>
                </c:pt>
                <c:pt idx="7181">
                  <c:v>1.6709349632263188</c:v>
                </c:pt>
                <c:pt idx="7182">
                  <c:v>0.74140309095382728</c:v>
                </c:pt>
                <c:pt idx="7183">
                  <c:v>0.37351157665252677</c:v>
                </c:pt>
                <c:pt idx="7184">
                  <c:v>0.33925987184047679</c:v>
                </c:pt>
                <c:pt idx="7185">
                  <c:v>1.2826815843582158</c:v>
                </c:pt>
                <c:pt idx="7186">
                  <c:v>1.1872220516204839</c:v>
                </c:pt>
                <c:pt idx="7187">
                  <c:v>0.87313203811645546</c:v>
                </c:pt>
                <c:pt idx="7188">
                  <c:v>7.1292984485626251E-2</c:v>
                </c:pt>
                <c:pt idx="7189">
                  <c:v>0</c:v>
                </c:pt>
                <c:pt idx="7190">
                  <c:v>3.2679212093353248E-2</c:v>
                </c:pt>
                <c:pt idx="7191">
                  <c:v>0.19044313430786125</c:v>
                </c:pt>
                <c:pt idx="7192">
                  <c:v>5.2101492881774878E-3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2.1101079881191254E-2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1.8218160152435301</c:v>
                </c:pt>
                <c:pt idx="7719">
                  <c:v>1.5554783821105955</c:v>
                </c:pt>
                <c:pt idx="7720">
                  <c:v>1.9927870392799374</c:v>
                </c:pt>
                <c:pt idx="7721">
                  <c:v>2.3018113613128661</c:v>
                </c:pt>
                <c:pt idx="7722">
                  <c:v>1.7053266525268556</c:v>
                </c:pt>
                <c:pt idx="7723">
                  <c:v>0</c:v>
                </c:pt>
                <c:pt idx="7724">
                  <c:v>0.10467512905597703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3.5644221305847205E-2</c:v>
                </c:pt>
                <c:pt idx="7733">
                  <c:v>5.453433096408845E-3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0.22046337127685522</c:v>
                </c:pt>
                <c:pt idx="7822">
                  <c:v>4.7915914654731752E-2</c:v>
                </c:pt>
                <c:pt idx="7823">
                  <c:v>5.3283110260963452E-3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0.52034422159194971</c:v>
                </c:pt>
                <c:pt idx="7882">
                  <c:v>0.88853697404265464</c:v>
                </c:pt>
                <c:pt idx="7883">
                  <c:v>0.24887802600860587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2.4392220377922064E-2</c:v>
                </c:pt>
                <c:pt idx="8359">
                  <c:v>0.94863867461681406</c:v>
                </c:pt>
                <c:pt idx="8360">
                  <c:v>1.2373374938964847</c:v>
                </c:pt>
                <c:pt idx="8361">
                  <c:v>1.2192056655883794</c:v>
                </c:pt>
                <c:pt idx="8362">
                  <c:v>1.2076539039611827</c:v>
                </c:pt>
                <c:pt idx="8363">
                  <c:v>1.2358602523803701</c:v>
                </c:pt>
                <c:pt idx="8364">
                  <c:v>0.61793012619018506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0.88932533264160196</c:v>
                </c:pt>
                <c:pt idx="8384">
                  <c:v>1.1708992958068849</c:v>
                </c:pt>
                <c:pt idx="8385">
                  <c:v>1.143224692344665</c:v>
                </c:pt>
                <c:pt idx="8386">
                  <c:v>1.0814233779907225</c:v>
                </c:pt>
                <c:pt idx="8387">
                  <c:v>1.1637588977813722</c:v>
                </c:pt>
                <c:pt idx="8388">
                  <c:v>1.2552286624908442</c:v>
                </c:pt>
                <c:pt idx="8389">
                  <c:v>1.1254127502441413</c:v>
                </c:pt>
                <c:pt idx="8390">
                  <c:v>1.119483816623688</c:v>
                </c:pt>
                <c:pt idx="8391">
                  <c:v>0.17633255124092131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0.60766813755035376</c:v>
                </c:pt>
                <c:pt idx="8455">
                  <c:v>1.2403981685638434</c:v>
                </c:pt>
                <c:pt idx="8456">
                  <c:v>1.2341146945953363</c:v>
                </c:pt>
                <c:pt idx="8457">
                  <c:v>1.2419412612915033</c:v>
                </c:pt>
                <c:pt idx="8458">
                  <c:v>1.2404126644134525</c:v>
                </c:pt>
                <c:pt idx="8459">
                  <c:v>1.2439850568771356</c:v>
                </c:pt>
                <c:pt idx="8460">
                  <c:v>1.2154588937759394</c:v>
                </c:pt>
                <c:pt idx="8461">
                  <c:v>1.2341842651367188</c:v>
                </c:pt>
                <c:pt idx="8462">
                  <c:v>1.2469190597534174</c:v>
                </c:pt>
                <c:pt idx="8463">
                  <c:v>1.2520917415618893</c:v>
                </c:pt>
                <c:pt idx="8464">
                  <c:v>1.2706922769546514</c:v>
                </c:pt>
                <c:pt idx="8465">
                  <c:v>1.2546129941940307</c:v>
                </c:pt>
                <c:pt idx="8466">
                  <c:v>0.29662833213806128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0.61959781646728507</c:v>
                </c:pt>
                <c:pt idx="8479">
                  <c:v>1.2416761875152595</c:v>
                </c:pt>
                <c:pt idx="8480">
                  <c:v>1.2619142293930059</c:v>
                </c:pt>
                <c:pt idx="8481">
                  <c:v>1.2409768581390377</c:v>
                </c:pt>
                <c:pt idx="8482">
                  <c:v>1.2402928352355964</c:v>
                </c:pt>
                <c:pt idx="8483">
                  <c:v>1.2503018140792852</c:v>
                </c:pt>
                <c:pt idx="8484">
                  <c:v>1.2233378887176514</c:v>
                </c:pt>
                <c:pt idx="8485">
                  <c:v>1.2615086078643793</c:v>
                </c:pt>
                <c:pt idx="8486">
                  <c:v>1.2715475082397452</c:v>
                </c:pt>
                <c:pt idx="8487">
                  <c:v>1.250034904479981</c:v>
                </c:pt>
                <c:pt idx="8488">
                  <c:v>1.1609973430633544</c:v>
                </c:pt>
                <c:pt idx="8489">
                  <c:v>1.1250770568847663</c:v>
                </c:pt>
                <c:pt idx="8490">
                  <c:v>0.61993522644043009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0.60035014152526878</c:v>
                </c:pt>
                <c:pt idx="8503">
                  <c:v>1.2436145067214963</c:v>
                </c:pt>
                <c:pt idx="8504">
                  <c:v>1.2582893848419194</c:v>
                </c:pt>
                <c:pt idx="8505">
                  <c:v>1.2665718078613275</c:v>
                </c:pt>
                <c:pt idx="8506">
                  <c:v>1.2292629957199095</c:v>
                </c:pt>
                <c:pt idx="8507">
                  <c:v>1.0547282695770261</c:v>
                </c:pt>
                <c:pt idx="8508">
                  <c:v>0.23889923095703125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0.68099627494812009</c:v>
                </c:pt>
                <c:pt idx="8527">
                  <c:v>1.2731340646743785</c:v>
                </c:pt>
                <c:pt idx="8528">
                  <c:v>1.2219480991363527</c:v>
                </c:pt>
                <c:pt idx="8529">
                  <c:v>1.1867686271667481</c:v>
                </c:pt>
                <c:pt idx="8530">
                  <c:v>1.0986016750335694</c:v>
                </c:pt>
                <c:pt idx="8531">
                  <c:v>1.0465930223464963</c:v>
                </c:pt>
                <c:pt idx="8532">
                  <c:v>1.2452072858810432</c:v>
                </c:pt>
                <c:pt idx="8533">
                  <c:v>1.2643617630004884</c:v>
                </c:pt>
                <c:pt idx="8534">
                  <c:v>1.2353585004806527</c:v>
                </c:pt>
                <c:pt idx="8535">
                  <c:v>1.2637414932250977</c:v>
                </c:pt>
                <c:pt idx="8536">
                  <c:v>1.2513427257537844</c:v>
                </c:pt>
                <c:pt idx="8537">
                  <c:v>1.1031762123107909</c:v>
                </c:pt>
                <c:pt idx="8538">
                  <c:v>0.58644924163818379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0.31416797637939431</c:v>
                </c:pt>
                <c:pt idx="8551">
                  <c:v>1.2650626659393318</c:v>
                </c:pt>
                <c:pt idx="8552">
                  <c:v>1.2572843074798594</c:v>
                </c:pt>
                <c:pt idx="8553">
                  <c:v>1.2404164314270025</c:v>
                </c:pt>
                <c:pt idx="8554">
                  <c:v>1.1886130094528196</c:v>
                </c:pt>
                <c:pt idx="8555">
                  <c:v>1.1978571891784668</c:v>
                </c:pt>
                <c:pt idx="8556">
                  <c:v>1.1813440561294557</c:v>
                </c:pt>
                <c:pt idx="8557">
                  <c:v>1.1168961763381955</c:v>
                </c:pt>
                <c:pt idx="8558">
                  <c:v>1.2202279567718506</c:v>
                </c:pt>
                <c:pt idx="8559">
                  <c:v>1.2288755893707277</c:v>
                </c:pt>
                <c:pt idx="8560">
                  <c:v>1.2136269569396971</c:v>
                </c:pt>
                <c:pt idx="8561">
                  <c:v>1.2431925296783453</c:v>
                </c:pt>
                <c:pt idx="8562">
                  <c:v>0.61204252243042001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1.0583938360214231</c:v>
                </c:pt>
                <c:pt idx="8623">
                  <c:v>1.2719411611557008</c:v>
                </c:pt>
                <c:pt idx="8624">
                  <c:v>1.2347829818725589</c:v>
                </c:pt>
                <c:pt idx="8625">
                  <c:v>1.249825048446656</c:v>
                </c:pt>
                <c:pt idx="8626">
                  <c:v>1.2266692161560055</c:v>
                </c:pt>
                <c:pt idx="8627">
                  <c:v>1.1641904830932626</c:v>
                </c:pt>
                <c:pt idx="8628">
                  <c:v>1.156661081314087</c:v>
                </c:pt>
                <c:pt idx="8629">
                  <c:v>1.2508424282073982</c:v>
                </c:pt>
                <c:pt idx="8630">
                  <c:v>1.0989588260650638</c:v>
                </c:pt>
                <c:pt idx="8631">
                  <c:v>0.83140399456024205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0.33931388854980504</c:v>
                </c:pt>
                <c:pt idx="8647">
                  <c:v>1.2474155426025382</c:v>
                </c:pt>
                <c:pt idx="8648">
                  <c:v>1.2407178401947019</c:v>
                </c:pt>
                <c:pt idx="8649">
                  <c:v>1.268103647232055</c:v>
                </c:pt>
                <c:pt idx="8650">
                  <c:v>1.23125512599945</c:v>
                </c:pt>
                <c:pt idx="8651">
                  <c:v>1.1601685285568237</c:v>
                </c:pt>
                <c:pt idx="8652">
                  <c:v>1.1086362361907958</c:v>
                </c:pt>
                <c:pt idx="8653">
                  <c:v>1.1092975616455074</c:v>
                </c:pt>
                <c:pt idx="8654">
                  <c:v>1.1868463039398194</c:v>
                </c:pt>
                <c:pt idx="8655">
                  <c:v>1.2483164787292476</c:v>
                </c:pt>
                <c:pt idx="8656">
                  <c:v>1.2190422773361203</c:v>
                </c:pt>
                <c:pt idx="8657">
                  <c:v>1.2450491905212404</c:v>
                </c:pt>
                <c:pt idx="8658">
                  <c:v>0.310723614692688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0.95203163623809872</c:v>
                </c:pt>
                <c:pt idx="8671">
                  <c:v>1.2681649446487431</c:v>
                </c:pt>
                <c:pt idx="8672">
                  <c:v>1.2636090278625489</c:v>
                </c:pt>
                <c:pt idx="8673">
                  <c:v>1.1800973176956175</c:v>
                </c:pt>
                <c:pt idx="8674">
                  <c:v>1.1494701862335208</c:v>
                </c:pt>
                <c:pt idx="8675">
                  <c:v>1.0493863105773926</c:v>
                </c:pt>
                <c:pt idx="8676">
                  <c:v>1.1186511754989616</c:v>
                </c:pt>
                <c:pt idx="8677">
                  <c:v>1.1084409236907971</c:v>
                </c:pt>
                <c:pt idx="8678">
                  <c:v>1.2755516529083257</c:v>
                </c:pt>
                <c:pt idx="8679">
                  <c:v>1.2428080320358281</c:v>
                </c:pt>
                <c:pt idx="8680">
                  <c:v>1.2458697557449345</c:v>
                </c:pt>
                <c:pt idx="8681">
                  <c:v>1.2441279888153072</c:v>
                </c:pt>
                <c:pt idx="8682">
                  <c:v>0.60430188179016131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0.99792008399963439</c:v>
                </c:pt>
                <c:pt idx="8695">
                  <c:v>1.2692982196807867</c:v>
                </c:pt>
                <c:pt idx="8696">
                  <c:v>1.2361229896545414</c:v>
                </c:pt>
                <c:pt idx="8697">
                  <c:v>0.82408199310302777</c:v>
                </c:pt>
                <c:pt idx="8698">
                  <c:v>0.41204099655151377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1.875</c:v>
                </c:pt>
                <c:pt idx="8719">
                  <c:v>1.3958451588948568</c:v>
                </c:pt>
                <c:pt idx="8720">
                  <c:v>2.109892463684083</c:v>
                </c:pt>
                <c:pt idx="8721">
                  <c:v>1.6499255657196046</c:v>
                </c:pt>
                <c:pt idx="8722">
                  <c:v>1.6852647542953496</c:v>
                </c:pt>
                <c:pt idx="8723">
                  <c:v>1.8718382358551027</c:v>
                </c:pt>
                <c:pt idx="8724">
                  <c:v>1.5207842350006109</c:v>
                </c:pt>
                <c:pt idx="8725">
                  <c:v>1.875</c:v>
                </c:pt>
                <c:pt idx="8726">
                  <c:v>2.1348583221435553</c:v>
                </c:pt>
                <c:pt idx="8727">
                  <c:v>1.1887035369873051</c:v>
                </c:pt>
                <c:pt idx="8728">
                  <c:v>2.1353367805480965</c:v>
                </c:pt>
                <c:pt idx="8729">
                  <c:v>1.9627142429351807</c:v>
                </c:pt>
                <c:pt idx="8730">
                  <c:v>0.625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F064-4554-B9E6-A2FF1B0B34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07906143"/>
        <c:axId val="1937196847"/>
      </c:scatterChart>
      <c:valAx>
        <c:axId val="1807906143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Time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937196847"/>
        <c:crosses val="autoZero"/>
        <c:crossBetween val="midCat"/>
        <c:majorUnit val="60"/>
      </c:valAx>
      <c:valAx>
        <c:axId val="1937196847"/>
        <c:scaling>
          <c:orientation val="minMax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ysClr val="windowText" lastClr="000000"/>
                    </a:solidFill>
                  </a:rPr>
                  <a:t>VAV consumption (kWh)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07906143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Sheet2!$K$1</c:f>
              <c:strCache>
                <c:ptCount val="1"/>
                <c:pt idx="0">
                  <c:v>Q_AHU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Sheet2!$K$2:$K$8753</c:f>
              <c:numCache>
                <c:formatCode>General</c:formatCode>
                <c:ptCount val="8752"/>
                <c:pt idx="0">
                  <c:v>0.54065189384281942</c:v>
                </c:pt>
                <c:pt idx="1">
                  <c:v>0.57884541572314829</c:v>
                </c:pt>
                <c:pt idx="2">
                  <c:v>0.60442511877747895</c:v>
                </c:pt>
                <c:pt idx="3">
                  <c:v>2.1921912319278736</c:v>
                </c:pt>
                <c:pt idx="4">
                  <c:v>2.0668411905937454</c:v>
                </c:pt>
                <c:pt idx="5">
                  <c:v>1.6041181068398438</c:v>
                </c:pt>
                <c:pt idx="6">
                  <c:v>1.5341774815762401</c:v>
                </c:pt>
                <c:pt idx="7">
                  <c:v>1.5404190223072396</c:v>
                </c:pt>
                <c:pt idx="8">
                  <c:v>1.3551928288679462</c:v>
                </c:pt>
                <c:pt idx="9">
                  <c:v>1.3254048691520313</c:v>
                </c:pt>
                <c:pt idx="10">
                  <c:v>0.56838668825606653</c:v>
                </c:pt>
                <c:pt idx="11">
                  <c:v>0.55890711681033522</c:v>
                </c:pt>
                <c:pt idx="12">
                  <c:v>0.50135078267173983</c:v>
                </c:pt>
                <c:pt idx="13">
                  <c:v>0.49231814291161557</c:v>
                </c:pt>
                <c:pt idx="14">
                  <c:v>0.58630259103107896</c:v>
                </c:pt>
                <c:pt idx="15">
                  <c:v>0.57865394606814291</c:v>
                </c:pt>
                <c:pt idx="16">
                  <c:v>0.53995517890940881</c:v>
                </c:pt>
                <c:pt idx="17">
                  <c:v>0.51464856454123109</c:v>
                </c:pt>
                <c:pt idx="18">
                  <c:v>0.63328030206117125</c:v>
                </c:pt>
                <c:pt idx="19">
                  <c:v>0.56430440898678647</c:v>
                </c:pt>
                <c:pt idx="20">
                  <c:v>0.51689648445551906</c:v>
                </c:pt>
                <c:pt idx="21">
                  <c:v>0.55540108177467296</c:v>
                </c:pt>
                <c:pt idx="22">
                  <c:v>1.8377346582612548</c:v>
                </c:pt>
                <c:pt idx="23">
                  <c:v>2.5686051367393667</c:v>
                </c:pt>
                <c:pt idx="24">
                  <c:v>1.7395730766805761</c:v>
                </c:pt>
                <c:pt idx="25">
                  <c:v>1.4030113438010725</c:v>
                </c:pt>
                <c:pt idx="26">
                  <c:v>1.9130266093939214</c:v>
                </c:pt>
                <c:pt idx="27">
                  <c:v>2.6894709773402736</c:v>
                </c:pt>
                <c:pt idx="28">
                  <c:v>2.6582404531098258</c:v>
                </c:pt>
                <c:pt idx="29">
                  <c:v>2.8283438972898849</c:v>
                </c:pt>
                <c:pt idx="30">
                  <c:v>3.2661014043331926</c:v>
                </c:pt>
                <c:pt idx="31">
                  <c:v>3.3337159007038148</c:v>
                </c:pt>
                <c:pt idx="32">
                  <c:v>3.0906532080178661</c:v>
                </c:pt>
                <c:pt idx="33">
                  <c:v>3.2717391606066482</c:v>
                </c:pt>
                <c:pt idx="34">
                  <c:v>3.2414101070215886</c:v>
                </c:pt>
                <c:pt idx="35">
                  <c:v>3.4197675382633879</c:v>
                </c:pt>
                <c:pt idx="36">
                  <c:v>3.4528055679672995</c:v>
                </c:pt>
                <c:pt idx="37">
                  <c:v>3.0899983752658793</c:v>
                </c:pt>
                <c:pt idx="38">
                  <c:v>2.5639553849901024</c:v>
                </c:pt>
                <c:pt idx="39">
                  <c:v>2.6234880272156427</c:v>
                </c:pt>
                <c:pt idx="40">
                  <c:v>1.3967829430055823</c:v>
                </c:pt>
                <c:pt idx="41">
                  <c:v>1.5543161690458522</c:v>
                </c:pt>
                <c:pt idx="42">
                  <c:v>4.8330534590919187</c:v>
                </c:pt>
                <c:pt idx="43">
                  <c:v>2.6983924800523771</c:v>
                </c:pt>
                <c:pt idx="44">
                  <c:v>2.5314675550559222</c:v>
                </c:pt>
                <c:pt idx="45">
                  <c:v>2.5656992795799609</c:v>
                </c:pt>
                <c:pt idx="46">
                  <c:v>2.5031976938613769</c:v>
                </c:pt>
                <c:pt idx="47">
                  <c:v>2.592175529377609</c:v>
                </c:pt>
                <c:pt idx="48">
                  <c:v>2.6615685298691329</c:v>
                </c:pt>
                <c:pt idx="49">
                  <c:v>2.7579144266289117</c:v>
                </c:pt>
                <c:pt idx="50">
                  <c:v>2.7921256059049542</c:v>
                </c:pt>
                <c:pt idx="51">
                  <c:v>2.8069823124204372</c:v>
                </c:pt>
                <c:pt idx="52">
                  <c:v>2.718608493624056</c:v>
                </c:pt>
                <c:pt idx="53">
                  <c:v>2.741562853995299</c:v>
                </c:pt>
                <c:pt idx="54">
                  <c:v>2.6861978703404161</c:v>
                </c:pt>
                <c:pt idx="55">
                  <c:v>2.7278327204252544</c:v>
                </c:pt>
                <c:pt idx="56">
                  <c:v>2.3423503222629884</c:v>
                </c:pt>
                <c:pt idx="57">
                  <c:v>2.570291280522603</c:v>
                </c:pt>
                <c:pt idx="58">
                  <c:v>2.1472283773370724</c:v>
                </c:pt>
                <c:pt idx="59">
                  <c:v>2.6502857745017048</c:v>
                </c:pt>
                <c:pt idx="60">
                  <c:v>3.8843189452498565</c:v>
                </c:pt>
                <c:pt idx="61">
                  <c:v>2.9564677787913256</c:v>
                </c:pt>
                <c:pt idx="62">
                  <c:v>2.0618422299909147</c:v>
                </c:pt>
                <c:pt idx="63">
                  <c:v>1.4834307582334052</c:v>
                </c:pt>
                <c:pt idx="64">
                  <c:v>1.5752505969585289</c:v>
                </c:pt>
                <c:pt idx="65">
                  <c:v>1.5929842781657988</c:v>
                </c:pt>
                <c:pt idx="66">
                  <c:v>1.5870952823541629</c:v>
                </c:pt>
                <c:pt idx="67">
                  <c:v>3.3302228676199923</c:v>
                </c:pt>
                <c:pt idx="68">
                  <c:v>4.5766330738873924</c:v>
                </c:pt>
                <c:pt idx="69">
                  <c:v>2.664097153264676</c:v>
                </c:pt>
                <c:pt idx="70">
                  <c:v>2.6313351834024239</c:v>
                </c:pt>
                <c:pt idx="71">
                  <c:v>2.5880089316217405</c:v>
                </c:pt>
                <c:pt idx="72">
                  <c:v>2.7616763231989765</c:v>
                </c:pt>
                <c:pt idx="73">
                  <c:v>2.7027234327451213</c:v>
                </c:pt>
                <c:pt idx="74">
                  <c:v>2.6128026551229482</c:v>
                </c:pt>
                <c:pt idx="75">
                  <c:v>1.9829904830217606</c:v>
                </c:pt>
                <c:pt idx="76">
                  <c:v>2.6234768472512857</c:v>
                </c:pt>
                <c:pt idx="77">
                  <c:v>2.8383794220655578</c:v>
                </c:pt>
                <c:pt idx="78">
                  <c:v>2.8648651188728174</c:v>
                </c:pt>
                <c:pt idx="79">
                  <c:v>2.9341555589111215</c:v>
                </c:pt>
                <c:pt idx="80">
                  <c:v>2.5693199949123784</c:v>
                </c:pt>
                <c:pt idx="81">
                  <c:v>2.6249525175205441</c:v>
                </c:pt>
                <c:pt idx="82">
                  <c:v>2.3168203490379566</c:v>
                </c:pt>
                <c:pt idx="83">
                  <c:v>2.276016447873404</c:v>
                </c:pt>
                <c:pt idx="84">
                  <c:v>2.0536218886312869</c:v>
                </c:pt>
                <c:pt idx="85">
                  <c:v>1.5301446741618643</c:v>
                </c:pt>
                <c:pt idx="86">
                  <c:v>1.4808295799885862</c:v>
                </c:pt>
                <c:pt idx="87">
                  <c:v>1.2845165601836253</c:v>
                </c:pt>
                <c:pt idx="88">
                  <c:v>1.3889532754897245</c:v>
                </c:pt>
                <c:pt idx="89">
                  <c:v>1.4841741071773407</c:v>
                </c:pt>
                <c:pt idx="90">
                  <c:v>1.4039886259371517</c:v>
                </c:pt>
                <c:pt idx="91">
                  <c:v>1.3471454109832708</c:v>
                </c:pt>
                <c:pt idx="92">
                  <c:v>1.5027310495618476</c:v>
                </c:pt>
                <c:pt idx="93">
                  <c:v>1.6440476836148452</c:v>
                </c:pt>
                <c:pt idx="94">
                  <c:v>1.760396806388657</c:v>
                </c:pt>
                <c:pt idx="95">
                  <c:v>1.8428506725084663</c:v>
                </c:pt>
                <c:pt idx="96">
                  <c:v>1.6778433338208618</c:v>
                </c:pt>
                <c:pt idx="97">
                  <c:v>2.9340708158018511</c:v>
                </c:pt>
                <c:pt idx="98">
                  <c:v>4.2902640287195419</c:v>
                </c:pt>
                <c:pt idx="99">
                  <c:v>2.7847706431338834</c:v>
                </c:pt>
                <c:pt idx="100">
                  <c:v>2.7532901613081657</c:v>
                </c:pt>
                <c:pt idx="101">
                  <c:v>2.5422336396963745</c:v>
                </c:pt>
                <c:pt idx="102">
                  <c:v>2.4655013437913436</c:v>
                </c:pt>
                <c:pt idx="103">
                  <c:v>2.5959375881721449</c:v>
                </c:pt>
                <c:pt idx="104">
                  <c:v>1.6532758304705049</c:v>
                </c:pt>
                <c:pt idx="105">
                  <c:v>2.5195871156124583</c:v>
                </c:pt>
                <c:pt idx="106">
                  <c:v>1.9422976716278799</c:v>
                </c:pt>
                <c:pt idx="107">
                  <c:v>1.5037275978917988</c:v>
                </c:pt>
                <c:pt idx="108">
                  <c:v>1.5986345053327471</c:v>
                </c:pt>
                <c:pt idx="109">
                  <c:v>1.32889132854134</c:v>
                </c:pt>
                <c:pt idx="110">
                  <c:v>1.1283415291116572</c:v>
                </c:pt>
                <c:pt idx="111">
                  <c:v>1.2109200460076164</c:v>
                </c:pt>
                <c:pt idx="112">
                  <c:v>1.2692214601281093</c:v>
                </c:pt>
                <c:pt idx="113">
                  <c:v>1.3047497555070755</c:v>
                </c:pt>
                <c:pt idx="114">
                  <c:v>1.1633058645546319</c:v>
                </c:pt>
                <c:pt idx="115">
                  <c:v>1.3332860142938736</c:v>
                </c:pt>
                <c:pt idx="116">
                  <c:v>1.3398251738223208</c:v>
                </c:pt>
                <c:pt idx="117">
                  <c:v>1.165811850714314</c:v>
                </c:pt>
                <c:pt idx="118">
                  <c:v>1.3224477061366735</c:v>
                </c:pt>
                <c:pt idx="119">
                  <c:v>1.4913369774658352</c:v>
                </c:pt>
                <c:pt idx="120">
                  <c:v>1.3937386908166038</c:v>
                </c:pt>
                <c:pt idx="121">
                  <c:v>1.2563971981393585</c:v>
                </c:pt>
                <c:pt idx="122">
                  <c:v>1.2785149069917938</c:v>
                </c:pt>
                <c:pt idx="123">
                  <c:v>1.2614602259462098</c:v>
                </c:pt>
                <c:pt idx="124">
                  <c:v>1.5556101958041593</c:v>
                </c:pt>
                <c:pt idx="125">
                  <c:v>1.5548167074155117</c:v>
                </c:pt>
                <c:pt idx="126">
                  <c:v>1.5910249640761835</c:v>
                </c:pt>
                <c:pt idx="127">
                  <c:v>1.7130041666350642</c:v>
                </c:pt>
                <c:pt idx="128">
                  <c:v>1.4928723065990621</c:v>
                </c:pt>
                <c:pt idx="129">
                  <c:v>1.3366649524910199</c:v>
                </c:pt>
                <c:pt idx="130">
                  <c:v>1.2672923155318836</c:v>
                </c:pt>
                <c:pt idx="131">
                  <c:v>1.1345239721987492</c:v>
                </c:pt>
                <c:pt idx="132">
                  <c:v>-4.8039072208028486</c:v>
                </c:pt>
                <c:pt idx="133">
                  <c:v>-5.4448574402826813</c:v>
                </c:pt>
                <c:pt idx="134">
                  <c:v>-6.5933731047486033</c:v>
                </c:pt>
                <c:pt idx="135">
                  <c:v>-6.9252007474833048</c:v>
                </c:pt>
                <c:pt idx="136">
                  <c:v>-5.5990253567242716</c:v>
                </c:pt>
                <c:pt idx="137">
                  <c:v>-4.9844480663100326</c:v>
                </c:pt>
                <c:pt idx="138">
                  <c:v>-4.0341394213192716</c:v>
                </c:pt>
                <c:pt idx="139">
                  <c:v>-3.1446516375564895</c:v>
                </c:pt>
                <c:pt idx="140">
                  <c:v>-0.57252127203369652</c:v>
                </c:pt>
                <c:pt idx="141">
                  <c:v>-2.9783389707708579</c:v>
                </c:pt>
                <c:pt idx="142">
                  <c:v>-2.9523249464765779</c:v>
                </c:pt>
                <c:pt idx="143">
                  <c:v>-1.1456529148373065</c:v>
                </c:pt>
                <c:pt idx="144">
                  <c:v>-1.0049882917004473</c:v>
                </c:pt>
                <c:pt idx="145">
                  <c:v>1.1697567883926476</c:v>
                </c:pt>
                <c:pt idx="146">
                  <c:v>1.2898877336577146</c:v>
                </c:pt>
                <c:pt idx="147">
                  <c:v>1.2892515211042797</c:v>
                </c:pt>
                <c:pt idx="148">
                  <c:v>1.3346698289148256</c:v>
                </c:pt>
                <c:pt idx="149">
                  <c:v>1.2820186150521129</c:v>
                </c:pt>
                <c:pt idx="150">
                  <c:v>1.5045335493935699</c:v>
                </c:pt>
                <c:pt idx="151">
                  <c:v>1.5386748762186551</c:v>
                </c:pt>
                <c:pt idx="152">
                  <c:v>1.5796734379878659</c:v>
                </c:pt>
                <c:pt idx="153">
                  <c:v>1.5367172451342259</c:v>
                </c:pt>
                <c:pt idx="154">
                  <c:v>1.4497632949147981</c:v>
                </c:pt>
                <c:pt idx="155">
                  <c:v>1.4026854047154036</c:v>
                </c:pt>
                <c:pt idx="156">
                  <c:v>1.4827244958016266</c:v>
                </c:pt>
                <c:pt idx="157">
                  <c:v>1.5943624912371386</c:v>
                </c:pt>
                <c:pt idx="158">
                  <c:v>1.6770104657990528</c:v>
                </c:pt>
                <c:pt idx="159">
                  <c:v>1.5673623431440677</c:v>
                </c:pt>
                <c:pt idx="160">
                  <c:v>1.7709033014917464</c:v>
                </c:pt>
                <c:pt idx="161">
                  <c:v>3.5559076518802009</c:v>
                </c:pt>
                <c:pt idx="162">
                  <c:v>2.88213873119967</c:v>
                </c:pt>
                <c:pt idx="163">
                  <c:v>6.4804677090709069</c:v>
                </c:pt>
                <c:pt idx="164">
                  <c:v>8.331331995968295</c:v>
                </c:pt>
                <c:pt idx="165">
                  <c:v>10.473726634641938</c:v>
                </c:pt>
                <c:pt idx="166">
                  <c:v>9.2149158932890245</c:v>
                </c:pt>
                <c:pt idx="167">
                  <c:v>6.9153511655027264</c:v>
                </c:pt>
                <c:pt idx="168">
                  <c:v>7.3926926271115141</c:v>
                </c:pt>
                <c:pt idx="169">
                  <c:v>7.3843301104666548</c:v>
                </c:pt>
                <c:pt idx="170">
                  <c:v>7.9111866916372371</c:v>
                </c:pt>
                <c:pt idx="171">
                  <c:v>8.2521769611015756</c:v>
                </c:pt>
                <c:pt idx="172">
                  <c:v>8.7241042039744858</c:v>
                </c:pt>
                <c:pt idx="173">
                  <c:v>8.9955504321079971</c:v>
                </c:pt>
                <c:pt idx="174">
                  <c:v>9.2718971855322945</c:v>
                </c:pt>
                <c:pt idx="175">
                  <c:v>9.1039014710734971</c:v>
                </c:pt>
                <c:pt idx="176">
                  <c:v>8.2071297119824997</c:v>
                </c:pt>
                <c:pt idx="177">
                  <c:v>6.7903454602034445</c:v>
                </c:pt>
                <c:pt idx="178">
                  <c:v>6.3899631746743468</c:v>
                </c:pt>
                <c:pt idx="179">
                  <c:v>6.2586474772013814</c:v>
                </c:pt>
                <c:pt idx="180">
                  <c:v>6.7548421018952185</c:v>
                </c:pt>
                <c:pt idx="181">
                  <c:v>6.9098912663799776</c:v>
                </c:pt>
                <c:pt idx="182">
                  <c:v>7.7364902935825972</c:v>
                </c:pt>
                <c:pt idx="183">
                  <c:v>7.3675126747770836</c:v>
                </c:pt>
                <c:pt idx="184">
                  <c:v>6.5992303424117527</c:v>
                </c:pt>
                <c:pt idx="185">
                  <c:v>5.9164554483842711</c:v>
                </c:pt>
                <c:pt idx="186">
                  <c:v>7.6370721655886316</c:v>
                </c:pt>
                <c:pt idx="187">
                  <c:v>6.8363187775398417</c:v>
                </c:pt>
                <c:pt idx="188">
                  <c:v>6.5587742700415239</c:v>
                </c:pt>
                <c:pt idx="189">
                  <c:v>6.9612344333547043</c:v>
                </c:pt>
                <c:pt idx="190">
                  <c:v>6.9907859747879479</c:v>
                </c:pt>
                <c:pt idx="191">
                  <c:v>7.1946645610774302</c:v>
                </c:pt>
                <c:pt idx="192">
                  <c:v>6.792641855261226</c:v>
                </c:pt>
                <c:pt idx="193">
                  <c:v>6.491330612429322</c:v>
                </c:pt>
                <c:pt idx="194">
                  <c:v>6.2138631986816337</c:v>
                </c:pt>
                <c:pt idx="195">
                  <c:v>6.5530142700633327</c:v>
                </c:pt>
                <c:pt idx="196">
                  <c:v>6.7329449006195095</c:v>
                </c:pt>
                <c:pt idx="197">
                  <c:v>6.2010532681127275</c:v>
                </c:pt>
                <c:pt idx="198">
                  <c:v>6.0642448156530007</c:v>
                </c:pt>
                <c:pt idx="199">
                  <c:v>6.7567490905482321</c:v>
                </c:pt>
                <c:pt idx="200">
                  <c:v>6.597613052547131</c:v>
                </c:pt>
                <c:pt idx="201">
                  <c:v>6.7113453495665585</c:v>
                </c:pt>
                <c:pt idx="202">
                  <c:v>6.5920593448463878</c:v>
                </c:pt>
                <c:pt idx="203">
                  <c:v>6.445991064763982</c:v>
                </c:pt>
                <c:pt idx="204">
                  <c:v>6.3613989670440079</c:v>
                </c:pt>
                <c:pt idx="205">
                  <c:v>5.8253613972256684</c:v>
                </c:pt>
                <c:pt idx="206">
                  <c:v>5.3804200458203173</c:v>
                </c:pt>
                <c:pt idx="207">
                  <c:v>3.4448472704798418</c:v>
                </c:pt>
                <c:pt idx="208">
                  <c:v>3.4931267656493961</c:v>
                </c:pt>
                <c:pt idx="209">
                  <c:v>4.1086710278525809</c:v>
                </c:pt>
                <c:pt idx="210">
                  <c:v>2.5584983058872091</c:v>
                </c:pt>
                <c:pt idx="211">
                  <c:v>11.995651586995217</c:v>
                </c:pt>
                <c:pt idx="212">
                  <c:v>11.130903523475153</c:v>
                </c:pt>
                <c:pt idx="213">
                  <c:v>6.9455473744164191</c:v>
                </c:pt>
                <c:pt idx="214">
                  <c:v>6.6124823607735133</c:v>
                </c:pt>
                <c:pt idx="215">
                  <c:v>6.8578607887221859</c:v>
                </c:pt>
                <c:pt idx="216">
                  <c:v>6.9524406875560558</c:v>
                </c:pt>
                <c:pt idx="217">
                  <c:v>7.1748276141856531</c:v>
                </c:pt>
                <c:pt idx="218">
                  <c:v>7.1496971444561437</c:v>
                </c:pt>
                <c:pt idx="219">
                  <c:v>6.9314115807105683</c:v>
                </c:pt>
                <c:pt idx="220">
                  <c:v>6.4941678661968334</c:v>
                </c:pt>
                <c:pt idx="221">
                  <c:v>6.6341604536387191</c:v>
                </c:pt>
                <c:pt idx="222">
                  <c:v>6.5114917040248148</c:v>
                </c:pt>
                <c:pt idx="223">
                  <c:v>6.9549124968130922</c:v>
                </c:pt>
                <c:pt idx="224">
                  <c:v>6.4821227330846636</c:v>
                </c:pt>
                <c:pt idx="225">
                  <c:v>5.550602782973673</c:v>
                </c:pt>
                <c:pt idx="226">
                  <c:v>6.6616226258374196</c:v>
                </c:pt>
                <c:pt idx="227">
                  <c:v>6.3314767292191636</c:v>
                </c:pt>
                <c:pt idx="228">
                  <c:v>5.1086852632478745</c:v>
                </c:pt>
                <c:pt idx="229">
                  <c:v>4.7680794660367134</c:v>
                </c:pt>
                <c:pt idx="230">
                  <c:v>5.3250667305251529</c:v>
                </c:pt>
                <c:pt idx="231">
                  <c:v>5.398346492843503</c:v>
                </c:pt>
                <c:pt idx="232">
                  <c:v>4.9051772777758229</c:v>
                </c:pt>
                <c:pt idx="233">
                  <c:v>5.9356551800939146</c:v>
                </c:pt>
                <c:pt idx="234">
                  <c:v>6.6062574277450894</c:v>
                </c:pt>
                <c:pt idx="235">
                  <c:v>7.1422798736071451</c:v>
                </c:pt>
                <c:pt idx="236">
                  <c:v>6.6448232951154305</c:v>
                </c:pt>
                <c:pt idx="237">
                  <c:v>6.474451654805347</c:v>
                </c:pt>
                <c:pt idx="238">
                  <c:v>6.4209274523475228</c:v>
                </c:pt>
                <c:pt idx="239">
                  <c:v>6.5947665625762077</c:v>
                </c:pt>
                <c:pt idx="240">
                  <c:v>6.4165953403064435</c:v>
                </c:pt>
                <c:pt idx="241">
                  <c:v>6.6558996266345414</c:v>
                </c:pt>
                <c:pt idx="242">
                  <c:v>6.2252266533364198</c:v>
                </c:pt>
                <c:pt idx="243">
                  <c:v>6.553013614425006</c:v>
                </c:pt>
                <c:pt idx="244">
                  <c:v>6.9892719708975823</c:v>
                </c:pt>
                <c:pt idx="245">
                  <c:v>6.8456947917596827</c:v>
                </c:pt>
                <c:pt idx="246">
                  <c:v>6.6729585995184424</c:v>
                </c:pt>
                <c:pt idx="247">
                  <c:v>6.7151113473625283</c:v>
                </c:pt>
                <c:pt idx="248">
                  <c:v>6.3524575021207266</c:v>
                </c:pt>
                <c:pt idx="249">
                  <c:v>6.2573944043185357</c:v>
                </c:pt>
                <c:pt idx="250">
                  <c:v>6.0030396252471041</c:v>
                </c:pt>
                <c:pt idx="251">
                  <c:v>4.626856349535009</c:v>
                </c:pt>
                <c:pt idx="252">
                  <c:v>3.0534554750711798</c:v>
                </c:pt>
                <c:pt idx="253">
                  <c:v>1.9019555995735524</c:v>
                </c:pt>
                <c:pt idx="254">
                  <c:v>1.41600966350678</c:v>
                </c:pt>
                <c:pt idx="255">
                  <c:v>1.3680620922896063</c:v>
                </c:pt>
                <c:pt idx="256">
                  <c:v>1.3776940560106981</c:v>
                </c:pt>
                <c:pt idx="257">
                  <c:v>1.4423379258210451</c:v>
                </c:pt>
                <c:pt idx="258">
                  <c:v>1.460033088424086</c:v>
                </c:pt>
                <c:pt idx="259">
                  <c:v>1.3275589523307574</c:v>
                </c:pt>
                <c:pt idx="260">
                  <c:v>1.481059886027865</c:v>
                </c:pt>
                <c:pt idx="261">
                  <c:v>1.3466362422192844</c:v>
                </c:pt>
                <c:pt idx="262">
                  <c:v>1.4032559244788985</c:v>
                </c:pt>
                <c:pt idx="263">
                  <c:v>1.651792465762685</c:v>
                </c:pt>
                <c:pt idx="264">
                  <c:v>4.900148570185797</c:v>
                </c:pt>
                <c:pt idx="265">
                  <c:v>3.0011898932995908</c:v>
                </c:pt>
                <c:pt idx="266">
                  <c:v>4.0177616537525074</c:v>
                </c:pt>
                <c:pt idx="267">
                  <c:v>13.476487904800827</c:v>
                </c:pt>
                <c:pt idx="268">
                  <c:v>8.4461430069790886</c:v>
                </c:pt>
                <c:pt idx="269">
                  <c:v>6.9779845724197065</c:v>
                </c:pt>
                <c:pt idx="270">
                  <c:v>7.3925888949649421</c:v>
                </c:pt>
                <c:pt idx="271">
                  <c:v>6.7656003358601629</c:v>
                </c:pt>
                <c:pt idx="272">
                  <c:v>6.3008098040468488</c:v>
                </c:pt>
                <c:pt idx="273">
                  <c:v>3.9020589534517494</c:v>
                </c:pt>
                <c:pt idx="274">
                  <c:v>1.6028455517721103</c:v>
                </c:pt>
                <c:pt idx="275">
                  <c:v>1.813386006055056</c:v>
                </c:pt>
                <c:pt idx="276">
                  <c:v>1.5139616148026502</c:v>
                </c:pt>
                <c:pt idx="277">
                  <c:v>1.5302193758443579</c:v>
                </c:pt>
                <c:pt idx="278">
                  <c:v>1.2120469484270391</c:v>
                </c:pt>
                <c:pt idx="279">
                  <c:v>1.2664576289125491</c:v>
                </c:pt>
                <c:pt idx="280">
                  <c:v>1.2914658156263803</c:v>
                </c:pt>
                <c:pt idx="281">
                  <c:v>1.3129279462854773</c:v>
                </c:pt>
                <c:pt idx="282">
                  <c:v>1.3049667095108719</c:v>
                </c:pt>
                <c:pt idx="283">
                  <c:v>1.3481379710537882</c:v>
                </c:pt>
                <c:pt idx="284">
                  <c:v>1.3520493734287204</c:v>
                </c:pt>
                <c:pt idx="285">
                  <c:v>1.2897900729445453</c:v>
                </c:pt>
                <c:pt idx="286">
                  <c:v>1.2724012618141542</c:v>
                </c:pt>
                <c:pt idx="287">
                  <c:v>1.466412174092633</c:v>
                </c:pt>
                <c:pt idx="288">
                  <c:v>1.3971667895301816</c:v>
                </c:pt>
                <c:pt idx="289">
                  <c:v>1.4149876424668402</c:v>
                </c:pt>
                <c:pt idx="290">
                  <c:v>1.3711687365899428</c:v>
                </c:pt>
                <c:pt idx="291">
                  <c:v>1.4034844013169938</c:v>
                </c:pt>
                <c:pt idx="292">
                  <c:v>1.4053872981406148</c:v>
                </c:pt>
                <c:pt idx="293">
                  <c:v>1.4185035383983631</c:v>
                </c:pt>
                <c:pt idx="294">
                  <c:v>1.3973985190022014</c:v>
                </c:pt>
                <c:pt idx="295">
                  <c:v>1.451287135888313</c:v>
                </c:pt>
                <c:pt idx="296">
                  <c:v>1.4740152484536029</c:v>
                </c:pt>
                <c:pt idx="297">
                  <c:v>1.2907481076099969</c:v>
                </c:pt>
                <c:pt idx="298">
                  <c:v>1.3770122747135671</c:v>
                </c:pt>
                <c:pt idx="299">
                  <c:v>1.3876136555613463</c:v>
                </c:pt>
                <c:pt idx="300">
                  <c:v>1.3512250972189428</c:v>
                </c:pt>
                <c:pt idx="301">
                  <c:v>1.4575666124269178</c:v>
                </c:pt>
                <c:pt idx="302">
                  <c:v>1.3425596618585252</c:v>
                </c:pt>
                <c:pt idx="303">
                  <c:v>1.3721340653510772</c:v>
                </c:pt>
                <c:pt idx="304">
                  <c:v>1.4699179096897941</c:v>
                </c:pt>
                <c:pt idx="305">
                  <c:v>2.5199381105106462</c:v>
                </c:pt>
                <c:pt idx="306">
                  <c:v>1.4964305604658867</c:v>
                </c:pt>
                <c:pt idx="307">
                  <c:v>1.5988213671023392</c:v>
                </c:pt>
                <c:pt idx="308">
                  <c:v>1.7897705910016179</c:v>
                </c:pt>
                <c:pt idx="309">
                  <c:v>1.7247238556068898</c:v>
                </c:pt>
                <c:pt idx="310">
                  <c:v>1.6192849754620302</c:v>
                </c:pt>
                <c:pt idx="311">
                  <c:v>1.6095795170648155</c:v>
                </c:pt>
                <c:pt idx="312">
                  <c:v>1.6486407499883593</c:v>
                </c:pt>
                <c:pt idx="313">
                  <c:v>1.5364937030935439</c:v>
                </c:pt>
                <c:pt idx="314">
                  <c:v>5.6203000076807008</c:v>
                </c:pt>
                <c:pt idx="315">
                  <c:v>9.0055672821453872</c:v>
                </c:pt>
                <c:pt idx="316">
                  <c:v>8.5783285622903946</c:v>
                </c:pt>
                <c:pt idx="317">
                  <c:v>8.0826891662931235</c:v>
                </c:pt>
                <c:pt idx="318">
                  <c:v>7.6588712593291586</c:v>
                </c:pt>
                <c:pt idx="319">
                  <c:v>7.3573309568911087</c:v>
                </c:pt>
                <c:pt idx="320">
                  <c:v>7.4923118198975001</c:v>
                </c:pt>
                <c:pt idx="321">
                  <c:v>7.1126696263573619</c:v>
                </c:pt>
                <c:pt idx="322">
                  <c:v>7.3773197824028163</c:v>
                </c:pt>
                <c:pt idx="323">
                  <c:v>3.6672956402335264</c:v>
                </c:pt>
                <c:pt idx="324">
                  <c:v>1.8963416791396854</c:v>
                </c:pt>
                <c:pt idx="325">
                  <c:v>1.7266707830747774</c:v>
                </c:pt>
                <c:pt idx="326">
                  <c:v>1.419749363282105</c:v>
                </c:pt>
                <c:pt idx="327">
                  <c:v>1.639686533004076</c:v>
                </c:pt>
                <c:pt idx="328">
                  <c:v>1.2879469869944553</c:v>
                </c:pt>
                <c:pt idx="329">
                  <c:v>1.2141116001007262</c:v>
                </c:pt>
                <c:pt idx="330">
                  <c:v>1.5054264050838726</c:v>
                </c:pt>
                <c:pt idx="331">
                  <c:v>1.6062868506590964</c:v>
                </c:pt>
                <c:pt idx="332">
                  <c:v>1.713196276155811</c:v>
                </c:pt>
                <c:pt idx="333">
                  <c:v>1.8513272578494444</c:v>
                </c:pt>
                <c:pt idx="334">
                  <c:v>1.6140917199753499</c:v>
                </c:pt>
                <c:pt idx="335">
                  <c:v>1.6762764703816522</c:v>
                </c:pt>
                <c:pt idx="336">
                  <c:v>4.6592702040537164</c:v>
                </c:pt>
                <c:pt idx="337">
                  <c:v>7.5039405434472473</c:v>
                </c:pt>
                <c:pt idx="338">
                  <c:v>9.2459988801337918</c:v>
                </c:pt>
                <c:pt idx="339">
                  <c:v>10.342455478301099</c:v>
                </c:pt>
                <c:pt idx="340">
                  <c:v>10.244837473662221</c:v>
                </c:pt>
                <c:pt idx="341">
                  <c:v>10.052142148894117</c:v>
                </c:pt>
                <c:pt idx="342">
                  <c:v>9.7383854620582753</c:v>
                </c:pt>
                <c:pt idx="343">
                  <c:v>9.3546996657563071</c:v>
                </c:pt>
                <c:pt idx="344">
                  <c:v>8.3463050366118203</c:v>
                </c:pt>
                <c:pt idx="345">
                  <c:v>7.7549936179654715</c:v>
                </c:pt>
                <c:pt idx="346">
                  <c:v>8.4771036765854522</c:v>
                </c:pt>
                <c:pt idx="347">
                  <c:v>8.5189441724285118</c:v>
                </c:pt>
                <c:pt idx="348">
                  <c:v>3.4108854364146914</c:v>
                </c:pt>
                <c:pt idx="349">
                  <c:v>1.2053079381275493</c:v>
                </c:pt>
                <c:pt idx="350">
                  <c:v>1.379836120149653</c:v>
                </c:pt>
                <c:pt idx="351">
                  <c:v>1.4357040493421962</c:v>
                </c:pt>
                <c:pt idx="352">
                  <c:v>1.3828718346759268</c:v>
                </c:pt>
                <c:pt idx="353">
                  <c:v>1.3133393654012819</c:v>
                </c:pt>
                <c:pt idx="354">
                  <c:v>1.0582251548609105</c:v>
                </c:pt>
                <c:pt idx="355">
                  <c:v>1.5714546388898993</c:v>
                </c:pt>
                <c:pt idx="356">
                  <c:v>1.4959392589354918</c:v>
                </c:pt>
                <c:pt idx="357">
                  <c:v>1.6191464229419095</c:v>
                </c:pt>
                <c:pt idx="358">
                  <c:v>1.7713193521663724</c:v>
                </c:pt>
                <c:pt idx="359">
                  <c:v>5.9385671412215757</c:v>
                </c:pt>
                <c:pt idx="360">
                  <c:v>9.3767028065235536</c:v>
                </c:pt>
                <c:pt idx="361">
                  <c:v>9.9434514049083518</c:v>
                </c:pt>
                <c:pt idx="362">
                  <c:v>10.169906299739738</c:v>
                </c:pt>
                <c:pt idx="363">
                  <c:v>10.16452501738596</c:v>
                </c:pt>
                <c:pt idx="364">
                  <c:v>8.9894236571831385</c:v>
                </c:pt>
                <c:pt idx="365">
                  <c:v>8.5295769571752231</c:v>
                </c:pt>
                <c:pt idx="366">
                  <c:v>8.2762355162153458</c:v>
                </c:pt>
                <c:pt idx="367">
                  <c:v>8.0498661367854503</c:v>
                </c:pt>
                <c:pt idx="368">
                  <c:v>7.4945516833796813</c:v>
                </c:pt>
                <c:pt idx="369">
                  <c:v>6.5547887450395059</c:v>
                </c:pt>
                <c:pt idx="370">
                  <c:v>6.3628471030364961</c:v>
                </c:pt>
                <c:pt idx="371">
                  <c:v>7.0385861448741043</c:v>
                </c:pt>
                <c:pt idx="372">
                  <c:v>4.9018425911848533</c:v>
                </c:pt>
                <c:pt idx="373">
                  <c:v>1.5875353980483478</c:v>
                </c:pt>
                <c:pt idx="374">
                  <c:v>1.4934726479028761</c:v>
                </c:pt>
                <c:pt idx="375">
                  <c:v>1.4224359251004135</c:v>
                </c:pt>
                <c:pt idx="376">
                  <c:v>1.5035781200840692</c:v>
                </c:pt>
                <c:pt idx="377">
                  <c:v>1.5579658256730224</c:v>
                </c:pt>
                <c:pt idx="378">
                  <c:v>1.6599584492054167</c:v>
                </c:pt>
                <c:pt idx="379">
                  <c:v>1.607576450060199</c:v>
                </c:pt>
                <c:pt idx="380">
                  <c:v>1.5233867391238811</c:v>
                </c:pt>
                <c:pt idx="381">
                  <c:v>1.6098112673300946</c:v>
                </c:pt>
                <c:pt idx="382">
                  <c:v>4.4678025136116402</c:v>
                </c:pt>
                <c:pt idx="383">
                  <c:v>9.4090044853009367</c:v>
                </c:pt>
                <c:pt idx="384">
                  <c:v>9.8535709056694838</c:v>
                </c:pt>
                <c:pt idx="385">
                  <c:v>9.9655492384173403</c:v>
                </c:pt>
                <c:pt idx="386">
                  <c:v>10.182758044115594</c:v>
                </c:pt>
                <c:pt idx="387">
                  <c:v>9.7249080974891537</c:v>
                </c:pt>
                <c:pt idx="388">
                  <c:v>9.0215546302333021</c:v>
                </c:pt>
                <c:pt idx="389">
                  <c:v>8.5649266373267121</c:v>
                </c:pt>
                <c:pt idx="390">
                  <c:v>8.384749087306</c:v>
                </c:pt>
                <c:pt idx="391">
                  <c:v>8.2489240762798453</c:v>
                </c:pt>
                <c:pt idx="392">
                  <c:v>7.7928971914874303</c:v>
                </c:pt>
                <c:pt idx="393">
                  <c:v>7.7344976428877477</c:v>
                </c:pt>
                <c:pt idx="394">
                  <c:v>8.4260017955269184</c:v>
                </c:pt>
                <c:pt idx="395">
                  <c:v>6.3371789111816348</c:v>
                </c:pt>
                <c:pt idx="396">
                  <c:v>1.6505884125583681</c:v>
                </c:pt>
                <c:pt idx="397">
                  <c:v>1.4541308443979752</c:v>
                </c:pt>
                <c:pt idx="398">
                  <c:v>1.4640960717268099</c:v>
                </c:pt>
                <c:pt idx="399">
                  <c:v>1.6392389513351564</c:v>
                </c:pt>
                <c:pt idx="400">
                  <c:v>1.6329435604111715</c:v>
                </c:pt>
                <c:pt idx="401">
                  <c:v>1.9639980675791053</c:v>
                </c:pt>
                <c:pt idx="402">
                  <c:v>1.6921633525560162</c:v>
                </c:pt>
                <c:pt idx="403">
                  <c:v>1.7786055866468382</c:v>
                </c:pt>
                <c:pt idx="404">
                  <c:v>1.6608446052377261</c:v>
                </c:pt>
                <c:pt idx="405">
                  <c:v>7.1802773894235106</c:v>
                </c:pt>
                <c:pt idx="406">
                  <c:v>10.951716416854303</c:v>
                </c:pt>
                <c:pt idx="407">
                  <c:v>11.208159011785359</c:v>
                </c:pt>
                <c:pt idx="408">
                  <c:v>10.930288661778242</c:v>
                </c:pt>
                <c:pt idx="409">
                  <c:v>10.851942179872115</c:v>
                </c:pt>
                <c:pt idx="410">
                  <c:v>10.435693572553902</c:v>
                </c:pt>
                <c:pt idx="411">
                  <c:v>10.115958364375588</c:v>
                </c:pt>
                <c:pt idx="412">
                  <c:v>9.4445755699743117</c:v>
                </c:pt>
                <c:pt idx="413">
                  <c:v>9.2286896055398326</c:v>
                </c:pt>
                <c:pt idx="414">
                  <c:v>9.1227106013894268</c:v>
                </c:pt>
                <c:pt idx="415">
                  <c:v>8.7477130627780628</c:v>
                </c:pt>
                <c:pt idx="416">
                  <c:v>8.0600418392247306</c:v>
                </c:pt>
                <c:pt idx="417">
                  <c:v>7.4615409666968375</c:v>
                </c:pt>
                <c:pt idx="418">
                  <c:v>6.4266080687332927</c:v>
                </c:pt>
                <c:pt idx="419">
                  <c:v>6.0800983449582793</c:v>
                </c:pt>
                <c:pt idx="420">
                  <c:v>4.7389817418928466</c:v>
                </c:pt>
                <c:pt idx="421">
                  <c:v>4.9518815790018946</c:v>
                </c:pt>
                <c:pt idx="422">
                  <c:v>4.5974876142681795</c:v>
                </c:pt>
                <c:pt idx="423">
                  <c:v>3.1503763701021654</c:v>
                </c:pt>
                <c:pt idx="424">
                  <c:v>0.83160123726856938</c:v>
                </c:pt>
                <c:pt idx="425">
                  <c:v>3.1598205719958381</c:v>
                </c:pt>
                <c:pt idx="426">
                  <c:v>6.9452933074966889</c:v>
                </c:pt>
                <c:pt idx="427">
                  <c:v>6.6728048456387281</c:v>
                </c:pt>
                <c:pt idx="428">
                  <c:v>5.2968987029513297</c:v>
                </c:pt>
                <c:pt idx="429">
                  <c:v>4.5344027208881963</c:v>
                </c:pt>
                <c:pt idx="430">
                  <c:v>4.4035030282492613</c:v>
                </c:pt>
                <c:pt idx="431">
                  <c:v>4.7792946509280414</c:v>
                </c:pt>
                <c:pt idx="432">
                  <c:v>4.7309047448194832</c:v>
                </c:pt>
                <c:pt idx="433">
                  <c:v>4.6751168569112043</c:v>
                </c:pt>
                <c:pt idx="434">
                  <c:v>4.6276580686680724</c:v>
                </c:pt>
                <c:pt idx="435">
                  <c:v>4.2493213574195865</c:v>
                </c:pt>
                <c:pt idx="436">
                  <c:v>4.499499323168032</c:v>
                </c:pt>
                <c:pt idx="437">
                  <c:v>4.3736958843383187</c:v>
                </c:pt>
                <c:pt idx="438">
                  <c:v>4.5101408811696464</c:v>
                </c:pt>
                <c:pt idx="439">
                  <c:v>4.428109211413032</c:v>
                </c:pt>
                <c:pt idx="440">
                  <c:v>4.3063344411270892</c:v>
                </c:pt>
                <c:pt idx="441">
                  <c:v>4.3461480862258401</c:v>
                </c:pt>
                <c:pt idx="442">
                  <c:v>4.4752725860972147</c:v>
                </c:pt>
                <c:pt idx="443">
                  <c:v>4.8815744712422795</c:v>
                </c:pt>
                <c:pt idx="444">
                  <c:v>4.3751058718090228</c:v>
                </c:pt>
                <c:pt idx="445">
                  <c:v>4.4353972939604223</c:v>
                </c:pt>
                <c:pt idx="446">
                  <c:v>4.8348264383059512</c:v>
                </c:pt>
                <c:pt idx="447">
                  <c:v>4.876284730939779</c:v>
                </c:pt>
                <c:pt idx="448">
                  <c:v>4.7517039594721027</c:v>
                </c:pt>
                <c:pt idx="449">
                  <c:v>4.7930062895430048</c:v>
                </c:pt>
                <c:pt idx="450">
                  <c:v>4.3164498916819563</c:v>
                </c:pt>
                <c:pt idx="451">
                  <c:v>4.2434389269345525</c:v>
                </c:pt>
                <c:pt idx="452">
                  <c:v>4.4913035999453417</c:v>
                </c:pt>
                <c:pt idx="453">
                  <c:v>4.2424950371631462</c:v>
                </c:pt>
                <c:pt idx="454">
                  <c:v>4.3183915922289842</c:v>
                </c:pt>
                <c:pt idx="455">
                  <c:v>4.4219954694151218</c:v>
                </c:pt>
                <c:pt idx="456">
                  <c:v>4.338829161506105</c:v>
                </c:pt>
                <c:pt idx="457">
                  <c:v>4.3257091247951234</c:v>
                </c:pt>
                <c:pt idx="458">
                  <c:v>4.0952648207747879</c:v>
                </c:pt>
                <c:pt idx="459">
                  <c:v>4.3256642616283409</c:v>
                </c:pt>
                <c:pt idx="460">
                  <c:v>4.1144892246311988</c:v>
                </c:pt>
                <c:pt idx="461">
                  <c:v>4.1606494908779466</c:v>
                </c:pt>
                <c:pt idx="462">
                  <c:v>4.0602771613450228</c:v>
                </c:pt>
                <c:pt idx="463">
                  <c:v>4.0673483627265608</c:v>
                </c:pt>
                <c:pt idx="464">
                  <c:v>4.3644646896797346</c:v>
                </c:pt>
                <c:pt idx="465">
                  <c:v>3.9980992479764286</c:v>
                </c:pt>
                <c:pt idx="466">
                  <c:v>4.6911534815727416</c:v>
                </c:pt>
                <c:pt idx="467">
                  <c:v>4.5927621953865012</c:v>
                </c:pt>
                <c:pt idx="468">
                  <c:v>4.4476843121525063</c:v>
                </c:pt>
                <c:pt idx="469">
                  <c:v>5.1666803550632814</c:v>
                </c:pt>
                <c:pt idx="470">
                  <c:v>4.1244764713012207</c:v>
                </c:pt>
                <c:pt idx="471">
                  <c:v>4.3168211077397132</c:v>
                </c:pt>
                <c:pt idx="472">
                  <c:v>4.5107276942848245</c:v>
                </c:pt>
                <c:pt idx="473">
                  <c:v>4.4276152474874229</c:v>
                </c:pt>
                <c:pt idx="474">
                  <c:v>4.4223306506413822</c:v>
                </c:pt>
                <c:pt idx="475">
                  <c:v>4.0892524557351058</c:v>
                </c:pt>
                <c:pt idx="476">
                  <c:v>4.1858691865609936</c:v>
                </c:pt>
                <c:pt idx="477">
                  <c:v>4.1979566201203005</c:v>
                </c:pt>
                <c:pt idx="478">
                  <c:v>4.2004853522770853</c:v>
                </c:pt>
                <c:pt idx="479">
                  <c:v>4.177357882148784</c:v>
                </c:pt>
                <c:pt idx="480">
                  <c:v>4.2790564587747326</c:v>
                </c:pt>
                <c:pt idx="481">
                  <c:v>4.2775587309535252</c:v>
                </c:pt>
                <c:pt idx="482">
                  <c:v>4.1811600190715827</c:v>
                </c:pt>
                <c:pt idx="483">
                  <c:v>4.5091367727333074</c:v>
                </c:pt>
                <c:pt idx="484">
                  <c:v>4.3634775892732636</c:v>
                </c:pt>
                <c:pt idx="485">
                  <c:v>4.2844605006845944</c:v>
                </c:pt>
                <c:pt idx="486">
                  <c:v>4.1323417181343558</c:v>
                </c:pt>
                <c:pt idx="487">
                  <c:v>4.3523380976806276</c:v>
                </c:pt>
                <c:pt idx="488">
                  <c:v>4.2647648213030438</c:v>
                </c:pt>
                <c:pt idx="489">
                  <c:v>5.6627819320997759</c:v>
                </c:pt>
                <c:pt idx="490">
                  <c:v>5.8581126314977672</c:v>
                </c:pt>
                <c:pt idx="491">
                  <c:v>5.5080246028958904</c:v>
                </c:pt>
                <c:pt idx="492">
                  <c:v>3.2176211550093683</c:v>
                </c:pt>
                <c:pt idx="493">
                  <c:v>1.7132197420368687</c:v>
                </c:pt>
                <c:pt idx="494">
                  <c:v>0.58254059740873199</c:v>
                </c:pt>
                <c:pt idx="495">
                  <c:v>0.9074626613056701</c:v>
                </c:pt>
                <c:pt idx="496">
                  <c:v>0.59036618230928994</c:v>
                </c:pt>
                <c:pt idx="497">
                  <c:v>0.52150369279319442</c:v>
                </c:pt>
                <c:pt idx="498">
                  <c:v>0.5743500858544609</c:v>
                </c:pt>
                <c:pt idx="499">
                  <c:v>0.6135226013192947</c:v>
                </c:pt>
                <c:pt idx="500">
                  <c:v>3.9511498798373998</c:v>
                </c:pt>
                <c:pt idx="501">
                  <c:v>3.002127913678577</c:v>
                </c:pt>
                <c:pt idx="502">
                  <c:v>1.8291997890792073</c:v>
                </c:pt>
                <c:pt idx="503">
                  <c:v>1.7555661896611503</c:v>
                </c:pt>
                <c:pt idx="504">
                  <c:v>1.6318269028826915</c:v>
                </c:pt>
                <c:pt idx="505">
                  <c:v>1.6198538876215895</c:v>
                </c:pt>
                <c:pt idx="506">
                  <c:v>1.3950253041026548</c:v>
                </c:pt>
                <c:pt idx="507">
                  <c:v>1.4019101163971057</c:v>
                </c:pt>
                <c:pt idx="508">
                  <c:v>6.7134814958764037</c:v>
                </c:pt>
                <c:pt idx="509">
                  <c:v>9.380161403046074</c:v>
                </c:pt>
                <c:pt idx="510">
                  <c:v>5.8544853500443628</c:v>
                </c:pt>
                <c:pt idx="511">
                  <c:v>4.881721037409414</c:v>
                </c:pt>
                <c:pt idx="512">
                  <c:v>4.486426736292648</c:v>
                </c:pt>
                <c:pt idx="513">
                  <c:v>2.7731056379938486</c:v>
                </c:pt>
                <c:pt idx="514">
                  <c:v>1.2196784554550588</c:v>
                </c:pt>
                <c:pt idx="515">
                  <c:v>0.59392016282678939</c:v>
                </c:pt>
                <c:pt idx="516">
                  <c:v>0.29929123858580681</c:v>
                </c:pt>
                <c:pt idx="517">
                  <c:v>0.45647882241777027</c:v>
                </c:pt>
                <c:pt idx="518">
                  <c:v>0.51931266224198291</c:v>
                </c:pt>
                <c:pt idx="519">
                  <c:v>0.51063394588338251</c:v>
                </c:pt>
                <c:pt idx="520">
                  <c:v>0.51700140873824518</c:v>
                </c:pt>
                <c:pt idx="521">
                  <c:v>0.55402009000362007</c:v>
                </c:pt>
                <c:pt idx="522">
                  <c:v>0.5390326564904413</c:v>
                </c:pt>
                <c:pt idx="523">
                  <c:v>0.5375798765806129</c:v>
                </c:pt>
                <c:pt idx="524">
                  <c:v>0.41010175958012607</c:v>
                </c:pt>
                <c:pt idx="525">
                  <c:v>0.53220632967798964</c:v>
                </c:pt>
                <c:pt idx="526">
                  <c:v>0.46947758887592095</c:v>
                </c:pt>
                <c:pt idx="527">
                  <c:v>0.51031603167784001</c:v>
                </c:pt>
                <c:pt idx="528">
                  <c:v>0.48131999945988074</c:v>
                </c:pt>
                <c:pt idx="529">
                  <c:v>0.51178612422149627</c:v>
                </c:pt>
                <c:pt idx="530">
                  <c:v>0.48631889114031313</c:v>
                </c:pt>
                <c:pt idx="531">
                  <c:v>0.5463336063598202</c:v>
                </c:pt>
                <c:pt idx="532">
                  <c:v>0.50090919884235363</c:v>
                </c:pt>
                <c:pt idx="533">
                  <c:v>0.52646784586833384</c:v>
                </c:pt>
                <c:pt idx="534">
                  <c:v>1.651884756967636</c:v>
                </c:pt>
                <c:pt idx="535">
                  <c:v>2.9946166173397128</c:v>
                </c:pt>
                <c:pt idx="536">
                  <c:v>1.4976591709828526</c:v>
                </c:pt>
                <c:pt idx="537">
                  <c:v>0.58032989065146567</c:v>
                </c:pt>
                <c:pt idx="538">
                  <c:v>0.47114945525843044</c:v>
                </c:pt>
                <c:pt idx="539">
                  <c:v>0.58344086456858613</c:v>
                </c:pt>
                <c:pt idx="540">
                  <c:v>0.35593620132259296</c:v>
                </c:pt>
                <c:pt idx="541">
                  <c:v>0.52739738087546906</c:v>
                </c:pt>
                <c:pt idx="542">
                  <c:v>0.54555176506390679</c:v>
                </c:pt>
                <c:pt idx="543">
                  <c:v>0.49632095309368807</c:v>
                </c:pt>
                <c:pt idx="544">
                  <c:v>0.53598302831428113</c:v>
                </c:pt>
                <c:pt idx="545">
                  <c:v>0.51476880878336895</c:v>
                </c:pt>
                <c:pt idx="546">
                  <c:v>0.55139065853882308</c:v>
                </c:pt>
                <c:pt idx="547">
                  <c:v>0.48836281777718749</c:v>
                </c:pt>
                <c:pt idx="548">
                  <c:v>0.50603659223928776</c:v>
                </c:pt>
                <c:pt idx="549">
                  <c:v>0.58702135032452685</c:v>
                </c:pt>
                <c:pt idx="550">
                  <c:v>0.53153348476101658</c:v>
                </c:pt>
                <c:pt idx="551">
                  <c:v>0.42657295108313797</c:v>
                </c:pt>
                <c:pt idx="552">
                  <c:v>0.45602063859527942</c:v>
                </c:pt>
                <c:pt idx="553">
                  <c:v>0.46492200561756963</c:v>
                </c:pt>
                <c:pt idx="554">
                  <c:v>0.59064981894207658</c:v>
                </c:pt>
                <c:pt idx="555">
                  <c:v>0.65681240198834934</c:v>
                </c:pt>
                <c:pt idx="556">
                  <c:v>0.53419418688060316</c:v>
                </c:pt>
                <c:pt idx="557">
                  <c:v>0.55753900124953804</c:v>
                </c:pt>
                <c:pt idx="558">
                  <c:v>0.62304305837586571</c:v>
                </c:pt>
                <c:pt idx="559">
                  <c:v>0.63839679378110792</c:v>
                </c:pt>
                <c:pt idx="560">
                  <c:v>0.48248878780280896</c:v>
                </c:pt>
                <c:pt idx="561">
                  <c:v>0.30806291034199429</c:v>
                </c:pt>
                <c:pt idx="562">
                  <c:v>0.75652073985681434</c:v>
                </c:pt>
                <c:pt idx="563">
                  <c:v>0.50205240011853036</c:v>
                </c:pt>
                <c:pt idx="564">
                  <c:v>0.49984560890393248</c:v>
                </c:pt>
                <c:pt idx="565">
                  <c:v>0.64637227656546148</c:v>
                </c:pt>
                <c:pt idx="566">
                  <c:v>0.58172163626243145</c:v>
                </c:pt>
                <c:pt idx="567">
                  <c:v>0.46350318478016844</c:v>
                </c:pt>
                <c:pt idx="568">
                  <c:v>0.57570828132048624</c:v>
                </c:pt>
                <c:pt idx="569">
                  <c:v>0.5817068233439221</c:v>
                </c:pt>
                <c:pt idx="570">
                  <c:v>0.56278897184190424</c:v>
                </c:pt>
                <c:pt idx="571">
                  <c:v>0.5551480287902173</c:v>
                </c:pt>
                <c:pt idx="572">
                  <c:v>0.56439892927791546</c:v>
                </c:pt>
                <c:pt idx="573">
                  <c:v>0.56461922679094778</c:v>
                </c:pt>
                <c:pt idx="574">
                  <c:v>0.60632237581564996</c:v>
                </c:pt>
                <c:pt idx="575">
                  <c:v>0.54135480021932514</c:v>
                </c:pt>
                <c:pt idx="576">
                  <c:v>0.54870521588328069</c:v>
                </c:pt>
                <c:pt idx="577">
                  <c:v>0.54581143194385806</c:v>
                </c:pt>
                <c:pt idx="578">
                  <c:v>0.52928704737658783</c:v>
                </c:pt>
                <c:pt idx="579">
                  <c:v>0.51757261917357367</c:v>
                </c:pt>
                <c:pt idx="580">
                  <c:v>0.53067438707767567</c:v>
                </c:pt>
                <c:pt idx="581">
                  <c:v>0.49635510982122699</c:v>
                </c:pt>
                <c:pt idx="582">
                  <c:v>0.54302870520538815</c:v>
                </c:pt>
                <c:pt idx="583">
                  <c:v>0.58919664167961905</c:v>
                </c:pt>
                <c:pt idx="584">
                  <c:v>0.64786688923210822</c:v>
                </c:pt>
                <c:pt idx="585">
                  <c:v>0.6293640237043332</c:v>
                </c:pt>
                <c:pt idx="586">
                  <c:v>0.63010202791531678</c:v>
                </c:pt>
                <c:pt idx="587">
                  <c:v>0.43273428937333502</c:v>
                </c:pt>
                <c:pt idx="588">
                  <c:v>0.42445564399716512</c:v>
                </c:pt>
                <c:pt idx="589">
                  <c:v>-1.3497911939066602E-2</c:v>
                </c:pt>
                <c:pt idx="590">
                  <c:v>0.79965189361561217</c:v>
                </c:pt>
                <c:pt idx="591">
                  <c:v>2.2924251529954698</c:v>
                </c:pt>
                <c:pt idx="592">
                  <c:v>2.3142253161837951</c:v>
                </c:pt>
                <c:pt idx="593">
                  <c:v>2.4193975176781866</c:v>
                </c:pt>
                <c:pt idx="594">
                  <c:v>1.9851445621582589</c:v>
                </c:pt>
                <c:pt idx="595">
                  <c:v>1.8057706152793205</c:v>
                </c:pt>
                <c:pt idx="596">
                  <c:v>1.4310602041882052</c:v>
                </c:pt>
                <c:pt idx="597">
                  <c:v>1.8149366576693924</c:v>
                </c:pt>
                <c:pt idx="598">
                  <c:v>1.6919810579329579</c:v>
                </c:pt>
                <c:pt idx="599">
                  <c:v>1.7320170846645906</c:v>
                </c:pt>
                <c:pt idx="600">
                  <c:v>1.4877250584271047</c:v>
                </c:pt>
                <c:pt idx="601">
                  <c:v>1.4654953908399424</c:v>
                </c:pt>
                <c:pt idx="602">
                  <c:v>1.2466172560457696</c:v>
                </c:pt>
                <c:pt idx="603">
                  <c:v>1.0534191933574035</c:v>
                </c:pt>
                <c:pt idx="604">
                  <c:v>0.89527450747458237</c:v>
                </c:pt>
                <c:pt idx="605">
                  <c:v>0.78531382749668721</c:v>
                </c:pt>
                <c:pt idx="606">
                  <c:v>0.62805956327556489</c:v>
                </c:pt>
                <c:pt idx="607">
                  <c:v>0.58113346482823025</c:v>
                </c:pt>
                <c:pt idx="608">
                  <c:v>0.52579390924719205</c:v>
                </c:pt>
                <c:pt idx="609">
                  <c:v>0.58284821420067057</c:v>
                </c:pt>
                <c:pt idx="610">
                  <c:v>0.82613014249108707</c:v>
                </c:pt>
                <c:pt idx="611">
                  <c:v>0.5783499807220549</c:v>
                </c:pt>
                <c:pt idx="612">
                  <c:v>0.81037647609911034</c:v>
                </c:pt>
                <c:pt idx="613">
                  <c:v>1.0033731783391646</c:v>
                </c:pt>
                <c:pt idx="614">
                  <c:v>1.7599192920806712</c:v>
                </c:pt>
                <c:pt idx="615">
                  <c:v>1.9742410425797685</c:v>
                </c:pt>
                <c:pt idx="616">
                  <c:v>1.8374265828320229</c:v>
                </c:pt>
                <c:pt idx="617">
                  <c:v>1.8056004957170799</c:v>
                </c:pt>
                <c:pt idx="618">
                  <c:v>2.1053885097710596</c:v>
                </c:pt>
                <c:pt idx="619">
                  <c:v>1.0355815115685114</c:v>
                </c:pt>
                <c:pt idx="620">
                  <c:v>2.0691970743467283</c:v>
                </c:pt>
                <c:pt idx="621">
                  <c:v>1.7956266180680127</c:v>
                </c:pt>
                <c:pt idx="622">
                  <c:v>1.7539491887650374</c:v>
                </c:pt>
                <c:pt idx="623">
                  <c:v>1.7871587616843765</c:v>
                </c:pt>
                <c:pt idx="624">
                  <c:v>1.8442710320975788</c:v>
                </c:pt>
                <c:pt idx="625">
                  <c:v>1.6349502635060691</c:v>
                </c:pt>
                <c:pt idx="626">
                  <c:v>1.5803364028920515</c:v>
                </c:pt>
                <c:pt idx="627">
                  <c:v>1.7432925061804008</c:v>
                </c:pt>
                <c:pt idx="628">
                  <c:v>1.5253223696755067</c:v>
                </c:pt>
                <c:pt idx="629">
                  <c:v>1.8424435295422115</c:v>
                </c:pt>
                <c:pt idx="630">
                  <c:v>2.0406697870583992</c:v>
                </c:pt>
                <c:pt idx="631">
                  <c:v>6.0835601514800626</c:v>
                </c:pt>
                <c:pt idx="632">
                  <c:v>9.9478048590347523</c:v>
                </c:pt>
                <c:pt idx="633">
                  <c:v>9.1354283489675012</c:v>
                </c:pt>
                <c:pt idx="634">
                  <c:v>9.5059452860827918</c:v>
                </c:pt>
                <c:pt idx="635">
                  <c:v>9.2114292529616826</c:v>
                </c:pt>
                <c:pt idx="636">
                  <c:v>8.6142486149743185</c:v>
                </c:pt>
                <c:pt idx="637">
                  <c:v>8.6708832026384073</c:v>
                </c:pt>
                <c:pt idx="638">
                  <c:v>6.4990138800430506</c:v>
                </c:pt>
                <c:pt idx="639">
                  <c:v>5.7637053591593661</c:v>
                </c:pt>
                <c:pt idx="640">
                  <c:v>5.9511954287846436</c:v>
                </c:pt>
                <c:pt idx="641">
                  <c:v>6.2914585077657197</c:v>
                </c:pt>
                <c:pt idx="642">
                  <c:v>6.2880389915070527</c:v>
                </c:pt>
                <c:pt idx="643">
                  <c:v>5.0672073435297369</c:v>
                </c:pt>
                <c:pt idx="644">
                  <c:v>5.0839138361961318</c:v>
                </c:pt>
                <c:pt idx="645">
                  <c:v>4.8108669075903459</c:v>
                </c:pt>
                <c:pt idx="646">
                  <c:v>4.3945510788740432</c:v>
                </c:pt>
                <c:pt idx="647">
                  <c:v>4.1875695545725291</c:v>
                </c:pt>
                <c:pt idx="648">
                  <c:v>4.156338361432443</c:v>
                </c:pt>
                <c:pt idx="649">
                  <c:v>4.1144413976748417</c:v>
                </c:pt>
                <c:pt idx="650">
                  <c:v>3.9921621781414927</c:v>
                </c:pt>
                <c:pt idx="651">
                  <c:v>4.2194971409655908</c:v>
                </c:pt>
                <c:pt idx="652">
                  <c:v>4.2547442058588754</c:v>
                </c:pt>
                <c:pt idx="653">
                  <c:v>4.4565777913145785</c:v>
                </c:pt>
                <c:pt idx="654">
                  <c:v>4.3753471308458884</c:v>
                </c:pt>
                <c:pt idx="655">
                  <c:v>4.5413924632402241</c:v>
                </c:pt>
                <c:pt idx="656">
                  <c:v>4.4007337280720495</c:v>
                </c:pt>
                <c:pt idx="657">
                  <c:v>3.165901978676088</c:v>
                </c:pt>
                <c:pt idx="658">
                  <c:v>3.1898525913834392</c:v>
                </c:pt>
                <c:pt idx="659">
                  <c:v>4.497922909304215</c:v>
                </c:pt>
                <c:pt idx="660">
                  <c:v>4.270937156494818</c:v>
                </c:pt>
                <c:pt idx="661">
                  <c:v>4.8878676775716361</c:v>
                </c:pt>
                <c:pt idx="662">
                  <c:v>6.1310341880606671</c:v>
                </c:pt>
                <c:pt idx="663">
                  <c:v>5.4064292287785021</c:v>
                </c:pt>
                <c:pt idx="664">
                  <c:v>5.000775486491726</c:v>
                </c:pt>
                <c:pt idx="665">
                  <c:v>4.3619593848615885</c:v>
                </c:pt>
                <c:pt idx="666">
                  <c:v>4.2614217479277849</c:v>
                </c:pt>
                <c:pt idx="667">
                  <c:v>4.496065168566532</c:v>
                </c:pt>
                <c:pt idx="668">
                  <c:v>4.8471837552198389</c:v>
                </c:pt>
                <c:pt idx="669">
                  <c:v>4.440749490607617</c:v>
                </c:pt>
                <c:pt idx="670">
                  <c:v>4.2186348685109216</c:v>
                </c:pt>
                <c:pt idx="671">
                  <c:v>4.1720209766751193</c:v>
                </c:pt>
                <c:pt idx="672">
                  <c:v>4.2769838893377754</c:v>
                </c:pt>
                <c:pt idx="673">
                  <c:v>4.3498205220869659</c:v>
                </c:pt>
                <c:pt idx="674">
                  <c:v>4.2864843547167837</c:v>
                </c:pt>
                <c:pt idx="675">
                  <c:v>4.0198287365290586</c:v>
                </c:pt>
                <c:pt idx="676">
                  <c:v>4.4360533696026758</c:v>
                </c:pt>
                <c:pt idx="677">
                  <c:v>4.2296733930336039</c:v>
                </c:pt>
                <c:pt idx="678">
                  <c:v>4.4736889669388828</c:v>
                </c:pt>
                <c:pt idx="679">
                  <c:v>4.3941226455532627</c:v>
                </c:pt>
                <c:pt idx="680">
                  <c:v>4.1751195815974897</c:v>
                </c:pt>
                <c:pt idx="681">
                  <c:v>3.2825864641665796</c:v>
                </c:pt>
                <c:pt idx="682">
                  <c:v>2.7167354590889579</c:v>
                </c:pt>
                <c:pt idx="683">
                  <c:v>3.3248883668164724</c:v>
                </c:pt>
                <c:pt idx="684">
                  <c:v>2.8139916633762918</c:v>
                </c:pt>
                <c:pt idx="685">
                  <c:v>2.0442514595273296</c:v>
                </c:pt>
                <c:pt idx="686">
                  <c:v>1.543107596841317</c:v>
                </c:pt>
                <c:pt idx="687">
                  <c:v>1.0671262853581001</c:v>
                </c:pt>
                <c:pt idx="688">
                  <c:v>0.47667806556856079</c:v>
                </c:pt>
                <c:pt idx="689">
                  <c:v>0.52156629826561418</c:v>
                </c:pt>
                <c:pt idx="690">
                  <c:v>0.5810903684352472</c:v>
                </c:pt>
                <c:pt idx="691">
                  <c:v>3.7666323479813864</c:v>
                </c:pt>
                <c:pt idx="692">
                  <c:v>2.4503230306395283</c:v>
                </c:pt>
                <c:pt idx="693">
                  <c:v>1.6783528938124868</c:v>
                </c:pt>
                <c:pt idx="694">
                  <c:v>1.604951669451983</c:v>
                </c:pt>
                <c:pt idx="695">
                  <c:v>1.7048397358404912</c:v>
                </c:pt>
                <c:pt idx="696">
                  <c:v>1.8069229847092336</c:v>
                </c:pt>
                <c:pt idx="697">
                  <c:v>1.6760620333799092</c:v>
                </c:pt>
                <c:pt idx="698">
                  <c:v>1.9127484524568936</c:v>
                </c:pt>
                <c:pt idx="699">
                  <c:v>3.1071896127809557</c:v>
                </c:pt>
                <c:pt idx="700">
                  <c:v>9.082722858138645</c:v>
                </c:pt>
                <c:pt idx="701">
                  <c:v>9.5824694430252109</c:v>
                </c:pt>
                <c:pt idx="702">
                  <c:v>7.3797256859237885</c:v>
                </c:pt>
                <c:pt idx="703">
                  <c:v>6.5207407376477731</c:v>
                </c:pt>
                <c:pt idx="704">
                  <c:v>4.942605117565483</c:v>
                </c:pt>
                <c:pt idx="705">
                  <c:v>4.7414979450043688</c:v>
                </c:pt>
                <c:pt idx="706">
                  <c:v>2.7404745969626192</c:v>
                </c:pt>
                <c:pt idx="707">
                  <c:v>1.5358642596700316</c:v>
                </c:pt>
                <c:pt idx="708">
                  <c:v>0.9361371806352079</c:v>
                </c:pt>
                <c:pt idx="709">
                  <c:v>0.43831264442115586</c:v>
                </c:pt>
                <c:pt idx="710">
                  <c:v>0.63132118263117687</c:v>
                </c:pt>
                <c:pt idx="711">
                  <c:v>0.41069094433506653</c:v>
                </c:pt>
                <c:pt idx="712">
                  <c:v>0.49377966938785939</c:v>
                </c:pt>
                <c:pt idx="713">
                  <c:v>0.51371166498650234</c:v>
                </c:pt>
                <c:pt idx="714">
                  <c:v>0.4891721650925</c:v>
                </c:pt>
                <c:pt idx="715">
                  <c:v>0.48390852552962565</c:v>
                </c:pt>
                <c:pt idx="716">
                  <c:v>0.49375784647472576</c:v>
                </c:pt>
                <c:pt idx="717">
                  <c:v>0.55643937612922501</c:v>
                </c:pt>
                <c:pt idx="718">
                  <c:v>1.8692004311493757</c:v>
                </c:pt>
                <c:pt idx="719">
                  <c:v>3.943648465042473</c:v>
                </c:pt>
                <c:pt idx="720">
                  <c:v>2.1392882524892753</c:v>
                </c:pt>
                <c:pt idx="721">
                  <c:v>1.9438117787915861</c:v>
                </c:pt>
                <c:pt idx="722">
                  <c:v>1.6975230898912677</c:v>
                </c:pt>
                <c:pt idx="723">
                  <c:v>1.6617325416815116</c:v>
                </c:pt>
                <c:pt idx="724">
                  <c:v>6.0962289023874838</c:v>
                </c:pt>
                <c:pt idx="725">
                  <c:v>8.8003902219946859</c:v>
                </c:pt>
                <c:pt idx="726">
                  <c:v>6.8805087899036854</c:v>
                </c:pt>
                <c:pt idx="727">
                  <c:v>5.5612731031556848</c:v>
                </c:pt>
                <c:pt idx="728">
                  <c:v>5.521506372966722</c:v>
                </c:pt>
                <c:pt idx="729">
                  <c:v>4.6258570105828731</c:v>
                </c:pt>
                <c:pt idx="730">
                  <c:v>2.798491430425349</c:v>
                </c:pt>
                <c:pt idx="731">
                  <c:v>0.73051352618235665</c:v>
                </c:pt>
                <c:pt idx="732">
                  <c:v>0.46420446028454471</c:v>
                </c:pt>
                <c:pt idx="733">
                  <c:v>0.51179350295965698</c:v>
                </c:pt>
                <c:pt idx="734">
                  <c:v>0.57022634617010781</c:v>
                </c:pt>
                <c:pt idx="735">
                  <c:v>0.4652145567658641</c:v>
                </c:pt>
                <c:pt idx="736">
                  <c:v>0.54574105961972497</c:v>
                </c:pt>
                <c:pt idx="737">
                  <c:v>0.57816747284164038</c:v>
                </c:pt>
                <c:pt idx="738">
                  <c:v>0.55813024531006872</c:v>
                </c:pt>
                <c:pt idx="739">
                  <c:v>0.51714702585115813</c:v>
                </c:pt>
                <c:pt idx="740">
                  <c:v>0.47013739838028656</c:v>
                </c:pt>
                <c:pt idx="741">
                  <c:v>0.5287348187158768</c:v>
                </c:pt>
                <c:pt idx="742">
                  <c:v>0.57470762728067015</c:v>
                </c:pt>
                <c:pt idx="743">
                  <c:v>0.60639065572525286</c:v>
                </c:pt>
                <c:pt idx="744">
                  <c:v>0.53391735191840328</c:v>
                </c:pt>
                <c:pt idx="745">
                  <c:v>0.57894354007235849</c:v>
                </c:pt>
                <c:pt idx="746">
                  <c:v>0.53044491078022571</c:v>
                </c:pt>
                <c:pt idx="747">
                  <c:v>0.58368980955217309</c:v>
                </c:pt>
                <c:pt idx="748">
                  <c:v>0.52052984930756507</c:v>
                </c:pt>
                <c:pt idx="749">
                  <c:v>8.988467870843273</c:v>
                </c:pt>
                <c:pt idx="750">
                  <c:v>10.264608239656946</c:v>
                </c:pt>
                <c:pt idx="751">
                  <c:v>6.2454433791950468</c:v>
                </c:pt>
                <c:pt idx="752">
                  <c:v>5.1015455400944996</c:v>
                </c:pt>
                <c:pt idx="753">
                  <c:v>4.210688900492106</c:v>
                </c:pt>
                <c:pt idx="754">
                  <c:v>3.3483637479607897</c:v>
                </c:pt>
                <c:pt idx="755">
                  <c:v>3.2615620893794626</c:v>
                </c:pt>
                <c:pt idx="756">
                  <c:v>2.0662908523197836</c:v>
                </c:pt>
                <c:pt idx="757">
                  <c:v>0.52686523039983557</c:v>
                </c:pt>
                <c:pt idx="758">
                  <c:v>0.54132933641580439</c:v>
                </c:pt>
                <c:pt idx="759">
                  <c:v>0.52713215665511648</c:v>
                </c:pt>
                <c:pt idx="760">
                  <c:v>0.50709954090038456</c:v>
                </c:pt>
                <c:pt idx="761">
                  <c:v>0.50880838554072461</c:v>
                </c:pt>
                <c:pt idx="762">
                  <c:v>0.58539794727468364</c:v>
                </c:pt>
                <c:pt idx="763">
                  <c:v>0.57891698761240262</c:v>
                </c:pt>
                <c:pt idx="764">
                  <c:v>0.54624621138086471</c:v>
                </c:pt>
                <c:pt idx="765">
                  <c:v>0.60976396264800181</c:v>
                </c:pt>
                <c:pt idx="766">
                  <c:v>0.55926656041498368</c:v>
                </c:pt>
                <c:pt idx="767">
                  <c:v>9.0963104238574903</c:v>
                </c:pt>
                <c:pt idx="768">
                  <c:v>7.4611358144783368</c:v>
                </c:pt>
                <c:pt idx="769">
                  <c:v>5.469207498632092</c:v>
                </c:pt>
                <c:pt idx="770">
                  <c:v>5.2048899081626914</c:v>
                </c:pt>
                <c:pt idx="771">
                  <c:v>5.289774828944652</c:v>
                </c:pt>
                <c:pt idx="772">
                  <c:v>5.2045863936288574</c:v>
                </c:pt>
                <c:pt idx="773">
                  <c:v>4.2432175572199888</c:v>
                </c:pt>
                <c:pt idx="774">
                  <c:v>4.0725886665680351</c:v>
                </c:pt>
                <c:pt idx="775">
                  <c:v>4.3332120851265286</c:v>
                </c:pt>
                <c:pt idx="776">
                  <c:v>3.9961631301557392</c:v>
                </c:pt>
                <c:pt idx="777">
                  <c:v>2.9064250076006997</c:v>
                </c:pt>
                <c:pt idx="778">
                  <c:v>2.0502154150260825</c:v>
                </c:pt>
                <c:pt idx="779">
                  <c:v>1.7281616179480244</c:v>
                </c:pt>
                <c:pt idx="780">
                  <c:v>1.4213386431936426</c:v>
                </c:pt>
                <c:pt idx="781">
                  <c:v>1.933975413523003</c:v>
                </c:pt>
                <c:pt idx="782">
                  <c:v>0.79217609822245627</c:v>
                </c:pt>
                <c:pt idx="783">
                  <c:v>0.58978590435405265</c:v>
                </c:pt>
                <c:pt idx="784">
                  <c:v>0.54527850612434681</c:v>
                </c:pt>
                <c:pt idx="785">
                  <c:v>0.42264147136689523</c:v>
                </c:pt>
                <c:pt idx="786">
                  <c:v>0.54541088997402365</c:v>
                </c:pt>
                <c:pt idx="787">
                  <c:v>0.61628370408946465</c:v>
                </c:pt>
                <c:pt idx="788">
                  <c:v>3.2570138800172752</c:v>
                </c:pt>
                <c:pt idx="789">
                  <c:v>2.6034486040535088</c:v>
                </c:pt>
                <c:pt idx="790">
                  <c:v>1.934335079747425</c:v>
                </c:pt>
                <c:pt idx="791">
                  <c:v>1.7513249658033572</c:v>
                </c:pt>
                <c:pt idx="792">
                  <c:v>1.6822400479848436</c:v>
                </c:pt>
                <c:pt idx="793">
                  <c:v>1.5808354948828836</c:v>
                </c:pt>
                <c:pt idx="794">
                  <c:v>1.7515855352615024</c:v>
                </c:pt>
                <c:pt idx="795">
                  <c:v>10.8143286469722</c:v>
                </c:pt>
                <c:pt idx="796">
                  <c:v>9.5820468429521402</c:v>
                </c:pt>
                <c:pt idx="797">
                  <c:v>7.5024266610222741</c:v>
                </c:pt>
                <c:pt idx="798">
                  <c:v>6.6307028139408697</c:v>
                </c:pt>
                <c:pt idx="799">
                  <c:v>5.8326874603581542</c:v>
                </c:pt>
                <c:pt idx="800">
                  <c:v>4.9394570704087011</c:v>
                </c:pt>
                <c:pt idx="801">
                  <c:v>3.7874843715529392</c:v>
                </c:pt>
                <c:pt idx="802">
                  <c:v>3.2544504987546934</c:v>
                </c:pt>
                <c:pt idx="803">
                  <c:v>1.9114053841556635</c:v>
                </c:pt>
                <c:pt idx="804">
                  <c:v>0.60577699544234909</c:v>
                </c:pt>
                <c:pt idx="805">
                  <c:v>0.49756700649920893</c:v>
                </c:pt>
                <c:pt idx="806">
                  <c:v>0.44246659504935826</c:v>
                </c:pt>
                <c:pt idx="807">
                  <c:v>0.58585882768975461</c:v>
                </c:pt>
                <c:pt idx="808">
                  <c:v>0.61366961567645451</c:v>
                </c:pt>
                <c:pt idx="809">
                  <c:v>0.53708986656746938</c:v>
                </c:pt>
                <c:pt idx="810">
                  <c:v>0.47021846452265809</c:v>
                </c:pt>
                <c:pt idx="811">
                  <c:v>0.54491740754284912</c:v>
                </c:pt>
                <c:pt idx="812">
                  <c:v>0.47285040625425523</c:v>
                </c:pt>
                <c:pt idx="813">
                  <c:v>0.50774136519740343</c:v>
                </c:pt>
                <c:pt idx="814">
                  <c:v>0.51534825768924519</c:v>
                </c:pt>
                <c:pt idx="815">
                  <c:v>0.62615942661131729</c:v>
                </c:pt>
                <c:pt idx="816">
                  <c:v>0.71938885073536329</c:v>
                </c:pt>
                <c:pt idx="817">
                  <c:v>0.62508429869586257</c:v>
                </c:pt>
                <c:pt idx="818">
                  <c:v>0.56235064815263669</c:v>
                </c:pt>
                <c:pt idx="819">
                  <c:v>0.56190692882241955</c:v>
                </c:pt>
                <c:pt idx="820">
                  <c:v>3.1123153975006996</c:v>
                </c:pt>
                <c:pt idx="821">
                  <c:v>7.9245251215501629</c:v>
                </c:pt>
                <c:pt idx="822">
                  <c:v>6.0705291315857304</c:v>
                </c:pt>
                <c:pt idx="823">
                  <c:v>4.7854573861681207</c:v>
                </c:pt>
                <c:pt idx="824">
                  <c:v>4.2399714527603525</c:v>
                </c:pt>
                <c:pt idx="825">
                  <c:v>3.0006105920054003</c:v>
                </c:pt>
                <c:pt idx="826">
                  <c:v>1.5344694650833677</c:v>
                </c:pt>
                <c:pt idx="827">
                  <c:v>0.35476012460840423</c:v>
                </c:pt>
                <c:pt idx="828">
                  <c:v>0.41456478208686726</c:v>
                </c:pt>
                <c:pt idx="829">
                  <c:v>0.50152535004628707</c:v>
                </c:pt>
                <c:pt idx="830">
                  <c:v>0.57741979308781044</c:v>
                </c:pt>
                <c:pt idx="831">
                  <c:v>0.63323981264928131</c:v>
                </c:pt>
                <c:pt idx="832">
                  <c:v>0.78306283916373631</c:v>
                </c:pt>
                <c:pt idx="833">
                  <c:v>0.67320572905232912</c:v>
                </c:pt>
                <c:pt idx="834">
                  <c:v>0.49934859853873137</c:v>
                </c:pt>
                <c:pt idx="835">
                  <c:v>0.54121996816188733</c:v>
                </c:pt>
                <c:pt idx="836">
                  <c:v>0.5479213207632494</c:v>
                </c:pt>
                <c:pt idx="837">
                  <c:v>0.57067585347234251</c:v>
                </c:pt>
                <c:pt idx="838">
                  <c:v>0.49038320922870121</c:v>
                </c:pt>
                <c:pt idx="839">
                  <c:v>0.50025038880449513</c:v>
                </c:pt>
                <c:pt idx="840">
                  <c:v>0.46543832134751811</c:v>
                </c:pt>
                <c:pt idx="841">
                  <c:v>0.461704748440533</c:v>
                </c:pt>
                <c:pt idx="842">
                  <c:v>0.52606509722696682</c:v>
                </c:pt>
                <c:pt idx="843">
                  <c:v>0.56990181517850735</c:v>
                </c:pt>
                <c:pt idx="844">
                  <c:v>0.52534241855533126</c:v>
                </c:pt>
                <c:pt idx="845">
                  <c:v>0.51292769009903139</c:v>
                </c:pt>
                <c:pt idx="846">
                  <c:v>0.5122378015107083</c:v>
                </c:pt>
                <c:pt idx="847">
                  <c:v>0.46286398925208133</c:v>
                </c:pt>
                <c:pt idx="848">
                  <c:v>0.35701797147282333</c:v>
                </c:pt>
                <c:pt idx="849">
                  <c:v>0.29601779546513524</c:v>
                </c:pt>
                <c:pt idx="850">
                  <c:v>0.18474649970278686</c:v>
                </c:pt>
                <c:pt idx="851">
                  <c:v>5.9658365283140988E-2</c:v>
                </c:pt>
                <c:pt idx="852">
                  <c:v>0.48827609312530812</c:v>
                </c:pt>
                <c:pt idx="853">
                  <c:v>0.48223033341758675</c:v>
                </c:pt>
                <c:pt idx="854">
                  <c:v>0.95704146763885933</c:v>
                </c:pt>
                <c:pt idx="855">
                  <c:v>0.95141670314100413</c:v>
                </c:pt>
                <c:pt idx="856">
                  <c:v>1.1054490919229618</c:v>
                </c:pt>
                <c:pt idx="857">
                  <c:v>1.1664011382321329</c:v>
                </c:pt>
                <c:pt idx="858">
                  <c:v>1.1143884182206698</c:v>
                </c:pt>
                <c:pt idx="859">
                  <c:v>1.0447495801136866</c:v>
                </c:pt>
                <c:pt idx="860">
                  <c:v>1.0121265313723922</c:v>
                </c:pt>
                <c:pt idx="861">
                  <c:v>1.0149074548923784</c:v>
                </c:pt>
                <c:pt idx="862">
                  <c:v>1.0113599420407264</c:v>
                </c:pt>
                <c:pt idx="863">
                  <c:v>0.99712597622875787</c:v>
                </c:pt>
                <c:pt idx="864">
                  <c:v>1.0537552023146772</c:v>
                </c:pt>
                <c:pt idx="865">
                  <c:v>1.0351626685283652</c:v>
                </c:pt>
                <c:pt idx="866">
                  <c:v>0.99654793387342033</c:v>
                </c:pt>
                <c:pt idx="867">
                  <c:v>0.94276250132254602</c:v>
                </c:pt>
                <c:pt idx="868">
                  <c:v>0.93765376854677274</c:v>
                </c:pt>
                <c:pt idx="869">
                  <c:v>0.9115543847873232</c:v>
                </c:pt>
                <c:pt idx="870">
                  <c:v>0.95746130930201301</c:v>
                </c:pt>
                <c:pt idx="871">
                  <c:v>1.1226346473809339</c:v>
                </c:pt>
                <c:pt idx="872">
                  <c:v>0.99956428923652063</c:v>
                </c:pt>
                <c:pt idx="873">
                  <c:v>0.71046718504121842</c:v>
                </c:pt>
                <c:pt idx="874">
                  <c:v>0.72859456393338173</c:v>
                </c:pt>
                <c:pt idx="875">
                  <c:v>0.64905517170585358</c:v>
                </c:pt>
                <c:pt idx="876">
                  <c:v>0.62275932197383466</c:v>
                </c:pt>
                <c:pt idx="877">
                  <c:v>0.49173376981644118</c:v>
                </c:pt>
                <c:pt idx="878">
                  <c:v>0.65455741375506082</c:v>
                </c:pt>
                <c:pt idx="879">
                  <c:v>0.73083860099846287</c:v>
                </c:pt>
                <c:pt idx="880">
                  <c:v>0.71766347798782137</c:v>
                </c:pt>
                <c:pt idx="881">
                  <c:v>0.66561946956772999</c:v>
                </c:pt>
                <c:pt idx="882">
                  <c:v>0.61381965267848781</c:v>
                </c:pt>
                <c:pt idx="883">
                  <c:v>0.61787082817922634</c:v>
                </c:pt>
                <c:pt idx="884">
                  <c:v>0.52940921460069956</c:v>
                </c:pt>
                <c:pt idx="885">
                  <c:v>0.53843738276288933</c:v>
                </c:pt>
                <c:pt idx="886">
                  <c:v>0.48866074271948629</c:v>
                </c:pt>
                <c:pt idx="887">
                  <c:v>0.53403251778883343</c:v>
                </c:pt>
                <c:pt idx="888">
                  <c:v>0.51720222395599813</c:v>
                </c:pt>
                <c:pt idx="889">
                  <c:v>0.55112259818884501</c:v>
                </c:pt>
                <c:pt idx="890">
                  <c:v>0.54944602770791584</c:v>
                </c:pt>
                <c:pt idx="891">
                  <c:v>0.54319179100734172</c:v>
                </c:pt>
                <c:pt idx="892">
                  <c:v>0.5631648159672854</c:v>
                </c:pt>
                <c:pt idx="893">
                  <c:v>0.52845168896108186</c:v>
                </c:pt>
                <c:pt idx="894">
                  <c:v>0.64571495907943599</c:v>
                </c:pt>
                <c:pt idx="895">
                  <c:v>0.57425803958187394</c:v>
                </c:pt>
                <c:pt idx="896">
                  <c:v>0.41613904969012122</c:v>
                </c:pt>
                <c:pt idx="897">
                  <c:v>0.5553797523285674</c:v>
                </c:pt>
                <c:pt idx="898">
                  <c:v>0.62023404206804833</c:v>
                </c:pt>
                <c:pt idx="899">
                  <c:v>0.57793674567537445</c:v>
                </c:pt>
                <c:pt idx="900">
                  <c:v>0.70395470924019155</c:v>
                </c:pt>
                <c:pt idx="901">
                  <c:v>0.79233607794686678</c:v>
                </c:pt>
                <c:pt idx="902">
                  <c:v>0.67022604463780255</c:v>
                </c:pt>
                <c:pt idx="903">
                  <c:v>0.61283895825638368</c:v>
                </c:pt>
                <c:pt idx="904">
                  <c:v>2.8553591196119918</c:v>
                </c:pt>
                <c:pt idx="905">
                  <c:v>5.2241542648556996</c:v>
                </c:pt>
                <c:pt idx="906">
                  <c:v>6.6970106309351358</c:v>
                </c:pt>
                <c:pt idx="907">
                  <c:v>5.6150431571801604</c:v>
                </c:pt>
                <c:pt idx="908">
                  <c:v>4.7690268107177056</c:v>
                </c:pt>
                <c:pt idx="909">
                  <c:v>4.5321445447366138</c:v>
                </c:pt>
                <c:pt idx="910">
                  <c:v>4.867397275873377</c:v>
                </c:pt>
                <c:pt idx="911">
                  <c:v>4.9116817519052782</c:v>
                </c:pt>
                <c:pt idx="912">
                  <c:v>4.6439821193638098</c:v>
                </c:pt>
                <c:pt idx="913">
                  <c:v>4.566816303207017</c:v>
                </c:pt>
                <c:pt idx="914">
                  <c:v>4.3260273635555677</c:v>
                </c:pt>
                <c:pt idx="915">
                  <c:v>4.2539956168790978</c:v>
                </c:pt>
                <c:pt idx="916">
                  <c:v>4.2621046719261262</c:v>
                </c:pt>
                <c:pt idx="917">
                  <c:v>4.1791182832321052</c:v>
                </c:pt>
                <c:pt idx="918">
                  <c:v>4.2881410233169106</c:v>
                </c:pt>
                <c:pt idx="919">
                  <c:v>4.499689171550993</c:v>
                </c:pt>
                <c:pt idx="920">
                  <c:v>4.0474517668674057</c:v>
                </c:pt>
                <c:pt idx="921">
                  <c:v>3.6407771618888916</c:v>
                </c:pt>
                <c:pt idx="922">
                  <c:v>3.742841931469048</c:v>
                </c:pt>
                <c:pt idx="923">
                  <c:v>4.6196411931616179</c:v>
                </c:pt>
                <c:pt idx="924">
                  <c:v>4.6109451153222887</c:v>
                </c:pt>
                <c:pt idx="925">
                  <c:v>5.3655842876397521</c:v>
                </c:pt>
                <c:pt idx="926">
                  <c:v>5.6163780799535719</c:v>
                </c:pt>
                <c:pt idx="927">
                  <c:v>5.5741197548304218</c:v>
                </c:pt>
                <c:pt idx="928">
                  <c:v>5.0426953404260138</c:v>
                </c:pt>
                <c:pt idx="929">
                  <c:v>4.6564765801793939</c:v>
                </c:pt>
                <c:pt idx="930">
                  <c:v>4.1440663158119184</c:v>
                </c:pt>
                <c:pt idx="931">
                  <c:v>4.2445586769301435</c:v>
                </c:pt>
                <c:pt idx="932">
                  <c:v>4.2812625306435752</c:v>
                </c:pt>
                <c:pt idx="933">
                  <c:v>4.2555451391572365</c:v>
                </c:pt>
                <c:pt idx="934">
                  <c:v>4.4132938520024592</c:v>
                </c:pt>
                <c:pt idx="935">
                  <c:v>4.573453666956051</c:v>
                </c:pt>
                <c:pt idx="936">
                  <c:v>4.9203400864177471</c:v>
                </c:pt>
                <c:pt idx="937">
                  <c:v>4.7997752679114631</c:v>
                </c:pt>
                <c:pt idx="938">
                  <c:v>4.7116825071372039</c:v>
                </c:pt>
                <c:pt idx="939">
                  <c:v>4.7656149759581936</c:v>
                </c:pt>
                <c:pt idx="940">
                  <c:v>4.9533352664936743</c:v>
                </c:pt>
                <c:pt idx="941">
                  <c:v>5.5318539558220854</c:v>
                </c:pt>
                <c:pt idx="942">
                  <c:v>5.7362582050359823</c:v>
                </c:pt>
                <c:pt idx="943">
                  <c:v>5.3130616420145342</c:v>
                </c:pt>
                <c:pt idx="944">
                  <c:v>5.1881642148080953</c:v>
                </c:pt>
                <c:pt idx="945">
                  <c:v>5.0051472755726101</c:v>
                </c:pt>
                <c:pt idx="946">
                  <c:v>4.2990109367818796</c:v>
                </c:pt>
                <c:pt idx="947">
                  <c:v>3.7615514925489975</c:v>
                </c:pt>
                <c:pt idx="948">
                  <c:v>2.9295541857026306</c:v>
                </c:pt>
                <c:pt idx="949">
                  <c:v>2.141365050881586</c:v>
                </c:pt>
                <c:pt idx="950">
                  <c:v>3.2488162830394378</c:v>
                </c:pt>
                <c:pt idx="951">
                  <c:v>5.1282349568252839</c:v>
                </c:pt>
                <c:pt idx="952">
                  <c:v>5.0654961396192935</c:v>
                </c:pt>
                <c:pt idx="953">
                  <c:v>4.4245927268921514</c:v>
                </c:pt>
                <c:pt idx="954">
                  <c:v>4.2836677419718709</c:v>
                </c:pt>
                <c:pt idx="955">
                  <c:v>4.9247487707018109</c:v>
                </c:pt>
                <c:pt idx="956">
                  <c:v>4.8164878523795318</c:v>
                </c:pt>
                <c:pt idx="957">
                  <c:v>4.4509380461571073</c:v>
                </c:pt>
                <c:pt idx="958">
                  <c:v>4.5999808548018368</c:v>
                </c:pt>
                <c:pt idx="959">
                  <c:v>4.3496176257182002</c:v>
                </c:pt>
                <c:pt idx="960">
                  <c:v>4.475681049766437</c:v>
                </c:pt>
                <c:pt idx="961">
                  <c:v>4.77641335995341</c:v>
                </c:pt>
                <c:pt idx="962">
                  <c:v>4.3026703978833609</c:v>
                </c:pt>
                <c:pt idx="963">
                  <c:v>4.2607358067919803</c:v>
                </c:pt>
                <c:pt idx="964">
                  <c:v>4.816021241275827</c:v>
                </c:pt>
                <c:pt idx="965">
                  <c:v>4.6214894509796958</c:v>
                </c:pt>
                <c:pt idx="966">
                  <c:v>4.5037943365947442</c:v>
                </c:pt>
                <c:pt idx="967">
                  <c:v>4.4056003133011785</c:v>
                </c:pt>
                <c:pt idx="968">
                  <c:v>5.0907395754353919</c:v>
                </c:pt>
                <c:pt idx="969">
                  <c:v>4.8676990775649784</c:v>
                </c:pt>
                <c:pt idx="970">
                  <c:v>4.4339386946536612</c:v>
                </c:pt>
                <c:pt idx="971">
                  <c:v>3.5594109326580039</c:v>
                </c:pt>
                <c:pt idx="972">
                  <c:v>1.270345399778628</c:v>
                </c:pt>
                <c:pt idx="973">
                  <c:v>0.53568266170717727</c:v>
                </c:pt>
                <c:pt idx="974">
                  <c:v>0.49773384606026189</c:v>
                </c:pt>
                <c:pt idx="975">
                  <c:v>0.52084054555394821</c:v>
                </c:pt>
                <c:pt idx="976">
                  <c:v>0.43779114832473254</c:v>
                </c:pt>
                <c:pt idx="977">
                  <c:v>0.5191941963002723</c:v>
                </c:pt>
                <c:pt idx="978">
                  <c:v>0.51225149982671758</c:v>
                </c:pt>
                <c:pt idx="979">
                  <c:v>0.51180280778922915</c:v>
                </c:pt>
                <c:pt idx="980">
                  <c:v>0.55427642283666434</c:v>
                </c:pt>
                <c:pt idx="981">
                  <c:v>0.59315376066303616</c:v>
                </c:pt>
                <c:pt idx="982">
                  <c:v>0.52827687633211506</c:v>
                </c:pt>
                <c:pt idx="983">
                  <c:v>0.65567351591983858</c:v>
                </c:pt>
                <c:pt idx="984">
                  <c:v>0.61053319210075052</c:v>
                </c:pt>
                <c:pt idx="985">
                  <c:v>1.7974464115259554</c:v>
                </c:pt>
                <c:pt idx="986">
                  <c:v>10.88809892621491</c:v>
                </c:pt>
                <c:pt idx="987">
                  <c:v>6.3174348059449184</c:v>
                </c:pt>
                <c:pt idx="988">
                  <c:v>4.3363547486222007</c:v>
                </c:pt>
                <c:pt idx="989">
                  <c:v>3.659334430432593</c:v>
                </c:pt>
                <c:pt idx="990">
                  <c:v>3.4882433866426634</c:v>
                </c:pt>
                <c:pt idx="991">
                  <c:v>3.3524435179314462</c:v>
                </c:pt>
                <c:pt idx="992">
                  <c:v>2.9137580522896682</c:v>
                </c:pt>
                <c:pt idx="993">
                  <c:v>2.0408014999105477</c:v>
                </c:pt>
                <c:pt idx="994">
                  <c:v>1.2566405181789606</c:v>
                </c:pt>
                <c:pt idx="995">
                  <c:v>0.58345628573829633</c:v>
                </c:pt>
                <c:pt idx="996">
                  <c:v>0.50404312741654533</c:v>
                </c:pt>
                <c:pt idx="997">
                  <c:v>0.58582179056511641</c:v>
                </c:pt>
                <c:pt idx="998">
                  <c:v>0.50574706278301551</c:v>
                </c:pt>
                <c:pt idx="999">
                  <c:v>0.48013357273635432</c:v>
                </c:pt>
                <c:pt idx="1000">
                  <c:v>0.47406783554952059</c:v>
                </c:pt>
                <c:pt idx="1001">
                  <c:v>0.57991681855598853</c:v>
                </c:pt>
                <c:pt idx="1002">
                  <c:v>0.58364683196055422</c:v>
                </c:pt>
                <c:pt idx="1003">
                  <c:v>0.6005112205804588</c:v>
                </c:pt>
                <c:pt idx="1004">
                  <c:v>0.55094247696095289</c:v>
                </c:pt>
                <c:pt idx="1005">
                  <c:v>0.59929456020101979</c:v>
                </c:pt>
                <c:pt idx="1006">
                  <c:v>0.56608461557866019</c:v>
                </c:pt>
                <c:pt idx="1007">
                  <c:v>0.51476721000696068</c:v>
                </c:pt>
                <c:pt idx="1008">
                  <c:v>0.4783211545742615</c:v>
                </c:pt>
                <c:pt idx="1009">
                  <c:v>0.71258793690147293</c:v>
                </c:pt>
                <c:pt idx="1010">
                  <c:v>5.7051240925426363</c:v>
                </c:pt>
                <c:pt idx="1011">
                  <c:v>7.6630900857534279</c:v>
                </c:pt>
                <c:pt idx="1012">
                  <c:v>6.1175157257830008</c:v>
                </c:pt>
                <c:pt idx="1013">
                  <c:v>4.9690249351702427</c:v>
                </c:pt>
                <c:pt idx="1014">
                  <c:v>4.8755855910193509</c:v>
                </c:pt>
                <c:pt idx="1015">
                  <c:v>4.4018800532912463</c:v>
                </c:pt>
                <c:pt idx="1016">
                  <c:v>4.772135168682766</c:v>
                </c:pt>
                <c:pt idx="1017">
                  <c:v>4.0974727638946042</c:v>
                </c:pt>
                <c:pt idx="1018">
                  <c:v>4.4353986575347006</c:v>
                </c:pt>
                <c:pt idx="1019">
                  <c:v>4.2011074597507561</c:v>
                </c:pt>
                <c:pt idx="1020">
                  <c:v>3.0710197173138991</c:v>
                </c:pt>
                <c:pt idx="1021">
                  <c:v>0.60487258590777515</c:v>
                </c:pt>
                <c:pt idx="1022">
                  <c:v>0.68377843893683954</c:v>
                </c:pt>
                <c:pt idx="1023">
                  <c:v>2.7831107468657073</c:v>
                </c:pt>
                <c:pt idx="1024">
                  <c:v>3.6310431280875544</c:v>
                </c:pt>
                <c:pt idx="1025">
                  <c:v>2.3349953362814491</c:v>
                </c:pt>
                <c:pt idx="1026">
                  <c:v>6.1904097302104999</c:v>
                </c:pt>
                <c:pt idx="1027">
                  <c:v>9.8598666986102952</c:v>
                </c:pt>
                <c:pt idx="1028">
                  <c:v>6.6816148625080567</c:v>
                </c:pt>
                <c:pt idx="1029">
                  <c:v>5.4934894883168699</c:v>
                </c:pt>
                <c:pt idx="1030">
                  <c:v>5.1456738327656897</c:v>
                </c:pt>
                <c:pt idx="1031">
                  <c:v>4.7468619860176746</c:v>
                </c:pt>
                <c:pt idx="1032">
                  <c:v>4.7553579519798346</c:v>
                </c:pt>
                <c:pt idx="1033">
                  <c:v>4.6060876942243851</c:v>
                </c:pt>
                <c:pt idx="1034">
                  <c:v>4.3426178696874276</c:v>
                </c:pt>
                <c:pt idx="1035">
                  <c:v>4.4952539799320013</c:v>
                </c:pt>
                <c:pt idx="1036">
                  <c:v>4.3361178491561612</c:v>
                </c:pt>
                <c:pt idx="1037">
                  <c:v>4.3227769840657952</c:v>
                </c:pt>
                <c:pt idx="1038">
                  <c:v>4.1961814220020095</c:v>
                </c:pt>
                <c:pt idx="1039">
                  <c:v>4.1416542660965181</c:v>
                </c:pt>
                <c:pt idx="1040">
                  <c:v>4.0783438098590921</c:v>
                </c:pt>
                <c:pt idx="1041">
                  <c:v>4.1272981391931465</c:v>
                </c:pt>
                <c:pt idx="1042">
                  <c:v>3.971555272724498</c:v>
                </c:pt>
                <c:pt idx="1043">
                  <c:v>4.2499612752834643</c:v>
                </c:pt>
                <c:pt idx="1044">
                  <c:v>4.2911498276762616</c:v>
                </c:pt>
                <c:pt idx="1045">
                  <c:v>4.2572766762479688</c:v>
                </c:pt>
                <c:pt idx="1046">
                  <c:v>4.0996256220162151</c:v>
                </c:pt>
                <c:pt idx="1047">
                  <c:v>4.2175222723769679</c:v>
                </c:pt>
                <c:pt idx="1048">
                  <c:v>4.06379279423615</c:v>
                </c:pt>
                <c:pt idx="1049">
                  <c:v>4.7971614777242557</c:v>
                </c:pt>
                <c:pt idx="1050">
                  <c:v>5.1292830722165421</c:v>
                </c:pt>
                <c:pt idx="1051">
                  <c:v>5.3022271139134505</c:v>
                </c:pt>
                <c:pt idx="1052">
                  <c:v>5.580608706193412</c:v>
                </c:pt>
                <c:pt idx="1053">
                  <c:v>5.5735808254158536</c:v>
                </c:pt>
                <c:pt idx="1054">
                  <c:v>5.4338360777456938</c:v>
                </c:pt>
                <c:pt idx="1055">
                  <c:v>5.8220250814109811</c:v>
                </c:pt>
                <c:pt idx="1056">
                  <c:v>5.9185422684842077</c:v>
                </c:pt>
                <c:pt idx="1057">
                  <c:v>5.7731600876501803</c:v>
                </c:pt>
                <c:pt idx="1058">
                  <c:v>6.2180118572702048</c:v>
                </c:pt>
                <c:pt idx="1059">
                  <c:v>6.1539863813960789</c:v>
                </c:pt>
                <c:pt idx="1060">
                  <c:v>6.2570318117536372</c:v>
                </c:pt>
                <c:pt idx="1061">
                  <c:v>6.4992429429186753</c:v>
                </c:pt>
                <c:pt idx="1062">
                  <c:v>6.4432314195512905</c:v>
                </c:pt>
                <c:pt idx="1063">
                  <c:v>6.1293854974289985</c:v>
                </c:pt>
                <c:pt idx="1064">
                  <c:v>6.1654722441182139</c:v>
                </c:pt>
                <c:pt idx="1065">
                  <c:v>5.7673524864246204</c:v>
                </c:pt>
                <c:pt idx="1066">
                  <c:v>5.4185087183827392</c:v>
                </c:pt>
                <c:pt idx="1067">
                  <c:v>4.5951573415136435</c:v>
                </c:pt>
                <c:pt idx="1068">
                  <c:v>4.1797034795088921</c:v>
                </c:pt>
                <c:pt idx="1069">
                  <c:v>4.2358389642580114</c:v>
                </c:pt>
                <c:pt idx="1070">
                  <c:v>4.5262647559609004</c:v>
                </c:pt>
                <c:pt idx="1071">
                  <c:v>4.5418790575510739</c:v>
                </c:pt>
                <c:pt idx="1072">
                  <c:v>4.6802126480274762</c:v>
                </c:pt>
                <c:pt idx="1073">
                  <c:v>4.6155122701312896</c:v>
                </c:pt>
                <c:pt idx="1074">
                  <c:v>4.7673149038661853</c:v>
                </c:pt>
                <c:pt idx="1075">
                  <c:v>4.5611356900157469</c:v>
                </c:pt>
                <c:pt idx="1076">
                  <c:v>4.7491022693859977</c:v>
                </c:pt>
                <c:pt idx="1077">
                  <c:v>4.7471872913792073</c:v>
                </c:pt>
                <c:pt idx="1078">
                  <c:v>4.8937827693397367</c:v>
                </c:pt>
                <c:pt idx="1079">
                  <c:v>4.7605748820588243</c:v>
                </c:pt>
                <c:pt idx="1080">
                  <c:v>5.1517385236962649</c:v>
                </c:pt>
                <c:pt idx="1081">
                  <c:v>5.2172041672566634</c:v>
                </c:pt>
                <c:pt idx="1082">
                  <c:v>5.2948497910697583</c:v>
                </c:pt>
                <c:pt idx="1083">
                  <c:v>5.2443913277941583</c:v>
                </c:pt>
                <c:pt idx="1084">
                  <c:v>5.6314524112506223</c:v>
                </c:pt>
                <c:pt idx="1085">
                  <c:v>5.8741443353370801</c:v>
                </c:pt>
                <c:pt idx="1086">
                  <c:v>6.2512012842642539</c:v>
                </c:pt>
                <c:pt idx="1087">
                  <c:v>6.4028056043402817</c:v>
                </c:pt>
                <c:pt idx="1088">
                  <c:v>5.4150388521662318</c:v>
                </c:pt>
                <c:pt idx="1089">
                  <c:v>4.8702158826727073</c:v>
                </c:pt>
                <c:pt idx="1090">
                  <c:v>4.6259134390867205</c:v>
                </c:pt>
                <c:pt idx="1091">
                  <c:v>4.9123813465860309</c:v>
                </c:pt>
                <c:pt idx="1092">
                  <c:v>4.7002742174555765</c:v>
                </c:pt>
                <c:pt idx="1093">
                  <c:v>5.3787656806331849</c:v>
                </c:pt>
                <c:pt idx="1094">
                  <c:v>5.7747057785700129</c:v>
                </c:pt>
                <c:pt idx="1095">
                  <c:v>5.3569535754478297</c:v>
                </c:pt>
                <c:pt idx="1096">
                  <c:v>5.25254121313609</c:v>
                </c:pt>
                <c:pt idx="1097">
                  <c:v>5.208938524428623</c:v>
                </c:pt>
                <c:pt idx="1098">
                  <c:v>5.0503535725018249</c:v>
                </c:pt>
                <c:pt idx="1099">
                  <c:v>5.16012201002055</c:v>
                </c:pt>
                <c:pt idx="1100">
                  <c:v>5.2656175024894241</c:v>
                </c:pt>
                <c:pt idx="1101">
                  <c:v>4.6326671044763934</c:v>
                </c:pt>
                <c:pt idx="1102">
                  <c:v>4.6857449522893733</c:v>
                </c:pt>
                <c:pt idx="1103">
                  <c:v>5.0043652582224407</c:v>
                </c:pt>
                <c:pt idx="1104">
                  <c:v>5.2888923209937095</c:v>
                </c:pt>
                <c:pt idx="1105">
                  <c:v>5.446358409391129</c:v>
                </c:pt>
                <c:pt idx="1106">
                  <c:v>5.6100736946888832</c:v>
                </c:pt>
                <c:pt idx="1107">
                  <c:v>5.737750706556958</c:v>
                </c:pt>
                <c:pt idx="1108">
                  <c:v>6.0703090971864535</c:v>
                </c:pt>
                <c:pt idx="1109">
                  <c:v>6.2146721955692241</c:v>
                </c:pt>
                <c:pt idx="1110">
                  <c:v>5.9478775165883633</c:v>
                </c:pt>
                <c:pt idx="1111">
                  <c:v>5.9011753218774281</c:v>
                </c:pt>
                <c:pt idx="1112">
                  <c:v>6.3992947044458806</c:v>
                </c:pt>
                <c:pt idx="1113">
                  <c:v>6.3295574768503933</c:v>
                </c:pt>
                <c:pt idx="1114">
                  <c:v>6.7199698065898064</c:v>
                </c:pt>
                <c:pt idx="1115">
                  <c:v>6.0820533759750903</c:v>
                </c:pt>
                <c:pt idx="1116">
                  <c:v>5.8019404846886582</c:v>
                </c:pt>
                <c:pt idx="1117">
                  <c:v>5.371927561260593</c:v>
                </c:pt>
                <c:pt idx="1118">
                  <c:v>5.5748161512211221</c:v>
                </c:pt>
                <c:pt idx="1119">
                  <c:v>5.0493726970658344</c:v>
                </c:pt>
                <c:pt idx="1120">
                  <c:v>5.2649479162625719</c:v>
                </c:pt>
                <c:pt idx="1121">
                  <c:v>5.200861091106451</c:v>
                </c:pt>
                <c:pt idx="1122">
                  <c:v>4.7535757282564202</c:v>
                </c:pt>
                <c:pt idx="1123">
                  <c:v>5.1837566757649665</c:v>
                </c:pt>
                <c:pt idx="1124">
                  <c:v>4.9239109087975672</c:v>
                </c:pt>
                <c:pt idx="1125">
                  <c:v>5.1275412767275199</c:v>
                </c:pt>
                <c:pt idx="1126">
                  <c:v>5.3653179632334664</c:v>
                </c:pt>
                <c:pt idx="1127">
                  <c:v>5.2020660546190047</c:v>
                </c:pt>
                <c:pt idx="1128">
                  <c:v>5.4631973528399342</c:v>
                </c:pt>
                <c:pt idx="1129">
                  <c:v>5.592224421832154</c:v>
                </c:pt>
                <c:pt idx="1130">
                  <c:v>5.8629165898681013</c:v>
                </c:pt>
                <c:pt idx="1131">
                  <c:v>6.1322663506364776</c:v>
                </c:pt>
                <c:pt idx="1132">
                  <c:v>6.1974698363530605</c:v>
                </c:pt>
                <c:pt idx="1133">
                  <c:v>6.1779813910480303</c:v>
                </c:pt>
                <c:pt idx="1134">
                  <c:v>5.9125908644573872</c:v>
                </c:pt>
                <c:pt idx="1135">
                  <c:v>6.0023049124467018</c:v>
                </c:pt>
                <c:pt idx="1136">
                  <c:v>6.5896702836605145</c:v>
                </c:pt>
                <c:pt idx="1137">
                  <c:v>5.8279365020524772</c:v>
                </c:pt>
                <c:pt idx="1138">
                  <c:v>6.2176249338708685</c:v>
                </c:pt>
                <c:pt idx="1139">
                  <c:v>5.9462224551615126</c:v>
                </c:pt>
                <c:pt idx="1140">
                  <c:v>5.9123046366149579</c:v>
                </c:pt>
                <c:pt idx="1141">
                  <c:v>5.7323134852190893</c:v>
                </c:pt>
                <c:pt idx="1142">
                  <c:v>5.9540434496426622</c:v>
                </c:pt>
                <c:pt idx="1143">
                  <c:v>5.7270028470020007</c:v>
                </c:pt>
                <c:pt idx="1144">
                  <c:v>5.4185936982303549</c:v>
                </c:pt>
                <c:pt idx="1145">
                  <c:v>5.1358071269035035</c:v>
                </c:pt>
                <c:pt idx="1146">
                  <c:v>5.632892180930277</c:v>
                </c:pt>
                <c:pt idx="1147">
                  <c:v>5.5937224032783011</c:v>
                </c:pt>
                <c:pt idx="1148">
                  <c:v>6.4509638032632735</c:v>
                </c:pt>
                <c:pt idx="1149">
                  <c:v>6.8038497480984645</c:v>
                </c:pt>
                <c:pt idx="1150">
                  <c:v>6.6523108188260354</c:v>
                </c:pt>
                <c:pt idx="1151">
                  <c:v>6.7166077314627479</c:v>
                </c:pt>
                <c:pt idx="1152">
                  <c:v>7.2614005154516938</c:v>
                </c:pt>
                <c:pt idx="1153">
                  <c:v>6.9612996375023171</c:v>
                </c:pt>
                <c:pt idx="1154">
                  <c:v>7.4168299423233552</c:v>
                </c:pt>
                <c:pt idx="1155">
                  <c:v>7.987825758579258</c:v>
                </c:pt>
                <c:pt idx="1156">
                  <c:v>8.1158970355289561</c:v>
                </c:pt>
                <c:pt idx="1157">
                  <c:v>7.9677111986401314</c:v>
                </c:pt>
                <c:pt idx="1158">
                  <c:v>7.6725436425095479</c:v>
                </c:pt>
                <c:pt idx="1159">
                  <c:v>7.4746121432233892</c:v>
                </c:pt>
                <c:pt idx="1160">
                  <c:v>7.3112282950545175</c:v>
                </c:pt>
                <c:pt idx="1161">
                  <c:v>7.4492364403804627</c:v>
                </c:pt>
                <c:pt idx="1162">
                  <c:v>7.5133500826052764</c:v>
                </c:pt>
                <c:pt idx="1163">
                  <c:v>7.1575226500768752</c:v>
                </c:pt>
                <c:pt idx="1164">
                  <c:v>6.9379855612664354</c:v>
                </c:pt>
                <c:pt idx="1165">
                  <c:v>6.6357609366534183</c:v>
                </c:pt>
                <c:pt idx="1166">
                  <c:v>6.8292311125147727</c:v>
                </c:pt>
                <c:pt idx="1167">
                  <c:v>6.5653756356152648</c:v>
                </c:pt>
                <c:pt idx="1168">
                  <c:v>6.9178778275361781</c:v>
                </c:pt>
                <c:pt idx="1169">
                  <c:v>6.8424114029518943</c:v>
                </c:pt>
                <c:pt idx="1170">
                  <c:v>6.4447321165677911</c:v>
                </c:pt>
                <c:pt idx="1171">
                  <c:v>6.5728339615861939</c:v>
                </c:pt>
                <c:pt idx="1172">
                  <c:v>6.0834262775283703</c:v>
                </c:pt>
                <c:pt idx="1173">
                  <c:v>6.0071423144140716</c:v>
                </c:pt>
                <c:pt idx="1174">
                  <c:v>6.1898159525029612</c:v>
                </c:pt>
                <c:pt idx="1175">
                  <c:v>6.1494388329368181</c:v>
                </c:pt>
                <c:pt idx="1176">
                  <c:v>6.3139427588988752</c:v>
                </c:pt>
                <c:pt idx="1177">
                  <c:v>6.4044724448306756</c:v>
                </c:pt>
                <c:pt idx="1178">
                  <c:v>6.6516444065082831</c:v>
                </c:pt>
                <c:pt idx="1179">
                  <c:v>6.1080534644938878</c:v>
                </c:pt>
                <c:pt idx="1180">
                  <c:v>6.1650464399325671</c:v>
                </c:pt>
                <c:pt idx="1181">
                  <c:v>6.2303676882848684</c:v>
                </c:pt>
                <c:pt idx="1182">
                  <c:v>5.6857498568640112</c:v>
                </c:pt>
                <c:pt idx="1183">
                  <c:v>5.3819733691957747</c:v>
                </c:pt>
                <c:pt idx="1184">
                  <c:v>5.10272911086523</c:v>
                </c:pt>
                <c:pt idx="1185">
                  <c:v>5.3642841860615098</c:v>
                </c:pt>
                <c:pt idx="1186">
                  <c:v>5.3948803249349142</c:v>
                </c:pt>
                <c:pt idx="1187">
                  <c:v>5.2832426492372875</c:v>
                </c:pt>
                <c:pt idx="1188">
                  <c:v>4.5687108130793002</c:v>
                </c:pt>
                <c:pt idx="1189">
                  <c:v>4.4996649151149422</c:v>
                </c:pt>
                <c:pt idx="1190">
                  <c:v>4.574521539321827</c:v>
                </c:pt>
                <c:pt idx="1191">
                  <c:v>4.6690180176205489</c:v>
                </c:pt>
                <c:pt idx="1192">
                  <c:v>5.0482637020339904</c:v>
                </c:pt>
                <c:pt idx="1193">
                  <c:v>4.8795926563652197</c:v>
                </c:pt>
                <c:pt idx="1194">
                  <c:v>5.0775339407396709</c:v>
                </c:pt>
                <c:pt idx="1195">
                  <c:v>5.1979203379182604</c:v>
                </c:pt>
                <c:pt idx="1196">
                  <c:v>5.4992309808431115</c:v>
                </c:pt>
                <c:pt idx="1197">
                  <c:v>5.6554690090406634</c:v>
                </c:pt>
                <c:pt idx="1198">
                  <c:v>5.5676075916443377</c:v>
                </c:pt>
                <c:pt idx="1199">
                  <c:v>5.2769357336064067</c:v>
                </c:pt>
                <c:pt idx="1200">
                  <c:v>5.5819179598118822</c:v>
                </c:pt>
                <c:pt idx="1201">
                  <c:v>5.5605203125307359</c:v>
                </c:pt>
                <c:pt idx="1202">
                  <c:v>5.7897158699660194</c:v>
                </c:pt>
                <c:pt idx="1203">
                  <c:v>5.8657389239395243</c:v>
                </c:pt>
                <c:pt idx="1204">
                  <c:v>5.902956401649524</c:v>
                </c:pt>
                <c:pt idx="1205">
                  <c:v>6.4008794841330516</c:v>
                </c:pt>
                <c:pt idx="1206">
                  <c:v>6.0684424418697329</c:v>
                </c:pt>
                <c:pt idx="1207">
                  <c:v>6.3045336698657453</c:v>
                </c:pt>
                <c:pt idx="1208">
                  <c:v>6.4578293769305484</c:v>
                </c:pt>
                <c:pt idx="1209">
                  <c:v>6.7398046392576241</c:v>
                </c:pt>
                <c:pt idx="1210">
                  <c:v>6.6215190802324635</c:v>
                </c:pt>
                <c:pt idx="1211">
                  <c:v>6.1432282656053472</c:v>
                </c:pt>
                <c:pt idx="1212">
                  <c:v>5.7864962397838235</c:v>
                </c:pt>
                <c:pt idx="1213">
                  <c:v>5.6449325819255662</c:v>
                </c:pt>
                <c:pt idx="1214">
                  <c:v>5.8385692276077323</c:v>
                </c:pt>
                <c:pt idx="1215">
                  <c:v>6.3119280266894062</c:v>
                </c:pt>
                <c:pt idx="1216">
                  <c:v>7.166058948824845</c:v>
                </c:pt>
                <c:pt idx="1217">
                  <c:v>6.8849449615010654</c:v>
                </c:pt>
                <c:pt idx="1218">
                  <c:v>6.9676027322459095</c:v>
                </c:pt>
                <c:pt idx="1219">
                  <c:v>7.306099571238116</c:v>
                </c:pt>
                <c:pt idx="1220">
                  <c:v>7.7588541170826684</c:v>
                </c:pt>
                <c:pt idx="1221">
                  <c:v>8.23257433243759</c:v>
                </c:pt>
                <c:pt idx="1222">
                  <c:v>8.7410865367061543</c:v>
                </c:pt>
                <c:pt idx="1223">
                  <c:v>8.623680562944422</c:v>
                </c:pt>
                <c:pt idx="1224">
                  <c:v>8.8433217045316024</c:v>
                </c:pt>
                <c:pt idx="1225">
                  <c:v>9.576678230808918</c:v>
                </c:pt>
                <c:pt idx="1226">
                  <c:v>9.3739174236033751</c:v>
                </c:pt>
                <c:pt idx="1227">
                  <c:v>9.1019656093818746</c:v>
                </c:pt>
                <c:pt idx="1228">
                  <c:v>9.2297479710678942</c:v>
                </c:pt>
                <c:pt idx="1229">
                  <c:v>9.4409695448207298</c:v>
                </c:pt>
                <c:pt idx="1230">
                  <c:v>8.8506196217569286</c:v>
                </c:pt>
                <c:pt idx="1231">
                  <c:v>8.657921280860581</c:v>
                </c:pt>
                <c:pt idx="1232">
                  <c:v>8.8604976469232977</c:v>
                </c:pt>
                <c:pt idx="1233">
                  <c:v>7.6561824402774272</c:v>
                </c:pt>
                <c:pt idx="1234">
                  <c:v>7.2736134507415482</c:v>
                </c:pt>
                <c:pt idx="1235">
                  <c:v>6.8221392420999551</c:v>
                </c:pt>
                <c:pt idx="1236">
                  <c:v>6.2161471208341315</c:v>
                </c:pt>
                <c:pt idx="1237">
                  <c:v>6.0604734149045427</c:v>
                </c:pt>
                <c:pt idx="1238">
                  <c:v>6.3119107302541959</c:v>
                </c:pt>
                <c:pt idx="1239">
                  <c:v>6.1852371415959002</c:v>
                </c:pt>
                <c:pt idx="1240">
                  <c:v>6.0115349856021218</c:v>
                </c:pt>
                <c:pt idx="1241">
                  <c:v>5.7135453730825478</c:v>
                </c:pt>
                <c:pt idx="1242">
                  <c:v>5.5659878619585026</c:v>
                </c:pt>
                <c:pt idx="1243">
                  <c:v>5.2151383051680886</c:v>
                </c:pt>
                <c:pt idx="1244">
                  <c:v>4.5141451693445749</c:v>
                </c:pt>
                <c:pt idx="1245">
                  <c:v>4.2043342732917122</c:v>
                </c:pt>
                <c:pt idx="1246">
                  <c:v>4.0691334666809151</c:v>
                </c:pt>
                <c:pt idx="1247">
                  <c:v>4.3404536838370618</c:v>
                </c:pt>
                <c:pt idx="1248">
                  <c:v>4.6765703482091583</c:v>
                </c:pt>
                <c:pt idx="1249">
                  <c:v>5.4136451472559441</c:v>
                </c:pt>
                <c:pt idx="1250">
                  <c:v>5.9375832120510346</c:v>
                </c:pt>
                <c:pt idx="1251">
                  <c:v>6.7846626865216813</c:v>
                </c:pt>
                <c:pt idx="1252">
                  <c:v>7.17558558935088</c:v>
                </c:pt>
                <c:pt idx="1253">
                  <c:v>7.954224906031734</c:v>
                </c:pt>
                <c:pt idx="1254">
                  <c:v>8.0477861393924037</c:v>
                </c:pt>
                <c:pt idx="1255">
                  <c:v>7.9809520358447159</c:v>
                </c:pt>
                <c:pt idx="1256">
                  <c:v>7.097268723608706</c:v>
                </c:pt>
                <c:pt idx="1257">
                  <c:v>6.1331625614412308</c:v>
                </c:pt>
                <c:pt idx="1258">
                  <c:v>5.859059035326645</c:v>
                </c:pt>
                <c:pt idx="1259">
                  <c:v>6.0006209383546656</c:v>
                </c:pt>
                <c:pt idx="1260">
                  <c:v>5.6657849618736442</c:v>
                </c:pt>
                <c:pt idx="1261">
                  <c:v>5.6741263548321061</c:v>
                </c:pt>
                <c:pt idx="1262">
                  <c:v>5.6697928214944815</c:v>
                </c:pt>
                <c:pt idx="1263">
                  <c:v>5.4129193196075294</c:v>
                </c:pt>
                <c:pt idx="1264">
                  <c:v>5.3495927868908284</c:v>
                </c:pt>
                <c:pt idx="1265">
                  <c:v>5.5024718698964259</c:v>
                </c:pt>
                <c:pt idx="1266">
                  <c:v>5.3318287709897056</c:v>
                </c:pt>
                <c:pt idx="1267">
                  <c:v>5.5074285729216053</c:v>
                </c:pt>
                <c:pt idx="1268">
                  <c:v>5.669872813714619</c:v>
                </c:pt>
                <c:pt idx="1269">
                  <c:v>5.2280333807150523</c:v>
                </c:pt>
                <c:pt idx="1270">
                  <c:v>5.4455819356801003</c:v>
                </c:pt>
                <c:pt idx="1271">
                  <c:v>4.9649513196959063</c:v>
                </c:pt>
                <c:pt idx="1272">
                  <c:v>5.2542717213714782</c:v>
                </c:pt>
                <c:pt idx="1273">
                  <c:v>5.7882345427733819</c:v>
                </c:pt>
                <c:pt idx="1274">
                  <c:v>5.8537003046879557</c:v>
                </c:pt>
                <c:pt idx="1275">
                  <c:v>6.0365080828427438</c:v>
                </c:pt>
                <c:pt idx="1276">
                  <c:v>5.6366784268536856</c:v>
                </c:pt>
                <c:pt idx="1277">
                  <c:v>5.8364514301262789</c:v>
                </c:pt>
                <c:pt idx="1278">
                  <c:v>5.7371875446013316</c:v>
                </c:pt>
                <c:pt idx="1279">
                  <c:v>5.9119289955988545</c:v>
                </c:pt>
                <c:pt idx="1280">
                  <c:v>3.3797888340970417</c:v>
                </c:pt>
                <c:pt idx="1281">
                  <c:v>4.7212081510661745</c:v>
                </c:pt>
                <c:pt idx="1282">
                  <c:v>5.2381953365790883</c:v>
                </c:pt>
                <c:pt idx="1283">
                  <c:v>5.075964315748644</c:v>
                </c:pt>
                <c:pt idx="1284">
                  <c:v>5.2117238079428008</c:v>
                </c:pt>
                <c:pt idx="1285">
                  <c:v>4.9288099408432364</c:v>
                </c:pt>
                <c:pt idx="1286">
                  <c:v>5.0849613432093141</c:v>
                </c:pt>
                <c:pt idx="1287">
                  <c:v>5.3776001563867277</c:v>
                </c:pt>
                <c:pt idx="1288">
                  <c:v>5.2709603090836898</c:v>
                </c:pt>
                <c:pt idx="1289">
                  <c:v>5.1105809117241146</c:v>
                </c:pt>
                <c:pt idx="1290">
                  <c:v>4.9401971674814247</c:v>
                </c:pt>
                <c:pt idx="1291">
                  <c:v>5.1238638790108064</c:v>
                </c:pt>
                <c:pt idx="1292">
                  <c:v>5.3459596022551938</c:v>
                </c:pt>
                <c:pt idx="1293">
                  <c:v>5.921818540418343</c:v>
                </c:pt>
                <c:pt idx="1294">
                  <c:v>6.4178082500240503</c:v>
                </c:pt>
                <c:pt idx="1295">
                  <c:v>6.2942563778094698</c:v>
                </c:pt>
                <c:pt idx="1296">
                  <c:v>5.9499974842054071</c:v>
                </c:pt>
                <c:pt idx="1297">
                  <c:v>6.1172078129489984</c:v>
                </c:pt>
                <c:pt idx="1298">
                  <c:v>6.0286106769422378</c:v>
                </c:pt>
                <c:pt idx="1299">
                  <c:v>5.9161296728497028</c:v>
                </c:pt>
                <c:pt idx="1300">
                  <c:v>6.0143406554136121</c:v>
                </c:pt>
                <c:pt idx="1301">
                  <c:v>5.5883966814749328</c:v>
                </c:pt>
                <c:pt idx="1302">
                  <c:v>5.2881434063849566</c:v>
                </c:pt>
                <c:pt idx="1303">
                  <c:v>5.505960960795667</c:v>
                </c:pt>
                <c:pt idx="1304">
                  <c:v>6.3804064544778534</c:v>
                </c:pt>
                <c:pt idx="1305">
                  <c:v>5.8383600931573083</c:v>
                </c:pt>
                <c:pt idx="1306">
                  <c:v>5.5657673557871963</c:v>
                </c:pt>
                <c:pt idx="1307">
                  <c:v>5.4743402832667805</c:v>
                </c:pt>
                <c:pt idx="1308">
                  <c:v>5.2529631353236121</c:v>
                </c:pt>
                <c:pt idx="1309">
                  <c:v>5.3108754248187964</c:v>
                </c:pt>
                <c:pt idx="1310">
                  <c:v>5.8608557093260831</c:v>
                </c:pt>
                <c:pt idx="1311">
                  <c:v>5.2683825105521009</c:v>
                </c:pt>
                <c:pt idx="1312">
                  <c:v>4.7370704952694753</c:v>
                </c:pt>
                <c:pt idx="1313">
                  <c:v>4.3548665859987912</c:v>
                </c:pt>
                <c:pt idx="1314">
                  <c:v>4.1900565764199413</c:v>
                </c:pt>
                <c:pt idx="1315">
                  <c:v>3.8953468702565019</c:v>
                </c:pt>
                <c:pt idx="1316">
                  <c:v>4.0213331370691696</c:v>
                </c:pt>
                <c:pt idx="1317">
                  <c:v>4.5125127160131102</c:v>
                </c:pt>
                <c:pt idx="1318">
                  <c:v>4.6873226572353159</c:v>
                </c:pt>
                <c:pt idx="1319">
                  <c:v>4.7074575844383197</c:v>
                </c:pt>
                <c:pt idx="1320">
                  <c:v>4.4080310932662368</c:v>
                </c:pt>
                <c:pt idx="1321">
                  <c:v>4.3588917859721876</c:v>
                </c:pt>
                <c:pt idx="1322">
                  <c:v>4.0916824593380454</c:v>
                </c:pt>
                <c:pt idx="1323">
                  <c:v>4.1575246123488006</c:v>
                </c:pt>
                <c:pt idx="1324">
                  <c:v>3.9560106841567135</c:v>
                </c:pt>
                <c:pt idx="1325">
                  <c:v>3.9775057997272447</c:v>
                </c:pt>
                <c:pt idx="1326">
                  <c:v>3.8326105975509543</c:v>
                </c:pt>
                <c:pt idx="1327">
                  <c:v>3.9589705269756612</c:v>
                </c:pt>
                <c:pt idx="1328">
                  <c:v>3.9522243873718144</c:v>
                </c:pt>
                <c:pt idx="1329">
                  <c:v>4.3970622279662237</c:v>
                </c:pt>
                <c:pt idx="1330">
                  <c:v>4.815269236901619</c:v>
                </c:pt>
                <c:pt idx="1331">
                  <c:v>4.7118975303515542</c:v>
                </c:pt>
                <c:pt idx="1332">
                  <c:v>3.9078969642823265</c:v>
                </c:pt>
                <c:pt idx="1333">
                  <c:v>3.7080901880257624</c:v>
                </c:pt>
                <c:pt idx="1334">
                  <c:v>3.6002282624570827</c:v>
                </c:pt>
                <c:pt idx="1335">
                  <c:v>3.4407589683788808</c:v>
                </c:pt>
                <c:pt idx="1336">
                  <c:v>3.5721046151878881</c:v>
                </c:pt>
                <c:pt idx="1337">
                  <c:v>3.229299522204272</c:v>
                </c:pt>
                <c:pt idx="1338">
                  <c:v>3.7086326123006708</c:v>
                </c:pt>
                <c:pt idx="1339">
                  <c:v>3.7644716226437835</c:v>
                </c:pt>
                <c:pt idx="1340">
                  <c:v>3.8577105100800182</c:v>
                </c:pt>
                <c:pt idx="1341">
                  <c:v>4.0900453226213394</c:v>
                </c:pt>
                <c:pt idx="1342">
                  <c:v>4.3061137612338856</c:v>
                </c:pt>
                <c:pt idx="1343">
                  <c:v>4.2736951566818426</c:v>
                </c:pt>
                <c:pt idx="1344">
                  <c:v>4.3256375183983407</c:v>
                </c:pt>
                <c:pt idx="1345">
                  <c:v>4.4187479028967891</c:v>
                </c:pt>
                <c:pt idx="1346">
                  <c:v>4.5026154310115603</c:v>
                </c:pt>
                <c:pt idx="1347">
                  <c:v>4.5283166793592811</c:v>
                </c:pt>
                <c:pt idx="1348">
                  <c:v>4.5863103849137277</c:v>
                </c:pt>
                <c:pt idx="1349">
                  <c:v>4.7663758286852378</c:v>
                </c:pt>
                <c:pt idx="1350">
                  <c:v>4.7700892637662671</c:v>
                </c:pt>
                <c:pt idx="1351">
                  <c:v>4.7731997309559961</c:v>
                </c:pt>
                <c:pt idx="1352">
                  <c:v>4.5249240293080977</c:v>
                </c:pt>
                <c:pt idx="1353">
                  <c:v>4.5694255952939864</c:v>
                </c:pt>
                <c:pt idx="1354">
                  <c:v>3.9161961495530679</c:v>
                </c:pt>
                <c:pt idx="1355">
                  <c:v>3.2924719296216063</c:v>
                </c:pt>
                <c:pt idx="1356">
                  <c:v>2.6687648414260092</c:v>
                </c:pt>
                <c:pt idx="1357">
                  <c:v>2.2717387526725528</c:v>
                </c:pt>
                <c:pt idx="1358">
                  <c:v>1.9750684393845346</c:v>
                </c:pt>
                <c:pt idx="1359">
                  <c:v>3.0527591761644781</c:v>
                </c:pt>
                <c:pt idx="1360">
                  <c:v>3.8777418396246484</c:v>
                </c:pt>
                <c:pt idx="1361">
                  <c:v>3.7775629689186632</c:v>
                </c:pt>
                <c:pt idx="1362">
                  <c:v>3.6460994969734162</c:v>
                </c:pt>
                <c:pt idx="1363">
                  <c:v>3.6505271689252652</c:v>
                </c:pt>
                <c:pt idx="1364">
                  <c:v>3.4523178685609981</c:v>
                </c:pt>
                <c:pt idx="1365">
                  <c:v>3.6826439187754469</c:v>
                </c:pt>
                <c:pt idx="1366">
                  <c:v>3.7737448347023381</c:v>
                </c:pt>
                <c:pt idx="1367">
                  <c:v>3.9284013090506442</c:v>
                </c:pt>
                <c:pt idx="1368">
                  <c:v>3.9495619823461303</c:v>
                </c:pt>
                <c:pt idx="1369">
                  <c:v>3.592716433488456</c:v>
                </c:pt>
                <c:pt idx="1370">
                  <c:v>3.6539357702099404</c:v>
                </c:pt>
                <c:pt idx="1371">
                  <c:v>3.6421581064763995</c:v>
                </c:pt>
                <c:pt idx="1372">
                  <c:v>3.3305438840730628</c:v>
                </c:pt>
                <c:pt idx="1373">
                  <c:v>3.4068549506672756</c:v>
                </c:pt>
                <c:pt idx="1374">
                  <c:v>3.7032893480659044</c:v>
                </c:pt>
                <c:pt idx="1375">
                  <c:v>3.5978697091601961</c:v>
                </c:pt>
                <c:pt idx="1376">
                  <c:v>3.7259672446130878</c:v>
                </c:pt>
                <c:pt idx="1377">
                  <c:v>3.296271920782726</c:v>
                </c:pt>
                <c:pt idx="1378">
                  <c:v>3.6081743753477378</c:v>
                </c:pt>
                <c:pt idx="1379">
                  <c:v>4.0701137292985567</c:v>
                </c:pt>
                <c:pt idx="1380">
                  <c:v>3.7410711650418578</c:v>
                </c:pt>
                <c:pt idx="1381">
                  <c:v>3.4690704123766101</c:v>
                </c:pt>
                <c:pt idx="1382">
                  <c:v>3.8161783156578211</c:v>
                </c:pt>
                <c:pt idx="1383">
                  <c:v>4.0232209873179583</c:v>
                </c:pt>
                <c:pt idx="1384">
                  <c:v>3.3627047939251722</c:v>
                </c:pt>
                <c:pt idx="1385">
                  <c:v>4.1654419138651901</c:v>
                </c:pt>
                <c:pt idx="1386">
                  <c:v>3.6224180338183012</c:v>
                </c:pt>
                <c:pt idx="1387">
                  <c:v>3.8645825588906093</c:v>
                </c:pt>
                <c:pt idx="1388">
                  <c:v>3.5380268613912467</c:v>
                </c:pt>
                <c:pt idx="1389">
                  <c:v>3.4754851669867652</c:v>
                </c:pt>
                <c:pt idx="1390">
                  <c:v>3.5176647442433304</c:v>
                </c:pt>
                <c:pt idx="1391">
                  <c:v>3.6070631822563177</c:v>
                </c:pt>
                <c:pt idx="1392">
                  <c:v>3.653384665632994</c:v>
                </c:pt>
                <c:pt idx="1393">
                  <c:v>3.7805275671710015</c:v>
                </c:pt>
                <c:pt idx="1394">
                  <c:v>3.8861701720418309</c:v>
                </c:pt>
                <c:pt idx="1395">
                  <c:v>3.97845929217242</c:v>
                </c:pt>
                <c:pt idx="1396">
                  <c:v>3.9853753486505981</c:v>
                </c:pt>
                <c:pt idx="1397">
                  <c:v>3.8798539929552445</c:v>
                </c:pt>
                <c:pt idx="1398">
                  <c:v>3.7421293173826</c:v>
                </c:pt>
                <c:pt idx="1399">
                  <c:v>3.9433165811169535</c:v>
                </c:pt>
                <c:pt idx="1400">
                  <c:v>3.7172635246352526</c:v>
                </c:pt>
                <c:pt idx="1401">
                  <c:v>3.5860836999566201</c:v>
                </c:pt>
                <c:pt idx="1402">
                  <c:v>3.2433717790886027</c:v>
                </c:pt>
                <c:pt idx="1403">
                  <c:v>3.5354767234003717</c:v>
                </c:pt>
                <c:pt idx="1404">
                  <c:v>3.1585845356964506</c:v>
                </c:pt>
                <c:pt idx="1405">
                  <c:v>3.6535295045874068</c:v>
                </c:pt>
                <c:pt idx="1406">
                  <c:v>4.0851139398659173</c:v>
                </c:pt>
                <c:pt idx="1407">
                  <c:v>4.2105339177259582</c:v>
                </c:pt>
                <c:pt idx="1408">
                  <c:v>4.5310923127021807</c:v>
                </c:pt>
                <c:pt idx="1409">
                  <c:v>4.5857509142308475</c:v>
                </c:pt>
                <c:pt idx="1410">
                  <c:v>4.3933110252444187</c:v>
                </c:pt>
                <c:pt idx="1411">
                  <c:v>4.7341003047773551</c:v>
                </c:pt>
                <c:pt idx="1412">
                  <c:v>5.3380243402715992</c:v>
                </c:pt>
                <c:pt idx="1413">
                  <c:v>5.5892005370092841</c:v>
                </c:pt>
                <c:pt idx="1414">
                  <c:v>5.6578855486830628</c:v>
                </c:pt>
                <c:pt idx="1415">
                  <c:v>5.6383916169138173</c:v>
                </c:pt>
                <c:pt idx="1416">
                  <c:v>5.8428213253914976</c:v>
                </c:pt>
                <c:pt idx="1417">
                  <c:v>6.1953418764607022</c:v>
                </c:pt>
                <c:pt idx="1418">
                  <c:v>6.4546889846110975</c:v>
                </c:pt>
                <c:pt idx="1419">
                  <c:v>6.4829696025685193</c:v>
                </c:pt>
                <c:pt idx="1420">
                  <c:v>6.6111744779121597</c:v>
                </c:pt>
                <c:pt idx="1421">
                  <c:v>6.6772258064456569</c:v>
                </c:pt>
                <c:pt idx="1422">
                  <c:v>6.6875639087383565</c:v>
                </c:pt>
                <c:pt idx="1423">
                  <c:v>6.786814178072893</c:v>
                </c:pt>
                <c:pt idx="1424">
                  <c:v>6.8518064405736281</c:v>
                </c:pt>
                <c:pt idx="1425">
                  <c:v>6.8540348241195783</c:v>
                </c:pt>
                <c:pt idx="1426">
                  <c:v>7.0136479184868383</c:v>
                </c:pt>
                <c:pt idx="1427">
                  <c:v>7.0454737986730391</c:v>
                </c:pt>
                <c:pt idx="1428">
                  <c:v>6.5622546100504158</c:v>
                </c:pt>
                <c:pt idx="1429">
                  <c:v>6.4733807366703715</c:v>
                </c:pt>
                <c:pt idx="1430">
                  <c:v>6.3698638603029778</c:v>
                </c:pt>
                <c:pt idx="1431">
                  <c:v>5.8997445100036661</c:v>
                </c:pt>
                <c:pt idx="1432">
                  <c:v>5.749209648372883</c:v>
                </c:pt>
                <c:pt idx="1433">
                  <c:v>4.961453405398033</c:v>
                </c:pt>
                <c:pt idx="1434">
                  <c:v>5.1762283576835024</c:v>
                </c:pt>
                <c:pt idx="1435">
                  <c:v>5.126758808689547</c:v>
                </c:pt>
                <c:pt idx="1436">
                  <c:v>5.0636767864427483</c:v>
                </c:pt>
                <c:pt idx="1437">
                  <c:v>4.9765685432751985</c:v>
                </c:pt>
                <c:pt idx="1438">
                  <c:v>4.9102428615567275</c:v>
                </c:pt>
                <c:pt idx="1439">
                  <c:v>5.1837446935009455</c:v>
                </c:pt>
                <c:pt idx="1440">
                  <c:v>5.161269598976177</c:v>
                </c:pt>
                <c:pt idx="1441">
                  <c:v>5.1270431350019621</c:v>
                </c:pt>
                <c:pt idx="1442">
                  <c:v>5.3308073322023182</c:v>
                </c:pt>
                <c:pt idx="1443">
                  <c:v>5.4254924155197592</c:v>
                </c:pt>
                <c:pt idx="1444">
                  <c:v>5.3836755788714719</c:v>
                </c:pt>
                <c:pt idx="1445">
                  <c:v>5.1602484428868349</c:v>
                </c:pt>
                <c:pt idx="1446">
                  <c:v>5.0272516989833917</c:v>
                </c:pt>
                <c:pt idx="1447">
                  <c:v>4.6806592666544686</c:v>
                </c:pt>
                <c:pt idx="1448">
                  <c:v>4.5498360775073499</c:v>
                </c:pt>
                <c:pt idx="1449">
                  <c:v>4.4189528293472398</c:v>
                </c:pt>
                <c:pt idx="1450">
                  <c:v>4.1034770689348408</c:v>
                </c:pt>
                <c:pt idx="1451">
                  <c:v>4.3583607798399262</c:v>
                </c:pt>
                <c:pt idx="1452">
                  <c:v>4.2775444792289292</c:v>
                </c:pt>
                <c:pt idx="1453">
                  <c:v>4.2031515571252962</c:v>
                </c:pt>
                <c:pt idx="1454">
                  <c:v>3.6161524890740449</c:v>
                </c:pt>
                <c:pt idx="1455">
                  <c:v>3.589161848011587</c:v>
                </c:pt>
                <c:pt idx="1456">
                  <c:v>2.9975557076414061</c:v>
                </c:pt>
                <c:pt idx="1457">
                  <c:v>2.1338347551308661</c:v>
                </c:pt>
                <c:pt idx="1458">
                  <c:v>2.6006933390956624</c:v>
                </c:pt>
                <c:pt idx="1459">
                  <c:v>3.3121770597714089</c:v>
                </c:pt>
                <c:pt idx="1460">
                  <c:v>3.625999746115359</c:v>
                </c:pt>
                <c:pt idx="1461">
                  <c:v>3.8935465395217883</c:v>
                </c:pt>
                <c:pt idx="1462">
                  <c:v>3.8537422753832753</c:v>
                </c:pt>
                <c:pt idx="1463">
                  <c:v>4.350005487002413</c:v>
                </c:pt>
                <c:pt idx="1464">
                  <c:v>4.191163302314326</c:v>
                </c:pt>
                <c:pt idx="1465">
                  <c:v>4.3222683315269634</c:v>
                </c:pt>
                <c:pt idx="1466">
                  <c:v>4.9845507939072968</c:v>
                </c:pt>
                <c:pt idx="1467">
                  <c:v>5.2922617768692062</c:v>
                </c:pt>
                <c:pt idx="1468">
                  <c:v>5.4855153650101558</c:v>
                </c:pt>
                <c:pt idx="1469">
                  <c:v>5.4564062218786376</c:v>
                </c:pt>
                <c:pt idx="1470">
                  <c:v>5.5352063480699094</c:v>
                </c:pt>
                <c:pt idx="1471">
                  <c:v>6.6357350221442033</c:v>
                </c:pt>
                <c:pt idx="1472">
                  <c:v>9.8036539599970194</c:v>
                </c:pt>
                <c:pt idx="1473">
                  <c:v>9.4245320066229699</c:v>
                </c:pt>
                <c:pt idx="1474">
                  <c:v>9.0303964687789762</c:v>
                </c:pt>
                <c:pt idx="1475">
                  <c:v>7.7584681629250944</c:v>
                </c:pt>
                <c:pt idx="1476">
                  <c:v>7.7338388905258482</c:v>
                </c:pt>
                <c:pt idx="1477">
                  <c:v>8.326761961850254</c:v>
                </c:pt>
                <c:pt idx="1478">
                  <c:v>8.1567275892188</c:v>
                </c:pt>
                <c:pt idx="1479">
                  <c:v>8.5491687272591452</c:v>
                </c:pt>
                <c:pt idx="1480">
                  <c:v>8.9568608117619295</c:v>
                </c:pt>
                <c:pt idx="1481">
                  <c:v>9.2388404199274472</c:v>
                </c:pt>
                <c:pt idx="1482">
                  <c:v>9.4859222858126504</c:v>
                </c:pt>
                <c:pt idx="1483">
                  <c:v>9.7306991501052682</c:v>
                </c:pt>
                <c:pt idx="1484">
                  <c:v>9.8543170274499055</c:v>
                </c:pt>
                <c:pt idx="1485">
                  <c:v>10.197591978897298</c:v>
                </c:pt>
                <c:pt idx="1486">
                  <c:v>10.164764019753676</c:v>
                </c:pt>
                <c:pt idx="1487">
                  <c:v>10.280393975327748</c:v>
                </c:pt>
                <c:pt idx="1488">
                  <c:v>10.617405510007055</c:v>
                </c:pt>
                <c:pt idx="1489">
                  <c:v>10.431407786533383</c:v>
                </c:pt>
                <c:pt idx="1490">
                  <c:v>10.660584730913909</c:v>
                </c:pt>
                <c:pt idx="1491">
                  <c:v>10.726302656050956</c:v>
                </c:pt>
                <c:pt idx="1492">
                  <c:v>10.967421879074431</c:v>
                </c:pt>
                <c:pt idx="1493">
                  <c:v>11.179800623614504</c:v>
                </c:pt>
                <c:pt idx="1494">
                  <c:v>11.496186790412358</c:v>
                </c:pt>
                <c:pt idx="1495">
                  <c:v>11.372270833143601</c:v>
                </c:pt>
                <c:pt idx="1496">
                  <c:v>10.706636434715241</c:v>
                </c:pt>
                <c:pt idx="1497">
                  <c:v>10.145978098024594</c:v>
                </c:pt>
                <c:pt idx="1498">
                  <c:v>9.5658641659509502</c:v>
                </c:pt>
                <c:pt idx="1499">
                  <c:v>8.3860717415498787</c:v>
                </c:pt>
                <c:pt idx="1500">
                  <c:v>8.0647962204133385</c:v>
                </c:pt>
                <c:pt idx="1501">
                  <c:v>7.7158702682378948</c:v>
                </c:pt>
                <c:pt idx="1502">
                  <c:v>7.9256720367130082</c:v>
                </c:pt>
                <c:pt idx="1503">
                  <c:v>7.9762112236137739</c:v>
                </c:pt>
                <c:pt idx="1504">
                  <c:v>6.8359720065219918</c:v>
                </c:pt>
                <c:pt idx="1505">
                  <c:v>4.1051181163085193</c:v>
                </c:pt>
                <c:pt idx="1506">
                  <c:v>4.1100990537316662</c:v>
                </c:pt>
                <c:pt idx="1507">
                  <c:v>4.4134993924334172</c:v>
                </c:pt>
                <c:pt idx="1508">
                  <c:v>4.1175178414600113</c:v>
                </c:pt>
                <c:pt idx="1509">
                  <c:v>3.9540648465080666</c:v>
                </c:pt>
                <c:pt idx="1510">
                  <c:v>3.9624171455066661</c:v>
                </c:pt>
                <c:pt idx="1511">
                  <c:v>3.8887873568456999</c:v>
                </c:pt>
                <c:pt idx="1512">
                  <c:v>3.9018895641624693</c:v>
                </c:pt>
                <c:pt idx="1513">
                  <c:v>3.8136639031155348</c:v>
                </c:pt>
                <c:pt idx="1514">
                  <c:v>3.8322193741987975</c:v>
                </c:pt>
                <c:pt idx="1515">
                  <c:v>3.757224535123096</c:v>
                </c:pt>
                <c:pt idx="1516">
                  <c:v>3.7913152592999362</c:v>
                </c:pt>
                <c:pt idx="1517">
                  <c:v>3.6835402154610297</c:v>
                </c:pt>
                <c:pt idx="1518">
                  <c:v>3.6559661893691136</c:v>
                </c:pt>
                <c:pt idx="1519">
                  <c:v>3.3442884574520568</c:v>
                </c:pt>
                <c:pt idx="1520">
                  <c:v>3.6907539730578218</c:v>
                </c:pt>
                <c:pt idx="1521">
                  <c:v>4.0125637230550035</c:v>
                </c:pt>
                <c:pt idx="1522">
                  <c:v>3.8873669879401485</c:v>
                </c:pt>
                <c:pt idx="1523">
                  <c:v>3.8041664385229037</c:v>
                </c:pt>
                <c:pt idx="1524">
                  <c:v>3.5673096825395225</c:v>
                </c:pt>
                <c:pt idx="1525">
                  <c:v>3.2859056918993241</c:v>
                </c:pt>
                <c:pt idx="1526">
                  <c:v>2.7450243727362489</c:v>
                </c:pt>
                <c:pt idx="1527">
                  <c:v>2.5855481141550314</c:v>
                </c:pt>
                <c:pt idx="1528">
                  <c:v>2.4245145073543446</c:v>
                </c:pt>
                <c:pt idx="1529">
                  <c:v>4.5611105545819415</c:v>
                </c:pt>
                <c:pt idx="1530">
                  <c:v>3.8214331325817921</c:v>
                </c:pt>
                <c:pt idx="1531">
                  <c:v>3.9761258353455844</c:v>
                </c:pt>
                <c:pt idx="1532">
                  <c:v>3.8790050395285305</c:v>
                </c:pt>
                <c:pt idx="1533">
                  <c:v>3.8904324460855575</c:v>
                </c:pt>
                <c:pt idx="1534">
                  <c:v>4.5257573866095866</c:v>
                </c:pt>
                <c:pt idx="1535">
                  <c:v>4.856744450103001</c:v>
                </c:pt>
                <c:pt idx="1536">
                  <c:v>5.4265415718969869</c:v>
                </c:pt>
                <c:pt idx="1537">
                  <c:v>5.733050245934975</c:v>
                </c:pt>
                <c:pt idx="1538">
                  <c:v>6.001743763872855</c:v>
                </c:pt>
                <c:pt idx="1539">
                  <c:v>6.4343865406159475</c:v>
                </c:pt>
                <c:pt idx="1540">
                  <c:v>6.7160592976183553</c:v>
                </c:pt>
                <c:pt idx="1541">
                  <c:v>6.8746269919888539</c:v>
                </c:pt>
                <c:pt idx="1542">
                  <c:v>6.9382288238671741</c:v>
                </c:pt>
                <c:pt idx="1543">
                  <c:v>7.2903283887162251</c:v>
                </c:pt>
                <c:pt idx="1544">
                  <c:v>6.95482221548487</c:v>
                </c:pt>
                <c:pt idx="1545">
                  <c:v>6.4863381030179017</c:v>
                </c:pt>
                <c:pt idx="1546">
                  <c:v>6.0713943021392289</c:v>
                </c:pt>
                <c:pt idx="1547">
                  <c:v>5.6747124812675445</c:v>
                </c:pt>
                <c:pt idx="1548">
                  <c:v>6.0248407573124716</c:v>
                </c:pt>
                <c:pt idx="1549">
                  <c:v>5.9721742566168237</c:v>
                </c:pt>
                <c:pt idx="1550">
                  <c:v>5.9720174242112458</c:v>
                </c:pt>
                <c:pt idx="1551">
                  <c:v>6.1430732103584669</c:v>
                </c:pt>
                <c:pt idx="1552">
                  <c:v>6.1022497640041351</c:v>
                </c:pt>
                <c:pt idx="1553">
                  <c:v>6.0516650231902025</c:v>
                </c:pt>
                <c:pt idx="1554">
                  <c:v>5.870312241367591</c:v>
                </c:pt>
                <c:pt idx="1555">
                  <c:v>5.5097047157850358</c:v>
                </c:pt>
                <c:pt idx="1556">
                  <c:v>5.3599121426217033</c:v>
                </c:pt>
                <c:pt idx="1557">
                  <c:v>5.4322480855437387</c:v>
                </c:pt>
                <c:pt idx="1558">
                  <c:v>5.4421554687096432</c:v>
                </c:pt>
                <c:pt idx="1559">
                  <c:v>5.2555040239187614</c:v>
                </c:pt>
                <c:pt idx="1560">
                  <c:v>5.1703702990564722</c:v>
                </c:pt>
                <c:pt idx="1561">
                  <c:v>5.2966153488838605</c:v>
                </c:pt>
                <c:pt idx="1562">
                  <c:v>5.2348871806050701</c:v>
                </c:pt>
                <c:pt idx="1563">
                  <c:v>5.222067603436134</c:v>
                </c:pt>
                <c:pt idx="1564">
                  <c:v>5.2838632155609062</c:v>
                </c:pt>
                <c:pt idx="1565">
                  <c:v>5.3583178034035885</c:v>
                </c:pt>
                <c:pt idx="1566">
                  <c:v>9.3873945010662467</c:v>
                </c:pt>
                <c:pt idx="1567">
                  <c:v>10.131177911488045</c:v>
                </c:pt>
                <c:pt idx="1568">
                  <c:v>9.1670579546513693</c:v>
                </c:pt>
                <c:pt idx="1569">
                  <c:v>8.248129792291568</c:v>
                </c:pt>
                <c:pt idx="1570">
                  <c:v>6.7727829994925308</c:v>
                </c:pt>
                <c:pt idx="1571">
                  <c:v>5.8139057642045593</c:v>
                </c:pt>
                <c:pt idx="1572">
                  <c:v>5.2306083923383433</c:v>
                </c:pt>
                <c:pt idx="1573">
                  <c:v>5.432182814623709</c:v>
                </c:pt>
                <c:pt idx="1574">
                  <c:v>5.5525457683124912</c:v>
                </c:pt>
                <c:pt idx="1575">
                  <c:v>5.2835077567559496</c:v>
                </c:pt>
                <c:pt idx="1576">
                  <c:v>5.7045518998515776</c:v>
                </c:pt>
                <c:pt idx="1577">
                  <c:v>6.1016421536802561</c:v>
                </c:pt>
                <c:pt idx="1578">
                  <c:v>6.3482700464671398</c:v>
                </c:pt>
                <c:pt idx="1579">
                  <c:v>6.5554777510973601</c:v>
                </c:pt>
                <c:pt idx="1580">
                  <c:v>6.4676584877164238</c:v>
                </c:pt>
                <c:pt idx="1581">
                  <c:v>6.6171270748637623</c:v>
                </c:pt>
                <c:pt idx="1582">
                  <c:v>6.7741061317785398</c:v>
                </c:pt>
                <c:pt idx="1583">
                  <c:v>6.74284058861475</c:v>
                </c:pt>
                <c:pt idx="1584">
                  <c:v>7.1897993819730885</c:v>
                </c:pt>
                <c:pt idx="1585">
                  <c:v>7.2754363762928582</c:v>
                </c:pt>
                <c:pt idx="1586">
                  <c:v>7.2774981520563182</c:v>
                </c:pt>
                <c:pt idx="1587">
                  <c:v>7.1049212229383105</c:v>
                </c:pt>
                <c:pt idx="1588">
                  <c:v>7.4082648019508675</c:v>
                </c:pt>
                <c:pt idx="1589">
                  <c:v>7.1660871632185579</c:v>
                </c:pt>
                <c:pt idx="1590">
                  <c:v>7.0584202684050963</c:v>
                </c:pt>
                <c:pt idx="1591">
                  <c:v>7.028119372356386</c:v>
                </c:pt>
                <c:pt idx="1592">
                  <c:v>6.4259282680495886</c:v>
                </c:pt>
                <c:pt idx="1593">
                  <c:v>5.5955599339124165</c:v>
                </c:pt>
                <c:pt idx="1594">
                  <c:v>4.7697414218628706</c:v>
                </c:pt>
                <c:pt idx="1595">
                  <c:v>4.6690070895453761</c:v>
                </c:pt>
                <c:pt idx="1596">
                  <c:v>4.5361478293614184</c:v>
                </c:pt>
                <c:pt idx="1597">
                  <c:v>5.1657217699704407</c:v>
                </c:pt>
                <c:pt idx="1598">
                  <c:v>5.766219385339892</c:v>
                </c:pt>
                <c:pt idx="1599">
                  <c:v>5.9101123004996046</c:v>
                </c:pt>
                <c:pt idx="1600">
                  <c:v>6.4905559486849072</c:v>
                </c:pt>
                <c:pt idx="1601">
                  <c:v>6.8754484774168541</c:v>
                </c:pt>
                <c:pt idx="1602">
                  <c:v>7.0673193693744008</c:v>
                </c:pt>
                <c:pt idx="1603">
                  <c:v>7.1302191686728902</c:v>
                </c:pt>
                <c:pt idx="1604">
                  <c:v>6.9940361970063343</c:v>
                </c:pt>
                <c:pt idx="1605">
                  <c:v>5.7472203060709308</c:v>
                </c:pt>
                <c:pt idx="1606">
                  <c:v>5.37423522311677</c:v>
                </c:pt>
                <c:pt idx="1607">
                  <c:v>5.168448481027867</c:v>
                </c:pt>
                <c:pt idx="1608">
                  <c:v>4.9275510177457642</c:v>
                </c:pt>
                <c:pt idx="1609">
                  <c:v>4.8848399557648881</c:v>
                </c:pt>
                <c:pt idx="1610">
                  <c:v>5.0144253966013679</c:v>
                </c:pt>
                <c:pt idx="1611">
                  <c:v>5.4583931729523458</c:v>
                </c:pt>
                <c:pt idx="1612">
                  <c:v>6.6259445230370684</c:v>
                </c:pt>
                <c:pt idx="1613">
                  <c:v>7.3269745769242043</c:v>
                </c:pt>
                <c:pt idx="1614">
                  <c:v>7.1762916678434738</c:v>
                </c:pt>
                <c:pt idx="1615">
                  <c:v>6.6674213679533487</c:v>
                </c:pt>
                <c:pt idx="1616">
                  <c:v>5.9941357420584396</c:v>
                </c:pt>
                <c:pt idx="1617">
                  <c:v>5.5565854773101409</c:v>
                </c:pt>
                <c:pt idx="1618">
                  <c:v>5.648712783112634</c:v>
                </c:pt>
                <c:pt idx="1619">
                  <c:v>6.8767438822510796</c:v>
                </c:pt>
                <c:pt idx="1620">
                  <c:v>8.2935101672260085</c:v>
                </c:pt>
                <c:pt idx="1621">
                  <c:v>7.2263312449006181</c:v>
                </c:pt>
                <c:pt idx="1622">
                  <c:v>6.0142810122349442</c:v>
                </c:pt>
                <c:pt idx="1623">
                  <c:v>6.603354436945275</c:v>
                </c:pt>
                <c:pt idx="1624">
                  <c:v>6.0265262733613323</c:v>
                </c:pt>
                <c:pt idx="1625">
                  <c:v>6.4977078703119071</c:v>
                </c:pt>
                <c:pt idx="1626">
                  <c:v>6.6078079842325543</c:v>
                </c:pt>
                <c:pt idx="1627">
                  <c:v>6.5876290876554418</c:v>
                </c:pt>
                <c:pt idx="1628">
                  <c:v>6.6092680507833483</c:v>
                </c:pt>
                <c:pt idx="1629">
                  <c:v>6.5843453600183066</c:v>
                </c:pt>
                <c:pt idx="1630">
                  <c:v>6.8956193002130188</c:v>
                </c:pt>
                <c:pt idx="1631">
                  <c:v>6.7075000487066134</c:v>
                </c:pt>
                <c:pt idx="1632">
                  <c:v>6.6912595893567</c:v>
                </c:pt>
                <c:pt idx="1633">
                  <c:v>6.806543534798851</c:v>
                </c:pt>
                <c:pt idx="1634">
                  <c:v>6.8341980566111857</c:v>
                </c:pt>
                <c:pt idx="1635">
                  <c:v>7.0369014109959318</c:v>
                </c:pt>
                <c:pt idx="1636">
                  <c:v>7.0246466862981327</c:v>
                </c:pt>
                <c:pt idx="1637">
                  <c:v>6.9252861027573447</c:v>
                </c:pt>
                <c:pt idx="1638">
                  <c:v>6.8637492485928311</c:v>
                </c:pt>
                <c:pt idx="1639">
                  <c:v>7.1298475891199109</c:v>
                </c:pt>
                <c:pt idx="1640">
                  <c:v>7.5276693966559982</c:v>
                </c:pt>
                <c:pt idx="1641">
                  <c:v>7.595706921420617</c:v>
                </c:pt>
                <c:pt idx="1642">
                  <c:v>6.4057088443718992</c:v>
                </c:pt>
                <c:pt idx="1643">
                  <c:v>4.4465929417896799</c:v>
                </c:pt>
                <c:pt idx="1644">
                  <c:v>3.4637218332595632</c:v>
                </c:pt>
                <c:pt idx="1645">
                  <c:v>2.854507711301745</c:v>
                </c:pt>
                <c:pt idx="1646">
                  <c:v>2.8605087207885029</c:v>
                </c:pt>
                <c:pt idx="1647">
                  <c:v>2.9759178814068123</c:v>
                </c:pt>
                <c:pt idx="1648">
                  <c:v>3.4013384329719241</c:v>
                </c:pt>
                <c:pt idx="1649">
                  <c:v>1.7779045654160106</c:v>
                </c:pt>
                <c:pt idx="1650">
                  <c:v>3.9701660107403498</c:v>
                </c:pt>
                <c:pt idx="1651">
                  <c:v>4.3912482952809926</c:v>
                </c:pt>
                <c:pt idx="1652">
                  <c:v>4.6216968134389207</c:v>
                </c:pt>
                <c:pt idx="1653">
                  <c:v>5.2538204073433743</c:v>
                </c:pt>
                <c:pt idx="1654">
                  <c:v>8.392139773143775</c:v>
                </c:pt>
                <c:pt idx="1655">
                  <c:v>10.497832666472508</c:v>
                </c:pt>
                <c:pt idx="1656">
                  <c:v>10.886270186973498</c:v>
                </c:pt>
                <c:pt idx="1657">
                  <c:v>11.481724184716168</c:v>
                </c:pt>
                <c:pt idx="1658">
                  <c:v>11.901030699796788</c:v>
                </c:pt>
                <c:pt idx="1659">
                  <c:v>12.345703649112719</c:v>
                </c:pt>
                <c:pt idx="1660">
                  <c:v>12.58969274574765</c:v>
                </c:pt>
                <c:pt idx="1661">
                  <c:v>13.143753610414217</c:v>
                </c:pt>
                <c:pt idx="1662">
                  <c:v>13.756203126478045</c:v>
                </c:pt>
                <c:pt idx="1663">
                  <c:v>14.219717178412791</c:v>
                </c:pt>
                <c:pt idx="1664">
                  <c:v>12.890991030613915</c:v>
                </c:pt>
                <c:pt idx="1665">
                  <c:v>12.481461448706339</c:v>
                </c:pt>
                <c:pt idx="1666">
                  <c:v>12.343941757623455</c:v>
                </c:pt>
                <c:pt idx="1667">
                  <c:v>11.546929036332715</c:v>
                </c:pt>
                <c:pt idx="1668">
                  <c:v>10.31315302482435</c:v>
                </c:pt>
                <c:pt idx="1669">
                  <c:v>9.9171752897192071</c:v>
                </c:pt>
                <c:pt idx="1670">
                  <c:v>10.066556676268929</c:v>
                </c:pt>
                <c:pt idx="1671">
                  <c:v>10.132314295687216</c:v>
                </c:pt>
                <c:pt idx="1672">
                  <c:v>10.235598106421598</c:v>
                </c:pt>
                <c:pt idx="1673">
                  <c:v>11.516765711013456</c:v>
                </c:pt>
                <c:pt idx="1674">
                  <c:v>13.131993620318253</c:v>
                </c:pt>
                <c:pt idx="1675">
                  <c:v>14.210357944382961</c:v>
                </c:pt>
                <c:pt idx="1676">
                  <c:v>15.77762851783547</c:v>
                </c:pt>
                <c:pt idx="1677">
                  <c:v>16.564699821861776</c:v>
                </c:pt>
                <c:pt idx="1678">
                  <c:v>17.03110055872677</c:v>
                </c:pt>
                <c:pt idx="1679">
                  <c:v>17.019047467678813</c:v>
                </c:pt>
                <c:pt idx="1680">
                  <c:v>17.823615083537614</c:v>
                </c:pt>
                <c:pt idx="1681">
                  <c:v>18.475776761559466</c:v>
                </c:pt>
                <c:pt idx="1682">
                  <c:v>17.834601386077718</c:v>
                </c:pt>
                <c:pt idx="1683">
                  <c:v>18.042058534117093</c:v>
                </c:pt>
                <c:pt idx="1684">
                  <c:v>18.578046531185812</c:v>
                </c:pt>
                <c:pt idx="1685">
                  <c:v>18.619830792370063</c:v>
                </c:pt>
                <c:pt idx="1686">
                  <c:v>18.468086677948136</c:v>
                </c:pt>
                <c:pt idx="1687">
                  <c:v>18.447828405522696</c:v>
                </c:pt>
                <c:pt idx="1688">
                  <c:v>18.211556506650911</c:v>
                </c:pt>
                <c:pt idx="1689">
                  <c:v>17.425813258598595</c:v>
                </c:pt>
                <c:pt idx="1690">
                  <c:v>15.960389621781864</c:v>
                </c:pt>
                <c:pt idx="1691">
                  <c:v>15.109769018105119</c:v>
                </c:pt>
                <c:pt idx="1692">
                  <c:v>14.07577678426437</c:v>
                </c:pt>
                <c:pt idx="1693">
                  <c:v>12.979616073495325</c:v>
                </c:pt>
                <c:pt idx="1694">
                  <c:v>12.776037559175728</c:v>
                </c:pt>
                <c:pt idx="1695">
                  <c:v>12.589817720069588</c:v>
                </c:pt>
                <c:pt idx="1696">
                  <c:v>12.911374606985232</c:v>
                </c:pt>
                <c:pt idx="1697">
                  <c:v>14.322569809360798</c:v>
                </c:pt>
                <c:pt idx="1698">
                  <c:v>14.82380202437051</c:v>
                </c:pt>
                <c:pt idx="1699">
                  <c:v>15.572656990256982</c:v>
                </c:pt>
                <c:pt idx="1700">
                  <c:v>16.675112435855556</c:v>
                </c:pt>
                <c:pt idx="1701">
                  <c:v>17.041148471968164</c:v>
                </c:pt>
                <c:pt idx="1702">
                  <c:v>17.095785300614338</c:v>
                </c:pt>
                <c:pt idx="1703">
                  <c:v>17.026803996423432</c:v>
                </c:pt>
                <c:pt idx="1704">
                  <c:v>17.233407878701779</c:v>
                </c:pt>
                <c:pt idx="1705">
                  <c:v>17.411305647575645</c:v>
                </c:pt>
                <c:pt idx="1706">
                  <c:v>17.736494063746697</c:v>
                </c:pt>
                <c:pt idx="1707">
                  <c:v>17.793599647085273</c:v>
                </c:pt>
                <c:pt idx="1708">
                  <c:v>17.829828397499082</c:v>
                </c:pt>
                <c:pt idx="1709">
                  <c:v>17.628321922717927</c:v>
                </c:pt>
                <c:pt idx="1710">
                  <c:v>17.643550759261359</c:v>
                </c:pt>
                <c:pt idx="1711">
                  <c:v>17.365924130607592</c:v>
                </c:pt>
                <c:pt idx="1712">
                  <c:v>16.9552747736588</c:v>
                </c:pt>
                <c:pt idx="1713">
                  <c:v>17.073389970983161</c:v>
                </c:pt>
                <c:pt idx="1714">
                  <c:v>16.307674622188234</c:v>
                </c:pt>
                <c:pt idx="1715">
                  <c:v>16.172242640970843</c:v>
                </c:pt>
                <c:pt idx="1716">
                  <c:v>16.055492284283069</c:v>
                </c:pt>
                <c:pt idx="1717">
                  <c:v>15.601346769557528</c:v>
                </c:pt>
                <c:pt idx="1718">
                  <c:v>15.05680575932776</c:v>
                </c:pt>
                <c:pt idx="1719">
                  <c:v>14.070218265334795</c:v>
                </c:pt>
                <c:pt idx="1720">
                  <c:v>14.965856716305543</c:v>
                </c:pt>
                <c:pt idx="1721">
                  <c:v>14.912589039230946</c:v>
                </c:pt>
                <c:pt idx="1722">
                  <c:v>14.924666865533061</c:v>
                </c:pt>
                <c:pt idx="1723">
                  <c:v>15.077899885296222</c:v>
                </c:pt>
                <c:pt idx="1724">
                  <c:v>15.016594025161096</c:v>
                </c:pt>
                <c:pt idx="1725">
                  <c:v>14.625634584376924</c:v>
                </c:pt>
                <c:pt idx="1726">
                  <c:v>14.802198100990699</c:v>
                </c:pt>
                <c:pt idx="1727">
                  <c:v>15.235738953458499</c:v>
                </c:pt>
                <c:pt idx="1728">
                  <c:v>15.788410919223876</c:v>
                </c:pt>
                <c:pt idx="1729">
                  <c:v>15.867690993452452</c:v>
                </c:pt>
                <c:pt idx="1730">
                  <c:v>16.354949070464134</c:v>
                </c:pt>
                <c:pt idx="1731">
                  <c:v>17.149381557452195</c:v>
                </c:pt>
                <c:pt idx="1732">
                  <c:v>17.624387622324583</c:v>
                </c:pt>
                <c:pt idx="1733">
                  <c:v>17.57238376898237</c:v>
                </c:pt>
                <c:pt idx="1734">
                  <c:v>17.487218894074957</c:v>
                </c:pt>
                <c:pt idx="1735">
                  <c:v>18.247719179746436</c:v>
                </c:pt>
                <c:pt idx="1736">
                  <c:v>17.488471536004514</c:v>
                </c:pt>
                <c:pt idx="1737">
                  <c:v>15.939285457081128</c:v>
                </c:pt>
                <c:pt idx="1738">
                  <c:v>14.7101678235049</c:v>
                </c:pt>
                <c:pt idx="1739">
                  <c:v>13.884843917412528</c:v>
                </c:pt>
                <c:pt idx="1740">
                  <c:v>12.900869893648336</c:v>
                </c:pt>
                <c:pt idx="1741">
                  <c:v>11.582962267562191</c:v>
                </c:pt>
                <c:pt idx="1742">
                  <c:v>11.232502404627009</c:v>
                </c:pt>
                <c:pt idx="1743">
                  <c:v>11.395178462831545</c:v>
                </c:pt>
                <c:pt idx="1744">
                  <c:v>11.069652001481971</c:v>
                </c:pt>
                <c:pt idx="1745">
                  <c:v>11.76550444366436</c:v>
                </c:pt>
                <c:pt idx="1746">
                  <c:v>12.225401646289285</c:v>
                </c:pt>
                <c:pt idx="1747">
                  <c:v>12.774011101890263</c:v>
                </c:pt>
                <c:pt idx="1748">
                  <c:v>13.502636716330931</c:v>
                </c:pt>
                <c:pt idx="1749">
                  <c:v>14.27187475315125</c:v>
                </c:pt>
                <c:pt idx="1750">
                  <c:v>14.482011514955241</c:v>
                </c:pt>
                <c:pt idx="1751">
                  <c:v>14.618179675549111</c:v>
                </c:pt>
                <c:pt idx="1752">
                  <c:v>15.027533823308</c:v>
                </c:pt>
                <c:pt idx="1753">
                  <c:v>15.215390793828959</c:v>
                </c:pt>
                <c:pt idx="1754">
                  <c:v>15.942743711379475</c:v>
                </c:pt>
                <c:pt idx="1755">
                  <c:v>15.86454210088243</c:v>
                </c:pt>
                <c:pt idx="1756">
                  <c:v>16.442838070186124</c:v>
                </c:pt>
                <c:pt idx="1757">
                  <c:v>16.24845043575116</c:v>
                </c:pt>
                <c:pt idx="1758">
                  <c:v>16.3835034971321</c:v>
                </c:pt>
                <c:pt idx="1759">
                  <c:v>16.983859276903569</c:v>
                </c:pt>
                <c:pt idx="1760">
                  <c:v>16.967911128460777</c:v>
                </c:pt>
                <c:pt idx="1761">
                  <c:v>14.821342535594846</c:v>
                </c:pt>
                <c:pt idx="1762">
                  <c:v>12.898762283721338</c:v>
                </c:pt>
                <c:pt idx="1763">
                  <c:v>12.547547815197047</c:v>
                </c:pt>
                <c:pt idx="1764">
                  <c:v>10.659448047170269</c:v>
                </c:pt>
                <c:pt idx="1765">
                  <c:v>9.9272246088545035</c:v>
                </c:pt>
                <c:pt idx="1766">
                  <c:v>9.0393679199778543</c:v>
                </c:pt>
                <c:pt idx="1767">
                  <c:v>8.6376474321004295</c:v>
                </c:pt>
                <c:pt idx="1768">
                  <c:v>9.4197769827964954</c:v>
                </c:pt>
                <c:pt idx="1769">
                  <c:v>10.091836162611678</c:v>
                </c:pt>
                <c:pt idx="1770">
                  <c:v>11.07724791981474</c:v>
                </c:pt>
                <c:pt idx="1771">
                  <c:v>12.075825601913094</c:v>
                </c:pt>
                <c:pt idx="1772">
                  <c:v>12.673156874933566</c:v>
                </c:pt>
                <c:pt idx="1773">
                  <c:v>14.220389197819859</c:v>
                </c:pt>
                <c:pt idx="1774">
                  <c:v>16.109443978734674</c:v>
                </c:pt>
                <c:pt idx="1775">
                  <c:v>15.80373832630271</c:v>
                </c:pt>
                <c:pt idx="1776">
                  <c:v>16.237759637025363</c:v>
                </c:pt>
                <c:pt idx="1777">
                  <c:v>16.895196953132118</c:v>
                </c:pt>
                <c:pt idx="1778">
                  <c:v>16.81058938311558</c:v>
                </c:pt>
                <c:pt idx="1779">
                  <c:v>16.458435452350763</c:v>
                </c:pt>
                <c:pt idx="1780">
                  <c:v>16.908125233602263</c:v>
                </c:pt>
                <c:pt idx="1781">
                  <c:v>17.115030065258388</c:v>
                </c:pt>
                <c:pt idx="1782">
                  <c:v>16.502489440704529</c:v>
                </c:pt>
                <c:pt idx="1783">
                  <c:v>21.564019834735827</c:v>
                </c:pt>
                <c:pt idx="1784">
                  <c:v>9.6292482396038626</c:v>
                </c:pt>
                <c:pt idx="1785">
                  <c:v>7.1866808336776824</c:v>
                </c:pt>
                <c:pt idx="1786">
                  <c:v>7.2267313984830661</c:v>
                </c:pt>
                <c:pt idx="1787">
                  <c:v>6.7812009230208323</c:v>
                </c:pt>
                <c:pt idx="1788">
                  <c:v>5.7322721988622884</c:v>
                </c:pt>
                <c:pt idx="1789">
                  <c:v>4.7298164998144188</c:v>
                </c:pt>
                <c:pt idx="1790">
                  <c:v>4.5318507007552045</c:v>
                </c:pt>
                <c:pt idx="1791">
                  <c:v>4.4328789517788278</c:v>
                </c:pt>
                <c:pt idx="1792">
                  <c:v>4.9603202883535271</c:v>
                </c:pt>
                <c:pt idx="1793">
                  <c:v>4.5671368027713157</c:v>
                </c:pt>
                <c:pt idx="1794">
                  <c:v>4.2668544055788251</c:v>
                </c:pt>
                <c:pt idx="1795">
                  <c:v>3.8449786639531287</c:v>
                </c:pt>
                <c:pt idx="1796">
                  <c:v>4.0483142711300291</c:v>
                </c:pt>
                <c:pt idx="1797">
                  <c:v>4.0579752513213716</c:v>
                </c:pt>
                <c:pt idx="1798">
                  <c:v>3.9229734062771247</c:v>
                </c:pt>
                <c:pt idx="1799">
                  <c:v>3.6894306310535736</c:v>
                </c:pt>
                <c:pt idx="1800">
                  <c:v>3.991643046523651</c:v>
                </c:pt>
                <c:pt idx="1801">
                  <c:v>4.4257263233231399</c:v>
                </c:pt>
                <c:pt idx="1802">
                  <c:v>4.6274068315074501</c:v>
                </c:pt>
                <c:pt idx="1803">
                  <c:v>4.7028691756277263</c:v>
                </c:pt>
                <c:pt idx="1804">
                  <c:v>4.7033759576189844</c:v>
                </c:pt>
                <c:pt idx="1805">
                  <c:v>4.8328400830565448</c:v>
                </c:pt>
                <c:pt idx="1806">
                  <c:v>5.2303423992823053</c:v>
                </c:pt>
                <c:pt idx="1807">
                  <c:v>5.8912576473268254</c:v>
                </c:pt>
                <c:pt idx="1808">
                  <c:v>4.9656973011911418</c:v>
                </c:pt>
                <c:pt idx="1809">
                  <c:v>4.6220004994985402</c:v>
                </c:pt>
                <c:pt idx="1810">
                  <c:v>4.333552769035049</c:v>
                </c:pt>
                <c:pt idx="1811">
                  <c:v>3.8230784376627454</c:v>
                </c:pt>
                <c:pt idx="1812">
                  <c:v>3.4904093250002326</c:v>
                </c:pt>
                <c:pt idx="1813">
                  <c:v>3.5509986637368005</c:v>
                </c:pt>
                <c:pt idx="1814">
                  <c:v>3.1183093867969398</c:v>
                </c:pt>
                <c:pt idx="1815">
                  <c:v>3.4033852808481622</c:v>
                </c:pt>
                <c:pt idx="1816">
                  <c:v>3.444802418175704</c:v>
                </c:pt>
                <c:pt idx="1817">
                  <c:v>3.7174457917369663</c:v>
                </c:pt>
                <c:pt idx="1818">
                  <c:v>4.11585729824822</c:v>
                </c:pt>
                <c:pt idx="1819">
                  <c:v>4.3461623472321316</c:v>
                </c:pt>
                <c:pt idx="1820">
                  <c:v>4.4517177374493047</c:v>
                </c:pt>
                <c:pt idx="1821">
                  <c:v>4.5604687971925317</c:v>
                </c:pt>
                <c:pt idx="1822">
                  <c:v>4.5036919897428618</c:v>
                </c:pt>
                <c:pt idx="1823">
                  <c:v>4.4042895759990497</c:v>
                </c:pt>
                <c:pt idx="1824">
                  <c:v>4.6043692622543979</c:v>
                </c:pt>
                <c:pt idx="1825">
                  <c:v>4.7022856945125167</c:v>
                </c:pt>
                <c:pt idx="1826">
                  <c:v>4.7396731783694115</c:v>
                </c:pt>
                <c:pt idx="1827">
                  <c:v>4.7461160962164533</c:v>
                </c:pt>
                <c:pt idx="1828">
                  <c:v>4.8334572639572517</c:v>
                </c:pt>
                <c:pt idx="1829">
                  <c:v>4.8545983987374886</c:v>
                </c:pt>
                <c:pt idx="1830">
                  <c:v>4.8560874350483125</c:v>
                </c:pt>
                <c:pt idx="1831">
                  <c:v>5.1462364155046982</c:v>
                </c:pt>
                <c:pt idx="1832">
                  <c:v>5.7311681187572425</c:v>
                </c:pt>
                <c:pt idx="1833">
                  <c:v>5.9489280695887246</c:v>
                </c:pt>
                <c:pt idx="1834">
                  <c:v>5.855895753641855</c:v>
                </c:pt>
                <c:pt idx="1835">
                  <c:v>5.9562023191650493</c:v>
                </c:pt>
                <c:pt idx="1836">
                  <c:v>5.6823436973013353</c:v>
                </c:pt>
                <c:pt idx="1837">
                  <c:v>5.4952003595926069</c:v>
                </c:pt>
                <c:pt idx="1838">
                  <c:v>5.4186947615388741</c:v>
                </c:pt>
                <c:pt idx="1839">
                  <c:v>4.8426350327738179</c:v>
                </c:pt>
                <c:pt idx="1840">
                  <c:v>5.1286872168995821</c:v>
                </c:pt>
                <c:pt idx="1841">
                  <c:v>5.3026237309051787</c:v>
                </c:pt>
                <c:pt idx="1842">
                  <c:v>5.3557949016208877</c:v>
                </c:pt>
                <c:pt idx="1843">
                  <c:v>5.276651324028637</c:v>
                </c:pt>
                <c:pt idx="1844">
                  <c:v>5.4726694086869658</c:v>
                </c:pt>
                <c:pt idx="1845">
                  <c:v>5.5624804594225763</c:v>
                </c:pt>
                <c:pt idx="1846">
                  <c:v>5.6682789532072295</c:v>
                </c:pt>
                <c:pt idx="1847">
                  <c:v>5.5963697607276064</c:v>
                </c:pt>
                <c:pt idx="1848">
                  <c:v>5.7192760395514215</c:v>
                </c:pt>
                <c:pt idx="1849">
                  <c:v>5.8110316396712829</c:v>
                </c:pt>
                <c:pt idx="1850">
                  <c:v>5.8520836956511699</c:v>
                </c:pt>
                <c:pt idx="1851">
                  <c:v>5.6783755271891021</c:v>
                </c:pt>
                <c:pt idx="1852">
                  <c:v>5.7697734784676884</c:v>
                </c:pt>
                <c:pt idx="1853">
                  <c:v>5.7975673010871693</c:v>
                </c:pt>
                <c:pt idx="1854">
                  <c:v>5.8640908988839637</c:v>
                </c:pt>
                <c:pt idx="1855">
                  <c:v>5.9871392589832135</c:v>
                </c:pt>
                <c:pt idx="1856">
                  <c:v>5.865448787292352</c:v>
                </c:pt>
                <c:pt idx="1857">
                  <c:v>5.7567502115124682</c:v>
                </c:pt>
                <c:pt idx="1858">
                  <c:v>5.5359539161125317</c:v>
                </c:pt>
                <c:pt idx="1859">
                  <c:v>5.5413582010089835</c:v>
                </c:pt>
                <c:pt idx="1860">
                  <c:v>5.4469903500289627</c:v>
                </c:pt>
                <c:pt idx="1861">
                  <c:v>5.5258846072230909</c:v>
                </c:pt>
                <c:pt idx="1862">
                  <c:v>5.2849515176670829</c:v>
                </c:pt>
                <c:pt idx="1863">
                  <c:v>5.24806638653427</c:v>
                </c:pt>
                <c:pt idx="1864">
                  <c:v>5.4610574124979756</c:v>
                </c:pt>
                <c:pt idx="1865">
                  <c:v>5.3786387278507615</c:v>
                </c:pt>
                <c:pt idx="1866">
                  <c:v>5.2186172236454871</c:v>
                </c:pt>
                <c:pt idx="1867">
                  <c:v>5.3893372391780732</c:v>
                </c:pt>
                <c:pt idx="1868">
                  <c:v>5.4648862672437248</c:v>
                </c:pt>
                <c:pt idx="1869">
                  <c:v>5.3551307273110922</c:v>
                </c:pt>
                <c:pt idx="1870">
                  <c:v>5.2819119882583649</c:v>
                </c:pt>
                <c:pt idx="1871">
                  <c:v>5.3193978042397809</c:v>
                </c:pt>
                <c:pt idx="1872">
                  <c:v>5.3238096943088706</c:v>
                </c:pt>
                <c:pt idx="1873">
                  <c:v>5.3390138469582116</c:v>
                </c:pt>
                <c:pt idx="1874">
                  <c:v>5.2959530206282963</c:v>
                </c:pt>
                <c:pt idx="1875">
                  <c:v>5.4898667397491243</c:v>
                </c:pt>
                <c:pt idx="1876">
                  <c:v>5.5692093789642838</c:v>
                </c:pt>
                <c:pt idx="1877">
                  <c:v>5.4463785470792114</c:v>
                </c:pt>
                <c:pt idx="1878">
                  <c:v>5.5360362351077228</c:v>
                </c:pt>
                <c:pt idx="1879">
                  <c:v>5.60630928658325</c:v>
                </c:pt>
                <c:pt idx="1880">
                  <c:v>5.7433284182457855</c:v>
                </c:pt>
                <c:pt idx="1881">
                  <c:v>5.9355440062067197</c:v>
                </c:pt>
                <c:pt idx="1882">
                  <c:v>5.6107572014974139</c:v>
                </c:pt>
                <c:pt idx="1883">
                  <c:v>5.2103905158516186</c:v>
                </c:pt>
                <c:pt idx="1884">
                  <c:v>4.949185968888254</c:v>
                </c:pt>
                <c:pt idx="1885">
                  <c:v>4.4353407278461647</c:v>
                </c:pt>
                <c:pt idx="1886">
                  <c:v>4.2448640539619573</c:v>
                </c:pt>
                <c:pt idx="1887">
                  <c:v>4.3084942680739582</c:v>
                </c:pt>
                <c:pt idx="1888">
                  <c:v>4.7299893524869461</c:v>
                </c:pt>
                <c:pt idx="1889">
                  <c:v>4.7405214712301333</c:v>
                </c:pt>
                <c:pt idx="1890">
                  <c:v>4.9371385883065182</c:v>
                </c:pt>
                <c:pt idx="1891">
                  <c:v>5.2810562332624391</c:v>
                </c:pt>
                <c:pt idx="1892">
                  <c:v>5.1208946344369162</c:v>
                </c:pt>
                <c:pt idx="1893">
                  <c:v>5.7986613070101072</c:v>
                </c:pt>
                <c:pt idx="1894">
                  <c:v>5.9501991375025503</c:v>
                </c:pt>
                <c:pt idx="1895">
                  <c:v>5.9575705458002446</c:v>
                </c:pt>
                <c:pt idx="1896">
                  <c:v>5.9098898982545025</c:v>
                </c:pt>
                <c:pt idx="1897">
                  <c:v>5.9207198427701249</c:v>
                </c:pt>
                <c:pt idx="1898">
                  <c:v>5.8822601438508348</c:v>
                </c:pt>
                <c:pt idx="1899">
                  <c:v>6.0553650801041341</c:v>
                </c:pt>
                <c:pt idx="1900">
                  <c:v>5.9631103353936021</c:v>
                </c:pt>
                <c:pt idx="1901">
                  <c:v>6.256405450296354</c:v>
                </c:pt>
                <c:pt idx="1902">
                  <c:v>6.24186578103643</c:v>
                </c:pt>
                <c:pt idx="1903">
                  <c:v>6.1288080557153517</c:v>
                </c:pt>
                <c:pt idx="1904">
                  <c:v>6.3776997902953765</c:v>
                </c:pt>
                <c:pt idx="1905">
                  <c:v>5.7924539008323785</c:v>
                </c:pt>
                <c:pt idx="1906">
                  <c:v>5.9139420392865469</c:v>
                </c:pt>
                <c:pt idx="1907">
                  <c:v>5.5720294958618881</c:v>
                </c:pt>
                <c:pt idx="1908">
                  <c:v>5.3476191718692148</c:v>
                </c:pt>
                <c:pt idx="1909">
                  <c:v>4.8652380962840907</c:v>
                </c:pt>
                <c:pt idx="1910">
                  <c:v>4.4599760030074869</c:v>
                </c:pt>
                <c:pt idx="1911">
                  <c:v>4.8595955631767591</c:v>
                </c:pt>
                <c:pt idx="1912">
                  <c:v>4.4467003848240489</c:v>
                </c:pt>
                <c:pt idx="1913">
                  <c:v>4.4865069265127113</c:v>
                </c:pt>
                <c:pt idx="1914">
                  <c:v>4.5825552970581356</c:v>
                </c:pt>
                <c:pt idx="1915">
                  <c:v>4.7067450148610934</c:v>
                </c:pt>
                <c:pt idx="1916">
                  <c:v>4.7877010814500993</c:v>
                </c:pt>
                <c:pt idx="1917">
                  <c:v>5.4331136812736256</c:v>
                </c:pt>
                <c:pt idx="1918">
                  <c:v>5.5431279128570834</c:v>
                </c:pt>
                <c:pt idx="1919">
                  <c:v>5.6275309855039959</c:v>
                </c:pt>
                <c:pt idx="1920">
                  <c:v>5.4907564102760666</c:v>
                </c:pt>
                <c:pt idx="1921">
                  <c:v>5.5258472344048783</c:v>
                </c:pt>
                <c:pt idx="1922">
                  <c:v>5.4871049126649369</c:v>
                </c:pt>
                <c:pt idx="1923">
                  <c:v>6.082458705997924</c:v>
                </c:pt>
                <c:pt idx="1924">
                  <c:v>6.4883861052244596</c:v>
                </c:pt>
                <c:pt idx="1925">
                  <c:v>6.4461749740752561</c:v>
                </c:pt>
                <c:pt idx="1926">
                  <c:v>6.3543782563111817</c:v>
                </c:pt>
                <c:pt idx="1927">
                  <c:v>6.2622068886155544</c:v>
                </c:pt>
                <c:pt idx="1928">
                  <c:v>6.2307461431860238</c:v>
                </c:pt>
                <c:pt idx="1929">
                  <c:v>6.5551442258397534</c:v>
                </c:pt>
                <c:pt idx="1930">
                  <c:v>6.5048721337367903</c:v>
                </c:pt>
                <c:pt idx="1931">
                  <c:v>6.3026052391084741</c:v>
                </c:pt>
                <c:pt idx="1932">
                  <c:v>6.1537739495782224</c:v>
                </c:pt>
                <c:pt idx="1933">
                  <c:v>5.4722073271972214</c:v>
                </c:pt>
                <c:pt idx="1934">
                  <c:v>6.5932800518836254</c:v>
                </c:pt>
                <c:pt idx="1935">
                  <c:v>6.1121818275709714</c:v>
                </c:pt>
                <c:pt idx="1936">
                  <c:v>5.8801509274457988</c:v>
                </c:pt>
                <c:pt idx="1937">
                  <c:v>5.5886970025981793</c:v>
                </c:pt>
                <c:pt idx="1938">
                  <c:v>6.0863010894021654</c:v>
                </c:pt>
                <c:pt idx="1939">
                  <c:v>5.7181984698582644</c:v>
                </c:pt>
                <c:pt idx="1940">
                  <c:v>5.9076530300175758</c:v>
                </c:pt>
                <c:pt idx="1941">
                  <c:v>6.915183447683412</c:v>
                </c:pt>
                <c:pt idx="1942">
                  <c:v>7.298669984978825</c:v>
                </c:pt>
                <c:pt idx="1943">
                  <c:v>7.1693637223586633</c:v>
                </c:pt>
                <c:pt idx="1944">
                  <c:v>7.3542601994538792</c:v>
                </c:pt>
                <c:pt idx="1945">
                  <c:v>7.0990990394209419</c:v>
                </c:pt>
                <c:pt idx="1946">
                  <c:v>7.1697607280072662</c:v>
                </c:pt>
                <c:pt idx="1947">
                  <c:v>7.656136792964567</c:v>
                </c:pt>
                <c:pt idx="1948">
                  <c:v>7.8394764105289489</c:v>
                </c:pt>
                <c:pt idx="1949">
                  <c:v>7.959750720973596</c:v>
                </c:pt>
                <c:pt idx="1950">
                  <c:v>7.6116201788001465</c:v>
                </c:pt>
                <c:pt idx="1951">
                  <c:v>7.2968904106024217</c:v>
                </c:pt>
                <c:pt idx="1952">
                  <c:v>6.9574185552710182</c:v>
                </c:pt>
                <c:pt idx="1953">
                  <c:v>7.0865196466500464</c:v>
                </c:pt>
                <c:pt idx="1954">
                  <c:v>6.282556730305207</c:v>
                </c:pt>
                <c:pt idx="1955">
                  <c:v>5.4808022175452757</c:v>
                </c:pt>
                <c:pt idx="1956">
                  <c:v>5.4653160529347673</c:v>
                </c:pt>
                <c:pt idx="1957">
                  <c:v>5.8794630312758729</c:v>
                </c:pt>
                <c:pt idx="1958">
                  <c:v>5.2439563672693854</c:v>
                </c:pt>
                <c:pt idx="1959">
                  <c:v>4.9262319146575217</c:v>
                </c:pt>
                <c:pt idx="1960">
                  <c:v>4.7517400266621408</c:v>
                </c:pt>
                <c:pt idx="1961">
                  <c:v>4.8850377614120752</c:v>
                </c:pt>
                <c:pt idx="1962">
                  <c:v>5.1251698438236755</c:v>
                </c:pt>
                <c:pt idx="1963">
                  <c:v>5.3989796759293842</c:v>
                </c:pt>
                <c:pt idx="1964">
                  <c:v>5.9445627970860953</c:v>
                </c:pt>
                <c:pt idx="1965">
                  <c:v>6.1131396107519134</c:v>
                </c:pt>
                <c:pt idx="1966">
                  <c:v>6.5023108101967715</c:v>
                </c:pt>
                <c:pt idx="1967">
                  <c:v>6.9627992779785934</c:v>
                </c:pt>
                <c:pt idx="1968">
                  <c:v>7.0379600794990127</c:v>
                </c:pt>
                <c:pt idx="1969">
                  <c:v>7.2971920497141838</c:v>
                </c:pt>
                <c:pt idx="1970">
                  <c:v>7.1597902332948475</c:v>
                </c:pt>
                <c:pt idx="1971">
                  <c:v>7.4045821537245233</c:v>
                </c:pt>
                <c:pt idx="1972">
                  <c:v>7.958888919962388</c:v>
                </c:pt>
                <c:pt idx="1973">
                  <c:v>7.9728107375226474</c:v>
                </c:pt>
                <c:pt idx="1974">
                  <c:v>7.812119800190672</c:v>
                </c:pt>
                <c:pt idx="1975">
                  <c:v>8.271288488265224</c:v>
                </c:pt>
                <c:pt idx="1976">
                  <c:v>8.557206184004059</c:v>
                </c:pt>
                <c:pt idx="1977">
                  <c:v>8.7155706252833927</c:v>
                </c:pt>
                <c:pt idx="1978">
                  <c:v>7.7767174124438538</c:v>
                </c:pt>
                <c:pt idx="1979">
                  <c:v>7.9997923059074907</c:v>
                </c:pt>
                <c:pt idx="1980">
                  <c:v>7.0738434920910853</c:v>
                </c:pt>
                <c:pt idx="1981">
                  <c:v>7.2574436848095916</c:v>
                </c:pt>
                <c:pt idx="1982">
                  <c:v>6.8907737936197826</c:v>
                </c:pt>
                <c:pt idx="1983">
                  <c:v>6.4662909305398601</c:v>
                </c:pt>
                <c:pt idx="1984">
                  <c:v>7.015102418315144</c:v>
                </c:pt>
                <c:pt idx="1985">
                  <c:v>6.6553637162964012</c:v>
                </c:pt>
                <c:pt idx="1986">
                  <c:v>6.8940889388700466</c:v>
                </c:pt>
                <c:pt idx="1987">
                  <c:v>7.0249616499485512</c:v>
                </c:pt>
                <c:pt idx="1988">
                  <c:v>6.7094058005858574</c:v>
                </c:pt>
                <c:pt idx="1989">
                  <c:v>6.2426031372133481</c:v>
                </c:pt>
                <c:pt idx="1990">
                  <c:v>6.1076699547298468</c:v>
                </c:pt>
                <c:pt idx="1991">
                  <c:v>6.0141709791798865</c:v>
                </c:pt>
                <c:pt idx="1992">
                  <c:v>6.0813351749866262</c:v>
                </c:pt>
                <c:pt idx="1993">
                  <c:v>6.6036283441109997</c:v>
                </c:pt>
                <c:pt idx="1994">
                  <c:v>5.9183643125687251</c:v>
                </c:pt>
                <c:pt idx="1995">
                  <c:v>5.4680554926565081</c:v>
                </c:pt>
                <c:pt idx="1996">
                  <c:v>5.1645716120658838</c:v>
                </c:pt>
                <c:pt idx="1997">
                  <c:v>5.3860588016668141</c:v>
                </c:pt>
                <c:pt idx="1998">
                  <c:v>5.4675432753497244</c:v>
                </c:pt>
                <c:pt idx="1999">
                  <c:v>5.0656509228397502</c:v>
                </c:pt>
                <c:pt idx="2000">
                  <c:v>4.827107169750013</c:v>
                </c:pt>
                <c:pt idx="2001">
                  <c:v>4.6618889457903521</c:v>
                </c:pt>
                <c:pt idx="2002">
                  <c:v>3.7655544256031606</c:v>
                </c:pt>
                <c:pt idx="2003">
                  <c:v>2.8049313985471018</c:v>
                </c:pt>
                <c:pt idx="2004">
                  <c:v>2.7112995259227537</c:v>
                </c:pt>
                <c:pt idx="2005">
                  <c:v>2.708180636027695</c:v>
                </c:pt>
                <c:pt idx="2006">
                  <c:v>2.7308422379459798</c:v>
                </c:pt>
                <c:pt idx="2007">
                  <c:v>3.6985364681112607</c:v>
                </c:pt>
                <c:pt idx="2008">
                  <c:v>5.0373494502192111</c:v>
                </c:pt>
                <c:pt idx="2009">
                  <c:v>5.8900542996762555</c:v>
                </c:pt>
                <c:pt idx="2010">
                  <c:v>6.705111024176591</c:v>
                </c:pt>
                <c:pt idx="2011">
                  <c:v>7.1632427848902775</c:v>
                </c:pt>
                <c:pt idx="2012">
                  <c:v>8.0596707422367988</c:v>
                </c:pt>
                <c:pt idx="2013">
                  <c:v>8.3908752104524407</c:v>
                </c:pt>
                <c:pt idx="2014">
                  <c:v>9.2461594778248841</c:v>
                </c:pt>
                <c:pt idx="2015">
                  <c:v>9.3707055968305308</c:v>
                </c:pt>
                <c:pt idx="2016">
                  <c:v>9.8725427580175307</c:v>
                </c:pt>
                <c:pt idx="2017">
                  <c:v>9.9440428424882779</c:v>
                </c:pt>
                <c:pt idx="2018">
                  <c:v>9.8959353823476803</c:v>
                </c:pt>
                <c:pt idx="2019">
                  <c:v>9.6583381184501409</c:v>
                </c:pt>
                <c:pt idx="2020">
                  <c:v>9.6930173744594974</c:v>
                </c:pt>
                <c:pt idx="2021">
                  <c:v>9.72837903400759</c:v>
                </c:pt>
                <c:pt idx="2022">
                  <c:v>9.4265286390075822</c:v>
                </c:pt>
                <c:pt idx="2023">
                  <c:v>9.912870713533307</c:v>
                </c:pt>
                <c:pt idx="2024">
                  <c:v>9.981164419783557</c:v>
                </c:pt>
                <c:pt idx="2025">
                  <c:v>9.8110285019750254</c:v>
                </c:pt>
                <c:pt idx="2026">
                  <c:v>9.6890360980728794</c:v>
                </c:pt>
                <c:pt idx="2027">
                  <c:v>9.3350680134176933</c:v>
                </c:pt>
                <c:pt idx="2028">
                  <c:v>9.6667306402182653</c:v>
                </c:pt>
                <c:pt idx="2029">
                  <c:v>8.086801576376919</c:v>
                </c:pt>
                <c:pt idx="2030">
                  <c:v>7.8190599565030929</c:v>
                </c:pt>
                <c:pt idx="2031">
                  <c:v>8.1790124164086464</c:v>
                </c:pt>
                <c:pt idx="2032">
                  <c:v>9.2825656514002883</c:v>
                </c:pt>
                <c:pt idx="2033">
                  <c:v>9.3876350702897255</c:v>
                </c:pt>
                <c:pt idx="2034">
                  <c:v>9.2524138170083585</c:v>
                </c:pt>
                <c:pt idx="2035">
                  <c:v>9.0483807888172532</c:v>
                </c:pt>
                <c:pt idx="2036">
                  <c:v>9.2004241993614215</c:v>
                </c:pt>
                <c:pt idx="2037">
                  <c:v>9.3301249145026013</c:v>
                </c:pt>
                <c:pt idx="2038">
                  <c:v>9.1196094786101227</c:v>
                </c:pt>
                <c:pt idx="2039">
                  <c:v>9.5319376289049185</c:v>
                </c:pt>
                <c:pt idx="2040">
                  <c:v>9.4798438991100458</c:v>
                </c:pt>
                <c:pt idx="2041">
                  <c:v>9.1823473101749009</c:v>
                </c:pt>
                <c:pt idx="2042">
                  <c:v>9.152039305035137</c:v>
                </c:pt>
                <c:pt idx="2043">
                  <c:v>8.9780502818357615</c:v>
                </c:pt>
                <c:pt idx="2044">
                  <c:v>8.9561335477486352</c:v>
                </c:pt>
                <c:pt idx="2045">
                  <c:v>8.9081024069651491</c:v>
                </c:pt>
                <c:pt idx="2046">
                  <c:v>9.0762934220982388</c:v>
                </c:pt>
                <c:pt idx="2047">
                  <c:v>8.6118720065167391</c:v>
                </c:pt>
                <c:pt idx="2048">
                  <c:v>8.6743876060076968</c:v>
                </c:pt>
                <c:pt idx="2049">
                  <c:v>8.8275230323235263</c:v>
                </c:pt>
                <c:pt idx="2050">
                  <c:v>7.9085846983227421</c:v>
                </c:pt>
                <c:pt idx="2051">
                  <c:v>6.9278527822562728</c:v>
                </c:pt>
                <c:pt idx="2052">
                  <c:v>6.8508478955424872</c:v>
                </c:pt>
                <c:pt idx="2053">
                  <c:v>7.4169279532084866</c:v>
                </c:pt>
                <c:pt idx="2054">
                  <c:v>7.3787649040790404</c:v>
                </c:pt>
                <c:pt idx="2055">
                  <c:v>7.3390609730182543</c:v>
                </c:pt>
                <c:pt idx="2056">
                  <c:v>7.6587751811804266</c:v>
                </c:pt>
                <c:pt idx="2057">
                  <c:v>7.9515173458925412</c:v>
                </c:pt>
                <c:pt idx="2058">
                  <c:v>8.0713539366031846</c:v>
                </c:pt>
                <c:pt idx="2059">
                  <c:v>7.8267134011514301</c:v>
                </c:pt>
                <c:pt idx="2060">
                  <c:v>7.6053922521389943</c:v>
                </c:pt>
                <c:pt idx="2061">
                  <c:v>7.5806270352690834</c:v>
                </c:pt>
                <c:pt idx="2062">
                  <c:v>7.8227273773469364</c:v>
                </c:pt>
                <c:pt idx="2063">
                  <c:v>8.3350542166654158</c:v>
                </c:pt>
                <c:pt idx="2064">
                  <c:v>8.298616030910317</c:v>
                </c:pt>
                <c:pt idx="2065">
                  <c:v>8.302949194374035</c:v>
                </c:pt>
                <c:pt idx="2066">
                  <c:v>8.6002525815104676</c:v>
                </c:pt>
                <c:pt idx="2067">
                  <c:v>8.6974355540951471</c:v>
                </c:pt>
                <c:pt idx="2068">
                  <c:v>8.629349424406902</c:v>
                </c:pt>
                <c:pt idx="2069">
                  <c:v>8.9228994273046993</c:v>
                </c:pt>
                <c:pt idx="2070">
                  <c:v>8.9243122389105292</c:v>
                </c:pt>
                <c:pt idx="2071">
                  <c:v>9.025043421363609</c:v>
                </c:pt>
                <c:pt idx="2072">
                  <c:v>9.2093368933316189</c:v>
                </c:pt>
                <c:pt idx="2073">
                  <c:v>10.439465353770309</c:v>
                </c:pt>
                <c:pt idx="2074">
                  <c:v>10.732357844910709</c:v>
                </c:pt>
                <c:pt idx="2075">
                  <c:v>8.2098626518848654</c:v>
                </c:pt>
                <c:pt idx="2076">
                  <c:v>7.8592311635207102</c:v>
                </c:pt>
                <c:pt idx="2077">
                  <c:v>7.6750521416030058</c:v>
                </c:pt>
                <c:pt idx="2078">
                  <c:v>7.4894242581902155</c:v>
                </c:pt>
                <c:pt idx="2079">
                  <c:v>7.269937953772998</c:v>
                </c:pt>
                <c:pt idx="2080">
                  <c:v>7.0122692676462615</c:v>
                </c:pt>
                <c:pt idx="2081">
                  <c:v>6.9412636808480483</c:v>
                </c:pt>
                <c:pt idx="2082">
                  <c:v>6.9438604611413002</c:v>
                </c:pt>
                <c:pt idx="2083">
                  <c:v>7.2022985789688079</c:v>
                </c:pt>
                <c:pt idx="2084">
                  <c:v>7.3458582522659688</c:v>
                </c:pt>
                <c:pt idx="2085">
                  <c:v>7.4439822817589709</c:v>
                </c:pt>
                <c:pt idx="2086">
                  <c:v>7.5658429644201384</c:v>
                </c:pt>
                <c:pt idx="2087">
                  <c:v>7.6294064400210102</c:v>
                </c:pt>
                <c:pt idx="2088">
                  <c:v>7.5379423697198948</c:v>
                </c:pt>
                <c:pt idx="2089">
                  <c:v>7.4914354485327994</c:v>
                </c:pt>
                <c:pt idx="2090">
                  <c:v>7.7605034318056809</c:v>
                </c:pt>
                <c:pt idx="2091">
                  <c:v>7.8765134208997702</c:v>
                </c:pt>
                <c:pt idx="2092">
                  <c:v>7.8355664104727181</c:v>
                </c:pt>
                <c:pt idx="2093">
                  <c:v>7.9043365653394817</c:v>
                </c:pt>
                <c:pt idx="2094">
                  <c:v>8.0183549533815164</c:v>
                </c:pt>
                <c:pt idx="2095">
                  <c:v>8.0943067590384885</c:v>
                </c:pt>
                <c:pt idx="2096">
                  <c:v>8.557453064875201</c:v>
                </c:pt>
                <c:pt idx="2097">
                  <c:v>9.0576779575203243</c:v>
                </c:pt>
                <c:pt idx="2098">
                  <c:v>8.7665542478440575</c:v>
                </c:pt>
                <c:pt idx="2099">
                  <c:v>8.3056750331913509</c:v>
                </c:pt>
                <c:pt idx="2100">
                  <c:v>7.7117945845520461</c:v>
                </c:pt>
                <c:pt idx="2101">
                  <c:v>7.742474311045811</c:v>
                </c:pt>
                <c:pt idx="2102">
                  <c:v>7.2448692632414566</c:v>
                </c:pt>
                <c:pt idx="2103">
                  <c:v>7.3165517090413381</c:v>
                </c:pt>
                <c:pt idx="2104">
                  <c:v>7.1074968834919048</c:v>
                </c:pt>
                <c:pt idx="2105">
                  <c:v>6.7474485818352763</c:v>
                </c:pt>
                <c:pt idx="2106">
                  <c:v>7.0668984211461261</c:v>
                </c:pt>
                <c:pt idx="2107">
                  <c:v>7.8652648402285745</c:v>
                </c:pt>
                <c:pt idx="2108">
                  <c:v>8.2308218924472829</c:v>
                </c:pt>
                <c:pt idx="2109">
                  <c:v>7.964818331944981</c:v>
                </c:pt>
                <c:pt idx="2110">
                  <c:v>8.0512276442186526</c:v>
                </c:pt>
                <c:pt idx="2111">
                  <c:v>7.7679575554539122</c:v>
                </c:pt>
                <c:pt idx="2112">
                  <c:v>7.4957092782662444</c:v>
                </c:pt>
                <c:pt idx="2113">
                  <c:v>7.3955407201279195</c:v>
                </c:pt>
                <c:pt idx="2114">
                  <c:v>7.2007243121872682</c:v>
                </c:pt>
                <c:pt idx="2115">
                  <c:v>7.2293806735738446</c:v>
                </c:pt>
                <c:pt idx="2116">
                  <c:v>7.3278758312692913</c:v>
                </c:pt>
                <c:pt idx="2117">
                  <c:v>7.3921684840959196</c:v>
                </c:pt>
                <c:pt idx="2118">
                  <c:v>7.4980866295470019</c:v>
                </c:pt>
                <c:pt idx="2119">
                  <c:v>7.3900453048770025</c:v>
                </c:pt>
                <c:pt idx="2120">
                  <c:v>7.4714211593926461</c:v>
                </c:pt>
                <c:pt idx="2121">
                  <c:v>7.2489506288404106</c:v>
                </c:pt>
                <c:pt idx="2122">
                  <c:v>6.8251820785225705</c:v>
                </c:pt>
                <c:pt idx="2123">
                  <c:v>6.6781787819523366</c:v>
                </c:pt>
                <c:pt idx="2124">
                  <c:v>6.0005278775072464</c:v>
                </c:pt>
                <c:pt idx="2125">
                  <c:v>6.2590830142681178</c:v>
                </c:pt>
                <c:pt idx="2126">
                  <c:v>6.4532017745977193</c:v>
                </c:pt>
                <c:pt idx="2127">
                  <c:v>6.4611691568590333</c:v>
                </c:pt>
                <c:pt idx="2128">
                  <c:v>6.034910674389244</c:v>
                </c:pt>
                <c:pt idx="2129">
                  <c:v>6.0780820126177479</c:v>
                </c:pt>
                <c:pt idx="2130">
                  <c:v>5.9614924430200755</c:v>
                </c:pt>
                <c:pt idx="2131">
                  <c:v>5.9862409590646273</c:v>
                </c:pt>
                <c:pt idx="2132">
                  <c:v>5.9293344270303256</c:v>
                </c:pt>
                <c:pt idx="2133">
                  <c:v>5.894033685402853</c:v>
                </c:pt>
                <c:pt idx="2134">
                  <c:v>5.8070620347635504</c:v>
                </c:pt>
                <c:pt idx="2135">
                  <c:v>5.7183600996785451</c:v>
                </c:pt>
                <c:pt idx="2136">
                  <c:v>5.7644328746903781</c:v>
                </c:pt>
                <c:pt idx="2137">
                  <c:v>5.685204355892238</c:v>
                </c:pt>
                <c:pt idx="2138">
                  <c:v>5.489730120496465</c:v>
                </c:pt>
                <c:pt idx="2139">
                  <c:v>5.4488684094751445</c:v>
                </c:pt>
                <c:pt idx="2140">
                  <c:v>5.4586146722174691</c:v>
                </c:pt>
                <c:pt idx="2141">
                  <c:v>5.248198375431147</c:v>
                </c:pt>
                <c:pt idx="2142">
                  <c:v>5.2757375292303523</c:v>
                </c:pt>
                <c:pt idx="2143">
                  <c:v>5.1139348511799563</c:v>
                </c:pt>
                <c:pt idx="2144">
                  <c:v>5.086933341918396</c:v>
                </c:pt>
                <c:pt idx="2145">
                  <c:v>4.7902452224134686</c:v>
                </c:pt>
                <c:pt idx="2146">
                  <c:v>3.9975831737041903</c:v>
                </c:pt>
                <c:pt idx="2147">
                  <c:v>3.5809053848170422</c:v>
                </c:pt>
                <c:pt idx="2148">
                  <c:v>3.0125796120277522</c:v>
                </c:pt>
                <c:pt idx="2149">
                  <c:v>2.5309011331228994</c:v>
                </c:pt>
                <c:pt idx="2150">
                  <c:v>2.4033149398471987</c:v>
                </c:pt>
                <c:pt idx="2151">
                  <c:v>3.0070454533118149</c:v>
                </c:pt>
                <c:pt idx="2152">
                  <c:v>3.6620878788374847</c:v>
                </c:pt>
                <c:pt idx="2153">
                  <c:v>3.5629635726437656</c:v>
                </c:pt>
                <c:pt idx="2154">
                  <c:v>3.3111029727511769</c:v>
                </c:pt>
                <c:pt idx="2155">
                  <c:v>3.3718037228240605</c:v>
                </c:pt>
                <c:pt idx="2156">
                  <c:v>3.5445167545876632</c:v>
                </c:pt>
                <c:pt idx="2157">
                  <c:v>3.4596687850573131</c:v>
                </c:pt>
                <c:pt idx="2158">
                  <c:v>3.8227319549254499</c:v>
                </c:pt>
                <c:pt idx="2159">
                  <c:v>3.7196594655604063</c:v>
                </c:pt>
                <c:pt idx="2160">
                  <c:v>3.1554256048358895</c:v>
                </c:pt>
                <c:pt idx="2161">
                  <c:v>3.5255633569040259</c:v>
                </c:pt>
                <c:pt idx="2162">
                  <c:v>3.9273673052617974</c:v>
                </c:pt>
                <c:pt idx="2163">
                  <c:v>3.530573666599218</c:v>
                </c:pt>
                <c:pt idx="2164">
                  <c:v>3.5590084432047084</c:v>
                </c:pt>
                <c:pt idx="2165">
                  <c:v>3.5716764800931302</c:v>
                </c:pt>
                <c:pt idx="2166">
                  <c:v>3.4092923837229732</c:v>
                </c:pt>
                <c:pt idx="2167">
                  <c:v>3.4527982447471328</c:v>
                </c:pt>
                <c:pt idx="2168">
                  <c:v>3.4573162562150332</c:v>
                </c:pt>
                <c:pt idx="2169">
                  <c:v>3.5464114488158889</c:v>
                </c:pt>
                <c:pt idx="2170">
                  <c:v>3.6291492277090587</c:v>
                </c:pt>
                <c:pt idx="2171">
                  <c:v>3.6333995440385332</c:v>
                </c:pt>
                <c:pt idx="2172">
                  <c:v>4.1353857738851421</c:v>
                </c:pt>
                <c:pt idx="2173">
                  <c:v>3.9573623329199656</c:v>
                </c:pt>
                <c:pt idx="2174">
                  <c:v>3.7868023799945028</c:v>
                </c:pt>
                <c:pt idx="2175">
                  <c:v>3.4472266584735562</c:v>
                </c:pt>
                <c:pt idx="2176">
                  <c:v>3.4369962530876803</c:v>
                </c:pt>
                <c:pt idx="2177">
                  <c:v>4.4551488386992011</c:v>
                </c:pt>
                <c:pt idx="2178">
                  <c:v>3.5898593878664768</c:v>
                </c:pt>
                <c:pt idx="2179">
                  <c:v>3.7960663354276667</c:v>
                </c:pt>
                <c:pt idx="2180">
                  <c:v>3.9800876122367339</c:v>
                </c:pt>
                <c:pt idx="2181">
                  <c:v>4.0236252627143259</c:v>
                </c:pt>
                <c:pt idx="2182">
                  <c:v>3.8999191726807729</c:v>
                </c:pt>
                <c:pt idx="2183">
                  <c:v>3.9438672429528649</c:v>
                </c:pt>
                <c:pt idx="2184">
                  <c:v>4.3891376936896149</c:v>
                </c:pt>
                <c:pt idx="2185">
                  <c:v>3.7047401701274447</c:v>
                </c:pt>
                <c:pt idx="2186">
                  <c:v>3.8668245518472646</c:v>
                </c:pt>
                <c:pt idx="2187">
                  <c:v>4.117117899424982</c:v>
                </c:pt>
                <c:pt idx="2188">
                  <c:v>4.1274426473700006</c:v>
                </c:pt>
                <c:pt idx="2189">
                  <c:v>4.0510333231836837</c:v>
                </c:pt>
                <c:pt idx="2190">
                  <c:v>4.0975123637408855</c:v>
                </c:pt>
                <c:pt idx="2191">
                  <c:v>4.0917135766344765</c:v>
                </c:pt>
                <c:pt idx="2192">
                  <c:v>4.1773870478578834</c:v>
                </c:pt>
                <c:pt idx="2193">
                  <c:v>3.7008610573400786</c:v>
                </c:pt>
                <c:pt idx="2194">
                  <c:v>3.8710374042008966</c:v>
                </c:pt>
                <c:pt idx="2195">
                  <c:v>3.3649352423879257</c:v>
                </c:pt>
                <c:pt idx="2196">
                  <c:v>4.3432720052550557</c:v>
                </c:pt>
                <c:pt idx="2197">
                  <c:v>3.7104744255768569</c:v>
                </c:pt>
                <c:pt idx="2198">
                  <c:v>4.3445682696576373</c:v>
                </c:pt>
                <c:pt idx="2199">
                  <c:v>3.7338197952390826</c:v>
                </c:pt>
                <c:pt idx="2200">
                  <c:v>3.593408663655862</c:v>
                </c:pt>
                <c:pt idx="2201">
                  <c:v>3.9372308301770351</c:v>
                </c:pt>
                <c:pt idx="2202">
                  <c:v>4.1293161333794686</c:v>
                </c:pt>
                <c:pt idx="2203">
                  <c:v>3.6885638511670744</c:v>
                </c:pt>
                <c:pt idx="2204">
                  <c:v>3.5734201792915354</c:v>
                </c:pt>
                <c:pt idx="2205">
                  <c:v>3.5875121873862663</c:v>
                </c:pt>
                <c:pt idx="2206">
                  <c:v>3.5957815719884563</c:v>
                </c:pt>
                <c:pt idx="2207">
                  <c:v>3.900953001056402</c:v>
                </c:pt>
                <c:pt idx="2208">
                  <c:v>3.7205434041408583</c:v>
                </c:pt>
                <c:pt idx="2209">
                  <c:v>3.6284922711751668</c:v>
                </c:pt>
                <c:pt idx="2210">
                  <c:v>3.334819622703864</c:v>
                </c:pt>
                <c:pt idx="2211">
                  <c:v>3.3446751882807022</c:v>
                </c:pt>
                <c:pt idx="2212">
                  <c:v>3.3332052403872101</c:v>
                </c:pt>
                <c:pt idx="2213">
                  <c:v>3.5366707428081314</c:v>
                </c:pt>
                <c:pt idx="2214">
                  <c:v>3.5888596391488199</c:v>
                </c:pt>
                <c:pt idx="2215">
                  <c:v>3.6968006581253547</c:v>
                </c:pt>
                <c:pt idx="2216">
                  <c:v>3.4771558808480627</c:v>
                </c:pt>
                <c:pt idx="2217">
                  <c:v>3.4712373631110345</c:v>
                </c:pt>
                <c:pt idx="2218">
                  <c:v>3.546005128497538</c:v>
                </c:pt>
                <c:pt idx="2219">
                  <c:v>3.4943303909549268</c:v>
                </c:pt>
                <c:pt idx="2220">
                  <c:v>3.6150636240389606</c:v>
                </c:pt>
                <c:pt idx="2221">
                  <c:v>3.5766721294602424</c:v>
                </c:pt>
                <c:pt idx="2222">
                  <c:v>3.5881244010594728</c:v>
                </c:pt>
                <c:pt idx="2223">
                  <c:v>3.5775712450517823</c:v>
                </c:pt>
                <c:pt idx="2224">
                  <c:v>3.5621560379552721</c:v>
                </c:pt>
                <c:pt idx="2225">
                  <c:v>3.6405323837002541</c:v>
                </c:pt>
                <c:pt idx="2226">
                  <c:v>3.6909495142217161</c:v>
                </c:pt>
                <c:pt idx="2227">
                  <c:v>3.8334233952563901</c:v>
                </c:pt>
                <c:pt idx="2228">
                  <c:v>3.9385704300619682</c:v>
                </c:pt>
                <c:pt idx="2229">
                  <c:v>4.44655405660715</c:v>
                </c:pt>
                <c:pt idx="2230">
                  <c:v>4.534289587646616</c:v>
                </c:pt>
                <c:pt idx="2231">
                  <c:v>4.6402456100672111</c:v>
                </c:pt>
                <c:pt idx="2232">
                  <c:v>4.8021059784535636</c:v>
                </c:pt>
                <c:pt idx="2233">
                  <c:v>4.8572116655465081</c:v>
                </c:pt>
                <c:pt idx="2234">
                  <c:v>4.8624970256112467</c:v>
                </c:pt>
                <c:pt idx="2235">
                  <c:v>4.8390514864991516</c:v>
                </c:pt>
                <c:pt idx="2236">
                  <c:v>4.8101829291272633</c:v>
                </c:pt>
                <c:pt idx="2237">
                  <c:v>4.8727644768111169</c:v>
                </c:pt>
                <c:pt idx="2238">
                  <c:v>4.8754963643479163</c:v>
                </c:pt>
                <c:pt idx="2239">
                  <c:v>4.8157760556558786</c:v>
                </c:pt>
                <c:pt idx="2240">
                  <c:v>4.8427970680068047</c:v>
                </c:pt>
                <c:pt idx="2241">
                  <c:v>5.0720789669383626</c:v>
                </c:pt>
                <c:pt idx="2242">
                  <c:v>4.7405982351361651</c:v>
                </c:pt>
                <c:pt idx="2243">
                  <c:v>4.4452323784362981</c:v>
                </c:pt>
                <c:pt idx="2244">
                  <c:v>4.0393050576564651</c:v>
                </c:pt>
                <c:pt idx="2245">
                  <c:v>3.6384590164854171</c:v>
                </c:pt>
                <c:pt idx="2246">
                  <c:v>3.4857672953774737</c:v>
                </c:pt>
                <c:pt idx="2247">
                  <c:v>3.2745027289153321</c:v>
                </c:pt>
                <c:pt idx="2248">
                  <c:v>3.3898000513130291</c:v>
                </c:pt>
                <c:pt idx="2249">
                  <c:v>3.3241950866447021</c:v>
                </c:pt>
                <c:pt idx="2250">
                  <c:v>3.5171875099651153</c:v>
                </c:pt>
                <c:pt idx="2251">
                  <c:v>3.4708710420124707</c:v>
                </c:pt>
                <c:pt idx="2252">
                  <c:v>3.6027500961617807</c:v>
                </c:pt>
                <c:pt idx="2253">
                  <c:v>3.9141424823858979</c:v>
                </c:pt>
                <c:pt idx="2254">
                  <c:v>3.9402296421279162</c:v>
                </c:pt>
                <c:pt idx="2255">
                  <c:v>4.0881841895956095</c:v>
                </c:pt>
                <c:pt idx="2256">
                  <c:v>4.1804311174326267</c:v>
                </c:pt>
                <c:pt idx="2257">
                  <c:v>4.2634391474030942</c:v>
                </c:pt>
                <c:pt idx="2258">
                  <c:v>4.2231317322981878</c:v>
                </c:pt>
                <c:pt idx="2259">
                  <c:v>4.2655180641565345</c:v>
                </c:pt>
                <c:pt idx="2260">
                  <c:v>4.3089781129605678</c:v>
                </c:pt>
                <c:pt idx="2261">
                  <c:v>4.1291324620745185</c:v>
                </c:pt>
                <c:pt idx="2262">
                  <c:v>4.0998919475735498</c:v>
                </c:pt>
                <c:pt idx="2263">
                  <c:v>4.0433404432543023</c:v>
                </c:pt>
                <c:pt idx="2264">
                  <c:v>4.0522978308810078</c:v>
                </c:pt>
                <c:pt idx="2265">
                  <c:v>4.4634595380028745</c:v>
                </c:pt>
                <c:pt idx="2266">
                  <c:v>4.6377317355095231</c:v>
                </c:pt>
                <c:pt idx="2267">
                  <c:v>4.5005893756239725</c:v>
                </c:pt>
                <c:pt idx="2268">
                  <c:v>4.4564414898165401</c:v>
                </c:pt>
                <c:pt idx="2269">
                  <c:v>4.2567166875803721</c:v>
                </c:pt>
                <c:pt idx="2270">
                  <c:v>3.9279100428146219</c:v>
                </c:pt>
                <c:pt idx="2271">
                  <c:v>3.7405420094929838</c:v>
                </c:pt>
                <c:pt idx="2272">
                  <c:v>4.1264532542880143</c:v>
                </c:pt>
                <c:pt idx="2273">
                  <c:v>4.307655152115192</c:v>
                </c:pt>
                <c:pt idx="2274">
                  <c:v>4.384613923549443</c:v>
                </c:pt>
                <c:pt idx="2275">
                  <c:v>4.6428296549840935</c:v>
                </c:pt>
                <c:pt idx="2276">
                  <c:v>4.4971391188019387</c:v>
                </c:pt>
                <c:pt idx="2277">
                  <c:v>4.4902333046729543</c:v>
                </c:pt>
                <c:pt idx="2278">
                  <c:v>4.5375434708162246</c:v>
                </c:pt>
                <c:pt idx="2279">
                  <c:v>4.6385392598115089</c:v>
                </c:pt>
                <c:pt idx="2280">
                  <c:v>4.5529479163856053</c:v>
                </c:pt>
                <c:pt idx="2281">
                  <c:v>4.6765958577501028</c:v>
                </c:pt>
                <c:pt idx="2282">
                  <c:v>4.8086316480180376</c:v>
                </c:pt>
                <c:pt idx="2283">
                  <c:v>4.7717769800921719</c:v>
                </c:pt>
                <c:pt idx="2284">
                  <c:v>4.9473637452363066</c:v>
                </c:pt>
                <c:pt idx="2285">
                  <c:v>4.6863220983253067</c:v>
                </c:pt>
                <c:pt idx="2286">
                  <c:v>4.9954861583633248</c:v>
                </c:pt>
                <c:pt idx="2287">
                  <c:v>4.7238752901960988</c:v>
                </c:pt>
                <c:pt idx="2288">
                  <c:v>4.648040150882176</c:v>
                </c:pt>
                <c:pt idx="2289">
                  <c:v>4.4528176620397328</c:v>
                </c:pt>
                <c:pt idx="2290">
                  <c:v>4.3604516449694417</c:v>
                </c:pt>
                <c:pt idx="2291">
                  <c:v>4.3804688066146484</c:v>
                </c:pt>
                <c:pt idx="2292">
                  <c:v>4.5100523265155834</c:v>
                </c:pt>
                <c:pt idx="2293">
                  <c:v>4.4532049952871589</c:v>
                </c:pt>
                <c:pt idx="2294">
                  <c:v>4.2606493146878499</c:v>
                </c:pt>
                <c:pt idx="2295">
                  <c:v>4.2012651625999666</c:v>
                </c:pt>
                <c:pt idx="2296">
                  <c:v>4.6679786919729027</c:v>
                </c:pt>
                <c:pt idx="2297">
                  <c:v>4.7335127284547172</c:v>
                </c:pt>
                <c:pt idx="2298">
                  <c:v>4.9057505413476772</c:v>
                </c:pt>
                <c:pt idx="2299">
                  <c:v>5.0212292744375597</c:v>
                </c:pt>
                <c:pt idx="2300">
                  <c:v>5.6297480298452527</c:v>
                </c:pt>
                <c:pt idx="2301">
                  <c:v>6.2551968123960933</c:v>
                </c:pt>
                <c:pt idx="2302">
                  <c:v>6.726268195170932</c:v>
                </c:pt>
                <c:pt idx="2303">
                  <c:v>7.107543448589758</c:v>
                </c:pt>
                <c:pt idx="2304">
                  <c:v>7.5187245831155964</c:v>
                </c:pt>
                <c:pt idx="2305">
                  <c:v>7.5345619987500516</c:v>
                </c:pt>
                <c:pt idx="2306">
                  <c:v>7.3916137972748865</c:v>
                </c:pt>
                <c:pt idx="2307">
                  <c:v>7.300783842475373</c:v>
                </c:pt>
                <c:pt idx="2308">
                  <c:v>7.1333887599798613</c:v>
                </c:pt>
                <c:pt idx="2309">
                  <c:v>7.0063516036572615</c:v>
                </c:pt>
                <c:pt idx="2310">
                  <c:v>6.9354470408924351</c:v>
                </c:pt>
                <c:pt idx="2311">
                  <c:v>6.9280134413013306</c:v>
                </c:pt>
                <c:pt idx="2312">
                  <c:v>7.0031661456004786</c:v>
                </c:pt>
                <c:pt idx="2313">
                  <c:v>6.985167869616471</c:v>
                </c:pt>
                <c:pt idx="2314">
                  <c:v>6.9442474033825095</c:v>
                </c:pt>
                <c:pt idx="2315">
                  <c:v>7.1465738005441493</c:v>
                </c:pt>
                <c:pt idx="2316">
                  <c:v>7.4424353041061106</c:v>
                </c:pt>
                <c:pt idx="2317">
                  <c:v>7.5906896061752382</c:v>
                </c:pt>
                <c:pt idx="2318">
                  <c:v>7.6740446376468299</c:v>
                </c:pt>
                <c:pt idx="2319">
                  <c:v>7.5087877303022186</c:v>
                </c:pt>
                <c:pt idx="2320">
                  <c:v>7.547862343595015</c:v>
                </c:pt>
                <c:pt idx="2321">
                  <c:v>7.3724573760318144</c:v>
                </c:pt>
                <c:pt idx="2322">
                  <c:v>7.3974556869886516</c:v>
                </c:pt>
                <c:pt idx="2323">
                  <c:v>7.4696263366092621</c:v>
                </c:pt>
                <c:pt idx="2324">
                  <c:v>7.4054771832524002</c:v>
                </c:pt>
                <c:pt idx="2325">
                  <c:v>7.3201530779934707</c:v>
                </c:pt>
                <c:pt idx="2326">
                  <c:v>7.2135282659404893</c:v>
                </c:pt>
                <c:pt idx="2327">
                  <c:v>7.2344031697677407</c:v>
                </c:pt>
                <c:pt idx="2328">
                  <c:v>7.3928941712880114</c:v>
                </c:pt>
                <c:pt idx="2329">
                  <c:v>7.4231611543870963</c:v>
                </c:pt>
                <c:pt idx="2330">
                  <c:v>7.4111071099440062</c:v>
                </c:pt>
                <c:pt idx="2331">
                  <c:v>7.2252840457940781</c:v>
                </c:pt>
                <c:pt idx="2332">
                  <c:v>7.1032437625486766</c:v>
                </c:pt>
                <c:pt idx="2333">
                  <c:v>7.3077293987917482</c:v>
                </c:pt>
                <c:pt idx="2334">
                  <c:v>7.2395453728841233</c:v>
                </c:pt>
                <c:pt idx="2335">
                  <c:v>6.9506826873955845</c:v>
                </c:pt>
                <c:pt idx="2336">
                  <c:v>6.8427218004284409</c:v>
                </c:pt>
                <c:pt idx="2337">
                  <c:v>6.7096580960493553</c:v>
                </c:pt>
                <c:pt idx="2338">
                  <c:v>6.3233614322116365</c:v>
                </c:pt>
                <c:pt idx="2339">
                  <c:v>6.0364020353780745</c:v>
                </c:pt>
                <c:pt idx="2340">
                  <c:v>5.5848419446325499</c:v>
                </c:pt>
                <c:pt idx="2341">
                  <c:v>5.3310020004744798</c:v>
                </c:pt>
                <c:pt idx="2342">
                  <c:v>5.3498380078271719</c:v>
                </c:pt>
                <c:pt idx="2343">
                  <c:v>5.5856098100105855</c:v>
                </c:pt>
                <c:pt idx="2344">
                  <c:v>5.7086722327680182</c:v>
                </c:pt>
                <c:pt idx="2345">
                  <c:v>5.4286338314447988</c:v>
                </c:pt>
                <c:pt idx="2346">
                  <c:v>5.1411949361147045</c:v>
                </c:pt>
                <c:pt idx="2347">
                  <c:v>5.3184849738828976</c:v>
                </c:pt>
                <c:pt idx="2348">
                  <c:v>4.7711683876573652</c:v>
                </c:pt>
                <c:pt idx="2349">
                  <c:v>5.036621897402024</c:v>
                </c:pt>
                <c:pt idx="2350">
                  <c:v>4.7830771159672025</c:v>
                </c:pt>
                <c:pt idx="2351">
                  <c:v>4.7908664637394045</c:v>
                </c:pt>
                <c:pt idx="2352">
                  <c:v>4.7904820636472421</c:v>
                </c:pt>
                <c:pt idx="2353">
                  <c:v>4.8548311111315492</c:v>
                </c:pt>
                <c:pt idx="2354">
                  <c:v>5.2473204733590384</c:v>
                </c:pt>
                <c:pt idx="2355">
                  <c:v>4.7086091723410606</c:v>
                </c:pt>
                <c:pt idx="2356">
                  <c:v>4.8360508936873883</c:v>
                </c:pt>
                <c:pt idx="2357">
                  <c:v>5.0513035874475989</c:v>
                </c:pt>
                <c:pt idx="2358">
                  <c:v>6.1865509433461456</c:v>
                </c:pt>
                <c:pt idx="2359">
                  <c:v>6.5480631674343757</c:v>
                </c:pt>
                <c:pt idx="2360">
                  <c:v>6.6931952814719171</c:v>
                </c:pt>
                <c:pt idx="2361">
                  <c:v>6.5597727997038717</c:v>
                </c:pt>
                <c:pt idx="2362">
                  <c:v>6.8386999272827689</c:v>
                </c:pt>
                <c:pt idx="2363">
                  <c:v>6.8298646238345135</c:v>
                </c:pt>
                <c:pt idx="2364">
                  <c:v>6.7629352161608587</c:v>
                </c:pt>
                <c:pt idx="2365">
                  <c:v>6.7026324563821378</c:v>
                </c:pt>
                <c:pt idx="2366">
                  <c:v>6.8896683197783801</c:v>
                </c:pt>
                <c:pt idx="2367">
                  <c:v>7.1046992128197815</c:v>
                </c:pt>
                <c:pt idx="2368">
                  <c:v>7.1468583584373357</c:v>
                </c:pt>
                <c:pt idx="2369">
                  <c:v>7.2883748383033078</c:v>
                </c:pt>
                <c:pt idx="2370">
                  <c:v>7.7028768360693283</c:v>
                </c:pt>
                <c:pt idx="2371">
                  <c:v>8.3749431276188755</c:v>
                </c:pt>
                <c:pt idx="2372">
                  <c:v>8.6443705695086557</c:v>
                </c:pt>
                <c:pt idx="2373">
                  <c:v>8.6958912184032116</c:v>
                </c:pt>
                <c:pt idx="2374">
                  <c:v>8.627409506137198</c:v>
                </c:pt>
                <c:pt idx="2375">
                  <c:v>8.8938576625342147</c:v>
                </c:pt>
                <c:pt idx="2376">
                  <c:v>8.7970903574035404</c:v>
                </c:pt>
                <c:pt idx="2377">
                  <c:v>9.0852811420402659</c:v>
                </c:pt>
                <c:pt idx="2378">
                  <c:v>8.9428035273050419</c:v>
                </c:pt>
                <c:pt idx="2379">
                  <c:v>9.1946260989694544</c:v>
                </c:pt>
                <c:pt idx="2380">
                  <c:v>9.217071870099323</c:v>
                </c:pt>
                <c:pt idx="2381">
                  <c:v>9.2342685803118609</c:v>
                </c:pt>
                <c:pt idx="2382">
                  <c:v>9.4094978858907599</c:v>
                </c:pt>
                <c:pt idx="2383">
                  <c:v>9.2632857309822736</c:v>
                </c:pt>
                <c:pt idx="2384">
                  <c:v>9.5138632478099385</c:v>
                </c:pt>
                <c:pt idx="2385">
                  <c:v>9.2832500061483376</c:v>
                </c:pt>
                <c:pt idx="2386">
                  <c:v>8.985035997718807</c:v>
                </c:pt>
                <c:pt idx="2387">
                  <c:v>8.4051568614319283</c:v>
                </c:pt>
                <c:pt idx="2388">
                  <c:v>8.3413085380081302</c:v>
                </c:pt>
                <c:pt idx="2389">
                  <c:v>8.1920826941802005</c:v>
                </c:pt>
                <c:pt idx="2390">
                  <c:v>8.102007650240747</c:v>
                </c:pt>
                <c:pt idx="2391">
                  <c:v>8.0544975781452095</c:v>
                </c:pt>
                <c:pt idx="2392">
                  <c:v>8.1264359002689588</c:v>
                </c:pt>
                <c:pt idx="2393">
                  <c:v>7.7521840238682458</c:v>
                </c:pt>
                <c:pt idx="2394">
                  <c:v>7.5305999402422055</c:v>
                </c:pt>
                <c:pt idx="2395">
                  <c:v>7.6170224910679121</c:v>
                </c:pt>
                <c:pt idx="2396">
                  <c:v>7.3632296600473968</c:v>
                </c:pt>
                <c:pt idx="2397">
                  <c:v>7.3600690328200455</c:v>
                </c:pt>
                <c:pt idx="2398">
                  <c:v>7.2547153323656319</c:v>
                </c:pt>
                <c:pt idx="2399">
                  <c:v>7.0637978710854528</c:v>
                </c:pt>
                <c:pt idx="2400">
                  <c:v>6.9930509717118339</c:v>
                </c:pt>
                <c:pt idx="2401">
                  <c:v>7.2370546267997709</c:v>
                </c:pt>
                <c:pt idx="2402">
                  <c:v>7.1229317550724058</c:v>
                </c:pt>
                <c:pt idx="2403">
                  <c:v>7.353805302968679</c:v>
                </c:pt>
                <c:pt idx="2404">
                  <c:v>7.3407950038688483</c:v>
                </c:pt>
                <c:pt idx="2405">
                  <c:v>7.3393672031322739</c:v>
                </c:pt>
                <c:pt idx="2406">
                  <c:v>7.3649021035042885</c:v>
                </c:pt>
                <c:pt idx="2407">
                  <c:v>7.1651932069212387</c:v>
                </c:pt>
                <c:pt idx="2408">
                  <c:v>7.241920723821905</c:v>
                </c:pt>
                <c:pt idx="2409">
                  <c:v>7.3084403468407633</c:v>
                </c:pt>
                <c:pt idx="2410">
                  <c:v>7.3114025652980841</c:v>
                </c:pt>
                <c:pt idx="2411">
                  <c:v>6.6109816989628021</c:v>
                </c:pt>
                <c:pt idx="2412">
                  <c:v>5.8742315168429293</c:v>
                </c:pt>
                <c:pt idx="2413">
                  <c:v>6.0969610843426665</c:v>
                </c:pt>
                <c:pt idx="2414">
                  <c:v>6.5189990604881594</c:v>
                </c:pt>
                <c:pt idx="2415">
                  <c:v>5.9049214310441736</c:v>
                </c:pt>
                <c:pt idx="2416">
                  <c:v>5.7215204108534916</c:v>
                </c:pt>
                <c:pt idx="2417">
                  <c:v>5.6621401518643211</c:v>
                </c:pt>
                <c:pt idx="2418">
                  <c:v>5.3735842895781349</c:v>
                </c:pt>
                <c:pt idx="2419">
                  <c:v>5.6357926217106362</c:v>
                </c:pt>
                <c:pt idx="2420">
                  <c:v>5.6510336058355222</c:v>
                </c:pt>
                <c:pt idx="2421">
                  <c:v>5.6871773522209823</c:v>
                </c:pt>
                <c:pt idx="2422">
                  <c:v>5.5170313490924272</c:v>
                </c:pt>
                <c:pt idx="2423">
                  <c:v>5.5345955674827101</c:v>
                </c:pt>
                <c:pt idx="2424">
                  <c:v>6.2372075285024584</c:v>
                </c:pt>
                <c:pt idx="2425">
                  <c:v>6.6660773709479075</c:v>
                </c:pt>
                <c:pt idx="2426">
                  <c:v>7.0791989338258254</c:v>
                </c:pt>
                <c:pt idx="2427">
                  <c:v>7.3121797921137963</c:v>
                </c:pt>
                <c:pt idx="2428">
                  <c:v>7.8901457232254684</c:v>
                </c:pt>
                <c:pt idx="2429">
                  <c:v>8.450487017768058</c:v>
                </c:pt>
                <c:pt idx="2430">
                  <c:v>9.0650416802659226</c:v>
                </c:pt>
                <c:pt idx="2431">
                  <c:v>9.1404317223359648</c:v>
                </c:pt>
                <c:pt idx="2432">
                  <c:v>8.8206638071352845</c:v>
                </c:pt>
                <c:pt idx="2433">
                  <c:v>8.3627842278970572</c:v>
                </c:pt>
                <c:pt idx="2434">
                  <c:v>7.9614800413548359</c:v>
                </c:pt>
                <c:pt idx="2435">
                  <c:v>7.2858246631573724</c:v>
                </c:pt>
                <c:pt idx="2436">
                  <c:v>6.5634179048353287</c:v>
                </c:pt>
                <c:pt idx="2437">
                  <c:v>6.0232593718247687</c:v>
                </c:pt>
                <c:pt idx="2438">
                  <c:v>6.2597221531504852</c:v>
                </c:pt>
                <c:pt idx="2439">
                  <c:v>6.2533155022906639</c:v>
                </c:pt>
                <c:pt idx="2440">
                  <c:v>6.4051212235946062</c:v>
                </c:pt>
                <c:pt idx="2441">
                  <c:v>6.5473902012519458</c:v>
                </c:pt>
                <c:pt idx="2442">
                  <c:v>6.7347130307681295</c:v>
                </c:pt>
                <c:pt idx="2443">
                  <c:v>7.2271589436703332</c:v>
                </c:pt>
                <c:pt idx="2444">
                  <c:v>7.6823917977450931</c:v>
                </c:pt>
                <c:pt idx="2445">
                  <c:v>7.5879082385472119</c:v>
                </c:pt>
                <c:pt idx="2446">
                  <c:v>8.2397700767514603</c:v>
                </c:pt>
                <c:pt idx="2447">
                  <c:v>9.0892249459511572</c:v>
                </c:pt>
                <c:pt idx="2448">
                  <c:v>9.2138511965948364</c:v>
                </c:pt>
                <c:pt idx="2449">
                  <c:v>9.6422368068804332</c:v>
                </c:pt>
                <c:pt idx="2450">
                  <c:v>9.4771937008667919</c:v>
                </c:pt>
                <c:pt idx="2451">
                  <c:v>9.6796646355388347</c:v>
                </c:pt>
                <c:pt idx="2452">
                  <c:v>9.9854299103702271</c:v>
                </c:pt>
                <c:pt idx="2453">
                  <c:v>10.236186599137007</c:v>
                </c:pt>
                <c:pt idx="2454">
                  <c:v>10.078941371100306</c:v>
                </c:pt>
                <c:pt idx="2455">
                  <c:v>10.136013967385898</c:v>
                </c:pt>
                <c:pt idx="2456">
                  <c:v>9.7531874491209507</c:v>
                </c:pt>
                <c:pt idx="2457">
                  <c:v>9.7868615892231841</c:v>
                </c:pt>
                <c:pt idx="2458">
                  <c:v>9.4193428880632641</c:v>
                </c:pt>
                <c:pt idx="2459">
                  <c:v>8.2691083044352158</c:v>
                </c:pt>
                <c:pt idx="2460">
                  <c:v>7.3036067636929847</c:v>
                </c:pt>
                <c:pt idx="2461">
                  <c:v>7.3506872089444615</c:v>
                </c:pt>
                <c:pt idx="2462">
                  <c:v>8.3123102566435758</c:v>
                </c:pt>
                <c:pt idx="2463">
                  <c:v>7.4238446141931922</c:v>
                </c:pt>
                <c:pt idx="2464">
                  <c:v>7.1185025368874912</c:v>
                </c:pt>
                <c:pt idx="2465">
                  <c:v>7.1887050617603325</c:v>
                </c:pt>
                <c:pt idx="2466">
                  <c:v>6.883837090348667</c:v>
                </c:pt>
                <c:pt idx="2467">
                  <c:v>7.0004205941883093</c:v>
                </c:pt>
                <c:pt idx="2468">
                  <c:v>6.571662191252039</c:v>
                </c:pt>
                <c:pt idx="2469">
                  <c:v>6.2385427300830409</c:v>
                </c:pt>
                <c:pt idx="2470">
                  <c:v>7.1003674603523086</c:v>
                </c:pt>
                <c:pt idx="2471">
                  <c:v>7.6655208154422425</c:v>
                </c:pt>
                <c:pt idx="2472">
                  <c:v>7.7134158332999423</c:v>
                </c:pt>
                <c:pt idx="2473">
                  <c:v>7.956488579516046</c:v>
                </c:pt>
                <c:pt idx="2474">
                  <c:v>8.5891668800408443</c:v>
                </c:pt>
                <c:pt idx="2475">
                  <c:v>8.4606140482612542</c:v>
                </c:pt>
                <c:pt idx="2476">
                  <c:v>8.3207444018719752</c:v>
                </c:pt>
                <c:pt idx="2477">
                  <c:v>8.5531885516991188</c:v>
                </c:pt>
                <c:pt idx="2478">
                  <c:v>8.3946807614856738</c:v>
                </c:pt>
                <c:pt idx="2479">
                  <c:v>6.123849014063155</c:v>
                </c:pt>
                <c:pt idx="2480">
                  <c:v>7.2201135604195272</c:v>
                </c:pt>
                <c:pt idx="2481">
                  <c:v>8.8775426469142715</c:v>
                </c:pt>
                <c:pt idx="2482">
                  <c:v>6.1420214932189667</c:v>
                </c:pt>
                <c:pt idx="2483">
                  <c:v>6.0382206480903804</c:v>
                </c:pt>
                <c:pt idx="2484">
                  <c:v>5.6666064716138651</c:v>
                </c:pt>
                <c:pt idx="2485">
                  <c:v>5.5089805073528151</c:v>
                </c:pt>
                <c:pt idx="2486">
                  <c:v>5.1865198826721501</c:v>
                </c:pt>
                <c:pt idx="2487">
                  <c:v>4.6820054778498044</c:v>
                </c:pt>
                <c:pt idx="2488">
                  <c:v>4.1754188196871223</c:v>
                </c:pt>
                <c:pt idx="2489">
                  <c:v>4.3729278872152646</c:v>
                </c:pt>
                <c:pt idx="2490">
                  <c:v>4.7595665820524227</c:v>
                </c:pt>
                <c:pt idx="2491">
                  <c:v>4.5574518782475746</c:v>
                </c:pt>
                <c:pt idx="2492">
                  <c:v>4.3358346751874146</c:v>
                </c:pt>
                <c:pt idx="2493">
                  <c:v>4.2275122863842984</c:v>
                </c:pt>
                <c:pt idx="2494">
                  <c:v>4.4449257104560509</c:v>
                </c:pt>
                <c:pt idx="2495">
                  <c:v>4.324433754607929</c:v>
                </c:pt>
                <c:pt idx="2496">
                  <c:v>4.6020308992522621</c:v>
                </c:pt>
                <c:pt idx="2497">
                  <c:v>4.9967932341518777</c:v>
                </c:pt>
                <c:pt idx="2498">
                  <c:v>5.3540171356819171</c:v>
                </c:pt>
                <c:pt idx="2499">
                  <c:v>5.79514616006316</c:v>
                </c:pt>
                <c:pt idx="2500">
                  <c:v>5.8781059975045755</c:v>
                </c:pt>
                <c:pt idx="2501">
                  <c:v>6.0253439628635279</c:v>
                </c:pt>
                <c:pt idx="2502">
                  <c:v>6.0947017474780143</c:v>
                </c:pt>
                <c:pt idx="2503">
                  <c:v>6.0160889729524039</c:v>
                </c:pt>
                <c:pt idx="2504">
                  <c:v>5.900272873434993</c:v>
                </c:pt>
                <c:pt idx="2505">
                  <c:v>5.7888187672894089</c:v>
                </c:pt>
                <c:pt idx="2506">
                  <c:v>5.5785008615857405</c:v>
                </c:pt>
                <c:pt idx="2507">
                  <c:v>5.82957911357681</c:v>
                </c:pt>
                <c:pt idx="2508">
                  <c:v>6.1185949811946907</c:v>
                </c:pt>
                <c:pt idx="2509">
                  <c:v>6.4911867523931068</c:v>
                </c:pt>
                <c:pt idx="2510">
                  <c:v>6.6723660446723949</c:v>
                </c:pt>
                <c:pt idx="2511">
                  <c:v>6.5001007325793836</c:v>
                </c:pt>
                <c:pt idx="2512">
                  <c:v>6.6626834060018902</c:v>
                </c:pt>
                <c:pt idx="2513">
                  <c:v>6.2848415103500308</c:v>
                </c:pt>
                <c:pt idx="2514">
                  <c:v>6.4424013446240718</c:v>
                </c:pt>
                <c:pt idx="2515">
                  <c:v>6.4842019408003377</c:v>
                </c:pt>
                <c:pt idx="2516">
                  <c:v>6.5088708353994162</c:v>
                </c:pt>
                <c:pt idx="2517">
                  <c:v>6.4872635618794323</c:v>
                </c:pt>
                <c:pt idx="2518">
                  <c:v>6.9636419362034427</c:v>
                </c:pt>
                <c:pt idx="2519">
                  <c:v>7.1779038032513238</c:v>
                </c:pt>
                <c:pt idx="2520">
                  <c:v>7.2698193946674579</c:v>
                </c:pt>
                <c:pt idx="2521">
                  <c:v>7.3841085608346892</c:v>
                </c:pt>
                <c:pt idx="2522">
                  <c:v>7.448679958059004</c:v>
                </c:pt>
                <c:pt idx="2523">
                  <c:v>7.3907813256217452</c:v>
                </c:pt>
                <c:pt idx="2524">
                  <c:v>7.5871624827713777</c:v>
                </c:pt>
                <c:pt idx="2525">
                  <c:v>7.8885489821600823</c:v>
                </c:pt>
                <c:pt idx="2526">
                  <c:v>7.7741384525100967</c:v>
                </c:pt>
                <c:pt idx="2527">
                  <c:v>7.8195035858077269</c:v>
                </c:pt>
                <c:pt idx="2528">
                  <c:v>7.8493999731352151</c:v>
                </c:pt>
                <c:pt idx="2529">
                  <c:v>7.8691608435213771</c:v>
                </c:pt>
                <c:pt idx="2530">
                  <c:v>7.8886811452967756</c:v>
                </c:pt>
                <c:pt idx="2531">
                  <c:v>7.1473561257622311</c:v>
                </c:pt>
                <c:pt idx="2532">
                  <c:v>6.7498997653157788</c:v>
                </c:pt>
                <c:pt idx="2533">
                  <c:v>6.9449293991810661</c:v>
                </c:pt>
                <c:pt idx="2534">
                  <c:v>6.3914723018358792</c:v>
                </c:pt>
                <c:pt idx="2535">
                  <c:v>6.1871845155634766</c:v>
                </c:pt>
                <c:pt idx="2536">
                  <c:v>6.4542556197637522</c:v>
                </c:pt>
                <c:pt idx="2537">
                  <c:v>7.1623367031713272</c:v>
                </c:pt>
                <c:pt idx="2538">
                  <c:v>7.6059199276352469</c:v>
                </c:pt>
                <c:pt idx="2539">
                  <c:v>7.9341518580234176</c:v>
                </c:pt>
                <c:pt idx="2540">
                  <c:v>7.7876409759178014</c:v>
                </c:pt>
                <c:pt idx="2541">
                  <c:v>7.9249118935379776</c:v>
                </c:pt>
                <c:pt idx="2542">
                  <c:v>8.5003317297380949</c:v>
                </c:pt>
                <c:pt idx="2543">
                  <c:v>8.420478520867654</c:v>
                </c:pt>
                <c:pt idx="2544">
                  <c:v>8.4807916506194285</c:v>
                </c:pt>
                <c:pt idx="2545">
                  <c:v>8.5223313292760494</c:v>
                </c:pt>
                <c:pt idx="2546">
                  <c:v>8.6929215520367755</c:v>
                </c:pt>
                <c:pt idx="2547">
                  <c:v>8.4867964983822333</c:v>
                </c:pt>
                <c:pt idx="2548">
                  <c:v>8.2870224017856327</c:v>
                </c:pt>
                <c:pt idx="2549">
                  <c:v>8.5906130388941371</c:v>
                </c:pt>
                <c:pt idx="2550">
                  <c:v>8.7276126392865532</c:v>
                </c:pt>
                <c:pt idx="2551">
                  <c:v>8.5159074561079411</c:v>
                </c:pt>
                <c:pt idx="2552">
                  <c:v>8.3199130823397081</c:v>
                </c:pt>
                <c:pt idx="2553">
                  <c:v>7.9625868830460842</c:v>
                </c:pt>
                <c:pt idx="2554">
                  <c:v>6.9176812635260596</c:v>
                </c:pt>
                <c:pt idx="2555">
                  <c:v>6.6717867604013481</c:v>
                </c:pt>
                <c:pt idx="2556">
                  <c:v>5.9401764373148884</c:v>
                </c:pt>
                <c:pt idx="2557">
                  <c:v>5.8248809053247452</c:v>
                </c:pt>
                <c:pt idx="2558">
                  <c:v>5.3330747444691537</c:v>
                </c:pt>
                <c:pt idx="2559">
                  <c:v>5.5306713185261751</c:v>
                </c:pt>
                <c:pt idx="2560">
                  <c:v>5.321277122952659</c:v>
                </c:pt>
                <c:pt idx="2561">
                  <c:v>5.2926595551087443</c:v>
                </c:pt>
                <c:pt idx="2562">
                  <c:v>5.5294517354983288</c:v>
                </c:pt>
                <c:pt idx="2563">
                  <c:v>6.0335863150315046</c:v>
                </c:pt>
                <c:pt idx="2564">
                  <c:v>6.4350457736339211</c:v>
                </c:pt>
                <c:pt idx="2565">
                  <c:v>6.3504938986591544</c:v>
                </c:pt>
                <c:pt idx="2566">
                  <c:v>6.630531099660212</c:v>
                </c:pt>
                <c:pt idx="2567">
                  <c:v>6.7794600861690464</c:v>
                </c:pt>
                <c:pt idx="2568">
                  <c:v>7.4160811096147183</c:v>
                </c:pt>
                <c:pt idx="2569">
                  <c:v>7.8349199839879029</c:v>
                </c:pt>
                <c:pt idx="2570">
                  <c:v>7.7784199254351467</c:v>
                </c:pt>
                <c:pt idx="2571">
                  <c:v>7.9043539303592061</c:v>
                </c:pt>
                <c:pt idx="2572">
                  <c:v>8.0473763474160407</c:v>
                </c:pt>
                <c:pt idx="2573">
                  <c:v>8.1114254065908789</c:v>
                </c:pt>
                <c:pt idx="2574">
                  <c:v>8.0947415426325016</c:v>
                </c:pt>
                <c:pt idx="2575">
                  <c:v>8.2169774155650543</c:v>
                </c:pt>
                <c:pt idx="2576">
                  <c:v>9.2667146694705593</c:v>
                </c:pt>
                <c:pt idx="2577">
                  <c:v>8.8269619973458902</c:v>
                </c:pt>
                <c:pt idx="2578">
                  <c:v>7.7275165791380296</c:v>
                </c:pt>
                <c:pt idx="2579">
                  <c:v>7.159054356692554</c:v>
                </c:pt>
                <c:pt idx="2580">
                  <c:v>6.6435471809470412</c:v>
                </c:pt>
                <c:pt idx="2581">
                  <c:v>6.226287867976966</c:v>
                </c:pt>
                <c:pt idx="2582">
                  <c:v>5.5848215270712709</c:v>
                </c:pt>
                <c:pt idx="2583">
                  <c:v>5.8699966136608142</c:v>
                </c:pt>
                <c:pt idx="2584">
                  <c:v>5.8877199054412079</c:v>
                </c:pt>
                <c:pt idx="2585">
                  <c:v>6.2331923519245969</c:v>
                </c:pt>
                <c:pt idx="2586">
                  <c:v>6.3241568786514675</c:v>
                </c:pt>
                <c:pt idx="2587">
                  <c:v>6.4076513122464052</c:v>
                </c:pt>
                <c:pt idx="2588">
                  <c:v>6.2994535324823433</c:v>
                </c:pt>
                <c:pt idx="2589">
                  <c:v>6.2583189251014151</c:v>
                </c:pt>
                <c:pt idx="2590">
                  <c:v>6.6108787587792675</c:v>
                </c:pt>
                <c:pt idx="2591">
                  <c:v>5.958286045837232</c:v>
                </c:pt>
                <c:pt idx="2592">
                  <c:v>6.4780731381191181</c:v>
                </c:pt>
                <c:pt idx="2593">
                  <c:v>6.7678651596270241</c:v>
                </c:pt>
                <c:pt idx="2594">
                  <c:v>7.3817749065438889</c:v>
                </c:pt>
                <c:pt idx="2595">
                  <c:v>7.1334874900383003</c:v>
                </c:pt>
                <c:pt idx="2596">
                  <c:v>7.4112092804764442</c:v>
                </c:pt>
                <c:pt idx="2597">
                  <c:v>7.856145114144744</c:v>
                </c:pt>
                <c:pt idx="2598">
                  <c:v>7.754123756482703</c:v>
                </c:pt>
                <c:pt idx="2599">
                  <c:v>7.4071019799677318</c:v>
                </c:pt>
                <c:pt idx="2600">
                  <c:v>7.3394918330398173</c:v>
                </c:pt>
                <c:pt idx="2601">
                  <c:v>6.7223069732106469</c:v>
                </c:pt>
                <c:pt idx="2602">
                  <c:v>6.1515068371509329</c:v>
                </c:pt>
                <c:pt idx="2603">
                  <c:v>5.662819602476552</c:v>
                </c:pt>
                <c:pt idx="2604">
                  <c:v>5.1078354353049296</c:v>
                </c:pt>
                <c:pt idx="2605">
                  <c:v>4.6218115601520715</c:v>
                </c:pt>
                <c:pt idx="2606">
                  <c:v>4.8420242848657526</c:v>
                </c:pt>
                <c:pt idx="2607">
                  <c:v>4.9204459107528828</c:v>
                </c:pt>
                <c:pt idx="2608">
                  <c:v>5.0258935174574093</c:v>
                </c:pt>
                <c:pt idx="2609">
                  <c:v>5.0517750988367922</c:v>
                </c:pt>
                <c:pt idx="2610">
                  <c:v>4.7142427129088595</c:v>
                </c:pt>
                <c:pt idx="2611">
                  <c:v>4.9130635522826225</c:v>
                </c:pt>
                <c:pt idx="2612">
                  <c:v>4.5185775617138333</c:v>
                </c:pt>
                <c:pt idx="2613">
                  <c:v>4.7294835067532164</c:v>
                </c:pt>
                <c:pt idx="2614">
                  <c:v>4.8669926247289608</c:v>
                </c:pt>
                <c:pt idx="2615">
                  <c:v>4.7470561612646769</c:v>
                </c:pt>
                <c:pt idx="2616">
                  <c:v>4.8402046370587293</c:v>
                </c:pt>
                <c:pt idx="2617">
                  <c:v>4.6442632497659284</c:v>
                </c:pt>
                <c:pt idx="2618">
                  <c:v>4.8662388062793323</c:v>
                </c:pt>
                <c:pt idx="2619">
                  <c:v>5.1656522986795634</c:v>
                </c:pt>
                <c:pt idx="2620">
                  <c:v>5.1923762603510761</c:v>
                </c:pt>
                <c:pt idx="2621">
                  <c:v>5.0517450190618609</c:v>
                </c:pt>
                <c:pt idx="2622">
                  <c:v>4.9346806375945382</c:v>
                </c:pt>
                <c:pt idx="2623">
                  <c:v>4.8704944167732718</c:v>
                </c:pt>
                <c:pt idx="2624">
                  <c:v>4.8745223218889038</c:v>
                </c:pt>
                <c:pt idx="2625">
                  <c:v>4.8590696435539416</c:v>
                </c:pt>
                <c:pt idx="2626">
                  <c:v>4.8106797920359412</c:v>
                </c:pt>
                <c:pt idx="2627">
                  <c:v>4.6822853859882239</c:v>
                </c:pt>
                <c:pt idx="2628">
                  <c:v>4.6974526621015462</c:v>
                </c:pt>
                <c:pt idx="2629">
                  <c:v>4.4143670840940192</c:v>
                </c:pt>
                <c:pt idx="2630">
                  <c:v>4.1358811348049649</c:v>
                </c:pt>
                <c:pt idx="2631">
                  <c:v>4.3448463069588001</c:v>
                </c:pt>
                <c:pt idx="2632">
                  <c:v>4.1389924664718389</c:v>
                </c:pt>
                <c:pt idx="2633">
                  <c:v>4.3051628835335478</c:v>
                </c:pt>
                <c:pt idx="2634">
                  <c:v>3.9844759476958518</c:v>
                </c:pt>
                <c:pt idx="2635">
                  <c:v>4.3336372036208166</c:v>
                </c:pt>
                <c:pt idx="2636">
                  <c:v>4.5899439010585077</c:v>
                </c:pt>
                <c:pt idx="2637">
                  <c:v>4.6304700264901051</c:v>
                </c:pt>
                <c:pt idx="2638">
                  <c:v>4.7015222555758971</c:v>
                </c:pt>
                <c:pt idx="2639">
                  <c:v>4.8609403183067306</c:v>
                </c:pt>
                <c:pt idx="2640">
                  <c:v>5.3881461762468588</c:v>
                </c:pt>
                <c:pt idx="2641">
                  <c:v>5.7564009834357917</c:v>
                </c:pt>
                <c:pt idx="2642">
                  <c:v>5.8864544922059014</c:v>
                </c:pt>
                <c:pt idx="2643">
                  <c:v>5.6164831272255906</c:v>
                </c:pt>
                <c:pt idx="2644">
                  <c:v>5.6180435629621881</c:v>
                </c:pt>
                <c:pt idx="2645">
                  <c:v>5.7001897620778905</c:v>
                </c:pt>
                <c:pt idx="2646">
                  <c:v>5.7065330036040169</c:v>
                </c:pt>
                <c:pt idx="2647">
                  <c:v>5.6240653774975149</c:v>
                </c:pt>
                <c:pt idx="2648">
                  <c:v>5.5437659216352699</c:v>
                </c:pt>
                <c:pt idx="2649">
                  <c:v>5.6167285137118972</c:v>
                </c:pt>
                <c:pt idx="2650">
                  <c:v>5.8290762391663504</c:v>
                </c:pt>
                <c:pt idx="2651">
                  <c:v>6.0700831155395036</c:v>
                </c:pt>
                <c:pt idx="2652">
                  <c:v>5.515461380527853</c:v>
                </c:pt>
                <c:pt idx="2653">
                  <c:v>6.0397341251352143</c:v>
                </c:pt>
                <c:pt idx="2654">
                  <c:v>6.0474477460399561</c:v>
                </c:pt>
                <c:pt idx="2655">
                  <c:v>5.7066318334100457</c:v>
                </c:pt>
                <c:pt idx="2656">
                  <c:v>6.0592290486943385</c:v>
                </c:pt>
                <c:pt idx="2657">
                  <c:v>5.6599338679373083</c:v>
                </c:pt>
                <c:pt idx="2658">
                  <c:v>5.7887909933008057</c:v>
                </c:pt>
                <c:pt idx="2659">
                  <c:v>6.0691454201398312</c:v>
                </c:pt>
                <c:pt idx="2660">
                  <c:v>6.1733411866563461</c:v>
                </c:pt>
                <c:pt idx="2661">
                  <c:v>6.1752377948389805</c:v>
                </c:pt>
                <c:pt idx="2662">
                  <c:v>6.4043905455581944</c:v>
                </c:pt>
                <c:pt idx="2663">
                  <c:v>6.6257713349071512</c:v>
                </c:pt>
                <c:pt idx="2664">
                  <c:v>6.4280983266115692</c:v>
                </c:pt>
                <c:pt idx="2665">
                  <c:v>6.559558847848777</c:v>
                </c:pt>
                <c:pt idx="2666">
                  <c:v>6.2218084974611019</c:v>
                </c:pt>
                <c:pt idx="2667">
                  <c:v>6.2111622496918795</c:v>
                </c:pt>
                <c:pt idx="2668">
                  <c:v>6.0946668516711204</c:v>
                </c:pt>
                <c:pt idx="2669">
                  <c:v>6.0296710480690328</c:v>
                </c:pt>
                <c:pt idx="2670">
                  <c:v>6.0059184776739576</c:v>
                </c:pt>
                <c:pt idx="2671">
                  <c:v>6.0629050693951125</c:v>
                </c:pt>
                <c:pt idx="2672">
                  <c:v>6.0685910836604267</c:v>
                </c:pt>
                <c:pt idx="2673">
                  <c:v>6.8796772508491362</c:v>
                </c:pt>
                <c:pt idx="2674">
                  <c:v>6.77993329585754</c:v>
                </c:pt>
                <c:pt idx="2675">
                  <c:v>7.0895349001840717</c:v>
                </c:pt>
                <c:pt idx="2676">
                  <c:v>5.9636400154501565</c:v>
                </c:pt>
                <c:pt idx="2677">
                  <c:v>6.8048723373636113</c:v>
                </c:pt>
                <c:pt idx="2678">
                  <c:v>6.935750025386211</c:v>
                </c:pt>
                <c:pt idx="2679">
                  <c:v>6.1679101086465025</c:v>
                </c:pt>
                <c:pt idx="2680">
                  <c:v>6.5516881652785175</c:v>
                </c:pt>
                <c:pt idx="2681">
                  <c:v>6.1412191922667985</c:v>
                </c:pt>
                <c:pt idx="2682">
                  <c:v>6.0912891160733507</c:v>
                </c:pt>
                <c:pt idx="2683">
                  <c:v>6.4969994916280163</c:v>
                </c:pt>
                <c:pt idx="2684">
                  <c:v>6.5555430549924063</c:v>
                </c:pt>
                <c:pt idx="2685">
                  <c:v>6.6900837607351242</c:v>
                </c:pt>
                <c:pt idx="2686">
                  <c:v>6.8829365944425245</c:v>
                </c:pt>
                <c:pt idx="2687">
                  <c:v>6.4653804172110885</c:v>
                </c:pt>
                <c:pt idx="2688">
                  <c:v>6.5595742126683794</c:v>
                </c:pt>
                <c:pt idx="2689">
                  <c:v>6.3514254160488237</c:v>
                </c:pt>
                <c:pt idx="2690">
                  <c:v>6.9104173794817205</c:v>
                </c:pt>
                <c:pt idx="2691">
                  <c:v>7.1882699200476985</c:v>
                </c:pt>
                <c:pt idx="2692">
                  <c:v>7.2166032780248237</c:v>
                </c:pt>
                <c:pt idx="2693">
                  <c:v>6.9303248925800798</c:v>
                </c:pt>
                <c:pt idx="2694">
                  <c:v>7.2305880143635859</c:v>
                </c:pt>
                <c:pt idx="2695">
                  <c:v>7.5070194404973805</c:v>
                </c:pt>
                <c:pt idx="2696">
                  <c:v>7.5463340248517872</c:v>
                </c:pt>
                <c:pt idx="2697">
                  <c:v>7.6018556205297356</c:v>
                </c:pt>
                <c:pt idx="2698">
                  <c:v>7.3551638277516203</c:v>
                </c:pt>
                <c:pt idx="2699">
                  <c:v>6.3295923951234352</c:v>
                </c:pt>
                <c:pt idx="2700">
                  <c:v>6.400011778439886</c:v>
                </c:pt>
                <c:pt idx="2701">
                  <c:v>6.557465797909475</c:v>
                </c:pt>
                <c:pt idx="2702">
                  <c:v>6.4569984462350245</c:v>
                </c:pt>
                <c:pt idx="2703">
                  <c:v>6.1023736079911988</c:v>
                </c:pt>
                <c:pt idx="2704">
                  <c:v>6.0784719038826642</c:v>
                </c:pt>
                <c:pt idx="2705">
                  <c:v>6.3399640961819488</c:v>
                </c:pt>
                <c:pt idx="2706">
                  <c:v>6.7074050110414607</c:v>
                </c:pt>
                <c:pt idx="2707">
                  <c:v>6.5544627474565225</c:v>
                </c:pt>
                <c:pt idx="2708">
                  <c:v>6.4749813129096108</c:v>
                </c:pt>
                <c:pt idx="2709">
                  <c:v>6.4316114903103045</c:v>
                </c:pt>
                <c:pt idx="2710">
                  <c:v>6.317683932433976</c:v>
                </c:pt>
                <c:pt idx="2711">
                  <c:v>6.4056494926405092</c:v>
                </c:pt>
                <c:pt idx="2712">
                  <c:v>6.4254643490080676</c:v>
                </c:pt>
                <c:pt idx="2713">
                  <c:v>6.3027276814397037</c:v>
                </c:pt>
                <c:pt idx="2714">
                  <c:v>6.6038527789443942</c:v>
                </c:pt>
                <c:pt idx="2715">
                  <c:v>6.675872160601549</c:v>
                </c:pt>
                <c:pt idx="2716">
                  <c:v>6.714672662766386</c:v>
                </c:pt>
                <c:pt idx="2717">
                  <c:v>6.3820530984072832</c:v>
                </c:pt>
                <c:pt idx="2718">
                  <c:v>6.6236869729807433</c:v>
                </c:pt>
                <c:pt idx="2719">
                  <c:v>6.4223014393397637</c:v>
                </c:pt>
                <c:pt idx="2720">
                  <c:v>6.6190334132234518</c:v>
                </c:pt>
                <c:pt idx="2721">
                  <c:v>6.0642055601258713</c:v>
                </c:pt>
                <c:pt idx="2722">
                  <c:v>6.2907110523693319</c:v>
                </c:pt>
                <c:pt idx="2723">
                  <c:v>6.242720186353111</c:v>
                </c:pt>
                <c:pt idx="2724">
                  <c:v>6.029478562716867</c:v>
                </c:pt>
                <c:pt idx="2725">
                  <c:v>6.1474680283798593</c:v>
                </c:pt>
                <c:pt idx="2726">
                  <c:v>6.0301368101913413</c:v>
                </c:pt>
                <c:pt idx="2727">
                  <c:v>5.5371080579088536</c:v>
                </c:pt>
                <c:pt idx="2728">
                  <c:v>5.5669295251937436</c:v>
                </c:pt>
                <c:pt idx="2729">
                  <c:v>5.6941131678327945</c:v>
                </c:pt>
                <c:pt idx="2730">
                  <c:v>5.7855653395115958</c:v>
                </c:pt>
                <c:pt idx="2731">
                  <c:v>5.7429627175565381</c:v>
                </c:pt>
                <c:pt idx="2732">
                  <c:v>6.0351074564680358</c:v>
                </c:pt>
                <c:pt idx="2733">
                  <c:v>6.2355454864238089</c:v>
                </c:pt>
                <c:pt idx="2734">
                  <c:v>5.9931171743363851</c:v>
                </c:pt>
                <c:pt idx="2735">
                  <c:v>6.1570933646757702</c:v>
                </c:pt>
                <c:pt idx="2736">
                  <c:v>5.7639523561375112</c:v>
                </c:pt>
                <c:pt idx="2737">
                  <c:v>5.8081656476987389</c:v>
                </c:pt>
                <c:pt idx="2738">
                  <c:v>5.8651545238498075</c:v>
                </c:pt>
                <c:pt idx="2739">
                  <c:v>6.0846940249397079</c:v>
                </c:pt>
                <c:pt idx="2740">
                  <c:v>5.9840871183043562</c:v>
                </c:pt>
                <c:pt idx="2741">
                  <c:v>6.2140269206493954</c:v>
                </c:pt>
                <c:pt idx="2742">
                  <c:v>6.1778574651857383</c:v>
                </c:pt>
                <c:pt idx="2743">
                  <c:v>6.1689388859510288</c:v>
                </c:pt>
                <c:pt idx="2744">
                  <c:v>6.3262625540776263</c:v>
                </c:pt>
                <c:pt idx="2745">
                  <c:v>6.2815219904666719</c:v>
                </c:pt>
                <c:pt idx="2746">
                  <c:v>6.6851610270748871</c:v>
                </c:pt>
                <c:pt idx="2747">
                  <c:v>6.9663747560321747</c:v>
                </c:pt>
                <c:pt idx="2748">
                  <c:v>5.7462787967982045</c:v>
                </c:pt>
                <c:pt idx="2749">
                  <c:v>5.1472059697594261</c:v>
                </c:pt>
                <c:pt idx="2750">
                  <c:v>4.5746217217884535</c:v>
                </c:pt>
                <c:pt idx="2751">
                  <c:v>4.615416149163674</c:v>
                </c:pt>
                <c:pt idx="2752">
                  <c:v>4.6014413286539</c:v>
                </c:pt>
                <c:pt idx="2753">
                  <c:v>4.496556556094415</c:v>
                </c:pt>
                <c:pt idx="2754">
                  <c:v>4.4361200203202635</c:v>
                </c:pt>
                <c:pt idx="2755">
                  <c:v>4.7674334715776974</c:v>
                </c:pt>
                <c:pt idx="2756">
                  <c:v>5.118892528595544</c:v>
                </c:pt>
                <c:pt idx="2757">
                  <c:v>5.37654652013725</c:v>
                </c:pt>
                <c:pt idx="2758">
                  <c:v>5.3839562997881476</c:v>
                </c:pt>
                <c:pt idx="2759">
                  <c:v>5.2068217226049258</c:v>
                </c:pt>
                <c:pt idx="2760">
                  <c:v>5.1150317497827986</c:v>
                </c:pt>
                <c:pt idx="2761">
                  <c:v>5.2067760014983797</c:v>
                </c:pt>
                <c:pt idx="2762">
                  <c:v>5.333075210159568</c:v>
                </c:pt>
                <c:pt idx="2763">
                  <c:v>5.3943781325490496</c:v>
                </c:pt>
                <c:pt idx="2764">
                  <c:v>5.1729762849093142</c:v>
                </c:pt>
                <c:pt idx="2765">
                  <c:v>5.3235644630204328</c:v>
                </c:pt>
                <c:pt idx="2766">
                  <c:v>5.2931505736791804</c:v>
                </c:pt>
                <c:pt idx="2767">
                  <c:v>5.2998812875783949</c:v>
                </c:pt>
                <c:pt idx="2768">
                  <c:v>5.6083303843745336</c:v>
                </c:pt>
                <c:pt idx="2769">
                  <c:v>5.5671203037292472</c:v>
                </c:pt>
                <c:pt idx="2770">
                  <c:v>5.0663978716157816</c:v>
                </c:pt>
                <c:pt idx="2771">
                  <c:v>4.9067060835288592</c:v>
                </c:pt>
                <c:pt idx="2772">
                  <c:v>4.4083171592862174</c:v>
                </c:pt>
                <c:pt idx="2773">
                  <c:v>4.4434675737304108</c:v>
                </c:pt>
                <c:pt idx="2774">
                  <c:v>4.3855586113107536</c:v>
                </c:pt>
                <c:pt idx="2775">
                  <c:v>4.208358789592169</c:v>
                </c:pt>
                <c:pt idx="2776">
                  <c:v>4.5189933586664841</c:v>
                </c:pt>
                <c:pt idx="2777">
                  <c:v>4.510758992433348</c:v>
                </c:pt>
                <c:pt idx="2778">
                  <c:v>4.8859153532598762</c:v>
                </c:pt>
                <c:pt idx="2779">
                  <c:v>5.342053659664507</c:v>
                </c:pt>
                <c:pt idx="2780">
                  <c:v>5.8597984609179798</c:v>
                </c:pt>
                <c:pt idx="2781">
                  <c:v>6.5453956064392287</c:v>
                </c:pt>
                <c:pt idx="2782">
                  <c:v>6.776283344449519</c:v>
                </c:pt>
                <c:pt idx="2783">
                  <c:v>7.1828265763286074</c:v>
                </c:pt>
                <c:pt idx="2784">
                  <c:v>7.5967057955004007</c:v>
                </c:pt>
                <c:pt idx="2785">
                  <c:v>7.9731913534515133</c:v>
                </c:pt>
                <c:pt idx="2786">
                  <c:v>8.7439348511815727</c:v>
                </c:pt>
                <c:pt idx="2787">
                  <c:v>8.9027118050907141</c:v>
                </c:pt>
                <c:pt idx="2788">
                  <c:v>9.1024583693562544</c:v>
                </c:pt>
                <c:pt idx="2789">
                  <c:v>9.8078497259539166</c:v>
                </c:pt>
                <c:pt idx="2790">
                  <c:v>9.962211831576445</c:v>
                </c:pt>
                <c:pt idx="2791">
                  <c:v>10.098417387771333</c:v>
                </c:pt>
                <c:pt idx="2792">
                  <c:v>10.446117617719198</c:v>
                </c:pt>
                <c:pt idx="2793">
                  <c:v>10.537915344956058</c:v>
                </c:pt>
                <c:pt idx="2794">
                  <c:v>10.004282776794195</c:v>
                </c:pt>
                <c:pt idx="2795">
                  <c:v>9.9176762544958041</c:v>
                </c:pt>
                <c:pt idx="2796">
                  <c:v>9.0027164673634683</c:v>
                </c:pt>
                <c:pt idx="2797">
                  <c:v>9.8694107945609009</c:v>
                </c:pt>
                <c:pt idx="2798">
                  <c:v>9.7487167770250949</c:v>
                </c:pt>
                <c:pt idx="2799">
                  <c:v>9.56164057884979</c:v>
                </c:pt>
                <c:pt idx="2800">
                  <c:v>9.8196857994019116</c:v>
                </c:pt>
                <c:pt idx="2801">
                  <c:v>9.2532262100746898</c:v>
                </c:pt>
                <c:pt idx="2802">
                  <c:v>8.5839939718550529</c:v>
                </c:pt>
                <c:pt idx="2803">
                  <c:v>8.6704358984354819</c:v>
                </c:pt>
                <c:pt idx="2804">
                  <c:v>9.1471414016465555</c:v>
                </c:pt>
                <c:pt idx="2805">
                  <c:v>8.60076976579915</c:v>
                </c:pt>
                <c:pt idx="2806">
                  <c:v>8.3594273009119231</c:v>
                </c:pt>
                <c:pt idx="2807">
                  <c:v>8.2687259505776485</c:v>
                </c:pt>
                <c:pt idx="2808">
                  <c:v>7.9959115305077395</c:v>
                </c:pt>
                <c:pt idx="2809">
                  <c:v>7.4552981175248352</c:v>
                </c:pt>
                <c:pt idx="2810">
                  <c:v>7.2152720556487946</c:v>
                </c:pt>
                <c:pt idx="2811">
                  <c:v>7.0916407262021863</c:v>
                </c:pt>
                <c:pt idx="2812">
                  <c:v>7.123139664187061</c:v>
                </c:pt>
                <c:pt idx="2813">
                  <c:v>7.1500071707624215</c:v>
                </c:pt>
                <c:pt idx="2814">
                  <c:v>7.3503097385859659</c:v>
                </c:pt>
                <c:pt idx="2815">
                  <c:v>7.5950740624811539</c:v>
                </c:pt>
                <c:pt idx="2816">
                  <c:v>8.0117669315161173</c:v>
                </c:pt>
                <c:pt idx="2817">
                  <c:v>7.9156439919754318</c:v>
                </c:pt>
                <c:pt idx="2818">
                  <c:v>8.0502627876866342</c:v>
                </c:pt>
                <c:pt idx="2819">
                  <c:v>8.1391176470142472</c:v>
                </c:pt>
                <c:pt idx="2820">
                  <c:v>7.2621205199777865</c:v>
                </c:pt>
                <c:pt idx="2821">
                  <c:v>6.9656662173740438</c:v>
                </c:pt>
                <c:pt idx="2822">
                  <c:v>6.912685883783432</c:v>
                </c:pt>
                <c:pt idx="2823">
                  <c:v>6.8294746632588392</c:v>
                </c:pt>
                <c:pt idx="2824">
                  <c:v>6.9982887143892905</c:v>
                </c:pt>
                <c:pt idx="2825">
                  <c:v>6.6115864030087561</c:v>
                </c:pt>
                <c:pt idx="2826">
                  <c:v>6.9658015291917463</c:v>
                </c:pt>
                <c:pt idx="2827">
                  <c:v>6.886034580988774</c:v>
                </c:pt>
                <c:pt idx="2828">
                  <c:v>7.0941083103108937</c:v>
                </c:pt>
                <c:pt idx="2829">
                  <c:v>7.0304638644174045</c:v>
                </c:pt>
                <c:pt idx="2830">
                  <c:v>7.0334923859188194</c:v>
                </c:pt>
                <c:pt idx="2831">
                  <c:v>7.0729177162166232</c:v>
                </c:pt>
                <c:pt idx="2832">
                  <c:v>7.4206931556009996</c:v>
                </c:pt>
                <c:pt idx="2833">
                  <c:v>7.3407986096781022</c:v>
                </c:pt>
                <c:pt idx="2834">
                  <c:v>7.3576865432773468</c:v>
                </c:pt>
                <c:pt idx="2835">
                  <c:v>7.8588261185012067</c:v>
                </c:pt>
                <c:pt idx="2836">
                  <c:v>8.2642928875355466</c:v>
                </c:pt>
                <c:pt idx="2837">
                  <c:v>8.736469748337818</c:v>
                </c:pt>
                <c:pt idx="2838">
                  <c:v>8.4374358041117787</c:v>
                </c:pt>
                <c:pt idx="2839">
                  <c:v>8.7106446568123417</c:v>
                </c:pt>
                <c:pt idx="2840">
                  <c:v>8.4916268659681258</c:v>
                </c:pt>
                <c:pt idx="2841">
                  <c:v>8.1174396158628674</c:v>
                </c:pt>
                <c:pt idx="2842">
                  <c:v>7.3898591570661916</c:v>
                </c:pt>
                <c:pt idx="2843">
                  <c:v>6.4558526452727332</c:v>
                </c:pt>
                <c:pt idx="2844">
                  <c:v>5.9620470397597103</c:v>
                </c:pt>
                <c:pt idx="2845">
                  <c:v>5.5615561482411868</c:v>
                </c:pt>
                <c:pt idx="2846">
                  <c:v>6.3020958651037047</c:v>
                </c:pt>
                <c:pt idx="2847">
                  <c:v>6.5931848749361217</c:v>
                </c:pt>
                <c:pt idx="2848">
                  <c:v>6.3472566805594042</c:v>
                </c:pt>
                <c:pt idx="2849">
                  <c:v>6.5537139494566166</c:v>
                </c:pt>
                <c:pt idx="2850">
                  <c:v>6.3279940238495893</c:v>
                </c:pt>
                <c:pt idx="2851">
                  <c:v>6.2678342575316774</c:v>
                </c:pt>
                <c:pt idx="2852">
                  <c:v>6.2376153458373613</c:v>
                </c:pt>
                <c:pt idx="2853">
                  <c:v>6.0619237441567462</c:v>
                </c:pt>
                <c:pt idx="2854">
                  <c:v>5.9037307957129785</c:v>
                </c:pt>
                <c:pt idx="2855">
                  <c:v>5.7429507811416087</c:v>
                </c:pt>
                <c:pt idx="2856">
                  <c:v>6.0282814075157081</c:v>
                </c:pt>
                <c:pt idx="2857">
                  <c:v>6.0038858323671942</c:v>
                </c:pt>
                <c:pt idx="2858">
                  <c:v>5.9260567827343795</c:v>
                </c:pt>
                <c:pt idx="2859">
                  <c:v>5.842312298427065</c:v>
                </c:pt>
                <c:pt idx="2860">
                  <c:v>5.3894174205880532</c:v>
                </c:pt>
                <c:pt idx="2861">
                  <c:v>5.9393801584924635</c:v>
                </c:pt>
                <c:pt idx="2862">
                  <c:v>5.9703740151601012</c:v>
                </c:pt>
                <c:pt idx="2863">
                  <c:v>6.2838901001775378</c:v>
                </c:pt>
                <c:pt idx="2864">
                  <c:v>5.8580010277870116</c:v>
                </c:pt>
                <c:pt idx="2865">
                  <c:v>4.9702285117736489</c:v>
                </c:pt>
                <c:pt idx="2866">
                  <c:v>4.3909896521639347</c:v>
                </c:pt>
                <c:pt idx="2867">
                  <c:v>4.1422082095594659</c:v>
                </c:pt>
                <c:pt idx="2868">
                  <c:v>4.2952597780582433</c:v>
                </c:pt>
                <c:pt idx="2869">
                  <c:v>4.082781407569783</c:v>
                </c:pt>
                <c:pt idx="2870">
                  <c:v>4.0333431966718987</c:v>
                </c:pt>
                <c:pt idx="2871">
                  <c:v>4.073976707847538</c:v>
                </c:pt>
                <c:pt idx="2872">
                  <c:v>4.2301365618565603</c:v>
                </c:pt>
                <c:pt idx="2873">
                  <c:v>4.8807704095348958</c:v>
                </c:pt>
                <c:pt idx="2874">
                  <c:v>5.2378871890631631</c:v>
                </c:pt>
                <c:pt idx="2875">
                  <c:v>5.1085855596840064</c:v>
                </c:pt>
                <c:pt idx="2876">
                  <c:v>5.5345652080103465</c:v>
                </c:pt>
                <c:pt idx="2877">
                  <c:v>5.5624087471058372</c:v>
                </c:pt>
                <c:pt idx="2878">
                  <c:v>5.8755262514824151</c:v>
                </c:pt>
                <c:pt idx="2879">
                  <c:v>6.2435823555924808</c:v>
                </c:pt>
                <c:pt idx="2880">
                  <c:v>6.1492619034281057</c:v>
                </c:pt>
                <c:pt idx="2881">
                  <c:v>6.2942393124988465</c:v>
                </c:pt>
                <c:pt idx="2882">
                  <c:v>6.3306036028056853</c:v>
                </c:pt>
                <c:pt idx="2883">
                  <c:v>7.0678403612370779</c:v>
                </c:pt>
                <c:pt idx="2884">
                  <c:v>7.8865832325071068</c:v>
                </c:pt>
                <c:pt idx="2885">
                  <c:v>8.4657977167294636</c:v>
                </c:pt>
                <c:pt idx="2886">
                  <c:v>7.9922211124479494</c:v>
                </c:pt>
                <c:pt idx="2887">
                  <c:v>8.1827101183665825</c:v>
                </c:pt>
                <c:pt idx="2888">
                  <c:v>8.4740305026483433</c:v>
                </c:pt>
                <c:pt idx="2889">
                  <c:v>8.7709816735811277</c:v>
                </c:pt>
                <c:pt idx="2890">
                  <c:v>9.2416578725665559</c:v>
                </c:pt>
                <c:pt idx="2891">
                  <c:v>9.2437811236758094</c:v>
                </c:pt>
                <c:pt idx="2892">
                  <c:v>8.9166656737938954</c:v>
                </c:pt>
                <c:pt idx="2893">
                  <c:v>9.2353251926385642</c:v>
                </c:pt>
                <c:pt idx="2894">
                  <c:v>9.0594215147252157</c:v>
                </c:pt>
                <c:pt idx="2895">
                  <c:v>8.8934123369976259</c:v>
                </c:pt>
                <c:pt idx="2896">
                  <c:v>9.1567708283817026</c:v>
                </c:pt>
                <c:pt idx="2897">
                  <c:v>8.7706971373071667</c:v>
                </c:pt>
                <c:pt idx="2898">
                  <c:v>8.9864766452405522</c:v>
                </c:pt>
                <c:pt idx="2899">
                  <c:v>8.9353129118972081</c:v>
                </c:pt>
                <c:pt idx="2900">
                  <c:v>8.7690687171835702</c:v>
                </c:pt>
                <c:pt idx="2901">
                  <c:v>8.6730531580895054</c:v>
                </c:pt>
                <c:pt idx="2902">
                  <c:v>8.4334140204923695</c:v>
                </c:pt>
                <c:pt idx="2903">
                  <c:v>8.5740869664980757</c:v>
                </c:pt>
                <c:pt idx="2904">
                  <c:v>8.4907494581577847</c:v>
                </c:pt>
                <c:pt idx="2905">
                  <c:v>8.5126036378157011</c:v>
                </c:pt>
                <c:pt idx="2906">
                  <c:v>8.5994257370929237</c:v>
                </c:pt>
                <c:pt idx="2907">
                  <c:v>8.3865818685400022</c:v>
                </c:pt>
                <c:pt idx="2908">
                  <c:v>8.223391691195344</c:v>
                </c:pt>
                <c:pt idx="2909">
                  <c:v>8.3478289335224236</c:v>
                </c:pt>
                <c:pt idx="2910">
                  <c:v>8.2516463362743337</c:v>
                </c:pt>
                <c:pt idx="2911">
                  <c:v>8.1674524448862069</c:v>
                </c:pt>
                <c:pt idx="2912">
                  <c:v>8.2980740737404286</c:v>
                </c:pt>
                <c:pt idx="2913">
                  <c:v>8.6995312552216841</c:v>
                </c:pt>
                <c:pt idx="2914">
                  <c:v>8.8016077048689834</c:v>
                </c:pt>
                <c:pt idx="2915">
                  <c:v>8.6432679118421802</c:v>
                </c:pt>
                <c:pt idx="2916">
                  <c:v>8.9756328090479176</c:v>
                </c:pt>
                <c:pt idx="2917">
                  <c:v>9.4619046923479306</c:v>
                </c:pt>
                <c:pt idx="2918">
                  <c:v>9.6282807233961805</c:v>
                </c:pt>
                <c:pt idx="2919">
                  <c:v>9.5181986131912097</c:v>
                </c:pt>
                <c:pt idx="2920">
                  <c:v>9.3847995429692315</c:v>
                </c:pt>
                <c:pt idx="2921">
                  <c:v>8.9514283143588944</c:v>
                </c:pt>
                <c:pt idx="2922">
                  <c:v>9.074612320277657</c:v>
                </c:pt>
                <c:pt idx="2923">
                  <c:v>9.3816130610336614</c:v>
                </c:pt>
                <c:pt idx="2924">
                  <c:v>9.575604211246624</c:v>
                </c:pt>
                <c:pt idx="2925">
                  <c:v>9.5627822126756516</c:v>
                </c:pt>
                <c:pt idx="2926">
                  <c:v>9.1647171493852237</c:v>
                </c:pt>
                <c:pt idx="2927">
                  <c:v>8.9285459037016501</c:v>
                </c:pt>
                <c:pt idx="2928">
                  <c:v>9.02348957835971</c:v>
                </c:pt>
                <c:pt idx="2929">
                  <c:v>8.6630635077115397</c:v>
                </c:pt>
                <c:pt idx="2930">
                  <c:v>8.3844954690705986</c:v>
                </c:pt>
                <c:pt idx="2931">
                  <c:v>8.6934277138283278</c:v>
                </c:pt>
                <c:pt idx="2932">
                  <c:v>8.8479543986391231</c:v>
                </c:pt>
                <c:pt idx="2933">
                  <c:v>9.2543964837190291</c:v>
                </c:pt>
                <c:pt idx="2934">
                  <c:v>9.8811403375084321</c:v>
                </c:pt>
                <c:pt idx="2935">
                  <c:v>10.60666557058452</c:v>
                </c:pt>
                <c:pt idx="2936">
                  <c:v>10.34778056348217</c:v>
                </c:pt>
                <c:pt idx="2937">
                  <c:v>10.446174944826959</c:v>
                </c:pt>
                <c:pt idx="2938">
                  <c:v>9.6970816380141986</c:v>
                </c:pt>
                <c:pt idx="2939">
                  <c:v>9.0428537042655481</c:v>
                </c:pt>
                <c:pt idx="2940">
                  <c:v>7.9786593039186897</c:v>
                </c:pt>
                <c:pt idx="2941">
                  <c:v>5.2376603470224152</c:v>
                </c:pt>
                <c:pt idx="2942">
                  <c:v>8.3042423127917218</c:v>
                </c:pt>
                <c:pt idx="2943">
                  <c:v>10.270653426850986</c:v>
                </c:pt>
                <c:pt idx="2944">
                  <c:v>8.141882818859937</c:v>
                </c:pt>
                <c:pt idx="2945">
                  <c:v>7.9859949932491734</c:v>
                </c:pt>
                <c:pt idx="2946">
                  <c:v>7.6837242209272354</c:v>
                </c:pt>
                <c:pt idx="2947">
                  <c:v>7.8543709464106648</c:v>
                </c:pt>
                <c:pt idx="2948">
                  <c:v>8.1250866532598671</c:v>
                </c:pt>
                <c:pt idx="2949">
                  <c:v>8.4934532277335961</c:v>
                </c:pt>
                <c:pt idx="2950">
                  <c:v>8.8102660473100567</c:v>
                </c:pt>
                <c:pt idx="2951">
                  <c:v>8.4523885541753341</c:v>
                </c:pt>
                <c:pt idx="2952">
                  <c:v>8.688003622250136</c:v>
                </c:pt>
                <c:pt idx="2953">
                  <c:v>9.5246427898589001</c:v>
                </c:pt>
                <c:pt idx="2954">
                  <c:v>10.079712396687057</c:v>
                </c:pt>
                <c:pt idx="2955">
                  <c:v>9.8521330699613792</c:v>
                </c:pt>
                <c:pt idx="2956">
                  <c:v>9.8672885925351128</c:v>
                </c:pt>
                <c:pt idx="2957">
                  <c:v>9.9630089376788309</c:v>
                </c:pt>
                <c:pt idx="2958">
                  <c:v>9.7188503882565946</c:v>
                </c:pt>
                <c:pt idx="2959">
                  <c:v>9.52220086745427</c:v>
                </c:pt>
                <c:pt idx="2960">
                  <c:v>9.0692742749940756</c:v>
                </c:pt>
                <c:pt idx="2961">
                  <c:v>9.1842012211498893</c:v>
                </c:pt>
                <c:pt idx="2962">
                  <c:v>10.109966458028721</c:v>
                </c:pt>
                <c:pt idx="2963">
                  <c:v>10.552771381239367</c:v>
                </c:pt>
                <c:pt idx="2964">
                  <c:v>9.8204416430441466</c:v>
                </c:pt>
                <c:pt idx="2965">
                  <c:v>9.0498126415537374</c:v>
                </c:pt>
                <c:pt idx="2966">
                  <c:v>8.0065592242428298</c:v>
                </c:pt>
                <c:pt idx="2967">
                  <c:v>7.872663018140468</c:v>
                </c:pt>
                <c:pt idx="2968">
                  <c:v>7.7068891537088744</c:v>
                </c:pt>
                <c:pt idx="2969">
                  <c:v>8.2431045654838897</c:v>
                </c:pt>
                <c:pt idx="2970">
                  <c:v>7.8831260541513739</c:v>
                </c:pt>
                <c:pt idx="2971">
                  <c:v>7.9857164518629808</c:v>
                </c:pt>
                <c:pt idx="2972">
                  <c:v>8.0373236554930134</c:v>
                </c:pt>
                <c:pt idx="2973">
                  <c:v>8.1947202363518468</c:v>
                </c:pt>
                <c:pt idx="2974">
                  <c:v>7.6181939248518304</c:v>
                </c:pt>
                <c:pt idx="2975">
                  <c:v>7.663159240383882</c:v>
                </c:pt>
                <c:pt idx="2976">
                  <c:v>7.7694263441818157</c:v>
                </c:pt>
                <c:pt idx="2977">
                  <c:v>7.664197466490017</c:v>
                </c:pt>
                <c:pt idx="2978">
                  <c:v>7.4423959347862487</c:v>
                </c:pt>
                <c:pt idx="2979">
                  <c:v>7.2436227749040052</c:v>
                </c:pt>
                <c:pt idx="2980">
                  <c:v>7.2364328694662969</c:v>
                </c:pt>
                <c:pt idx="2981">
                  <c:v>7.2427674624704022</c:v>
                </c:pt>
                <c:pt idx="2982">
                  <c:v>7.1554817180004386</c:v>
                </c:pt>
                <c:pt idx="2983">
                  <c:v>7.076148114354484</c:v>
                </c:pt>
                <c:pt idx="2984">
                  <c:v>7.3836643238113258</c:v>
                </c:pt>
                <c:pt idx="2985">
                  <c:v>7.416787934461472</c:v>
                </c:pt>
                <c:pt idx="2986">
                  <c:v>6.4817579898964039</c:v>
                </c:pt>
                <c:pt idx="2987">
                  <c:v>7.0459745576729</c:v>
                </c:pt>
                <c:pt idx="2988">
                  <c:v>6.5042693964761797</c:v>
                </c:pt>
                <c:pt idx="2989">
                  <c:v>6.1143338021323865</c:v>
                </c:pt>
                <c:pt idx="2990">
                  <c:v>6.1785867921893418</c:v>
                </c:pt>
                <c:pt idx="2991">
                  <c:v>5.9399129207701664</c:v>
                </c:pt>
                <c:pt idx="2992">
                  <c:v>6.5406277413174863</c:v>
                </c:pt>
                <c:pt idx="2993">
                  <c:v>5.5334295210396132</c:v>
                </c:pt>
                <c:pt idx="2994">
                  <c:v>5.7521909849594266</c:v>
                </c:pt>
                <c:pt idx="2995">
                  <c:v>6.2036806566909464</c:v>
                </c:pt>
                <c:pt idx="2996">
                  <c:v>6.0592552974224567</c:v>
                </c:pt>
                <c:pt idx="2997">
                  <c:v>6.2712591644964277</c:v>
                </c:pt>
                <c:pt idx="2998">
                  <c:v>6.9124727788417601</c:v>
                </c:pt>
                <c:pt idx="2999">
                  <c:v>8.3985907461545484</c:v>
                </c:pt>
                <c:pt idx="3000">
                  <c:v>9.5492564652515792</c:v>
                </c:pt>
                <c:pt idx="3001">
                  <c:v>15.804978698501367</c:v>
                </c:pt>
                <c:pt idx="3002">
                  <c:v>20.214965817822421</c:v>
                </c:pt>
                <c:pt idx="3003">
                  <c:v>21.074218129540661</c:v>
                </c:pt>
                <c:pt idx="3004">
                  <c:v>22.160716245129759</c:v>
                </c:pt>
                <c:pt idx="3005">
                  <c:v>22.960413707980912</c:v>
                </c:pt>
                <c:pt idx="3006">
                  <c:v>24.362621982509815</c:v>
                </c:pt>
                <c:pt idx="3007">
                  <c:v>25.645600477383233</c:v>
                </c:pt>
                <c:pt idx="3008">
                  <c:v>26.059134135292517</c:v>
                </c:pt>
                <c:pt idx="3009">
                  <c:v>26.969417551685211</c:v>
                </c:pt>
                <c:pt idx="3010">
                  <c:v>30.473704392519526</c:v>
                </c:pt>
                <c:pt idx="3011">
                  <c:v>22.858724002362994</c:v>
                </c:pt>
                <c:pt idx="3012">
                  <c:v>22.509261964610886</c:v>
                </c:pt>
                <c:pt idx="3013">
                  <c:v>20.900088969760873</c:v>
                </c:pt>
                <c:pt idx="3014">
                  <c:v>20.60533597525551</c:v>
                </c:pt>
                <c:pt idx="3015">
                  <c:v>14.115238385443238</c:v>
                </c:pt>
                <c:pt idx="3016">
                  <c:v>0.38165353393793844</c:v>
                </c:pt>
                <c:pt idx="3017">
                  <c:v>0.18849987040900668</c:v>
                </c:pt>
                <c:pt idx="3018">
                  <c:v>6.5394832121159457E-2</c:v>
                </c:pt>
                <c:pt idx="3019">
                  <c:v>2.7837206290315296E-2</c:v>
                </c:pt>
                <c:pt idx="3020">
                  <c:v>1.9299619354072744E-2</c:v>
                </c:pt>
                <c:pt idx="3021">
                  <c:v>9.7131747243852234E-3</c:v>
                </c:pt>
                <c:pt idx="3022">
                  <c:v>1.4001535985012845E-2</c:v>
                </c:pt>
                <c:pt idx="3023">
                  <c:v>2.0832910093959808E-2</c:v>
                </c:pt>
                <c:pt idx="3024">
                  <c:v>1.3471668711677792E-2</c:v>
                </c:pt>
                <c:pt idx="3025">
                  <c:v>9.6942954937909841E-3</c:v>
                </c:pt>
                <c:pt idx="3026">
                  <c:v>6.6719937325696371E-3</c:v>
                </c:pt>
                <c:pt idx="3027">
                  <c:v>5.1579581282344784E-3</c:v>
                </c:pt>
                <c:pt idx="3028">
                  <c:v>3.5739744037852957E-3</c:v>
                </c:pt>
                <c:pt idx="3029">
                  <c:v>2.58688423235058E-3</c:v>
                </c:pt>
                <c:pt idx="3030">
                  <c:v>-1.8327354692878841E-4</c:v>
                </c:pt>
                <c:pt idx="3031">
                  <c:v>-3.6777949213234098E-3</c:v>
                </c:pt>
                <c:pt idx="3032">
                  <c:v>-4.2476981516953477E-2</c:v>
                </c:pt>
                <c:pt idx="3033">
                  <c:v>-8.1446704709328202E-2</c:v>
                </c:pt>
                <c:pt idx="3034">
                  <c:v>-7.7989433272390982E-2</c:v>
                </c:pt>
                <c:pt idx="3035">
                  <c:v>-7.3173640545763585E-2</c:v>
                </c:pt>
                <c:pt idx="3036">
                  <c:v>-7.0168660458253151E-2</c:v>
                </c:pt>
                <c:pt idx="3037">
                  <c:v>-6.9408524792137841E-2</c:v>
                </c:pt>
                <c:pt idx="3038">
                  <c:v>-6.2938507237047303E-2</c:v>
                </c:pt>
                <c:pt idx="3039">
                  <c:v>-5.6847042243983043E-2</c:v>
                </c:pt>
                <c:pt idx="3040">
                  <c:v>-5.4054150456717263E-2</c:v>
                </c:pt>
                <c:pt idx="3041">
                  <c:v>1.3835307058625504E-2</c:v>
                </c:pt>
                <c:pt idx="3042">
                  <c:v>2.1604142171220607E-2</c:v>
                </c:pt>
                <c:pt idx="3043">
                  <c:v>1.4348715500302233E-2</c:v>
                </c:pt>
                <c:pt idx="3044">
                  <c:v>9.9772532952121795E-3</c:v>
                </c:pt>
                <c:pt idx="3045">
                  <c:v>7.1314730185763264E-3</c:v>
                </c:pt>
                <c:pt idx="3046">
                  <c:v>6.8200004886873732E-3</c:v>
                </c:pt>
                <c:pt idx="3047">
                  <c:v>5.399399098997025E-3</c:v>
                </c:pt>
                <c:pt idx="3048">
                  <c:v>5.843244483973338E-3</c:v>
                </c:pt>
                <c:pt idx="3049">
                  <c:v>6.2651941027245606E-3</c:v>
                </c:pt>
                <c:pt idx="3050">
                  <c:v>5.2702700032198546E-3</c:v>
                </c:pt>
                <c:pt idx="3051">
                  <c:v>5.8670892685689854E-3</c:v>
                </c:pt>
                <c:pt idx="3052">
                  <c:v>4.6427499724585554E-3</c:v>
                </c:pt>
                <c:pt idx="3053">
                  <c:v>5.1698582365229317E-3</c:v>
                </c:pt>
                <c:pt idx="3054">
                  <c:v>6.3308061125983807E-3</c:v>
                </c:pt>
                <c:pt idx="3055">
                  <c:v>5.6995226701935815E-3</c:v>
                </c:pt>
                <c:pt idx="3056">
                  <c:v>-9.8097915873026614E-3</c:v>
                </c:pt>
                <c:pt idx="3057">
                  <c:v>-4.671701802541528E-2</c:v>
                </c:pt>
                <c:pt idx="3058">
                  <c:v>-4.4029992272650816E-2</c:v>
                </c:pt>
                <c:pt idx="3059">
                  <c:v>-4.2041260648417747E-2</c:v>
                </c:pt>
                <c:pt idx="3060">
                  <c:v>-4.2776265256405668E-2</c:v>
                </c:pt>
                <c:pt idx="3061">
                  <c:v>-5.1413572962288524E-2</c:v>
                </c:pt>
                <c:pt idx="3062">
                  <c:v>-4.0987458075791343E-2</c:v>
                </c:pt>
                <c:pt idx="3063">
                  <c:v>-3.9030502207093552E-2</c:v>
                </c:pt>
                <c:pt idx="3064">
                  <c:v>-3.9245454410997874E-2</c:v>
                </c:pt>
                <c:pt idx="3065">
                  <c:v>6.6195645999709641E-3</c:v>
                </c:pt>
                <c:pt idx="3066">
                  <c:v>1.0903262298357478E-2</c:v>
                </c:pt>
                <c:pt idx="3067">
                  <c:v>7.3195913201021638E-3</c:v>
                </c:pt>
                <c:pt idx="3068">
                  <c:v>6.4341399059097129E-3</c:v>
                </c:pt>
                <c:pt idx="3069">
                  <c:v>6.1511462964876683E-3</c:v>
                </c:pt>
                <c:pt idx="3070">
                  <c:v>3.8427255073144105E-3</c:v>
                </c:pt>
                <c:pt idx="3071">
                  <c:v>5.1260617363873663E-3</c:v>
                </c:pt>
                <c:pt idx="3072">
                  <c:v>3.9059703917433027E-3</c:v>
                </c:pt>
                <c:pt idx="3073">
                  <c:v>5.5914926260944228E-3</c:v>
                </c:pt>
                <c:pt idx="3074">
                  <c:v>3.7536200357834479E-3</c:v>
                </c:pt>
                <c:pt idx="3075">
                  <c:v>5.3147921657105152E-3</c:v>
                </c:pt>
                <c:pt idx="3076">
                  <c:v>4.4980564457771897E-3</c:v>
                </c:pt>
                <c:pt idx="3077">
                  <c:v>4.6182477745440251E-3</c:v>
                </c:pt>
                <c:pt idx="3078">
                  <c:v>4.2510176400050162E-3</c:v>
                </c:pt>
                <c:pt idx="3079">
                  <c:v>1.8462715924775018E-3</c:v>
                </c:pt>
                <c:pt idx="3080">
                  <c:v>-8.0294722458383073E-3</c:v>
                </c:pt>
                <c:pt idx="3081">
                  <c:v>1.0087811720553704E-2</c:v>
                </c:pt>
                <c:pt idx="3082">
                  <c:v>-1.1822934802678852E-2</c:v>
                </c:pt>
                <c:pt idx="3083">
                  <c:v>-7.1162534055639369E-3</c:v>
                </c:pt>
                <c:pt idx="3084">
                  <c:v>1.0777769769639157E-3</c:v>
                </c:pt>
                <c:pt idx="3085">
                  <c:v>8.8057857857640233E-3</c:v>
                </c:pt>
                <c:pt idx="3086">
                  <c:v>9.7084202530556881E-3</c:v>
                </c:pt>
                <c:pt idx="3087">
                  <c:v>1.4721272569419469E-2</c:v>
                </c:pt>
                <c:pt idx="3088">
                  <c:v>1.7396866304167462E-2</c:v>
                </c:pt>
                <c:pt idx="3089">
                  <c:v>1.0249109396575827E-2</c:v>
                </c:pt>
                <c:pt idx="3090">
                  <c:v>2.3480589399183759E-3</c:v>
                </c:pt>
                <c:pt idx="3091">
                  <c:v>-2.4570085527717417E-2</c:v>
                </c:pt>
                <c:pt idx="3092">
                  <c:v>-3.810718045628491E-2</c:v>
                </c:pt>
                <c:pt idx="3093">
                  <c:v>-4.2424234155733313E-2</c:v>
                </c:pt>
                <c:pt idx="3094">
                  <c:v>-4.3179809040639575E-2</c:v>
                </c:pt>
                <c:pt idx="3095">
                  <c:v>1.492772158884487E-3</c:v>
                </c:pt>
                <c:pt idx="3096">
                  <c:v>8.1796893937205427E-3</c:v>
                </c:pt>
                <c:pt idx="3097">
                  <c:v>6.5236712071122856E-3</c:v>
                </c:pt>
                <c:pt idx="3098">
                  <c:v>7.0637304952231254E-3</c:v>
                </c:pt>
                <c:pt idx="3099">
                  <c:v>6.03098407882861E-3</c:v>
                </c:pt>
                <c:pt idx="3100">
                  <c:v>5.9000231071255843E-3</c:v>
                </c:pt>
                <c:pt idx="3101">
                  <c:v>5.6207833212907257E-3</c:v>
                </c:pt>
                <c:pt idx="3102">
                  <c:v>6.1616626980461079E-3</c:v>
                </c:pt>
                <c:pt idx="3103">
                  <c:v>4.643365487528874E-3</c:v>
                </c:pt>
                <c:pt idx="3104">
                  <c:v>-1.5495409635357973E-2</c:v>
                </c:pt>
                <c:pt idx="3105">
                  <c:v>-4.466271400236331E-2</c:v>
                </c:pt>
                <c:pt idx="3106">
                  <c:v>-4.3581780799827018E-2</c:v>
                </c:pt>
                <c:pt idx="3107">
                  <c:v>-2.999457379093292E-2</c:v>
                </c:pt>
                <c:pt idx="3108">
                  <c:v>-1.0940630799891405E-2</c:v>
                </c:pt>
                <c:pt idx="3109">
                  <c:v>-6.0522103990044993E-3</c:v>
                </c:pt>
                <c:pt idx="3110">
                  <c:v>0.73373226837448491</c:v>
                </c:pt>
                <c:pt idx="3111">
                  <c:v>9.1162670370002896</c:v>
                </c:pt>
                <c:pt idx="3112">
                  <c:v>3.9905444811486959</c:v>
                </c:pt>
                <c:pt idx="3113">
                  <c:v>4.3453441568638427</c:v>
                </c:pt>
                <c:pt idx="3114">
                  <c:v>4.6887788738428551</c:v>
                </c:pt>
                <c:pt idx="3115">
                  <c:v>4.3860871858002977</c:v>
                </c:pt>
                <c:pt idx="3116">
                  <c:v>4.3900307084837378</c:v>
                </c:pt>
                <c:pt idx="3117">
                  <c:v>4.2412979074709201</c:v>
                </c:pt>
                <c:pt idx="3118">
                  <c:v>4.225740456485525</c:v>
                </c:pt>
                <c:pt idx="3119">
                  <c:v>3.89118173577946</c:v>
                </c:pt>
                <c:pt idx="3120">
                  <c:v>3.9208850225941854</c:v>
                </c:pt>
                <c:pt idx="3121">
                  <c:v>3.9985640845876818</c:v>
                </c:pt>
                <c:pt idx="3122">
                  <c:v>3.9969997092795939</c:v>
                </c:pt>
                <c:pt idx="3123">
                  <c:v>4.0952912799735985</c:v>
                </c:pt>
                <c:pt idx="3124">
                  <c:v>4.0280637816158151</c:v>
                </c:pt>
                <c:pt idx="3125">
                  <c:v>4.2857289206227334</c:v>
                </c:pt>
                <c:pt idx="3126">
                  <c:v>4.3160303283133166</c:v>
                </c:pt>
                <c:pt idx="3127">
                  <c:v>4.4527235723432748</c:v>
                </c:pt>
                <c:pt idx="3128">
                  <c:v>5.8698754448667367</c:v>
                </c:pt>
                <c:pt idx="3129">
                  <c:v>3.4559689719530668</c:v>
                </c:pt>
                <c:pt idx="3130">
                  <c:v>3.2286186033620234</c:v>
                </c:pt>
                <c:pt idx="3131">
                  <c:v>2.7205211836771142</c:v>
                </c:pt>
                <c:pt idx="3132">
                  <c:v>2.891404969646322</c:v>
                </c:pt>
                <c:pt idx="3133">
                  <c:v>3.2651024285871442</c:v>
                </c:pt>
                <c:pt idx="3134">
                  <c:v>3.4312509657223536</c:v>
                </c:pt>
                <c:pt idx="3135">
                  <c:v>3.9683811544422287</c:v>
                </c:pt>
                <c:pt idx="3136">
                  <c:v>3.738705078671229</c:v>
                </c:pt>
                <c:pt idx="3137">
                  <c:v>3.7523552156684921</c:v>
                </c:pt>
                <c:pt idx="3138">
                  <c:v>3.6335303916307029</c:v>
                </c:pt>
                <c:pt idx="3139">
                  <c:v>3.7030368889026666</c:v>
                </c:pt>
                <c:pt idx="3140">
                  <c:v>3.7699535744411374</c:v>
                </c:pt>
                <c:pt idx="3141">
                  <c:v>3.7570599637641831</c:v>
                </c:pt>
                <c:pt idx="3142">
                  <c:v>3.6669484114744981</c:v>
                </c:pt>
                <c:pt idx="3143">
                  <c:v>3.8505345497774073</c:v>
                </c:pt>
                <c:pt idx="3144">
                  <c:v>4.1174260898598343</c:v>
                </c:pt>
                <c:pt idx="3145">
                  <c:v>4.7298007915989793</c:v>
                </c:pt>
                <c:pt idx="3146">
                  <c:v>5.0453860417689231</c:v>
                </c:pt>
                <c:pt idx="3147">
                  <c:v>5.0641257919525975</c:v>
                </c:pt>
                <c:pt idx="3148">
                  <c:v>5.1047583375364702</c:v>
                </c:pt>
                <c:pt idx="3149">
                  <c:v>5.1170672237054315</c:v>
                </c:pt>
                <c:pt idx="3150">
                  <c:v>5.5178409088248808</c:v>
                </c:pt>
                <c:pt idx="3151">
                  <c:v>5.5028170809958876</c:v>
                </c:pt>
                <c:pt idx="3152">
                  <c:v>5.8808785687969394</c:v>
                </c:pt>
                <c:pt idx="3153">
                  <c:v>6.0647944005955328</c:v>
                </c:pt>
                <c:pt idx="3154">
                  <c:v>5.3496141106607666</c:v>
                </c:pt>
                <c:pt idx="3155">
                  <c:v>4.4129159239017142</c:v>
                </c:pt>
                <c:pt idx="3156">
                  <c:v>4.5601412956924916</c:v>
                </c:pt>
                <c:pt idx="3157">
                  <c:v>4.9381457233377892</c:v>
                </c:pt>
                <c:pt idx="3158">
                  <c:v>4.7486732964352347</c:v>
                </c:pt>
                <c:pt idx="3159">
                  <c:v>5.1912600188911115</c:v>
                </c:pt>
                <c:pt idx="3160">
                  <c:v>5.2563200074825795</c:v>
                </c:pt>
                <c:pt idx="3161">
                  <c:v>5.073677260366428</c:v>
                </c:pt>
                <c:pt idx="3162">
                  <c:v>4.9221738629908556</c:v>
                </c:pt>
                <c:pt idx="3163">
                  <c:v>4.6884751823508743</c:v>
                </c:pt>
                <c:pt idx="3164">
                  <c:v>4.694997791614413</c:v>
                </c:pt>
                <c:pt idx="3165">
                  <c:v>4.3947093314447239</c:v>
                </c:pt>
                <c:pt idx="3166">
                  <c:v>4.1614602548486195</c:v>
                </c:pt>
                <c:pt idx="3167">
                  <c:v>4.1601706028107293</c:v>
                </c:pt>
                <c:pt idx="3168">
                  <c:v>4.2590536689430314</c:v>
                </c:pt>
                <c:pt idx="3169">
                  <c:v>4.1580672614396308</c:v>
                </c:pt>
                <c:pt idx="3170">
                  <c:v>3.7266947389176761</c:v>
                </c:pt>
                <c:pt idx="3171">
                  <c:v>3.4956630245744926</c:v>
                </c:pt>
                <c:pt idx="3172">
                  <c:v>3.4555239701581706</c:v>
                </c:pt>
                <c:pt idx="3173">
                  <c:v>3.2365161523029289</c:v>
                </c:pt>
                <c:pt idx="3174">
                  <c:v>3.0952223294317842</c:v>
                </c:pt>
                <c:pt idx="3175">
                  <c:v>3.1792080903166782</c:v>
                </c:pt>
                <c:pt idx="3176">
                  <c:v>3.2888509105869446</c:v>
                </c:pt>
                <c:pt idx="3177">
                  <c:v>3.545037925820778</c:v>
                </c:pt>
                <c:pt idx="3178">
                  <c:v>4.1258174278872426</c:v>
                </c:pt>
                <c:pt idx="3179">
                  <c:v>4.2816415335449953</c:v>
                </c:pt>
                <c:pt idx="3180">
                  <c:v>4.0689904531824794</c:v>
                </c:pt>
                <c:pt idx="3181">
                  <c:v>3.955445156966316</c:v>
                </c:pt>
                <c:pt idx="3182">
                  <c:v>3.685452576519312</c:v>
                </c:pt>
                <c:pt idx="3183">
                  <c:v>3.8865201944214594</c:v>
                </c:pt>
                <c:pt idx="3184">
                  <c:v>4.3047536276913698</c:v>
                </c:pt>
                <c:pt idx="3185">
                  <c:v>3.9176267673643856</c:v>
                </c:pt>
                <c:pt idx="3186">
                  <c:v>4.489845092596247</c:v>
                </c:pt>
                <c:pt idx="3187">
                  <c:v>4.4247748297647771</c:v>
                </c:pt>
                <c:pt idx="3188">
                  <c:v>4.6574132462617746</c:v>
                </c:pt>
                <c:pt idx="3189">
                  <c:v>5.206755080859268</c:v>
                </c:pt>
                <c:pt idx="3190">
                  <c:v>5.5523264821297618</c:v>
                </c:pt>
                <c:pt idx="3191">
                  <c:v>5.8806520169247012</c:v>
                </c:pt>
                <c:pt idx="3192">
                  <c:v>6.094654967938065</c:v>
                </c:pt>
                <c:pt idx="3193">
                  <c:v>6.3603218994578148</c:v>
                </c:pt>
                <c:pt idx="3194">
                  <c:v>6.5099956841757907</c:v>
                </c:pt>
                <c:pt idx="3195">
                  <c:v>6.6387789903231385</c:v>
                </c:pt>
                <c:pt idx="3196">
                  <c:v>6.9261287802668647</c:v>
                </c:pt>
                <c:pt idx="3197">
                  <c:v>7.1432868355389516</c:v>
                </c:pt>
                <c:pt idx="3198">
                  <c:v>7.4978711269221794</c:v>
                </c:pt>
                <c:pt idx="3199">
                  <c:v>7.9216575595175698</c:v>
                </c:pt>
                <c:pt idx="3200">
                  <c:v>6.958571631850921</c:v>
                </c:pt>
                <c:pt idx="3201">
                  <c:v>6.566795936908175</c:v>
                </c:pt>
                <c:pt idx="3202">
                  <c:v>6.1177728143300838</c:v>
                </c:pt>
                <c:pt idx="3203">
                  <c:v>5.8138701776478623</c:v>
                </c:pt>
                <c:pt idx="3204">
                  <c:v>5.3657796215874312</c:v>
                </c:pt>
                <c:pt idx="3205">
                  <c:v>5.41849452876298</c:v>
                </c:pt>
                <c:pt idx="3206">
                  <c:v>5.2171663615089114</c:v>
                </c:pt>
                <c:pt idx="3207">
                  <c:v>5.0769897826411894</c:v>
                </c:pt>
                <c:pt idx="3208">
                  <c:v>5.0610497878500453</c:v>
                </c:pt>
                <c:pt idx="3209">
                  <c:v>5.0910222890080652</c:v>
                </c:pt>
                <c:pt idx="3210">
                  <c:v>4.9389604952406607</c:v>
                </c:pt>
                <c:pt idx="3211">
                  <c:v>4.7699131255516862</c:v>
                </c:pt>
                <c:pt idx="3212">
                  <c:v>4.6845540941192025</c:v>
                </c:pt>
                <c:pt idx="3213">
                  <c:v>5.3680134099355952</c:v>
                </c:pt>
                <c:pt idx="3214">
                  <c:v>5.8052618946224266</c:v>
                </c:pt>
                <c:pt idx="3215">
                  <c:v>5.8832701625380386</c:v>
                </c:pt>
                <c:pt idx="3216">
                  <c:v>6.0524512288063299</c:v>
                </c:pt>
                <c:pt idx="3217">
                  <c:v>6.1298969517094646</c:v>
                </c:pt>
                <c:pt idx="3218">
                  <c:v>6.0595597826827241</c:v>
                </c:pt>
                <c:pt idx="3219">
                  <c:v>5.5634514229323937</c:v>
                </c:pt>
                <c:pt idx="3220">
                  <c:v>5.4529831891507534</c:v>
                </c:pt>
                <c:pt idx="3221">
                  <c:v>5.4735795676270813</c:v>
                </c:pt>
                <c:pt idx="3222">
                  <c:v>5.5143115042590187</c:v>
                </c:pt>
                <c:pt idx="3223">
                  <c:v>5.4424225888437539</c:v>
                </c:pt>
                <c:pt idx="3224">
                  <c:v>5.2324282485255535</c:v>
                </c:pt>
                <c:pt idx="3225">
                  <c:v>5.1046524604865526</c:v>
                </c:pt>
                <c:pt idx="3226">
                  <c:v>5.0137520152044033</c:v>
                </c:pt>
                <c:pt idx="3227">
                  <c:v>4.8870385422587503</c:v>
                </c:pt>
                <c:pt idx="3228">
                  <c:v>4.6382606232553165</c:v>
                </c:pt>
                <c:pt idx="3229">
                  <c:v>4.3256427585832542</c:v>
                </c:pt>
                <c:pt idx="3230">
                  <c:v>4.3431194514263023</c:v>
                </c:pt>
                <c:pt idx="3231">
                  <c:v>4.3116611037115105</c:v>
                </c:pt>
                <c:pt idx="3232">
                  <c:v>4.23135948316924</c:v>
                </c:pt>
                <c:pt idx="3233">
                  <c:v>4.4692753438958182</c:v>
                </c:pt>
                <c:pt idx="3234">
                  <c:v>4.3525882140485095</c:v>
                </c:pt>
                <c:pt idx="3235">
                  <c:v>4.6183871165977761</c:v>
                </c:pt>
                <c:pt idx="3236">
                  <c:v>4.4626013928595576</c:v>
                </c:pt>
                <c:pt idx="3237">
                  <c:v>4.4270176916268884</c:v>
                </c:pt>
                <c:pt idx="3238">
                  <c:v>4.8338359368703863</c:v>
                </c:pt>
                <c:pt idx="3239">
                  <c:v>4.8208458441637552</c:v>
                </c:pt>
                <c:pt idx="3240">
                  <c:v>4.7536694661364995</c:v>
                </c:pt>
                <c:pt idx="3241">
                  <c:v>5.0777601234182432</c:v>
                </c:pt>
                <c:pt idx="3242">
                  <c:v>5.0786861967758901</c:v>
                </c:pt>
                <c:pt idx="3243">
                  <c:v>5.2621893383116154</c:v>
                </c:pt>
                <c:pt idx="3244">
                  <c:v>5.439767892794741</c:v>
                </c:pt>
                <c:pt idx="3245">
                  <c:v>5.563081432829744</c:v>
                </c:pt>
                <c:pt idx="3246">
                  <c:v>5.5003425022762267</c:v>
                </c:pt>
                <c:pt idx="3247">
                  <c:v>5.2986189408275219</c:v>
                </c:pt>
                <c:pt idx="3248">
                  <c:v>4.8882394112977421</c:v>
                </c:pt>
                <c:pt idx="3249">
                  <c:v>4.5944346062087851</c:v>
                </c:pt>
                <c:pt idx="3250">
                  <c:v>3.9486980887861454</c:v>
                </c:pt>
                <c:pt idx="3251">
                  <c:v>3.3897130816490386</c:v>
                </c:pt>
                <c:pt idx="3252">
                  <c:v>2.5501988695548579</c:v>
                </c:pt>
                <c:pt idx="3253">
                  <c:v>1.9586051160250419</c:v>
                </c:pt>
                <c:pt idx="3254">
                  <c:v>2.4085768372803691</c:v>
                </c:pt>
                <c:pt idx="3255">
                  <c:v>3.1006649289810286</c:v>
                </c:pt>
                <c:pt idx="3256">
                  <c:v>3.2007415607310294</c:v>
                </c:pt>
                <c:pt idx="3257">
                  <c:v>3.407093861862867</c:v>
                </c:pt>
                <c:pt idx="3258">
                  <c:v>3.4801334693158164</c:v>
                </c:pt>
                <c:pt idx="3259">
                  <c:v>3.924683971049566</c:v>
                </c:pt>
                <c:pt idx="3260">
                  <c:v>4.1765508890651146</c:v>
                </c:pt>
                <c:pt idx="3261">
                  <c:v>4.4178393710918886</c:v>
                </c:pt>
                <c:pt idx="3262">
                  <c:v>4.4353130531993843</c:v>
                </c:pt>
                <c:pt idx="3263">
                  <c:v>4.5707070213301533</c:v>
                </c:pt>
                <c:pt idx="3264">
                  <c:v>5.2049312525649558</c:v>
                </c:pt>
                <c:pt idx="3265">
                  <c:v>5.6256850254253692</c:v>
                </c:pt>
                <c:pt idx="3266">
                  <c:v>5.3649367209135352</c:v>
                </c:pt>
                <c:pt idx="3267">
                  <c:v>5.2193846775996819</c:v>
                </c:pt>
                <c:pt idx="3268">
                  <c:v>4.9159334026335593</c:v>
                </c:pt>
                <c:pt idx="3269">
                  <c:v>4.5263728647995451</c:v>
                </c:pt>
                <c:pt idx="3270">
                  <c:v>4.2260430341401065</c:v>
                </c:pt>
                <c:pt idx="3271">
                  <c:v>3.992329576672355</c:v>
                </c:pt>
                <c:pt idx="3272">
                  <c:v>4.3460416362292111</c:v>
                </c:pt>
                <c:pt idx="3273">
                  <c:v>3.9938263995242935</c:v>
                </c:pt>
                <c:pt idx="3274">
                  <c:v>2.5339814819258635</c:v>
                </c:pt>
                <c:pt idx="3275">
                  <c:v>2.0641454578242486</c:v>
                </c:pt>
                <c:pt idx="3276">
                  <c:v>1.9549729990408566</c:v>
                </c:pt>
                <c:pt idx="3277">
                  <c:v>3.5048899234215689</c:v>
                </c:pt>
                <c:pt idx="3278">
                  <c:v>3.5234241851953536</c:v>
                </c:pt>
                <c:pt idx="3279">
                  <c:v>3.0496445660358686</c:v>
                </c:pt>
                <c:pt idx="3280">
                  <c:v>3.1610344932322376</c:v>
                </c:pt>
                <c:pt idx="3281">
                  <c:v>3.3610380447985198</c:v>
                </c:pt>
                <c:pt idx="3282">
                  <c:v>3.4811277122398181</c:v>
                </c:pt>
                <c:pt idx="3283">
                  <c:v>3.1476743004541676</c:v>
                </c:pt>
                <c:pt idx="3284">
                  <c:v>3.3028656978004749</c:v>
                </c:pt>
                <c:pt idx="3285">
                  <c:v>3.5241503003503247</c:v>
                </c:pt>
                <c:pt idx="3286">
                  <c:v>3.7175392448201907</c:v>
                </c:pt>
                <c:pt idx="3287">
                  <c:v>3.7669013282858947</c:v>
                </c:pt>
                <c:pt idx="3288">
                  <c:v>3.6532325803425909</c:v>
                </c:pt>
                <c:pt idx="3289">
                  <c:v>4.1053849603252699</c:v>
                </c:pt>
                <c:pt idx="3290">
                  <c:v>4.4901757958210755</c:v>
                </c:pt>
                <c:pt idx="3291">
                  <c:v>4.781692602142523</c:v>
                </c:pt>
                <c:pt idx="3292">
                  <c:v>4.7397485340971066</c:v>
                </c:pt>
                <c:pt idx="3293">
                  <c:v>4.5816396957869454</c:v>
                </c:pt>
                <c:pt idx="3294">
                  <c:v>4.4444792145218761</c:v>
                </c:pt>
                <c:pt idx="3295">
                  <c:v>4.1658493648943811</c:v>
                </c:pt>
                <c:pt idx="3296">
                  <c:v>3.9489090193358503</c:v>
                </c:pt>
                <c:pt idx="3297">
                  <c:v>3.4013680843023231</c:v>
                </c:pt>
                <c:pt idx="3298">
                  <c:v>3.3195951249404581</c:v>
                </c:pt>
                <c:pt idx="3299">
                  <c:v>2.8196118871642364</c:v>
                </c:pt>
                <c:pt idx="3300">
                  <c:v>2.5024525013897381</c:v>
                </c:pt>
                <c:pt idx="3301">
                  <c:v>2.9654478438936684</c:v>
                </c:pt>
                <c:pt idx="3302">
                  <c:v>3.7275732782401798</c:v>
                </c:pt>
                <c:pt idx="3303">
                  <c:v>4.2076588589542929</c:v>
                </c:pt>
                <c:pt idx="3304">
                  <c:v>5.0718502667246605</c:v>
                </c:pt>
                <c:pt idx="3305">
                  <c:v>4.0344273518556104</c:v>
                </c:pt>
                <c:pt idx="3306">
                  <c:v>3.6716178798201766</c:v>
                </c:pt>
                <c:pt idx="3307">
                  <c:v>3.4971426455287173</c:v>
                </c:pt>
                <c:pt idx="3308">
                  <c:v>3.4313091626006025</c:v>
                </c:pt>
                <c:pt idx="3309">
                  <c:v>3.1061358058734485</c:v>
                </c:pt>
                <c:pt idx="3310">
                  <c:v>3.070288788391911</c:v>
                </c:pt>
                <c:pt idx="3311">
                  <c:v>4.4710055682655243</c:v>
                </c:pt>
                <c:pt idx="3312">
                  <c:v>3.7598190229025281</c:v>
                </c:pt>
                <c:pt idx="3313">
                  <c:v>4.0087975797734083</c:v>
                </c:pt>
                <c:pt idx="3314">
                  <c:v>3.7264781534249791</c:v>
                </c:pt>
                <c:pt idx="3315">
                  <c:v>3.6482774701998895</c:v>
                </c:pt>
                <c:pt idx="3316">
                  <c:v>3.6272306898759932</c:v>
                </c:pt>
                <c:pt idx="3317">
                  <c:v>3.5714558628718351</c:v>
                </c:pt>
                <c:pt idx="3318">
                  <c:v>3.5602072017138067</c:v>
                </c:pt>
                <c:pt idx="3319">
                  <c:v>3.5617131395691328</c:v>
                </c:pt>
                <c:pt idx="3320">
                  <c:v>3.6632039702437535</c:v>
                </c:pt>
                <c:pt idx="3321">
                  <c:v>3.8128873377718899</c:v>
                </c:pt>
                <c:pt idx="3322">
                  <c:v>3.7787924822330048</c:v>
                </c:pt>
                <c:pt idx="3323">
                  <c:v>3.963180547976954</c:v>
                </c:pt>
                <c:pt idx="3324">
                  <c:v>3.8774493788720621</c:v>
                </c:pt>
                <c:pt idx="3325">
                  <c:v>3.8561714214536624</c:v>
                </c:pt>
                <c:pt idx="3326">
                  <c:v>4.0914369551690939</c:v>
                </c:pt>
                <c:pt idx="3327">
                  <c:v>4.0386277471544254</c:v>
                </c:pt>
                <c:pt idx="3328">
                  <c:v>4.1176690382852765</c:v>
                </c:pt>
                <c:pt idx="3329">
                  <c:v>4.2661660258872196</c:v>
                </c:pt>
                <c:pt idx="3330">
                  <c:v>4.1855437603217371</c:v>
                </c:pt>
                <c:pt idx="3331">
                  <c:v>4.3615153715239918</c:v>
                </c:pt>
                <c:pt idx="3332">
                  <c:v>4.3596024026932501</c:v>
                </c:pt>
                <c:pt idx="3333">
                  <c:v>4.4917204673882116</c:v>
                </c:pt>
                <c:pt idx="3334">
                  <c:v>4.6348886226000561</c:v>
                </c:pt>
                <c:pt idx="3335">
                  <c:v>2.9801501928819882</c:v>
                </c:pt>
                <c:pt idx="3336">
                  <c:v>0.73008185869919551</c:v>
                </c:pt>
                <c:pt idx="3337">
                  <c:v>1.7422802197697672E-2</c:v>
                </c:pt>
                <c:pt idx="3338">
                  <c:v>0.22915676784361264</c:v>
                </c:pt>
                <c:pt idx="3339">
                  <c:v>0.21639331310664828</c:v>
                </c:pt>
                <c:pt idx="3340">
                  <c:v>0.22916706274137302</c:v>
                </c:pt>
                <c:pt idx="3341">
                  <c:v>0.40333714379666041</c:v>
                </c:pt>
                <c:pt idx="3342">
                  <c:v>-0.35376535360844574</c:v>
                </c:pt>
                <c:pt idx="3343">
                  <c:v>0.41747667994622883</c:v>
                </c:pt>
                <c:pt idx="3344">
                  <c:v>0.19250994443566202</c:v>
                </c:pt>
                <c:pt idx="3345">
                  <c:v>0.14845240709004934</c:v>
                </c:pt>
                <c:pt idx="3346">
                  <c:v>0.15936061254069461</c:v>
                </c:pt>
                <c:pt idx="3347">
                  <c:v>0.13845238414053057</c:v>
                </c:pt>
                <c:pt idx="3348">
                  <c:v>0.28512747179033826</c:v>
                </c:pt>
                <c:pt idx="3349">
                  <c:v>0.34360415251544152</c:v>
                </c:pt>
                <c:pt idx="3350">
                  <c:v>0.1535849561256763</c:v>
                </c:pt>
                <c:pt idx="3351">
                  <c:v>0.2152529202466836</c:v>
                </c:pt>
                <c:pt idx="3352">
                  <c:v>0.17456501496729493</c:v>
                </c:pt>
                <c:pt idx="3353">
                  <c:v>1.1676359701782251E-2</c:v>
                </c:pt>
                <c:pt idx="3354">
                  <c:v>-0.20727260295219491</c:v>
                </c:pt>
                <c:pt idx="3355">
                  <c:v>-0.38906878456956756</c:v>
                </c:pt>
                <c:pt idx="3356">
                  <c:v>-0.43451808383380375</c:v>
                </c:pt>
                <c:pt idx="3357">
                  <c:v>-0.5321427267572425</c:v>
                </c:pt>
                <c:pt idx="3358">
                  <c:v>-0.5392851426966182</c:v>
                </c:pt>
                <c:pt idx="3359">
                  <c:v>-0.25679913111431241</c:v>
                </c:pt>
                <c:pt idx="3360">
                  <c:v>-0.30136045989939525</c:v>
                </c:pt>
                <c:pt idx="3361">
                  <c:v>-0.31890249617605421</c:v>
                </c:pt>
                <c:pt idx="3362">
                  <c:v>-0.30707726261660295</c:v>
                </c:pt>
                <c:pt idx="3363">
                  <c:v>-0.36661709698445433</c:v>
                </c:pt>
                <c:pt idx="3364">
                  <c:v>-0.33482450711620615</c:v>
                </c:pt>
                <c:pt idx="3365">
                  <c:v>-0.2909453985150478</c:v>
                </c:pt>
                <c:pt idx="3366">
                  <c:v>-0.27438046504798469</c:v>
                </c:pt>
                <c:pt idx="3367">
                  <c:v>-0.19177940260817561</c:v>
                </c:pt>
                <c:pt idx="3368">
                  <c:v>-0.11553824291329018</c:v>
                </c:pt>
                <c:pt idx="3369">
                  <c:v>-0.16501117963778245</c:v>
                </c:pt>
                <c:pt idx="3370">
                  <c:v>-0.82416410270798834</c:v>
                </c:pt>
                <c:pt idx="3371">
                  <c:v>-0.65781869588874464</c:v>
                </c:pt>
                <c:pt idx="3372">
                  <c:v>-0.62368923535067411</c:v>
                </c:pt>
                <c:pt idx="3373">
                  <c:v>-0.77193244527698224</c:v>
                </c:pt>
                <c:pt idx="3374">
                  <c:v>-0.66585977614505343</c:v>
                </c:pt>
                <c:pt idx="3375">
                  <c:v>-0.19176002613576432</c:v>
                </c:pt>
                <c:pt idx="3376">
                  <c:v>-0.41601442223364932</c:v>
                </c:pt>
                <c:pt idx="3377">
                  <c:v>-0.70483913803165876</c:v>
                </c:pt>
                <c:pt idx="3378">
                  <c:v>-0.21065205051963423</c:v>
                </c:pt>
                <c:pt idx="3379">
                  <c:v>-0.40470077111173153</c:v>
                </c:pt>
                <c:pt idx="3380">
                  <c:v>-0.36322867691064226</c:v>
                </c:pt>
                <c:pt idx="3381">
                  <c:v>-0.51918394341442786</c:v>
                </c:pt>
                <c:pt idx="3382">
                  <c:v>-0.41185831713477533</c:v>
                </c:pt>
                <c:pt idx="3383">
                  <c:v>-0.36413143658589492</c:v>
                </c:pt>
                <c:pt idx="3384">
                  <c:v>-0.64996691799083006</c:v>
                </c:pt>
                <c:pt idx="3385">
                  <c:v>-0.3396533998139587</c:v>
                </c:pt>
                <c:pt idx="3386">
                  <c:v>-0.81373446830567231</c:v>
                </c:pt>
                <c:pt idx="3387">
                  <c:v>-4.1071658056943404E-4</c:v>
                </c:pt>
                <c:pt idx="3388">
                  <c:v>-0.73589579823047635</c:v>
                </c:pt>
                <c:pt idx="3389">
                  <c:v>-0.48318490770256989</c:v>
                </c:pt>
                <c:pt idx="3390">
                  <c:v>-0.15354225521014256</c:v>
                </c:pt>
                <c:pt idx="3391">
                  <c:v>-0.45146662616008804</c:v>
                </c:pt>
                <c:pt idx="3392">
                  <c:v>-0.43601112529688424</c:v>
                </c:pt>
                <c:pt idx="3393">
                  <c:v>-0.53683234203188446</c:v>
                </c:pt>
                <c:pt idx="3394">
                  <c:v>-0.49123445925254561</c:v>
                </c:pt>
                <c:pt idx="3395">
                  <c:v>-0.38654777153154229</c:v>
                </c:pt>
                <c:pt idx="3396">
                  <c:v>-0.37720304534312166</c:v>
                </c:pt>
                <c:pt idx="3397">
                  <c:v>-0.51343992963527962</c:v>
                </c:pt>
                <c:pt idx="3398">
                  <c:v>-0.35365284620307652</c:v>
                </c:pt>
                <c:pt idx="3399">
                  <c:v>-0.46493861065397579</c:v>
                </c:pt>
                <c:pt idx="3400">
                  <c:v>-0.45994762881163714</c:v>
                </c:pt>
                <c:pt idx="3401">
                  <c:v>-0.22022914751745587</c:v>
                </c:pt>
                <c:pt idx="3402">
                  <c:v>-0.18382050279210685</c:v>
                </c:pt>
                <c:pt idx="3403">
                  <c:v>-0.38285809386867975</c:v>
                </c:pt>
                <c:pt idx="3404">
                  <c:v>-0.35119975907400891</c:v>
                </c:pt>
                <c:pt idx="3405">
                  <c:v>-0.26544411458638045</c:v>
                </c:pt>
                <c:pt idx="3406">
                  <c:v>-0.23642002409675122</c:v>
                </c:pt>
                <c:pt idx="3407">
                  <c:v>-0.31409468412983416</c:v>
                </c:pt>
                <c:pt idx="3408">
                  <c:v>-0.22203505296522186</c:v>
                </c:pt>
                <c:pt idx="3409">
                  <c:v>-0.17843976643486645</c:v>
                </c:pt>
                <c:pt idx="3410">
                  <c:v>3.5533481212157096E-2</c:v>
                </c:pt>
                <c:pt idx="3411">
                  <c:v>-0.2435014499725742</c:v>
                </c:pt>
                <c:pt idx="3412">
                  <c:v>-0.26152251256099185</c:v>
                </c:pt>
                <c:pt idx="3413">
                  <c:v>-0.35616648071019025</c:v>
                </c:pt>
                <c:pt idx="3414">
                  <c:v>-0.43762422451416039</c:v>
                </c:pt>
                <c:pt idx="3415">
                  <c:v>-0.29341732389944891</c:v>
                </c:pt>
                <c:pt idx="3416">
                  <c:v>-0.37652773561625213</c:v>
                </c:pt>
                <c:pt idx="3417">
                  <c:v>0.12597769417339511</c:v>
                </c:pt>
                <c:pt idx="3418">
                  <c:v>0.14625528441661728</c:v>
                </c:pt>
                <c:pt idx="3419">
                  <c:v>-0.12513300154806711</c:v>
                </c:pt>
                <c:pt idx="3420">
                  <c:v>-0.50446043849769762</c:v>
                </c:pt>
                <c:pt idx="3421">
                  <c:v>-0.34837112741636084</c:v>
                </c:pt>
                <c:pt idx="3422">
                  <c:v>-1.0011415077526777</c:v>
                </c:pt>
                <c:pt idx="3423">
                  <c:v>-0.24691717491045873</c:v>
                </c:pt>
                <c:pt idx="3424">
                  <c:v>-0.37774250622631933</c:v>
                </c:pt>
                <c:pt idx="3425">
                  <c:v>-0.47546058778654421</c:v>
                </c:pt>
                <c:pt idx="3426">
                  <c:v>-0.3724326082850225</c:v>
                </c:pt>
                <c:pt idx="3427">
                  <c:v>-0.35560960960757515</c:v>
                </c:pt>
                <c:pt idx="3428">
                  <c:v>-0.42881338538989006</c:v>
                </c:pt>
                <c:pt idx="3429">
                  <c:v>-0.34896877644078478</c:v>
                </c:pt>
                <c:pt idx="3430">
                  <c:v>-0.43997934010270218</c:v>
                </c:pt>
                <c:pt idx="3431">
                  <c:v>-0.26377578770902871</c:v>
                </c:pt>
                <c:pt idx="3432">
                  <c:v>-0.17799025454234393</c:v>
                </c:pt>
                <c:pt idx="3433">
                  <c:v>5.8896629104076621E-2</c:v>
                </c:pt>
                <c:pt idx="3434">
                  <c:v>0.14700886996950599</c:v>
                </c:pt>
                <c:pt idx="3435">
                  <c:v>0.15066836250782459</c:v>
                </c:pt>
                <c:pt idx="3436">
                  <c:v>0.12006640715941139</c:v>
                </c:pt>
                <c:pt idx="3437">
                  <c:v>0.11115517902056903</c:v>
                </c:pt>
                <c:pt idx="3438">
                  <c:v>6.6761098485554074E-2</c:v>
                </c:pt>
                <c:pt idx="3439">
                  <c:v>8.0547232216598305E-2</c:v>
                </c:pt>
                <c:pt idx="3440">
                  <c:v>0.27762934541967688</c:v>
                </c:pt>
                <c:pt idx="3441">
                  <c:v>0.21131339180733907</c:v>
                </c:pt>
                <c:pt idx="3442">
                  <c:v>0.32968174650746046</c:v>
                </c:pt>
                <c:pt idx="3443">
                  <c:v>0.39968376419125751</c:v>
                </c:pt>
                <c:pt idx="3444">
                  <c:v>0.34047711406627307</c:v>
                </c:pt>
                <c:pt idx="3445">
                  <c:v>0.41390390965872914</c:v>
                </c:pt>
                <c:pt idx="3446">
                  <c:v>0.36668001552638113</c:v>
                </c:pt>
                <c:pt idx="3447">
                  <c:v>0.41838490770126735</c:v>
                </c:pt>
                <c:pt idx="3448">
                  <c:v>0.39585353601902667</c:v>
                </c:pt>
                <c:pt idx="3449">
                  <c:v>0.32229354269856786</c:v>
                </c:pt>
                <c:pt idx="3450">
                  <c:v>0.31288769576460979</c:v>
                </c:pt>
                <c:pt idx="3451">
                  <c:v>-0.41476234454503719</c:v>
                </c:pt>
                <c:pt idx="3452">
                  <c:v>-0.41523148184178671</c:v>
                </c:pt>
                <c:pt idx="3453">
                  <c:v>-0.41547032035161602</c:v>
                </c:pt>
                <c:pt idx="3454">
                  <c:v>-0.36953126184339713</c:v>
                </c:pt>
                <c:pt idx="3455">
                  <c:v>-0.33877037011362471</c:v>
                </c:pt>
                <c:pt idx="3456">
                  <c:v>-0.61016563569217219</c:v>
                </c:pt>
                <c:pt idx="3457">
                  <c:v>-0.54540147169703501</c:v>
                </c:pt>
                <c:pt idx="3458">
                  <c:v>-0.66045103882318923</c:v>
                </c:pt>
                <c:pt idx="3459">
                  <c:v>-0.50519784185206529</c:v>
                </c:pt>
                <c:pt idx="3460">
                  <c:v>-0.49246152115391945</c:v>
                </c:pt>
                <c:pt idx="3461">
                  <c:v>-0.48341385226269268</c:v>
                </c:pt>
                <c:pt idx="3462">
                  <c:v>-0.58530237038563915</c:v>
                </c:pt>
                <c:pt idx="3463">
                  <c:v>-0.71899303260215908</c:v>
                </c:pt>
                <c:pt idx="3464">
                  <c:v>-0.49068334489577237</c:v>
                </c:pt>
                <c:pt idx="3465">
                  <c:v>-0.39651727429296268</c:v>
                </c:pt>
                <c:pt idx="3466">
                  <c:v>-0.38526948898116059</c:v>
                </c:pt>
                <c:pt idx="3467">
                  <c:v>-0.50394866615496658</c:v>
                </c:pt>
                <c:pt idx="3468">
                  <c:v>-0.4078928856701638</c:v>
                </c:pt>
                <c:pt idx="3469">
                  <c:v>-0.25765254498944207</c:v>
                </c:pt>
                <c:pt idx="3470">
                  <c:v>-0.74175875404198133</c:v>
                </c:pt>
                <c:pt idx="3471">
                  <c:v>-0.4321568623635339</c:v>
                </c:pt>
                <c:pt idx="3472">
                  <c:v>-0.35689291803723056</c:v>
                </c:pt>
                <c:pt idx="3473">
                  <c:v>-0.37003728980811723</c:v>
                </c:pt>
                <c:pt idx="3474">
                  <c:v>-0.42303309334178285</c:v>
                </c:pt>
                <c:pt idx="3475">
                  <c:v>-0.50534625381268705</c:v>
                </c:pt>
                <c:pt idx="3476">
                  <c:v>-0.53900160922662221</c:v>
                </c:pt>
                <c:pt idx="3477">
                  <c:v>-0.55506960914116121</c:v>
                </c:pt>
                <c:pt idx="3478">
                  <c:v>-0.44703401073861038</c:v>
                </c:pt>
                <c:pt idx="3479">
                  <c:v>-0.47923629225833447</c:v>
                </c:pt>
                <c:pt idx="3480">
                  <c:v>-0.43872714024636472</c:v>
                </c:pt>
                <c:pt idx="3481">
                  <c:v>-0.45982276653331505</c:v>
                </c:pt>
                <c:pt idx="3482">
                  <c:v>-0.47176690066915983</c:v>
                </c:pt>
                <c:pt idx="3483">
                  <c:v>-0.50816821423240444</c:v>
                </c:pt>
                <c:pt idx="3484">
                  <c:v>-0.4643033594528182</c:v>
                </c:pt>
                <c:pt idx="3485">
                  <c:v>-0.43468667223265506</c:v>
                </c:pt>
                <c:pt idx="3486">
                  <c:v>-0.37881485837476742</c:v>
                </c:pt>
                <c:pt idx="3487">
                  <c:v>-0.60153041113698713</c:v>
                </c:pt>
                <c:pt idx="3488">
                  <c:v>-0.65032873936449964</c:v>
                </c:pt>
                <c:pt idx="3489">
                  <c:v>-0.1491992941418066</c:v>
                </c:pt>
                <c:pt idx="3490">
                  <c:v>0.21779049599762632</c:v>
                </c:pt>
                <c:pt idx="3491">
                  <c:v>0.28933598530118421</c:v>
                </c:pt>
                <c:pt idx="3492">
                  <c:v>4.3043593686402939E-2</c:v>
                </c:pt>
                <c:pt idx="3493">
                  <c:v>-0.19750292906726868</c:v>
                </c:pt>
                <c:pt idx="3494">
                  <c:v>-0.53171948671999514</c:v>
                </c:pt>
                <c:pt idx="3495">
                  <c:v>-0.59930232563497154</c:v>
                </c:pt>
                <c:pt idx="3496">
                  <c:v>-0.66297744022147076</c:v>
                </c:pt>
                <c:pt idx="3497">
                  <c:v>-0.651110385528748</c:v>
                </c:pt>
                <c:pt idx="3498">
                  <c:v>-0.70364584528888918</c:v>
                </c:pt>
                <c:pt idx="3499">
                  <c:v>-0.73503503811045046</c:v>
                </c:pt>
                <c:pt idx="3500">
                  <c:v>-0.68302960980352767</c:v>
                </c:pt>
                <c:pt idx="3501">
                  <c:v>-0.65676345797680769</c:v>
                </c:pt>
                <c:pt idx="3502">
                  <c:v>-0.63176337866732424</c:v>
                </c:pt>
                <c:pt idx="3503">
                  <c:v>-0.60125662042500649</c:v>
                </c:pt>
                <c:pt idx="3504">
                  <c:v>-0.49828442595706046</c:v>
                </c:pt>
                <c:pt idx="3505">
                  <c:v>-0.49132880949178531</c:v>
                </c:pt>
                <c:pt idx="3506">
                  <c:v>-0.48580581030832037</c:v>
                </c:pt>
                <c:pt idx="3507">
                  <c:v>-0.51128447788440856</c:v>
                </c:pt>
                <c:pt idx="3508">
                  <c:v>-0.50173266765616198</c:v>
                </c:pt>
                <c:pt idx="3509">
                  <c:v>-0.53921517693370624</c:v>
                </c:pt>
                <c:pt idx="3510">
                  <c:v>-0.45861177032228695</c:v>
                </c:pt>
                <c:pt idx="3511">
                  <c:v>-0.63215876010037753</c:v>
                </c:pt>
                <c:pt idx="3512">
                  <c:v>-0.5011156933280777</c:v>
                </c:pt>
                <c:pt idx="3513">
                  <c:v>-0.70763955740636442</c:v>
                </c:pt>
                <c:pt idx="3514">
                  <c:v>-0.66535137838539893</c:v>
                </c:pt>
                <c:pt idx="3515">
                  <c:v>-0.52390119714225392</c:v>
                </c:pt>
                <c:pt idx="3516">
                  <c:v>-0.56913934901493879</c:v>
                </c:pt>
                <c:pt idx="3517">
                  <c:v>-0.54529740466632615</c:v>
                </c:pt>
                <c:pt idx="3518">
                  <c:v>-0.43946714944027021</c:v>
                </c:pt>
                <c:pt idx="3519">
                  <c:v>-0.46113989103678327</c:v>
                </c:pt>
                <c:pt idx="3520">
                  <c:v>-0.45940089148222629</c:v>
                </c:pt>
                <c:pt idx="3521">
                  <c:v>-0.55423488707573643</c:v>
                </c:pt>
                <c:pt idx="3522">
                  <c:v>-0.61104960812895959</c:v>
                </c:pt>
                <c:pt idx="3523">
                  <c:v>-0.6521807313523279</c:v>
                </c:pt>
                <c:pt idx="3524">
                  <c:v>-0.58159195894792581</c:v>
                </c:pt>
                <c:pt idx="3525">
                  <c:v>-0.531310189902511</c:v>
                </c:pt>
                <c:pt idx="3526">
                  <c:v>-0.44362809322641156</c:v>
                </c:pt>
                <c:pt idx="3527">
                  <c:v>-0.46767392563022797</c:v>
                </c:pt>
                <c:pt idx="3528">
                  <c:v>-0.47560635911825921</c:v>
                </c:pt>
                <c:pt idx="3529">
                  <c:v>-0.52672545621734435</c:v>
                </c:pt>
                <c:pt idx="3530">
                  <c:v>-0.60166306648930612</c:v>
                </c:pt>
                <c:pt idx="3531">
                  <c:v>-0.68228896804113925</c:v>
                </c:pt>
                <c:pt idx="3532">
                  <c:v>-0.62123190032304587</c:v>
                </c:pt>
                <c:pt idx="3533">
                  <c:v>-0.50420768848511122</c:v>
                </c:pt>
                <c:pt idx="3534">
                  <c:v>-0.50672056926991416</c:v>
                </c:pt>
                <c:pt idx="3535">
                  <c:v>-0.48498885685613324</c:v>
                </c:pt>
                <c:pt idx="3536">
                  <c:v>-0.50427672606692087</c:v>
                </c:pt>
                <c:pt idx="3537">
                  <c:v>-0.57269784310165239</c:v>
                </c:pt>
                <c:pt idx="3538">
                  <c:v>-0.57223475178819594</c:v>
                </c:pt>
                <c:pt idx="3539">
                  <c:v>-0.54439611322312054</c:v>
                </c:pt>
                <c:pt idx="3540">
                  <c:v>-0.57073780461462309</c:v>
                </c:pt>
                <c:pt idx="3541">
                  <c:v>-0.60619367569594174</c:v>
                </c:pt>
                <c:pt idx="3542">
                  <c:v>-0.49169293475162307</c:v>
                </c:pt>
                <c:pt idx="3543">
                  <c:v>-0.55073138583075187</c:v>
                </c:pt>
                <c:pt idx="3544">
                  <c:v>-0.53775481692988114</c:v>
                </c:pt>
                <c:pt idx="3545">
                  <c:v>-0.40854599553977461</c:v>
                </c:pt>
                <c:pt idx="3546">
                  <c:v>-0.44966489512144175</c:v>
                </c:pt>
                <c:pt idx="3547">
                  <c:v>-0.38557330946187102</c:v>
                </c:pt>
                <c:pt idx="3548">
                  <c:v>-0.38346698162721282</c:v>
                </c:pt>
                <c:pt idx="3549">
                  <c:v>-0.55239331787647306</c:v>
                </c:pt>
                <c:pt idx="3550">
                  <c:v>-0.77108589914798875</c:v>
                </c:pt>
                <c:pt idx="3551">
                  <c:v>-0.54990120882670501</c:v>
                </c:pt>
                <c:pt idx="3552">
                  <c:v>-0.48873013555469613</c:v>
                </c:pt>
                <c:pt idx="3553">
                  <c:v>-0.58530627734572027</c:v>
                </c:pt>
                <c:pt idx="3554">
                  <c:v>-0.60536459078169602</c:v>
                </c:pt>
                <c:pt idx="3555">
                  <c:v>-0.49069573230313485</c:v>
                </c:pt>
                <c:pt idx="3556">
                  <c:v>-1.0392898697505697</c:v>
                </c:pt>
                <c:pt idx="3557">
                  <c:v>-0.55465021969424289</c:v>
                </c:pt>
                <c:pt idx="3558">
                  <c:v>1.7346164309689854E-2</c:v>
                </c:pt>
                <c:pt idx="3559">
                  <c:v>3.7635532333033107E-2</c:v>
                </c:pt>
                <c:pt idx="3560">
                  <c:v>0.1505189032534594</c:v>
                </c:pt>
                <c:pt idx="3561">
                  <c:v>0.1838426387944076</c:v>
                </c:pt>
                <c:pt idx="3562">
                  <c:v>0.12845382007391976</c:v>
                </c:pt>
                <c:pt idx="3563">
                  <c:v>0.10814777056379306</c:v>
                </c:pt>
                <c:pt idx="3564">
                  <c:v>7.6638019188609671E-2</c:v>
                </c:pt>
                <c:pt idx="3565">
                  <c:v>6.5868185837916524E-2</c:v>
                </c:pt>
                <c:pt idx="3566">
                  <c:v>5.1661462172015046E-2</c:v>
                </c:pt>
                <c:pt idx="3567">
                  <c:v>3.7872238941556051E-2</c:v>
                </c:pt>
                <c:pt idx="3568">
                  <c:v>3.4244645526725188E-2</c:v>
                </c:pt>
                <c:pt idx="3569">
                  <c:v>4.5008783818291632E-2</c:v>
                </c:pt>
                <c:pt idx="3570">
                  <c:v>2.6562310173733641E-2</c:v>
                </c:pt>
                <c:pt idx="3571">
                  <c:v>2.3557054794428055E-2</c:v>
                </c:pt>
                <c:pt idx="3572">
                  <c:v>1.6789523113950513E-2</c:v>
                </c:pt>
                <c:pt idx="3573">
                  <c:v>1.5239619011276717E-2</c:v>
                </c:pt>
                <c:pt idx="3574">
                  <c:v>9.0965658657044153E-3</c:v>
                </c:pt>
                <c:pt idx="3575">
                  <c:v>6.2110648417671417E-3</c:v>
                </c:pt>
                <c:pt idx="3576">
                  <c:v>3.8782019149642146E-3</c:v>
                </c:pt>
                <c:pt idx="3577">
                  <c:v>7.3791121740989039E-3</c:v>
                </c:pt>
                <c:pt idx="3578">
                  <c:v>7.142028512269841E-3</c:v>
                </c:pt>
                <c:pt idx="3579">
                  <c:v>5.6909760037967055E-3</c:v>
                </c:pt>
                <c:pt idx="3580">
                  <c:v>-0.85756842391154908</c:v>
                </c:pt>
                <c:pt idx="3581">
                  <c:v>-1.1119625058212128</c:v>
                </c:pt>
                <c:pt idx="3582">
                  <c:v>-1.0883716551202416</c:v>
                </c:pt>
                <c:pt idx="3583">
                  <c:v>-1.3095904249656736</c:v>
                </c:pt>
                <c:pt idx="3584">
                  <c:v>-0.98803363626938912</c:v>
                </c:pt>
                <c:pt idx="3585">
                  <c:v>-1.2710197471562961</c:v>
                </c:pt>
                <c:pt idx="3586">
                  <c:v>0.26138556670561902</c:v>
                </c:pt>
                <c:pt idx="3587">
                  <c:v>-1.1290972096364051</c:v>
                </c:pt>
                <c:pt idx="3588">
                  <c:v>0.10509488158707798</c:v>
                </c:pt>
                <c:pt idx="3589">
                  <c:v>-9.2787581971235322E-2</c:v>
                </c:pt>
                <c:pt idx="3590">
                  <c:v>-1.2554398161253078</c:v>
                </c:pt>
                <c:pt idx="3591">
                  <c:v>-0.16224115739938783</c:v>
                </c:pt>
                <c:pt idx="3592">
                  <c:v>-1.3205144528551436</c:v>
                </c:pt>
                <c:pt idx="3593">
                  <c:v>-0.17204809495930501</c:v>
                </c:pt>
                <c:pt idx="3594">
                  <c:v>0.41231070142309661</c:v>
                </c:pt>
                <c:pt idx="3595">
                  <c:v>0.44920910598351466</c:v>
                </c:pt>
                <c:pt idx="3596">
                  <c:v>-0.70518911050325783</c:v>
                </c:pt>
                <c:pt idx="3597">
                  <c:v>-0.43017505936884926</c:v>
                </c:pt>
                <c:pt idx="3598">
                  <c:v>-1.3431561811534889</c:v>
                </c:pt>
                <c:pt idx="3599">
                  <c:v>-0.35027835848758776</c:v>
                </c:pt>
                <c:pt idx="3600">
                  <c:v>-1.0139037100190371</c:v>
                </c:pt>
                <c:pt idx="3601">
                  <c:v>-1.0694588835854153</c:v>
                </c:pt>
                <c:pt idx="3602">
                  <c:v>-0.52761673843349899</c:v>
                </c:pt>
                <c:pt idx="3603">
                  <c:v>-0.47590380309150909</c:v>
                </c:pt>
                <c:pt idx="3604">
                  <c:v>4.7069486259130579E-2</c:v>
                </c:pt>
                <c:pt idx="3605">
                  <c:v>-0.52028239566805978</c:v>
                </c:pt>
                <c:pt idx="3606">
                  <c:v>-6.900126991246118E-2</c:v>
                </c:pt>
                <c:pt idx="3607">
                  <c:v>-0.6834307502789585</c:v>
                </c:pt>
                <c:pt idx="3608">
                  <c:v>-1.1424028755121862</c:v>
                </c:pt>
                <c:pt idx="3609">
                  <c:v>-0.53374975727631491</c:v>
                </c:pt>
                <c:pt idx="3610">
                  <c:v>-0.17604381674269273</c:v>
                </c:pt>
                <c:pt idx="3611">
                  <c:v>-0.69510090631736254</c:v>
                </c:pt>
                <c:pt idx="3612">
                  <c:v>-0.67801333937377117</c:v>
                </c:pt>
                <c:pt idx="3613">
                  <c:v>1.0103047718378118E-2</c:v>
                </c:pt>
                <c:pt idx="3614">
                  <c:v>-0.88869584726617123</c:v>
                </c:pt>
                <c:pt idx="3615">
                  <c:v>0.25567568093371046</c:v>
                </c:pt>
                <c:pt idx="3616">
                  <c:v>-0.1857585882834896</c:v>
                </c:pt>
                <c:pt idx="3617">
                  <c:v>-0.2128463014408907</c:v>
                </c:pt>
                <c:pt idx="3618">
                  <c:v>-0.33147172771295436</c:v>
                </c:pt>
                <c:pt idx="3619">
                  <c:v>-0.82692824940756793</c:v>
                </c:pt>
                <c:pt idx="3620">
                  <c:v>-0.55424280338834819</c:v>
                </c:pt>
                <c:pt idx="3621">
                  <c:v>-0.33620609074724067</c:v>
                </c:pt>
                <c:pt idx="3622">
                  <c:v>-0.25574095250874185</c:v>
                </c:pt>
                <c:pt idx="3623">
                  <c:v>-2.8561161437121192E-2</c:v>
                </c:pt>
                <c:pt idx="3624">
                  <c:v>-0.45799145368570304</c:v>
                </c:pt>
                <c:pt idx="3625">
                  <c:v>-0.45037950233886753</c:v>
                </c:pt>
                <c:pt idx="3626">
                  <c:v>-0.55398543749380258</c:v>
                </c:pt>
                <c:pt idx="3627">
                  <c:v>-0.52478263075715859</c:v>
                </c:pt>
                <c:pt idx="3628">
                  <c:v>-0.58846693258151184</c:v>
                </c:pt>
                <c:pt idx="3629">
                  <c:v>-0.56621983952138366</c:v>
                </c:pt>
                <c:pt idx="3630">
                  <c:v>-0.55612418280120091</c:v>
                </c:pt>
                <c:pt idx="3631">
                  <c:v>-0.42842058433520119</c:v>
                </c:pt>
                <c:pt idx="3632">
                  <c:v>-0.65061158812251207</c:v>
                </c:pt>
                <c:pt idx="3633">
                  <c:v>-0.29643515339436505</c:v>
                </c:pt>
                <c:pt idx="3634">
                  <c:v>0.22018898077842755</c:v>
                </c:pt>
                <c:pt idx="3635">
                  <c:v>0.21542860879695711</c:v>
                </c:pt>
                <c:pt idx="3636">
                  <c:v>-0.28725563135471505</c:v>
                </c:pt>
                <c:pt idx="3637">
                  <c:v>-0.16437404537840292</c:v>
                </c:pt>
                <c:pt idx="3638">
                  <c:v>5.9610930899540192E-2</c:v>
                </c:pt>
                <c:pt idx="3639">
                  <c:v>-0.21169344154987663</c:v>
                </c:pt>
                <c:pt idx="3640">
                  <c:v>-0.26327720357403495</c:v>
                </c:pt>
                <c:pt idx="3641">
                  <c:v>6.3220226067394011E-2</c:v>
                </c:pt>
                <c:pt idx="3642">
                  <c:v>-0.2997943838547259</c:v>
                </c:pt>
                <c:pt idx="3643">
                  <c:v>-0.6369165114186538</c:v>
                </c:pt>
                <c:pt idx="3644">
                  <c:v>-0.60654324710957297</c:v>
                </c:pt>
                <c:pt idx="3645">
                  <c:v>-0.18875796325244887</c:v>
                </c:pt>
                <c:pt idx="3646">
                  <c:v>-9.9625564492532209E-2</c:v>
                </c:pt>
                <c:pt idx="3647">
                  <c:v>-0.45920301588049284</c:v>
                </c:pt>
                <c:pt idx="3648">
                  <c:v>-0.44035539048908617</c:v>
                </c:pt>
                <c:pt idx="3649">
                  <c:v>-0.38550491375231233</c:v>
                </c:pt>
                <c:pt idx="3650">
                  <c:v>-0.37741309896866476</c:v>
                </c:pt>
                <c:pt idx="3651">
                  <c:v>-0.41495294287175205</c:v>
                </c:pt>
                <c:pt idx="3652">
                  <c:v>-0.42312009238111248</c:v>
                </c:pt>
                <c:pt idx="3653">
                  <c:v>-0.4367859511005488</c:v>
                </c:pt>
                <c:pt idx="3654">
                  <c:v>-0.48334196169194027</c:v>
                </c:pt>
                <c:pt idx="3655">
                  <c:v>-0.6936256294554195</c:v>
                </c:pt>
                <c:pt idx="3656">
                  <c:v>-0.1058515575419985</c:v>
                </c:pt>
                <c:pt idx="3657">
                  <c:v>-0.53485542999690605</c:v>
                </c:pt>
                <c:pt idx="3658">
                  <c:v>-9.2426608175751615E-2</c:v>
                </c:pt>
                <c:pt idx="3659">
                  <c:v>-0.74785223044006288</c:v>
                </c:pt>
                <c:pt idx="3660">
                  <c:v>0.50444661356996712</c:v>
                </c:pt>
                <c:pt idx="3661">
                  <c:v>-0.11543645749838971</c:v>
                </c:pt>
                <c:pt idx="3662">
                  <c:v>-0.221125983827756</c:v>
                </c:pt>
                <c:pt idx="3663">
                  <c:v>-0.33423945311968573</c:v>
                </c:pt>
                <c:pt idx="3664">
                  <c:v>8.9496188493985458E-3</c:v>
                </c:pt>
                <c:pt idx="3665">
                  <c:v>9.845113600240063E-2</c:v>
                </c:pt>
                <c:pt idx="3666">
                  <c:v>-0.54340064505694574</c:v>
                </c:pt>
                <c:pt idx="3667">
                  <c:v>-0.45467353121124771</c:v>
                </c:pt>
                <c:pt idx="3668">
                  <c:v>-0.22954831740710316</c:v>
                </c:pt>
                <c:pt idx="3669">
                  <c:v>-0.12237634810211058</c:v>
                </c:pt>
                <c:pt idx="3670">
                  <c:v>-0.52922249892936923</c:v>
                </c:pt>
                <c:pt idx="3671">
                  <c:v>-0.35349741329417145</c:v>
                </c:pt>
                <c:pt idx="3672">
                  <c:v>-0.54127912306664949</c:v>
                </c:pt>
                <c:pt idx="3673">
                  <c:v>-0.75622032535870021</c:v>
                </c:pt>
                <c:pt idx="3674">
                  <c:v>-0.61697197227823031</c:v>
                </c:pt>
                <c:pt idx="3675">
                  <c:v>-4.4079401439970002E-2</c:v>
                </c:pt>
                <c:pt idx="3676">
                  <c:v>-1.2408199267803928</c:v>
                </c:pt>
                <c:pt idx="3677">
                  <c:v>-1.3515143012802933</c:v>
                </c:pt>
                <c:pt idx="3678">
                  <c:v>-1.2586005427280755</c:v>
                </c:pt>
                <c:pt idx="3679">
                  <c:v>-0.78320446010125466</c:v>
                </c:pt>
                <c:pt idx="3680">
                  <c:v>1.5377715445429487E-2</c:v>
                </c:pt>
                <c:pt idx="3681">
                  <c:v>9.7257187486793906E-2</c:v>
                </c:pt>
                <c:pt idx="3682">
                  <c:v>-2.2263833557329485E-3</c:v>
                </c:pt>
                <c:pt idx="3683">
                  <c:v>-7.7925882449776496E-2</c:v>
                </c:pt>
                <c:pt idx="3684">
                  <c:v>-0.10919687476913852</c:v>
                </c:pt>
                <c:pt idx="3685">
                  <c:v>-0.99163807717663632</c:v>
                </c:pt>
                <c:pt idx="3686">
                  <c:v>-1.1249176803188674</c:v>
                </c:pt>
                <c:pt idx="3687">
                  <c:v>-0.73281316151069731</c:v>
                </c:pt>
                <c:pt idx="3688">
                  <c:v>-0.94897996960736031</c:v>
                </c:pt>
                <c:pt idx="3689">
                  <c:v>-0.20510075529324476</c:v>
                </c:pt>
                <c:pt idx="3690">
                  <c:v>8.9458188858089344E-2</c:v>
                </c:pt>
                <c:pt idx="3691">
                  <c:v>0.18520242086774191</c:v>
                </c:pt>
                <c:pt idx="3692">
                  <c:v>0.1766513888753721</c:v>
                </c:pt>
                <c:pt idx="3693">
                  <c:v>0.1395881605783601</c:v>
                </c:pt>
                <c:pt idx="3694">
                  <c:v>0.11074437136925068</c:v>
                </c:pt>
                <c:pt idx="3695">
                  <c:v>3.2891301269893362E-2</c:v>
                </c:pt>
                <c:pt idx="3696">
                  <c:v>9.6467075160009304E-3</c:v>
                </c:pt>
                <c:pt idx="3697">
                  <c:v>4.1758279720114245E-3</c:v>
                </c:pt>
                <c:pt idx="3698">
                  <c:v>1.9584441407458409E-3</c:v>
                </c:pt>
                <c:pt idx="3699">
                  <c:v>2.0589599700371075E-3</c:v>
                </c:pt>
                <c:pt idx="3700">
                  <c:v>7.7584300747384144E-3</c:v>
                </c:pt>
                <c:pt idx="3701">
                  <c:v>7.319838252294408E-3</c:v>
                </c:pt>
                <c:pt idx="3702">
                  <c:v>2.7873351657188097E-2</c:v>
                </c:pt>
                <c:pt idx="3703">
                  <c:v>1.5143794507485462E-2</c:v>
                </c:pt>
                <c:pt idx="3704">
                  <c:v>5.5161565894994873E-2</c:v>
                </c:pt>
                <c:pt idx="3705">
                  <c:v>3.7277952880975913E-2</c:v>
                </c:pt>
                <c:pt idx="3706">
                  <c:v>1.8411074318119378E-2</c:v>
                </c:pt>
                <c:pt idx="3707">
                  <c:v>7.2620487971680877E-3</c:v>
                </c:pt>
                <c:pt idx="3708">
                  <c:v>3.6800667481824067E-3</c:v>
                </c:pt>
                <c:pt idx="3709">
                  <c:v>5.5854163009920596E-3</c:v>
                </c:pt>
                <c:pt idx="3710">
                  <c:v>7.027484484701846E-3</c:v>
                </c:pt>
                <c:pt idx="3711">
                  <c:v>8.450573706953627E-3</c:v>
                </c:pt>
                <c:pt idx="3712">
                  <c:v>5.8057999277975753E-3</c:v>
                </c:pt>
                <c:pt idx="3713">
                  <c:v>2.294843514368837E-2</c:v>
                </c:pt>
                <c:pt idx="3714">
                  <c:v>1.1339296389693197E-2</c:v>
                </c:pt>
                <c:pt idx="3715">
                  <c:v>4.218937213503568E-3</c:v>
                </c:pt>
                <c:pt idx="3716">
                  <c:v>1.6091525014315013E-3</c:v>
                </c:pt>
                <c:pt idx="3717">
                  <c:v>3.8289759287703429E-4</c:v>
                </c:pt>
                <c:pt idx="3718">
                  <c:v>-1.9059336939007926E-3</c:v>
                </c:pt>
                <c:pt idx="3719">
                  <c:v>-3.3625839632929881E-3</c:v>
                </c:pt>
                <c:pt idx="3720">
                  <c:v>-2.7131819341801779E-3</c:v>
                </c:pt>
                <c:pt idx="3721">
                  <c:v>-3.2662771172794146E-3</c:v>
                </c:pt>
                <c:pt idx="3722">
                  <c:v>-3.5709162638931959E-3</c:v>
                </c:pt>
                <c:pt idx="3723">
                  <c:v>-2.2064713701720582E-3</c:v>
                </c:pt>
                <c:pt idx="3724">
                  <c:v>-1.424154243223277E-3</c:v>
                </c:pt>
                <c:pt idx="3725">
                  <c:v>-1.9574754112619006E-3</c:v>
                </c:pt>
                <c:pt idx="3726">
                  <c:v>-2.8334586925391045E-4</c:v>
                </c:pt>
                <c:pt idx="3727">
                  <c:v>4.9390029920425645E-4</c:v>
                </c:pt>
                <c:pt idx="3728">
                  <c:v>-1.8784012472114688E-3</c:v>
                </c:pt>
                <c:pt idx="3729">
                  <c:v>-7.4019425004596719E-3</c:v>
                </c:pt>
                <c:pt idx="3730">
                  <c:v>-1.0929678655990895E-2</c:v>
                </c:pt>
                <c:pt idx="3731">
                  <c:v>-1.3710756313983601E-2</c:v>
                </c:pt>
                <c:pt idx="3732">
                  <c:v>-1.2370026530290013E-2</c:v>
                </c:pt>
                <c:pt idx="3733">
                  <c:v>-9.8242751004801454E-3</c:v>
                </c:pt>
                <c:pt idx="3734">
                  <c:v>-9.0193512744535694E-3</c:v>
                </c:pt>
                <c:pt idx="3735">
                  <c:v>-1.1509198686428803E-2</c:v>
                </c:pt>
                <c:pt idx="3736">
                  <c:v>-1.0217177380269128E-2</c:v>
                </c:pt>
                <c:pt idx="3737">
                  <c:v>1.0421439833715971E-2</c:v>
                </c:pt>
                <c:pt idx="3738">
                  <c:v>3.1266761868920488E-3</c:v>
                </c:pt>
                <c:pt idx="3739">
                  <c:v>6.875920792044095E-3</c:v>
                </c:pt>
                <c:pt idx="3740">
                  <c:v>1.6093559717162578E-3</c:v>
                </c:pt>
                <c:pt idx="3741">
                  <c:v>3.785731657009297E-4</c:v>
                </c:pt>
                <c:pt idx="3742">
                  <c:v>-2.2260382282357857E-4</c:v>
                </c:pt>
                <c:pt idx="3743">
                  <c:v>1.8569789713621066E-4</c:v>
                </c:pt>
                <c:pt idx="3744">
                  <c:v>5.637205702609244E-4</c:v>
                </c:pt>
                <c:pt idx="3745">
                  <c:v>3.0619141642714221E-4</c:v>
                </c:pt>
                <c:pt idx="3746">
                  <c:v>3.9618183986879057E-4</c:v>
                </c:pt>
                <c:pt idx="3747">
                  <c:v>4.7432598092596334E-4</c:v>
                </c:pt>
                <c:pt idx="3748">
                  <c:v>3.7117775034555445E-4</c:v>
                </c:pt>
                <c:pt idx="3749">
                  <c:v>3.0679898003981514E-4</c:v>
                </c:pt>
                <c:pt idx="3750">
                  <c:v>5.6935868459029402E-4</c:v>
                </c:pt>
                <c:pt idx="3751">
                  <c:v>2.1877992621445702E-3</c:v>
                </c:pt>
                <c:pt idx="3752">
                  <c:v>-5.0349009770206087E-3</c:v>
                </c:pt>
                <c:pt idx="3753">
                  <c:v>-1.5764835132687626E-2</c:v>
                </c:pt>
                <c:pt idx="3754">
                  <c:v>-2.3462167642203265E-2</c:v>
                </c:pt>
                <c:pt idx="3755">
                  <c:v>-2.1516055091254534E-2</c:v>
                </c:pt>
                <c:pt idx="3756">
                  <c:v>-2.3110634613058307E-2</c:v>
                </c:pt>
                <c:pt idx="3757">
                  <c:v>-1.9701748178240403E-2</c:v>
                </c:pt>
                <c:pt idx="3758">
                  <c:v>-1.2330059391842037E-2</c:v>
                </c:pt>
                <c:pt idx="3759">
                  <c:v>-1.1829111231777479E-2</c:v>
                </c:pt>
                <c:pt idx="3760">
                  <c:v>-1.3655696652901065E-2</c:v>
                </c:pt>
                <c:pt idx="3761">
                  <c:v>-1.4260928509464969E-2</c:v>
                </c:pt>
                <c:pt idx="3762">
                  <c:v>-1.5700905247209601E-2</c:v>
                </c:pt>
                <c:pt idx="3763">
                  <c:v>-2.0354919055415692E-2</c:v>
                </c:pt>
                <c:pt idx="3764">
                  <c:v>-2.0162027692873428E-2</c:v>
                </c:pt>
                <c:pt idx="3765">
                  <c:v>-1.7685819342791877E-2</c:v>
                </c:pt>
                <c:pt idx="3766">
                  <c:v>-2.1348707256215155E-2</c:v>
                </c:pt>
                <c:pt idx="3767">
                  <c:v>1.4099092762297673E-2</c:v>
                </c:pt>
                <c:pt idx="3768">
                  <c:v>5.3427391786433388E-3</c:v>
                </c:pt>
                <c:pt idx="3769">
                  <c:v>3.6909461158200932E-3</c:v>
                </c:pt>
                <c:pt idx="3770">
                  <c:v>3.5876197777901702E-3</c:v>
                </c:pt>
                <c:pt idx="3771">
                  <c:v>1.4933314172269625E-3</c:v>
                </c:pt>
                <c:pt idx="3772">
                  <c:v>1.9457136100064984E-3</c:v>
                </c:pt>
                <c:pt idx="3773">
                  <c:v>1.4259995483680526E-3</c:v>
                </c:pt>
                <c:pt idx="3774">
                  <c:v>8.3922007124249737E-4</c:v>
                </c:pt>
                <c:pt idx="3775">
                  <c:v>5.1901095681772596E-3</c:v>
                </c:pt>
                <c:pt idx="3776">
                  <c:v>1.4780852990510766E-2</c:v>
                </c:pt>
                <c:pt idx="3777">
                  <c:v>9.9793607490028242E-4</c:v>
                </c:pt>
                <c:pt idx="3778">
                  <c:v>-8.9242438035718376E-3</c:v>
                </c:pt>
                <c:pt idx="3779">
                  <c:v>-8.9530936423071906E-3</c:v>
                </c:pt>
                <c:pt idx="3780">
                  <c:v>-6.8006468493828241E-3</c:v>
                </c:pt>
                <c:pt idx="3781">
                  <c:v>-7.1072603290508966E-3</c:v>
                </c:pt>
                <c:pt idx="3782">
                  <c:v>-9.2105784258685233E-3</c:v>
                </c:pt>
                <c:pt idx="3783">
                  <c:v>-1.1183450069705217E-2</c:v>
                </c:pt>
                <c:pt idx="3784">
                  <c:v>-1.052172391836558E-2</c:v>
                </c:pt>
                <c:pt idx="3785">
                  <c:v>-8.5639458062600465E-3</c:v>
                </c:pt>
                <c:pt idx="3786">
                  <c:v>-8.7824059267580246E-3</c:v>
                </c:pt>
                <c:pt idx="3787">
                  <c:v>-7.571684997588455E-3</c:v>
                </c:pt>
                <c:pt idx="3788">
                  <c:v>-8.9705586213540273E-3</c:v>
                </c:pt>
                <c:pt idx="3789">
                  <c:v>-1.1599469061514002E-2</c:v>
                </c:pt>
                <c:pt idx="3790">
                  <c:v>-1.2198790695479213E-2</c:v>
                </c:pt>
                <c:pt idx="3791">
                  <c:v>1.6722299142476717E-2</c:v>
                </c:pt>
                <c:pt idx="3792">
                  <c:v>6.0463493194373857E-3</c:v>
                </c:pt>
                <c:pt idx="3793">
                  <c:v>2.1325715689304806E-3</c:v>
                </c:pt>
                <c:pt idx="3794">
                  <c:v>2.1190603341173821E-3</c:v>
                </c:pt>
                <c:pt idx="3795">
                  <c:v>-0.47299885541748998</c:v>
                </c:pt>
                <c:pt idx="3796">
                  <c:v>-1.1981838109271534</c:v>
                </c:pt>
                <c:pt idx="3797">
                  <c:v>-1.7356095812418129</c:v>
                </c:pt>
                <c:pt idx="3798">
                  <c:v>-0.70975178336536626</c:v>
                </c:pt>
                <c:pt idx="3799">
                  <c:v>-1.0624214022986143</c:v>
                </c:pt>
                <c:pt idx="3800">
                  <c:v>5.6372670228157389E-2</c:v>
                </c:pt>
                <c:pt idx="3801">
                  <c:v>-1.2295268139720679</c:v>
                </c:pt>
                <c:pt idx="3802">
                  <c:v>-1.1383801869441821</c:v>
                </c:pt>
                <c:pt idx="3803">
                  <c:v>-0.81977845344991329</c:v>
                </c:pt>
                <c:pt idx="3804">
                  <c:v>-0.96677986181990949</c:v>
                </c:pt>
                <c:pt idx="3805">
                  <c:v>-1.4137804189253631</c:v>
                </c:pt>
                <c:pt idx="3806">
                  <c:v>-1.7094583310803284</c:v>
                </c:pt>
                <c:pt idx="3807">
                  <c:v>-1.4690384151664548</c:v>
                </c:pt>
                <c:pt idx="3808">
                  <c:v>-1.4206624850415237</c:v>
                </c:pt>
                <c:pt idx="3809">
                  <c:v>-0.62755459011708759</c:v>
                </c:pt>
                <c:pt idx="3810">
                  <c:v>-0.74570612357973354</c:v>
                </c:pt>
                <c:pt idx="3811">
                  <c:v>-0.99540790435270854</c:v>
                </c:pt>
                <c:pt idx="3812">
                  <c:v>-1.0028869831645433</c:v>
                </c:pt>
                <c:pt idx="3813">
                  <c:v>-0.52015591524168048</c:v>
                </c:pt>
                <c:pt idx="3814">
                  <c:v>-1.2082796558953628</c:v>
                </c:pt>
                <c:pt idx="3815">
                  <c:v>-0.9871563598630273</c:v>
                </c:pt>
                <c:pt idx="3816">
                  <c:v>-0.26050096473850054</c:v>
                </c:pt>
                <c:pt idx="3817">
                  <c:v>-0.72341491580775563</c:v>
                </c:pt>
                <c:pt idx="3818">
                  <c:v>-0.47840250926991162</c:v>
                </c:pt>
                <c:pt idx="3819">
                  <c:v>-0.53928926573979297</c:v>
                </c:pt>
                <c:pt idx="3820">
                  <c:v>-0.95114657055121943</c:v>
                </c:pt>
                <c:pt idx="3821">
                  <c:v>-0.38116621348227564</c:v>
                </c:pt>
                <c:pt idx="3822">
                  <c:v>-1.4202741392677039</c:v>
                </c:pt>
                <c:pt idx="3823">
                  <c:v>-0.58134813435336508</c:v>
                </c:pt>
                <c:pt idx="3824">
                  <c:v>-1.0549723700918621</c:v>
                </c:pt>
                <c:pt idx="3825">
                  <c:v>-1.2632525831201076</c:v>
                </c:pt>
                <c:pt idx="3826">
                  <c:v>-1.0832851758063293</c:v>
                </c:pt>
                <c:pt idx="3827">
                  <c:v>-0.29897700288767881</c:v>
                </c:pt>
                <c:pt idx="3828">
                  <c:v>-0.43296706876961677</c:v>
                </c:pt>
                <c:pt idx="3829">
                  <c:v>-1.1890036572430278</c:v>
                </c:pt>
                <c:pt idx="3830">
                  <c:v>-1.071616132796956</c:v>
                </c:pt>
                <c:pt idx="3831">
                  <c:v>-1.8141957589510256</c:v>
                </c:pt>
                <c:pt idx="3832">
                  <c:v>-0.76608632238276986</c:v>
                </c:pt>
                <c:pt idx="3833">
                  <c:v>-0.89327732936883486</c:v>
                </c:pt>
                <c:pt idx="3834">
                  <c:v>-0.56454674591477205</c:v>
                </c:pt>
                <c:pt idx="3835">
                  <c:v>-0.19767691085822292</c:v>
                </c:pt>
                <c:pt idx="3836">
                  <c:v>0.33641870672034824</c:v>
                </c:pt>
                <c:pt idx="3837">
                  <c:v>-1.4222022737320426</c:v>
                </c:pt>
                <c:pt idx="3838">
                  <c:v>-0.66892731767364078</c:v>
                </c:pt>
                <c:pt idx="3839">
                  <c:v>-0.4822650452195027</c:v>
                </c:pt>
                <c:pt idx="3840">
                  <c:v>-0.41378123315870191</c:v>
                </c:pt>
                <c:pt idx="3841">
                  <c:v>-0.89014746218043339</c:v>
                </c:pt>
                <c:pt idx="3842">
                  <c:v>-0.86270492053727321</c:v>
                </c:pt>
                <c:pt idx="3843">
                  <c:v>-0.69800974373443703</c:v>
                </c:pt>
                <c:pt idx="3844">
                  <c:v>-0.69465656264514997</c:v>
                </c:pt>
                <c:pt idx="3845">
                  <c:v>-0.60756210813617439</c:v>
                </c:pt>
                <c:pt idx="3846">
                  <c:v>-0.52342562811834803</c:v>
                </c:pt>
                <c:pt idx="3847">
                  <c:v>-0.69425553175260224</c:v>
                </c:pt>
                <c:pt idx="3848">
                  <c:v>-0.76853681167581878</c:v>
                </c:pt>
                <c:pt idx="3849">
                  <c:v>-0.64597525404955458</c:v>
                </c:pt>
                <c:pt idx="3850">
                  <c:v>-0.55028915289707347</c:v>
                </c:pt>
                <c:pt idx="3851">
                  <c:v>-0.6277660665161483</c:v>
                </c:pt>
                <c:pt idx="3852">
                  <c:v>-0.55087595409801515</c:v>
                </c:pt>
                <c:pt idx="3853">
                  <c:v>-0.43263256312394432</c:v>
                </c:pt>
                <c:pt idx="3854">
                  <c:v>-0.55472569846317576</c:v>
                </c:pt>
                <c:pt idx="3855">
                  <c:v>-0.80389282099754289</c:v>
                </c:pt>
                <c:pt idx="3856">
                  <c:v>-0.9584363080009134</c:v>
                </c:pt>
                <c:pt idx="3857">
                  <c:v>-0.90570743367893769</c:v>
                </c:pt>
                <c:pt idx="3858">
                  <c:v>-0.69187290423384673</c:v>
                </c:pt>
                <c:pt idx="3859">
                  <c:v>-0.54090260600278706</c:v>
                </c:pt>
                <c:pt idx="3860">
                  <c:v>-0.47288895412130366</c:v>
                </c:pt>
                <c:pt idx="3861">
                  <c:v>-0.48725759903851612</c:v>
                </c:pt>
                <c:pt idx="3862">
                  <c:v>-0.43669005599674376</c:v>
                </c:pt>
                <c:pt idx="3863">
                  <c:v>-0.31514854979625895</c:v>
                </c:pt>
                <c:pt idx="3864">
                  <c:v>-0.61853354020279816</c:v>
                </c:pt>
                <c:pt idx="3865">
                  <c:v>-0.43043222977464995</c:v>
                </c:pt>
                <c:pt idx="3866">
                  <c:v>-0.39349822305881393</c:v>
                </c:pt>
                <c:pt idx="3867">
                  <c:v>-0.32966654893888087</c:v>
                </c:pt>
                <c:pt idx="3868">
                  <c:v>-0.39993930934099731</c:v>
                </c:pt>
                <c:pt idx="3869">
                  <c:v>-0.4355091380982466</c:v>
                </c:pt>
                <c:pt idx="3870">
                  <c:v>-0.66121858209346562</c:v>
                </c:pt>
                <c:pt idx="3871">
                  <c:v>-0.57170193511733736</c:v>
                </c:pt>
                <c:pt idx="3872">
                  <c:v>-0.90756427580668164</c:v>
                </c:pt>
                <c:pt idx="3873">
                  <c:v>-0.97834692974563298</c:v>
                </c:pt>
                <c:pt idx="3874">
                  <c:v>-0.2684837131454203</c:v>
                </c:pt>
                <c:pt idx="3875">
                  <c:v>-0.66882323027114943</c:v>
                </c:pt>
                <c:pt idx="3876">
                  <c:v>-1.0489638333258591</c:v>
                </c:pt>
                <c:pt idx="3877">
                  <c:v>-0.51394010271300228</c:v>
                </c:pt>
                <c:pt idx="3878">
                  <c:v>-1.1158599715774153</c:v>
                </c:pt>
                <c:pt idx="3879">
                  <c:v>-8.6489200022971557E-2</c:v>
                </c:pt>
                <c:pt idx="3880">
                  <c:v>-1.3918281847388323</c:v>
                </c:pt>
                <c:pt idx="3881">
                  <c:v>-0.26983222847920452</c:v>
                </c:pt>
                <c:pt idx="3882">
                  <c:v>-0.52791154627058112</c:v>
                </c:pt>
                <c:pt idx="3883">
                  <c:v>-0.59801706049022696</c:v>
                </c:pt>
                <c:pt idx="3884">
                  <c:v>1.9492725342640179E-2</c:v>
                </c:pt>
                <c:pt idx="3885">
                  <c:v>-0.90600679911435555</c:v>
                </c:pt>
                <c:pt idx="3886">
                  <c:v>-0.74502345366267453</c:v>
                </c:pt>
                <c:pt idx="3887">
                  <c:v>-0.20501674701747341</c:v>
                </c:pt>
                <c:pt idx="3888">
                  <c:v>-0.95900283947079135</c:v>
                </c:pt>
                <c:pt idx="3889">
                  <c:v>-0.65375931030971146</c:v>
                </c:pt>
                <c:pt idx="3890">
                  <c:v>-0.82660141868902071</c:v>
                </c:pt>
                <c:pt idx="3891">
                  <c:v>-0.99692294701877626</c:v>
                </c:pt>
                <c:pt idx="3892">
                  <c:v>-0.89381894340864587</c:v>
                </c:pt>
                <c:pt idx="3893">
                  <c:v>-1.4369040429013151</c:v>
                </c:pt>
                <c:pt idx="3894">
                  <c:v>-0.7761725245084361</c:v>
                </c:pt>
                <c:pt idx="3895">
                  <c:v>-0.86333304565732549</c:v>
                </c:pt>
                <c:pt idx="3896">
                  <c:v>-0.58874370399076237</c:v>
                </c:pt>
                <c:pt idx="3897">
                  <c:v>-0.58203687792095515</c:v>
                </c:pt>
                <c:pt idx="3898">
                  <c:v>-0.32466583781244351</c:v>
                </c:pt>
                <c:pt idx="3899">
                  <c:v>-1.1736198697608413</c:v>
                </c:pt>
                <c:pt idx="3900">
                  <c:v>-1.2477712644993375</c:v>
                </c:pt>
                <c:pt idx="3901">
                  <c:v>9.3668774868253101E-3</c:v>
                </c:pt>
                <c:pt idx="3902">
                  <c:v>-0.83554980377216503</c:v>
                </c:pt>
                <c:pt idx="3903">
                  <c:v>-0.32699810496713255</c:v>
                </c:pt>
                <c:pt idx="3904">
                  <c:v>-1.2691705823891266</c:v>
                </c:pt>
                <c:pt idx="3905">
                  <c:v>-4.2235472431960033E-2</c:v>
                </c:pt>
                <c:pt idx="3906">
                  <c:v>-3.0190735893313812E-2</c:v>
                </c:pt>
                <c:pt idx="3907">
                  <c:v>-0.71842047674885523</c:v>
                </c:pt>
                <c:pt idx="3908">
                  <c:v>-0.48467313019837149</c:v>
                </c:pt>
                <c:pt idx="3909">
                  <c:v>-0.39350626211990158</c:v>
                </c:pt>
                <c:pt idx="3910">
                  <c:v>-0.65193435011326639</c:v>
                </c:pt>
                <c:pt idx="3911">
                  <c:v>-0.59255962168355458</c:v>
                </c:pt>
                <c:pt idx="3912">
                  <c:v>-0.42528191186243741</c:v>
                </c:pt>
                <c:pt idx="3913">
                  <c:v>-0.67972313689410513</c:v>
                </c:pt>
                <c:pt idx="3914">
                  <c:v>-0.77163119687410919</c:v>
                </c:pt>
                <c:pt idx="3915">
                  <c:v>-0.12938926355492433</c:v>
                </c:pt>
                <c:pt idx="3916">
                  <c:v>-1.0589836266840125</c:v>
                </c:pt>
                <c:pt idx="3917">
                  <c:v>0.11553917012423334</c:v>
                </c:pt>
                <c:pt idx="3918">
                  <c:v>-1.1511986007244981</c:v>
                </c:pt>
                <c:pt idx="3919">
                  <c:v>-0.87720650196265493</c:v>
                </c:pt>
                <c:pt idx="3920">
                  <c:v>-1.3914856259718846</c:v>
                </c:pt>
                <c:pt idx="3921">
                  <c:v>-1.5378328574458919</c:v>
                </c:pt>
                <c:pt idx="3922">
                  <c:v>-1.6383699199512376</c:v>
                </c:pt>
                <c:pt idx="3923">
                  <c:v>-1.6586812476536072</c:v>
                </c:pt>
                <c:pt idx="3924">
                  <c:v>-1.3537670455683213</c:v>
                </c:pt>
                <c:pt idx="3925">
                  <c:v>-0.85661429126434974</c:v>
                </c:pt>
                <c:pt idx="3926">
                  <c:v>-0.75192906708840035</c:v>
                </c:pt>
                <c:pt idx="3927">
                  <c:v>-8.892148564303011E-2</c:v>
                </c:pt>
                <c:pt idx="3928">
                  <c:v>-0.61023134725383799</c:v>
                </c:pt>
                <c:pt idx="3929">
                  <c:v>-1.4368502337565754</c:v>
                </c:pt>
                <c:pt idx="3930">
                  <c:v>-1.1068834439572108</c:v>
                </c:pt>
                <c:pt idx="3931">
                  <c:v>-0.70559379158575808</c:v>
                </c:pt>
                <c:pt idx="3932">
                  <c:v>-0.25842806695613568</c:v>
                </c:pt>
                <c:pt idx="3933">
                  <c:v>-0.56750772159796625</c:v>
                </c:pt>
                <c:pt idx="3934">
                  <c:v>-0.56203037643702869</c:v>
                </c:pt>
                <c:pt idx="3935">
                  <c:v>-0.26681547637776348</c:v>
                </c:pt>
                <c:pt idx="3936">
                  <c:v>-1.3061744434257172</c:v>
                </c:pt>
                <c:pt idx="3937">
                  <c:v>-0.52742920093018375</c:v>
                </c:pt>
                <c:pt idx="3938">
                  <c:v>-0.92278853281163786</c:v>
                </c:pt>
                <c:pt idx="3939">
                  <c:v>-1.4468102471994895</c:v>
                </c:pt>
                <c:pt idx="3940">
                  <c:v>-0.53724962889179184</c:v>
                </c:pt>
                <c:pt idx="3941">
                  <c:v>-0.22033806363590078</c:v>
                </c:pt>
                <c:pt idx="3942">
                  <c:v>-0.84688367117562069</c:v>
                </c:pt>
                <c:pt idx="3943">
                  <c:v>-1.570356220957166</c:v>
                </c:pt>
                <c:pt idx="3944">
                  <c:v>-1.5637682347601229</c:v>
                </c:pt>
                <c:pt idx="3945">
                  <c:v>-0.64362845539916047</c:v>
                </c:pt>
                <c:pt idx="3946">
                  <c:v>-0.41408727151087471</c:v>
                </c:pt>
                <c:pt idx="3947">
                  <c:v>-0.74451737048530287</c:v>
                </c:pt>
                <c:pt idx="3948">
                  <c:v>-1.8131021046022637</c:v>
                </c:pt>
                <c:pt idx="3949">
                  <c:v>-1.8183570032390417</c:v>
                </c:pt>
                <c:pt idx="3950">
                  <c:v>-0.82552494680329003</c:v>
                </c:pt>
                <c:pt idx="3951">
                  <c:v>-0.61357060826299437</c:v>
                </c:pt>
                <c:pt idx="3952">
                  <c:v>-0.5571073860364496</c:v>
                </c:pt>
                <c:pt idx="3953">
                  <c:v>0.35138890958401053</c:v>
                </c:pt>
                <c:pt idx="3954">
                  <c:v>-0.48415182804455575</c:v>
                </c:pt>
                <c:pt idx="3955">
                  <c:v>-0.93027061995395932</c:v>
                </c:pt>
                <c:pt idx="3956">
                  <c:v>-1.3813510685626589</c:v>
                </c:pt>
                <c:pt idx="3957">
                  <c:v>-1.0857328888345179</c:v>
                </c:pt>
                <c:pt idx="3958">
                  <c:v>-0.12472308882479592</c:v>
                </c:pt>
                <c:pt idx="3959">
                  <c:v>-0.85664797204514076</c:v>
                </c:pt>
                <c:pt idx="3960">
                  <c:v>-0.8255988501416347</c:v>
                </c:pt>
                <c:pt idx="3961">
                  <c:v>-0.79437518459032852</c:v>
                </c:pt>
                <c:pt idx="3962">
                  <c:v>-0.65766286149842124</c:v>
                </c:pt>
                <c:pt idx="3963">
                  <c:v>-0.38715736462262385</c:v>
                </c:pt>
                <c:pt idx="3964">
                  <c:v>-0.74273929881176171</c:v>
                </c:pt>
                <c:pt idx="3965">
                  <c:v>-5.0370818171025969E-2</c:v>
                </c:pt>
                <c:pt idx="3966">
                  <c:v>-0.58113522271808926</c:v>
                </c:pt>
                <c:pt idx="3967">
                  <c:v>-1.2957250852600786</c:v>
                </c:pt>
                <c:pt idx="3968">
                  <c:v>-1.4239001397173947</c:v>
                </c:pt>
                <c:pt idx="3969">
                  <c:v>-1.8570835241317902</c:v>
                </c:pt>
                <c:pt idx="3970">
                  <c:v>-0.7686695414227932</c:v>
                </c:pt>
                <c:pt idx="3971">
                  <c:v>-0.62296157374566985</c:v>
                </c:pt>
                <c:pt idx="3972">
                  <c:v>3.6410447994212725E-2</c:v>
                </c:pt>
                <c:pt idx="3973">
                  <c:v>-0.41816225759924397</c:v>
                </c:pt>
                <c:pt idx="3974">
                  <c:v>-0.6279698082081101</c:v>
                </c:pt>
                <c:pt idx="3975">
                  <c:v>-0.84116493742165388</c:v>
                </c:pt>
                <c:pt idx="3976">
                  <c:v>-0.73136369517016164</c:v>
                </c:pt>
                <c:pt idx="3977">
                  <c:v>-0.65823079641076965</c:v>
                </c:pt>
                <c:pt idx="3978">
                  <c:v>-0.46119190096303986</c:v>
                </c:pt>
                <c:pt idx="3979">
                  <c:v>-0.51561506874054319</c:v>
                </c:pt>
                <c:pt idx="3980">
                  <c:v>-0.49394824069841392</c:v>
                </c:pt>
                <c:pt idx="3981">
                  <c:v>-0.66443500333939609</c:v>
                </c:pt>
                <c:pt idx="3982">
                  <c:v>-0.39498489993747277</c:v>
                </c:pt>
                <c:pt idx="3983">
                  <c:v>-0.62761348666483741</c:v>
                </c:pt>
                <c:pt idx="3984">
                  <c:v>-9.766921105018718E-2</c:v>
                </c:pt>
                <c:pt idx="3985">
                  <c:v>-0.9886705558560227</c:v>
                </c:pt>
                <c:pt idx="3986">
                  <c:v>-1.0348578005871771</c:v>
                </c:pt>
                <c:pt idx="3987">
                  <c:v>-0.77007694162941542</c:v>
                </c:pt>
                <c:pt idx="3988">
                  <c:v>-1.8263387335316798E-2</c:v>
                </c:pt>
                <c:pt idx="3989">
                  <c:v>0.16184231949076938</c:v>
                </c:pt>
                <c:pt idx="3990">
                  <c:v>-0.77311214455795363</c:v>
                </c:pt>
                <c:pt idx="3991">
                  <c:v>-1.3000259771209555</c:v>
                </c:pt>
                <c:pt idx="3992">
                  <c:v>-1.6361494000525809</c:v>
                </c:pt>
                <c:pt idx="3993">
                  <c:v>-2.1202309873003364</c:v>
                </c:pt>
                <c:pt idx="3994">
                  <c:v>-1.6189006232761511</c:v>
                </c:pt>
                <c:pt idx="3995">
                  <c:v>-0.90180571088483696</c:v>
                </c:pt>
                <c:pt idx="3996">
                  <c:v>-0.79990981453908871</c:v>
                </c:pt>
                <c:pt idx="3997">
                  <c:v>-0.94184231733871115</c:v>
                </c:pt>
                <c:pt idx="3998">
                  <c:v>-1.2736056326442688</c:v>
                </c:pt>
                <c:pt idx="3999">
                  <c:v>-0.97844128173818523</c:v>
                </c:pt>
                <c:pt idx="4000">
                  <c:v>0.18104728630899306</c:v>
                </c:pt>
                <c:pt idx="4001">
                  <c:v>2.4218777447185397E-2</c:v>
                </c:pt>
                <c:pt idx="4002">
                  <c:v>-0.76110479665398001</c:v>
                </c:pt>
                <c:pt idx="4003">
                  <c:v>-0.48972471021092095</c:v>
                </c:pt>
                <c:pt idx="4004">
                  <c:v>-0.23330971647189103</c:v>
                </c:pt>
                <c:pt idx="4005">
                  <c:v>-4.8523630689601444E-2</c:v>
                </c:pt>
                <c:pt idx="4006">
                  <c:v>-0.38929350028420029</c:v>
                </c:pt>
                <c:pt idx="4007">
                  <c:v>-0.22551586794802519</c:v>
                </c:pt>
                <c:pt idx="4008">
                  <c:v>-0.5430800579557945</c:v>
                </c:pt>
                <c:pt idx="4009">
                  <c:v>-1.4033809790445522</c:v>
                </c:pt>
                <c:pt idx="4010">
                  <c:v>-0.41728118246531104</c:v>
                </c:pt>
                <c:pt idx="4011">
                  <c:v>-1.3836384875766514</c:v>
                </c:pt>
                <c:pt idx="4012">
                  <c:v>-0.48317208139077678</c:v>
                </c:pt>
                <c:pt idx="4013">
                  <c:v>-0.74925123259303505</c:v>
                </c:pt>
                <c:pt idx="4014">
                  <c:v>3.7707082637002576E-4</c:v>
                </c:pt>
                <c:pt idx="4015">
                  <c:v>-1.3398771076498974</c:v>
                </c:pt>
                <c:pt idx="4016">
                  <c:v>-1.4465487678043913</c:v>
                </c:pt>
                <c:pt idx="4017">
                  <c:v>-0.60006568814303707</c:v>
                </c:pt>
                <c:pt idx="4018">
                  <c:v>-0.86089602740346582</c:v>
                </c:pt>
                <c:pt idx="4019">
                  <c:v>0.45082528026242891</c:v>
                </c:pt>
                <c:pt idx="4020">
                  <c:v>0.18233100782570164</c:v>
                </c:pt>
                <c:pt idx="4021">
                  <c:v>4.41399869158886E-2</c:v>
                </c:pt>
                <c:pt idx="4022">
                  <c:v>-0.740182083995643</c:v>
                </c:pt>
                <c:pt idx="4023">
                  <c:v>-0.79217753603346286</c:v>
                </c:pt>
                <c:pt idx="4024">
                  <c:v>-0.53579025676647496</c:v>
                </c:pt>
                <c:pt idx="4025">
                  <c:v>0.54302060263274787</c:v>
                </c:pt>
                <c:pt idx="4026">
                  <c:v>-0.63489104003036057</c:v>
                </c:pt>
                <c:pt idx="4027">
                  <c:v>-1.0222602611343856</c:v>
                </c:pt>
                <c:pt idx="4028">
                  <c:v>-0.15883827502433365</c:v>
                </c:pt>
                <c:pt idx="4029">
                  <c:v>-0.75399704640383469</c:v>
                </c:pt>
                <c:pt idx="4030">
                  <c:v>2.5105665069391193E-2</c:v>
                </c:pt>
                <c:pt idx="4031">
                  <c:v>-0.31169839196287824</c:v>
                </c:pt>
                <c:pt idx="4032">
                  <c:v>-0.50586679383102839</c:v>
                </c:pt>
                <c:pt idx="4033">
                  <c:v>-0.37740560656900018</c:v>
                </c:pt>
                <c:pt idx="4034">
                  <c:v>-9.6973832781712989E-3</c:v>
                </c:pt>
                <c:pt idx="4035">
                  <c:v>-0.89999513085557159</c:v>
                </c:pt>
                <c:pt idx="4036">
                  <c:v>-0.19555182086328946</c:v>
                </c:pt>
                <c:pt idx="4037">
                  <c:v>-1.0915704251580467</c:v>
                </c:pt>
                <c:pt idx="4038">
                  <c:v>-0.70054779644146181</c:v>
                </c:pt>
                <c:pt idx="4039">
                  <c:v>-5.8747136344467203E-2</c:v>
                </c:pt>
                <c:pt idx="4040">
                  <c:v>-1.3439084280906775</c:v>
                </c:pt>
                <c:pt idx="4041">
                  <c:v>-0.79832147102750761</c:v>
                </c:pt>
                <c:pt idx="4042">
                  <c:v>-0.31567511259224457</c:v>
                </c:pt>
                <c:pt idx="4043">
                  <c:v>-0.24526501192003775</c:v>
                </c:pt>
                <c:pt idx="4044">
                  <c:v>-1.0123498967976576</c:v>
                </c:pt>
                <c:pt idx="4045">
                  <c:v>-0.3414806842262792</c:v>
                </c:pt>
                <c:pt idx="4046">
                  <c:v>-0.62637945796476757</c:v>
                </c:pt>
                <c:pt idx="4047">
                  <c:v>-0.49959631828269885</c:v>
                </c:pt>
                <c:pt idx="4048">
                  <c:v>-0.4237261147245962</c:v>
                </c:pt>
                <c:pt idx="4049">
                  <c:v>-7.7401037256231944E-2</c:v>
                </c:pt>
                <c:pt idx="4050">
                  <c:v>-0.3558878179666714</c:v>
                </c:pt>
                <c:pt idx="4051">
                  <c:v>-1.1278138894093654</c:v>
                </c:pt>
                <c:pt idx="4052">
                  <c:v>-0.33091510823858628</c:v>
                </c:pt>
                <c:pt idx="4053">
                  <c:v>-1.2721933990976702</c:v>
                </c:pt>
                <c:pt idx="4054">
                  <c:v>-0.22839041794060336</c:v>
                </c:pt>
                <c:pt idx="4055">
                  <c:v>-0.25544624395974797</c:v>
                </c:pt>
                <c:pt idx="4056">
                  <c:v>-1.1338740593457086</c:v>
                </c:pt>
                <c:pt idx="4057">
                  <c:v>-0.81242001041249101</c:v>
                </c:pt>
                <c:pt idx="4058">
                  <c:v>-0.9949425885074562</c:v>
                </c:pt>
                <c:pt idx="4059">
                  <c:v>-0.50812209185836221</c:v>
                </c:pt>
                <c:pt idx="4060">
                  <c:v>-0.42582211557042765</c:v>
                </c:pt>
                <c:pt idx="4061">
                  <c:v>-0.46618556788077514</c:v>
                </c:pt>
                <c:pt idx="4062">
                  <c:v>-0.48385608238313899</c:v>
                </c:pt>
                <c:pt idx="4063">
                  <c:v>-0.46164383281241933</c:v>
                </c:pt>
                <c:pt idx="4064">
                  <c:v>-0.38031368941134447</c:v>
                </c:pt>
                <c:pt idx="4065">
                  <c:v>-0.59192926771503396</c:v>
                </c:pt>
                <c:pt idx="4066">
                  <c:v>-0.49140957382046668</c:v>
                </c:pt>
                <c:pt idx="4067">
                  <c:v>-0.42006619301550352</c:v>
                </c:pt>
                <c:pt idx="4068">
                  <c:v>-0.73964330816981061</c:v>
                </c:pt>
                <c:pt idx="4069">
                  <c:v>-0.5771083067267796</c:v>
                </c:pt>
                <c:pt idx="4070">
                  <c:v>-0.72852710071992588</c:v>
                </c:pt>
                <c:pt idx="4071">
                  <c:v>-0.7493546562986908</c:v>
                </c:pt>
                <c:pt idx="4072">
                  <c:v>-0.63062493605979786</c:v>
                </c:pt>
                <c:pt idx="4073">
                  <c:v>-0.38422084040560256</c:v>
                </c:pt>
                <c:pt idx="4074">
                  <c:v>-0.93436834701694438</c:v>
                </c:pt>
                <c:pt idx="4075">
                  <c:v>-0.99967690705789602</c:v>
                </c:pt>
                <c:pt idx="4076">
                  <c:v>-0.86278888777594664</c:v>
                </c:pt>
                <c:pt idx="4077">
                  <c:v>-0.57298138076842176</c:v>
                </c:pt>
                <c:pt idx="4078">
                  <c:v>-0.57880134703915598</c:v>
                </c:pt>
                <c:pt idx="4079">
                  <c:v>-0.49094275236379586</c:v>
                </c:pt>
                <c:pt idx="4080">
                  <c:v>-0.39460293925862044</c:v>
                </c:pt>
                <c:pt idx="4081">
                  <c:v>-0.43200981665389249</c:v>
                </c:pt>
                <c:pt idx="4082">
                  <c:v>-0.44012623233640408</c:v>
                </c:pt>
                <c:pt idx="4083">
                  <c:v>-0.51887886375226555</c:v>
                </c:pt>
                <c:pt idx="4084">
                  <c:v>-0.49768530148929935</c:v>
                </c:pt>
                <c:pt idx="4085">
                  <c:v>-0.32363771890003262</c:v>
                </c:pt>
                <c:pt idx="4086">
                  <c:v>-1.254298083186193</c:v>
                </c:pt>
                <c:pt idx="4087">
                  <c:v>-0.74406733349730692</c:v>
                </c:pt>
                <c:pt idx="4088">
                  <c:v>0.1715276569342348</c:v>
                </c:pt>
                <c:pt idx="4089">
                  <c:v>0.37745175735785563</c:v>
                </c:pt>
                <c:pt idx="4090">
                  <c:v>-0.71070915861915662</c:v>
                </c:pt>
                <c:pt idx="4091">
                  <c:v>-0.10140683969374346</c:v>
                </c:pt>
                <c:pt idx="4092">
                  <c:v>0.25247154039131836</c:v>
                </c:pt>
                <c:pt idx="4093">
                  <c:v>-0.67418102329478313</c:v>
                </c:pt>
                <c:pt idx="4094">
                  <c:v>-0.12113927075186229</c:v>
                </c:pt>
                <c:pt idx="4095">
                  <c:v>-0.5398766366978679</c:v>
                </c:pt>
                <c:pt idx="4096">
                  <c:v>-0.30795199967726122</c:v>
                </c:pt>
                <c:pt idx="4097">
                  <c:v>-0.51210357347060043</c:v>
                </c:pt>
                <c:pt idx="4098">
                  <c:v>-0.23082044820461403</c:v>
                </c:pt>
                <c:pt idx="4099">
                  <c:v>-1.1104457051122434</c:v>
                </c:pt>
                <c:pt idx="4100">
                  <c:v>-0.61488397588997812</c:v>
                </c:pt>
                <c:pt idx="4101">
                  <c:v>-1.211006876198786</c:v>
                </c:pt>
                <c:pt idx="4102">
                  <c:v>-0.27432948255867501</c:v>
                </c:pt>
                <c:pt idx="4103">
                  <c:v>-0.87625480413198709</c:v>
                </c:pt>
                <c:pt idx="4104">
                  <c:v>-8.7258108422307662E-2</c:v>
                </c:pt>
                <c:pt idx="4105">
                  <c:v>-0.66185214654162228</c:v>
                </c:pt>
                <c:pt idx="4106">
                  <c:v>-0.63551265380236588</c:v>
                </c:pt>
                <c:pt idx="4107">
                  <c:v>1.9304604721866621E-3</c:v>
                </c:pt>
                <c:pt idx="4108">
                  <c:v>-1.0450894234843353</c:v>
                </c:pt>
                <c:pt idx="4109">
                  <c:v>-0.35110953894536046</c:v>
                </c:pt>
                <c:pt idx="4110">
                  <c:v>-0.31909784821705445</c:v>
                </c:pt>
                <c:pt idx="4111">
                  <c:v>-0.94043392851849483</c:v>
                </c:pt>
                <c:pt idx="4112">
                  <c:v>-0.22022625342022722</c:v>
                </c:pt>
                <c:pt idx="4113">
                  <c:v>-1.021787215504623</c:v>
                </c:pt>
                <c:pt idx="4114">
                  <c:v>-0.39341486317875768</c:v>
                </c:pt>
                <c:pt idx="4115">
                  <c:v>-0.6950148901984271</c:v>
                </c:pt>
                <c:pt idx="4116">
                  <c:v>-0.73255226439542365</c:v>
                </c:pt>
                <c:pt idx="4117">
                  <c:v>-1.0042143777921064</c:v>
                </c:pt>
                <c:pt idx="4118">
                  <c:v>-0.701171079401127</c:v>
                </c:pt>
                <c:pt idx="4119">
                  <c:v>8.8789330334828082E-2</c:v>
                </c:pt>
                <c:pt idx="4120">
                  <c:v>-0.59809758034125748</c:v>
                </c:pt>
                <c:pt idx="4121">
                  <c:v>-0.51227115384068989</c:v>
                </c:pt>
                <c:pt idx="4122">
                  <c:v>-0.28921372034831666</c:v>
                </c:pt>
                <c:pt idx="4123">
                  <c:v>-0.410824483360054</c:v>
                </c:pt>
                <c:pt idx="4124">
                  <c:v>-0.83139480906452068</c:v>
                </c:pt>
                <c:pt idx="4125">
                  <c:v>-0.93124033181211729</c:v>
                </c:pt>
                <c:pt idx="4126">
                  <c:v>-0.72472132520363519</c:v>
                </c:pt>
                <c:pt idx="4127">
                  <c:v>-0.79760297259028912</c:v>
                </c:pt>
                <c:pt idx="4128">
                  <c:v>-0.83391641832319852</c:v>
                </c:pt>
                <c:pt idx="4129">
                  <c:v>-0.69480482785023412</c:v>
                </c:pt>
                <c:pt idx="4130">
                  <c:v>-1.178783258395639</c:v>
                </c:pt>
                <c:pt idx="4131">
                  <c:v>-1.3186904361536431</c:v>
                </c:pt>
                <c:pt idx="4132">
                  <c:v>-0.84176299021433398</c:v>
                </c:pt>
                <c:pt idx="4133">
                  <c:v>-0.54101433886143835</c:v>
                </c:pt>
                <c:pt idx="4134">
                  <c:v>-0.53015859557113509</c:v>
                </c:pt>
                <c:pt idx="4135">
                  <c:v>-0.48393806989965399</c:v>
                </c:pt>
                <c:pt idx="4136">
                  <c:v>-0.55252471448453599</c:v>
                </c:pt>
                <c:pt idx="4137">
                  <c:v>-0.57954935028209065</c:v>
                </c:pt>
                <c:pt idx="4138">
                  <c:v>-0.45932203007311628</c:v>
                </c:pt>
                <c:pt idx="4139">
                  <c:v>-0.68815822843404095</c:v>
                </c:pt>
                <c:pt idx="4140">
                  <c:v>-0.18458611998634797</c:v>
                </c:pt>
                <c:pt idx="4141">
                  <c:v>-0.39101469406923622</c:v>
                </c:pt>
                <c:pt idx="4142">
                  <c:v>-1.160748204339614</c:v>
                </c:pt>
                <c:pt idx="4143">
                  <c:v>-0.86446625286789625</c:v>
                </c:pt>
                <c:pt idx="4144">
                  <c:v>-0.6045298635393157</c:v>
                </c:pt>
                <c:pt idx="4145">
                  <c:v>-0.66124680329248142</c:v>
                </c:pt>
                <c:pt idx="4146">
                  <c:v>-0.15472583149168329</c:v>
                </c:pt>
                <c:pt idx="4147">
                  <c:v>-1.1182436208365265</c:v>
                </c:pt>
                <c:pt idx="4148">
                  <c:v>-0.92099869468096995</c:v>
                </c:pt>
                <c:pt idx="4149">
                  <c:v>-0.4381879741845453</c:v>
                </c:pt>
                <c:pt idx="4150">
                  <c:v>-0.85553351135345401</c:v>
                </c:pt>
                <c:pt idx="4151">
                  <c:v>-0.61481827954506529</c:v>
                </c:pt>
                <c:pt idx="4152">
                  <c:v>-1.0309223104786185</c:v>
                </c:pt>
                <c:pt idx="4153">
                  <c:v>-0.58292302947190255</c:v>
                </c:pt>
                <c:pt idx="4154">
                  <c:v>-1.3243878237355922</c:v>
                </c:pt>
                <c:pt idx="4155">
                  <c:v>-0.40034749170064526</c:v>
                </c:pt>
                <c:pt idx="4156">
                  <c:v>-1.1127093735589804</c:v>
                </c:pt>
                <c:pt idx="4157">
                  <c:v>-1.1142692038528044</c:v>
                </c:pt>
                <c:pt idx="4158">
                  <c:v>-0.36983036038810563</c:v>
                </c:pt>
                <c:pt idx="4159">
                  <c:v>-1.3191352135916654</c:v>
                </c:pt>
                <c:pt idx="4160">
                  <c:v>-1.0259880280779214</c:v>
                </c:pt>
                <c:pt idx="4161">
                  <c:v>-1.3741515119983334</c:v>
                </c:pt>
                <c:pt idx="4162">
                  <c:v>-0.90864257229970236</c:v>
                </c:pt>
                <c:pt idx="4163">
                  <c:v>-0.48625802271682539</c:v>
                </c:pt>
                <c:pt idx="4164">
                  <c:v>-0.9170249015353229</c:v>
                </c:pt>
                <c:pt idx="4165">
                  <c:v>-1.2444575795787354</c:v>
                </c:pt>
                <c:pt idx="4166">
                  <c:v>-1.2935340845474108</c:v>
                </c:pt>
                <c:pt idx="4167">
                  <c:v>-1.6118425330802073</c:v>
                </c:pt>
                <c:pt idx="4168">
                  <c:v>-0.53699706088590404</c:v>
                </c:pt>
                <c:pt idx="4169">
                  <c:v>9.9332432257663361E-2</c:v>
                </c:pt>
                <c:pt idx="4170">
                  <c:v>0.28736569826319497</c:v>
                </c:pt>
                <c:pt idx="4171">
                  <c:v>-1.1982613948098013</c:v>
                </c:pt>
                <c:pt idx="4172">
                  <c:v>-0.58765804775616826</c:v>
                </c:pt>
                <c:pt idx="4173">
                  <c:v>8.2155355942601704E-2</c:v>
                </c:pt>
                <c:pt idx="4174">
                  <c:v>-0.65090905238654262</c:v>
                </c:pt>
                <c:pt idx="4175">
                  <c:v>-0.17430516094071302</c:v>
                </c:pt>
                <c:pt idx="4176">
                  <c:v>-0.63998976300123012</c:v>
                </c:pt>
                <c:pt idx="4177">
                  <c:v>-0.57984596306973257</c:v>
                </c:pt>
                <c:pt idx="4178">
                  <c:v>-0.49095867953546352</c:v>
                </c:pt>
                <c:pt idx="4179">
                  <c:v>-6.9973547902480282E-2</c:v>
                </c:pt>
                <c:pt idx="4180">
                  <c:v>-1.2677147408110736</c:v>
                </c:pt>
                <c:pt idx="4181">
                  <c:v>-0.22607773972908121</c:v>
                </c:pt>
                <c:pt idx="4182">
                  <c:v>-0.15608001742291885</c:v>
                </c:pt>
                <c:pt idx="4183">
                  <c:v>-1.0859203770142007</c:v>
                </c:pt>
                <c:pt idx="4184">
                  <c:v>-1.1551459266126791</c:v>
                </c:pt>
                <c:pt idx="4185">
                  <c:v>-0.66716147001187132</c:v>
                </c:pt>
                <c:pt idx="4186">
                  <c:v>0.54819827004706467</c:v>
                </c:pt>
                <c:pt idx="4187">
                  <c:v>-0.37655080011566205</c:v>
                </c:pt>
                <c:pt idx="4188">
                  <c:v>-0.5860572036750632</c:v>
                </c:pt>
                <c:pt idx="4189">
                  <c:v>-0.6335860030993391</c:v>
                </c:pt>
                <c:pt idx="4190">
                  <c:v>-0.5807690483036726</c:v>
                </c:pt>
                <c:pt idx="4191">
                  <c:v>-0.3187580684923888</c:v>
                </c:pt>
                <c:pt idx="4192">
                  <c:v>-0.28282579347541459</c:v>
                </c:pt>
                <c:pt idx="4193">
                  <c:v>-0.57828731062445649</c:v>
                </c:pt>
                <c:pt idx="4194">
                  <c:v>0.16864089748880345</c:v>
                </c:pt>
                <c:pt idx="4195">
                  <c:v>-1.0320147009016432</c:v>
                </c:pt>
                <c:pt idx="4196">
                  <c:v>-0.30051807021719856</c:v>
                </c:pt>
                <c:pt idx="4197">
                  <c:v>-1.2567572241662419</c:v>
                </c:pt>
                <c:pt idx="4198">
                  <c:v>-0.79986079743516258</c:v>
                </c:pt>
                <c:pt idx="4199">
                  <c:v>-0.84596476909473051</c:v>
                </c:pt>
                <c:pt idx="4200">
                  <c:v>-0.48206498740543074</c:v>
                </c:pt>
                <c:pt idx="4201">
                  <c:v>-0.7536706910281582</c:v>
                </c:pt>
                <c:pt idx="4202">
                  <c:v>-1.0081277583069241</c:v>
                </c:pt>
                <c:pt idx="4203">
                  <c:v>-1.0325450329835673</c:v>
                </c:pt>
                <c:pt idx="4204">
                  <c:v>-0.63217362594400028</c:v>
                </c:pt>
                <c:pt idx="4205">
                  <c:v>-1.2576197043772457</c:v>
                </c:pt>
                <c:pt idx="4206">
                  <c:v>-0.64115071262300893</c:v>
                </c:pt>
                <c:pt idx="4207">
                  <c:v>-0.72460458070421607</c:v>
                </c:pt>
                <c:pt idx="4208">
                  <c:v>-0.90620266420265005</c:v>
                </c:pt>
                <c:pt idx="4209">
                  <c:v>-0.59868331683110065</c:v>
                </c:pt>
                <c:pt idx="4210">
                  <c:v>-1.0048350769778509</c:v>
                </c:pt>
                <c:pt idx="4211">
                  <c:v>-0.46149300592689357</c:v>
                </c:pt>
                <c:pt idx="4212">
                  <c:v>-0.83234369763389437</c:v>
                </c:pt>
                <c:pt idx="4213">
                  <c:v>-0.30190917579244697</c:v>
                </c:pt>
                <c:pt idx="4214">
                  <c:v>-0.47980169047535021</c:v>
                </c:pt>
                <c:pt idx="4215">
                  <c:v>-1.1575934528208549</c:v>
                </c:pt>
                <c:pt idx="4216">
                  <c:v>-0.50587887809611698</c:v>
                </c:pt>
                <c:pt idx="4217">
                  <c:v>0.12145647014881732</c:v>
                </c:pt>
                <c:pt idx="4218">
                  <c:v>-0.8775430889886725</c:v>
                </c:pt>
                <c:pt idx="4219">
                  <c:v>-0.82259426697532101</c:v>
                </c:pt>
                <c:pt idx="4220">
                  <c:v>-1.1782809795179336</c:v>
                </c:pt>
                <c:pt idx="4221">
                  <c:v>-1.39621858613813</c:v>
                </c:pt>
                <c:pt idx="4222">
                  <c:v>-0.31058548397414398</c:v>
                </c:pt>
                <c:pt idx="4223">
                  <c:v>-0.96312146097493012</c:v>
                </c:pt>
                <c:pt idx="4224">
                  <c:v>-0.25417693191991758</c:v>
                </c:pt>
                <c:pt idx="4225">
                  <c:v>-1.3220008643092631</c:v>
                </c:pt>
                <c:pt idx="4226">
                  <c:v>-0.71196416645211658</c:v>
                </c:pt>
                <c:pt idx="4227">
                  <c:v>-0.60625325231042149</c:v>
                </c:pt>
                <c:pt idx="4228">
                  <c:v>-3.1371067002531006E-2</c:v>
                </c:pt>
                <c:pt idx="4229">
                  <c:v>-0.24170366911700578</c:v>
                </c:pt>
                <c:pt idx="4230">
                  <c:v>-0.69888910872019405</c:v>
                </c:pt>
                <c:pt idx="4231">
                  <c:v>-0.75775034618376569</c:v>
                </c:pt>
                <c:pt idx="4232">
                  <c:v>-0.80487386020089235</c:v>
                </c:pt>
                <c:pt idx="4233">
                  <c:v>-0.40918070865463074</c:v>
                </c:pt>
                <c:pt idx="4234">
                  <c:v>-0.63283657869492238</c:v>
                </c:pt>
                <c:pt idx="4235">
                  <c:v>2.1786301077458941</c:v>
                </c:pt>
                <c:pt idx="4236">
                  <c:v>-7.2262141457027598E-2</c:v>
                </c:pt>
                <c:pt idx="4237">
                  <c:v>0.35570370826483511</c:v>
                </c:pt>
                <c:pt idx="4238">
                  <c:v>-0.56421531692455085</c:v>
                </c:pt>
                <c:pt idx="4239">
                  <c:v>-0.73623308656001929</c:v>
                </c:pt>
                <c:pt idx="4240">
                  <c:v>-0.53602936168538662</c:v>
                </c:pt>
                <c:pt idx="4241">
                  <c:v>-0.38372570272883311</c:v>
                </c:pt>
                <c:pt idx="4242">
                  <c:v>-0.22536326918021607</c:v>
                </c:pt>
                <c:pt idx="4243">
                  <c:v>-0.63523282384020296</c:v>
                </c:pt>
                <c:pt idx="4244">
                  <c:v>-0.46230307084638211</c:v>
                </c:pt>
                <c:pt idx="4245">
                  <c:v>-0.36298253352558157</c:v>
                </c:pt>
                <c:pt idx="4246">
                  <c:v>-0.65093130674519173</c:v>
                </c:pt>
                <c:pt idx="4247">
                  <c:v>-0.16306806554380693</c:v>
                </c:pt>
                <c:pt idx="4248">
                  <c:v>-1.0609650913759674</c:v>
                </c:pt>
                <c:pt idx="4249">
                  <c:v>-0.79124976266752423</c:v>
                </c:pt>
                <c:pt idx="4250">
                  <c:v>-0.22982347594608341</c:v>
                </c:pt>
                <c:pt idx="4251">
                  <c:v>-0.54969529113043347</c:v>
                </c:pt>
                <c:pt idx="4252">
                  <c:v>-0.14713609345745315</c:v>
                </c:pt>
                <c:pt idx="4253">
                  <c:v>-1.2133658499678555</c:v>
                </c:pt>
                <c:pt idx="4254">
                  <c:v>-1.2227161151210186</c:v>
                </c:pt>
                <c:pt idx="4255">
                  <c:v>-0.18763696392129464</c:v>
                </c:pt>
                <c:pt idx="4256">
                  <c:v>-0.9056507921800977</c:v>
                </c:pt>
                <c:pt idx="4257">
                  <c:v>-0.52049909871656752</c:v>
                </c:pt>
                <c:pt idx="4258">
                  <c:v>-0.88576352036235617</c:v>
                </c:pt>
                <c:pt idx="4259">
                  <c:v>-0.37435149717498495</c:v>
                </c:pt>
                <c:pt idx="4260">
                  <c:v>-0.64833500483427331</c:v>
                </c:pt>
                <c:pt idx="4261">
                  <c:v>-0.66124274289754259</c:v>
                </c:pt>
                <c:pt idx="4262">
                  <c:v>-0.72545355302674552</c:v>
                </c:pt>
                <c:pt idx="4263">
                  <c:v>-0.77056973918560734</c:v>
                </c:pt>
                <c:pt idx="4264">
                  <c:v>-0.66743107129616208</c:v>
                </c:pt>
                <c:pt idx="4265">
                  <c:v>-0.63445903750671828</c:v>
                </c:pt>
                <c:pt idx="4266">
                  <c:v>4.1220351213907921E-2</c:v>
                </c:pt>
                <c:pt idx="4267">
                  <c:v>-0.7145628737079408</c:v>
                </c:pt>
                <c:pt idx="4268">
                  <c:v>-0.89053517363448831</c:v>
                </c:pt>
                <c:pt idx="4269">
                  <c:v>-0.31939753495941547</c:v>
                </c:pt>
                <c:pt idx="4270">
                  <c:v>-0.78063982240756791</c:v>
                </c:pt>
                <c:pt idx="4271">
                  <c:v>-0.18380007424751632</c:v>
                </c:pt>
                <c:pt idx="4272">
                  <c:v>-0.75201030135717861</c:v>
                </c:pt>
                <c:pt idx="4273">
                  <c:v>-0.5512841687355754</c:v>
                </c:pt>
                <c:pt idx="4274">
                  <c:v>-1.058681894645561</c:v>
                </c:pt>
                <c:pt idx="4275">
                  <c:v>0.33708031011780221</c:v>
                </c:pt>
                <c:pt idx="4276">
                  <c:v>-0.78259455160051605</c:v>
                </c:pt>
                <c:pt idx="4277">
                  <c:v>-0.3433069044649858</c:v>
                </c:pt>
                <c:pt idx="4278">
                  <c:v>-0.81574143155129597</c:v>
                </c:pt>
                <c:pt idx="4279">
                  <c:v>-1.6662656468919064</c:v>
                </c:pt>
                <c:pt idx="4280">
                  <c:v>-0.64887396005204245</c:v>
                </c:pt>
                <c:pt idx="4281">
                  <c:v>-0.60248417287168821</c:v>
                </c:pt>
                <c:pt idx="4282">
                  <c:v>-0.79317864229385415</c:v>
                </c:pt>
                <c:pt idx="4283">
                  <c:v>-0.85780126864082007</c:v>
                </c:pt>
                <c:pt idx="4284">
                  <c:v>-0.27000020162211147</c:v>
                </c:pt>
                <c:pt idx="4285">
                  <c:v>-0.16375775257396843</c:v>
                </c:pt>
                <c:pt idx="4286">
                  <c:v>-1.1745883511029713</c:v>
                </c:pt>
                <c:pt idx="4287">
                  <c:v>-0.67153599059851277</c:v>
                </c:pt>
                <c:pt idx="4288">
                  <c:v>-0.70153474162040608</c:v>
                </c:pt>
                <c:pt idx="4289">
                  <c:v>-0.13549090356531338</c:v>
                </c:pt>
                <c:pt idx="4290">
                  <c:v>-1.1417219544892729</c:v>
                </c:pt>
                <c:pt idx="4291">
                  <c:v>7.5548269180490221E-2</c:v>
                </c:pt>
                <c:pt idx="4292">
                  <c:v>-1.1125912103231224</c:v>
                </c:pt>
                <c:pt idx="4293">
                  <c:v>-0.66301888262936626</c:v>
                </c:pt>
                <c:pt idx="4294">
                  <c:v>-1.0397490882709668</c:v>
                </c:pt>
                <c:pt idx="4295">
                  <c:v>-0.79984915133899703</c:v>
                </c:pt>
                <c:pt idx="4296">
                  <c:v>-0.33766334391976005</c:v>
                </c:pt>
                <c:pt idx="4297">
                  <c:v>-0.65897745106381644</c:v>
                </c:pt>
                <c:pt idx="4298">
                  <c:v>-0.29420823948759883</c:v>
                </c:pt>
                <c:pt idx="4299">
                  <c:v>-1.0039515834118922</c:v>
                </c:pt>
                <c:pt idx="4300">
                  <c:v>-1.1680867054257611</c:v>
                </c:pt>
                <c:pt idx="4301">
                  <c:v>-1.157688774882631</c:v>
                </c:pt>
                <c:pt idx="4302">
                  <c:v>-0.67950536219250146</c:v>
                </c:pt>
                <c:pt idx="4303">
                  <c:v>-0.5669458144545092</c:v>
                </c:pt>
                <c:pt idx="4304">
                  <c:v>-0.91822762306493566</c:v>
                </c:pt>
                <c:pt idx="4305">
                  <c:v>-0.5430691605111676</c:v>
                </c:pt>
                <c:pt idx="4306">
                  <c:v>0.14552750345084217</c:v>
                </c:pt>
                <c:pt idx="4307">
                  <c:v>-0.6609775836854499</c:v>
                </c:pt>
                <c:pt idx="4308">
                  <c:v>-0.59323275709616141</c:v>
                </c:pt>
                <c:pt idx="4309">
                  <c:v>-0.6082367781179232</c:v>
                </c:pt>
                <c:pt idx="4310">
                  <c:v>-0.63071426206882142</c:v>
                </c:pt>
                <c:pt idx="4311">
                  <c:v>-0.63272099983733709</c:v>
                </c:pt>
                <c:pt idx="4312">
                  <c:v>-0.56519475581272949</c:v>
                </c:pt>
                <c:pt idx="4313">
                  <c:v>-0.58110338316032384</c:v>
                </c:pt>
                <c:pt idx="4314">
                  <c:v>-0.50424555595562404</c:v>
                </c:pt>
                <c:pt idx="4315">
                  <c:v>-0.53247934339614222</c:v>
                </c:pt>
                <c:pt idx="4316">
                  <c:v>-0.40983132522652699</c:v>
                </c:pt>
                <c:pt idx="4317">
                  <c:v>-1.7028671786775229</c:v>
                </c:pt>
                <c:pt idx="4318">
                  <c:v>-1.9738162152369656</c:v>
                </c:pt>
                <c:pt idx="4319">
                  <c:v>-0.79034248905691351</c:v>
                </c:pt>
                <c:pt idx="4320">
                  <c:v>-0.48842579637533112</c:v>
                </c:pt>
                <c:pt idx="4321">
                  <c:v>-0.76318393609621527</c:v>
                </c:pt>
                <c:pt idx="4322">
                  <c:v>-0.72267175278986284</c:v>
                </c:pt>
                <c:pt idx="4323">
                  <c:v>-0.90684779421071371</c:v>
                </c:pt>
                <c:pt idx="4324">
                  <c:v>-0.41960701379108412</c:v>
                </c:pt>
                <c:pt idx="4325">
                  <c:v>-0.20768461864429527</c:v>
                </c:pt>
                <c:pt idx="4326">
                  <c:v>-0.37559968214025385</c:v>
                </c:pt>
                <c:pt idx="4327">
                  <c:v>-0.23397588676859998</c:v>
                </c:pt>
                <c:pt idx="4328">
                  <c:v>-0.64474969213349864</c:v>
                </c:pt>
                <c:pt idx="4329">
                  <c:v>-0.54258620295248239</c:v>
                </c:pt>
                <c:pt idx="4330">
                  <c:v>-0.50161920379722769</c:v>
                </c:pt>
                <c:pt idx="4331">
                  <c:v>-0.44566405733197512</c:v>
                </c:pt>
                <c:pt idx="4332">
                  <c:v>-0.46498774589594133</c:v>
                </c:pt>
                <c:pt idx="4333">
                  <c:v>-0.62006746004865421</c:v>
                </c:pt>
                <c:pt idx="4334">
                  <c:v>-0.47681917677824709</c:v>
                </c:pt>
                <c:pt idx="4335">
                  <c:v>-0.33721418439082784</c:v>
                </c:pt>
                <c:pt idx="4336">
                  <c:v>0.15362781474131318</c:v>
                </c:pt>
                <c:pt idx="4337">
                  <c:v>-0.34342090304509404</c:v>
                </c:pt>
                <c:pt idx="4338">
                  <c:v>-0.53172511729199246</c:v>
                </c:pt>
                <c:pt idx="4339">
                  <c:v>-0.56408078619435231</c:v>
                </c:pt>
                <c:pt idx="4340">
                  <c:v>-0.81176665221209821</c:v>
                </c:pt>
                <c:pt idx="4341">
                  <c:v>-0.4141794337657434</c:v>
                </c:pt>
                <c:pt idx="4342">
                  <c:v>-0.37557620585826068</c:v>
                </c:pt>
                <c:pt idx="4343">
                  <c:v>-0.12646936579658605</c:v>
                </c:pt>
                <c:pt idx="4344">
                  <c:v>-0.26703438595022566</c:v>
                </c:pt>
                <c:pt idx="4345">
                  <c:v>-0.33972778717999613</c:v>
                </c:pt>
                <c:pt idx="4346">
                  <c:v>-0.38399639984826173</c:v>
                </c:pt>
                <c:pt idx="4347">
                  <c:v>-0.62280735267436271</c:v>
                </c:pt>
                <c:pt idx="4348">
                  <c:v>-9.3955859310799236E-2</c:v>
                </c:pt>
                <c:pt idx="4349">
                  <c:v>-0.81807359315591932</c:v>
                </c:pt>
                <c:pt idx="4350">
                  <c:v>-0.51443683272780305</c:v>
                </c:pt>
                <c:pt idx="4351">
                  <c:v>-0.12411627415556409</c:v>
                </c:pt>
                <c:pt idx="4352">
                  <c:v>-0.91170843127795897</c:v>
                </c:pt>
                <c:pt idx="4353">
                  <c:v>-0.71647912701824601</c:v>
                </c:pt>
                <c:pt idx="4354">
                  <c:v>-0.6850267823896895</c:v>
                </c:pt>
                <c:pt idx="4355">
                  <c:v>-0.74203489450108706</c:v>
                </c:pt>
                <c:pt idx="4356">
                  <c:v>-1.0619512290968682</c:v>
                </c:pt>
                <c:pt idx="4357">
                  <c:v>-0.70206245837344583</c:v>
                </c:pt>
                <c:pt idx="4358">
                  <c:v>-0.63717664742996349</c:v>
                </c:pt>
                <c:pt idx="4359">
                  <c:v>-0.40058330274960979</c:v>
                </c:pt>
                <c:pt idx="4360">
                  <c:v>0.51390642385503593</c:v>
                </c:pt>
                <c:pt idx="4361">
                  <c:v>-0.26898958997801709</c:v>
                </c:pt>
                <c:pt idx="4362">
                  <c:v>-0.94994478172441499</c:v>
                </c:pt>
                <c:pt idx="4363">
                  <c:v>-1.314938167620088</c:v>
                </c:pt>
                <c:pt idx="4364">
                  <c:v>-0.28084510620234654</c:v>
                </c:pt>
                <c:pt idx="4365">
                  <c:v>-0.24605134402204437</c:v>
                </c:pt>
                <c:pt idx="4366">
                  <c:v>-0.23072677764523228</c:v>
                </c:pt>
                <c:pt idx="4367">
                  <c:v>-0.60963138464647626</c:v>
                </c:pt>
                <c:pt idx="4368">
                  <c:v>-0.14645672056495243</c:v>
                </c:pt>
                <c:pt idx="4369">
                  <c:v>-0.37872349804911659</c:v>
                </c:pt>
                <c:pt idx="4370">
                  <c:v>-0.66473615681222953</c:v>
                </c:pt>
                <c:pt idx="4371">
                  <c:v>0.10198770539374155</c:v>
                </c:pt>
                <c:pt idx="4372">
                  <c:v>-0.28811547194569764</c:v>
                </c:pt>
                <c:pt idx="4373">
                  <c:v>-1.0208350176342982</c:v>
                </c:pt>
                <c:pt idx="4374">
                  <c:v>-2.5969374907398653E-2</c:v>
                </c:pt>
                <c:pt idx="4375">
                  <c:v>-0.33380809859711219</c:v>
                </c:pt>
                <c:pt idx="4376">
                  <c:v>-1.2661574138233818</c:v>
                </c:pt>
                <c:pt idx="4377">
                  <c:v>-0.33462076083525322</c:v>
                </c:pt>
                <c:pt idx="4378">
                  <c:v>-0.13589506324380732</c:v>
                </c:pt>
                <c:pt idx="4379">
                  <c:v>-0.71826118104544601</c:v>
                </c:pt>
                <c:pt idx="4380">
                  <c:v>-0.4993963758523941</c:v>
                </c:pt>
                <c:pt idx="4381">
                  <c:v>-0.44384438985863128</c:v>
                </c:pt>
                <c:pt idx="4382">
                  <c:v>-0.53197230270888407</c:v>
                </c:pt>
                <c:pt idx="4383">
                  <c:v>-0.44478807871553944</c:v>
                </c:pt>
                <c:pt idx="4384">
                  <c:v>-0.33911753341803569</c:v>
                </c:pt>
                <c:pt idx="4385">
                  <c:v>-0.13662855401232768</c:v>
                </c:pt>
                <c:pt idx="4386">
                  <c:v>-0.28489376487556844</c:v>
                </c:pt>
                <c:pt idx="4387">
                  <c:v>-0.3598263444329789</c:v>
                </c:pt>
                <c:pt idx="4388">
                  <c:v>-0.4108677190965736</c:v>
                </c:pt>
                <c:pt idx="4389">
                  <c:v>-0.30254188771310758</c:v>
                </c:pt>
                <c:pt idx="4390">
                  <c:v>-0.59110327031276411</c:v>
                </c:pt>
                <c:pt idx="4391">
                  <c:v>-0.75668324979121904</c:v>
                </c:pt>
                <c:pt idx="4392">
                  <c:v>-0.2048285944821506</c:v>
                </c:pt>
                <c:pt idx="4393">
                  <c:v>-0.68937397128505817</c:v>
                </c:pt>
                <c:pt idx="4394">
                  <c:v>-0.99340081416450199</c:v>
                </c:pt>
                <c:pt idx="4395">
                  <c:v>-0.25520215282470959</c:v>
                </c:pt>
                <c:pt idx="4396">
                  <c:v>-0.55615485332141112</c:v>
                </c:pt>
                <c:pt idx="4397">
                  <c:v>-0.29406052939925326</c:v>
                </c:pt>
                <c:pt idx="4398">
                  <c:v>-0.43215498935366325</c:v>
                </c:pt>
                <c:pt idx="4399">
                  <c:v>-0.32352309704015936</c:v>
                </c:pt>
                <c:pt idx="4400">
                  <c:v>-0.36819923753631817</c:v>
                </c:pt>
                <c:pt idx="4401">
                  <c:v>-0.49806505113458932</c:v>
                </c:pt>
                <c:pt idx="4402">
                  <c:v>-0.45627495503753673</c:v>
                </c:pt>
                <c:pt idx="4403">
                  <c:v>-0.3841916729099778</c:v>
                </c:pt>
                <c:pt idx="4404">
                  <c:v>-0.62144257079601928</c:v>
                </c:pt>
                <c:pt idx="4405">
                  <c:v>-0.76754372610455401</c:v>
                </c:pt>
                <c:pt idx="4406">
                  <c:v>-0.36649135877524003</c:v>
                </c:pt>
                <c:pt idx="4407">
                  <c:v>-1.2087158307220227</c:v>
                </c:pt>
                <c:pt idx="4408">
                  <c:v>-0.44653441138180988</c:v>
                </c:pt>
                <c:pt idx="4409">
                  <c:v>0.34329655601282777</c:v>
                </c:pt>
                <c:pt idx="4410">
                  <c:v>-0.4108947150875164</c:v>
                </c:pt>
                <c:pt idx="4411">
                  <c:v>-0.33607071491121199</c:v>
                </c:pt>
                <c:pt idx="4412">
                  <c:v>-0.75995735341667936</c:v>
                </c:pt>
                <c:pt idx="4413">
                  <c:v>-0.48025006795788738</c:v>
                </c:pt>
                <c:pt idx="4414">
                  <c:v>0.1222615626846512</c:v>
                </c:pt>
                <c:pt idx="4415">
                  <c:v>-1.0744561294869976</c:v>
                </c:pt>
                <c:pt idx="4416">
                  <c:v>-0.34427273881154558</c:v>
                </c:pt>
                <c:pt idx="4417">
                  <c:v>-0.40853694234191418</c:v>
                </c:pt>
                <c:pt idx="4418">
                  <c:v>-0.41512247292214161</c:v>
                </c:pt>
                <c:pt idx="4419">
                  <c:v>-0.54994903012330976</c:v>
                </c:pt>
                <c:pt idx="4420">
                  <c:v>-0.38560237705164818</c:v>
                </c:pt>
                <c:pt idx="4421">
                  <c:v>-0.58768644437018214</c:v>
                </c:pt>
                <c:pt idx="4422">
                  <c:v>-0.4618552035825908</c:v>
                </c:pt>
                <c:pt idx="4423">
                  <c:v>-0.13979450622842421</c:v>
                </c:pt>
                <c:pt idx="4424">
                  <c:v>-0.33407440927192056</c:v>
                </c:pt>
                <c:pt idx="4425">
                  <c:v>-0.52266037598134774</c:v>
                </c:pt>
                <c:pt idx="4426">
                  <c:v>-0.5291259993466747</c:v>
                </c:pt>
                <c:pt idx="4427">
                  <c:v>-0.68445546366404575</c:v>
                </c:pt>
                <c:pt idx="4428">
                  <c:v>-1.0920145200506188</c:v>
                </c:pt>
                <c:pt idx="4429">
                  <c:v>-0.94140880172370645</c:v>
                </c:pt>
                <c:pt idx="4430">
                  <c:v>-0.89035248071103845</c:v>
                </c:pt>
                <c:pt idx="4431">
                  <c:v>-0.57961841811333203</c:v>
                </c:pt>
                <c:pt idx="4432">
                  <c:v>-0.89184837343198131</c:v>
                </c:pt>
                <c:pt idx="4433">
                  <c:v>-0.69329925018770133</c:v>
                </c:pt>
                <c:pt idx="4434">
                  <c:v>-0.74424765087512756</c:v>
                </c:pt>
                <c:pt idx="4435">
                  <c:v>-0.54309823729543705</c:v>
                </c:pt>
                <c:pt idx="4436">
                  <c:v>-0.63399881752254883</c:v>
                </c:pt>
                <c:pt idx="4437">
                  <c:v>-0.60972141024637538</c:v>
                </c:pt>
                <c:pt idx="4438">
                  <c:v>-0.57688758594255862</c:v>
                </c:pt>
                <c:pt idx="4439">
                  <c:v>-0.52505640122098762</c:v>
                </c:pt>
                <c:pt idx="4440">
                  <c:v>-0.36294598220479968</c:v>
                </c:pt>
                <c:pt idx="4441">
                  <c:v>-0.68291646273928241</c:v>
                </c:pt>
                <c:pt idx="4442">
                  <c:v>-0.35499180314576984</c:v>
                </c:pt>
                <c:pt idx="4443">
                  <c:v>-0.56118655971675535</c:v>
                </c:pt>
                <c:pt idx="4444">
                  <c:v>-0.68745475028802128</c:v>
                </c:pt>
                <c:pt idx="4445">
                  <c:v>-0.17389176401254394</c:v>
                </c:pt>
                <c:pt idx="4446">
                  <c:v>-0.9856483199564986</c:v>
                </c:pt>
                <c:pt idx="4447">
                  <c:v>-0.57352907127050068</c:v>
                </c:pt>
                <c:pt idx="4448">
                  <c:v>-0.35428857689645044</c:v>
                </c:pt>
                <c:pt idx="4449">
                  <c:v>-0.56578247425081785</c:v>
                </c:pt>
                <c:pt idx="4450">
                  <c:v>-0.62293399262307803</c:v>
                </c:pt>
                <c:pt idx="4451">
                  <c:v>-0.63655954726401331</c:v>
                </c:pt>
                <c:pt idx="4452">
                  <c:v>-0.4574517688258527</c:v>
                </c:pt>
                <c:pt idx="4453">
                  <c:v>-0.42101503146322383</c:v>
                </c:pt>
                <c:pt idx="4454">
                  <c:v>-0.50920282962418062</c:v>
                </c:pt>
                <c:pt idx="4455">
                  <c:v>-0.56191365318867592</c:v>
                </c:pt>
                <c:pt idx="4456">
                  <c:v>-0.54627408339673111</c:v>
                </c:pt>
                <c:pt idx="4457">
                  <c:v>-0.60378686260326486</c:v>
                </c:pt>
                <c:pt idx="4458">
                  <c:v>-0.76607339726745916</c:v>
                </c:pt>
                <c:pt idx="4459">
                  <c:v>-0.43876105826882655</c:v>
                </c:pt>
                <c:pt idx="4460">
                  <c:v>-0.46517346195401649</c:v>
                </c:pt>
                <c:pt idx="4461">
                  <c:v>-0.60932345450581638</c:v>
                </c:pt>
                <c:pt idx="4462">
                  <c:v>-9.663379279391647E-2</c:v>
                </c:pt>
                <c:pt idx="4463">
                  <c:v>-0.58933241256771385</c:v>
                </c:pt>
                <c:pt idx="4464">
                  <c:v>-1.7501736357293622</c:v>
                </c:pt>
                <c:pt idx="4465">
                  <c:v>-0.75544924661181756</c:v>
                </c:pt>
                <c:pt idx="4466">
                  <c:v>-1.0071688786065698</c:v>
                </c:pt>
                <c:pt idx="4467">
                  <c:v>-0.86463911395173265</c:v>
                </c:pt>
                <c:pt idx="4468">
                  <c:v>-1.1695433138323645</c:v>
                </c:pt>
                <c:pt idx="4469">
                  <c:v>-0.4751266347030414</c:v>
                </c:pt>
                <c:pt idx="4470">
                  <c:v>-0.86820023335264984</c:v>
                </c:pt>
                <c:pt idx="4471">
                  <c:v>-0.35903188322001983</c:v>
                </c:pt>
                <c:pt idx="4472">
                  <c:v>-0.8998494077875917</c:v>
                </c:pt>
                <c:pt idx="4473">
                  <c:v>-0.35408260576958384</c:v>
                </c:pt>
                <c:pt idx="4474">
                  <c:v>-0.54378763848478906</c:v>
                </c:pt>
                <c:pt idx="4475">
                  <c:v>-0.13587043374605723</c:v>
                </c:pt>
                <c:pt idx="4476">
                  <c:v>-0.65382385805634724</c:v>
                </c:pt>
                <c:pt idx="4477">
                  <c:v>-1.9505627795902001</c:v>
                </c:pt>
                <c:pt idx="4478">
                  <c:v>-1.1171867392757495</c:v>
                </c:pt>
                <c:pt idx="4479">
                  <c:v>-0.30386047649578329</c:v>
                </c:pt>
                <c:pt idx="4480">
                  <c:v>-0.91660731844620669</c:v>
                </c:pt>
                <c:pt idx="4481">
                  <c:v>-1.8457824457975578</c:v>
                </c:pt>
                <c:pt idx="4482">
                  <c:v>-1.0017591559515087</c:v>
                </c:pt>
                <c:pt idx="4483">
                  <c:v>-0.85804530347928876</c:v>
                </c:pt>
                <c:pt idx="4484">
                  <c:v>-0.69581610252676585</c:v>
                </c:pt>
                <c:pt idx="4485">
                  <c:v>-0.5111715758148222</c:v>
                </c:pt>
                <c:pt idx="4486">
                  <c:v>-0.4449119533912152</c:v>
                </c:pt>
                <c:pt idx="4487">
                  <c:v>-6.958985134705066E-2</c:v>
                </c:pt>
                <c:pt idx="4488">
                  <c:v>-0.82939113090252958</c:v>
                </c:pt>
                <c:pt idx="4489">
                  <c:v>-0.63425590184988545</c:v>
                </c:pt>
                <c:pt idx="4490">
                  <c:v>-1.1188501503578694</c:v>
                </c:pt>
                <c:pt idx="4491">
                  <c:v>-7.2167316329481077E-2</c:v>
                </c:pt>
                <c:pt idx="4492">
                  <c:v>-0.88572132069655896</c:v>
                </c:pt>
                <c:pt idx="4493">
                  <c:v>-0.42691244336652973</c:v>
                </c:pt>
                <c:pt idx="4494">
                  <c:v>-0.38767729754891295</c:v>
                </c:pt>
                <c:pt idx="4495">
                  <c:v>-0.11113391223169819</c:v>
                </c:pt>
                <c:pt idx="4496">
                  <c:v>9.1967825139851432E-3</c:v>
                </c:pt>
                <c:pt idx="4497">
                  <c:v>-0.51850796138420385</c:v>
                </c:pt>
                <c:pt idx="4498">
                  <c:v>-0.578197927098419</c:v>
                </c:pt>
                <c:pt idx="4499">
                  <c:v>-0.77115378273159729</c:v>
                </c:pt>
                <c:pt idx="4500">
                  <c:v>0.1349837427242733</c:v>
                </c:pt>
                <c:pt idx="4501">
                  <c:v>-0.66271927245703222</c:v>
                </c:pt>
                <c:pt idx="4502">
                  <c:v>-0.56700552258810533</c:v>
                </c:pt>
                <c:pt idx="4503">
                  <c:v>-0.64099652563665788</c:v>
                </c:pt>
                <c:pt idx="4504">
                  <c:v>-0.49982612279810767</c:v>
                </c:pt>
                <c:pt idx="4505">
                  <c:v>-0.32623015107245562</c:v>
                </c:pt>
                <c:pt idx="4506">
                  <c:v>-0.42722653146454692</c:v>
                </c:pt>
                <c:pt idx="4507">
                  <c:v>-0.34534831174558028</c:v>
                </c:pt>
                <c:pt idx="4508">
                  <c:v>-0.31054852337278871</c:v>
                </c:pt>
                <c:pt idx="4509">
                  <c:v>-0.47573548233647517</c:v>
                </c:pt>
                <c:pt idx="4510">
                  <c:v>-0.49379319874228045</c:v>
                </c:pt>
                <c:pt idx="4511">
                  <c:v>-0.19252227309128758</c:v>
                </c:pt>
                <c:pt idx="4512">
                  <c:v>-0.43182129380253703</c:v>
                </c:pt>
                <c:pt idx="4513">
                  <c:v>-0.41981693990877084</c:v>
                </c:pt>
                <c:pt idx="4514">
                  <c:v>-0.21676920881232289</c:v>
                </c:pt>
                <c:pt idx="4515">
                  <c:v>-0.34361348335995029</c:v>
                </c:pt>
                <c:pt idx="4516">
                  <c:v>-0.49916606069355068</c:v>
                </c:pt>
                <c:pt idx="4517">
                  <c:v>-0.29945793370451501</c:v>
                </c:pt>
                <c:pt idx="4518">
                  <c:v>-0.37106905225522757</c:v>
                </c:pt>
                <c:pt idx="4519">
                  <c:v>-0.78521545245108038</c:v>
                </c:pt>
                <c:pt idx="4520">
                  <c:v>-0.1306466209811295</c:v>
                </c:pt>
                <c:pt idx="4521">
                  <c:v>-0.41396642848138543</c:v>
                </c:pt>
                <c:pt idx="4522">
                  <c:v>-0.34054478035255081</c:v>
                </c:pt>
                <c:pt idx="4523">
                  <c:v>-0.47155636024990133</c:v>
                </c:pt>
                <c:pt idx="4524">
                  <c:v>-0.43132919165141725</c:v>
                </c:pt>
                <c:pt idx="4525">
                  <c:v>-0.23821393969093554</c:v>
                </c:pt>
                <c:pt idx="4526">
                  <c:v>-7.2494006967452077E-2</c:v>
                </c:pt>
                <c:pt idx="4527">
                  <c:v>-0.5033356176485313</c:v>
                </c:pt>
                <c:pt idx="4528">
                  <c:v>3.8196344669135789E-2</c:v>
                </c:pt>
                <c:pt idx="4529">
                  <c:v>-0.48282124169411728</c:v>
                </c:pt>
                <c:pt idx="4530">
                  <c:v>-0.60865201887925902</c:v>
                </c:pt>
                <c:pt idx="4531">
                  <c:v>-0.54844522733888257</c:v>
                </c:pt>
                <c:pt idx="4532">
                  <c:v>-0.53720147815666641</c:v>
                </c:pt>
                <c:pt idx="4533">
                  <c:v>-0.98193119410512664</c:v>
                </c:pt>
                <c:pt idx="4534">
                  <c:v>-0.94542926440668518</c:v>
                </c:pt>
                <c:pt idx="4535">
                  <c:v>-0.36664717791176099</c:v>
                </c:pt>
                <c:pt idx="4536">
                  <c:v>-0.82548358158990143</c:v>
                </c:pt>
                <c:pt idx="4537">
                  <c:v>-0.58706307268968183</c:v>
                </c:pt>
                <c:pt idx="4538">
                  <c:v>-0.51308061818751094</c:v>
                </c:pt>
                <c:pt idx="4539">
                  <c:v>-0.3917444706814312</c:v>
                </c:pt>
                <c:pt idx="4540">
                  <c:v>-1.2531643992438661</c:v>
                </c:pt>
                <c:pt idx="4541">
                  <c:v>-0.84444481174836172</c:v>
                </c:pt>
                <c:pt idx="4542">
                  <c:v>-0.74223177979385735</c:v>
                </c:pt>
                <c:pt idx="4543">
                  <c:v>-0.44413226756528862</c:v>
                </c:pt>
                <c:pt idx="4544">
                  <c:v>-0.52998948725662998</c:v>
                </c:pt>
                <c:pt idx="4545">
                  <c:v>-0.88085510494527375</c:v>
                </c:pt>
                <c:pt idx="4546">
                  <c:v>-0.81101960088432989</c:v>
                </c:pt>
                <c:pt idx="4547">
                  <c:v>-0.3929081597002293</c:v>
                </c:pt>
                <c:pt idx="4548">
                  <c:v>-0.57351265665502449</c:v>
                </c:pt>
                <c:pt idx="4549">
                  <c:v>-0.56374323579805963</c:v>
                </c:pt>
                <c:pt idx="4550">
                  <c:v>-0.4653271444239146</c:v>
                </c:pt>
                <c:pt idx="4551">
                  <c:v>-0.3733981543266166</c:v>
                </c:pt>
                <c:pt idx="4552">
                  <c:v>-0.45369628939048323</c:v>
                </c:pt>
                <c:pt idx="4553">
                  <c:v>-0.46559514357239656</c:v>
                </c:pt>
                <c:pt idx="4554">
                  <c:v>-0.34141242463537114</c:v>
                </c:pt>
                <c:pt idx="4555">
                  <c:v>-0.31407454219397885</c:v>
                </c:pt>
                <c:pt idx="4556">
                  <c:v>-0.16785307928337853</c:v>
                </c:pt>
                <c:pt idx="4557">
                  <c:v>-0.45551495080717092</c:v>
                </c:pt>
                <c:pt idx="4558">
                  <c:v>-0.25397157220429978</c:v>
                </c:pt>
                <c:pt idx="4559">
                  <c:v>-0.51282833426559837</c:v>
                </c:pt>
                <c:pt idx="4560">
                  <c:v>-1.0718594156951986</c:v>
                </c:pt>
                <c:pt idx="4561">
                  <c:v>-0.38254785447305761</c:v>
                </c:pt>
                <c:pt idx="4562">
                  <c:v>-0.4154665858987821</c:v>
                </c:pt>
                <c:pt idx="4563">
                  <c:v>-0.83561466811072205</c:v>
                </c:pt>
                <c:pt idx="4564">
                  <c:v>-0.34403222974384151</c:v>
                </c:pt>
                <c:pt idx="4565">
                  <c:v>-0.98150627732695228</c:v>
                </c:pt>
                <c:pt idx="4566">
                  <c:v>-0.15053371842384</c:v>
                </c:pt>
                <c:pt idx="4567">
                  <c:v>-0.41436930103171921</c:v>
                </c:pt>
                <c:pt idx="4568">
                  <c:v>-0.27934414284552267</c:v>
                </c:pt>
                <c:pt idx="4569">
                  <c:v>-0.27937612562071806</c:v>
                </c:pt>
                <c:pt idx="4570">
                  <c:v>-0.52188482148035842</c:v>
                </c:pt>
                <c:pt idx="4571">
                  <c:v>-0.38359856726690006</c:v>
                </c:pt>
                <c:pt idx="4572">
                  <c:v>-0.36339680843689365</c:v>
                </c:pt>
                <c:pt idx="4573">
                  <c:v>-0.37663599851898721</c:v>
                </c:pt>
                <c:pt idx="4574">
                  <c:v>-0.36300255461138586</c:v>
                </c:pt>
                <c:pt idx="4575">
                  <c:v>-0.39230320188754148</c:v>
                </c:pt>
                <c:pt idx="4576">
                  <c:v>-0.3515017965740041</c:v>
                </c:pt>
                <c:pt idx="4577">
                  <c:v>-8.3035542772742346E-2</c:v>
                </c:pt>
                <c:pt idx="4578">
                  <c:v>-0.334695701658758</c:v>
                </c:pt>
                <c:pt idx="4579">
                  <c:v>-0.35174589449835264</c:v>
                </c:pt>
                <c:pt idx="4580">
                  <c:v>-0.39487492742932778</c:v>
                </c:pt>
                <c:pt idx="4581">
                  <c:v>-0.41850822692367029</c:v>
                </c:pt>
                <c:pt idx="4582">
                  <c:v>-0.53440557287394175</c:v>
                </c:pt>
                <c:pt idx="4583">
                  <c:v>-0.50564094350520938</c:v>
                </c:pt>
                <c:pt idx="4584">
                  <c:v>-0.58346096646917556</c:v>
                </c:pt>
                <c:pt idx="4585">
                  <c:v>-5.8397363339091478E-2</c:v>
                </c:pt>
                <c:pt idx="4586">
                  <c:v>-0.31084385194517949</c:v>
                </c:pt>
                <c:pt idx="4587">
                  <c:v>-0.34771301608680705</c:v>
                </c:pt>
                <c:pt idx="4588">
                  <c:v>-0.46511840393958864</c:v>
                </c:pt>
                <c:pt idx="4589">
                  <c:v>-0.49330346189110924</c:v>
                </c:pt>
                <c:pt idx="4590">
                  <c:v>-0.74459979073845894</c:v>
                </c:pt>
                <c:pt idx="4591">
                  <c:v>-0.5617090720005683</c:v>
                </c:pt>
                <c:pt idx="4592">
                  <c:v>-0.55338483755992185</c:v>
                </c:pt>
                <c:pt idx="4593">
                  <c:v>-0.41243859015619266</c:v>
                </c:pt>
                <c:pt idx="4594">
                  <c:v>-0.29181156917622547</c:v>
                </c:pt>
                <c:pt idx="4595">
                  <c:v>-0.19941418319335472</c:v>
                </c:pt>
                <c:pt idx="4596">
                  <c:v>-6.1401418119762415E-2</c:v>
                </c:pt>
                <c:pt idx="4597">
                  <c:v>4.3408069673220515E-2</c:v>
                </c:pt>
                <c:pt idx="4598">
                  <c:v>1.3977997732480096E-2</c:v>
                </c:pt>
                <c:pt idx="4599">
                  <c:v>7.4452497054196334E-2</c:v>
                </c:pt>
                <c:pt idx="4600">
                  <c:v>7.8494618211553333E-2</c:v>
                </c:pt>
                <c:pt idx="4601">
                  <c:v>6.9874063933937899E-2</c:v>
                </c:pt>
                <c:pt idx="4602">
                  <c:v>-6.785724066132981E-3</c:v>
                </c:pt>
                <c:pt idx="4603">
                  <c:v>-6.2699800927769195E-2</c:v>
                </c:pt>
                <c:pt idx="4604">
                  <c:v>-7.0937193769090759E-2</c:v>
                </c:pt>
                <c:pt idx="4605">
                  <c:v>-0.1370293400687197</c:v>
                </c:pt>
                <c:pt idx="4606">
                  <c:v>-0.17756058573818997</c:v>
                </c:pt>
                <c:pt idx="4607">
                  <c:v>1.7552662816253475E-2</c:v>
                </c:pt>
                <c:pt idx="4608">
                  <c:v>-0.12770617283361907</c:v>
                </c:pt>
                <c:pt idx="4609">
                  <c:v>-0.17979961706692482</c:v>
                </c:pt>
                <c:pt idx="4610">
                  <c:v>-0.12073131857746322</c:v>
                </c:pt>
                <c:pt idx="4611">
                  <c:v>-0.15284856971716318</c:v>
                </c:pt>
                <c:pt idx="4612">
                  <c:v>-0.19892261609677281</c:v>
                </c:pt>
                <c:pt idx="4613">
                  <c:v>-0.22959922075377828</c:v>
                </c:pt>
                <c:pt idx="4614">
                  <c:v>-0.21650623530494095</c:v>
                </c:pt>
                <c:pt idx="4615">
                  <c:v>-0.33128506765120613</c:v>
                </c:pt>
                <c:pt idx="4616">
                  <c:v>-0.223004524242432</c:v>
                </c:pt>
                <c:pt idx="4617">
                  <c:v>-0.18960538588425663</c:v>
                </c:pt>
                <c:pt idx="4618">
                  <c:v>-0.16278119408949895</c:v>
                </c:pt>
                <c:pt idx="4619">
                  <c:v>-8.3238171681946971E-2</c:v>
                </c:pt>
                <c:pt idx="4620">
                  <c:v>-7.4383580373989094E-3</c:v>
                </c:pt>
                <c:pt idx="4621">
                  <c:v>5.7936843236029045E-2</c:v>
                </c:pt>
                <c:pt idx="4622">
                  <c:v>9.3605136669823147E-2</c:v>
                </c:pt>
                <c:pt idx="4623">
                  <c:v>-1.1749008893285168E-2</c:v>
                </c:pt>
                <c:pt idx="4624">
                  <c:v>8.4958241081474872E-2</c:v>
                </c:pt>
                <c:pt idx="4625">
                  <c:v>1.1793169311973318E-2</c:v>
                </c:pt>
                <c:pt idx="4626">
                  <c:v>9.1745836213676189E-3</c:v>
                </c:pt>
                <c:pt idx="4627">
                  <c:v>5.3771486035538178E-4</c:v>
                </c:pt>
                <c:pt idx="4628">
                  <c:v>1.1102864769703064E-2</c:v>
                </c:pt>
                <c:pt idx="4629">
                  <c:v>-1.9424497456519377E-2</c:v>
                </c:pt>
                <c:pt idx="4630">
                  <c:v>-6.0097925112498812E-2</c:v>
                </c:pt>
                <c:pt idx="4631">
                  <c:v>0.10322139354271943</c:v>
                </c:pt>
                <c:pt idx="4632">
                  <c:v>-4.2235009580107619E-2</c:v>
                </c:pt>
                <c:pt idx="4633">
                  <c:v>-0.16245372767488345</c:v>
                </c:pt>
                <c:pt idx="4634">
                  <c:v>-0.28426230871184893</c:v>
                </c:pt>
                <c:pt idx="4635">
                  <c:v>-0.29149448966045316</c:v>
                </c:pt>
                <c:pt idx="4636">
                  <c:v>-0.33300719291641606</c:v>
                </c:pt>
                <c:pt idx="4637">
                  <c:v>-0.36715165525926025</c:v>
                </c:pt>
                <c:pt idx="4638">
                  <c:v>-0.46987736446114636</c:v>
                </c:pt>
                <c:pt idx="4639">
                  <c:v>-0.35151785521690815</c:v>
                </c:pt>
                <c:pt idx="4640">
                  <c:v>-0.50381916038743935</c:v>
                </c:pt>
                <c:pt idx="4641">
                  <c:v>-0.58079307022101267</c:v>
                </c:pt>
                <c:pt idx="4642">
                  <c:v>-0.64401345814889466</c:v>
                </c:pt>
                <c:pt idx="4643">
                  <c:v>-0.50969325139242783</c:v>
                </c:pt>
                <c:pt idx="4644">
                  <c:v>-0.4498045306603829</c:v>
                </c:pt>
                <c:pt idx="4645">
                  <c:v>-0.23972176350577493</c:v>
                </c:pt>
                <c:pt idx="4646">
                  <c:v>-0.13049733130353344</c:v>
                </c:pt>
                <c:pt idx="4647">
                  <c:v>-4.9998782816065429E-2</c:v>
                </c:pt>
                <c:pt idx="4648">
                  <c:v>-0.11386655680423065</c:v>
                </c:pt>
                <c:pt idx="4649">
                  <c:v>-5.0200211928088351E-2</c:v>
                </c:pt>
                <c:pt idx="4650">
                  <c:v>-5.9023045047590136E-2</c:v>
                </c:pt>
                <c:pt idx="4651">
                  <c:v>-6.4432716592120159E-2</c:v>
                </c:pt>
                <c:pt idx="4652">
                  <c:v>-7.8574471544394495E-2</c:v>
                </c:pt>
                <c:pt idx="4653">
                  <c:v>-0.16523402426780082</c:v>
                </c:pt>
                <c:pt idx="4654">
                  <c:v>-0.14568252162872616</c:v>
                </c:pt>
                <c:pt idx="4655">
                  <c:v>-2.4151650314435079E-2</c:v>
                </c:pt>
                <c:pt idx="4656">
                  <c:v>-0.19682306700932814</c:v>
                </c:pt>
                <c:pt idx="4657">
                  <c:v>-0.13311398569803104</c:v>
                </c:pt>
                <c:pt idx="4658">
                  <c:v>-0.19136577797715781</c:v>
                </c:pt>
                <c:pt idx="4659">
                  <c:v>-0.16805357818425884</c:v>
                </c:pt>
                <c:pt idx="4660">
                  <c:v>-0.33467878656316619</c:v>
                </c:pt>
                <c:pt idx="4661">
                  <c:v>-0.45646696644818269</c:v>
                </c:pt>
                <c:pt idx="4662">
                  <c:v>-0.3595228158593694</c:v>
                </c:pt>
                <c:pt idx="4663">
                  <c:v>-0.30148964196138123</c:v>
                </c:pt>
                <c:pt idx="4664">
                  <c:v>-0.33824714180421711</c:v>
                </c:pt>
                <c:pt idx="4665">
                  <c:v>0.11947685757274878</c:v>
                </c:pt>
                <c:pt idx="4666">
                  <c:v>0.21694899392125408</c:v>
                </c:pt>
                <c:pt idx="4667">
                  <c:v>-1.3069477030611711</c:v>
                </c:pt>
                <c:pt idx="4668">
                  <c:v>0.50556490522119957</c:v>
                </c:pt>
                <c:pt idx="4669">
                  <c:v>0.94354074122063958</c:v>
                </c:pt>
                <c:pt idx="4670">
                  <c:v>1.3984552661693559</c:v>
                </c:pt>
                <c:pt idx="4671">
                  <c:v>3.028414515381042</c:v>
                </c:pt>
                <c:pt idx="4672">
                  <c:v>4.2858065916873782</c:v>
                </c:pt>
                <c:pt idx="4673">
                  <c:v>4.1790947935907843</c:v>
                </c:pt>
                <c:pt idx="4674">
                  <c:v>3.8865657154063387</c:v>
                </c:pt>
                <c:pt idx="4675">
                  <c:v>3.7056380759663559</c:v>
                </c:pt>
                <c:pt idx="4676">
                  <c:v>3.5505050605515307</c:v>
                </c:pt>
                <c:pt idx="4677">
                  <c:v>3.4708011682910693</c:v>
                </c:pt>
                <c:pt idx="4678">
                  <c:v>3.3675920200191314</c:v>
                </c:pt>
                <c:pt idx="4679">
                  <c:v>3.461498613535595</c:v>
                </c:pt>
                <c:pt idx="4680">
                  <c:v>3.5900862673173717</c:v>
                </c:pt>
                <c:pt idx="4681">
                  <c:v>2.0539130885874091</c:v>
                </c:pt>
                <c:pt idx="4682">
                  <c:v>2.0765813972407487</c:v>
                </c:pt>
                <c:pt idx="4683">
                  <c:v>2.9876497324651679</c:v>
                </c:pt>
                <c:pt idx="4684">
                  <c:v>2.5491436825946838</c:v>
                </c:pt>
                <c:pt idx="4685">
                  <c:v>1.5955339899305536</c:v>
                </c:pt>
                <c:pt idx="4686">
                  <c:v>1.445390152832323</c:v>
                </c:pt>
                <c:pt idx="4687">
                  <c:v>0.79207391656342507</c:v>
                </c:pt>
                <c:pt idx="4688">
                  <c:v>0.76630173463726114</c:v>
                </c:pt>
                <c:pt idx="4689">
                  <c:v>1.0160838777871561</c:v>
                </c:pt>
                <c:pt idx="4690">
                  <c:v>2.0666205024102178</c:v>
                </c:pt>
                <c:pt idx="4691">
                  <c:v>2.3373047325360834</c:v>
                </c:pt>
                <c:pt idx="4692">
                  <c:v>2.0491063062337282</c:v>
                </c:pt>
                <c:pt idx="4693">
                  <c:v>2.3118632723809345</c:v>
                </c:pt>
                <c:pt idx="4694">
                  <c:v>2.1110749692566646</c:v>
                </c:pt>
                <c:pt idx="4695">
                  <c:v>2.2688842577322519</c:v>
                </c:pt>
                <c:pt idx="4696">
                  <c:v>2.6671762241711598</c:v>
                </c:pt>
                <c:pt idx="4697">
                  <c:v>2.6826949958465431</c:v>
                </c:pt>
                <c:pt idx="4698">
                  <c:v>2.4196524367498449</c:v>
                </c:pt>
                <c:pt idx="4699">
                  <c:v>2.1957238886092174</c:v>
                </c:pt>
                <c:pt idx="4700">
                  <c:v>2.1986703915226009</c:v>
                </c:pt>
                <c:pt idx="4701">
                  <c:v>2.285994721904272</c:v>
                </c:pt>
                <c:pt idx="4702">
                  <c:v>1.93047853690604</c:v>
                </c:pt>
                <c:pt idx="4703">
                  <c:v>1.8770569821488303</c:v>
                </c:pt>
                <c:pt idx="4704">
                  <c:v>0.88473728623169434</c:v>
                </c:pt>
                <c:pt idx="4705">
                  <c:v>0.91520250088356814</c:v>
                </c:pt>
                <c:pt idx="4706">
                  <c:v>0.82110146130527795</c:v>
                </c:pt>
                <c:pt idx="4707">
                  <c:v>0.77338392476614215</c:v>
                </c:pt>
                <c:pt idx="4708">
                  <c:v>0.27889995349943142</c:v>
                </c:pt>
                <c:pt idx="4709">
                  <c:v>0.46586477938884263</c:v>
                </c:pt>
                <c:pt idx="4710">
                  <c:v>1.595815178453541</c:v>
                </c:pt>
                <c:pt idx="4711">
                  <c:v>0.52114039733030015</c:v>
                </c:pt>
                <c:pt idx="4712">
                  <c:v>0.77450339132983093</c:v>
                </c:pt>
                <c:pt idx="4713">
                  <c:v>0.46607572085542975</c:v>
                </c:pt>
                <c:pt idx="4714">
                  <c:v>0.20804920494513013</c:v>
                </c:pt>
                <c:pt idx="4715">
                  <c:v>0.29305888328388935</c:v>
                </c:pt>
                <c:pt idx="4716">
                  <c:v>0.40596582950487647</c:v>
                </c:pt>
                <c:pt idx="4717">
                  <c:v>0.5570688658112124</c:v>
                </c:pt>
                <c:pt idx="4718">
                  <c:v>1.3864766239130693</c:v>
                </c:pt>
                <c:pt idx="4719">
                  <c:v>2.099559297428367</c:v>
                </c:pt>
                <c:pt idx="4720">
                  <c:v>2.0236987727977627</c:v>
                </c:pt>
                <c:pt idx="4721">
                  <c:v>2.2570699562166454</c:v>
                </c:pt>
                <c:pt idx="4722">
                  <c:v>2.2607980411721025</c:v>
                </c:pt>
                <c:pt idx="4723">
                  <c:v>2.7000558289055885</c:v>
                </c:pt>
                <c:pt idx="4724">
                  <c:v>2.8072395533613879</c:v>
                </c:pt>
                <c:pt idx="4725">
                  <c:v>2.2669589834729456</c:v>
                </c:pt>
                <c:pt idx="4726">
                  <c:v>2.1911993217709433</c:v>
                </c:pt>
                <c:pt idx="4727">
                  <c:v>1.2949828562423351</c:v>
                </c:pt>
                <c:pt idx="4728">
                  <c:v>1.0073784202144673</c:v>
                </c:pt>
                <c:pt idx="4729">
                  <c:v>0.9362298085356181</c:v>
                </c:pt>
                <c:pt idx="4730">
                  <c:v>0.89645743731744121</c:v>
                </c:pt>
                <c:pt idx="4731">
                  <c:v>1.2919341199172303</c:v>
                </c:pt>
                <c:pt idx="4732">
                  <c:v>0.24290311815264423</c:v>
                </c:pt>
                <c:pt idx="4733">
                  <c:v>0.68801179708792082</c:v>
                </c:pt>
                <c:pt idx="4734">
                  <c:v>1.5367034157870052</c:v>
                </c:pt>
                <c:pt idx="4735">
                  <c:v>0.29891382419286877</c:v>
                </c:pt>
                <c:pt idx="4736">
                  <c:v>0.96944442025151834</c:v>
                </c:pt>
                <c:pt idx="4737">
                  <c:v>0.53042673543545737</c:v>
                </c:pt>
                <c:pt idx="4738">
                  <c:v>0.41910268392184469</c:v>
                </c:pt>
                <c:pt idx="4739">
                  <c:v>0.97090708183938046</c:v>
                </c:pt>
                <c:pt idx="4740">
                  <c:v>0.38685786177796616</c:v>
                </c:pt>
                <c:pt idx="4741">
                  <c:v>0.57725375104254584</c:v>
                </c:pt>
                <c:pt idx="4742">
                  <c:v>1.1419118245195385</c:v>
                </c:pt>
                <c:pt idx="4743">
                  <c:v>2.2791827079744094</c:v>
                </c:pt>
                <c:pt idx="4744">
                  <c:v>1.907007809787965</c:v>
                </c:pt>
                <c:pt idx="4745">
                  <c:v>2.1536241080360652</c:v>
                </c:pt>
                <c:pt idx="4746">
                  <c:v>2.2228858041383392</c:v>
                </c:pt>
                <c:pt idx="4747">
                  <c:v>2.2063900056252406</c:v>
                </c:pt>
                <c:pt idx="4748">
                  <c:v>2.1419092367231434</c:v>
                </c:pt>
                <c:pt idx="4749">
                  <c:v>2.319664907778586</c:v>
                </c:pt>
                <c:pt idx="4750">
                  <c:v>2.4596059775702885</c:v>
                </c:pt>
                <c:pt idx="4751">
                  <c:v>1.6055780619937627</c:v>
                </c:pt>
                <c:pt idx="4752">
                  <c:v>0.94398378855035248</c:v>
                </c:pt>
                <c:pt idx="4753">
                  <c:v>0.91911813033893175</c:v>
                </c:pt>
                <c:pt idx="4754">
                  <c:v>0.7674751916382696</c:v>
                </c:pt>
                <c:pt idx="4755">
                  <c:v>0.769980679981075</c:v>
                </c:pt>
                <c:pt idx="4756">
                  <c:v>0.84888511768523944</c:v>
                </c:pt>
                <c:pt idx="4757">
                  <c:v>0.82878348048076811</c:v>
                </c:pt>
                <c:pt idx="4758">
                  <c:v>0.81663398580397872</c:v>
                </c:pt>
                <c:pt idx="4759">
                  <c:v>0.74243120564817944</c:v>
                </c:pt>
                <c:pt idx="4760">
                  <c:v>1.2820265907812511</c:v>
                </c:pt>
                <c:pt idx="4761">
                  <c:v>1.2405183979570997</c:v>
                </c:pt>
                <c:pt idx="4762">
                  <c:v>1.1563845827139692</c:v>
                </c:pt>
                <c:pt idx="4763">
                  <c:v>0.87803651929598392</c:v>
                </c:pt>
                <c:pt idx="4764">
                  <c:v>0.67452692536344616</c:v>
                </c:pt>
                <c:pt idx="4765">
                  <c:v>1.1101416616929216</c:v>
                </c:pt>
                <c:pt idx="4766">
                  <c:v>1.3029125772939403</c:v>
                </c:pt>
                <c:pt idx="4767">
                  <c:v>0.74143312533581562</c:v>
                </c:pt>
                <c:pt idx="4768">
                  <c:v>0.83310579654672745</c:v>
                </c:pt>
                <c:pt idx="4769">
                  <c:v>0.6811361553377987</c:v>
                </c:pt>
                <c:pt idx="4770">
                  <c:v>0.34663904648170907</c:v>
                </c:pt>
                <c:pt idx="4771">
                  <c:v>0.94297983491200965</c:v>
                </c:pt>
                <c:pt idx="4772">
                  <c:v>0.84735355228641851</c:v>
                </c:pt>
                <c:pt idx="4773">
                  <c:v>1.2408597641996133</c:v>
                </c:pt>
                <c:pt idx="4774">
                  <c:v>1.050491597447379</c:v>
                </c:pt>
                <c:pt idx="4775">
                  <c:v>0.99064764623850099</c:v>
                </c:pt>
                <c:pt idx="4776">
                  <c:v>0.9184330397414483</c:v>
                </c:pt>
                <c:pt idx="4777">
                  <c:v>1.3783465713521199</c:v>
                </c:pt>
                <c:pt idx="4778">
                  <c:v>0.93634574604470733</c:v>
                </c:pt>
                <c:pt idx="4779">
                  <c:v>1.4351443489949105</c:v>
                </c:pt>
                <c:pt idx="4780">
                  <c:v>1.4504632557258899</c:v>
                </c:pt>
                <c:pt idx="4781">
                  <c:v>1.3938391487696626</c:v>
                </c:pt>
                <c:pt idx="4782">
                  <c:v>1.3413638974592048</c:v>
                </c:pt>
                <c:pt idx="4783">
                  <c:v>1.4626305481951583</c:v>
                </c:pt>
                <c:pt idx="4784">
                  <c:v>3.1851791297343133</c:v>
                </c:pt>
                <c:pt idx="4785">
                  <c:v>4.2859053349249852</c:v>
                </c:pt>
                <c:pt idx="4786">
                  <c:v>2.5161027402004237</c:v>
                </c:pt>
                <c:pt idx="4787">
                  <c:v>1.5352466980186397</c:v>
                </c:pt>
                <c:pt idx="4788">
                  <c:v>2.3994007033444671</c:v>
                </c:pt>
                <c:pt idx="4789">
                  <c:v>1.9518927386952571</c:v>
                </c:pt>
                <c:pt idx="4790">
                  <c:v>1.8353835740460129</c:v>
                </c:pt>
                <c:pt idx="4791">
                  <c:v>1.8926634895211247</c:v>
                </c:pt>
                <c:pt idx="4792">
                  <c:v>1.6212895966905334</c:v>
                </c:pt>
                <c:pt idx="4793">
                  <c:v>1.8848361433869634</c:v>
                </c:pt>
                <c:pt idx="4794">
                  <c:v>1.737744889669091</c:v>
                </c:pt>
                <c:pt idx="4795">
                  <c:v>2.1167075439263114</c:v>
                </c:pt>
                <c:pt idx="4796">
                  <c:v>2.215148080370839</c:v>
                </c:pt>
                <c:pt idx="4797">
                  <c:v>2.0316092607964062</c:v>
                </c:pt>
                <c:pt idx="4798">
                  <c:v>1.9498230960375562</c:v>
                </c:pt>
                <c:pt idx="4799">
                  <c:v>2.212857506174009</c:v>
                </c:pt>
                <c:pt idx="4800">
                  <c:v>2.2070592585051201</c:v>
                </c:pt>
                <c:pt idx="4801">
                  <c:v>2.2716909975063366</c:v>
                </c:pt>
                <c:pt idx="4802">
                  <c:v>2.1539591571189618</c:v>
                </c:pt>
                <c:pt idx="4803">
                  <c:v>2.1641145405391122</c:v>
                </c:pt>
                <c:pt idx="4804">
                  <c:v>2.4233724711486033</c:v>
                </c:pt>
                <c:pt idx="4805">
                  <c:v>2.2668847059875818</c:v>
                </c:pt>
                <c:pt idx="4806">
                  <c:v>2.3440947332663296</c:v>
                </c:pt>
                <c:pt idx="4807">
                  <c:v>2.5975641906824793</c:v>
                </c:pt>
                <c:pt idx="4808">
                  <c:v>2.6728992447373798</c:v>
                </c:pt>
                <c:pt idx="4809">
                  <c:v>2.5579890624382968</c:v>
                </c:pt>
                <c:pt idx="4810">
                  <c:v>2.4973463843989316</c:v>
                </c:pt>
                <c:pt idx="4811">
                  <c:v>4.3592325151955844</c:v>
                </c:pt>
                <c:pt idx="4812">
                  <c:v>5.5236073338663099</c:v>
                </c:pt>
                <c:pt idx="4813">
                  <c:v>5.9684943792041674</c:v>
                </c:pt>
                <c:pt idx="4814">
                  <c:v>5.2164299599817712</c:v>
                </c:pt>
                <c:pt idx="4815">
                  <c:v>5.192660837835704</c:v>
                </c:pt>
                <c:pt idx="4816">
                  <c:v>4.6807052333057602</c:v>
                </c:pt>
                <c:pt idx="4817">
                  <c:v>4.9598155496191341</c:v>
                </c:pt>
                <c:pt idx="4818">
                  <c:v>4.9612469069704961</c:v>
                </c:pt>
                <c:pt idx="4819">
                  <c:v>4.8271079772975343</c:v>
                </c:pt>
                <c:pt idx="4820">
                  <c:v>4.7339668232748346</c:v>
                </c:pt>
                <c:pt idx="4821">
                  <c:v>4.925557312435024</c:v>
                </c:pt>
                <c:pt idx="4822">
                  <c:v>4.8102696500414774</c:v>
                </c:pt>
                <c:pt idx="4823">
                  <c:v>4.6852808201111458</c:v>
                </c:pt>
                <c:pt idx="4824">
                  <c:v>4.7609573743299078</c:v>
                </c:pt>
                <c:pt idx="4825">
                  <c:v>4.6461397859211377</c:v>
                </c:pt>
                <c:pt idx="4826">
                  <c:v>4.6723400022294372</c:v>
                </c:pt>
                <c:pt idx="4827">
                  <c:v>4.5157094983532158</c:v>
                </c:pt>
                <c:pt idx="4828">
                  <c:v>5.1677061414968906</c:v>
                </c:pt>
                <c:pt idx="4829">
                  <c:v>5.801825026267748</c:v>
                </c:pt>
                <c:pt idx="4830">
                  <c:v>5.8692573305339515</c:v>
                </c:pt>
                <c:pt idx="4831">
                  <c:v>6.2242660413678177</c:v>
                </c:pt>
                <c:pt idx="4832">
                  <c:v>5.978174487890044</c:v>
                </c:pt>
                <c:pt idx="4833">
                  <c:v>6.2152763452163171</c:v>
                </c:pt>
                <c:pt idx="4834">
                  <c:v>6.7131199519443578</c:v>
                </c:pt>
                <c:pt idx="4835">
                  <c:v>6.518340809507106</c:v>
                </c:pt>
                <c:pt idx="4836">
                  <c:v>6.7307779766179392</c:v>
                </c:pt>
                <c:pt idx="4837">
                  <c:v>6.6558354706619278</c:v>
                </c:pt>
                <c:pt idx="4838">
                  <c:v>6.5555240975419231</c:v>
                </c:pt>
                <c:pt idx="4839">
                  <c:v>5.8867800052298138</c:v>
                </c:pt>
                <c:pt idx="4840">
                  <c:v>4.6253413214609038</c:v>
                </c:pt>
                <c:pt idx="4841">
                  <c:v>4.5802013055775177</c:v>
                </c:pt>
                <c:pt idx="4842">
                  <c:v>5.037303785461801</c:v>
                </c:pt>
                <c:pt idx="4843">
                  <c:v>4.995804901037971</c:v>
                </c:pt>
                <c:pt idx="4844">
                  <c:v>5.0959246014987558</c:v>
                </c:pt>
                <c:pt idx="4845">
                  <c:v>5.4171372513318996</c:v>
                </c:pt>
                <c:pt idx="4846">
                  <c:v>5.2855449524620122</c:v>
                </c:pt>
                <c:pt idx="4847">
                  <c:v>5.5789043038993196</c:v>
                </c:pt>
                <c:pt idx="4848">
                  <c:v>4.8484236455304419</c:v>
                </c:pt>
                <c:pt idx="4849">
                  <c:v>4.5476864207050083</c:v>
                </c:pt>
                <c:pt idx="4850">
                  <c:v>5.3026750378751171</c:v>
                </c:pt>
                <c:pt idx="4851">
                  <c:v>5.2472615389691102</c:v>
                </c:pt>
                <c:pt idx="4852">
                  <c:v>5.0736216277536625</c:v>
                </c:pt>
                <c:pt idx="4853">
                  <c:v>5.6196715580537155</c:v>
                </c:pt>
                <c:pt idx="4854">
                  <c:v>5.6082098668389024</c:v>
                </c:pt>
                <c:pt idx="4855">
                  <c:v>5.7126516656662725</c:v>
                </c:pt>
                <c:pt idx="4856">
                  <c:v>5.8744263071245717</c:v>
                </c:pt>
                <c:pt idx="4857">
                  <c:v>6.2852226066155001</c:v>
                </c:pt>
                <c:pt idx="4858">
                  <c:v>6.3767756059640055</c:v>
                </c:pt>
                <c:pt idx="4859">
                  <c:v>6.1139895596990907</c:v>
                </c:pt>
                <c:pt idx="4860">
                  <c:v>5.4668694544004675</c:v>
                </c:pt>
                <c:pt idx="4861">
                  <c:v>5.6394053534766249</c:v>
                </c:pt>
                <c:pt idx="4862">
                  <c:v>4.277559242464676</c:v>
                </c:pt>
                <c:pt idx="4863">
                  <c:v>2.4537318996133313</c:v>
                </c:pt>
                <c:pt idx="4864">
                  <c:v>1.9866641042636362</c:v>
                </c:pt>
                <c:pt idx="4865">
                  <c:v>1.5516695894477341</c:v>
                </c:pt>
                <c:pt idx="4866">
                  <c:v>1.6289686384218427</c:v>
                </c:pt>
                <c:pt idx="4867">
                  <c:v>1.3695831392406679</c:v>
                </c:pt>
                <c:pt idx="4868">
                  <c:v>1.0793707748156531</c:v>
                </c:pt>
                <c:pt idx="4869">
                  <c:v>1.0692487392543824</c:v>
                </c:pt>
                <c:pt idx="4870">
                  <c:v>0.77299639857595714</c:v>
                </c:pt>
                <c:pt idx="4871">
                  <c:v>1.0743205286908755</c:v>
                </c:pt>
                <c:pt idx="4872">
                  <c:v>1.3574709011488502</c:v>
                </c:pt>
                <c:pt idx="4873">
                  <c:v>1.3509748514871338</c:v>
                </c:pt>
                <c:pt idx="4874">
                  <c:v>1.6104676466602725</c:v>
                </c:pt>
                <c:pt idx="4875">
                  <c:v>1.6051972860988915</c:v>
                </c:pt>
                <c:pt idx="4876">
                  <c:v>1.6469617962350456</c:v>
                </c:pt>
                <c:pt idx="4877">
                  <c:v>1.6173470247885762</c:v>
                </c:pt>
                <c:pt idx="4878">
                  <c:v>1.6735317613313849</c:v>
                </c:pt>
                <c:pt idx="4879">
                  <c:v>1.6111886218198781</c:v>
                </c:pt>
                <c:pt idx="4880">
                  <c:v>1.6879216700437176</c:v>
                </c:pt>
                <c:pt idx="4881">
                  <c:v>1.2993556319293658</c:v>
                </c:pt>
                <c:pt idx="4882">
                  <c:v>1.0740961632850587</c:v>
                </c:pt>
                <c:pt idx="4883">
                  <c:v>0.81286877181860728</c:v>
                </c:pt>
                <c:pt idx="4884">
                  <c:v>0.85624905074289304</c:v>
                </c:pt>
                <c:pt idx="4885">
                  <c:v>0.51186987855839494</c:v>
                </c:pt>
                <c:pt idx="4886">
                  <c:v>0.52253741936587372</c:v>
                </c:pt>
                <c:pt idx="4887">
                  <c:v>0.62847461202083132</c:v>
                </c:pt>
                <c:pt idx="4888">
                  <c:v>0.65175504326683387</c:v>
                </c:pt>
                <c:pt idx="4889">
                  <c:v>0.55786698096461829</c:v>
                </c:pt>
                <c:pt idx="4890">
                  <c:v>0.69344670351200588</c:v>
                </c:pt>
                <c:pt idx="4891">
                  <c:v>0.69704457694660449</c:v>
                </c:pt>
                <c:pt idx="4892">
                  <c:v>0.64365045395423459</c:v>
                </c:pt>
                <c:pt idx="4893">
                  <c:v>0.69040147461288559</c:v>
                </c:pt>
                <c:pt idx="4894">
                  <c:v>0.72582535054597108</c:v>
                </c:pt>
                <c:pt idx="4895">
                  <c:v>0.71557901254672662</c:v>
                </c:pt>
                <c:pt idx="4896">
                  <c:v>0.6376976257750665</c:v>
                </c:pt>
                <c:pt idx="4897">
                  <c:v>0.73880276802761702</c:v>
                </c:pt>
                <c:pt idx="4898">
                  <c:v>0.64074348588416363</c:v>
                </c:pt>
                <c:pt idx="4899">
                  <c:v>0.71680273631423763</c:v>
                </c:pt>
                <c:pt idx="4900">
                  <c:v>0.74776674582062463</c:v>
                </c:pt>
                <c:pt idx="4901">
                  <c:v>0.73093830784148373</c:v>
                </c:pt>
                <c:pt idx="4902">
                  <c:v>0.70899913863899833</c:v>
                </c:pt>
                <c:pt idx="4903">
                  <c:v>0.33001252806873388</c:v>
                </c:pt>
                <c:pt idx="4904">
                  <c:v>1.3424275677746227</c:v>
                </c:pt>
                <c:pt idx="4905">
                  <c:v>0.20663144790802943</c:v>
                </c:pt>
                <c:pt idx="4906">
                  <c:v>1.4520609051235085</c:v>
                </c:pt>
                <c:pt idx="4907">
                  <c:v>0.28869726720109878</c:v>
                </c:pt>
                <c:pt idx="4908">
                  <c:v>0.70156866914794846</c:v>
                </c:pt>
                <c:pt idx="4909">
                  <c:v>1.0167527314057776</c:v>
                </c:pt>
                <c:pt idx="4910">
                  <c:v>1.2993644119595908</c:v>
                </c:pt>
                <c:pt idx="4911">
                  <c:v>1.0247212497242573</c:v>
                </c:pt>
                <c:pt idx="4912">
                  <c:v>1.6715750154938205</c:v>
                </c:pt>
                <c:pt idx="4913">
                  <c:v>0.539950563982311</c:v>
                </c:pt>
                <c:pt idx="4914">
                  <c:v>1.9224474734192138</c:v>
                </c:pt>
                <c:pt idx="4915">
                  <c:v>0.54389029068984718</c:v>
                </c:pt>
                <c:pt idx="4916">
                  <c:v>1.3997001647084371</c:v>
                </c:pt>
                <c:pt idx="4917">
                  <c:v>1.3853197231872905</c:v>
                </c:pt>
                <c:pt idx="4918">
                  <c:v>1.508918750726324</c:v>
                </c:pt>
                <c:pt idx="4919">
                  <c:v>1.4567895268869995</c:v>
                </c:pt>
                <c:pt idx="4920">
                  <c:v>1.5179111738929447</c:v>
                </c:pt>
                <c:pt idx="4921">
                  <c:v>1.621630969046038</c:v>
                </c:pt>
                <c:pt idx="4922">
                  <c:v>1.4589543392526723</c:v>
                </c:pt>
                <c:pt idx="4923">
                  <c:v>1.600361075620955</c:v>
                </c:pt>
                <c:pt idx="4924">
                  <c:v>1.5519853260303946</c:v>
                </c:pt>
                <c:pt idx="4925">
                  <c:v>1.5524309841897972</c:v>
                </c:pt>
                <c:pt idx="4926">
                  <c:v>2.293309928580967</c:v>
                </c:pt>
                <c:pt idx="4927">
                  <c:v>2.1814537853055356</c:v>
                </c:pt>
                <c:pt idx="4928">
                  <c:v>2.7433074265873931</c:v>
                </c:pt>
                <c:pt idx="4929">
                  <c:v>3.0772320862679954</c:v>
                </c:pt>
                <c:pt idx="4930">
                  <c:v>3.202523808782034</c:v>
                </c:pt>
                <c:pt idx="4931">
                  <c:v>3.3067740847126785</c:v>
                </c:pt>
                <c:pt idx="4932">
                  <c:v>3.0301153874807936</c:v>
                </c:pt>
                <c:pt idx="4933">
                  <c:v>2.9566167219955575</c:v>
                </c:pt>
                <c:pt idx="4934">
                  <c:v>2.9691045039055788</c:v>
                </c:pt>
                <c:pt idx="4935">
                  <c:v>2.7436012596403092</c:v>
                </c:pt>
                <c:pt idx="4936">
                  <c:v>3.4038644626227326</c:v>
                </c:pt>
                <c:pt idx="4937">
                  <c:v>2.4785606744306352</c:v>
                </c:pt>
                <c:pt idx="4938">
                  <c:v>2.6424096270803776</c:v>
                </c:pt>
                <c:pt idx="4939">
                  <c:v>2.7205276121740058</c:v>
                </c:pt>
                <c:pt idx="4940">
                  <c:v>2.338136844652587</c:v>
                </c:pt>
                <c:pt idx="4941">
                  <c:v>2.4318303581984742</c:v>
                </c:pt>
                <c:pt idx="4942">
                  <c:v>2.8355019081630113</c:v>
                </c:pt>
                <c:pt idx="4943">
                  <c:v>2.9070580593037314</c:v>
                </c:pt>
                <c:pt idx="4944">
                  <c:v>2.9710901464755968</c:v>
                </c:pt>
                <c:pt idx="4945">
                  <c:v>3.0701364291455269</c:v>
                </c:pt>
                <c:pt idx="4946">
                  <c:v>3.0508364344471217</c:v>
                </c:pt>
                <c:pt idx="4947">
                  <c:v>3.1045007820225763</c:v>
                </c:pt>
                <c:pt idx="4948">
                  <c:v>2.8998234163948147</c:v>
                </c:pt>
                <c:pt idx="4949">
                  <c:v>2.8412783026385635</c:v>
                </c:pt>
                <c:pt idx="4950">
                  <c:v>2.767774239502121</c:v>
                </c:pt>
                <c:pt idx="4951">
                  <c:v>2.7883333850676424</c:v>
                </c:pt>
                <c:pt idx="4952">
                  <c:v>2.6892573985092358</c:v>
                </c:pt>
                <c:pt idx="4953">
                  <c:v>2.0313108320756088</c:v>
                </c:pt>
                <c:pt idx="4954">
                  <c:v>3.0399639709825301</c:v>
                </c:pt>
                <c:pt idx="4955">
                  <c:v>3.4110151023761444</c:v>
                </c:pt>
                <c:pt idx="4956">
                  <c:v>2.9023174073352691</c:v>
                </c:pt>
                <c:pt idx="4957">
                  <c:v>3.3950409384584823</c:v>
                </c:pt>
                <c:pt idx="4958">
                  <c:v>1.7256683288632477</c:v>
                </c:pt>
                <c:pt idx="4959">
                  <c:v>1.5232560194189428</c:v>
                </c:pt>
                <c:pt idx="4960">
                  <c:v>1.7636939870558752</c:v>
                </c:pt>
                <c:pt idx="4961">
                  <c:v>1.2417974967317216</c:v>
                </c:pt>
                <c:pt idx="4962">
                  <c:v>1.1537423418911954</c:v>
                </c:pt>
                <c:pt idx="4963">
                  <c:v>1.3585747505030048</c:v>
                </c:pt>
                <c:pt idx="4964">
                  <c:v>1.6093863212688886</c:v>
                </c:pt>
                <c:pt idx="4965">
                  <c:v>1.0158446813085513</c:v>
                </c:pt>
                <c:pt idx="4966">
                  <c:v>0.95309212661793108</c:v>
                </c:pt>
                <c:pt idx="4967">
                  <c:v>1.7875193246774794</c:v>
                </c:pt>
                <c:pt idx="4968">
                  <c:v>2.5514586034332973</c:v>
                </c:pt>
                <c:pt idx="4969">
                  <c:v>2.3641995860150007</c:v>
                </c:pt>
                <c:pt idx="4970">
                  <c:v>2.5310202690659644</c:v>
                </c:pt>
                <c:pt idx="4971">
                  <c:v>2.4820258309070033</c:v>
                </c:pt>
                <c:pt idx="4972">
                  <c:v>2.5022950523779897</c:v>
                </c:pt>
                <c:pt idx="4973">
                  <c:v>2.719317409729944</c:v>
                </c:pt>
                <c:pt idx="4974">
                  <c:v>2.8979535426248386</c:v>
                </c:pt>
                <c:pt idx="4975">
                  <c:v>2.972952905973175</c:v>
                </c:pt>
                <c:pt idx="4976">
                  <c:v>3.3907484427120052</c:v>
                </c:pt>
                <c:pt idx="4977">
                  <c:v>3.4260622746360716</c:v>
                </c:pt>
                <c:pt idx="4978">
                  <c:v>4.3345812440108347</c:v>
                </c:pt>
                <c:pt idx="4979">
                  <c:v>3.9220004631365799</c:v>
                </c:pt>
                <c:pt idx="4980">
                  <c:v>3.528442374139503</c:v>
                </c:pt>
                <c:pt idx="4981">
                  <c:v>4.1884943242119688</c:v>
                </c:pt>
                <c:pt idx="4982">
                  <c:v>3.9912450667283585</c:v>
                </c:pt>
                <c:pt idx="4983">
                  <c:v>4.034578879710967</c:v>
                </c:pt>
                <c:pt idx="4984">
                  <c:v>4.1832156052903553</c:v>
                </c:pt>
                <c:pt idx="4985">
                  <c:v>4.5692809444179714</c:v>
                </c:pt>
                <c:pt idx="4986">
                  <c:v>3.9675584031214708</c:v>
                </c:pt>
                <c:pt idx="4987">
                  <c:v>3.4577960875707965</c:v>
                </c:pt>
                <c:pt idx="4988">
                  <c:v>3.7093453263445366</c:v>
                </c:pt>
                <c:pt idx="4989">
                  <c:v>3.6732241874509559</c:v>
                </c:pt>
                <c:pt idx="4990">
                  <c:v>3.6068271815145132</c:v>
                </c:pt>
                <c:pt idx="4991">
                  <c:v>3.5339837571081736</c:v>
                </c:pt>
                <c:pt idx="4992">
                  <c:v>3.5741499347397925</c:v>
                </c:pt>
                <c:pt idx="4993">
                  <c:v>3.7325232410566778</c:v>
                </c:pt>
                <c:pt idx="4994">
                  <c:v>3.6178299116409813</c:v>
                </c:pt>
                <c:pt idx="4995">
                  <c:v>3.4513837717395246</c:v>
                </c:pt>
                <c:pt idx="4996">
                  <c:v>3.5451004890294708</c:v>
                </c:pt>
                <c:pt idx="4997">
                  <c:v>3.4837465849376863</c:v>
                </c:pt>
                <c:pt idx="4998">
                  <c:v>3.5816105910369358</c:v>
                </c:pt>
                <c:pt idx="4999">
                  <c:v>3.8523913378341255</c:v>
                </c:pt>
                <c:pt idx="5000">
                  <c:v>3.8172469313046493</c:v>
                </c:pt>
                <c:pt idx="5001">
                  <c:v>3.9545977533586734</c:v>
                </c:pt>
                <c:pt idx="5002">
                  <c:v>4.128906094020051</c:v>
                </c:pt>
                <c:pt idx="5003">
                  <c:v>3.7592014865281214</c:v>
                </c:pt>
                <c:pt idx="5004">
                  <c:v>3.5296126731143458</c:v>
                </c:pt>
                <c:pt idx="5005">
                  <c:v>4.3215828140265558</c:v>
                </c:pt>
                <c:pt idx="5006">
                  <c:v>3.915398839878399</c:v>
                </c:pt>
                <c:pt idx="5007">
                  <c:v>3.5536731382153257</c:v>
                </c:pt>
                <c:pt idx="5008">
                  <c:v>3.3568965488319815</c:v>
                </c:pt>
                <c:pt idx="5009">
                  <c:v>2.9712518518560649</c:v>
                </c:pt>
                <c:pt idx="5010">
                  <c:v>1.7180035356839238</c:v>
                </c:pt>
                <c:pt idx="5011">
                  <c:v>1.8593829778104589</c:v>
                </c:pt>
                <c:pt idx="5012">
                  <c:v>1.867427069230388</c:v>
                </c:pt>
                <c:pt idx="5013">
                  <c:v>1.8224652550551972</c:v>
                </c:pt>
                <c:pt idx="5014">
                  <c:v>3.1493692731267084</c:v>
                </c:pt>
                <c:pt idx="5015">
                  <c:v>3.1695464706717407</c:v>
                </c:pt>
                <c:pt idx="5016">
                  <c:v>3.1705901257755484</c:v>
                </c:pt>
                <c:pt idx="5017">
                  <c:v>3.6040014930913862</c:v>
                </c:pt>
                <c:pt idx="5018">
                  <c:v>3.5855714465561594</c:v>
                </c:pt>
                <c:pt idx="5019">
                  <c:v>3.6856460767270178</c:v>
                </c:pt>
                <c:pt idx="5020">
                  <c:v>3.7875894799625436</c:v>
                </c:pt>
                <c:pt idx="5021">
                  <c:v>3.8988384331202166</c:v>
                </c:pt>
                <c:pt idx="5022">
                  <c:v>3.8527739485095358</c:v>
                </c:pt>
                <c:pt idx="5023">
                  <c:v>3.9513826791967133</c:v>
                </c:pt>
                <c:pt idx="5024">
                  <c:v>4.1333033919618734</c:v>
                </c:pt>
                <c:pt idx="5025">
                  <c:v>3.801830394751788</c:v>
                </c:pt>
                <c:pt idx="5026">
                  <c:v>3.8295997737528547</c:v>
                </c:pt>
                <c:pt idx="5027">
                  <c:v>2.1587486889551895</c:v>
                </c:pt>
                <c:pt idx="5028">
                  <c:v>1.6344595119456</c:v>
                </c:pt>
                <c:pt idx="5029">
                  <c:v>1.1009060859884154</c:v>
                </c:pt>
                <c:pt idx="5030">
                  <c:v>1.0137846433242776</c:v>
                </c:pt>
                <c:pt idx="5031">
                  <c:v>0.84740288879128456</c:v>
                </c:pt>
                <c:pt idx="5032">
                  <c:v>0.6790489009500551</c:v>
                </c:pt>
                <c:pt idx="5033">
                  <c:v>0.60842439034838947</c:v>
                </c:pt>
                <c:pt idx="5034">
                  <c:v>0.6145680283580387</c:v>
                </c:pt>
                <c:pt idx="5035">
                  <c:v>0.62958751062222795</c:v>
                </c:pt>
                <c:pt idx="5036">
                  <c:v>0.74903892934163752</c:v>
                </c:pt>
                <c:pt idx="5037">
                  <c:v>0.68292514906367219</c:v>
                </c:pt>
                <c:pt idx="5038">
                  <c:v>0.65790636188086093</c:v>
                </c:pt>
                <c:pt idx="5039">
                  <c:v>0.65720515197839857</c:v>
                </c:pt>
                <c:pt idx="5040">
                  <c:v>0.65213018265529665</c:v>
                </c:pt>
                <c:pt idx="5041">
                  <c:v>0.62531277432086874</c:v>
                </c:pt>
                <c:pt idx="5042">
                  <c:v>0.66856793957254912</c:v>
                </c:pt>
                <c:pt idx="5043">
                  <c:v>0.66354982154664222</c:v>
                </c:pt>
                <c:pt idx="5044">
                  <c:v>0.64663633673944509</c:v>
                </c:pt>
                <c:pt idx="5045">
                  <c:v>0.71045045704608467</c:v>
                </c:pt>
                <c:pt idx="5046">
                  <c:v>0.64247100703973981</c:v>
                </c:pt>
                <c:pt idx="5047">
                  <c:v>0.64646885368288109</c:v>
                </c:pt>
                <c:pt idx="5048">
                  <c:v>0.45291853868091347</c:v>
                </c:pt>
                <c:pt idx="5049">
                  <c:v>0.46446158891784123</c:v>
                </c:pt>
                <c:pt idx="5050">
                  <c:v>0.62200755378154704</c:v>
                </c:pt>
                <c:pt idx="5051">
                  <c:v>0.62323128429622432</c:v>
                </c:pt>
                <c:pt idx="5052">
                  <c:v>0.57977763767803225</c:v>
                </c:pt>
                <c:pt idx="5053">
                  <c:v>0.59144444738311253</c:v>
                </c:pt>
                <c:pt idx="5054">
                  <c:v>0.70414468300782007</c:v>
                </c:pt>
                <c:pt idx="5055">
                  <c:v>0.50718418737409654</c:v>
                </c:pt>
                <c:pt idx="5056">
                  <c:v>0.96625258818742243</c:v>
                </c:pt>
                <c:pt idx="5057">
                  <c:v>0.59159218699955129</c:v>
                </c:pt>
                <c:pt idx="5058">
                  <c:v>1.1922844195683129</c:v>
                </c:pt>
                <c:pt idx="5059">
                  <c:v>0.99034475156381452</c:v>
                </c:pt>
                <c:pt idx="5060">
                  <c:v>0.68675101127732674</c:v>
                </c:pt>
                <c:pt idx="5061">
                  <c:v>1.0404734325475411</c:v>
                </c:pt>
                <c:pt idx="5062">
                  <c:v>0.95374234008205194</c:v>
                </c:pt>
                <c:pt idx="5063">
                  <c:v>0.86661463119059579</c:v>
                </c:pt>
                <c:pt idx="5064">
                  <c:v>1.1748029130080608</c:v>
                </c:pt>
                <c:pt idx="5065">
                  <c:v>1.0987621708660438</c:v>
                </c:pt>
                <c:pt idx="5066">
                  <c:v>1.2615408500334599</c:v>
                </c:pt>
                <c:pt idx="5067">
                  <c:v>1.4791534535244366</c:v>
                </c:pt>
                <c:pt idx="5068">
                  <c:v>0.42463061126376539</c:v>
                </c:pt>
                <c:pt idx="5069">
                  <c:v>1.0817637772187858</c:v>
                </c:pt>
                <c:pt idx="5070">
                  <c:v>0.99932070798317008</c:v>
                </c:pt>
                <c:pt idx="5071">
                  <c:v>1.1786914659429422</c:v>
                </c:pt>
                <c:pt idx="5072">
                  <c:v>1.039158270544714</c:v>
                </c:pt>
                <c:pt idx="5073">
                  <c:v>1.2079991928506795</c:v>
                </c:pt>
                <c:pt idx="5074">
                  <c:v>0.83560506407833135</c:v>
                </c:pt>
                <c:pt idx="5075">
                  <c:v>0.51846231892127548</c:v>
                </c:pt>
                <c:pt idx="5076">
                  <c:v>0.62609423158375899</c:v>
                </c:pt>
                <c:pt idx="5077">
                  <c:v>0.67107453534439754</c:v>
                </c:pt>
                <c:pt idx="5078">
                  <c:v>0.71730577594471967</c:v>
                </c:pt>
                <c:pt idx="5079">
                  <c:v>0.56057633263855156</c:v>
                </c:pt>
                <c:pt idx="5080">
                  <c:v>0.66151179388916426</c:v>
                </c:pt>
                <c:pt idx="5081">
                  <c:v>0.78580361890302974</c:v>
                </c:pt>
                <c:pt idx="5082">
                  <c:v>0.80712490025862216</c:v>
                </c:pt>
                <c:pt idx="5083">
                  <c:v>0.80386528460955164</c:v>
                </c:pt>
                <c:pt idx="5084">
                  <c:v>0.72623065227390615</c:v>
                </c:pt>
                <c:pt idx="5085">
                  <c:v>0.89620357422750097</c:v>
                </c:pt>
                <c:pt idx="5086">
                  <c:v>0.92964988695132322</c:v>
                </c:pt>
                <c:pt idx="5087">
                  <c:v>0.8547626861937464</c:v>
                </c:pt>
                <c:pt idx="5088">
                  <c:v>0.86790979304910543</c:v>
                </c:pt>
                <c:pt idx="5089">
                  <c:v>1.0146476077528945</c:v>
                </c:pt>
                <c:pt idx="5090">
                  <c:v>1.0970993732647414</c:v>
                </c:pt>
                <c:pt idx="5091">
                  <c:v>1.2106237071766464</c:v>
                </c:pt>
                <c:pt idx="5092">
                  <c:v>0.97395074802008574</c:v>
                </c:pt>
                <c:pt idx="5093">
                  <c:v>1.1749278022540344</c:v>
                </c:pt>
                <c:pt idx="5094">
                  <c:v>0.86065663017844829</c:v>
                </c:pt>
                <c:pt idx="5095">
                  <c:v>0.98204308418157249</c:v>
                </c:pt>
                <c:pt idx="5096">
                  <c:v>1.4765955186607065</c:v>
                </c:pt>
                <c:pt idx="5097">
                  <c:v>1.9323520026343088</c:v>
                </c:pt>
                <c:pt idx="5098">
                  <c:v>1.9799016728245284</c:v>
                </c:pt>
                <c:pt idx="5099">
                  <c:v>1.417240317333073</c:v>
                </c:pt>
                <c:pt idx="5100">
                  <c:v>1.7911223576796451</c:v>
                </c:pt>
                <c:pt idx="5101">
                  <c:v>2.0630521043108225</c:v>
                </c:pt>
                <c:pt idx="5102">
                  <c:v>2.6286332751523407</c:v>
                </c:pt>
                <c:pt idx="5103">
                  <c:v>2.8321371429616562</c:v>
                </c:pt>
                <c:pt idx="5104">
                  <c:v>2.6574967866895469</c:v>
                </c:pt>
                <c:pt idx="5105">
                  <c:v>2.2426112707344483</c:v>
                </c:pt>
                <c:pt idx="5106">
                  <c:v>1.262466053063694</c:v>
                </c:pt>
                <c:pt idx="5107">
                  <c:v>0.66070995598410787</c:v>
                </c:pt>
                <c:pt idx="5108">
                  <c:v>0.83631636991437985</c:v>
                </c:pt>
                <c:pt idx="5109">
                  <c:v>0.68505313156875125</c:v>
                </c:pt>
                <c:pt idx="5110">
                  <c:v>0.29487678669077921</c:v>
                </c:pt>
                <c:pt idx="5111">
                  <c:v>0.10055393243983712</c:v>
                </c:pt>
                <c:pt idx="5112">
                  <c:v>0.16524936488950137</c:v>
                </c:pt>
                <c:pt idx="5113">
                  <c:v>0.7081378406732397</c:v>
                </c:pt>
                <c:pt idx="5114">
                  <c:v>0.7200636614677085</c:v>
                </c:pt>
                <c:pt idx="5115">
                  <c:v>2.2505368910865395</c:v>
                </c:pt>
                <c:pt idx="5116">
                  <c:v>2.2456548183222504</c:v>
                </c:pt>
                <c:pt idx="5117">
                  <c:v>2.4333824604190384</c:v>
                </c:pt>
                <c:pt idx="5118">
                  <c:v>2.5975349963646788</c:v>
                </c:pt>
                <c:pt idx="5119">
                  <c:v>2.4957120455017936</c:v>
                </c:pt>
                <c:pt idx="5120">
                  <c:v>2.455140918472889</c:v>
                </c:pt>
                <c:pt idx="5121">
                  <c:v>2.8329074493018673</c:v>
                </c:pt>
                <c:pt idx="5122">
                  <c:v>2.5302367293372958</c:v>
                </c:pt>
                <c:pt idx="5123">
                  <c:v>2.1111943023927582</c:v>
                </c:pt>
                <c:pt idx="5124">
                  <c:v>2.8654427474981783</c:v>
                </c:pt>
                <c:pt idx="5125">
                  <c:v>2.1006912921497101</c:v>
                </c:pt>
                <c:pt idx="5126">
                  <c:v>2.2782407575129202</c:v>
                </c:pt>
                <c:pt idx="5127">
                  <c:v>2.3075175193816642</c:v>
                </c:pt>
                <c:pt idx="5128">
                  <c:v>2.2075410265879514</c:v>
                </c:pt>
                <c:pt idx="5129">
                  <c:v>1.2943441853714803</c:v>
                </c:pt>
                <c:pt idx="5130">
                  <c:v>0.87889676444915876</c:v>
                </c:pt>
                <c:pt idx="5131">
                  <c:v>1.0801154124014032</c:v>
                </c:pt>
                <c:pt idx="5132">
                  <c:v>1.0816392660004046</c:v>
                </c:pt>
                <c:pt idx="5133">
                  <c:v>1.1687404869705957</c:v>
                </c:pt>
                <c:pt idx="5134">
                  <c:v>1.2944362726198939</c:v>
                </c:pt>
                <c:pt idx="5135">
                  <c:v>1.2423376864572775</c:v>
                </c:pt>
                <c:pt idx="5136">
                  <c:v>0.90896644502040314</c:v>
                </c:pt>
                <c:pt idx="5137">
                  <c:v>0.96095180124152757</c:v>
                </c:pt>
                <c:pt idx="5138">
                  <c:v>1.2351304255283722</c:v>
                </c:pt>
                <c:pt idx="5139">
                  <c:v>1.3745063320299871</c:v>
                </c:pt>
                <c:pt idx="5140">
                  <c:v>1.4521201556397993</c:v>
                </c:pt>
                <c:pt idx="5141">
                  <c:v>1.5872227411686448</c:v>
                </c:pt>
                <c:pt idx="5142">
                  <c:v>2.5609082082065715</c:v>
                </c:pt>
                <c:pt idx="5143">
                  <c:v>2.5443025711836413</c:v>
                </c:pt>
                <c:pt idx="5144">
                  <c:v>2.9214276239953851</c:v>
                </c:pt>
                <c:pt idx="5145">
                  <c:v>2.7678189768186381</c:v>
                </c:pt>
                <c:pt idx="5146">
                  <c:v>3.4538402405211288</c:v>
                </c:pt>
                <c:pt idx="5147">
                  <c:v>2.8739793894201457</c:v>
                </c:pt>
                <c:pt idx="5148">
                  <c:v>3.1479627162360915</c:v>
                </c:pt>
                <c:pt idx="5149">
                  <c:v>2.6314506431442886</c:v>
                </c:pt>
                <c:pt idx="5150">
                  <c:v>2.8358340317676674</c:v>
                </c:pt>
                <c:pt idx="5151">
                  <c:v>2.6015299643676562</c:v>
                </c:pt>
                <c:pt idx="5152">
                  <c:v>2.9863866722714825</c:v>
                </c:pt>
                <c:pt idx="5153">
                  <c:v>3.3475776779027568</c:v>
                </c:pt>
                <c:pt idx="5154">
                  <c:v>3.4545761691463288</c:v>
                </c:pt>
                <c:pt idx="5155">
                  <c:v>2.9217007680455249</c:v>
                </c:pt>
                <c:pt idx="5156">
                  <c:v>2.6802928335149274</c:v>
                </c:pt>
                <c:pt idx="5157">
                  <c:v>2.7384605232137806</c:v>
                </c:pt>
                <c:pt idx="5158">
                  <c:v>2.691605748160439</c:v>
                </c:pt>
                <c:pt idx="5159">
                  <c:v>2.8768417997226501</c:v>
                </c:pt>
                <c:pt idx="5160">
                  <c:v>3.0032567875159799</c:v>
                </c:pt>
                <c:pt idx="5161">
                  <c:v>3.1833469813722135</c:v>
                </c:pt>
                <c:pt idx="5162">
                  <c:v>2.9812451595619081</c:v>
                </c:pt>
                <c:pt idx="5163">
                  <c:v>3.0915220142845357</c:v>
                </c:pt>
                <c:pt idx="5164">
                  <c:v>2.4790261465523677</c:v>
                </c:pt>
                <c:pt idx="5165">
                  <c:v>2.9942869565014711</c:v>
                </c:pt>
                <c:pt idx="5166">
                  <c:v>2.8073794521051862</c:v>
                </c:pt>
                <c:pt idx="5167">
                  <c:v>3.0840566126001199</c:v>
                </c:pt>
                <c:pt idx="5168">
                  <c:v>2.7524578193064353</c:v>
                </c:pt>
                <c:pt idx="5169">
                  <c:v>2.8786065904692664</c:v>
                </c:pt>
                <c:pt idx="5170">
                  <c:v>2.9915911658916881</c:v>
                </c:pt>
                <c:pt idx="5171">
                  <c:v>3.2600783730788572</c:v>
                </c:pt>
                <c:pt idx="5172">
                  <c:v>3.0246804472678033</c:v>
                </c:pt>
                <c:pt idx="5173">
                  <c:v>3.5023900898031561</c:v>
                </c:pt>
                <c:pt idx="5174">
                  <c:v>3.0503001169045931</c:v>
                </c:pt>
                <c:pt idx="5175">
                  <c:v>3.3060400170598307</c:v>
                </c:pt>
                <c:pt idx="5176">
                  <c:v>3.0582468659512174</c:v>
                </c:pt>
                <c:pt idx="5177">
                  <c:v>2.8936682395555824</c:v>
                </c:pt>
                <c:pt idx="5178">
                  <c:v>2.5436743641550796</c:v>
                </c:pt>
                <c:pt idx="5179">
                  <c:v>1.6659170642656753</c:v>
                </c:pt>
                <c:pt idx="5180">
                  <c:v>1.7664594527995312</c:v>
                </c:pt>
                <c:pt idx="5181">
                  <c:v>1.7184118286779666</c:v>
                </c:pt>
                <c:pt idx="5182">
                  <c:v>1.7953581027568069</c:v>
                </c:pt>
                <c:pt idx="5183">
                  <c:v>1.4044142586144173</c:v>
                </c:pt>
                <c:pt idx="5184">
                  <c:v>2.0978192868107626</c:v>
                </c:pt>
                <c:pt idx="5185">
                  <c:v>3.3472346224126857</c:v>
                </c:pt>
                <c:pt idx="5186">
                  <c:v>3.3699477008483054</c:v>
                </c:pt>
                <c:pt idx="5187">
                  <c:v>3.4127636451021521</c:v>
                </c:pt>
                <c:pt idx="5188">
                  <c:v>3.687877276038257</c:v>
                </c:pt>
                <c:pt idx="5189">
                  <c:v>3.5981558894949535</c:v>
                </c:pt>
                <c:pt idx="5190">
                  <c:v>3.7700853739370577</c:v>
                </c:pt>
                <c:pt idx="5191">
                  <c:v>3.5510804223674048</c:v>
                </c:pt>
                <c:pt idx="5192">
                  <c:v>3.7049403307592361</c:v>
                </c:pt>
                <c:pt idx="5193">
                  <c:v>3.8300053273597485</c:v>
                </c:pt>
                <c:pt idx="5194">
                  <c:v>4.2260165860948344</c:v>
                </c:pt>
                <c:pt idx="5195">
                  <c:v>2.5805645772265038</c:v>
                </c:pt>
                <c:pt idx="5196">
                  <c:v>2.1963638339336229</c:v>
                </c:pt>
                <c:pt idx="5197">
                  <c:v>1.3789988752974931</c:v>
                </c:pt>
                <c:pt idx="5198">
                  <c:v>1.4290692791965061</c:v>
                </c:pt>
                <c:pt idx="5199">
                  <c:v>0.65469753557371813</c:v>
                </c:pt>
                <c:pt idx="5200">
                  <c:v>0.78292863068651275</c:v>
                </c:pt>
                <c:pt idx="5201">
                  <c:v>0.68780212956134812</c:v>
                </c:pt>
                <c:pt idx="5202">
                  <c:v>0.57906501960894119</c:v>
                </c:pt>
                <c:pt idx="5203">
                  <c:v>0.59401320960929116</c:v>
                </c:pt>
                <c:pt idx="5204">
                  <c:v>0.7120441996056609</c:v>
                </c:pt>
                <c:pt idx="5205">
                  <c:v>0.66953018237129536</c:v>
                </c:pt>
                <c:pt idx="5206">
                  <c:v>0.73571642976256302</c:v>
                </c:pt>
                <c:pt idx="5207">
                  <c:v>0.72772398936640059</c:v>
                </c:pt>
                <c:pt idx="5208">
                  <c:v>0.70286907931616649</c:v>
                </c:pt>
                <c:pt idx="5209">
                  <c:v>0.73977786102870446</c:v>
                </c:pt>
                <c:pt idx="5210">
                  <c:v>0.7171369272005258</c:v>
                </c:pt>
                <c:pt idx="5211">
                  <c:v>0.8366166810166169</c:v>
                </c:pt>
                <c:pt idx="5212">
                  <c:v>0.76457319066002416</c:v>
                </c:pt>
                <c:pt idx="5213">
                  <c:v>1.0432492258370598</c:v>
                </c:pt>
                <c:pt idx="5214">
                  <c:v>1.0283823841317923</c:v>
                </c:pt>
                <c:pt idx="5215">
                  <c:v>0.52403911705964656</c:v>
                </c:pt>
                <c:pt idx="5216">
                  <c:v>0.34619978973287791</c:v>
                </c:pt>
                <c:pt idx="5217">
                  <c:v>0.33485930270195091</c:v>
                </c:pt>
                <c:pt idx="5218">
                  <c:v>0.39449675482769803</c:v>
                </c:pt>
                <c:pt idx="5219">
                  <c:v>0.55854882385571469</c:v>
                </c:pt>
                <c:pt idx="5220">
                  <c:v>0.16056930684527099</c:v>
                </c:pt>
                <c:pt idx="5221">
                  <c:v>0.47092325211763586</c:v>
                </c:pt>
                <c:pt idx="5222">
                  <c:v>0.77747718530046173</c:v>
                </c:pt>
                <c:pt idx="5223">
                  <c:v>0.6928867885312644</c:v>
                </c:pt>
                <c:pt idx="5224">
                  <c:v>0.81263290403755439</c:v>
                </c:pt>
                <c:pt idx="5225">
                  <c:v>0.71722221301792399</c:v>
                </c:pt>
                <c:pt idx="5226">
                  <c:v>0.70799769034552995</c:v>
                </c:pt>
                <c:pt idx="5227">
                  <c:v>0.81883666466107219</c:v>
                </c:pt>
                <c:pt idx="5228">
                  <c:v>0.8488012848490446</c:v>
                </c:pt>
                <c:pt idx="5229">
                  <c:v>0.73736188305622807</c:v>
                </c:pt>
                <c:pt idx="5230">
                  <c:v>0.66094557821216182</c:v>
                </c:pt>
                <c:pt idx="5231">
                  <c:v>0.62946499178015136</c:v>
                </c:pt>
                <c:pt idx="5232">
                  <c:v>0.66004616851817355</c:v>
                </c:pt>
                <c:pt idx="5233">
                  <c:v>0.89375246819168519</c:v>
                </c:pt>
                <c:pt idx="5234">
                  <c:v>0.65433457128660277</c:v>
                </c:pt>
                <c:pt idx="5235">
                  <c:v>0.76561351829530777</c:v>
                </c:pt>
                <c:pt idx="5236">
                  <c:v>0.84363313532991369</c:v>
                </c:pt>
                <c:pt idx="5237">
                  <c:v>0.85884859518054857</c:v>
                </c:pt>
                <c:pt idx="5238">
                  <c:v>0.81742835296861804</c:v>
                </c:pt>
                <c:pt idx="5239">
                  <c:v>0.53346997177187039</c:v>
                </c:pt>
                <c:pt idx="5240">
                  <c:v>0.25138935505570414</c:v>
                </c:pt>
                <c:pt idx="5241">
                  <c:v>0.39870471192203372</c:v>
                </c:pt>
                <c:pt idx="5242">
                  <c:v>0.32170250592459371</c:v>
                </c:pt>
                <c:pt idx="5243">
                  <c:v>0.49465988910599773</c:v>
                </c:pt>
                <c:pt idx="5244">
                  <c:v>0.53998804325553218</c:v>
                </c:pt>
                <c:pt idx="5245">
                  <c:v>0.34599306116194556</c:v>
                </c:pt>
                <c:pt idx="5246">
                  <c:v>0.84310188264127373</c:v>
                </c:pt>
                <c:pt idx="5247">
                  <c:v>0.83084851749161204</c:v>
                </c:pt>
                <c:pt idx="5248">
                  <c:v>0.93229919049850207</c:v>
                </c:pt>
                <c:pt idx="5249">
                  <c:v>1.0832047187933846</c:v>
                </c:pt>
                <c:pt idx="5250">
                  <c:v>0.94724514797437787</c:v>
                </c:pt>
                <c:pt idx="5251">
                  <c:v>1.0761600131605307</c:v>
                </c:pt>
                <c:pt idx="5252">
                  <c:v>0.89943366655146983</c:v>
                </c:pt>
                <c:pt idx="5253">
                  <c:v>0.87917036558542916</c:v>
                </c:pt>
                <c:pt idx="5254">
                  <c:v>0.84158251228015446</c:v>
                </c:pt>
                <c:pt idx="5255">
                  <c:v>0.79787009524225716</c:v>
                </c:pt>
                <c:pt idx="5256">
                  <c:v>0.8341435459444233</c:v>
                </c:pt>
                <c:pt idx="5257">
                  <c:v>0.7848585939943481</c:v>
                </c:pt>
                <c:pt idx="5258">
                  <c:v>0.74987221598990506</c:v>
                </c:pt>
                <c:pt idx="5259">
                  <c:v>0.72319658092742189</c:v>
                </c:pt>
                <c:pt idx="5260">
                  <c:v>0.87394121193530139</c:v>
                </c:pt>
                <c:pt idx="5261">
                  <c:v>0.81954205295954008</c:v>
                </c:pt>
                <c:pt idx="5262">
                  <c:v>0.83139766880572319</c:v>
                </c:pt>
                <c:pt idx="5263">
                  <c:v>0.51438480113353358</c:v>
                </c:pt>
                <c:pt idx="5264">
                  <c:v>0.76832492756634152</c:v>
                </c:pt>
                <c:pt idx="5265">
                  <c:v>1.3944064583816149</c:v>
                </c:pt>
                <c:pt idx="5266">
                  <c:v>0.72927145743387656</c:v>
                </c:pt>
                <c:pt idx="5267">
                  <c:v>1.1957336896892601</c:v>
                </c:pt>
                <c:pt idx="5268">
                  <c:v>1.0476638017314706</c:v>
                </c:pt>
                <c:pt idx="5269">
                  <c:v>1.179255049613581</c:v>
                </c:pt>
                <c:pt idx="5270">
                  <c:v>1.1165813175678276</c:v>
                </c:pt>
                <c:pt idx="5271">
                  <c:v>1.0509314289205063</c:v>
                </c:pt>
                <c:pt idx="5272">
                  <c:v>0.95888068298323559</c:v>
                </c:pt>
                <c:pt idx="5273">
                  <c:v>0.79757730374077973</c:v>
                </c:pt>
                <c:pt idx="5274">
                  <c:v>1.0520729124136936</c:v>
                </c:pt>
                <c:pt idx="5275">
                  <c:v>0.77442299057662511</c:v>
                </c:pt>
                <c:pt idx="5276">
                  <c:v>0.79425245695389735</c:v>
                </c:pt>
                <c:pt idx="5277">
                  <c:v>1.1284049868303951</c:v>
                </c:pt>
                <c:pt idx="5278">
                  <c:v>0.87786140720083738</c:v>
                </c:pt>
                <c:pt idx="5279">
                  <c:v>0.8910410482397344</c:v>
                </c:pt>
                <c:pt idx="5280">
                  <c:v>0.84483585658165894</c:v>
                </c:pt>
                <c:pt idx="5281">
                  <c:v>0.80903218351187278</c:v>
                </c:pt>
                <c:pt idx="5282">
                  <c:v>0.81820772894177451</c:v>
                </c:pt>
                <c:pt idx="5283">
                  <c:v>0.48688558832181883</c:v>
                </c:pt>
                <c:pt idx="5284">
                  <c:v>0.65032235295073748</c:v>
                </c:pt>
                <c:pt idx="5285">
                  <c:v>0.57715640866814844</c:v>
                </c:pt>
                <c:pt idx="5286">
                  <c:v>0.79352609252953532</c:v>
                </c:pt>
                <c:pt idx="5287">
                  <c:v>0.99017185462259671</c:v>
                </c:pt>
                <c:pt idx="5288">
                  <c:v>1.0481090087572968</c:v>
                </c:pt>
                <c:pt idx="5289">
                  <c:v>1.3945500020362003</c:v>
                </c:pt>
                <c:pt idx="5290">
                  <c:v>1.2622710770743986</c:v>
                </c:pt>
                <c:pt idx="5291">
                  <c:v>1.4004430165668063</c:v>
                </c:pt>
                <c:pt idx="5292">
                  <c:v>1.0110472319308828</c:v>
                </c:pt>
                <c:pt idx="5293">
                  <c:v>0.85109489696973983</c:v>
                </c:pt>
                <c:pt idx="5294">
                  <c:v>1.0396755104912736</c:v>
                </c:pt>
                <c:pt idx="5295">
                  <c:v>0.99852067328407579</c:v>
                </c:pt>
                <c:pt idx="5296">
                  <c:v>0.57448472226879188</c:v>
                </c:pt>
                <c:pt idx="5297">
                  <c:v>0.75515890069255354</c:v>
                </c:pt>
                <c:pt idx="5298">
                  <c:v>0.52257563587324884</c:v>
                </c:pt>
                <c:pt idx="5299">
                  <c:v>0.63863500884174318</c:v>
                </c:pt>
                <c:pt idx="5300">
                  <c:v>0.73141197375162781</c:v>
                </c:pt>
                <c:pt idx="5301">
                  <c:v>0.67138706713582985</c:v>
                </c:pt>
                <c:pt idx="5302">
                  <c:v>0.6775047472156781</c:v>
                </c:pt>
                <c:pt idx="5303">
                  <c:v>0.68057944901825373</c:v>
                </c:pt>
                <c:pt idx="5304">
                  <c:v>0.74626298691068638</c:v>
                </c:pt>
                <c:pt idx="5305">
                  <c:v>0.67478332483828041</c:v>
                </c:pt>
                <c:pt idx="5306">
                  <c:v>0.74905133428251491</c:v>
                </c:pt>
                <c:pt idx="5307">
                  <c:v>1.0333551058245924</c:v>
                </c:pt>
                <c:pt idx="5308">
                  <c:v>0.90374850282207853</c:v>
                </c:pt>
                <c:pt idx="5309">
                  <c:v>0.72553152234491169</c:v>
                </c:pt>
                <c:pt idx="5310">
                  <c:v>0.40995118479097464</c:v>
                </c:pt>
                <c:pt idx="5311">
                  <c:v>0.48349879300363119</c:v>
                </c:pt>
                <c:pt idx="5312">
                  <c:v>0.41265741031510578</c:v>
                </c:pt>
                <c:pt idx="5313">
                  <c:v>0.53017812569814138</c:v>
                </c:pt>
                <c:pt idx="5314">
                  <c:v>0.657426356632414</c:v>
                </c:pt>
                <c:pt idx="5315">
                  <c:v>0.49292617485822804</c:v>
                </c:pt>
                <c:pt idx="5316">
                  <c:v>0.6380475232931222</c:v>
                </c:pt>
                <c:pt idx="5317">
                  <c:v>0.82034277000975397</c:v>
                </c:pt>
                <c:pt idx="5318">
                  <c:v>0.94376388571173109</c:v>
                </c:pt>
                <c:pt idx="5319">
                  <c:v>0.97516641744637689</c:v>
                </c:pt>
                <c:pt idx="5320">
                  <c:v>1.0048349196517323</c:v>
                </c:pt>
                <c:pt idx="5321">
                  <c:v>0.77804417904423528</c:v>
                </c:pt>
                <c:pt idx="5322">
                  <c:v>0.8978149829425176</c:v>
                </c:pt>
                <c:pt idx="5323">
                  <c:v>0.97736314950214875</c:v>
                </c:pt>
                <c:pt idx="5324">
                  <c:v>1.2090332574895557</c:v>
                </c:pt>
                <c:pt idx="5325">
                  <c:v>0.96652264306001123</c:v>
                </c:pt>
                <c:pt idx="5326">
                  <c:v>0.90383158513376949</c:v>
                </c:pt>
                <c:pt idx="5327">
                  <c:v>1.0242011915066811</c:v>
                </c:pt>
                <c:pt idx="5328">
                  <c:v>0.80487667506525051</c:v>
                </c:pt>
                <c:pt idx="5329">
                  <c:v>0.76257241435224288</c:v>
                </c:pt>
                <c:pt idx="5330">
                  <c:v>0.72909382872352191</c:v>
                </c:pt>
                <c:pt idx="5331">
                  <c:v>0.73692497696872739</c:v>
                </c:pt>
                <c:pt idx="5332">
                  <c:v>0.66397329854565512</c:v>
                </c:pt>
                <c:pt idx="5333">
                  <c:v>0.65823200037736485</c:v>
                </c:pt>
                <c:pt idx="5334">
                  <c:v>0.67256908880977218</c:v>
                </c:pt>
                <c:pt idx="5335">
                  <c:v>0.23318671990102388</c:v>
                </c:pt>
                <c:pt idx="5336">
                  <c:v>0.33819082243293203</c:v>
                </c:pt>
                <c:pt idx="5337">
                  <c:v>0.50273714197153618</c:v>
                </c:pt>
                <c:pt idx="5338">
                  <c:v>0.87289288527922571</c:v>
                </c:pt>
                <c:pt idx="5339">
                  <c:v>0.46368781653373026</c:v>
                </c:pt>
                <c:pt idx="5340">
                  <c:v>0.5781901820477825</c:v>
                </c:pt>
                <c:pt idx="5341">
                  <c:v>-5.6298312145753497</c:v>
                </c:pt>
                <c:pt idx="5342">
                  <c:v>-14.620640764334629</c:v>
                </c:pt>
                <c:pt idx="5343">
                  <c:v>-11.578585907743493</c:v>
                </c:pt>
                <c:pt idx="5344">
                  <c:v>-10.531233232277074</c:v>
                </c:pt>
                <c:pt idx="5345">
                  <c:v>-8.4318303053042047</c:v>
                </c:pt>
                <c:pt idx="5346">
                  <c:v>-6.1267078019466563</c:v>
                </c:pt>
                <c:pt idx="5347">
                  <c:v>-5.9739420147711044</c:v>
                </c:pt>
                <c:pt idx="5348">
                  <c:v>-3.0955483673390845</c:v>
                </c:pt>
                <c:pt idx="5349">
                  <c:v>-8.9031009181561815E-2</c:v>
                </c:pt>
                <c:pt idx="5350">
                  <c:v>-3.3291592515513617</c:v>
                </c:pt>
                <c:pt idx="5351">
                  <c:v>-0.72438265688247694</c:v>
                </c:pt>
                <c:pt idx="5352">
                  <c:v>-0.10062110227906697</c:v>
                </c:pt>
                <c:pt idx="5353">
                  <c:v>0.29662088661630698</c:v>
                </c:pt>
                <c:pt idx="5354">
                  <c:v>0.33797409672282835</c:v>
                </c:pt>
                <c:pt idx="5355">
                  <c:v>0.46773226504790344</c:v>
                </c:pt>
                <c:pt idx="5356">
                  <c:v>0.71666936894607813</c:v>
                </c:pt>
                <c:pt idx="5357">
                  <c:v>0.62968537389567125</c:v>
                </c:pt>
                <c:pt idx="5358">
                  <c:v>0.69078155893238413</c:v>
                </c:pt>
                <c:pt idx="5359">
                  <c:v>0.58109221847560344</c:v>
                </c:pt>
                <c:pt idx="5360">
                  <c:v>0.15860575515457742</c:v>
                </c:pt>
                <c:pt idx="5361">
                  <c:v>-9.5553495777828896</c:v>
                </c:pt>
                <c:pt idx="5362">
                  <c:v>-9.8344359869212159</c:v>
                </c:pt>
                <c:pt idx="5363">
                  <c:v>-9.8763237156914947</c:v>
                </c:pt>
                <c:pt idx="5364">
                  <c:v>-10.765159438020042</c:v>
                </c:pt>
                <c:pt idx="5365">
                  <c:v>-8.3390200977565403</c:v>
                </c:pt>
                <c:pt idx="5366">
                  <c:v>-11.556383213438991</c:v>
                </c:pt>
                <c:pt idx="5367">
                  <c:v>-10.889210947774711</c:v>
                </c:pt>
                <c:pt idx="5368">
                  <c:v>-8.7655208393426296</c:v>
                </c:pt>
                <c:pt idx="5369">
                  <c:v>-8.4149920117124779</c:v>
                </c:pt>
                <c:pt idx="5370">
                  <c:v>-7.9628119336538203</c:v>
                </c:pt>
                <c:pt idx="5371">
                  <c:v>-7.5297517764296966</c:v>
                </c:pt>
                <c:pt idx="5372">
                  <c:v>-5.9812646677481229</c:v>
                </c:pt>
                <c:pt idx="5373">
                  <c:v>-5.9226928196560982</c:v>
                </c:pt>
                <c:pt idx="5374">
                  <c:v>-1.0919762036033434</c:v>
                </c:pt>
                <c:pt idx="5375">
                  <c:v>-0.87240791151097818</c:v>
                </c:pt>
                <c:pt idx="5376">
                  <c:v>-0.65153419357406561</c:v>
                </c:pt>
                <c:pt idx="5377">
                  <c:v>-0.42935504979259692</c:v>
                </c:pt>
                <c:pt idx="5378">
                  <c:v>-0.20587048016658072</c:v>
                </c:pt>
                <c:pt idx="5379">
                  <c:v>1.8919515304007355E-2</c:v>
                </c:pt>
                <c:pt idx="5380">
                  <c:v>0.24501493661914317</c:v>
                </c:pt>
                <c:pt idx="5381">
                  <c:v>0.47241578377883758</c:v>
                </c:pt>
                <c:pt idx="5382">
                  <c:v>0.70112205678308215</c:v>
                </c:pt>
                <c:pt idx="5383">
                  <c:v>0.93113375563188816</c:v>
                </c:pt>
                <c:pt idx="5384">
                  <c:v>1.1624508803252467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-2.6873430480180382</c:v>
                </c:pt>
                <c:pt idx="5440">
                  <c:v>-3.4780791076238033</c:v>
                </c:pt>
                <c:pt idx="5441">
                  <c:v>-3.2017965211982693</c:v>
                </c:pt>
                <c:pt idx="5442">
                  <c:v>-2.1923002883844465</c:v>
                </c:pt>
                <c:pt idx="5443">
                  <c:v>-0.22624558932727873</c:v>
                </c:pt>
                <c:pt idx="5444">
                  <c:v>-1.5677078355138909</c:v>
                </c:pt>
                <c:pt idx="5445">
                  <c:v>-1.1515860208173139</c:v>
                </c:pt>
                <c:pt idx="5446">
                  <c:v>0.15243882715975579</c:v>
                </c:pt>
                <c:pt idx="5447">
                  <c:v>-0.34514964111649354</c:v>
                </c:pt>
                <c:pt idx="5448">
                  <c:v>0.21808497113579334</c:v>
                </c:pt>
                <c:pt idx="5449">
                  <c:v>0.28516843777655448</c:v>
                </c:pt>
                <c:pt idx="5450">
                  <c:v>0.31958663079242933</c:v>
                </c:pt>
                <c:pt idx="5451">
                  <c:v>0.45459421717246434</c:v>
                </c:pt>
                <c:pt idx="5452">
                  <c:v>0.47327028256217452</c:v>
                </c:pt>
                <c:pt idx="5453">
                  <c:v>0.5179372218122571</c:v>
                </c:pt>
                <c:pt idx="5454">
                  <c:v>0.46145299995711248</c:v>
                </c:pt>
                <c:pt idx="5455">
                  <c:v>0.42661930529950826</c:v>
                </c:pt>
                <c:pt idx="5456">
                  <c:v>0.507292436531528</c:v>
                </c:pt>
                <c:pt idx="5457">
                  <c:v>0.57108845431452193</c:v>
                </c:pt>
                <c:pt idx="5458">
                  <c:v>0.68304540882702436</c:v>
                </c:pt>
                <c:pt idx="5459">
                  <c:v>0.5145571450177161</c:v>
                </c:pt>
                <c:pt idx="5460">
                  <c:v>0.8250273024573519</c:v>
                </c:pt>
                <c:pt idx="5461">
                  <c:v>0.87514844318967244</c:v>
                </c:pt>
                <c:pt idx="5462">
                  <c:v>0.21787813901330791</c:v>
                </c:pt>
                <c:pt idx="5463">
                  <c:v>0.49273551184492165</c:v>
                </c:pt>
                <c:pt idx="5464">
                  <c:v>0.37898961499859607</c:v>
                </c:pt>
                <c:pt idx="5465">
                  <c:v>0.56586820700309726</c:v>
                </c:pt>
                <c:pt idx="5466">
                  <c:v>0.4065827924449163</c:v>
                </c:pt>
                <c:pt idx="5467">
                  <c:v>0.51033496535622225</c:v>
                </c:pt>
                <c:pt idx="5468">
                  <c:v>0.54924977733210334</c:v>
                </c:pt>
                <c:pt idx="5469">
                  <c:v>0.63978387761598909</c:v>
                </c:pt>
                <c:pt idx="5470">
                  <c:v>0.70353226367413391</c:v>
                </c:pt>
                <c:pt idx="5471">
                  <c:v>1.1511026800385098</c:v>
                </c:pt>
                <c:pt idx="5472">
                  <c:v>1.0876650732268833</c:v>
                </c:pt>
                <c:pt idx="5473">
                  <c:v>1.3118212328288321</c:v>
                </c:pt>
                <c:pt idx="5474">
                  <c:v>1.1744513809000834</c:v>
                </c:pt>
                <c:pt idx="5475">
                  <c:v>1.1663820591570031</c:v>
                </c:pt>
                <c:pt idx="5476">
                  <c:v>1.1062650615768537</c:v>
                </c:pt>
                <c:pt idx="5477">
                  <c:v>1.8519518227349563</c:v>
                </c:pt>
                <c:pt idx="5478">
                  <c:v>2.2647529845961745</c:v>
                </c:pt>
                <c:pt idx="5479">
                  <c:v>2.1598957108204346</c:v>
                </c:pt>
                <c:pt idx="5480">
                  <c:v>2.6192521502601886</c:v>
                </c:pt>
                <c:pt idx="5481">
                  <c:v>2.886758272132985</c:v>
                </c:pt>
                <c:pt idx="5482">
                  <c:v>3.3386026655933594</c:v>
                </c:pt>
                <c:pt idx="5483">
                  <c:v>3.2149106299518961</c:v>
                </c:pt>
                <c:pt idx="5484">
                  <c:v>3.8804481540857734</c:v>
                </c:pt>
                <c:pt idx="5485">
                  <c:v>3.9478914333455495</c:v>
                </c:pt>
                <c:pt idx="5486">
                  <c:v>4.178216393518623</c:v>
                </c:pt>
                <c:pt idx="5487">
                  <c:v>4.2239821130532693</c:v>
                </c:pt>
                <c:pt idx="5488">
                  <c:v>4.1710988573803078</c:v>
                </c:pt>
                <c:pt idx="5489">
                  <c:v>4.1607697792305922</c:v>
                </c:pt>
                <c:pt idx="5490">
                  <c:v>4.063657690844404</c:v>
                </c:pt>
                <c:pt idx="5491">
                  <c:v>3.8615027069453762</c:v>
                </c:pt>
                <c:pt idx="5492">
                  <c:v>4.0909866142636817</c:v>
                </c:pt>
                <c:pt idx="5493">
                  <c:v>4.2521867455026925</c:v>
                </c:pt>
                <c:pt idx="5494">
                  <c:v>4.6435149396629507</c:v>
                </c:pt>
                <c:pt idx="5495">
                  <c:v>4.5355469955597538</c:v>
                </c:pt>
                <c:pt idx="5496">
                  <c:v>4.5812314000886971</c:v>
                </c:pt>
                <c:pt idx="5497">
                  <c:v>4.7546009798232083</c:v>
                </c:pt>
                <c:pt idx="5498">
                  <c:v>4.6082542139468305</c:v>
                </c:pt>
                <c:pt idx="5499">
                  <c:v>4.6648445215629408</c:v>
                </c:pt>
                <c:pt idx="5500">
                  <c:v>4.2573149993591173</c:v>
                </c:pt>
                <c:pt idx="5501">
                  <c:v>4.1424486059063721</c:v>
                </c:pt>
                <c:pt idx="5502">
                  <c:v>4.4074006085079498</c:v>
                </c:pt>
                <c:pt idx="5503">
                  <c:v>4.1682393143968088</c:v>
                </c:pt>
                <c:pt idx="5504">
                  <c:v>4.5181022178335128</c:v>
                </c:pt>
                <c:pt idx="5505">
                  <c:v>4.6594693360492556</c:v>
                </c:pt>
                <c:pt idx="5506">
                  <c:v>5.0905686024423149</c:v>
                </c:pt>
                <c:pt idx="5507">
                  <c:v>4.8132130140747966</c:v>
                </c:pt>
                <c:pt idx="5508">
                  <c:v>4.2446606621392347</c:v>
                </c:pt>
                <c:pt idx="5509">
                  <c:v>3.0025748129458165</c:v>
                </c:pt>
                <c:pt idx="5510">
                  <c:v>2.4191816166131352</c:v>
                </c:pt>
                <c:pt idx="5511">
                  <c:v>1.5228534468663595</c:v>
                </c:pt>
                <c:pt idx="5512">
                  <c:v>1.1589814919606289</c:v>
                </c:pt>
                <c:pt idx="5513">
                  <c:v>1.104612202426082</c:v>
                </c:pt>
                <c:pt idx="5514">
                  <c:v>1.195328241516644</c:v>
                </c:pt>
                <c:pt idx="5515">
                  <c:v>0.92802302796928515</c:v>
                </c:pt>
                <c:pt idx="5516">
                  <c:v>0.99466070048464927</c:v>
                </c:pt>
                <c:pt idx="5517">
                  <c:v>0.96279989887972661</c:v>
                </c:pt>
                <c:pt idx="5518">
                  <c:v>1.0172346642979715</c:v>
                </c:pt>
                <c:pt idx="5519">
                  <c:v>1.0679576280430632</c:v>
                </c:pt>
                <c:pt idx="5520">
                  <c:v>1.0809475817595744</c:v>
                </c:pt>
                <c:pt idx="5521">
                  <c:v>1.2643745147412646</c:v>
                </c:pt>
                <c:pt idx="5522">
                  <c:v>1.2021574154195891</c:v>
                </c:pt>
                <c:pt idx="5523">
                  <c:v>1.4610723482117234</c:v>
                </c:pt>
                <c:pt idx="5524">
                  <c:v>1.6527225301708142</c:v>
                </c:pt>
                <c:pt idx="5525">
                  <c:v>1.5945175509301144</c:v>
                </c:pt>
                <c:pt idx="5526">
                  <c:v>1.6092651599700087</c:v>
                </c:pt>
                <c:pt idx="5527">
                  <c:v>1.5722251299880963</c:v>
                </c:pt>
                <c:pt idx="5528">
                  <c:v>1.6083382521209306</c:v>
                </c:pt>
                <c:pt idx="5529">
                  <c:v>1.468742639642129</c:v>
                </c:pt>
                <c:pt idx="5530">
                  <c:v>1.2130193970755265</c:v>
                </c:pt>
                <c:pt idx="5531">
                  <c:v>0.52317166970496765</c:v>
                </c:pt>
                <c:pt idx="5532">
                  <c:v>-2.2993527637834905</c:v>
                </c:pt>
                <c:pt idx="5533">
                  <c:v>-5.2766729689395637</c:v>
                </c:pt>
                <c:pt idx="5534">
                  <c:v>-6.1256382399314164</c:v>
                </c:pt>
                <c:pt idx="5535">
                  <c:v>-5.7663769238814941</c:v>
                </c:pt>
                <c:pt idx="5536">
                  <c:v>-5.2127795578778677</c:v>
                </c:pt>
                <c:pt idx="5537">
                  <c:v>-5.1426798350287797</c:v>
                </c:pt>
                <c:pt idx="5538">
                  <c:v>-4.6987488152838424</c:v>
                </c:pt>
                <c:pt idx="5539">
                  <c:v>-4.5571755444237816</c:v>
                </c:pt>
                <c:pt idx="5540">
                  <c:v>-2.4149645328888267</c:v>
                </c:pt>
                <c:pt idx="5541">
                  <c:v>-2.5936651832669644</c:v>
                </c:pt>
                <c:pt idx="5542">
                  <c:v>-0.608590654638687</c:v>
                </c:pt>
                <c:pt idx="5543">
                  <c:v>-0.53660953817901136</c:v>
                </c:pt>
                <c:pt idx="5544">
                  <c:v>0.17226112402356589</c:v>
                </c:pt>
                <c:pt idx="5545">
                  <c:v>0.30210529695297428</c:v>
                </c:pt>
                <c:pt idx="5546">
                  <c:v>0.35807688759753042</c:v>
                </c:pt>
                <c:pt idx="5547">
                  <c:v>0.35979777232885535</c:v>
                </c:pt>
                <c:pt idx="5548">
                  <c:v>0.37020588455089454</c:v>
                </c:pt>
                <c:pt idx="5549">
                  <c:v>0.45835179046044611</c:v>
                </c:pt>
                <c:pt idx="5550">
                  <c:v>0.4486702127765444</c:v>
                </c:pt>
                <c:pt idx="5551">
                  <c:v>0.41839589377963066</c:v>
                </c:pt>
                <c:pt idx="5552">
                  <c:v>0.40549101637885759</c:v>
                </c:pt>
                <c:pt idx="5553">
                  <c:v>-1.5525300859035658</c:v>
                </c:pt>
                <c:pt idx="5554">
                  <c:v>-1.8096072627246227</c:v>
                </c:pt>
                <c:pt idx="5555">
                  <c:v>-3.7140767468024443</c:v>
                </c:pt>
                <c:pt idx="5556">
                  <c:v>-0.89387988478043012</c:v>
                </c:pt>
                <c:pt idx="5557">
                  <c:v>-5.1842640842889409</c:v>
                </c:pt>
                <c:pt idx="5558">
                  <c:v>-0.70458362323794044</c:v>
                </c:pt>
                <c:pt idx="5559">
                  <c:v>-4.7743984073012449</c:v>
                </c:pt>
                <c:pt idx="5560">
                  <c:v>-2.7546774632425235</c:v>
                </c:pt>
                <c:pt idx="5561">
                  <c:v>-1.5044115015950401E-2</c:v>
                </c:pt>
                <c:pt idx="5562">
                  <c:v>0.18238493422574303</c:v>
                </c:pt>
                <c:pt idx="5563">
                  <c:v>-0.16910977294588347</c:v>
                </c:pt>
                <c:pt idx="5564">
                  <c:v>9.5037484083089402E-2</c:v>
                </c:pt>
                <c:pt idx="5565">
                  <c:v>0.48043920115433786</c:v>
                </c:pt>
                <c:pt idx="5566">
                  <c:v>0.62832480469048146</c:v>
                </c:pt>
                <c:pt idx="5567">
                  <c:v>0.55609200927480618</c:v>
                </c:pt>
                <c:pt idx="5568">
                  <c:v>0.54951233671502242</c:v>
                </c:pt>
                <c:pt idx="5569">
                  <c:v>0.49147599584258556</c:v>
                </c:pt>
                <c:pt idx="5570">
                  <c:v>0.61218577153772691</c:v>
                </c:pt>
                <c:pt idx="5571">
                  <c:v>0.67816161009501563</c:v>
                </c:pt>
                <c:pt idx="5572">
                  <c:v>0.62069062798569063</c:v>
                </c:pt>
                <c:pt idx="5573">
                  <c:v>0.61365554902253305</c:v>
                </c:pt>
                <c:pt idx="5574">
                  <c:v>0.51491229117537229</c:v>
                </c:pt>
                <c:pt idx="5575">
                  <c:v>0.5035235101986546</c:v>
                </c:pt>
                <c:pt idx="5576">
                  <c:v>0.4118022995330326</c:v>
                </c:pt>
                <c:pt idx="5577">
                  <c:v>0.39514135005856549</c:v>
                </c:pt>
                <c:pt idx="5578">
                  <c:v>-9.2280892795856453E-2</c:v>
                </c:pt>
                <c:pt idx="5579">
                  <c:v>0.13409312290890718</c:v>
                </c:pt>
                <c:pt idx="5580">
                  <c:v>-1.1309274096842208</c:v>
                </c:pt>
                <c:pt idx="5581">
                  <c:v>-2.6640215761341124</c:v>
                </c:pt>
                <c:pt idx="5582">
                  <c:v>-4.9907721766965425</c:v>
                </c:pt>
                <c:pt idx="5583">
                  <c:v>-1.9413102515226115</c:v>
                </c:pt>
                <c:pt idx="5584">
                  <c:v>-5.73824402392043</c:v>
                </c:pt>
                <c:pt idx="5585">
                  <c:v>-1.5098305673000727</c:v>
                </c:pt>
                <c:pt idx="5586">
                  <c:v>-0.46138931811592854</c:v>
                </c:pt>
                <c:pt idx="5587">
                  <c:v>-1.2249622360276796E-2</c:v>
                </c:pt>
                <c:pt idx="5588">
                  <c:v>0.2903085755881874</c:v>
                </c:pt>
                <c:pt idx="5589">
                  <c:v>0.4512070076802181</c:v>
                </c:pt>
                <c:pt idx="5590">
                  <c:v>0.73900193763921129</c:v>
                </c:pt>
                <c:pt idx="5591">
                  <c:v>0.77072820474882375</c:v>
                </c:pt>
                <c:pt idx="5592">
                  <c:v>0.705625802216026</c:v>
                </c:pt>
                <c:pt idx="5593">
                  <c:v>0.67217953219557203</c:v>
                </c:pt>
                <c:pt idx="5594">
                  <c:v>0.62766933246781931</c:v>
                </c:pt>
                <c:pt idx="5595">
                  <c:v>0.33263862741998501</c:v>
                </c:pt>
                <c:pt idx="5596">
                  <c:v>0.56449473040599663</c:v>
                </c:pt>
                <c:pt idx="5597">
                  <c:v>0.14267371723068834</c:v>
                </c:pt>
                <c:pt idx="5598">
                  <c:v>0.46059341193923065</c:v>
                </c:pt>
                <c:pt idx="5599">
                  <c:v>1.0582903167648525</c:v>
                </c:pt>
                <c:pt idx="5600">
                  <c:v>1.0542567698190053</c:v>
                </c:pt>
                <c:pt idx="5601">
                  <c:v>1.0554783660137772</c:v>
                </c:pt>
                <c:pt idx="5602">
                  <c:v>1.2012311778408611</c:v>
                </c:pt>
                <c:pt idx="5603">
                  <c:v>1.6112223736299913</c:v>
                </c:pt>
                <c:pt idx="5604">
                  <c:v>1.4651028545967482</c:v>
                </c:pt>
                <c:pt idx="5605">
                  <c:v>1.5270799676065276</c:v>
                </c:pt>
                <c:pt idx="5606">
                  <c:v>1.1625275322541908</c:v>
                </c:pt>
                <c:pt idx="5607">
                  <c:v>0.65327425533517713</c:v>
                </c:pt>
                <c:pt idx="5608">
                  <c:v>0.37217316172177345</c:v>
                </c:pt>
                <c:pt idx="5609">
                  <c:v>0.53911749022343103</c:v>
                </c:pt>
                <c:pt idx="5610">
                  <c:v>0.48353699090104291</c:v>
                </c:pt>
                <c:pt idx="5611">
                  <c:v>0.4087440445305362</c:v>
                </c:pt>
                <c:pt idx="5612">
                  <c:v>0.50927734838337757</c:v>
                </c:pt>
                <c:pt idx="5613">
                  <c:v>0.43846337355362403</c:v>
                </c:pt>
                <c:pt idx="5614">
                  <c:v>0.5715411959339628</c:v>
                </c:pt>
                <c:pt idx="5615">
                  <c:v>0.50771530625776595</c:v>
                </c:pt>
                <c:pt idx="5616">
                  <c:v>0.57685249067406552</c:v>
                </c:pt>
                <c:pt idx="5617">
                  <c:v>0.56565337981598207</c:v>
                </c:pt>
                <c:pt idx="5618">
                  <c:v>0.60107966598618601</c:v>
                </c:pt>
                <c:pt idx="5619">
                  <c:v>0.76710943871289661</c:v>
                </c:pt>
                <c:pt idx="5620">
                  <c:v>0.62480369151183612</c:v>
                </c:pt>
                <c:pt idx="5621">
                  <c:v>8.0508291110929733E-2</c:v>
                </c:pt>
                <c:pt idx="5622">
                  <c:v>0.61083255827705663</c:v>
                </c:pt>
                <c:pt idx="5623">
                  <c:v>0.28236405623706751</c:v>
                </c:pt>
                <c:pt idx="5624">
                  <c:v>0.25958892384716981</c:v>
                </c:pt>
                <c:pt idx="5625">
                  <c:v>1.6862201495743554</c:v>
                </c:pt>
                <c:pt idx="5626">
                  <c:v>1.1998536739935053</c:v>
                </c:pt>
                <c:pt idx="5627">
                  <c:v>0.64240322603495792</c:v>
                </c:pt>
                <c:pt idx="5628">
                  <c:v>0.84550228426544283</c:v>
                </c:pt>
                <c:pt idx="5629">
                  <c:v>0.13278219861463694</c:v>
                </c:pt>
                <c:pt idx="5630">
                  <c:v>-8.939018938070129</c:v>
                </c:pt>
                <c:pt idx="5631">
                  <c:v>-8.4607289101430911</c:v>
                </c:pt>
                <c:pt idx="5632">
                  <c:v>-7.5002282414924464</c:v>
                </c:pt>
                <c:pt idx="5633">
                  <c:v>-6.6192157852758946</c:v>
                </c:pt>
                <c:pt idx="5634">
                  <c:v>-5.694999925811036</c:v>
                </c:pt>
                <c:pt idx="5635">
                  <c:v>-4.7426199303009939</c:v>
                </c:pt>
                <c:pt idx="5636">
                  <c:v>-3.9499773943510541</c:v>
                </c:pt>
                <c:pt idx="5637">
                  <c:v>-3.6501896104516547</c:v>
                </c:pt>
                <c:pt idx="5638">
                  <c:v>-3.1847664045162363</c:v>
                </c:pt>
                <c:pt idx="5639">
                  <c:v>-2.0647329417889138</c:v>
                </c:pt>
                <c:pt idx="5640">
                  <c:v>-0.14849288058748555</c:v>
                </c:pt>
                <c:pt idx="5641">
                  <c:v>0.17807299293163842</c:v>
                </c:pt>
                <c:pt idx="5642">
                  <c:v>0.2761155524188893</c:v>
                </c:pt>
                <c:pt idx="5643">
                  <c:v>0.26607307494029231</c:v>
                </c:pt>
                <c:pt idx="5644">
                  <c:v>0.40134651081340406</c:v>
                </c:pt>
                <c:pt idx="5645">
                  <c:v>0.38118282589007096</c:v>
                </c:pt>
                <c:pt idx="5646">
                  <c:v>0.35057671915769978</c:v>
                </c:pt>
                <c:pt idx="5647">
                  <c:v>-0.12482143109766002</c:v>
                </c:pt>
                <c:pt idx="5648">
                  <c:v>0.46500957713719709</c:v>
                </c:pt>
                <c:pt idx="5649">
                  <c:v>0.70725044309800633</c:v>
                </c:pt>
                <c:pt idx="5650">
                  <c:v>0.58189313296030054</c:v>
                </c:pt>
                <c:pt idx="5651">
                  <c:v>0.94313295481634574</c:v>
                </c:pt>
                <c:pt idx="5652">
                  <c:v>0.78840984468574449</c:v>
                </c:pt>
                <c:pt idx="5653">
                  <c:v>0.44599971367199315</c:v>
                </c:pt>
                <c:pt idx="5654">
                  <c:v>0.64084428157715179</c:v>
                </c:pt>
                <c:pt idx="5655">
                  <c:v>0.84834232168383394</c:v>
                </c:pt>
                <c:pt idx="5656">
                  <c:v>0.50294170065849952</c:v>
                </c:pt>
                <c:pt idx="5657">
                  <c:v>0.48266602947592019</c:v>
                </c:pt>
                <c:pt idx="5658">
                  <c:v>0.46345386640535452</c:v>
                </c:pt>
                <c:pt idx="5659">
                  <c:v>0.50994867784929199</c:v>
                </c:pt>
                <c:pt idx="5660">
                  <c:v>0.62114062552990501</c:v>
                </c:pt>
                <c:pt idx="5661">
                  <c:v>0.65801628188643047</c:v>
                </c:pt>
                <c:pt idx="5662">
                  <c:v>0.65642943256831088</c:v>
                </c:pt>
                <c:pt idx="5663">
                  <c:v>0.72795605876428449</c:v>
                </c:pt>
                <c:pt idx="5664">
                  <c:v>0.43332022028688516</c:v>
                </c:pt>
                <c:pt idx="5665">
                  <c:v>0.52019359743703475</c:v>
                </c:pt>
                <c:pt idx="5666">
                  <c:v>0.90135194707571198</c:v>
                </c:pt>
                <c:pt idx="5667">
                  <c:v>1.2941917957472646</c:v>
                </c:pt>
                <c:pt idx="5668">
                  <c:v>1.2411726354445982</c:v>
                </c:pt>
                <c:pt idx="5669">
                  <c:v>1.1216605589993727</c:v>
                </c:pt>
                <c:pt idx="5670">
                  <c:v>0.82832217878017422</c:v>
                </c:pt>
                <c:pt idx="5671">
                  <c:v>1.5273520546432509</c:v>
                </c:pt>
                <c:pt idx="5672">
                  <c:v>1.8485448373670197</c:v>
                </c:pt>
                <c:pt idx="5673">
                  <c:v>2.2008020152589531</c:v>
                </c:pt>
                <c:pt idx="5674">
                  <c:v>1.8817132002289412</c:v>
                </c:pt>
                <c:pt idx="5675">
                  <c:v>3.7610129482913846</c:v>
                </c:pt>
                <c:pt idx="5676">
                  <c:v>1.2287536001512513</c:v>
                </c:pt>
                <c:pt idx="5677">
                  <c:v>0.66942914492537298</c:v>
                </c:pt>
                <c:pt idx="5678">
                  <c:v>0.91908483456405043</c:v>
                </c:pt>
                <c:pt idx="5679">
                  <c:v>0.83910671352189181</c:v>
                </c:pt>
                <c:pt idx="5680">
                  <c:v>0.8742582983341467</c:v>
                </c:pt>
                <c:pt idx="5681">
                  <c:v>0.78489066284382125</c:v>
                </c:pt>
                <c:pt idx="5682">
                  <c:v>0.85434026205678282</c:v>
                </c:pt>
                <c:pt idx="5683">
                  <c:v>0.53745921758347659</c:v>
                </c:pt>
                <c:pt idx="5684">
                  <c:v>0.62249342424558818</c:v>
                </c:pt>
                <c:pt idx="5685">
                  <c:v>0.60859784183500309</c:v>
                </c:pt>
                <c:pt idx="5686">
                  <c:v>0.51219256597286666</c:v>
                </c:pt>
                <c:pt idx="5687">
                  <c:v>0.633825422451465</c:v>
                </c:pt>
                <c:pt idx="5688">
                  <c:v>0.5597921589652004</c:v>
                </c:pt>
                <c:pt idx="5689">
                  <c:v>0.60798941654551619</c:v>
                </c:pt>
                <c:pt idx="5690">
                  <c:v>1.2568568330710113</c:v>
                </c:pt>
                <c:pt idx="5691">
                  <c:v>4.8488271705616528</c:v>
                </c:pt>
                <c:pt idx="5692">
                  <c:v>4.8990968633895449</c:v>
                </c:pt>
                <c:pt idx="5693">
                  <c:v>4.2724631154484118</c:v>
                </c:pt>
                <c:pt idx="5694">
                  <c:v>4.0080014645050808</c:v>
                </c:pt>
                <c:pt idx="5695">
                  <c:v>4.1005193247941767</c:v>
                </c:pt>
                <c:pt idx="5696">
                  <c:v>2.8939407104237169</c:v>
                </c:pt>
                <c:pt idx="5697">
                  <c:v>2.3204679136289421</c:v>
                </c:pt>
                <c:pt idx="5698">
                  <c:v>0.43063276518948718</c:v>
                </c:pt>
                <c:pt idx="5699">
                  <c:v>0.86580989457926794</c:v>
                </c:pt>
                <c:pt idx="5700">
                  <c:v>0.68788635689077027</c:v>
                </c:pt>
                <c:pt idx="5701">
                  <c:v>0.73972546523245897</c:v>
                </c:pt>
                <c:pt idx="5702">
                  <c:v>0.41524096039024083</c:v>
                </c:pt>
                <c:pt idx="5703">
                  <c:v>0.89444097636095499</c:v>
                </c:pt>
                <c:pt idx="5704">
                  <c:v>0.81309351753973158</c:v>
                </c:pt>
                <c:pt idx="5705">
                  <c:v>0.24354125263344012</c:v>
                </c:pt>
                <c:pt idx="5706">
                  <c:v>0.60070559266143675</c:v>
                </c:pt>
                <c:pt idx="5707">
                  <c:v>0.61687499246763533</c:v>
                </c:pt>
                <c:pt idx="5708">
                  <c:v>0.6067658462883152</c:v>
                </c:pt>
                <c:pt idx="5709">
                  <c:v>0.55185566259856267</c:v>
                </c:pt>
                <c:pt idx="5710">
                  <c:v>0.6812269600018247</c:v>
                </c:pt>
                <c:pt idx="5711">
                  <c:v>0.70152038399583883</c:v>
                </c:pt>
                <c:pt idx="5712">
                  <c:v>0.5580090109971193</c:v>
                </c:pt>
                <c:pt idx="5713">
                  <c:v>0.52128689236514092</c:v>
                </c:pt>
                <c:pt idx="5714">
                  <c:v>0.42189647577657241</c:v>
                </c:pt>
                <c:pt idx="5715">
                  <c:v>0.65981978225537297</c:v>
                </c:pt>
                <c:pt idx="5716">
                  <c:v>0.68224734926493658</c:v>
                </c:pt>
                <c:pt idx="5717">
                  <c:v>0.53686141320366709</c:v>
                </c:pt>
                <c:pt idx="5718">
                  <c:v>0.36484507212772382</c:v>
                </c:pt>
                <c:pt idx="5719">
                  <c:v>0.25919207075293427</c:v>
                </c:pt>
                <c:pt idx="5720">
                  <c:v>1.3326653469099186</c:v>
                </c:pt>
                <c:pt idx="5721">
                  <c:v>0.57126775316937617</c:v>
                </c:pt>
                <c:pt idx="5722">
                  <c:v>-5.2990274534417212</c:v>
                </c:pt>
                <c:pt idx="5723">
                  <c:v>-8.3874424272909778</c:v>
                </c:pt>
                <c:pt idx="5724">
                  <c:v>-8.9291555413229649</c:v>
                </c:pt>
                <c:pt idx="5725">
                  <c:v>-8.8424263761583273</c:v>
                </c:pt>
                <c:pt idx="5726">
                  <c:v>-8.2140402223989906</c:v>
                </c:pt>
                <c:pt idx="5727">
                  <c:v>-8.8880046218672284</c:v>
                </c:pt>
                <c:pt idx="5728">
                  <c:v>-2.6843261534614267</c:v>
                </c:pt>
                <c:pt idx="5729">
                  <c:v>-0.93237571999234448</c:v>
                </c:pt>
                <c:pt idx="5730">
                  <c:v>-0.52807557539379069</c:v>
                </c:pt>
                <c:pt idx="5731">
                  <c:v>-0.10536316162257525</c:v>
                </c:pt>
                <c:pt idx="5732">
                  <c:v>0.18729287750522786</c:v>
                </c:pt>
                <c:pt idx="5733">
                  <c:v>0.27025022208135413</c:v>
                </c:pt>
                <c:pt idx="5734">
                  <c:v>0.3488239219520009</c:v>
                </c:pt>
                <c:pt idx="5735">
                  <c:v>0.53356308536736918</c:v>
                </c:pt>
                <c:pt idx="5736">
                  <c:v>0.59685365224416276</c:v>
                </c:pt>
                <c:pt idx="5737">
                  <c:v>0.56972519535736144</c:v>
                </c:pt>
                <c:pt idx="5738">
                  <c:v>0.63673711193877502</c:v>
                </c:pt>
                <c:pt idx="5739">
                  <c:v>0.64262902471896099</c:v>
                </c:pt>
                <c:pt idx="5740">
                  <c:v>0.54612461477430418</c:v>
                </c:pt>
                <c:pt idx="5741">
                  <c:v>0.5134350482150648</c:v>
                </c:pt>
                <c:pt idx="5742">
                  <c:v>0.3556745451440837</c:v>
                </c:pt>
                <c:pt idx="5743">
                  <c:v>0.10905663834495392</c:v>
                </c:pt>
                <c:pt idx="5744">
                  <c:v>-1.1701857843860772</c:v>
                </c:pt>
                <c:pt idx="5745">
                  <c:v>-0.77085085328082292</c:v>
                </c:pt>
                <c:pt idx="5746">
                  <c:v>-1.9983355564471303</c:v>
                </c:pt>
                <c:pt idx="5747">
                  <c:v>-0.93913187336338599</c:v>
                </c:pt>
                <c:pt idx="5748">
                  <c:v>-0.96897924713274508</c:v>
                </c:pt>
                <c:pt idx="5749">
                  <c:v>-0.48847099859391824</c:v>
                </c:pt>
                <c:pt idx="5750">
                  <c:v>-0.50919297993910073</c:v>
                </c:pt>
                <c:pt idx="5751">
                  <c:v>-0.35277768153157185</c:v>
                </c:pt>
                <c:pt idx="5752">
                  <c:v>2.0287220183094687</c:v>
                </c:pt>
                <c:pt idx="5753">
                  <c:v>3.2369898997575399</c:v>
                </c:pt>
                <c:pt idx="5754">
                  <c:v>4.2050946443569526</c:v>
                </c:pt>
                <c:pt idx="5755">
                  <c:v>4.6132080357709713</c:v>
                </c:pt>
                <c:pt idx="5756">
                  <c:v>4.4933916253801272</c:v>
                </c:pt>
                <c:pt idx="5757">
                  <c:v>4.4724487781811968</c:v>
                </c:pt>
                <c:pt idx="5758">
                  <c:v>4.4613315024959466</c:v>
                </c:pt>
                <c:pt idx="5759">
                  <c:v>4.7000447217666794</c:v>
                </c:pt>
                <c:pt idx="5760">
                  <c:v>4.5297837903713631</c:v>
                </c:pt>
                <c:pt idx="5761">
                  <c:v>3.2538515146712879</c:v>
                </c:pt>
                <c:pt idx="5762">
                  <c:v>1.6432017032852912</c:v>
                </c:pt>
                <c:pt idx="5763">
                  <c:v>0.78078148731487618</c:v>
                </c:pt>
                <c:pt idx="5764">
                  <c:v>0.66296638787478712</c:v>
                </c:pt>
                <c:pt idx="5765">
                  <c:v>0.68900967923447665</c:v>
                </c:pt>
                <c:pt idx="5766">
                  <c:v>0.55725490470085448</c:v>
                </c:pt>
                <c:pt idx="5767">
                  <c:v>0.32224530639078852</c:v>
                </c:pt>
                <c:pt idx="5768">
                  <c:v>0.52248046074323284</c:v>
                </c:pt>
                <c:pt idx="5769">
                  <c:v>-1.4125700417951752</c:v>
                </c:pt>
                <c:pt idx="5770">
                  <c:v>-3.2008159466454891</c:v>
                </c:pt>
                <c:pt idx="5771">
                  <c:v>-8.2181581502387591</c:v>
                </c:pt>
                <c:pt idx="5772">
                  <c:v>-7.7932254377406442</c:v>
                </c:pt>
                <c:pt idx="5773">
                  <c:v>-7.8446069793200133</c:v>
                </c:pt>
                <c:pt idx="5774">
                  <c:v>-7.0746578084160214</c:v>
                </c:pt>
                <c:pt idx="5775">
                  <c:v>-6.4894359320388704</c:v>
                </c:pt>
                <c:pt idx="5776">
                  <c:v>-6.7064934921324788</c:v>
                </c:pt>
                <c:pt idx="5777">
                  <c:v>-5.8755902474076045</c:v>
                </c:pt>
                <c:pt idx="5778">
                  <c:v>-5.8259237856071682</c:v>
                </c:pt>
                <c:pt idx="5779">
                  <c:v>-5.301174306505299</c:v>
                </c:pt>
                <c:pt idx="5780">
                  <c:v>-3.9501662671361313</c:v>
                </c:pt>
                <c:pt idx="5781">
                  <c:v>-3.3246825936697189</c:v>
                </c:pt>
                <c:pt idx="5782">
                  <c:v>-2.5823150838819835</c:v>
                </c:pt>
                <c:pt idx="5783">
                  <c:v>1.8943470333605075E-2</c:v>
                </c:pt>
                <c:pt idx="5784">
                  <c:v>-5.5927644960371004E-2</c:v>
                </c:pt>
                <c:pt idx="5785">
                  <c:v>0.12430258076305072</c:v>
                </c:pt>
                <c:pt idx="5786">
                  <c:v>0.35046728431241791</c:v>
                </c:pt>
                <c:pt idx="5787">
                  <c:v>0.59343527984733624</c:v>
                </c:pt>
                <c:pt idx="5788">
                  <c:v>0.51574016917604004</c:v>
                </c:pt>
                <c:pt idx="5789">
                  <c:v>0.48071421701423561</c:v>
                </c:pt>
                <c:pt idx="5790">
                  <c:v>0.25540343055492204</c:v>
                </c:pt>
                <c:pt idx="5791">
                  <c:v>0.24882810079159545</c:v>
                </c:pt>
                <c:pt idx="5792">
                  <c:v>-0.69588069455925672</c:v>
                </c:pt>
                <c:pt idx="5793">
                  <c:v>-6.9703296734453026</c:v>
                </c:pt>
                <c:pt idx="5794">
                  <c:v>-8.1318253783388208</c:v>
                </c:pt>
                <c:pt idx="5795">
                  <c:v>-9.8335665539495754</c:v>
                </c:pt>
                <c:pt idx="5796">
                  <c:v>-11.167525625530484</c:v>
                </c:pt>
                <c:pt idx="5797">
                  <c:v>-9.6152291189347352</c:v>
                </c:pt>
                <c:pt idx="5798">
                  <c:v>-10.266310338346733</c:v>
                </c:pt>
                <c:pt idx="5799">
                  <c:v>-11.470095584843682</c:v>
                </c:pt>
                <c:pt idx="5800">
                  <c:v>-11.183886848202587</c:v>
                </c:pt>
                <c:pt idx="5801">
                  <c:v>-10.341191567825147</c:v>
                </c:pt>
                <c:pt idx="5802">
                  <c:v>-9.8846855378614595</c:v>
                </c:pt>
                <c:pt idx="5803">
                  <c:v>-8.918284551500923</c:v>
                </c:pt>
                <c:pt idx="5804">
                  <c:v>-8.9716401682330922</c:v>
                </c:pt>
                <c:pt idx="5805">
                  <c:v>-8.0087664928982374</c:v>
                </c:pt>
                <c:pt idx="5806">
                  <c:v>-5.8640106201955593</c:v>
                </c:pt>
                <c:pt idx="5807">
                  <c:v>-1.6856377553371005</c:v>
                </c:pt>
                <c:pt idx="5808">
                  <c:v>0.34723115329316712</c:v>
                </c:pt>
                <c:pt idx="5809">
                  <c:v>0.53795513375415527</c:v>
                </c:pt>
                <c:pt idx="5810">
                  <c:v>0.46730328811560545</c:v>
                </c:pt>
                <c:pt idx="5811">
                  <c:v>0.48747453779179356</c:v>
                </c:pt>
                <c:pt idx="5812">
                  <c:v>1.0128945424195233</c:v>
                </c:pt>
                <c:pt idx="5813">
                  <c:v>0.52880059047559269</c:v>
                </c:pt>
                <c:pt idx="5814">
                  <c:v>0.30007952743437549</c:v>
                </c:pt>
                <c:pt idx="5815">
                  <c:v>-2.719967731362273</c:v>
                </c:pt>
                <c:pt idx="5816">
                  <c:v>-10.141743695089707</c:v>
                </c:pt>
                <c:pt idx="5817">
                  <c:v>-9.9447149869493803</c:v>
                </c:pt>
                <c:pt idx="5818">
                  <c:v>-9.4017773866550556</c:v>
                </c:pt>
                <c:pt idx="5819">
                  <c:v>-12.612725157582679</c:v>
                </c:pt>
                <c:pt idx="5820">
                  <c:v>-12.121026678691711</c:v>
                </c:pt>
                <c:pt idx="5821">
                  <c:v>-12.060463983636062</c:v>
                </c:pt>
                <c:pt idx="5822">
                  <c:v>-12.903556168982302</c:v>
                </c:pt>
                <c:pt idx="5823">
                  <c:v>-12.992461810659071</c:v>
                </c:pt>
                <c:pt idx="5824">
                  <c:v>-14.339818444010284</c:v>
                </c:pt>
                <c:pt idx="5825">
                  <c:v>-13.934925839487498</c:v>
                </c:pt>
                <c:pt idx="5826">
                  <c:v>-11.363353659413727</c:v>
                </c:pt>
                <c:pt idx="5827">
                  <c:v>-11.774194986142183</c:v>
                </c:pt>
                <c:pt idx="5828">
                  <c:v>-11.005081961358851</c:v>
                </c:pt>
                <c:pt idx="5829">
                  <c:v>-9.9554248155070049</c:v>
                </c:pt>
                <c:pt idx="5830">
                  <c:v>-8.162517231726877</c:v>
                </c:pt>
                <c:pt idx="5831">
                  <c:v>-3.4353764090980445</c:v>
                </c:pt>
                <c:pt idx="5832">
                  <c:v>-1.2884757395033883</c:v>
                </c:pt>
                <c:pt idx="5833">
                  <c:v>-0.45167784315234305</c:v>
                </c:pt>
                <c:pt idx="5834">
                  <c:v>-1.5308787288406516E-2</c:v>
                </c:pt>
                <c:pt idx="5835">
                  <c:v>0.35165499763059416</c:v>
                </c:pt>
                <c:pt idx="5836">
                  <c:v>0.59494109358945535</c:v>
                </c:pt>
                <c:pt idx="5837">
                  <c:v>0.61530551251287446</c:v>
                </c:pt>
                <c:pt idx="5838">
                  <c:v>0.5080283635064835</c:v>
                </c:pt>
                <c:pt idx="5839">
                  <c:v>-2.1253650903825836</c:v>
                </c:pt>
                <c:pt idx="5840">
                  <c:v>-11.133128768921571</c:v>
                </c:pt>
                <c:pt idx="5841">
                  <c:v>-12.754712344221932</c:v>
                </c:pt>
                <c:pt idx="5842">
                  <c:v>-14.610136238762276</c:v>
                </c:pt>
                <c:pt idx="5843">
                  <c:v>-17.501182749756957</c:v>
                </c:pt>
                <c:pt idx="5844">
                  <c:v>-17.150191018366719</c:v>
                </c:pt>
                <c:pt idx="5845">
                  <c:v>-16.703067899491419</c:v>
                </c:pt>
                <c:pt idx="5846">
                  <c:v>-18.574786365952239</c:v>
                </c:pt>
                <c:pt idx="5847">
                  <c:v>-22.913084586471598</c:v>
                </c:pt>
                <c:pt idx="5848">
                  <c:v>-17.95578397614705</c:v>
                </c:pt>
                <c:pt idx="5849">
                  <c:v>-15.67750777477039</c:v>
                </c:pt>
                <c:pt idx="5850">
                  <c:v>-13.219033692704009</c:v>
                </c:pt>
                <c:pt idx="5851">
                  <c:v>-9.4549372072608353</c:v>
                </c:pt>
                <c:pt idx="5852">
                  <c:v>-8.0843960768853069</c:v>
                </c:pt>
                <c:pt idx="5853">
                  <c:v>-7.2065723704338813</c:v>
                </c:pt>
                <c:pt idx="5854">
                  <c:v>-5.7435828577253618</c:v>
                </c:pt>
                <c:pt idx="5855">
                  <c:v>-3.8618375225650854</c:v>
                </c:pt>
                <c:pt idx="5856">
                  <c:v>-1.0319137792363715</c:v>
                </c:pt>
                <c:pt idx="5857">
                  <c:v>-0.67715728613594728</c:v>
                </c:pt>
                <c:pt idx="5858">
                  <c:v>-0.21053526066453959</c:v>
                </c:pt>
                <c:pt idx="5859">
                  <c:v>-4.2127993183493154E-3</c:v>
                </c:pt>
                <c:pt idx="5860">
                  <c:v>0.22351998603114356</c:v>
                </c:pt>
                <c:pt idx="5861">
                  <c:v>0.22552059903160038</c:v>
                </c:pt>
                <c:pt idx="5862">
                  <c:v>0.14685569361340309</c:v>
                </c:pt>
                <c:pt idx="5863">
                  <c:v>-2.2295017441055003</c:v>
                </c:pt>
                <c:pt idx="5864">
                  <c:v>-11.699315524795024</c:v>
                </c:pt>
                <c:pt idx="5865">
                  <c:v>-14.546817341757372</c:v>
                </c:pt>
                <c:pt idx="5866">
                  <c:v>-13.415852670793928</c:v>
                </c:pt>
                <c:pt idx="5867">
                  <c:v>-14.083678081583136</c:v>
                </c:pt>
                <c:pt idx="5868">
                  <c:v>-13.046769965524579</c:v>
                </c:pt>
                <c:pt idx="5869">
                  <c:v>-14.099095494456584</c:v>
                </c:pt>
                <c:pt idx="5870">
                  <c:v>-15.056275100323552</c:v>
                </c:pt>
                <c:pt idx="5871">
                  <c:v>-12.244339932363912</c:v>
                </c:pt>
                <c:pt idx="5872">
                  <c:v>-9.5036296393384738</c:v>
                </c:pt>
                <c:pt idx="5873">
                  <c:v>-9.9747172414115273</c:v>
                </c:pt>
                <c:pt idx="5874">
                  <c:v>-10.574638554386793</c:v>
                </c:pt>
                <c:pt idx="5875">
                  <c:v>-8.72398729649756</c:v>
                </c:pt>
                <c:pt idx="5876">
                  <c:v>-5.0425887654829431</c:v>
                </c:pt>
                <c:pt idx="5877">
                  <c:v>-2.4003976765411696</c:v>
                </c:pt>
                <c:pt idx="5878">
                  <c:v>0.4341474303564119</c:v>
                </c:pt>
                <c:pt idx="5879">
                  <c:v>-2.365884973334716E-2</c:v>
                </c:pt>
                <c:pt idx="5880">
                  <c:v>0.47537246974404612</c:v>
                </c:pt>
                <c:pt idx="5881">
                  <c:v>0.48952873748027326</c:v>
                </c:pt>
                <c:pt idx="5882">
                  <c:v>0.54514674880149483</c:v>
                </c:pt>
                <c:pt idx="5883">
                  <c:v>0.5806305331035847</c:v>
                </c:pt>
                <c:pt idx="5884">
                  <c:v>0.56041236438509823</c:v>
                </c:pt>
                <c:pt idx="5885">
                  <c:v>2.9570893320198199</c:v>
                </c:pt>
                <c:pt idx="5886">
                  <c:v>5.7276172859502079</c:v>
                </c:pt>
                <c:pt idx="5887">
                  <c:v>3.5822910451110026</c:v>
                </c:pt>
                <c:pt idx="5888">
                  <c:v>0.62325351441918897</c:v>
                </c:pt>
                <c:pt idx="5889">
                  <c:v>0.62243178860669301</c:v>
                </c:pt>
                <c:pt idx="5890">
                  <c:v>0.27303527128312616</c:v>
                </c:pt>
                <c:pt idx="5891">
                  <c:v>0.49697643750753095</c:v>
                </c:pt>
                <c:pt idx="5892">
                  <c:v>0.47470099537126814</c:v>
                </c:pt>
                <c:pt idx="5893">
                  <c:v>-0.4720277026023163</c:v>
                </c:pt>
                <c:pt idx="5894">
                  <c:v>-1.7458998241184749</c:v>
                </c:pt>
                <c:pt idx="5895">
                  <c:v>-1.6475961152562641</c:v>
                </c:pt>
                <c:pt idx="5896">
                  <c:v>-2.604502341033712</c:v>
                </c:pt>
                <c:pt idx="5897">
                  <c:v>-1.466978728665669</c:v>
                </c:pt>
                <c:pt idx="5898">
                  <c:v>-1.6979476586102367</c:v>
                </c:pt>
                <c:pt idx="5899">
                  <c:v>-3.5394766905726534</c:v>
                </c:pt>
                <c:pt idx="5900">
                  <c:v>-0.85539084564680246</c:v>
                </c:pt>
                <c:pt idx="5901">
                  <c:v>-1.0960724673349738</c:v>
                </c:pt>
                <c:pt idx="5902">
                  <c:v>0.46103058785388201</c:v>
                </c:pt>
                <c:pt idx="5903">
                  <c:v>0.52841264094160711</c:v>
                </c:pt>
                <c:pt idx="5904">
                  <c:v>0.58041758804546018</c:v>
                </c:pt>
                <c:pt idx="5905">
                  <c:v>0.5726544367846762</c:v>
                </c:pt>
                <c:pt idx="5906">
                  <c:v>0.49310016204509849</c:v>
                </c:pt>
                <c:pt idx="5907">
                  <c:v>4.5221945738081306</c:v>
                </c:pt>
                <c:pt idx="5908">
                  <c:v>6.4953584822695625</c:v>
                </c:pt>
                <c:pt idx="5909">
                  <c:v>6.8480436952631338</c:v>
                </c:pt>
                <c:pt idx="5910">
                  <c:v>6.7114286392030715</c:v>
                </c:pt>
                <c:pt idx="5911">
                  <c:v>5.8048430094241059</c:v>
                </c:pt>
                <c:pt idx="5912">
                  <c:v>4.8873853384340826</c:v>
                </c:pt>
                <c:pt idx="5913">
                  <c:v>2.847666922920892</c:v>
                </c:pt>
                <c:pt idx="5914">
                  <c:v>0.48900535250517313</c:v>
                </c:pt>
                <c:pt idx="5915">
                  <c:v>0.293260191627359</c:v>
                </c:pt>
                <c:pt idx="5916">
                  <c:v>0.25953601925719944</c:v>
                </c:pt>
                <c:pt idx="5917">
                  <c:v>0.16252340904952023</c:v>
                </c:pt>
                <c:pt idx="5918">
                  <c:v>-2.3472613512558622</c:v>
                </c:pt>
                <c:pt idx="5919">
                  <c:v>-6.6353485310512825</c:v>
                </c:pt>
                <c:pt idx="5920">
                  <c:v>-1.7374681367584297</c:v>
                </c:pt>
                <c:pt idx="5921">
                  <c:v>3.1578201657987977E-2</c:v>
                </c:pt>
                <c:pt idx="5922">
                  <c:v>9.8306750296448919E-2</c:v>
                </c:pt>
                <c:pt idx="5923">
                  <c:v>0.15393975639071905</c:v>
                </c:pt>
                <c:pt idx="5924">
                  <c:v>0.19941620901911758</c:v>
                </c:pt>
                <c:pt idx="5925">
                  <c:v>0.2966982851353086</c:v>
                </c:pt>
                <c:pt idx="5926">
                  <c:v>0.41646299115906182</c:v>
                </c:pt>
                <c:pt idx="5927">
                  <c:v>0.46753804239390917</c:v>
                </c:pt>
                <c:pt idx="5928">
                  <c:v>0.40892407198391584</c:v>
                </c:pt>
                <c:pt idx="5929">
                  <c:v>0.52530512235804205</c:v>
                </c:pt>
                <c:pt idx="5930">
                  <c:v>0.64198468055571456</c:v>
                </c:pt>
                <c:pt idx="5931">
                  <c:v>0.57897656995060653</c:v>
                </c:pt>
                <c:pt idx="5932">
                  <c:v>0.67743458022279446</c:v>
                </c:pt>
                <c:pt idx="5933">
                  <c:v>0.62632682719114308</c:v>
                </c:pt>
                <c:pt idx="5934">
                  <c:v>0.26390432481920706</c:v>
                </c:pt>
                <c:pt idx="5935">
                  <c:v>0.32119917230105066</c:v>
                </c:pt>
                <c:pt idx="5936">
                  <c:v>0.38697030490751383</c:v>
                </c:pt>
                <c:pt idx="5937">
                  <c:v>0.71650681891591705</c:v>
                </c:pt>
                <c:pt idx="5938">
                  <c:v>0.36570770490857296</c:v>
                </c:pt>
                <c:pt idx="5939">
                  <c:v>-0.99311386468613416</c:v>
                </c:pt>
                <c:pt idx="5940">
                  <c:v>-6.7347677682047058</c:v>
                </c:pt>
                <c:pt idx="5941">
                  <c:v>-7.0237959447548608</c:v>
                </c:pt>
                <c:pt idx="5942">
                  <c:v>-5.3701022003690007</c:v>
                </c:pt>
                <c:pt idx="5943">
                  <c:v>-5.6713774949953004</c:v>
                </c:pt>
                <c:pt idx="5944">
                  <c:v>-5.0272938607297997</c:v>
                </c:pt>
                <c:pt idx="5945">
                  <c:v>-5.6542025073508579</c:v>
                </c:pt>
                <c:pt idx="5946">
                  <c:v>-5.5245391580930052</c:v>
                </c:pt>
                <c:pt idx="5947">
                  <c:v>-4.078400003654453</c:v>
                </c:pt>
                <c:pt idx="5948">
                  <c:v>-3.7785343646956089</c:v>
                </c:pt>
                <c:pt idx="5949">
                  <c:v>-0.54004624332958384</c:v>
                </c:pt>
                <c:pt idx="5950">
                  <c:v>-2.5379167418623467</c:v>
                </c:pt>
                <c:pt idx="5951">
                  <c:v>-3.5262947955226172E-2</c:v>
                </c:pt>
                <c:pt idx="5952">
                  <c:v>5.9222316778857018E-2</c:v>
                </c:pt>
                <c:pt idx="5953">
                  <c:v>-1.6165875773612063E-2</c:v>
                </c:pt>
                <c:pt idx="5954">
                  <c:v>0.29412542518614476</c:v>
                </c:pt>
                <c:pt idx="5955">
                  <c:v>0.70233300161455881</c:v>
                </c:pt>
                <c:pt idx="5956">
                  <c:v>0.61706977969285604</c:v>
                </c:pt>
                <c:pt idx="5957">
                  <c:v>0.55784860488956034</c:v>
                </c:pt>
                <c:pt idx="5958">
                  <c:v>0.50793548469220873</c:v>
                </c:pt>
                <c:pt idx="5959">
                  <c:v>0.35040324661166244</c:v>
                </c:pt>
                <c:pt idx="5960">
                  <c:v>0.39044916876200986</c:v>
                </c:pt>
                <c:pt idx="5961">
                  <c:v>0.36694923266777241</c:v>
                </c:pt>
                <c:pt idx="5962">
                  <c:v>0.65288758255271295</c:v>
                </c:pt>
                <c:pt idx="5963">
                  <c:v>6.153353374989666E-2</c:v>
                </c:pt>
                <c:pt idx="5964">
                  <c:v>-7.2908260814983574</c:v>
                </c:pt>
                <c:pt idx="5965">
                  <c:v>-6.6508530138851141</c:v>
                </c:pt>
                <c:pt idx="5966">
                  <c:v>-4.7091664756715916</c:v>
                </c:pt>
                <c:pt idx="5967">
                  <c:v>-3.4698918171599789</c:v>
                </c:pt>
                <c:pt idx="5968">
                  <c:v>-3.9313683675719049</c:v>
                </c:pt>
                <c:pt idx="5969">
                  <c:v>-2.548879000344987</c:v>
                </c:pt>
                <c:pt idx="5970">
                  <c:v>-1.6111198399906876</c:v>
                </c:pt>
                <c:pt idx="5971">
                  <c:v>-2.221785846894818</c:v>
                </c:pt>
                <c:pt idx="5972">
                  <c:v>-0.22600875932486469</c:v>
                </c:pt>
                <c:pt idx="5973">
                  <c:v>0.33824718580690305</c:v>
                </c:pt>
                <c:pt idx="5974">
                  <c:v>0.49330826070042433</c:v>
                </c:pt>
                <c:pt idx="5975">
                  <c:v>0.72755221310270712</c:v>
                </c:pt>
                <c:pt idx="5976">
                  <c:v>0.544841759710883</c:v>
                </c:pt>
                <c:pt idx="5977">
                  <c:v>0.56760203057544978</c:v>
                </c:pt>
                <c:pt idx="5978">
                  <c:v>0.59458512212176839</c:v>
                </c:pt>
                <c:pt idx="5979">
                  <c:v>0.53831918072981155</c:v>
                </c:pt>
                <c:pt idx="5980">
                  <c:v>0.59926786730929515</c:v>
                </c:pt>
                <c:pt idx="5981">
                  <c:v>0.54720317105396554</c:v>
                </c:pt>
                <c:pt idx="5982">
                  <c:v>0.50179478398069666</c:v>
                </c:pt>
                <c:pt idx="5983">
                  <c:v>0.43277791287670309</c:v>
                </c:pt>
                <c:pt idx="5984">
                  <c:v>0.52439243279514924</c:v>
                </c:pt>
                <c:pt idx="5985">
                  <c:v>0.63024568141304671</c:v>
                </c:pt>
                <c:pt idx="5986">
                  <c:v>0.69722598151512738</c:v>
                </c:pt>
                <c:pt idx="5987">
                  <c:v>0.59175233356576606</c:v>
                </c:pt>
                <c:pt idx="5988">
                  <c:v>0.720994305213014</c:v>
                </c:pt>
                <c:pt idx="5989">
                  <c:v>0.73143121295097802</c:v>
                </c:pt>
                <c:pt idx="5990">
                  <c:v>0.66282251638967493</c:v>
                </c:pt>
                <c:pt idx="5991">
                  <c:v>0.61053657975713749</c:v>
                </c:pt>
                <c:pt idx="5992">
                  <c:v>0.87961509106483304</c:v>
                </c:pt>
                <c:pt idx="5993">
                  <c:v>0.49507070928470603</c:v>
                </c:pt>
                <c:pt idx="5994">
                  <c:v>0.54493192360424847</c:v>
                </c:pt>
                <c:pt idx="5995">
                  <c:v>0.64177816489599404</c:v>
                </c:pt>
                <c:pt idx="5996">
                  <c:v>0.6042236682288844</c:v>
                </c:pt>
                <c:pt idx="5997">
                  <c:v>0.6950428502290853</c:v>
                </c:pt>
                <c:pt idx="5998">
                  <c:v>0.57239983490999813</c:v>
                </c:pt>
                <c:pt idx="5999">
                  <c:v>4.1650846204440368</c:v>
                </c:pt>
                <c:pt idx="6000">
                  <c:v>6.7992277863963944</c:v>
                </c:pt>
                <c:pt idx="6001">
                  <c:v>5.5422946712070997</c:v>
                </c:pt>
                <c:pt idx="6002">
                  <c:v>5.2448816846932704</c:v>
                </c:pt>
                <c:pt idx="6003">
                  <c:v>4.5067464083749771</c:v>
                </c:pt>
                <c:pt idx="6004">
                  <c:v>4.2479279173423734</c:v>
                </c:pt>
                <c:pt idx="6005">
                  <c:v>4.0897418260160086</c:v>
                </c:pt>
                <c:pt idx="6006">
                  <c:v>3.9340366414932735</c:v>
                </c:pt>
                <c:pt idx="6007">
                  <c:v>3.8111838046920474</c:v>
                </c:pt>
                <c:pt idx="6008">
                  <c:v>3.536626186762386</c:v>
                </c:pt>
                <c:pt idx="6009">
                  <c:v>3.3094122765417602</c:v>
                </c:pt>
                <c:pt idx="6010">
                  <c:v>1.2419181993819388</c:v>
                </c:pt>
                <c:pt idx="6011">
                  <c:v>0.58817653458811647</c:v>
                </c:pt>
                <c:pt idx="6012">
                  <c:v>0.51879830923626458</c:v>
                </c:pt>
                <c:pt idx="6013">
                  <c:v>0.54086146048323036</c:v>
                </c:pt>
                <c:pt idx="6014">
                  <c:v>0.93264391518435819</c:v>
                </c:pt>
                <c:pt idx="6015">
                  <c:v>0.54071314193226327</c:v>
                </c:pt>
                <c:pt idx="6016">
                  <c:v>-0.13738004307686805</c:v>
                </c:pt>
                <c:pt idx="6017">
                  <c:v>-1.2689665999897897</c:v>
                </c:pt>
                <c:pt idx="6018">
                  <c:v>-2.695601970823144</c:v>
                </c:pt>
                <c:pt idx="6019">
                  <c:v>-2.8119312510239203</c:v>
                </c:pt>
                <c:pt idx="6020">
                  <c:v>-0.59327475240495675</c:v>
                </c:pt>
                <c:pt idx="6021">
                  <c:v>0.5060752608478486</c:v>
                </c:pt>
                <c:pt idx="6022">
                  <c:v>0.45333331385446429</c:v>
                </c:pt>
                <c:pt idx="6023">
                  <c:v>0.58530912324335416</c:v>
                </c:pt>
                <c:pt idx="6024">
                  <c:v>0.55081937092471178</c:v>
                </c:pt>
                <c:pt idx="6025">
                  <c:v>0.53966118304619404</c:v>
                </c:pt>
                <c:pt idx="6026">
                  <c:v>0.52870260671591818</c:v>
                </c:pt>
                <c:pt idx="6027">
                  <c:v>3.4813110611337588</c:v>
                </c:pt>
                <c:pt idx="6028">
                  <c:v>6.3002901400052638</c:v>
                </c:pt>
                <c:pt idx="6029">
                  <c:v>6.0783546423681596</c:v>
                </c:pt>
                <c:pt idx="6030">
                  <c:v>5.1626611317469511</c:v>
                </c:pt>
                <c:pt idx="6031">
                  <c:v>4.4780443212833854</c:v>
                </c:pt>
                <c:pt idx="6032">
                  <c:v>2.8929439288933554</c:v>
                </c:pt>
                <c:pt idx="6033">
                  <c:v>0.92165483201489129</c:v>
                </c:pt>
                <c:pt idx="6034">
                  <c:v>0.72464510328253307</c:v>
                </c:pt>
                <c:pt idx="6035">
                  <c:v>0.50098289918917638</c:v>
                </c:pt>
                <c:pt idx="6036">
                  <c:v>0.53073668499537019</c:v>
                </c:pt>
                <c:pt idx="6037">
                  <c:v>0.35621115113392737</c:v>
                </c:pt>
                <c:pt idx="6038">
                  <c:v>-1.9764169264234144</c:v>
                </c:pt>
                <c:pt idx="6039">
                  <c:v>-0.23670547267743594</c:v>
                </c:pt>
                <c:pt idx="6040">
                  <c:v>-1.7024374352689986</c:v>
                </c:pt>
                <c:pt idx="6041">
                  <c:v>-2.4676123217540633</c:v>
                </c:pt>
                <c:pt idx="6042">
                  <c:v>-2.5364610968851098</c:v>
                </c:pt>
                <c:pt idx="6043">
                  <c:v>-0.70823628461028065</c:v>
                </c:pt>
                <c:pt idx="6044">
                  <c:v>0.12435379534121806</c:v>
                </c:pt>
                <c:pt idx="6045">
                  <c:v>-0.30940667776199271</c:v>
                </c:pt>
                <c:pt idx="6046">
                  <c:v>0.46722393947081348</c:v>
                </c:pt>
                <c:pt idx="6047">
                  <c:v>0.5371612252712733</c:v>
                </c:pt>
                <c:pt idx="6048">
                  <c:v>0.49297367038973616</c:v>
                </c:pt>
                <c:pt idx="6049">
                  <c:v>0.55595121081268428</c:v>
                </c:pt>
                <c:pt idx="6050">
                  <c:v>0.52806512618754331</c:v>
                </c:pt>
                <c:pt idx="6051">
                  <c:v>0.56065166251477649</c:v>
                </c:pt>
                <c:pt idx="6052">
                  <c:v>0.56603704580621794</c:v>
                </c:pt>
                <c:pt idx="6053">
                  <c:v>0.55666072110380027</c:v>
                </c:pt>
                <c:pt idx="6054">
                  <c:v>0.51725546426630098</c:v>
                </c:pt>
                <c:pt idx="6055">
                  <c:v>0.51140284649702128</c:v>
                </c:pt>
                <c:pt idx="6056">
                  <c:v>0.44308442102743351</c:v>
                </c:pt>
                <c:pt idx="6057">
                  <c:v>0.53136551022301004</c:v>
                </c:pt>
                <c:pt idx="6058">
                  <c:v>0.18738942457832689</c:v>
                </c:pt>
                <c:pt idx="6059">
                  <c:v>-1.3997010642666372</c:v>
                </c:pt>
                <c:pt idx="6060">
                  <c:v>-3.7963565060308442</c:v>
                </c:pt>
                <c:pt idx="6061">
                  <c:v>-2.1868154913012816</c:v>
                </c:pt>
                <c:pt idx="6062">
                  <c:v>-4.5683045176132806</c:v>
                </c:pt>
                <c:pt idx="6063">
                  <c:v>-2.4841417245788082</c:v>
                </c:pt>
                <c:pt idx="6064">
                  <c:v>-7.9747878895768158</c:v>
                </c:pt>
                <c:pt idx="6065">
                  <c:v>-3.7709315838316071</c:v>
                </c:pt>
                <c:pt idx="6066">
                  <c:v>-5.2749597927590619</c:v>
                </c:pt>
                <c:pt idx="6067">
                  <c:v>-5.3740193752429661</c:v>
                </c:pt>
                <c:pt idx="6068">
                  <c:v>-4.9312479733830976</c:v>
                </c:pt>
                <c:pt idx="6069">
                  <c:v>-5.0613224536009236</c:v>
                </c:pt>
                <c:pt idx="6070">
                  <c:v>-1.7101985595983349</c:v>
                </c:pt>
                <c:pt idx="6071">
                  <c:v>0.39881650020738829</c:v>
                </c:pt>
                <c:pt idx="6072">
                  <c:v>0.5056707355758312</c:v>
                </c:pt>
                <c:pt idx="6073">
                  <c:v>0.44249585802570274</c:v>
                </c:pt>
                <c:pt idx="6074">
                  <c:v>0.33802747505294234</c:v>
                </c:pt>
                <c:pt idx="6075">
                  <c:v>0.32602168465438985</c:v>
                </c:pt>
                <c:pt idx="6076">
                  <c:v>0.46155516505858646</c:v>
                </c:pt>
                <c:pt idx="6077">
                  <c:v>0.63527225907044593</c:v>
                </c:pt>
                <c:pt idx="6078">
                  <c:v>0.47447265154718798</c:v>
                </c:pt>
                <c:pt idx="6079">
                  <c:v>0.33773857818304137</c:v>
                </c:pt>
                <c:pt idx="6080">
                  <c:v>-2.7752541611463091</c:v>
                </c:pt>
                <c:pt idx="6081">
                  <c:v>-3.7122162277920059</c:v>
                </c:pt>
                <c:pt idx="6082">
                  <c:v>-5.0081187702131658</c:v>
                </c:pt>
                <c:pt idx="6083">
                  <c:v>-5.2973520645106635</c:v>
                </c:pt>
                <c:pt idx="6084">
                  <c:v>-8.3138177866595555</c:v>
                </c:pt>
                <c:pt idx="6085">
                  <c:v>-7.9618530008197075</c:v>
                </c:pt>
                <c:pt idx="6086">
                  <c:v>-7.548090195549217</c:v>
                </c:pt>
                <c:pt idx="6087">
                  <c:v>-8.4130538932311403</c:v>
                </c:pt>
                <c:pt idx="6088">
                  <c:v>-8.6652729123652446</c:v>
                </c:pt>
                <c:pt idx="6089">
                  <c:v>-6.1034377860196383</c:v>
                </c:pt>
                <c:pt idx="6090">
                  <c:v>-8.7173099565105563</c:v>
                </c:pt>
                <c:pt idx="6091">
                  <c:v>-4.4779224602456296</c:v>
                </c:pt>
                <c:pt idx="6092">
                  <c:v>-6.548272075747354</c:v>
                </c:pt>
                <c:pt idx="6093">
                  <c:v>-5.8918248598585983</c:v>
                </c:pt>
                <c:pt idx="6094">
                  <c:v>-5.8695825983192611</c:v>
                </c:pt>
                <c:pt idx="6095">
                  <c:v>-4.6155071933356027</c:v>
                </c:pt>
                <c:pt idx="6096">
                  <c:v>-0.18977092820734126</c:v>
                </c:pt>
                <c:pt idx="6097">
                  <c:v>-0.28962472284520019</c:v>
                </c:pt>
                <c:pt idx="6098">
                  <c:v>-0.25211670971109512</c:v>
                </c:pt>
                <c:pt idx="6099">
                  <c:v>8.934870381338067E-2</c:v>
                </c:pt>
                <c:pt idx="6100">
                  <c:v>0.29335663912131232</c:v>
                </c:pt>
                <c:pt idx="6101">
                  <c:v>0.43803618572143183</c:v>
                </c:pt>
                <c:pt idx="6102">
                  <c:v>0.37370674056428327</c:v>
                </c:pt>
                <c:pt idx="6103">
                  <c:v>-3.6451170899413672</c:v>
                </c:pt>
                <c:pt idx="6104">
                  <c:v>-7.3756637993678549</c:v>
                </c:pt>
                <c:pt idx="6105">
                  <c:v>-4.6466360350635245</c:v>
                </c:pt>
                <c:pt idx="6106">
                  <c:v>-6.1997240734525878</c:v>
                </c:pt>
                <c:pt idx="6107">
                  <c:v>-6.7532398932763762</c:v>
                </c:pt>
                <c:pt idx="6108">
                  <c:v>-8.864248064082533</c:v>
                </c:pt>
                <c:pt idx="6109">
                  <c:v>-8.376732201681321</c:v>
                </c:pt>
                <c:pt idx="6110">
                  <c:v>-9.3382225982217992</c:v>
                </c:pt>
                <c:pt idx="6111">
                  <c:v>-11.454638251843217</c:v>
                </c:pt>
                <c:pt idx="6112">
                  <c:v>-9.9248892260472985</c:v>
                </c:pt>
                <c:pt idx="6113">
                  <c:v>-9.5944639778267256</c:v>
                </c:pt>
                <c:pt idx="6114">
                  <c:v>-9.3913910721118459</c:v>
                </c:pt>
                <c:pt idx="6115">
                  <c:v>-8.1861860535245174</c:v>
                </c:pt>
                <c:pt idx="6116">
                  <c:v>-8.096705530261719</c:v>
                </c:pt>
                <c:pt idx="6117">
                  <c:v>-7.9778622557557979</c:v>
                </c:pt>
                <c:pt idx="6118">
                  <c:v>-6.6474505621469779</c:v>
                </c:pt>
                <c:pt idx="6119">
                  <c:v>-2.5670892431285166</c:v>
                </c:pt>
                <c:pt idx="6120">
                  <c:v>0.21859589702813287</c:v>
                </c:pt>
                <c:pt idx="6121">
                  <c:v>0.42130479669689058</c:v>
                </c:pt>
                <c:pt idx="6122">
                  <c:v>0.51339864525285794</c:v>
                </c:pt>
                <c:pt idx="6123">
                  <c:v>0.23446383386927622</c:v>
                </c:pt>
                <c:pt idx="6124">
                  <c:v>0.46186837015179621</c:v>
                </c:pt>
                <c:pt idx="6125">
                  <c:v>0.44111158274291196</c:v>
                </c:pt>
                <c:pt idx="6126">
                  <c:v>0.54158469363090922</c:v>
                </c:pt>
                <c:pt idx="6127">
                  <c:v>-1.7710737095072902</c:v>
                </c:pt>
                <c:pt idx="6128">
                  <c:v>-3.1991684573937085</c:v>
                </c:pt>
                <c:pt idx="6129">
                  <c:v>-0.90455882774774143</c:v>
                </c:pt>
                <c:pt idx="6130">
                  <c:v>-1.6041584174768864</c:v>
                </c:pt>
                <c:pt idx="6131">
                  <c:v>-2.8761541839696778</c:v>
                </c:pt>
                <c:pt idx="6132">
                  <c:v>-2.8424175794138304</c:v>
                </c:pt>
                <c:pt idx="6133">
                  <c:v>-4.544459196233305</c:v>
                </c:pt>
                <c:pt idx="6134">
                  <c:v>-3.7764646805721176</c:v>
                </c:pt>
                <c:pt idx="6135">
                  <c:v>-4.4096440564317483</c:v>
                </c:pt>
                <c:pt idx="6136">
                  <c:v>-6.2906119896917581</c:v>
                </c:pt>
                <c:pt idx="6137">
                  <c:v>-5.2788299485689265</c:v>
                </c:pt>
                <c:pt idx="6138">
                  <c:v>-5.5431126568028954</c:v>
                </c:pt>
                <c:pt idx="6139">
                  <c:v>-5.3174576854186748</c:v>
                </c:pt>
                <c:pt idx="6140">
                  <c:v>-4.1741327322837947</c:v>
                </c:pt>
                <c:pt idx="6141">
                  <c:v>-4.449510513964408</c:v>
                </c:pt>
                <c:pt idx="6142">
                  <c:v>-3.5475096386438447</c:v>
                </c:pt>
                <c:pt idx="6143">
                  <c:v>-1.0417269464116288</c:v>
                </c:pt>
                <c:pt idx="6144">
                  <c:v>-0.15622900029004472</c:v>
                </c:pt>
                <c:pt idx="6145">
                  <c:v>0.11144674196210647</c:v>
                </c:pt>
                <c:pt idx="6146">
                  <c:v>0.16655526191198664</c:v>
                </c:pt>
                <c:pt idx="6147">
                  <c:v>0.2368919154230674</c:v>
                </c:pt>
                <c:pt idx="6148">
                  <c:v>0.34732987280530186</c:v>
                </c:pt>
                <c:pt idx="6149">
                  <c:v>0.40338888720244398</c:v>
                </c:pt>
                <c:pt idx="6150">
                  <c:v>0.30658269641603214</c:v>
                </c:pt>
                <c:pt idx="6151">
                  <c:v>-3.4916902308703048</c:v>
                </c:pt>
                <c:pt idx="6152">
                  <c:v>-5.5822292729835494</c:v>
                </c:pt>
                <c:pt idx="6153">
                  <c:v>-4.7931157591285958</c:v>
                </c:pt>
                <c:pt idx="6154">
                  <c:v>-5.9505140532023457</c:v>
                </c:pt>
                <c:pt idx="6155">
                  <c:v>-9.0981296006893917</c:v>
                </c:pt>
                <c:pt idx="6156">
                  <c:v>-6.47533189912299</c:v>
                </c:pt>
                <c:pt idx="6157">
                  <c:v>-6.3046110398953257</c:v>
                </c:pt>
                <c:pt idx="6158">
                  <c:v>-7.3651869162029451</c:v>
                </c:pt>
                <c:pt idx="6159">
                  <c:v>-8.025534095944785</c:v>
                </c:pt>
                <c:pt idx="6160">
                  <c:v>-7.4371847902009103</c:v>
                </c:pt>
                <c:pt idx="6161">
                  <c:v>-6.9800923133050663</c:v>
                </c:pt>
                <c:pt idx="6162">
                  <c:v>-6.2037224516824452</c:v>
                </c:pt>
                <c:pt idx="6163">
                  <c:v>-5.3379383442859467</c:v>
                </c:pt>
                <c:pt idx="6164">
                  <c:v>-4.8596645841693729</c:v>
                </c:pt>
                <c:pt idx="6165">
                  <c:v>-2.5968360195964948</c:v>
                </c:pt>
                <c:pt idx="6166">
                  <c:v>-3.0082249566335286</c:v>
                </c:pt>
                <c:pt idx="6167">
                  <c:v>-1.019383696807082</c:v>
                </c:pt>
                <c:pt idx="6168">
                  <c:v>0.30151204898596146</c:v>
                </c:pt>
                <c:pt idx="6169">
                  <c:v>0.32555332527116454</c:v>
                </c:pt>
                <c:pt idx="6170">
                  <c:v>0.21275946338828539</c:v>
                </c:pt>
                <c:pt idx="6171">
                  <c:v>0.28955533443765918</c:v>
                </c:pt>
                <c:pt idx="6172">
                  <c:v>0.43671317548027966</c:v>
                </c:pt>
                <c:pt idx="6173">
                  <c:v>0.45922742656554505</c:v>
                </c:pt>
                <c:pt idx="6174">
                  <c:v>0.54030504565709625</c:v>
                </c:pt>
                <c:pt idx="6175">
                  <c:v>-2.5093293807609967</c:v>
                </c:pt>
                <c:pt idx="6176">
                  <c:v>-5.38938541784721</c:v>
                </c:pt>
                <c:pt idx="6177">
                  <c:v>-5.8250103712661598</c:v>
                </c:pt>
                <c:pt idx="6178">
                  <c:v>-8.9759855004152413</c:v>
                </c:pt>
                <c:pt idx="6179">
                  <c:v>-9.2834043172127743</c:v>
                </c:pt>
                <c:pt idx="6180">
                  <c:v>-9.7266359651428331</c:v>
                </c:pt>
                <c:pt idx="6181">
                  <c:v>-11.472528715557551</c:v>
                </c:pt>
                <c:pt idx="6182">
                  <c:v>-6.4080742416233658</c:v>
                </c:pt>
                <c:pt idx="6183">
                  <c:v>-4.0925612467937196</c:v>
                </c:pt>
                <c:pt idx="6184">
                  <c:v>-4.7918609829470284</c:v>
                </c:pt>
                <c:pt idx="6185">
                  <c:v>-5.392955605183853</c:v>
                </c:pt>
                <c:pt idx="6186">
                  <c:v>-6.3277345474795794</c:v>
                </c:pt>
                <c:pt idx="6187">
                  <c:v>-6.9163550680852879</c:v>
                </c:pt>
                <c:pt idx="6188">
                  <c:v>-6.5448706223404542</c:v>
                </c:pt>
                <c:pt idx="6189">
                  <c:v>-4.6986093173730952</c:v>
                </c:pt>
                <c:pt idx="6190">
                  <c:v>-5.4950443533021049</c:v>
                </c:pt>
                <c:pt idx="6191">
                  <c:v>-2.5000839973877875</c:v>
                </c:pt>
                <c:pt idx="6192">
                  <c:v>-3.6179030308357576E-2</c:v>
                </c:pt>
                <c:pt idx="6193">
                  <c:v>-5.4472553280442509E-2</c:v>
                </c:pt>
                <c:pt idx="6194">
                  <c:v>4.5371699910345953E-2</c:v>
                </c:pt>
                <c:pt idx="6195">
                  <c:v>0.31659226112929584</c:v>
                </c:pt>
                <c:pt idx="6196">
                  <c:v>0.42932103616450018</c:v>
                </c:pt>
                <c:pt idx="6197">
                  <c:v>0.45340756555593814</c:v>
                </c:pt>
                <c:pt idx="6198">
                  <c:v>0.48605111782234572</c:v>
                </c:pt>
                <c:pt idx="6199">
                  <c:v>0.53112244901850136</c:v>
                </c:pt>
                <c:pt idx="6200">
                  <c:v>0.54643362463727463</c:v>
                </c:pt>
                <c:pt idx="6201">
                  <c:v>0.53276529804488371</c:v>
                </c:pt>
                <c:pt idx="6202">
                  <c:v>-3.0764215314686063</c:v>
                </c:pt>
                <c:pt idx="6203">
                  <c:v>-4.9798514147331403</c:v>
                </c:pt>
                <c:pt idx="6204">
                  <c:v>-4.5461521666029414</c:v>
                </c:pt>
                <c:pt idx="6205">
                  <c:v>-5.6473553398299279</c:v>
                </c:pt>
                <c:pt idx="6206">
                  <c:v>-6.4964326154459133</c:v>
                </c:pt>
                <c:pt idx="6207">
                  <c:v>-6.1152435931781497</c:v>
                </c:pt>
                <c:pt idx="6208">
                  <c:v>-7.5338621784763706</c:v>
                </c:pt>
                <c:pt idx="6209">
                  <c:v>-7.0850511273151371</c:v>
                </c:pt>
                <c:pt idx="6210">
                  <c:v>-1.7472708170591384</c:v>
                </c:pt>
                <c:pt idx="6211">
                  <c:v>-4.1493844514598441</c:v>
                </c:pt>
                <c:pt idx="6212">
                  <c:v>-3.2850326884031285</c:v>
                </c:pt>
                <c:pt idx="6213">
                  <c:v>-2.3530151971463185</c:v>
                </c:pt>
                <c:pt idx="6214">
                  <c:v>-4.2799243246741732</c:v>
                </c:pt>
                <c:pt idx="6215">
                  <c:v>-0.70583066998494803</c:v>
                </c:pt>
                <c:pt idx="6216">
                  <c:v>-0.68924266204875606</c:v>
                </c:pt>
                <c:pt idx="6217">
                  <c:v>7.5023000358061767E-2</c:v>
                </c:pt>
                <c:pt idx="6218">
                  <c:v>0.31745488896196994</c:v>
                </c:pt>
                <c:pt idx="6219">
                  <c:v>0.31775483041842834</c:v>
                </c:pt>
                <c:pt idx="6220">
                  <c:v>0.5027648064028053</c:v>
                </c:pt>
                <c:pt idx="6221">
                  <c:v>0.53314195153486377</c:v>
                </c:pt>
                <c:pt idx="6222">
                  <c:v>0.53196674321990756</c:v>
                </c:pt>
                <c:pt idx="6223">
                  <c:v>0.57138628226047539</c:v>
                </c:pt>
                <c:pt idx="6224">
                  <c:v>0.57328503031740874</c:v>
                </c:pt>
                <c:pt idx="6225">
                  <c:v>0.61666357064084298</c:v>
                </c:pt>
                <c:pt idx="6226">
                  <c:v>0.67721150830977972</c:v>
                </c:pt>
                <c:pt idx="6227">
                  <c:v>0.62088778859197247</c:v>
                </c:pt>
                <c:pt idx="6228">
                  <c:v>0.6746309245808817</c:v>
                </c:pt>
                <c:pt idx="6229">
                  <c:v>0.57044656656983683</c:v>
                </c:pt>
                <c:pt idx="6230">
                  <c:v>0.5213141844493272</c:v>
                </c:pt>
                <c:pt idx="6231">
                  <c:v>0.55558883403915904</c:v>
                </c:pt>
                <c:pt idx="6232">
                  <c:v>0.63101319133648726</c:v>
                </c:pt>
                <c:pt idx="6233">
                  <c:v>0.63591509679008473</c:v>
                </c:pt>
                <c:pt idx="6234">
                  <c:v>0.58896949538435683</c:v>
                </c:pt>
                <c:pt idx="6235">
                  <c:v>0.72266971950801917</c:v>
                </c:pt>
                <c:pt idx="6236">
                  <c:v>0.59615619594687608</c:v>
                </c:pt>
                <c:pt idx="6237">
                  <c:v>0.67372485368181922</c:v>
                </c:pt>
                <c:pt idx="6238">
                  <c:v>0.58903529086621376</c:v>
                </c:pt>
                <c:pt idx="6239">
                  <c:v>0.6453883204535612</c:v>
                </c:pt>
                <c:pt idx="6240">
                  <c:v>0.65560932371073977</c:v>
                </c:pt>
                <c:pt idx="6241">
                  <c:v>0.57241130163247977</c:v>
                </c:pt>
                <c:pt idx="6242">
                  <c:v>0.56623185028085377</c:v>
                </c:pt>
                <c:pt idx="6243">
                  <c:v>0.56595482441718903</c:v>
                </c:pt>
                <c:pt idx="6244">
                  <c:v>0.56924479971752329</c:v>
                </c:pt>
                <c:pt idx="6245">
                  <c:v>0.53751330631331795</c:v>
                </c:pt>
                <c:pt idx="6246">
                  <c:v>0.52389060005054489</c:v>
                </c:pt>
                <c:pt idx="6247">
                  <c:v>0.50360574483898524</c:v>
                </c:pt>
                <c:pt idx="6248">
                  <c:v>0.54323780212734141</c:v>
                </c:pt>
                <c:pt idx="6249">
                  <c:v>0.50727793554150402</c:v>
                </c:pt>
                <c:pt idx="6250">
                  <c:v>0.58163982885281185</c:v>
                </c:pt>
                <c:pt idx="6251">
                  <c:v>0.59783760673264574</c:v>
                </c:pt>
                <c:pt idx="6252">
                  <c:v>0.55765706215893929</c:v>
                </c:pt>
                <c:pt idx="6253">
                  <c:v>0.47647014672273658</c:v>
                </c:pt>
                <c:pt idx="6254">
                  <c:v>0.12588791393597251</c:v>
                </c:pt>
                <c:pt idx="6255">
                  <c:v>-2.1493322097791934</c:v>
                </c:pt>
                <c:pt idx="6256">
                  <c:v>-3.3432845494990548</c:v>
                </c:pt>
                <c:pt idx="6257">
                  <c:v>-2.6959496874647857</c:v>
                </c:pt>
                <c:pt idx="6258">
                  <c:v>-2.7932503111870068</c:v>
                </c:pt>
                <c:pt idx="6259">
                  <c:v>-2.1768972681370693</c:v>
                </c:pt>
                <c:pt idx="6260">
                  <c:v>-1.0274110533545313</c:v>
                </c:pt>
                <c:pt idx="6261">
                  <c:v>0.37825293727100945</c:v>
                </c:pt>
                <c:pt idx="6262">
                  <c:v>0.45364156217743468</c:v>
                </c:pt>
                <c:pt idx="6263">
                  <c:v>0.60455807035304676</c:v>
                </c:pt>
                <c:pt idx="6264">
                  <c:v>0.64338124443877276</c:v>
                </c:pt>
                <c:pt idx="6265">
                  <c:v>0.51577304890563025</c:v>
                </c:pt>
                <c:pt idx="6266">
                  <c:v>0.57784256181088733</c:v>
                </c:pt>
                <c:pt idx="6267">
                  <c:v>0.58588480144482924</c:v>
                </c:pt>
                <c:pt idx="6268">
                  <c:v>0.51211358896991066</c:v>
                </c:pt>
                <c:pt idx="6269">
                  <c:v>0.59102343858818274</c:v>
                </c:pt>
                <c:pt idx="6270">
                  <c:v>0.61674001416589819</c:v>
                </c:pt>
                <c:pt idx="6271">
                  <c:v>0.5496412530782474</c:v>
                </c:pt>
                <c:pt idx="6272">
                  <c:v>0.48806869989865126</c:v>
                </c:pt>
                <c:pt idx="6273">
                  <c:v>0.5545401141834535</c:v>
                </c:pt>
                <c:pt idx="6274">
                  <c:v>0.56267065620735568</c:v>
                </c:pt>
                <c:pt idx="6275">
                  <c:v>0.77925908420844925</c:v>
                </c:pt>
                <c:pt idx="6276">
                  <c:v>-4.8784710971500225</c:v>
                </c:pt>
                <c:pt idx="6277">
                  <c:v>-4.1130795576848147</c:v>
                </c:pt>
                <c:pt idx="6278">
                  <c:v>-3.7677781217536381</c:v>
                </c:pt>
                <c:pt idx="6279">
                  <c:v>-5.3766957020368364</c:v>
                </c:pt>
                <c:pt idx="6280">
                  <c:v>-5.2193399644313576</c:v>
                </c:pt>
                <c:pt idx="6281">
                  <c:v>-4.1849624818806745</c:v>
                </c:pt>
                <c:pt idx="6282">
                  <c:v>-4.2240511971683956</c:v>
                </c:pt>
                <c:pt idx="6283">
                  <c:v>-1.9601938852834868</c:v>
                </c:pt>
                <c:pt idx="6284">
                  <c:v>-4.1183696643187595</c:v>
                </c:pt>
                <c:pt idx="6285">
                  <c:v>-3.5890221196500649</c:v>
                </c:pt>
                <c:pt idx="6286">
                  <c:v>-4.5369868775994213</c:v>
                </c:pt>
                <c:pt idx="6287">
                  <c:v>0.22816647823880279</c:v>
                </c:pt>
                <c:pt idx="6288">
                  <c:v>0.33933547511958023</c:v>
                </c:pt>
                <c:pt idx="6289">
                  <c:v>0.31736195543881895</c:v>
                </c:pt>
                <c:pt idx="6290">
                  <c:v>0.25247400945045889</c:v>
                </c:pt>
                <c:pt idx="6291">
                  <c:v>0.3293089773677465</c:v>
                </c:pt>
                <c:pt idx="6292">
                  <c:v>0.49326042745731546</c:v>
                </c:pt>
                <c:pt idx="6293">
                  <c:v>0.57586728037729318</c:v>
                </c:pt>
                <c:pt idx="6294">
                  <c:v>0.52690562235948823</c:v>
                </c:pt>
                <c:pt idx="6295">
                  <c:v>0.25901439613064048</c:v>
                </c:pt>
                <c:pt idx="6296">
                  <c:v>-4.4684926443713424</c:v>
                </c:pt>
                <c:pt idx="6297">
                  <c:v>-6.8753452932760171</c:v>
                </c:pt>
                <c:pt idx="6298">
                  <c:v>-5.3707392410371853</c:v>
                </c:pt>
                <c:pt idx="6299">
                  <c:v>-6.8136274395026613</c:v>
                </c:pt>
                <c:pt idx="6300">
                  <c:v>-7.0711495390231471</c:v>
                </c:pt>
                <c:pt idx="6301">
                  <c:v>-7.9682007458570654</c:v>
                </c:pt>
                <c:pt idx="6302">
                  <c:v>-7.4481171230524987</c:v>
                </c:pt>
                <c:pt idx="6303">
                  <c:v>-8.4190347154195777</c:v>
                </c:pt>
                <c:pt idx="6304">
                  <c:v>-7.333430631530244</c:v>
                </c:pt>
                <c:pt idx="6305">
                  <c:v>-6.8678309782707263</c:v>
                </c:pt>
                <c:pt idx="6306">
                  <c:v>-7.8717288653253048</c:v>
                </c:pt>
                <c:pt idx="6307">
                  <c:v>-6.8866352654779845</c:v>
                </c:pt>
                <c:pt idx="6308">
                  <c:v>-5.869284322057954</c:v>
                </c:pt>
                <c:pt idx="6309">
                  <c:v>-1.5412366719836612</c:v>
                </c:pt>
                <c:pt idx="6310">
                  <c:v>-5.3348242479300101</c:v>
                </c:pt>
                <c:pt idx="6311">
                  <c:v>-0.24155719039531282</c:v>
                </c:pt>
                <c:pt idx="6312">
                  <c:v>-5.7160995470347593E-2</c:v>
                </c:pt>
                <c:pt idx="6313">
                  <c:v>-2.3789335463213851E-2</c:v>
                </c:pt>
                <c:pt idx="6314">
                  <c:v>0.20218616888303828</c:v>
                </c:pt>
                <c:pt idx="6315">
                  <c:v>0.47581366598087366</c:v>
                </c:pt>
                <c:pt idx="6316">
                  <c:v>0.57113713977273006</c:v>
                </c:pt>
                <c:pt idx="6317">
                  <c:v>0.53441695319923399</c:v>
                </c:pt>
                <c:pt idx="6318">
                  <c:v>0.49904210233528223</c:v>
                </c:pt>
                <c:pt idx="6319">
                  <c:v>0.36639560934325255</c:v>
                </c:pt>
                <c:pt idx="6320">
                  <c:v>-5.3804800082964004</c:v>
                </c:pt>
                <c:pt idx="6321">
                  <c:v>-7.0976138835068312</c:v>
                </c:pt>
                <c:pt idx="6322">
                  <c:v>-6.791868616311687</c:v>
                </c:pt>
                <c:pt idx="6323">
                  <c:v>-6.9145825171338959</c:v>
                </c:pt>
                <c:pt idx="6324">
                  <c:v>-7.4216723206403632</c:v>
                </c:pt>
                <c:pt idx="6325">
                  <c:v>-8.5976437201361122</c:v>
                </c:pt>
                <c:pt idx="6326">
                  <c:v>-8.6345909678549528</c:v>
                </c:pt>
                <c:pt idx="6327">
                  <c:v>-8.5726893932717321</c:v>
                </c:pt>
                <c:pt idx="6328">
                  <c:v>-9.3483928190127443</c:v>
                </c:pt>
                <c:pt idx="6329">
                  <c:v>-9.1673719439778019</c:v>
                </c:pt>
                <c:pt idx="6330">
                  <c:v>-9.2684436661529119</c:v>
                </c:pt>
                <c:pt idx="6331">
                  <c:v>-9.5383163783625005</c:v>
                </c:pt>
                <c:pt idx="6332">
                  <c:v>-8.7972831450841262</c:v>
                </c:pt>
                <c:pt idx="6333">
                  <c:v>-5.5610949918057289</c:v>
                </c:pt>
                <c:pt idx="6334">
                  <c:v>-6.1953100521088729</c:v>
                </c:pt>
                <c:pt idx="6335">
                  <c:v>-5.0487334826823069</c:v>
                </c:pt>
                <c:pt idx="6336">
                  <c:v>-0.38358636889317799</c:v>
                </c:pt>
                <c:pt idx="6337">
                  <c:v>-0.13397478524223871</c:v>
                </c:pt>
                <c:pt idx="6338">
                  <c:v>2.1221169309711171E-2</c:v>
                </c:pt>
                <c:pt idx="6339">
                  <c:v>0.34720146280848385</c:v>
                </c:pt>
                <c:pt idx="6340">
                  <c:v>0.41236212005188194</c:v>
                </c:pt>
                <c:pt idx="6341">
                  <c:v>0.4431671473294338</c:v>
                </c:pt>
                <c:pt idx="6342">
                  <c:v>0.28475235655801018</c:v>
                </c:pt>
                <c:pt idx="6343">
                  <c:v>-3.8973691613583754</c:v>
                </c:pt>
                <c:pt idx="6344">
                  <c:v>-9.8422964729143221</c:v>
                </c:pt>
                <c:pt idx="6345">
                  <c:v>-8.8062862664634078</c:v>
                </c:pt>
                <c:pt idx="6346">
                  <c:v>-8.8083380849535633</c:v>
                </c:pt>
                <c:pt idx="6347">
                  <c:v>-10.605071746976151</c:v>
                </c:pt>
                <c:pt idx="6348">
                  <c:v>-11.31187560692443</c:v>
                </c:pt>
                <c:pt idx="6349">
                  <c:v>-10.873179084503489</c:v>
                </c:pt>
                <c:pt idx="6350">
                  <c:v>-10.366408464091776</c:v>
                </c:pt>
                <c:pt idx="6351">
                  <c:v>-10.239323741259089</c:v>
                </c:pt>
                <c:pt idx="6352">
                  <c:v>-10.807776906723319</c:v>
                </c:pt>
                <c:pt idx="6353">
                  <c:v>-10.7765785369442</c:v>
                </c:pt>
                <c:pt idx="6354">
                  <c:v>-10.279141066918443</c:v>
                </c:pt>
                <c:pt idx="6355">
                  <c:v>-9.6373801276878304</c:v>
                </c:pt>
                <c:pt idx="6356">
                  <c:v>-9.6866074202422663</c:v>
                </c:pt>
                <c:pt idx="6357">
                  <c:v>-9.0598901761817103</c:v>
                </c:pt>
                <c:pt idx="6358">
                  <c:v>-7.8200070863505609</c:v>
                </c:pt>
                <c:pt idx="6359">
                  <c:v>-1.8998366597703551</c:v>
                </c:pt>
                <c:pt idx="6360">
                  <c:v>-0.20183205598261386</c:v>
                </c:pt>
                <c:pt idx="6361">
                  <c:v>-0.4432928478241982</c:v>
                </c:pt>
                <c:pt idx="6362">
                  <c:v>0.19715560099375604</c:v>
                </c:pt>
                <c:pt idx="6363">
                  <c:v>0.533624964301747</c:v>
                </c:pt>
                <c:pt idx="6364">
                  <c:v>0.40088173494316692</c:v>
                </c:pt>
                <c:pt idx="6365">
                  <c:v>0.52323928524866081</c:v>
                </c:pt>
                <c:pt idx="6366">
                  <c:v>0.49174078559851642</c:v>
                </c:pt>
                <c:pt idx="6367">
                  <c:v>-3.5435394695927167</c:v>
                </c:pt>
                <c:pt idx="6368">
                  <c:v>-10.077295390398067</c:v>
                </c:pt>
                <c:pt idx="6369">
                  <c:v>-9.0178562420193913</c:v>
                </c:pt>
                <c:pt idx="6370">
                  <c:v>-9.758530087916423</c:v>
                </c:pt>
                <c:pt idx="6371">
                  <c:v>-10.903556388317153</c:v>
                </c:pt>
                <c:pt idx="6372">
                  <c:v>-12.404181598908064</c:v>
                </c:pt>
                <c:pt idx="6373">
                  <c:v>-11.929172546471795</c:v>
                </c:pt>
                <c:pt idx="6374">
                  <c:v>-12.70168281737687</c:v>
                </c:pt>
                <c:pt idx="6375">
                  <c:v>-13.408679094045326</c:v>
                </c:pt>
                <c:pt idx="6376">
                  <c:v>-13.691082507980509</c:v>
                </c:pt>
                <c:pt idx="6377">
                  <c:v>-12.700190885300714</c:v>
                </c:pt>
                <c:pt idx="6378">
                  <c:v>-12.081856240055926</c:v>
                </c:pt>
                <c:pt idx="6379">
                  <c:v>-11.184113146140888</c:v>
                </c:pt>
                <c:pt idx="6380">
                  <c:v>-10.344276424162747</c:v>
                </c:pt>
                <c:pt idx="6381">
                  <c:v>-9.8309768445660239</c:v>
                </c:pt>
                <c:pt idx="6382">
                  <c:v>-9.3100081704945108</c:v>
                </c:pt>
                <c:pt idx="6383">
                  <c:v>-4.2668709636778583</c:v>
                </c:pt>
                <c:pt idx="6384">
                  <c:v>-0.72987580823560427</c:v>
                </c:pt>
                <c:pt idx="6385">
                  <c:v>-0.56972536443481436</c:v>
                </c:pt>
                <c:pt idx="6386">
                  <c:v>-6.0367839787781874E-2</c:v>
                </c:pt>
                <c:pt idx="6387">
                  <c:v>0.20975957188060487</c:v>
                </c:pt>
                <c:pt idx="6388">
                  <c:v>0.3089759942311236</c:v>
                </c:pt>
                <c:pt idx="6389">
                  <c:v>0.39844419631015093</c:v>
                </c:pt>
                <c:pt idx="6390">
                  <c:v>0.39479673537304194</c:v>
                </c:pt>
                <c:pt idx="6391">
                  <c:v>-4.1519909328324047</c:v>
                </c:pt>
                <c:pt idx="6392">
                  <c:v>-8.7106714847452569</c:v>
                </c:pt>
                <c:pt idx="6393">
                  <c:v>-7.2057238473589402</c:v>
                </c:pt>
                <c:pt idx="6394">
                  <c:v>-7.4659715678668146</c:v>
                </c:pt>
                <c:pt idx="6395">
                  <c:v>-6.7632527609234367</c:v>
                </c:pt>
                <c:pt idx="6396">
                  <c:v>-7.3161984642039073</c:v>
                </c:pt>
                <c:pt idx="6397">
                  <c:v>-8.3715605593169258</c:v>
                </c:pt>
                <c:pt idx="6398">
                  <c:v>-8.7433760578487778</c:v>
                </c:pt>
                <c:pt idx="6399">
                  <c:v>-8.7354926647864595</c:v>
                </c:pt>
                <c:pt idx="6400">
                  <c:v>-9.41952025489406</c:v>
                </c:pt>
                <c:pt idx="6401">
                  <c:v>-8.1845510622016775</c:v>
                </c:pt>
                <c:pt idx="6402">
                  <c:v>-7.4977656058367579</c:v>
                </c:pt>
                <c:pt idx="6403">
                  <c:v>-7.8715854215818881</c:v>
                </c:pt>
                <c:pt idx="6404">
                  <c:v>-8.1769267958727596</c:v>
                </c:pt>
                <c:pt idx="6405">
                  <c:v>-8.27963255915407</c:v>
                </c:pt>
                <c:pt idx="6406">
                  <c:v>-8.3309675724826633</c:v>
                </c:pt>
                <c:pt idx="6407">
                  <c:v>-8.6433289458770872</c:v>
                </c:pt>
                <c:pt idx="6408">
                  <c:v>-4.8169098024152941</c:v>
                </c:pt>
                <c:pt idx="6409">
                  <c:v>-1.6002799481213301</c:v>
                </c:pt>
                <c:pt idx="6410">
                  <c:v>-1.5273942829952463</c:v>
                </c:pt>
                <c:pt idx="6411">
                  <c:v>-0.61089445803348108</c:v>
                </c:pt>
                <c:pt idx="6412">
                  <c:v>-6.7150934832496664E-2</c:v>
                </c:pt>
                <c:pt idx="6413">
                  <c:v>0.22522358015832564</c:v>
                </c:pt>
                <c:pt idx="6414">
                  <c:v>0.31505809815775793</c:v>
                </c:pt>
                <c:pt idx="6415">
                  <c:v>-4.4353738004042924</c:v>
                </c:pt>
                <c:pt idx="6416">
                  <c:v>-7.8543058909193535</c:v>
                </c:pt>
                <c:pt idx="6417">
                  <c:v>-5.7449813916832904</c:v>
                </c:pt>
                <c:pt idx="6418">
                  <c:v>-2.0532031066127603</c:v>
                </c:pt>
                <c:pt idx="6419">
                  <c:v>-6.9742881333888613</c:v>
                </c:pt>
                <c:pt idx="6420">
                  <c:v>-3.5224371009893667</c:v>
                </c:pt>
                <c:pt idx="6421">
                  <c:v>-10.90879993801002</c:v>
                </c:pt>
                <c:pt idx="6422">
                  <c:v>-7.5138314892920883</c:v>
                </c:pt>
                <c:pt idx="6423">
                  <c:v>-7.9647035912909221</c:v>
                </c:pt>
                <c:pt idx="6424">
                  <c:v>-8.2171428397243282</c:v>
                </c:pt>
                <c:pt idx="6425">
                  <c:v>-4.7507487771565078</c:v>
                </c:pt>
                <c:pt idx="6426">
                  <c:v>-6.118419950037187</c:v>
                </c:pt>
                <c:pt idx="6427">
                  <c:v>-4.752431559484223</c:v>
                </c:pt>
                <c:pt idx="6428">
                  <c:v>-4.6849528189131586</c:v>
                </c:pt>
                <c:pt idx="6429">
                  <c:v>-6.332895570242087</c:v>
                </c:pt>
                <c:pt idx="6430">
                  <c:v>-4.8502211768520676</c:v>
                </c:pt>
                <c:pt idx="6431">
                  <c:v>-4.6563725921280295</c:v>
                </c:pt>
                <c:pt idx="6432">
                  <c:v>-0.12692390000097498</c:v>
                </c:pt>
                <c:pt idx="6433">
                  <c:v>8.2903131203561117E-2</c:v>
                </c:pt>
                <c:pt idx="6434">
                  <c:v>2.2428887746137418E-3</c:v>
                </c:pt>
                <c:pt idx="6435">
                  <c:v>0.17596715330661361</c:v>
                </c:pt>
                <c:pt idx="6436">
                  <c:v>0.39781824064062399</c:v>
                </c:pt>
                <c:pt idx="6437">
                  <c:v>0.47830163332769554</c:v>
                </c:pt>
                <c:pt idx="6438">
                  <c:v>0.47514461539863034</c:v>
                </c:pt>
                <c:pt idx="6439">
                  <c:v>-2.3593945083623473</c:v>
                </c:pt>
                <c:pt idx="6440">
                  <c:v>-6.8631053555364812</c:v>
                </c:pt>
                <c:pt idx="6441">
                  <c:v>-6.5125570385720577</c:v>
                </c:pt>
                <c:pt idx="6442">
                  <c:v>-10.704315838420881</c:v>
                </c:pt>
                <c:pt idx="6443">
                  <c:v>-9.6579084893380003</c:v>
                </c:pt>
                <c:pt idx="6444">
                  <c:v>-11.779435285966171</c:v>
                </c:pt>
                <c:pt idx="6445">
                  <c:v>-15.072711497875529</c:v>
                </c:pt>
                <c:pt idx="6446">
                  <c:v>-15.137189859757134</c:v>
                </c:pt>
                <c:pt idx="6447">
                  <c:v>-14.796060222146144</c:v>
                </c:pt>
                <c:pt idx="6448">
                  <c:v>-13.216910164931218</c:v>
                </c:pt>
                <c:pt idx="6449">
                  <c:v>-11.429875972702288</c:v>
                </c:pt>
                <c:pt idx="6450">
                  <c:v>-8.7791628168019926</c:v>
                </c:pt>
                <c:pt idx="6451">
                  <c:v>-10.507084395099792</c:v>
                </c:pt>
                <c:pt idx="6452">
                  <c:v>-9.4229657018022426</c:v>
                </c:pt>
                <c:pt idx="6453">
                  <c:v>-8.3622693439051385</c:v>
                </c:pt>
                <c:pt idx="6454">
                  <c:v>-9.0513728166925169</c:v>
                </c:pt>
                <c:pt idx="6455">
                  <c:v>-5.4632328891672417</c:v>
                </c:pt>
                <c:pt idx="6456">
                  <c:v>-2.196546718861585</c:v>
                </c:pt>
                <c:pt idx="6457">
                  <c:v>-0.97964068147637784</c:v>
                </c:pt>
                <c:pt idx="6458">
                  <c:v>-0.21983763086709041</c:v>
                </c:pt>
                <c:pt idx="6459">
                  <c:v>5.4596368111553224E-2</c:v>
                </c:pt>
                <c:pt idx="6460">
                  <c:v>0.26073697143810665</c:v>
                </c:pt>
                <c:pt idx="6461">
                  <c:v>0.4222330616479803</c:v>
                </c:pt>
                <c:pt idx="6462">
                  <c:v>0.43473264217093371</c:v>
                </c:pt>
                <c:pt idx="6463">
                  <c:v>-3.0308989551513728</c:v>
                </c:pt>
                <c:pt idx="6464">
                  <c:v>-8.1116897742317882</c:v>
                </c:pt>
                <c:pt idx="6465">
                  <c:v>-7.9190390096146368</c:v>
                </c:pt>
                <c:pt idx="6466">
                  <c:v>-9.793723521204571</c:v>
                </c:pt>
                <c:pt idx="6467">
                  <c:v>-10.020511207774845</c:v>
                </c:pt>
                <c:pt idx="6468">
                  <c:v>-11.672351591866645</c:v>
                </c:pt>
                <c:pt idx="6469">
                  <c:v>-12.012931925387134</c:v>
                </c:pt>
                <c:pt idx="6470">
                  <c:v>-11.299561999638737</c:v>
                </c:pt>
                <c:pt idx="6471">
                  <c:v>-12.317573488876373</c:v>
                </c:pt>
                <c:pt idx="6472">
                  <c:v>-12.19141160854973</c:v>
                </c:pt>
                <c:pt idx="6473">
                  <c:v>-9.5598170156926727</c:v>
                </c:pt>
                <c:pt idx="6474">
                  <c:v>-10.060555032433641</c:v>
                </c:pt>
                <c:pt idx="6475">
                  <c:v>-9.8575531369153246</c:v>
                </c:pt>
                <c:pt idx="6476">
                  <c:v>-8.4671792739955425</c:v>
                </c:pt>
                <c:pt idx="6477">
                  <c:v>-7.8107830847162427</c:v>
                </c:pt>
                <c:pt idx="6478">
                  <c:v>-7.5589513116618336</c:v>
                </c:pt>
                <c:pt idx="6479">
                  <c:v>-4.3126485353063888</c:v>
                </c:pt>
                <c:pt idx="6480">
                  <c:v>-1.188175656709002</c:v>
                </c:pt>
                <c:pt idx="6481">
                  <c:v>-0.94606809622828014</c:v>
                </c:pt>
                <c:pt idx="6482">
                  <c:v>-0.3500644044214733</c:v>
                </c:pt>
                <c:pt idx="6483">
                  <c:v>-8.7668994040911219E-2</c:v>
                </c:pt>
                <c:pt idx="6484">
                  <c:v>-5.6086834717221104E-2</c:v>
                </c:pt>
                <c:pt idx="6485">
                  <c:v>0.15327456587168128</c:v>
                </c:pt>
                <c:pt idx="6486">
                  <c:v>0.22383403436521604</c:v>
                </c:pt>
                <c:pt idx="6487">
                  <c:v>-2.780482715919574</c:v>
                </c:pt>
                <c:pt idx="6488">
                  <c:v>-8.0078105536471078</c:v>
                </c:pt>
                <c:pt idx="6489">
                  <c:v>-8.3597052077447955</c:v>
                </c:pt>
                <c:pt idx="6490">
                  <c:v>-9.3280673064636463</c:v>
                </c:pt>
                <c:pt idx="6491">
                  <c:v>-8.4564125279461475</c:v>
                </c:pt>
                <c:pt idx="6492">
                  <c:v>-7.842902284385243</c:v>
                </c:pt>
                <c:pt idx="6493">
                  <c:v>-9.226664341760376</c:v>
                </c:pt>
                <c:pt idx="6494">
                  <c:v>-8.1909247838717221</c:v>
                </c:pt>
                <c:pt idx="6495">
                  <c:v>-7.2193043181439256</c:v>
                </c:pt>
                <c:pt idx="6496">
                  <c:v>-7.4973477905987016</c:v>
                </c:pt>
                <c:pt idx="6497">
                  <c:v>-6.9962675769038807</c:v>
                </c:pt>
                <c:pt idx="6498">
                  <c:v>-6.2031516019841648</c:v>
                </c:pt>
                <c:pt idx="6499">
                  <c:v>-6.2955928728368153</c:v>
                </c:pt>
                <c:pt idx="6500">
                  <c:v>-3.2645000293736062</c:v>
                </c:pt>
                <c:pt idx="6501">
                  <c:v>-3.6932313564212866</c:v>
                </c:pt>
                <c:pt idx="6502">
                  <c:v>-3.305402293528767</c:v>
                </c:pt>
                <c:pt idx="6503">
                  <c:v>-2.8473742726253128</c:v>
                </c:pt>
                <c:pt idx="6504">
                  <c:v>-8.140174449244815E-2</c:v>
                </c:pt>
                <c:pt idx="6505">
                  <c:v>-0.10950220780572965</c:v>
                </c:pt>
                <c:pt idx="6506">
                  <c:v>-4.1794413778572195E-2</c:v>
                </c:pt>
                <c:pt idx="6507">
                  <c:v>0.12577952920353366</c:v>
                </c:pt>
                <c:pt idx="6508">
                  <c:v>0.40139251340631493</c:v>
                </c:pt>
                <c:pt idx="6509">
                  <c:v>0.5029274616878453</c:v>
                </c:pt>
                <c:pt idx="6510">
                  <c:v>0.53393016445320984</c:v>
                </c:pt>
                <c:pt idx="6511">
                  <c:v>-1.2311288668825862</c:v>
                </c:pt>
                <c:pt idx="6512">
                  <c:v>-3.1848322703522958</c:v>
                </c:pt>
                <c:pt idx="6513">
                  <c:v>-5.7230494189265686</c:v>
                </c:pt>
                <c:pt idx="6514">
                  <c:v>-6.6096888783201138</c:v>
                </c:pt>
                <c:pt idx="6515">
                  <c:v>-6.9315547640258828</c:v>
                </c:pt>
                <c:pt idx="6516">
                  <c:v>-7.5118572688644498</c:v>
                </c:pt>
                <c:pt idx="6517">
                  <c:v>-7.3643611601646946</c:v>
                </c:pt>
                <c:pt idx="6518">
                  <c:v>-8.5494591057381992</c:v>
                </c:pt>
                <c:pt idx="6519">
                  <c:v>-9.0881983298593187</c:v>
                </c:pt>
                <c:pt idx="6520">
                  <c:v>-9.2738451377658091</c:v>
                </c:pt>
                <c:pt idx="6521">
                  <c:v>-8.2510499662931345</c:v>
                </c:pt>
                <c:pt idx="6522">
                  <c:v>-8.6924872702813136</c:v>
                </c:pt>
                <c:pt idx="6523">
                  <c:v>-8.8659894183184385</c:v>
                </c:pt>
                <c:pt idx="6524">
                  <c:v>-8.7889210070365138</c:v>
                </c:pt>
                <c:pt idx="6525">
                  <c:v>-9.0794313253701517</c:v>
                </c:pt>
                <c:pt idx="6526">
                  <c:v>-7.7962034753081282</c:v>
                </c:pt>
                <c:pt idx="6527">
                  <c:v>-4.137987444772059</c:v>
                </c:pt>
                <c:pt idx="6528">
                  <c:v>-1.5346446566931202</c:v>
                </c:pt>
                <c:pt idx="6529">
                  <c:v>-0.95014781378483304</c:v>
                </c:pt>
                <c:pt idx="6530">
                  <c:v>-0.35696614706760066</c:v>
                </c:pt>
                <c:pt idx="6531">
                  <c:v>-5.1965173185441457E-2</c:v>
                </c:pt>
                <c:pt idx="6532">
                  <c:v>0.19445964862744453</c:v>
                </c:pt>
                <c:pt idx="6533">
                  <c:v>0.35762435868547049</c:v>
                </c:pt>
                <c:pt idx="6534">
                  <c:v>0.44600409643212641</c:v>
                </c:pt>
                <c:pt idx="6535">
                  <c:v>-3.1366942076896365</c:v>
                </c:pt>
                <c:pt idx="6536">
                  <c:v>-8.5873576697094673</c:v>
                </c:pt>
                <c:pt idx="6537">
                  <c:v>-10.758597547642303</c:v>
                </c:pt>
                <c:pt idx="6538">
                  <c:v>-10.701407139175283</c:v>
                </c:pt>
                <c:pt idx="6539">
                  <c:v>-13.166265527013927</c:v>
                </c:pt>
                <c:pt idx="6540">
                  <c:v>-12.045856792684642</c:v>
                </c:pt>
                <c:pt idx="6541">
                  <c:v>-13.293614277854662</c:v>
                </c:pt>
                <c:pt idx="6542">
                  <c:v>-12.984828691504665</c:v>
                </c:pt>
                <c:pt idx="6543">
                  <c:v>-13.15506653345798</c:v>
                </c:pt>
                <c:pt idx="6544">
                  <c:v>-12.507320869550718</c:v>
                </c:pt>
                <c:pt idx="6545">
                  <c:v>-12.386812561533487</c:v>
                </c:pt>
                <c:pt idx="6546">
                  <c:v>-12.255940406930856</c:v>
                </c:pt>
                <c:pt idx="6547">
                  <c:v>-12.748495345127511</c:v>
                </c:pt>
                <c:pt idx="6548">
                  <c:v>-12.275895785199188</c:v>
                </c:pt>
                <c:pt idx="6549">
                  <c:v>-11.207929193776224</c:v>
                </c:pt>
                <c:pt idx="6550">
                  <c:v>-11.197287854960345</c:v>
                </c:pt>
                <c:pt idx="6551">
                  <c:v>-6.345552426306563</c:v>
                </c:pt>
                <c:pt idx="6552">
                  <c:v>-2.3922109245509127</c:v>
                </c:pt>
                <c:pt idx="6553">
                  <c:v>-0.96113489615987524</c:v>
                </c:pt>
                <c:pt idx="6554">
                  <c:v>4.1890780445741266E-2</c:v>
                </c:pt>
                <c:pt idx="6555">
                  <c:v>0.28495690520290723</c:v>
                </c:pt>
                <c:pt idx="6556">
                  <c:v>0.36616186835041403</c:v>
                </c:pt>
                <c:pt idx="6557">
                  <c:v>0.48825683771076467</c:v>
                </c:pt>
                <c:pt idx="6558">
                  <c:v>0.44434121711141422</c:v>
                </c:pt>
                <c:pt idx="6559">
                  <c:v>-3.6898076339107044</c:v>
                </c:pt>
                <c:pt idx="6560">
                  <c:v>-9.7374045630636754</c:v>
                </c:pt>
                <c:pt idx="6561">
                  <c:v>-8.8124619714517589</c:v>
                </c:pt>
                <c:pt idx="6562">
                  <c:v>-10.551181154056716</c:v>
                </c:pt>
                <c:pt idx="6563">
                  <c:v>-9.4352934358397285</c:v>
                </c:pt>
                <c:pt idx="6564">
                  <c:v>-9.3502918007586899</c:v>
                </c:pt>
                <c:pt idx="6565">
                  <c:v>-10.134311662599266</c:v>
                </c:pt>
                <c:pt idx="6566">
                  <c:v>-10.789521378696538</c:v>
                </c:pt>
                <c:pt idx="6567">
                  <c:v>-9.582307681282213</c:v>
                </c:pt>
                <c:pt idx="6568">
                  <c:v>-9.9372845337237106</c:v>
                </c:pt>
                <c:pt idx="6569">
                  <c:v>-9.6214879216584546</c:v>
                </c:pt>
                <c:pt idx="6570">
                  <c:v>-9.2349235411492376</c:v>
                </c:pt>
                <c:pt idx="6571">
                  <c:v>-8.0690932252844849</c:v>
                </c:pt>
                <c:pt idx="6572">
                  <c:v>-3.3837003386814541</c:v>
                </c:pt>
                <c:pt idx="6573">
                  <c:v>-4.5056241264169943</c:v>
                </c:pt>
                <c:pt idx="6574">
                  <c:v>-3.9898488163578376</c:v>
                </c:pt>
                <c:pt idx="6575">
                  <c:v>-3.8338266755010224</c:v>
                </c:pt>
                <c:pt idx="6576">
                  <c:v>-0.20803036174774678</c:v>
                </c:pt>
                <c:pt idx="6577">
                  <c:v>-0.24345199069214574</c:v>
                </c:pt>
                <c:pt idx="6578">
                  <c:v>-0.12918151662495952</c:v>
                </c:pt>
                <c:pt idx="6579">
                  <c:v>-5.9423560681237726E-2</c:v>
                </c:pt>
                <c:pt idx="6580">
                  <c:v>-0.12058464519307843</c:v>
                </c:pt>
                <c:pt idx="6581">
                  <c:v>-0.10867770885692603</c:v>
                </c:pt>
                <c:pt idx="6582">
                  <c:v>-6.652976413931673E-2</c:v>
                </c:pt>
                <c:pt idx="6583">
                  <c:v>-3.5198186999243175</c:v>
                </c:pt>
                <c:pt idx="6584">
                  <c:v>-7.4521665270151241</c:v>
                </c:pt>
                <c:pt idx="6585">
                  <c:v>-8.8084012482824203</c:v>
                </c:pt>
                <c:pt idx="6586">
                  <c:v>-8.8757677418156398</c:v>
                </c:pt>
                <c:pt idx="6587">
                  <c:v>-8.8368749126021662</c:v>
                </c:pt>
                <c:pt idx="6588">
                  <c:v>-10.513842982417533</c:v>
                </c:pt>
                <c:pt idx="6589">
                  <c:v>-10.438321559957235</c:v>
                </c:pt>
                <c:pt idx="6590">
                  <c:v>-10.411751706672034</c:v>
                </c:pt>
                <c:pt idx="6591">
                  <c:v>-9.7909874548082918</c:v>
                </c:pt>
                <c:pt idx="6592">
                  <c:v>-9.5869308924593017</c:v>
                </c:pt>
                <c:pt idx="6593">
                  <c:v>-8.6918498310352561</c:v>
                </c:pt>
                <c:pt idx="6594">
                  <c:v>-8.458013113101277</c:v>
                </c:pt>
                <c:pt idx="6595">
                  <c:v>-5.8061844461405476</c:v>
                </c:pt>
                <c:pt idx="6596">
                  <c:v>-5.5051310373132436</c:v>
                </c:pt>
                <c:pt idx="6597">
                  <c:v>-5.2390138472978434</c:v>
                </c:pt>
                <c:pt idx="6598">
                  <c:v>-5.1069028530590153</c:v>
                </c:pt>
                <c:pt idx="6599">
                  <c:v>-4.6336246670436809</c:v>
                </c:pt>
                <c:pt idx="6600">
                  <c:v>-1.1342007217268688</c:v>
                </c:pt>
                <c:pt idx="6601">
                  <c:v>-1.1807974666268464</c:v>
                </c:pt>
                <c:pt idx="6602">
                  <c:v>-0.78749776620055267</c:v>
                </c:pt>
                <c:pt idx="6603">
                  <c:v>-0.30475208980060287</c:v>
                </c:pt>
                <c:pt idx="6604">
                  <c:v>1.2371024506084528E-2</c:v>
                </c:pt>
                <c:pt idx="6605">
                  <c:v>0.17170382107549637</c:v>
                </c:pt>
                <c:pt idx="6606">
                  <c:v>0.33361913687395472</c:v>
                </c:pt>
                <c:pt idx="6607">
                  <c:v>-3.154495602336715</c:v>
                </c:pt>
                <c:pt idx="6608">
                  <c:v>-10.062918366134873</c:v>
                </c:pt>
                <c:pt idx="6609">
                  <c:v>-11.489263407882996</c:v>
                </c:pt>
                <c:pt idx="6610">
                  <c:v>-11.750834519274953</c:v>
                </c:pt>
                <c:pt idx="6611">
                  <c:v>-13.970002650532294</c:v>
                </c:pt>
                <c:pt idx="6612">
                  <c:v>-12.758689261011467</c:v>
                </c:pt>
                <c:pt idx="6613">
                  <c:v>-12.757161934075489</c:v>
                </c:pt>
                <c:pt idx="6614">
                  <c:v>-13.750160951232054</c:v>
                </c:pt>
                <c:pt idx="6615">
                  <c:v>-13.02196686425175</c:v>
                </c:pt>
                <c:pt idx="6616">
                  <c:v>-13.198221204588686</c:v>
                </c:pt>
                <c:pt idx="6617">
                  <c:v>-11.935870887978913</c:v>
                </c:pt>
                <c:pt idx="6618">
                  <c:v>-13.098063572446028</c:v>
                </c:pt>
                <c:pt idx="6619">
                  <c:v>-12.858520733388069</c:v>
                </c:pt>
                <c:pt idx="6620">
                  <c:v>-11.96598438637</c:v>
                </c:pt>
                <c:pt idx="6621">
                  <c:v>-11.079747597924774</c:v>
                </c:pt>
                <c:pt idx="6622">
                  <c:v>-10.671058149812824</c:v>
                </c:pt>
                <c:pt idx="6623">
                  <c:v>-6.7703937932899052</c:v>
                </c:pt>
                <c:pt idx="6624">
                  <c:v>-2.0912867152043546</c:v>
                </c:pt>
                <c:pt idx="6625">
                  <c:v>-0.34760165911167845</c:v>
                </c:pt>
                <c:pt idx="6626">
                  <c:v>8.2755543985385357E-2</c:v>
                </c:pt>
                <c:pt idx="6627">
                  <c:v>8.1267284656597813E-2</c:v>
                </c:pt>
                <c:pt idx="6628">
                  <c:v>0.19509741213508278</c:v>
                </c:pt>
                <c:pt idx="6629">
                  <c:v>0.30731285685977833</c:v>
                </c:pt>
                <c:pt idx="6630">
                  <c:v>0.4941687344406222</c:v>
                </c:pt>
                <c:pt idx="6631">
                  <c:v>-3.3009740952993845</c:v>
                </c:pt>
                <c:pt idx="6632">
                  <c:v>-10.93062811778505</c:v>
                </c:pt>
                <c:pt idx="6633">
                  <c:v>-13.173626637170596</c:v>
                </c:pt>
                <c:pt idx="6634">
                  <c:v>-13.008357961741833</c:v>
                </c:pt>
                <c:pt idx="6635">
                  <c:v>-11.528080626924442</c:v>
                </c:pt>
                <c:pt idx="6636">
                  <c:v>-10.78302170895304</c:v>
                </c:pt>
                <c:pt idx="6637">
                  <c:v>-9.0835149982479759</c:v>
                </c:pt>
                <c:pt idx="6638">
                  <c:v>-9.3202849662357448</c:v>
                </c:pt>
                <c:pt idx="6639">
                  <c:v>-10.804243736264491</c:v>
                </c:pt>
                <c:pt idx="6640">
                  <c:v>-12.632635201904586</c:v>
                </c:pt>
                <c:pt idx="6641">
                  <c:v>-13.198119187261765</c:v>
                </c:pt>
                <c:pt idx="6642">
                  <c:v>-13.633790665030984</c:v>
                </c:pt>
                <c:pt idx="6643">
                  <c:v>-12.452032219866261</c:v>
                </c:pt>
                <c:pt idx="6644">
                  <c:v>-12.512427967574478</c:v>
                </c:pt>
                <c:pt idx="6645">
                  <c:v>-10.966063446187821</c:v>
                </c:pt>
                <c:pt idx="6646">
                  <c:v>-11.52030503640125</c:v>
                </c:pt>
                <c:pt idx="6647">
                  <c:v>-6.8830747662356924</c:v>
                </c:pt>
                <c:pt idx="6648">
                  <c:v>-1.864883896667443</c:v>
                </c:pt>
                <c:pt idx="6649">
                  <c:v>-0.74955920389747877</c:v>
                </c:pt>
                <c:pt idx="6650">
                  <c:v>0.45761075002044743</c:v>
                </c:pt>
                <c:pt idx="6651">
                  <c:v>0.3339052097325817</c:v>
                </c:pt>
                <c:pt idx="6652">
                  <c:v>0.37565272773183594</c:v>
                </c:pt>
                <c:pt idx="6653">
                  <c:v>0.34692279997112624</c:v>
                </c:pt>
                <c:pt idx="6654">
                  <c:v>0.41760127389485602</c:v>
                </c:pt>
                <c:pt idx="6655">
                  <c:v>-3.1388764564101175</c:v>
                </c:pt>
                <c:pt idx="6656">
                  <c:v>-11.01560006507844</c:v>
                </c:pt>
                <c:pt idx="6657">
                  <c:v>-11.319815926380441</c:v>
                </c:pt>
                <c:pt idx="6658">
                  <c:v>-13.14765173509406</c:v>
                </c:pt>
                <c:pt idx="6659">
                  <c:v>-14.145473120610934</c:v>
                </c:pt>
                <c:pt idx="6660">
                  <c:v>-15.873456248575888</c:v>
                </c:pt>
                <c:pt idx="6661">
                  <c:v>-16.552099611609872</c:v>
                </c:pt>
                <c:pt idx="6662">
                  <c:v>-16.247907465935139</c:v>
                </c:pt>
                <c:pt idx="6663">
                  <c:v>-17.971258404674792</c:v>
                </c:pt>
                <c:pt idx="6664">
                  <c:v>-18.04267745720021</c:v>
                </c:pt>
                <c:pt idx="6665">
                  <c:v>-14.187278886574662</c:v>
                </c:pt>
                <c:pt idx="6666">
                  <c:v>-13.991508189006455</c:v>
                </c:pt>
                <c:pt idx="6667">
                  <c:v>-13.529247066985841</c:v>
                </c:pt>
                <c:pt idx="6668">
                  <c:v>-13.874529572017391</c:v>
                </c:pt>
                <c:pt idx="6669">
                  <c:v>-12.434107625548618</c:v>
                </c:pt>
                <c:pt idx="6670">
                  <c:v>-12.629264971729448</c:v>
                </c:pt>
                <c:pt idx="6671">
                  <c:v>-7.0530638967287151</c:v>
                </c:pt>
                <c:pt idx="6672">
                  <c:v>-3.042360725649834</c:v>
                </c:pt>
                <c:pt idx="6673">
                  <c:v>-1.4503851754800208</c:v>
                </c:pt>
                <c:pt idx="6674">
                  <c:v>-0.54231941791188276</c:v>
                </c:pt>
                <c:pt idx="6675">
                  <c:v>9.7939000768715145E-2</c:v>
                </c:pt>
                <c:pt idx="6676">
                  <c:v>0.37577944218365805</c:v>
                </c:pt>
                <c:pt idx="6677">
                  <c:v>0.454746211558334</c:v>
                </c:pt>
                <c:pt idx="6678">
                  <c:v>0.41419391103040043</c:v>
                </c:pt>
                <c:pt idx="6679">
                  <c:v>-5.9523785904353446</c:v>
                </c:pt>
                <c:pt idx="6680">
                  <c:v>-12.673195065330034</c:v>
                </c:pt>
                <c:pt idx="6681">
                  <c:v>-12.75087744003865</c:v>
                </c:pt>
                <c:pt idx="6682">
                  <c:v>-16.54903783344006</c:v>
                </c:pt>
                <c:pt idx="6683">
                  <c:v>-18.308000458561384</c:v>
                </c:pt>
                <c:pt idx="6684">
                  <c:v>-17.104153318079142</c:v>
                </c:pt>
                <c:pt idx="6685">
                  <c:v>-13.12913923076877</c:v>
                </c:pt>
                <c:pt idx="6686">
                  <c:v>-19.384893733183528</c:v>
                </c:pt>
                <c:pt idx="6687">
                  <c:v>-11.967960079769156</c:v>
                </c:pt>
                <c:pt idx="6688">
                  <c:v>-12.838828699112122</c:v>
                </c:pt>
                <c:pt idx="6689">
                  <c:v>-11.56263121130346</c:v>
                </c:pt>
                <c:pt idx="6690">
                  <c:v>-14.120091152316204</c:v>
                </c:pt>
                <c:pt idx="6691">
                  <c:v>-9.1028061500891599</c:v>
                </c:pt>
                <c:pt idx="6692">
                  <c:v>-11.976007274329714</c:v>
                </c:pt>
                <c:pt idx="6693">
                  <c:v>-10.545804939917373</c:v>
                </c:pt>
                <c:pt idx="6694">
                  <c:v>-10.242889933503079</c:v>
                </c:pt>
                <c:pt idx="6695">
                  <c:v>-7.7567611149332452</c:v>
                </c:pt>
                <c:pt idx="6696">
                  <c:v>-3.2910522952718217</c:v>
                </c:pt>
                <c:pt idx="6697">
                  <c:v>-0.73902253554960295</c:v>
                </c:pt>
                <c:pt idx="6698">
                  <c:v>-6.9590572717892804E-2</c:v>
                </c:pt>
                <c:pt idx="6699">
                  <c:v>9.178884379762825E-2</c:v>
                </c:pt>
                <c:pt idx="6700">
                  <c:v>0.28169368392007066</c:v>
                </c:pt>
                <c:pt idx="6701">
                  <c:v>0.53606161313902601</c:v>
                </c:pt>
                <c:pt idx="6702">
                  <c:v>-2.8554850995691834</c:v>
                </c:pt>
                <c:pt idx="6703">
                  <c:v>-9.7159248389351944</c:v>
                </c:pt>
                <c:pt idx="6704">
                  <c:v>-11.216124518652988</c:v>
                </c:pt>
                <c:pt idx="6705">
                  <c:v>-8.8868433735510646</c:v>
                </c:pt>
                <c:pt idx="6706">
                  <c:v>-9.7835299665669613</c:v>
                </c:pt>
                <c:pt idx="6707">
                  <c:v>-11.084107986021522</c:v>
                </c:pt>
                <c:pt idx="6708">
                  <c:v>-12.454515114553752</c:v>
                </c:pt>
                <c:pt idx="6709">
                  <c:v>-11.342521921974045</c:v>
                </c:pt>
                <c:pt idx="6710">
                  <c:v>-12.012985031117353</c:v>
                </c:pt>
                <c:pt idx="6711">
                  <c:v>-13.348473122095516</c:v>
                </c:pt>
                <c:pt idx="6712">
                  <c:v>-11.027953230987819</c:v>
                </c:pt>
                <c:pt idx="6713">
                  <c:v>-11.05697298647287</c:v>
                </c:pt>
                <c:pt idx="6714">
                  <c:v>-10.626358629264706</c:v>
                </c:pt>
                <c:pt idx="6715">
                  <c:v>-9.9935123612893211</c:v>
                </c:pt>
                <c:pt idx="6716">
                  <c:v>-11.103138523847619</c:v>
                </c:pt>
                <c:pt idx="6717">
                  <c:v>-9.0854219736858202</c:v>
                </c:pt>
                <c:pt idx="6718">
                  <c:v>-9.5856159403026595</c:v>
                </c:pt>
                <c:pt idx="6719">
                  <c:v>-5.5759372988527653</c:v>
                </c:pt>
                <c:pt idx="6720">
                  <c:v>-1.8269531264300161</c:v>
                </c:pt>
                <c:pt idx="6721">
                  <c:v>-1.4328871277402391</c:v>
                </c:pt>
                <c:pt idx="6722">
                  <c:v>-0.69165320427291688</c:v>
                </c:pt>
                <c:pt idx="6723">
                  <c:v>-0.25577367990752153</c:v>
                </c:pt>
                <c:pt idx="6724">
                  <c:v>0.13751408976959253</c:v>
                </c:pt>
                <c:pt idx="6725">
                  <c:v>0.37041279628664397</c:v>
                </c:pt>
                <c:pt idx="6726">
                  <c:v>0.39303177989112081</c:v>
                </c:pt>
                <c:pt idx="6727">
                  <c:v>-3.9113061541578715</c:v>
                </c:pt>
                <c:pt idx="6728">
                  <c:v>-10.768053008837269</c:v>
                </c:pt>
                <c:pt idx="6729">
                  <c:v>-11.434021484613396</c:v>
                </c:pt>
                <c:pt idx="6730">
                  <c:v>-11.954390967740899</c:v>
                </c:pt>
                <c:pt idx="6731">
                  <c:v>-12.540700671090587</c:v>
                </c:pt>
                <c:pt idx="6732">
                  <c:v>-13.696439237738817</c:v>
                </c:pt>
                <c:pt idx="6733">
                  <c:v>-13.987036336968291</c:v>
                </c:pt>
                <c:pt idx="6734">
                  <c:v>-14.688763312075338</c:v>
                </c:pt>
                <c:pt idx="6735">
                  <c:v>-15.02715782876767</c:v>
                </c:pt>
                <c:pt idx="6736">
                  <c:v>-13.676066740157875</c:v>
                </c:pt>
                <c:pt idx="6737">
                  <c:v>-13.055671788370107</c:v>
                </c:pt>
                <c:pt idx="6738">
                  <c:v>-10.205501272174613</c:v>
                </c:pt>
                <c:pt idx="6739">
                  <c:v>-8.3617618561689504</c:v>
                </c:pt>
                <c:pt idx="6740">
                  <c:v>-10.481424718701</c:v>
                </c:pt>
                <c:pt idx="6741">
                  <c:v>-7.361295117351994</c:v>
                </c:pt>
                <c:pt idx="6742">
                  <c:v>-9.3805831826676549</c:v>
                </c:pt>
                <c:pt idx="6743">
                  <c:v>-3.6841060616750982</c:v>
                </c:pt>
                <c:pt idx="6744">
                  <c:v>-1.1330709583154948</c:v>
                </c:pt>
                <c:pt idx="6745">
                  <c:v>-0.50059319961192006</c:v>
                </c:pt>
                <c:pt idx="6746">
                  <c:v>-7.9937477681785427E-2</c:v>
                </c:pt>
                <c:pt idx="6747">
                  <c:v>0.10327649362398682</c:v>
                </c:pt>
                <c:pt idx="6748">
                  <c:v>0.16261776685064755</c:v>
                </c:pt>
                <c:pt idx="6749">
                  <c:v>0.23050609488779805</c:v>
                </c:pt>
                <c:pt idx="6750">
                  <c:v>2.9872219484521925E-2</c:v>
                </c:pt>
                <c:pt idx="6751">
                  <c:v>-4.7978169559405117</c:v>
                </c:pt>
                <c:pt idx="6752">
                  <c:v>-9.0302932251167416</c:v>
                </c:pt>
                <c:pt idx="6753">
                  <c:v>-8.2268349209261018</c:v>
                </c:pt>
                <c:pt idx="6754">
                  <c:v>-7.8732216755822799</c:v>
                </c:pt>
                <c:pt idx="6755">
                  <c:v>-8.4479118864817302</c:v>
                </c:pt>
                <c:pt idx="6756">
                  <c:v>-7.6618195214837961</c:v>
                </c:pt>
                <c:pt idx="6757">
                  <c:v>-8.4117391347969814</c:v>
                </c:pt>
                <c:pt idx="6758">
                  <c:v>-8.562783004151127</c:v>
                </c:pt>
                <c:pt idx="6759">
                  <c:v>-10.112377803607885</c:v>
                </c:pt>
                <c:pt idx="6760">
                  <c:v>-9.7474608091444601</c:v>
                </c:pt>
                <c:pt idx="6761">
                  <c:v>-7.1899352669360823</c:v>
                </c:pt>
                <c:pt idx="6762">
                  <c:v>-6.8474745870759612</c:v>
                </c:pt>
                <c:pt idx="6763">
                  <c:v>-7.9920288012820526</c:v>
                </c:pt>
                <c:pt idx="6764">
                  <c:v>-7.0840654373210548</c:v>
                </c:pt>
                <c:pt idx="6765">
                  <c:v>-5.388885348671268</c:v>
                </c:pt>
                <c:pt idx="6766">
                  <c:v>-4.5602107037519497</c:v>
                </c:pt>
                <c:pt idx="6767">
                  <c:v>-4.4059828735372459</c:v>
                </c:pt>
                <c:pt idx="6768">
                  <c:v>-0.9103997836285328</c:v>
                </c:pt>
                <c:pt idx="6769">
                  <c:v>-0.5294446940821097</c:v>
                </c:pt>
                <c:pt idx="6770">
                  <c:v>-0.29073725759276908</c:v>
                </c:pt>
                <c:pt idx="6771">
                  <c:v>-0.15763976880139297</c:v>
                </c:pt>
                <c:pt idx="6772">
                  <c:v>1.280092965924712E-2</c:v>
                </c:pt>
                <c:pt idx="6773">
                  <c:v>-5.8112488128963993E-3</c:v>
                </c:pt>
                <c:pt idx="6774">
                  <c:v>0.10181125487975529</c:v>
                </c:pt>
                <c:pt idx="6775">
                  <c:v>-2.0910344812954929</c:v>
                </c:pt>
                <c:pt idx="6776">
                  <c:v>-6.7860412300899826</c:v>
                </c:pt>
                <c:pt idx="6777">
                  <c:v>-6.289296622734696</c:v>
                </c:pt>
                <c:pt idx="6778">
                  <c:v>-7.5182035390895177</c:v>
                </c:pt>
                <c:pt idx="6779">
                  <c:v>-8.2031632754899988</c:v>
                </c:pt>
                <c:pt idx="6780">
                  <c:v>-8.3443589663783762</c:v>
                </c:pt>
                <c:pt idx="6781">
                  <c:v>-7.9814279803267336</c:v>
                </c:pt>
                <c:pt idx="6782">
                  <c:v>-7.5355785263007951</c:v>
                </c:pt>
                <c:pt idx="6783">
                  <c:v>-8.407990711704894</c:v>
                </c:pt>
                <c:pt idx="6784">
                  <c:v>-7.7756084436850612</c:v>
                </c:pt>
                <c:pt idx="6785">
                  <c:v>-7.3155877552198421</c:v>
                </c:pt>
                <c:pt idx="6786">
                  <c:v>-7.7443201587125294</c:v>
                </c:pt>
                <c:pt idx="6787">
                  <c:v>-7.0253237342776513</c:v>
                </c:pt>
                <c:pt idx="6788">
                  <c:v>-6.8461008032303186</c:v>
                </c:pt>
                <c:pt idx="6789">
                  <c:v>-7.68347693624876</c:v>
                </c:pt>
                <c:pt idx="6790">
                  <c:v>-6.6604265441126378</c:v>
                </c:pt>
                <c:pt idx="6791">
                  <c:v>-3.1040231008369248</c:v>
                </c:pt>
                <c:pt idx="6792">
                  <c:v>-0.61749708746030607</c:v>
                </c:pt>
                <c:pt idx="6793">
                  <c:v>-0.52803921486940797</c:v>
                </c:pt>
                <c:pt idx="6794">
                  <c:v>-0.44284219444955203</c:v>
                </c:pt>
                <c:pt idx="6795">
                  <c:v>-0.33031392266214987</c:v>
                </c:pt>
                <c:pt idx="6796">
                  <c:v>-0.19657145811154686</c:v>
                </c:pt>
                <c:pt idx="6797">
                  <c:v>-7.4114012499223211E-2</c:v>
                </c:pt>
                <c:pt idx="6798">
                  <c:v>-2.1375671654454385</c:v>
                </c:pt>
                <c:pt idx="6799">
                  <c:v>-6.5796338714638143</c:v>
                </c:pt>
                <c:pt idx="6800">
                  <c:v>-7.4819437637432733</c:v>
                </c:pt>
                <c:pt idx="6801">
                  <c:v>-7.6350423485754497</c:v>
                </c:pt>
                <c:pt idx="6802">
                  <c:v>-7.7562132707100675</c:v>
                </c:pt>
                <c:pt idx="6803">
                  <c:v>-9.8966399769366049</c:v>
                </c:pt>
                <c:pt idx="6804">
                  <c:v>-12.392289139314981</c:v>
                </c:pt>
                <c:pt idx="6805">
                  <c:v>-12.580313718008842</c:v>
                </c:pt>
                <c:pt idx="6806">
                  <c:v>-14.395603103997239</c:v>
                </c:pt>
                <c:pt idx="6807">
                  <c:v>-16.911261263202643</c:v>
                </c:pt>
                <c:pt idx="6808">
                  <c:v>-15.81312726942881</c:v>
                </c:pt>
                <c:pt idx="6809">
                  <c:v>-14.315136099966862</c:v>
                </c:pt>
                <c:pt idx="6810">
                  <c:v>-13.684472639377514</c:v>
                </c:pt>
                <c:pt idx="6811">
                  <c:v>-13.709901022984999</c:v>
                </c:pt>
                <c:pt idx="6812">
                  <c:v>-10.840504258404943</c:v>
                </c:pt>
                <c:pt idx="6813">
                  <c:v>-8.1986206477990109</c:v>
                </c:pt>
                <c:pt idx="6814">
                  <c:v>-9.2854298661671191</c:v>
                </c:pt>
                <c:pt idx="6815">
                  <c:v>-5.2297227202115497</c:v>
                </c:pt>
                <c:pt idx="6816">
                  <c:v>-1.3707094236966468</c:v>
                </c:pt>
                <c:pt idx="6817">
                  <c:v>-0.48798099324117467</c:v>
                </c:pt>
                <c:pt idx="6818">
                  <c:v>0.19981313935648279</c:v>
                </c:pt>
                <c:pt idx="6819">
                  <c:v>0.29842735794830666</c:v>
                </c:pt>
                <c:pt idx="6820">
                  <c:v>0.25890279388801213</c:v>
                </c:pt>
                <c:pt idx="6821">
                  <c:v>0.33378034824965663</c:v>
                </c:pt>
                <c:pt idx="6822">
                  <c:v>-1.9798474111781819</c:v>
                </c:pt>
                <c:pt idx="6823">
                  <c:v>-7.5042927136755946</c:v>
                </c:pt>
                <c:pt idx="6824">
                  <c:v>-8.3204833095290187</c:v>
                </c:pt>
                <c:pt idx="6825">
                  <c:v>-9.0597258210627416</c:v>
                </c:pt>
                <c:pt idx="6826">
                  <c:v>-12.587772751708629</c:v>
                </c:pt>
                <c:pt idx="6827">
                  <c:v>-10.811635503952825</c:v>
                </c:pt>
                <c:pt idx="6828">
                  <c:v>-14.157568043571814</c:v>
                </c:pt>
                <c:pt idx="6829">
                  <c:v>-13.525395886527841</c:v>
                </c:pt>
                <c:pt idx="6830">
                  <c:v>-11.28402605577581</c:v>
                </c:pt>
                <c:pt idx="6831">
                  <c:v>-10.097688263220272</c:v>
                </c:pt>
                <c:pt idx="6832">
                  <c:v>-9.7068618150045989</c:v>
                </c:pt>
                <c:pt idx="6833">
                  <c:v>-9.9995230069504561</c:v>
                </c:pt>
                <c:pt idx="6834">
                  <c:v>-9.0916900996828112</c:v>
                </c:pt>
                <c:pt idx="6835">
                  <c:v>-8.6960354623937715</c:v>
                </c:pt>
                <c:pt idx="6836">
                  <c:v>-7.8069826445184107</c:v>
                </c:pt>
                <c:pt idx="6837">
                  <c:v>-5.9987245391988004</c:v>
                </c:pt>
                <c:pt idx="6838">
                  <c:v>-6.1611133413360832</c:v>
                </c:pt>
                <c:pt idx="6839">
                  <c:v>-0.74896550987973232</c:v>
                </c:pt>
                <c:pt idx="6840">
                  <c:v>-0.28088049961792072</c:v>
                </c:pt>
                <c:pt idx="6841">
                  <c:v>-0.33799810639642808</c:v>
                </c:pt>
                <c:pt idx="6842">
                  <c:v>-7.3154211316933865E-2</c:v>
                </c:pt>
                <c:pt idx="6843">
                  <c:v>0.23585919523193111</c:v>
                </c:pt>
                <c:pt idx="6844">
                  <c:v>0.84468838827181814</c:v>
                </c:pt>
                <c:pt idx="6845">
                  <c:v>1.8973073919948646</c:v>
                </c:pt>
                <c:pt idx="6846">
                  <c:v>1.2180154062649884</c:v>
                </c:pt>
                <c:pt idx="6847">
                  <c:v>-2.0831569782416834</c:v>
                </c:pt>
                <c:pt idx="6848">
                  <c:v>-4.7616103234071181</c:v>
                </c:pt>
                <c:pt idx="6849">
                  <c:v>-5.6549317561051966</c:v>
                </c:pt>
                <c:pt idx="6850">
                  <c:v>-6.4835435894967803</c:v>
                </c:pt>
                <c:pt idx="6851">
                  <c:v>-6.6234993745714963</c:v>
                </c:pt>
                <c:pt idx="6852">
                  <c:v>-9.1129158146557856</c:v>
                </c:pt>
                <c:pt idx="6853">
                  <c:v>-10.475668697155907</c:v>
                </c:pt>
                <c:pt idx="6854">
                  <c:v>-12.924156575260938</c:v>
                </c:pt>
                <c:pt idx="6855">
                  <c:v>-14.35026948127002</c:v>
                </c:pt>
                <c:pt idx="6856">
                  <c:v>-11.051584202608332</c:v>
                </c:pt>
                <c:pt idx="6857">
                  <c:v>-8.7560264512804817</c:v>
                </c:pt>
                <c:pt idx="6858">
                  <c:v>-5.3705719082095147</c:v>
                </c:pt>
                <c:pt idx="6859">
                  <c:v>-8.2420993828107463</c:v>
                </c:pt>
                <c:pt idx="6860">
                  <c:v>-9.1267241029630846</c:v>
                </c:pt>
                <c:pt idx="6861">
                  <c:v>-4.9642312771557169</c:v>
                </c:pt>
                <c:pt idx="6862">
                  <c:v>-5.9409218451597718</c:v>
                </c:pt>
                <c:pt idx="6863">
                  <c:v>-3.0038029380434308</c:v>
                </c:pt>
                <c:pt idx="6864">
                  <c:v>-1.6625766423918851</c:v>
                </c:pt>
                <c:pt idx="6865">
                  <c:v>-0.5402886888842775</c:v>
                </c:pt>
                <c:pt idx="6866">
                  <c:v>-0.16786559776716867</c:v>
                </c:pt>
                <c:pt idx="6867">
                  <c:v>0.28165686634606907</c:v>
                </c:pt>
                <c:pt idx="6868">
                  <c:v>0.35677696115949625</c:v>
                </c:pt>
                <c:pt idx="6869">
                  <c:v>0.44180310955239965</c:v>
                </c:pt>
                <c:pt idx="6870">
                  <c:v>0.40337296722915189</c:v>
                </c:pt>
                <c:pt idx="6871">
                  <c:v>-1.7724306235979677</c:v>
                </c:pt>
                <c:pt idx="6872">
                  <c:v>-8.9747266765858278</c:v>
                </c:pt>
                <c:pt idx="6873">
                  <c:v>-8.8553728464578363</c:v>
                </c:pt>
                <c:pt idx="6874">
                  <c:v>-10.826150862211975</c:v>
                </c:pt>
                <c:pt idx="6875">
                  <c:v>-10.633563468001036</c:v>
                </c:pt>
                <c:pt idx="6876">
                  <c:v>-10.927100450578035</c:v>
                </c:pt>
                <c:pt idx="6877">
                  <c:v>-12.504145306793937</c:v>
                </c:pt>
                <c:pt idx="6878">
                  <c:v>-12.904787517774745</c:v>
                </c:pt>
                <c:pt idx="6879">
                  <c:v>-12.061358412905605</c:v>
                </c:pt>
                <c:pt idx="6880">
                  <c:v>-10.283160047897969</c:v>
                </c:pt>
                <c:pt idx="6881">
                  <c:v>-11.08745262641321</c:v>
                </c:pt>
                <c:pt idx="6882">
                  <c:v>-10.810555952329469</c:v>
                </c:pt>
                <c:pt idx="6883">
                  <c:v>-10.060492955910794</c:v>
                </c:pt>
                <c:pt idx="6884">
                  <c:v>-11.028423313635622</c:v>
                </c:pt>
                <c:pt idx="6885">
                  <c:v>-10.361014190796629</c:v>
                </c:pt>
                <c:pt idx="6886">
                  <c:v>-10.528493399193545</c:v>
                </c:pt>
                <c:pt idx="6887">
                  <c:v>-5.3058563798837639</c:v>
                </c:pt>
                <c:pt idx="6888">
                  <c:v>-1.4482770207237243</c:v>
                </c:pt>
                <c:pt idx="6889">
                  <c:v>-0.69481919014211924</c:v>
                </c:pt>
                <c:pt idx="6890">
                  <c:v>-2.8858571935758061E-2</c:v>
                </c:pt>
                <c:pt idx="6891">
                  <c:v>0.23777020802636403</c:v>
                </c:pt>
                <c:pt idx="6892">
                  <c:v>0.41192085707026005</c:v>
                </c:pt>
                <c:pt idx="6893">
                  <c:v>0.51197438603752543</c:v>
                </c:pt>
                <c:pt idx="6894">
                  <c:v>0.4219837147021665</c:v>
                </c:pt>
                <c:pt idx="6895">
                  <c:v>-2.452347575693588</c:v>
                </c:pt>
                <c:pt idx="6896">
                  <c:v>-8.8118202593143469</c:v>
                </c:pt>
                <c:pt idx="6897">
                  <c:v>-7.5033624341115264</c:v>
                </c:pt>
                <c:pt idx="6898">
                  <c:v>-10.197624838442973</c:v>
                </c:pt>
                <c:pt idx="6899">
                  <c:v>-11.641637784915538</c:v>
                </c:pt>
                <c:pt idx="6900">
                  <c:v>-12.017595809346105</c:v>
                </c:pt>
                <c:pt idx="6901">
                  <c:v>-12.7230118460373</c:v>
                </c:pt>
                <c:pt idx="6902">
                  <c:v>-13.031770974904019</c:v>
                </c:pt>
                <c:pt idx="6903">
                  <c:v>-12.666072803942596</c:v>
                </c:pt>
                <c:pt idx="6904">
                  <c:v>-12.444328624966507</c:v>
                </c:pt>
                <c:pt idx="6905">
                  <c:v>-11.66825464129173</c:v>
                </c:pt>
                <c:pt idx="6906">
                  <c:v>-5.6073195203047996</c:v>
                </c:pt>
                <c:pt idx="6907">
                  <c:v>-12.197254758044027</c:v>
                </c:pt>
                <c:pt idx="6908">
                  <c:v>-8.7185542966557588</c:v>
                </c:pt>
                <c:pt idx="6909">
                  <c:v>-7.8794896337230513</c:v>
                </c:pt>
                <c:pt idx="6910">
                  <c:v>-9.8407874112787947</c:v>
                </c:pt>
                <c:pt idx="6911">
                  <c:v>-4.7305581141423909</c:v>
                </c:pt>
                <c:pt idx="6912">
                  <c:v>-1.206755210321544</c:v>
                </c:pt>
                <c:pt idx="6913">
                  <c:v>0.50558400089918643</c:v>
                </c:pt>
                <c:pt idx="6914">
                  <c:v>1.574877713263775</c:v>
                </c:pt>
                <c:pt idx="6915">
                  <c:v>1.1514571307789605</c:v>
                </c:pt>
                <c:pt idx="6916">
                  <c:v>0.25599363901476208</c:v>
                </c:pt>
                <c:pt idx="6917">
                  <c:v>0.29194208961524937</c:v>
                </c:pt>
                <c:pt idx="6918">
                  <c:v>0.37384067341935917</c:v>
                </c:pt>
                <c:pt idx="6919">
                  <c:v>-1.2544928529264618</c:v>
                </c:pt>
                <c:pt idx="6920">
                  <c:v>-7.6571905940211584</c:v>
                </c:pt>
                <c:pt idx="6921">
                  <c:v>-7.6455770679658999</c:v>
                </c:pt>
                <c:pt idx="6922">
                  <c:v>-7.8704439197699454</c:v>
                </c:pt>
                <c:pt idx="6923">
                  <c:v>-9.5151349868045809</c:v>
                </c:pt>
                <c:pt idx="6924">
                  <c:v>-10.322381444804135</c:v>
                </c:pt>
                <c:pt idx="6925">
                  <c:v>-10.392428608344918</c:v>
                </c:pt>
                <c:pt idx="6926">
                  <c:v>-12.72778197662382</c:v>
                </c:pt>
                <c:pt idx="6927">
                  <c:v>-11.691182825388658</c:v>
                </c:pt>
                <c:pt idx="6928">
                  <c:v>-10.976968651755024</c:v>
                </c:pt>
                <c:pt idx="6929">
                  <c:v>-11.61427326172549</c:v>
                </c:pt>
                <c:pt idx="6930">
                  <c:v>-12.48833806118731</c:v>
                </c:pt>
                <c:pt idx="6931">
                  <c:v>-10.32497508181306</c:v>
                </c:pt>
                <c:pt idx="6932">
                  <c:v>-10.743880486907155</c:v>
                </c:pt>
                <c:pt idx="6933">
                  <c:v>-9.9896764631476618</c:v>
                </c:pt>
                <c:pt idx="6934">
                  <c:v>-9.2530190339382763</c:v>
                </c:pt>
                <c:pt idx="6935">
                  <c:v>-3.5215373560933836</c:v>
                </c:pt>
                <c:pt idx="6936">
                  <c:v>-1.566342829599128</c:v>
                </c:pt>
                <c:pt idx="6937">
                  <c:v>-1.1279761643316688</c:v>
                </c:pt>
                <c:pt idx="6938">
                  <c:v>-0.68140365128619695</c:v>
                </c:pt>
                <c:pt idx="6939">
                  <c:v>-0.56348631263740134</c:v>
                </c:pt>
                <c:pt idx="6940">
                  <c:v>-1.0206522178905547E-2</c:v>
                </c:pt>
                <c:pt idx="6941">
                  <c:v>0.25024726504272521</c:v>
                </c:pt>
                <c:pt idx="6942">
                  <c:v>-0.8951709060291706</c:v>
                </c:pt>
                <c:pt idx="6943">
                  <c:v>-7.7390370048554926</c:v>
                </c:pt>
                <c:pt idx="6944">
                  <c:v>-9.5663913133177072</c:v>
                </c:pt>
                <c:pt idx="6945">
                  <c:v>-10.823848273924947</c:v>
                </c:pt>
                <c:pt idx="6946">
                  <c:v>-13.183384565665239</c:v>
                </c:pt>
                <c:pt idx="6947">
                  <c:v>-13.308256987912626</c:v>
                </c:pt>
                <c:pt idx="6948">
                  <c:v>-15.81480457174446</c:v>
                </c:pt>
                <c:pt idx="6949">
                  <c:v>-16.452931876900212</c:v>
                </c:pt>
                <c:pt idx="6950">
                  <c:v>-14.247510099392818</c:v>
                </c:pt>
                <c:pt idx="6951">
                  <c:v>-12.396082573687215</c:v>
                </c:pt>
                <c:pt idx="6952">
                  <c:v>-15.712049862936407</c:v>
                </c:pt>
                <c:pt idx="6953">
                  <c:v>-12.532834263684562</c:v>
                </c:pt>
                <c:pt idx="6954">
                  <c:v>-11.112291298947868</c:v>
                </c:pt>
                <c:pt idx="6955">
                  <c:v>-10.836280885547808</c:v>
                </c:pt>
                <c:pt idx="6956">
                  <c:v>-9.5316876635088352</c:v>
                </c:pt>
                <c:pt idx="6957">
                  <c:v>-8.717767614837598</c:v>
                </c:pt>
                <c:pt idx="6958">
                  <c:v>-7.8860685108961146</c:v>
                </c:pt>
                <c:pt idx="6959">
                  <c:v>-2.5208205865568245</c:v>
                </c:pt>
                <c:pt idx="6960">
                  <c:v>-0.44889418466384967</c:v>
                </c:pt>
                <c:pt idx="6961">
                  <c:v>0.44869918935751874</c:v>
                </c:pt>
                <c:pt idx="6962">
                  <c:v>0.43804162038469269</c:v>
                </c:pt>
                <c:pt idx="6963">
                  <c:v>0.21281136763748801</c:v>
                </c:pt>
                <c:pt idx="6964">
                  <c:v>0.4327659417682842</c:v>
                </c:pt>
                <c:pt idx="6965">
                  <c:v>0.62754790102799973</c:v>
                </c:pt>
                <c:pt idx="6966">
                  <c:v>-0.55374089312737096</c:v>
                </c:pt>
                <c:pt idx="6967">
                  <c:v>-6.1907891979829115</c:v>
                </c:pt>
                <c:pt idx="6968">
                  <c:v>-5.4088001619513202</c:v>
                </c:pt>
                <c:pt idx="6969">
                  <c:v>-5.9251986018218963</c:v>
                </c:pt>
                <c:pt idx="6970">
                  <c:v>-9.3186694788026987</c:v>
                </c:pt>
                <c:pt idx="6971">
                  <c:v>-9.8555270733609905</c:v>
                </c:pt>
                <c:pt idx="6972">
                  <c:v>-11.016345115397437</c:v>
                </c:pt>
                <c:pt idx="6973">
                  <c:v>-11.132380299295948</c:v>
                </c:pt>
                <c:pt idx="6974">
                  <c:v>-10.095780941486789</c:v>
                </c:pt>
                <c:pt idx="6975">
                  <c:v>-11.506413621856062</c:v>
                </c:pt>
                <c:pt idx="6976">
                  <c:v>-10.568034674752184</c:v>
                </c:pt>
                <c:pt idx="6977">
                  <c:v>-11.53506347379415</c:v>
                </c:pt>
                <c:pt idx="6978">
                  <c:v>-12.045124527873805</c:v>
                </c:pt>
                <c:pt idx="6979">
                  <c:v>-11.119649343644857</c:v>
                </c:pt>
                <c:pt idx="6980">
                  <c:v>-10.81465101198728</c:v>
                </c:pt>
                <c:pt idx="6981">
                  <c:v>-8.9047250535717861</c:v>
                </c:pt>
                <c:pt idx="6982">
                  <c:v>-8.7494222920341791</c:v>
                </c:pt>
                <c:pt idx="6983">
                  <c:v>-3.2750425285490765</c:v>
                </c:pt>
                <c:pt idx="6984">
                  <c:v>-2.2628519167569516</c:v>
                </c:pt>
                <c:pt idx="6985">
                  <c:v>-1.3042914037135056</c:v>
                </c:pt>
                <c:pt idx="6986">
                  <c:v>-0.43354578067439231</c:v>
                </c:pt>
                <c:pt idx="6987">
                  <c:v>0.16741974128398882</c:v>
                </c:pt>
                <c:pt idx="6988">
                  <c:v>0.37628941707788244</c:v>
                </c:pt>
                <c:pt idx="6989">
                  <c:v>0.36535078699061219</c:v>
                </c:pt>
                <c:pt idx="6990">
                  <c:v>-2.7036935839207437</c:v>
                </c:pt>
                <c:pt idx="6991">
                  <c:v>-7.9298004531168083</c:v>
                </c:pt>
                <c:pt idx="6992">
                  <c:v>-7.3571541631915469</c:v>
                </c:pt>
                <c:pt idx="6993">
                  <c:v>-11.587060896812686</c:v>
                </c:pt>
                <c:pt idx="6994">
                  <c:v>-12.361484967543957</c:v>
                </c:pt>
                <c:pt idx="6995">
                  <c:v>-12.712845709608262</c:v>
                </c:pt>
                <c:pt idx="6996">
                  <c:v>-10.508200923046576</c:v>
                </c:pt>
                <c:pt idx="6997">
                  <c:v>-10.39238421596402</c:v>
                </c:pt>
                <c:pt idx="6998">
                  <c:v>-9.6202128075898585</c:v>
                </c:pt>
                <c:pt idx="6999">
                  <c:v>-9.3130486935560324</c:v>
                </c:pt>
                <c:pt idx="7000">
                  <c:v>-9.0555317376665361</c:v>
                </c:pt>
                <c:pt idx="7001">
                  <c:v>-9.4779740601549101</c:v>
                </c:pt>
                <c:pt idx="7002">
                  <c:v>-9.1694057354595735</c:v>
                </c:pt>
                <c:pt idx="7003">
                  <c:v>-8.5259718698710589</c:v>
                </c:pt>
                <c:pt idx="7004">
                  <c:v>-7.9016708044162884</c:v>
                </c:pt>
                <c:pt idx="7005">
                  <c:v>-7.5690706738192937</c:v>
                </c:pt>
                <c:pt idx="7006">
                  <c:v>-6.1118136546292581</c:v>
                </c:pt>
                <c:pt idx="7007">
                  <c:v>-2.3463607331814278</c:v>
                </c:pt>
                <c:pt idx="7008">
                  <c:v>-0.76020979627958762</c:v>
                </c:pt>
                <c:pt idx="7009">
                  <c:v>-0.19686034149381468</c:v>
                </c:pt>
                <c:pt idx="7010">
                  <c:v>-7.8118367770862063E-2</c:v>
                </c:pt>
                <c:pt idx="7011">
                  <c:v>0.30733551294262096</c:v>
                </c:pt>
                <c:pt idx="7012">
                  <c:v>0.34997844928623462</c:v>
                </c:pt>
                <c:pt idx="7013">
                  <c:v>0.41787105756228471</c:v>
                </c:pt>
                <c:pt idx="7014">
                  <c:v>-1.5025692539300006</c:v>
                </c:pt>
                <c:pt idx="7015">
                  <c:v>-8.9172484483089907</c:v>
                </c:pt>
                <c:pt idx="7016">
                  <c:v>-8.1089017942486894</c:v>
                </c:pt>
                <c:pt idx="7017">
                  <c:v>-8.0872176660832924</c:v>
                </c:pt>
                <c:pt idx="7018">
                  <c:v>-10.793795689744693</c:v>
                </c:pt>
                <c:pt idx="7019">
                  <c:v>-14.238787301160377</c:v>
                </c:pt>
                <c:pt idx="7020">
                  <c:v>-10.583856074028608</c:v>
                </c:pt>
                <c:pt idx="7021">
                  <c:v>-11.389754689282187</c:v>
                </c:pt>
                <c:pt idx="7022">
                  <c:v>-11.740373908342413</c:v>
                </c:pt>
                <c:pt idx="7023">
                  <c:v>-9.9395476099966231</c:v>
                </c:pt>
                <c:pt idx="7024">
                  <c:v>-9.9143331427874468</c:v>
                </c:pt>
                <c:pt idx="7025">
                  <c:v>-8.3951065422148439</c:v>
                </c:pt>
                <c:pt idx="7026">
                  <c:v>-9.1439851798859682</c:v>
                </c:pt>
                <c:pt idx="7027">
                  <c:v>-8.2715384603426596</c:v>
                </c:pt>
                <c:pt idx="7028">
                  <c:v>-7.8819988207736547</c:v>
                </c:pt>
                <c:pt idx="7029">
                  <c:v>-7.2377289737922119</c:v>
                </c:pt>
                <c:pt idx="7030">
                  <c:v>-6.7000008539208</c:v>
                </c:pt>
                <c:pt idx="7031">
                  <c:v>-2.3788257929086001</c:v>
                </c:pt>
                <c:pt idx="7032">
                  <c:v>-0.22196324970730044</c:v>
                </c:pt>
                <c:pt idx="7033">
                  <c:v>0.48307633170191039</c:v>
                </c:pt>
                <c:pt idx="7034">
                  <c:v>0.24435905935990807</c:v>
                </c:pt>
                <c:pt idx="7035">
                  <c:v>0.20492603055288483</c:v>
                </c:pt>
                <c:pt idx="7036">
                  <c:v>0.37777296208587635</c:v>
                </c:pt>
                <c:pt idx="7037">
                  <c:v>0.39309875719432652</c:v>
                </c:pt>
                <c:pt idx="7038">
                  <c:v>0.66031048835926565</c:v>
                </c:pt>
                <c:pt idx="7039">
                  <c:v>-4.8336205573293416</c:v>
                </c:pt>
                <c:pt idx="7040">
                  <c:v>-5.9564953022174425</c:v>
                </c:pt>
                <c:pt idx="7041">
                  <c:v>-4.1063940753863193</c:v>
                </c:pt>
                <c:pt idx="7042">
                  <c:v>-7.205214643871293</c:v>
                </c:pt>
                <c:pt idx="7043">
                  <c:v>-8.5853505070901068</c:v>
                </c:pt>
                <c:pt idx="7044">
                  <c:v>-8.9542325483809915</c:v>
                </c:pt>
                <c:pt idx="7045">
                  <c:v>-8.8434645096725664</c:v>
                </c:pt>
                <c:pt idx="7046">
                  <c:v>-9.1383355195817852</c:v>
                </c:pt>
                <c:pt idx="7047">
                  <c:v>-7.0733045032614612</c:v>
                </c:pt>
                <c:pt idx="7048">
                  <c:v>-6.7591470199134571</c:v>
                </c:pt>
                <c:pt idx="7049">
                  <c:v>-7.5417235308190786</c:v>
                </c:pt>
                <c:pt idx="7050">
                  <c:v>-8.4239392611408359</c:v>
                </c:pt>
                <c:pt idx="7051">
                  <c:v>-7.6210685502057238</c:v>
                </c:pt>
                <c:pt idx="7052">
                  <c:v>-7.4632276261662245</c:v>
                </c:pt>
                <c:pt idx="7053">
                  <c:v>-6.4876219379551001</c:v>
                </c:pt>
                <c:pt idx="7054">
                  <c:v>-2.630973441264401</c:v>
                </c:pt>
                <c:pt idx="7055">
                  <c:v>-2.4505623089580699</c:v>
                </c:pt>
                <c:pt idx="7056">
                  <c:v>-0.83263917602888204</c:v>
                </c:pt>
                <c:pt idx="7057">
                  <c:v>-6.5015320558332937E-2</c:v>
                </c:pt>
                <c:pt idx="7058">
                  <c:v>0.25037351405695707</c:v>
                </c:pt>
                <c:pt idx="7059">
                  <c:v>0.27999860133237209</c:v>
                </c:pt>
                <c:pt idx="7060">
                  <c:v>0.41388480971780761</c:v>
                </c:pt>
                <c:pt idx="7061">
                  <c:v>0.44680289137494145</c:v>
                </c:pt>
                <c:pt idx="7062">
                  <c:v>0.50608270078207263</c:v>
                </c:pt>
                <c:pt idx="7063">
                  <c:v>-1.6463165337125421</c:v>
                </c:pt>
                <c:pt idx="7064">
                  <c:v>-7.2255059995254056</c:v>
                </c:pt>
                <c:pt idx="7065">
                  <c:v>-5.4051295904351084</c:v>
                </c:pt>
                <c:pt idx="7066">
                  <c:v>-2.3823362124002796</c:v>
                </c:pt>
                <c:pt idx="7067">
                  <c:v>-8.5396176368713341</c:v>
                </c:pt>
                <c:pt idx="7068">
                  <c:v>-7.869702748718777</c:v>
                </c:pt>
                <c:pt idx="7069">
                  <c:v>-8.2680723580403761</c:v>
                </c:pt>
                <c:pt idx="7070">
                  <c:v>-9.4133006056300648</c:v>
                </c:pt>
                <c:pt idx="7071">
                  <c:v>-9.2757750503456098</c:v>
                </c:pt>
                <c:pt idx="7072">
                  <c:v>-9.5115514562545922</c:v>
                </c:pt>
                <c:pt idx="7073">
                  <c:v>-7.0275124125966029</c:v>
                </c:pt>
                <c:pt idx="7074">
                  <c:v>-8.227819168732152</c:v>
                </c:pt>
                <c:pt idx="7075">
                  <c:v>-5.9500070588191001</c:v>
                </c:pt>
                <c:pt idx="7076">
                  <c:v>-8.3108344783427306</c:v>
                </c:pt>
                <c:pt idx="7077">
                  <c:v>-5.1429758722745955</c:v>
                </c:pt>
                <c:pt idx="7078">
                  <c:v>-7.3638561611981208</c:v>
                </c:pt>
                <c:pt idx="7079">
                  <c:v>-3.2148381680075855</c:v>
                </c:pt>
                <c:pt idx="7080">
                  <c:v>-0.9858682320246982</c:v>
                </c:pt>
                <c:pt idx="7081">
                  <c:v>-0.28160890634060337</c:v>
                </c:pt>
                <c:pt idx="7082">
                  <c:v>3.4553324434784843E-2</c:v>
                </c:pt>
                <c:pt idx="7083">
                  <c:v>0.36296770946047269</c:v>
                </c:pt>
                <c:pt idx="7084">
                  <c:v>0.38991423718223883</c:v>
                </c:pt>
                <c:pt idx="7085">
                  <c:v>0.4317438702571284</c:v>
                </c:pt>
                <c:pt idx="7086">
                  <c:v>0.29647674665056128</c:v>
                </c:pt>
                <c:pt idx="7087">
                  <c:v>-2.2990369310927656</c:v>
                </c:pt>
                <c:pt idx="7088">
                  <c:v>-9.5565756224834519</c:v>
                </c:pt>
                <c:pt idx="7089">
                  <c:v>-8.1346570573873969</c:v>
                </c:pt>
                <c:pt idx="7090">
                  <c:v>-8.8074701392266199</c:v>
                </c:pt>
                <c:pt idx="7091">
                  <c:v>-8.9817098764801191</c:v>
                </c:pt>
                <c:pt idx="7092">
                  <c:v>-10.72723572329911</c:v>
                </c:pt>
                <c:pt idx="7093">
                  <c:v>-11.176017814674351</c:v>
                </c:pt>
                <c:pt idx="7094">
                  <c:v>-9.7177034054347615</c:v>
                </c:pt>
                <c:pt idx="7095">
                  <c:v>-9.9949721162015379</c:v>
                </c:pt>
                <c:pt idx="7096">
                  <c:v>-11.65226314333748</c:v>
                </c:pt>
                <c:pt idx="7097">
                  <c:v>-9.3452760421774563</c:v>
                </c:pt>
                <c:pt idx="7098">
                  <c:v>-5.3142416832609669</c:v>
                </c:pt>
                <c:pt idx="7099">
                  <c:v>-10.427965820114711</c:v>
                </c:pt>
                <c:pt idx="7100">
                  <c:v>-10.593928510732685</c:v>
                </c:pt>
                <c:pt idx="7101">
                  <c:v>-8.3227549844986104</c:v>
                </c:pt>
                <c:pt idx="7102">
                  <c:v>-7.9642612214233957</c:v>
                </c:pt>
                <c:pt idx="7103">
                  <c:v>-8.620425508243919</c:v>
                </c:pt>
                <c:pt idx="7104">
                  <c:v>-7.3909096500132572</c:v>
                </c:pt>
                <c:pt idx="7105">
                  <c:v>-4.1581626263258622</c:v>
                </c:pt>
                <c:pt idx="7106">
                  <c:v>-1.5052084619000401</c:v>
                </c:pt>
                <c:pt idx="7107">
                  <c:v>-0.36646027038166445</c:v>
                </c:pt>
                <c:pt idx="7108">
                  <c:v>-5.1533070344769144E-2</c:v>
                </c:pt>
                <c:pt idx="7109">
                  <c:v>0.15038042770836316</c:v>
                </c:pt>
                <c:pt idx="7110">
                  <c:v>0.18838221905503111</c:v>
                </c:pt>
                <c:pt idx="7111">
                  <c:v>-2.5715101196921704</c:v>
                </c:pt>
                <c:pt idx="7112">
                  <c:v>-10.185041240718189</c:v>
                </c:pt>
                <c:pt idx="7113">
                  <c:v>-11.364988876356437</c:v>
                </c:pt>
                <c:pt idx="7114">
                  <c:v>-11.24272128126854</c:v>
                </c:pt>
                <c:pt idx="7115">
                  <c:v>-12.115135928079878</c:v>
                </c:pt>
                <c:pt idx="7116">
                  <c:v>-12.631649012882589</c:v>
                </c:pt>
                <c:pt idx="7117">
                  <c:v>-12.165812623791355</c:v>
                </c:pt>
                <c:pt idx="7118">
                  <c:v>-11.090915596815739</c:v>
                </c:pt>
                <c:pt idx="7119">
                  <c:v>-11.727197821396903</c:v>
                </c:pt>
                <c:pt idx="7120">
                  <c:v>-10.413652263897779</c:v>
                </c:pt>
                <c:pt idx="7121">
                  <c:v>-10.313317862517119</c:v>
                </c:pt>
                <c:pt idx="7122">
                  <c:v>-9.1866226415860925</c:v>
                </c:pt>
                <c:pt idx="7123">
                  <c:v>-7.9691516850261372</c:v>
                </c:pt>
                <c:pt idx="7124">
                  <c:v>-8.2241538277765915</c:v>
                </c:pt>
                <c:pt idx="7125">
                  <c:v>-7.2227426455852468</c:v>
                </c:pt>
                <c:pt idx="7126">
                  <c:v>-7.1516077592491767</c:v>
                </c:pt>
                <c:pt idx="7127">
                  <c:v>-6.7569607601290462</c:v>
                </c:pt>
                <c:pt idx="7128">
                  <c:v>-6.0953940267360149</c:v>
                </c:pt>
                <c:pt idx="7129">
                  <c:v>-2.9667368465419495</c:v>
                </c:pt>
                <c:pt idx="7130">
                  <c:v>-2.0656805655898025</c:v>
                </c:pt>
                <c:pt idx="7131">
                  <c:v>-1.1126695972321794</c:v>
                </c:pt>
                <c:pt idx="7132">
                  <c:v>-0.33834055909770572</c:v>
                </c:pt>
                <c:pt idx="7133">
                  <c:v>-3.35866103617097E-2</c:v>
                </c:pt>
                <c:pt idx="7134">
                  <c:v>0.18383851718416888</c:v>
                </c:pt>
                <c:pt idx="7135">
                  <c:v>-2.1382981153291634</c:v>
                </c:pt>
                <c:pt idx="7136">
                  <c:v>-7.5683730596597467</c:v>
                </c:pt>
                <c:pt idx="7137">
                  <c:v>-8.8001896793143324</c:v>
                </c:pt>
                <c:pt idx="7138">
                  <c:v>-8.1095167651463509</c:v>
                </c:pt>
                <c:pt idx="7139">
                  <c:v>-10.170301985107272</c:v>
                </c:pt>
                <c:pt idx="7140">
                  <c:v>-12.546168252920149</c:v>
                </c:pt>
                <c:pt idx="7141">
                  <c:v>-11.426181817385741</c:v>
                </c:pt>
                <c:pt idx="7142">
                  <c:v>-11.665500441184902</c:v>
                </c:pt>
                <c:pt idx="7143">
                  <c:v>-12.432280574503476</c:v>
                </c:pt>
                <c:pt idx="7144">
                  <c:v>-12.973667549690358</c:v>
                </c:pt>
                <c:pt idx="7145">
                  <c:v>-10.730190395804119</c:v>
                </c:pt>
                <c:pt idx="7146">
                  <c:v>-10.27385488369765</c:v>
                </c:pt>
                <c:pt idx="7147">
                  <c:v>-10.258355012270265</c:v>
                </c:pt>
                <c:pt idx="7148">
                  <c:v>-8.110262389855226</c:v>
                </c:pt>
                <c:pt idx="7149">
                  <c:v>-6.4018157442228754</c:v>
                </c:pt>
                <c:pt idx="7150">
                  <c:v>-7.090906848606032</c:v>
                </c:pt>
                <c:pt idx="7151">
                  <c:v>-6.6262690876179118</c:v>
                </c:pt>
                <c:pt idx="7152">
                  <c:v>-7.6186494645246787</c:v>
                </c:pt>
                <c:pt idx="7153">
                  <c:v>-6.6307654223286816</c:v>
                </c:pt>
                <c:pt idx="7154">
                  <c:v>-2.8210538264752496</c:v>
                </c:pt>
                <c:pt idx="7155">
                  <c:v>-0.73097733409251375</c:v>
                </c:pt>
                <c:pt idx="7156">
                  <c:v>-5.3710239683949362E-2</c:v>
                </c:pt>
                <c:pt idx="7157">
                  <c:v>0.18503541256800851</c:v>
                </c:pt>
                <c:pt idx="7158">
                  <c:v>-4.8082159724482807</c:v>
                </c:pt>
                <c:pt idx="7159">
                  <c:v>-6.7264920069875256</c:v>
                </c:pt>
                <c:pt idx="7160">
                  <c:v>-8.1238902120874297</c:v>
                </c:pt>
                <c:pt idx="7161">
                  <c:v>-9.2791613686607501</c:v>
                </c:pt>
                <c:pt idx="7162">
                  <c:v>-9.9264018716441775</c:v>
                </c:pt>
                <c:pt idx="7163">
                  <c:v>-13.010102092113419</c:v>
                </c:pt>
                <c:pt idx="7164">
                  <c:v>-13.78607522677463</c:v>
                </c:pt>
                <c:pt idx="7165">
                  <c:v>-13.12096174082107</c:v>
                </c:pt>
                <c:pt idx="7166">
                  <c:v>-12.568497921863994</c:v>
                </c:pt>
                <c:pt idx="7167">
                  <c:v>-11.333028482112626</c:v>
                </c:pt>
                <c:pt idx="7168">
                  <c:v>-11.480014220436185</c:v>
                </c:pt>
                <c:pt idx="7169">
                  <c:v>-10.588963436118229</c:v>
                </c:pt>
                <c:pt idx="7170">
                  <c:v>-8.9365484216701034</c:v>
                </c:pt>
                <c:pt idx="7171">
                  <c:v>-8.6242654618907082</c:v>
                </c:pt>
                <c:pt idx="7172">
                  <c:v>-8.5200343494983848</c:v>
                </c:pt>
                <c:pt idx="7173">
                  <c:v>-9.1890528233580557</c:v>
                </c:pt>
                <c:pt idx="7174">
                  <c:v>-8.5247744311232054</c:v>
                </c:pt>
                <c:pt idx="7175">
                  <c:v>-8.0555470908287177</c:v>
                </c:pt>
                <c:pt idx="7176">
                  <c:v>-7.5757533822520591</c:v>
                </c:pt>
                <c:pt idx="7177">
                  <c:v>-7.7794028960654336</c:v>
                </c:pt>
                <c:pt idx="7178">
                  <c:v>-7.22090645045924</c:v>
                </c:pt>
                <c:pt idx="7179">
                  <c:v>-6.445804980489461</c:v>
                </c:pt>
                <c:pt idx="7180">
                  <c:v>-6.4164544008347493</c:v>
                </c:pt>
                <c:pt idx="7181">
                  <c:v>-6.0793377108451505</c:v>
                </c:pt>
                <c:pt idx="7182">
                  <c:v>-5.880708379036065</c:v>
                </c:pt>
                <c:pt idx="7183">
                  <c:v>-5.4204445540321959</c:v>
                </c:pt>
                <c:pt idx="7184">
                  <c:v>-5.0804082221412834</c:v>
                </c:pt>
                <c:pt idx="7185">
                  <c:v>-5.9125537639203998</c:v>
                </c:pt>
                <c:pt idx="7186">
                  <c:v>-5.5094165619796156</c:v>
                </c:pt>
                <c:pt idx="7187">
                  <c:v>-5.5178054743963125</c:v>
                </c:pt>
                <c:pt idx="7188">
                  <c:v>-5.9665763272647219</c:v>
                </c:pt>
                <c:pt idx="7189">
                  <c:v>-5.4590951324519299</c:v>
                </c:pt>
                <c:pt idx="7190">
                  <c:v>-5.442885183277907</c:v>
                </c:pt>
                <c:pt idx="7191">
                  <c:v>-6.1750973676221044</c:v>
                </c:pt>
                <c:pt idx="7192">
                  <c:v>-7.1347972677117593</c:v>
                </c:pt>
                <c:pt idx="7193">
                  <c:v>-8.162979885549694</c:v>
                </c:pt>
                <c:pt idx="7194">
                  <c:v>-8.6389070623372355</c:v>
                </c:pt>
                <c:pt idx="7195">
                  <c:v>-8.7023353288266172</c:v>
                </c:pt>
                <c:pt idx="7196">
                  <c:v>-7.7941863974884606</c:v>
                </c:pt>
                <c:pt idx="7197">
                  <c:v>-7.4349418273251064</c:v>
                </c:pt>
                <c:pt idx="7198">
                  <c:v>-7.0794010105958192</c:v>
                </c:pt>
                <c:pt idx="7199">
                  <c:v>-6.8634572681349679</c:v>
                </c:pt>
                <c:pt idx="7200">
                  <c:v>-6.4354846540432611</c:v>
                </c:pt>
                <c:pt idx="7201">
                  <c:v>-6.5834591866249204</c:v>
                </c:pt>
                <c:pt idx="7202">
                  <c:v>-6.2604188793670206</c:v>
                </c:pt>
                <c:pt idx="7203">
                  <c:v>-5.6406353371660982</c:v>
                </c:pt>
                <c:pt idx="7204">
                  <c:v>-5.9068644052214605</c:v>
                </c:pt>
                <c:pt idx="7205">
                  <c:v>-5.8449595224881774</c:v>
                </c:pt>
                <c:pt idx="7206">
                  <c:v>-5.7641647103032927</c:v>
                </c:pt>
                <c:pt idx="7207">
                  <c:v>-5.6904780582752004</c:v>
                </c:pt>
                <c:pt idx="7208">
                  <c:v>-6.2363296304183189</c:v>
                </c:pt>
                <c:pt idx="7209">
                  <c:v>-6.1972778474947345</c:v>
                </c:pt>
                <c:pt idx="7210">
                  <c:v>-7.2330481900570351</c:v>
                </c:pt>
                <c:pt idx="7211">
                  <c:v>-9.294856050797204</c:v>
                </c:pt>
                <c:pt idx="7212">
                  <c:v>-10.259382156807304</c:v>
                </c:pt>
                <c:pt idx="7213">
                  <c:v>-9.5917702104818137</c:v>
                </c:pt>
                <c:pt idx="7214">
                  <c:v>-8.8427915515296025</c:v>
                </c:pt>
                <c:pt idx="7215">
                  <c:v>-9.8980482889229382</c:v>
                </c:pt>
                <c:pt idx="7216">
                  <c:v>-9.8231022902197047</c:v>
                </c:pt>
                <c:pt idx="7217">
                  <c:v>-9.0723358158745384</c:v>
                </c:pt>
                <c:pt idx="7218">
                  <c:v>-7.6667236717686098</c:v>
                </c:pt>
                <c:pt idx="7219">
                  <c:v>-7.1174801702487667</c:v>
                </c:pt>
                <c:pt idx="7220">
                  <c:v>-6.4284071001692178</c:v>
                </c:pt>
                <c:pt idx="7221">
                  <c:v>-6.3724782131674758</c:v>
                </c:pt>
                <c:pt idx="7222">
                  <c:v>-5.7071658876783404</c:v>
                </c:pt>
                <c:pt idx="7223">
                  <c:v>-5.6422240732865783</c:v>
                </c:pt>
                <c:pt idx="7224">
                  <c:v>-6.1023494299882683</c:v>
                </c:pt>
                <c:pt idx="7225">
                  <c:v>-5.9327233361547229</c:v>
                </c:pt>
                <c:pt idx="7226">
                  <c:v>-3.0600546094490531</c:v>
                </c:pt>
                <c:pt idx="7227">
                  <c:v>-4.9889166708613581</c:v>
                </c:pt>
                <c:pt idx="7228">
                  <c:v>-2.9664248067191927</c:v>
                </c:pt>
                <c:pt idx="7229">
                  <c:v>-2.3293270843573302</c:v>
                </c:pt>
                <c:pt idx="7230">
                  <c:v>-3.1798949013015405</c:v>
                </c:pt>
                <c:pt idx="7231">
                  <c:v>-1.9108150695480755</c:v>
                </c:pt>
                <c:pt idx="7232">
                  <c:v>-0.56830337717506185</c:v>
                </c:pt>
                <c:pt idx="7233">
                  <c:v>-2.754586795266849</c:v>
                </c:pt>
                <c:pt idx="7234">
                  <c:v>-2.0627619511391226</c:v>
                </c:pt>
                <c:pt idx="7235">
                  <c:v>-0.18809044146392789</c:v>
                </c:pt>
                <c:pt idx="7236">
                  <c:v>-2.1825010819280557</c:v>
                </c:pt>
                <c:pt idx="7237">
                  <c:v>-2.3802506756459478</c:v>
                </c:pt>
                <c:pt idx="7238">
                  <c:v>-0.38281023643449102</c:v>
                </c:pt>
                <c:pt idx="7239">
                  <c:v>-1.7513366047313539</c:v>
                </c:pt>
                <c:pt idx="7240">
                  <c:v>-2.1201353034772774</c:v>
                </c:pt>
                <c:pt idx="7241">
                  <c:v>-0.87641353640909569</c:v>
                </c:pt>
                <c:pt idx="7242">
                  <c:v>-0.92569519739978812</c:v>
                </c:pt>
                <c:pt idx="7243">
                  <c:v>-2.8662794019437325</c:v>
                </c:pt>
                <c:pt idx="7244">
                  <c:v>-1.0768396343766811</c:v>
                </c:pt>
                <c:pt idx="7245">
                  <c:v>-1.0174831956196118</c:v>
                </c:pt>
                <c:pt idx="7246">
                  <c:v>-2.3379472809938737</c:v>
                </c:pt>
                <c:pt idx="7247">
                  <c:v>-2.0779523558611874</c:v>
                </c:pt>
                <c:pt idx="7248">
                  <c:v>-0.16070297907300621</c:v>
                </c:pt>
                <c:pt idx="7249">
                  <c:v>-1.2783949254400295</c:v>
                </c:pt>
                <c:pt idx="7250">
                  <c:v>0.59407631368455427</c:v>
                </c:pt>
                <c:pt idx="7251">
                  <c:v>0.60396091260271423</c:v>
                </c:pt>
                <c:pt idx="7252">
                  <c:v>0.62624682172460899</c:v>
                </c:pt>
                <c:pt idx="7253">
                  <c:v>0.5802233360336676</c:v>
                </c:pt>
                <c:pt idx="7254">
                  <c:v>0.60824524008133363</c:v>
                </c:pt>
                <c:pt idx="7255">
                  <c:v>0.37883284437005804</c:v>
                </c:pt>
                <c:pt idx="7256">
                  <c:v>0.38181709781626011</c:v>
                </c:pt>
                <c:pt idx="7257">
                  <c:v>0.33694050057541752</c:v>
                </c:pt>
                <c:pt idx="7258">
                  <c:v>-3.6449220585475728</c:v>
                </c:pt>
                <c:pt idx="7259">
                  <c:v>-3.7191221484929589</c:v>
                </c:pt>
                <c:pt idx="7260">
                  <c:v>-1.1239822073265244</c:v>
                </c:pt>
                <c:pt idx="7261">
                  <c:v>-8.2912180824762611</c:v>
                </c:pt>
                <c:pt idx="7262">
                  <c:v>-1.5912009310760475</c:v>
                </c:pt>
                <c:pt idx="7263">
                  <c:v>-10.255549480558313</c:v>
                </c:pt>
                <c:pt idx="7264">
                  <c:v>-3.0477755041772232</c:v>
                </c:pt>
                <c:pt idx="7265">
                  <c:v>-9.505334307297284</c:v>
                </c:pt>
                <c:pt idx="7266">
                  <c:v>-6.8048997205955706</c:v>
                </c:pt>
                <c:pt idx="7267">
                  <c:v>-5.4214829205754622</c:v>
                </c:pt>
                <c:pt idx="7268">
                  <c:v>-2.5418006901494903</c:v>
                </c:pt>
                <c:pt idx="7269">
                  <c:v>-1.4127466530580683</c:v>
                </c:pt>
                <c:pt idx="7270">
                  <c:v>-2.9770953085297878</c:v>
                </c:pt>
                <c:pt idx="7271">
                  <c:v>-3.8234839087702266</c:v>
                </c:pt>
                <c:pt idx="7272">
                  <c:v>-2.4308543275859553</c:v>
                </c:pt>
                <c:pt idx="7273">
                  <c:v>-2.7644432650928703</c:v>
                </c:pt>
                <c:pt idx="7274">
                  <c:v>-3.1032581268199317</c:v>
                </c:pt>
                <c:pt idx="7275">
                  <c:v>-2.9637945784299147</c:v>
                </c:pt>
                <c:pt idx="7276">
                  <c:v>-3.4784892176672888</c:v>
                </c:pt>
                <c:pt idx="7277">
                  <c:v>-2.721812631828834</c:v>
                </c:pt>
                <c:pt idx="7278">
                  <c:v>-2.7216774043138896</c:v>
                </c:pt>
                <c:pt idx="7279">
                  <c:v>-2.8414964013669062</c:v>
                </c:pt>
                <c:pt idx="7280">
                  <c:v>-3.0582293109269734</c:v>
                </c:pt>
                <c:pt idx="7281">
                  <c:v>-5.5355775329719794</c:v>
                </c:pt>
                <c:pt idx="7282">
                  <c:v>-8.8441205590248675</c:v>
                </c:pt>
                <c:pt idx="7283">
                  <c:v>-10.436163386777306</c:v>
                </c:pt>
                <c:pt idx="7284">
                  <c:v>-10.243706358092638</c:v>
                </c:pt>
                <c:pt idx="7285">
                  <c:v>-9.0876692236033971</c:v>
                </c:pt>
                <c:pt idx="7286">
                  <c:v>-7.3864491908570491</c:v>
                </c:pt>
                <c:pt idx="7287">
                  <c:v>-7.8072589464912916</c:v>
                </c:pt>
                <c:pt idx="7288">
                  <c:v>-8.3534877828181653</c:v>
                </c:pt>
                <c:pt idx="7289">
                  <c:v>-7.1747294310232945</c:v>
                </c:pt>
                <c:pt idx="7290">
                  <c:v>-6.1356192537518135</c:v>
                </c:pt>
                <c:pt idx="7291">
                  <c:v>-5.5057018618931872</c:v>
                </c:pt>
                <c:pt idx="7292">
                  <c:v>-3.9542051796032371</c:v>
                </c:pt>
                <c:pt idx="7293">
                  <c:v>-2.8840245608486184</c:v>
                </c:pt>
                <c:pt idx="7294">
                  <c:v>-2.0937009866225553</c:v>
                </c:pt>
                <c:pt idx="7295">
                  <c:v>-0.93251395957173022</c:v>
                </c:pt>
                <c:pt idx="7296">
                  <c:v>0.18675855911179609</c:v>
                </c:pt>
                <c:pt idx="7297">
                  <c:v>0.82934855398559826</c:v>
                </c:pt>
                <c:pt idx="7298">
                  <c:v>0.90783069170702591</c:v>
                </c:pt>
                <c:pt idx="7299">
                  <c:v>0.90761909576203892</c:v>
                </c:pt>
                <c:pt idx="7300">
                  <c:v>0.88263233608868408</c:v>
                </c:pt>
                <c:pt idx="7301">
                  <c:v>0.82504746390501427</c:v>
                </c:pt>
                <c:pt idx="7302">
                  <c:v>0.89684849241733233</c:v>
                </c:pt>
                <c:pt idx="7303">
                  <c:v>0.87951882683101756</c:v>
                </c:pt>
                <c:pt idx="7304">
                  <c:v>0.67480681085733829</c:v>
                </c:pt>
                <c:pt idx="7305">
                  <c:v>0.4521476574090178</c:v>
                </c:pt>
                <c:pt idx="7306">
                  <c:v>-3.1799486194625839</c:v>
                </c:pt>
                <c:pt idx="7307">
                  <c:v>-3.217051472953198</c:v>
                </c:pt>
                <c:pt idx="7308">
                  <c:v>-5.1161969914721679</c:v>
                </c:pt>
                <c:pt idx="7309">
                  <c:v>-0.99698467042889383</c:v>
                </c:pt>
                <c:pt idx="7310">
                  <c:v>-6.7141697233057469</c:v>
                </c:pt>
                <c:pt idx="7311">
                  <c:v>-6.4247213532341245</c:v>
                </c:pt>
                <c:pt idx="7312">
                  <c:v>-4.9184612254550215</c:v>
                </c:pt>
                <c:pt idx="7313">
                  <c:v>-5.0619424059428928</c:v>
                </c:pt>
                <c:pt idx="7314">
                  <c:v>-4.1380746172911937</c:v>
                </c:pt>
                <c:pt idx="7315">
                  <c:v>-3.7504579342891153</c:v>
                </c:pt>
                <c:pt idx="7316">
                  <c:v>-3.1885289790629785</c:v>
                </c:pt>
                <c:pt idx="7317">
                  <c:v>-2.3307590239253089</c:v>
                </c:pt>
                <c:pt idx="7318">
                  <c:v>-1.6720751284479229</c:v>
                </c:pt>
                <c:pt idx="7319">
                  <c:v>-1.3232695285399878</c:v>
                </c:pt>
                <c:pt idx="7320">
                  <c:v>-0.96392447055721686</c:v>
                </c:pt>
                <c:pt idx="7321">
                  <c:v>-6.2143685928158117E-3</c:v>
                </c:pt>
                <c:pt idx="7322">
                  <c:v>2.8182830328594016E-2</c:v>
                </c:pt>
                <c:pt idx="7323">
                  <c:v>0.52765746645337186</c:v>
                </c:pt>
                <c:pt idx="7324">
                  <c:v>0.47840439917018301</c:v>
                </c:pt>
                <c:pt idx="7325">
                  <c:v>0.54228400305862001</c:v>
                </c:pt>
                <c:pt idx="7326">
                  <c:v>0.49448353432975922</c:v>
                </c:pt>
                <c:pt idx="7327">
                  <c:v>0.25970309300788963</c:v>
                </c:pt>
                <c:pt idx="7328">
                  <c:v>-1.5225189404039005E-2</c:v>
                </c:pt>
                <c:pt idx="7329">
                  <c:v>-1.2452116048173152</c:v>
                </c:pt>
                <c:pt idx="7330">
                  <c:v>-8.0223339728290028</c:v>
                </c:pt>
                <c:pt idx="7331">
                  <c:v>-7.3477697593331674</c:v>
                </c:pt>
                <c:pt idx="7332">
                  <c:v>-5.2766079967015136</c:v>
                </c:pt>
                <c:pt idx="7333">
                  <c:v>-8.022908873077542</c:v>
                </c:pt>
                <c:pt idx="7334">
                  <c:v>-8.1102660132652424</c:v>
                </c:pt>
                <c:pt idx="7335">
                  <c:v>-8.0530929413417809</c:v>
                </c:pt>
                <c:pt idx="7336">
                  <c:v>-8.2762603118204545</c:v>
                </c:pt>
                <c:pt idx="7337">
                  <c:v>-8.0634750329757718</c:v>
                </c:pt>
                <c:pt idx="7338">
                  <c:v>-6.3783876833789499</c:v>
                </c:pt>
                <c:pt idx="7339">
                  <c:v>-5.5249792855902093</c:v>
                </c:pt>
                <c:pt idx="7340">
                  <c:v>-4.6738528190792046</c:v>
                </c:pt>
                <c:pt idx="7341">
                  <c:v>-3.6765394239464779</c:v>
                </c:pt>
                <c:pt idx="7342">
                  <c:v>-3.0090592876792011</c:v>
                </c:pt>
                <c:pt idx="7343">
                  <c:v>-3.0554037517340777</c:v>
                </c:pt>
                <c:pt idx="7344">
                  <c:v>-1.2479137749923495</c:v>
                </c:pt>
                <c:pt idx="7345">
                  <c:v>-1.8934870766940772</c:v>
                </c:pt>
                <c:pt idx="7346">
                  <c:v>-6.1064020181996345E-2</c:v>
                </c:pt>
                <c:pt idx="7347">
                  <c:v>-2.4335831733431483</c:v>
                </c:pt>
                <c:pt idx="7348">
                  <c:v>0.43145833921457449</c:v>
                </c:pt>
                <c:pt idx="7349">
                  <c:v>0.49617168173336917</c:v>
                </c:pt>
                <c:pt idx="7350">
                  <c:v>0.42723738072415762</c:v>
                </c:pt>
                <c:pt idx="7351">
                  <c:v>-0.801042470562499</c:v>
                </c:pt>
                <c:pt idx="7352">
                  <c:v>-1.0217877438176639</c:v>
                </c:pt>
                <c:pt idx="7353">
                  <c:v>-2.4264101099177036</c:v>
                </c:pt>
                <c:pt idx="7354">
                  <c:v>-2.9617284618949657</c:v>
                </c:pt>
                <c:pt idx="7355">
                  <c:v>-6.1866390574361674</c:v>
                </c:pt>
                <c:pt idx="7356">
                  <c:v>-6.32216651870508</c:v>
                </c:pt>
                <c:pt idx="7357">
                  <c:v>-7.0649833328747675</c:v>
                </c:pt>
                <c:pt idx="7358">
                  <c:v>-7.9424213731520723</c:v>
                </c:pt>
                <c:pt idx="7359">
                  <c:v>-8.1530526533166388</c:v>
                </c:pt>
                <c:pt idx="7360">
                  <c:v>-8.6525837528555396</c:v>
                </c:pt>
                <c:pt idx="7361">
                  <c:v>-8.9237139627480921</c:v>
                </c:pt>
                <c:pt idx="7362">
                  <c:v>-7.8769283260616278</c:v>
                </c:pt>
                <c:pt idx="7363">
                  <c:v>-7.4170806662105004</c:v>
                </c:pt>
                <c:pt idx="7364">
                  <c:v>-6.5835164933478802</c:v>
                </c:pt>
                <c:pt idx="7365">
                  <c:v>-4.2896889969507237</c:v>
                </c:pt>
                <c:pt idx="7366">
                  <c:v>-3.8154583643675068</c:v>
                </c:pt>
                <c:pt idx="7367">
                  <c:v>-2.21655830724825</c:v>
                </c:pt>
                <c:pt idx="7368">
                  <c:v>-0.58148593407867033</c:v>
                </c:pt>
                <c:pt idx="7369">
                  <c:v>-7.0833712446784367E-2</c:v>
                </c:pt>
                <c:pt idx="7370">
                  <c:v>8.4799787763925813E-2</c:v>
                </c:pt>
                <c:pt idx="7371">
                  <c:v>0.23629887580973616</c:v>
                </c:pt>
                <c:pt idx="7372">
                  <c:v>0.23915054995103147</c:v>
                </c:pt>
                <c:pt idx="7373">
                  <c:v>0.34179462319343423</c:v>
                </c:pt>
                <c:pt idx="7374">
                  <c:v>0.3563708418573987</c:v>
                </c:pt>
                <c:pt idx="7375">
                  <c:v>-1.1598590589708175</c:v>
                </c:pt>
                <c:pt idx="7376">
                  <c:v>-5.2531766673442126</c:v>
                </c:pt>
                <c:pt idx="7377">
                  <c:v>-6.1891300019705069</c:v>
                </c:pt>
                <c:pt idx="7378">
                  <c:v>-7.9506695805111702</c:v>
                </c:pt>
                <c:pt idx="7379">
                  <c:v>-7.9384459831836693</c:v>
                </c:pt>
                <c:pt idx="7380">
                  <c:v>-7.7595248055209307</c:v>
                </c:pt>
                <c:pt idx="7381">
                  <c:v>-9.2472944785619084</c:v>
                </c:pt>
                <c:pt idx="7382">
                  <c:v>-10.628620879611375</c:v>
                </c:pt>
                <c:pt idx="7383">
                  <c:v>-10.409844515228027</c:v>
                </c:pt>
                <c:pt idx="7384">
                  <c:v>-11.576913176516593</c:v>
                </c:pt>
                <c:pt idx="7385">
                  <c:v>-10.707793803977887</c:v>
                </c:pt>
                <c:pt idx="7386">
                  <c:v>-9.5942634806825211</c:v>
                </c:pt>
                <c:pt idx="7387">
                  <c:v>-7.0912357091348373</c:v>
                </c:pt>
                <c:pt idx="7388">
                  <c:v>-6.4481623995510224</c:v>
                </c:pt>
                <c:pt idx="7389">
                  <c:v>-6.5237805847848245</c:v>
                </c:pt>
                <c:pt idx="7390">
                  <c:v>-4.7595124206850699</c:v>
                </c:pt>
                <c:pt idx="7391">
                  <c:v>-6.884320081831989</c:v>
                </c:pt>
                <c:pt idx="7392">
                  <c:v>-3.6491126756543695</c:v>
                </c:pt>
                <c:pt idx="7393">
                  <c:v>-1.5668909314035706</c:v>
                </c:pt>
                <c:pt idx="7394">
                  <c:v>-0.12250901179367504</c:v>
                </c:pt>
                <c:pt idx="7395">
                  <c:v>0.21694719174963323</c:v>
                </c:pt>
                <c:pt idx="7396">
                  <c:v>0.34367428708339215</c:v>
                </c:pt>
                <c:pt idx="7397">
                  <c:v>0.54298493220276745</c:v>
                </c:pt>
                <c:pt idx="7398">
                  <c:v>0.46807234570917006</c:v>
                </c:pt>
                <c:pt idx="7399">
                  <c:v>-1.0015214394473866</c:v>
                </c:pt>
                <c:pt idx="7400">
                  <c:v>-1.205498393825466</c:v>
                </c:pt>
                <c:pt idx="7401">
                  <c:v>-6.9895743910669728</c:v>
                </c:pt>
                <c:pt idx="7402">
                  <c:v>-3.6460631503591721</c:v>
                </c:pt>
                <c:pt idx="7403">
                  <c:v>-10.024930327652138</c:v>
                </c:pt>
                <c:pt idx="7404">
                  <c:v>-7.8143512402031643</c:v>
                </c:pt>
                <c:pt idx="7405">
                  <c:v>-7.9910166894176475</c:v>
                </c:pt>
                <c:pt idx="7406">
                  <c:v>-8.5282171779309355</c:v>
                </c:pt>
                <c:pt idx="7407">
                  <c:v>-7.9871604828534091</c:v>
                </c:pt>
                <c:pt idx="7408">
                  <c:v>-9.1915129670772728</c:v>
                </c:pt>
                <c:pt idx="7409">
                  <c:v>-8.0505413444392229</c:v>
                </c:pt>
                <c:pt idx="7410">
                  <c:v>-7.8876293895135099</c:v>
                </c:pt>
                <c:pt idx="7411">
                  <c:v>-6.6918634395177747</c:v>
                </c:pt>
                <c:pt idx="7412">
                  <c:v>-5.8257882376911425</c:v>
                </c:pt>
                <c:pt idx="7413">
                  <c:v>-5.4508268313167552</c:v>
                </c:pt>
                <c:pt idx="7414">
                  <c:v>-5.1349636244029799</c:v>
                </c:pt>
                <c:pt idx="7415">
                  <c:v>-4.2447115813870919</c:v>
                </c:pt>
                <c:pt idx="7416">
                  <c:v>-4.1369450053336445</c:v>
                </c:pt>
                <c:pt idx="7417">
                  <c:v>-2.879919485652497</c:v>
                </c:pt>
                <c:pt idx="7418">
                  <c:v>-0.48831289095395436</c:v>
                </c:pt>
                <c:pt idx="7419">
                  <c:v>-2.6007302839892481</c:v>
                </c:pt>
                <c:pt idx="7420">
                  <c:v>0.35951684047947835</c:v>
                </c:pt>
                <c:pt idx="7421">
                  <c:v>0.49781244570278388</c:v>
                </c:pt>
                <c:pt idx="7422">
                  <c:v>0.40050442179642332</c:v>
                </c:pt>
                <c:pt idx="7423">
                  <c:v>-1.8024638414967433</c:v>
                </c:pt>
                <c:pt idx="7424">
                  <c:v>-1.6809539056608875</c:v>
                </c:pt>
                <c:pt idx="7425">
                  <c:v>-8.1805775997632431</c:v>
                </c:pt>
                <c:pt idx="7426">
                  <c:v>-2.2508309045614543</c:v>
                </c:pt>
                <c:pt idx="7427">
                  <c:v>-12.283539247709927</c:v>
                </c:pt>
                <c:pt idx="7428">
                  <c:v>-10.281319648530467</c:v>
                </c:pt>
                <c:pt idx="7429">
                  <c:v>-10.352195312077736</c:v>
                </c:pt>
                <c:pt idx="7430">
                  <c:v>-10.595105423281932</c:v>
                </c:pt>
                <c:pt idx="7431">
                  <c:v>-10.577769405349866</c:v>
                </c:pt>
                <c:pt idx="7432">
                  <c:v>-10.65302966655749</c:v>
                </c:pt>
                <c:pt idx="7433">
                  <c:v>-9.2216536124120214</c:v>
                </c:pt>
                <c:pt idx="7434">
                  <c:v>-8.4524659740463015</c:v>
                </c:pt>
                <c:pt idx="7435">
                  <c:v>-7.6810041857446789</c:v>
                </c:pt>
                <c:pt idx="7436">
                  <c:v>-6.9549563222095241</c:v>
                </c:pt>
                <c:pt idx="7437">
                  <c:v>-5.8623227017761641</c:v>
                </c:pt>
                <c:pt idx="7438">
                  <c:v>-6.1822574755829347</c:v>
                </c:pt>
                <c:pt idx="7439">
                  <c:v>-5.6740736861107672</c:v>
                </c:pt>
                <c:pt idx="7440">
                  <c:v>-5.0562970074009508</c:v>
                </c:pt>
                <c:pt idx="7441">
                  <c:v>-4.5834829245954545</c:v>
                </c:pt>
                <c:pt idx="7442">
                  <c:v>-0.64048894122203304</c:v>
                </c:pt>
                <c:pt idx="7443">
                  <c:v>-0.17762543098859515</c:v>
                </c:pt>
                <c:pt idx="7444">
                  <c:v>0.29491308999618049</c:v>
                </c:pt>
                <c:pt idx="7445">
                  <c:v>0.4895553768527095</c:v>
                </c:pt>
                <c:pt idx="7446">
                  <c:v>0.5393341259388168</c:v>
                </c:pt>
                <c:pt idx="7447">
                  <c:v>-2.1021452444633826</c:v>
                </c:pt>
                <c:pt idx="7448">
                  <c:v>-3.0468575892449792</c:v>
                </c:pt>
                <c:pt idx="7449">
                  <c:v>-4.7434876692010546</c:v>
                </c:pt>
                <c:pt idx="7450">
                  <c:v>-7.9669439185832776</c:v>
                </c:pt>
                <c:pt idx="7451">
                  <c:v>-4.9580281125641852</c:v>
                </c:pt>
                <c:pt idx="7452">
                  <c:v>-5.5732848036208535</c:v>
                </c:pt>
                <c:pt idx="7453">
                  <c:v>-5.2634693392219098</c:v>
                </c:pt>
                <c:pt idx="7454">
                  <c:v>-6.8140404101459824</c:v>
                </c:pt>
                <c:pt idx="7455">
                  <c:v>-7.3702459656016694</c:v>
                </c:pt>
                <c:pt idx="7456">
                  <c:v>-6.5804555717085176</c:v>
                </c:pt>
                <c:pt idx="7457">
                  <c:v>-5.4789683828544549</c:v>
                </c:pt>
                <c:pt idx="7458">
                  <c:v>-5.5841531974396794</c:v>
                </c:pt>
                <c:pt idx="7459">
                  <c:v>-5.4633377845273579</c:v>
                </c:pt>
                <c:pt idx="7460">
                  <c:v>-5.009941050365101</c:v>
                </c:pt>
                <c:pt idx="7461">
                  <c:v>-4.9059972392606506</c:v>
                </c:pt>
                <c:pt idx="7462">
                  <c:v>-4.6453678946210681</c:v>
                </c:pt>
                <c:pt idx="7463">
                  <c:v>-4.53714401026315</c:v>
                </c:pt>
                <c:pt idx="7464">
                  <c:v>-3.7286259482809951</c:v>
                </c:pt>
                <c:pt idx="7465">
                  <c:v>-3.0645858915625754</c:v>
                </c:pt>
                <c:pt idx="7466">
                  <c:v>-1.7418039587678149</c:v>
                </c:pt>
                <c:pt idx="7467">
                  <c:v>-3.2312895304209528</c:v>
                </c:pt>
                <c:pt idx="7468">
                  <c:v>-3.3961764295832575</c:v>
                </c:pt>
                <c:pt idx="7469">
                  <c:v>-1.4857423717018063</c:v>
                </c:pt>
                <c:pt idx="7470">
                  <c:v>-4.5448059797083351</c:v>
                </c:pt>
                <c:pt idx="7471">
                  <c:v>-4.8413977360987666</c:v>
                </c:pt>
                <c:pt idx="7472">
                  <c:v>-4.6449409301554745</c:v>
                </c:pt>
                <c:pt idx="7473">
                  <c:v>-5.3209021055389769</c:v>
                </c:pt>
                <c:pt idx="7474">
                  <c:v>-5.8725967124118288</c:v>
                </c:pt>
                <c:pt idx="7475">
                  <c:v>-5.7801814559571767</c:v>
                </c:pt>
                <c:pt idx="7476">
                  <c:v>-6.527255036207583</c:v>
                </c:pt>
                <c:pt idx="7477">
                  <c:v>-7.9784651628967991</c:v>
                </c:pt>
                <c:pt idx="7478">
                  <c:v>-9.9310332881256098</c:v>
                </c:pt>
                <c:pt idx="7479">
                  <c:v>-9.7349447755301313</c:v>
                </c:pt>
                <c:pt idx="7480">
                  <c:v>-11.411731077012364</c:v>
                </c:pt>
                <c:pt idx="7481">
                  <c:v>-10.350629356961804</c:v>
                </c:pt>
                <c:pt idx="7482">
                  <c:v>-8.9622847136218731</c:v>
                </c:pt>
                <c:pt idx="7483">
                  <c:v>-7.9549628453802379</c:v>
                </c:pt>
                <c:pt idx="7484">
                  <c:v>-7.0262070839160149</c:v>
                </c:pt>
                <c:pt idx="7485">
                  <c:v>-6.5272415396707464</c:v>
                </c:pt>
                <c:pt idx="7486">
                  <c:v>-5.8464966721392964</c:v>
                </c:pt>
                <c:pt idx="7487">
                  <c:v>0.83295665448984491</c:v>
                </c:pt>
                <c:pt idx="7488">
                  <c:v>1.61036110532806</c:v>
                </c:pt>
                <c:pt idx="7489">
                  <c:v>1.5756281464042992</c:v>
                </c:pt>
                <c:pt idx="7490">
                  <c:v>1.5405624329570602</c:v>
                </c:pt>
                <c:pt idx="7491">
                  <c:v>1.5051639649863435</c:v>
                </c:pt>
                <c:pt idx="7492">
                  <c:v>1.4694327424921345</c:v>
                </c:pt>
                <c:pt idx="7493">
                  <c:v>1.4333687654744356</c:v>
                </c:pt>
                <c:pt idx="7494">
                  <c:v>1.3969720339332572</c:v>
                </c:pt>
                <c:pt idx="7495">
                  <c:v>1.3602425478685907</c:v>
                </c:pt>
                <c:pt idx="7496">
                  <c:v>1.3231803072804416</c:v>
                </c:pt>
                <c:pt idx="7497">
                  <c:v>1.2857853121688072</c:v>
                </c:pt>
                <c:pt idx="7498">
                  <c:v>1.2480575625336889</c:v>
                </c:pt>
                <c:pt idx="7499">
                  <c:v>1.2099970583750845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-11.186321665708892</c:v>
                </c:pt>
                <c:pt idx="7697">
                  <c:v>-10.905194320547919</c:v>
                </c:pt>
                <c:pt idx="7698">
                  <c:v>-9.4920999550090759</c:v>
                </c:pt>
                <c:pt idx="7699">
                  <c:v>-9.1522379867441828</c:v>
                </c:pt>
                <c:pt idx="7700">
                  <c:v>-8.4006080434887629</c:v>
                </c:pt>
                <c:pt idx="7701">
                  <c:v>-8.2240900382745075</c:v>
                </c:pt>
                <c:pt idx="7702">
                  <c:v>-7.3054622206765947</c:v>
                </c:pt>
                <c:pt idx="7703">
                  <c:v>-2.7494424252298644</c:v>
                </c:pt>
                <c:pt idx="7704">
                  <c:v>-1.7199687666316781</c:v>
                </c:pt>
                <c:pt idx="7705">
                  <c:v>-0.67660798137729239</c:v>
                </c:pt>
                <c:pt idx="7706">
                  <c:v>-0.16077665111768635</c:v>
                </c:pt>
                <c:pt idx="7707">
                  <c:v>9.4288239943198252E-2</c:v>
                </c:pt>
                <c:pt idx="7708">
                  <c:v>0.22367229302171096</c:v>
                </c:pt>
                <c:pt idx="7709">
                  <c:v>0.30485446360542418</c:v>
                </c:pt>
                <c:pt idx="7710">
                  <c:v>0.44882257956616095</c:v>
                </c:pt>
                <c:pt idx="7711">
                  <c:v>-4.6867873246657359</c:v>
                </c:pt>
                <c:pt idx="7712">
                  <c:v>-5.5124479679596003</c:v>
                </c:pt>
                <c:pt idx="7713">
                  <c:v>-6.016453226017318</c:v>
                </c:pt>
                <c:pt idx="7714">
                  <c:v>-5.8084030960274795</c:v>
                </c:pt>
                <c:pt idx="7715">
                  <c:v>-9.3760049193365855</c:v>
                </c:pt>
                <c:pt idx="7716">
                  <c:v>-10.354206501808305</c:v>
                </c:pt>
                <c:pt idx="7717">
                  <c:v>-8.6076692754444313</c:v>
                </c:pt>
                <c:pt idx="7718">
                  <c:v>-6.3276609959049184</c:v>
                </c:pt>
                <c:pt idx="7719">
                  <c:v>-10.051849223657699</c:v>
                </c:pt>
                <c:pt idx="7720">
                  <c:v>-11.806299618426845</c:v>
                </c:pt>
                <c:pt idx="7721">
                  <c:v>-9.4863213865886582</c:v>
                </c:pt>
                <c:pt idx="7722">
                  <c:v>-3.1457700982524814</c:v>
                </c:pt>
                <c:pt idx="7723">
                  <c:v>-4.0905780481466998</c:v>
                </c:pt>
                <c:pt idx="7724">
                  <c:v>-2.278868424160573</c:v>
                </c:pt>
                <c:pt idx="7725">
                  <c:v>0.13894728502078987</c:v>
                </c:pt>
                <c:pt idx="7726">
                  <c:v>0.34721292557296768</c:v>
                </c:pt>
                <c:pt idx="7727">
                  <c:v>0.42741617870337772</c:v>
                </c:pt>
                <c:pt idx="7728">
                  <c:v>0.41597419042575873</c:v>
                </c:pt>
                <c:pt idx="7729">
                  <c:v>0.57221290545839854</c:v>
                </c:pt>
                <c:pt idx="7730">
                  <c:v>0.69048232277968591</c:v>
                </c:pt>
                <c:pt idx="7731">
                  <c:v>0.66088563912555021</c:v>
                </c:pt>
                <c:pt idx="7732">
                  <c:v>0.61248791354843835</c:v>
                </c:pt>
                <c:pt idx="7733">
                  <c:v>0.65887099953950934</c:v>
                </c:pt>
                <c:pt idx="7734">
                  <c:v>0.54851272601650758</c:v>
                </c:pt>
                <c:pt idx="7735">
                  <c:v>0.44375555064426625</c:v>
                </c:pt>
                <c:pt idx="7736">
                  <c:v>0.33298360942171035</c:v>
                </c:pt>
                <c:pt idx="7737">
                  <c:v>0.57553765969403781</c:v>
                </c:pt>
                <c:pt idx="7738">
                  <c:v>0.73207895299193759</c:v>
                </c:pt>
                <c:pt idx="7739">
                  <c:v>0.35877214106368338</c:v>
                </c:pt>
                <c:pt idx="7740">
                  <c:v>0.48926691796457372</c:v>
                </c:pt>
                <c:pt idx="7741">
                  <c:v>0.74744755643294758</c:v>
                </c:pt>
                <c:pt idx="7742">
                  <c:v>0.71112487758294973</c:v>
                </c:pt>
                <c:pt idx="7743">
                  <c:v>0.82332794898494355</c:v>
                </c:pt>
                <c:pt idx="7744">
                  <c:v>0.6519201787365938</c:v>
                </c:pt>
                <c:pt idx="7745">
                  <c:v>0.62892336770559309</c:v>
                </c:pt>
                <c:pt idx="7746">
                  <c:v>0.63738732758118144</c:v>
                </c:pt>
                <c:pt idx="7747">
                  <c:v>0.58944228788053088</c:v>
                </c:pt>
                <c:pt idx="7748">
                  <c:v>0.50575773145498537</c:v>
                </c:pt>
                <c:pt idx="7749">
                  <c:v>0.62695128535678546</c:v>
                </c:pt>
                <c:pt idx="7750">
                  <c:v>0.60062222936699428</c:v>
                </c:pt>
                <c:pt idx="7751">
                  <c:v>0.56658485522954549</c:v>
                </c:pt>
                <c:pt idx="7752">
                  <c:v>0.64812021614931792</c:v>
                </c:pt>
                <c:pt idx="7753">
                  <c:v>0.62958520973700582</c:v>
                </c:pt>
                <c:pt idx="7754">
                  <c:v>0.6187810067552213</c:v>
                </c:pt>
                <c:pt idx="7755">
                  <c:v>0.57926496530006333</c:v>
                </c:pt>
                <c:pt idx="7756">
                  <c:v>0.6915353570809305</c:v>
                </c:pt>
                <c:pt idx="7757">
                  <c:v>0.64493063339065893</c:v>
                </c:pt>
                <c:pt idx="7758">
                  <c:v>0.59481887667109168</c:v>
                </c:pt>
                <c:pt idx="7759">
                  <c:v>0.42867288812556598</c:v>
                </c:pt>
                <c:pt idx="7760">
                  <c:v>0.450642777357594</c:v>
                </c:pt>
                <c:pt idx="7761">
                  <c:v>0.52108120643585421</c:v>
                </c:pt>
                <c:pt idx="7762">
                  <c:v>-1.9965166621270363</c:v>
                </c:pt>
                <c:pt idx="7763">
                  <c:v>-8.8047043070481052</c:v>
                </c:pt>
                <c:pt idx="7764">
                  <c:v>-7.1949109858263567</c:v>
                </c:pt>
                <c:pt idx="7765">
                  <c:v>-6.7663796434048695</c:v>
                </c:pt>
                <c:pt idx="7766">
                  <c:v>-10.350985996259961</c:v>
                </c:pt>
                <c:pt idx="7767">
                  <c:v>-8.6261912916068901</c:v>
                </c:pt>
                <c:pt idx="7768">
                  <c:v>-8.9131080257190156</c:v>
                </c:pt>
                <c:pt idx="7769">
                  <c:v>-5.7538108244311328</c:v>
                </c:pt>
                <c:pt idx="7770">
                  <c:v>-5.8600711545221795</c:v>
                </c:pt>
                <c:pt idx="7771">
                  <c:v>-4.4160591507276239</c:v>
                </c:pt>
                <c:pt idx="7772">
                  <c:v>-4.8360738467021074</c:v>
                </c:pt>
                <c:pt idx="7773">
                  <c:v>-0.66354314469148601</c:v>
                </c:pt>
                <c:pt idx="7774">
                  <c:v>-4.4661857524294718E-2</c:v>
                </c:pt>
                <c:pt idx="7775">
                  <c:v>1.5111684309866676E-2</c:v>
                </c:pt>
                <c:pt idx="7776">
                  <c:v>0.1199710758537553</c:v>
                </c:pt>
                <c:pt idx="7777">
                  <c:v>0.33212024791107969</c:v>
                </c:pt>
                <c:pt idx="7778">
                  <c:v>0.44644528452819343</c:v>
                </c:pt>
                <c:pt idx="7779">
                  <c:v>0.5042166224615926</c:v>
                </c:pt>
                <c:pt idx="7780">
                  <c:v>0.5899765011890834</c:v>
                </c:pt>
                <c:pt idx="7781">
                  <c:v>0.63806570821389674</c:v>
                </c:pt>
                <c:pt idx="7782">
                  <c:v>0.67209677794636613</c:v>
                </c:pt>
                <c:pt idx="7783">
                  <c:v>-0.65449505863946367</c:v>
                </c:pt>
                <c:pt idx="7784">
                  <c:v>-7.7261981139586604</c:v>
                </c:pt>
                <c:pt idx="7785">
                  <c:v>-5.5048955457676394</c:v>
                </c:pt>
                <c:pt idx="7786">
                  <c:v>-5.0691791833396307</c:v>
                </c:pt>
                <c:pt idx="7787">
                  <c:v>-5.0713551979550653</c:v>
                </c:pt>
                <c:pt idx="7788">
                  <c:v>-5.7711677167014113</c:v>
                </c:pt>
                <c:pt idx="7789">
                  <c:v>-6.2127871922648525</c:v>
                </c:pt>
                <c:pt idx="7790">
                  <c:v>-7.2772835838366463</c:v>
                </c:pt>
                <c:pt idx="7791">
                  <c:v>-7.3205323804509295</c:v>
                </c:pt>
                <c:pt idx="7792">
                  <c:v>-6.6099952710495824</c:v>
                </c:pt>
                <c:pt idx="7793">
                  <c:v>-5.9514066993091888</c:v>
                </c:pt>
                <c:pt idx="7794">
                  <c:v>-3.8111603488756085</c:v>
                </c:pt>
                <c:pt idx="7795">
                  <c:v>-0.7085066738244471</c:v>
                </c:pt>
                <c:pt idx="7796">
                  <c:v>-6.0903222457595589</c:v>
                </c:pt>
                <c:pt idx="7797">
                  <c:v>-1.6085649620258395</c:v>
                </c:pt>
                <c:pt idx="7798">
                  <c:v>-2.6430302195129958</c:v>
                </c:pt>
                <c:pt idx="7799">
                  <c:v>0.17357541000663729</c:v>
                </c:pt>
                <c:pt idx="7800">
                  <c:v>0.43909114446569081</c:v>
                </c:pt>
                <c:pt idx="7801">
                  <c:v>0.40449258797849064</c:v>
                </c:pt>
                <c:pt idx="7802">
                  <c:v>0.52374681634237885</c:v>
                </c:pt>
                <c:pt idx="7803">
                  <c:v>0.68352128627749742</c:v>
                </c:pt>
                <c:pt idx="7804">
                  <c:v>0.71574204967821198</c:v>
                </c:pt>
                <c:pt idx="7805">
                  <c:v>0.54635547358000625</c:v>
                </c:pt>
                <c:pt idx="7806">
                  <c:v>0.4913078552012905</c:v>
                </c:pt>
                <c:pt idx="7807">
                  <c:v>0.35925673257782265</c:v>
                </c:pt>
                <c:pt idx="7808">
                  <c:v>-5.7050890606823765</c:v>
                </c:pt>
                <c:pt idx="7809">
                  <c:v>-6.6303794157678357</c:v>
                </c:pt>
                <c:pt idx="7810">
                  <c:v>-0.7679980975566113</c:v>
                </c:pt>
                <c:pt idx="7811">
                  <c:v>-9.9850396895600912</c:v>
                </c:pt>
                <c:pt idx="7812">
                  <c:v>-9.0168364442051452</c:v>
                </c:pt>
                <c:pt idx="7813">
                  <c:v>-8.9323365830516579</c:v>
                </c:pt>
                <c:pt idx="7814">
                  <c:v>-9.9766436821599296</c:v>
                </c:pt>
                <c:pt idx="7815">
                  <c:v>-7.768397854165662</c:v>
                </c:pt>
                <c:pt idx="7816">
                  <c:v>-8.0540071929102641</c:v>
                </c:pt>
                <c:pt idx="7817">
                  <c:v>-6.2590994544514045</c:v>
                </c:pt>
                <c:pt idx="7818">
                  <c:v>-5.8724246673757889</c:v>
                </c:pt>
                <c:pt idx="7819">
                  <c:v>-3.3024509652272709</c:v>
                </c:pt>
                <c:pt idx="7820">
                  <c:v>-3.3311425235774439</c:v>
                </c:pt>
                <c:pt idx="7821">
                  <c:v>-3.6765149493301346</c:v>
                </c:pt>
                <c:pt idx="7822">
                  <c:v>-4.6645162050899796</c:v>
                </c:pt>
                <c:pt idx="7823">
                  <c:v>-1.0669727742772019</c:v>
                </c:pt>
                <c:pt idx="7824">
                  <c:v>0.34765568155728888</c:v>
                </c:pt>
                <c:pt idx="7825">
                  <c:v>0.37378294939101525</c:v>
                </c:pt>
                <c:pt idx="7826">
                  <c:v>0.44243222852449016</c:v>
                </c:pt>
                <c:pt idx="7827">
                  <c:v>0.39631941568473383</c:v>
                </c:pt>
                <c:pt idx="7828">
                  <c:v>0.44652117734649288</c:v>
                </c:pt>
                <c:pt idx="7829">
                  <c:v>0.43524742517057569</c:v>
                </c:pt>
                <c:pt idx="7830">
                  <c:v>0.51184770886944941</c:v>
                </c:pt>
                <c:pt idx="7831">
                  <c:v>-1.7024092882986064</c:v>
                </c:pt>
                <c:pt idx="7832">
                  <c:v>-5.1255382627803661</c:v>
                </c:pt>
                <c:pt idx="7833">
                  <c:v>-5.6315187720298141</c:v>
                </c:pt>
                <c:pt idx="7834">
                  <c:v>-11.340846805473427</c:v>
                </c:pt>
                <c:pt idx="7835">
                  <c:v>-10.557330526916306</c:v>
                </c:pt>
                <c:pt idx="7836">
                  <c:v>-10.361174416012835</c:v>
                </c:pt>
                <c:pt idx="7837">
                  <c:v>-10.300918276772988</c:v>
                </c:pt>
                <c:pt idx="7838">
                  <c:v>-11.271208822714636</c:v>
                </c:pt>
                <c:pt idx="7839">
                  <c:v>-11.636697613420711</c:v>
                </c:pt>
                <c:pt idx="7840">
                  <c:v>-12.299986374291814</c:v>
                </c:pt>
                <c:pt idx="7841">
                  <c:v>-8.6717037280835303</c:v>
                </c:pt>
                <c:pt idx="7842">
                  <c:v>-6.3608066260187162</c:v>
                </c:pt>
                <c:pt idx="7843">
                  <c:v>-5.8463251487832517</c:v>
                </c:pt>
                <c:pt idx="7844">
                  <c:v>-5.479760859726114</c:v>
                </c:pt>
                <c:pt idx="7845">
                  <c:v>-2.6647531673573499</c:v>
                </c:pt>
                <c:pt idx="7846">
                  <c:v>-4.1638140726466704</c:v>
                </c:pt>
                <c:pt idx="7847">
                  <c:v>-2.0257409719807509</c:v>
                </c:pt>
                <c:pt idx="7848">
                  <c:v>0.11109980730549116</c:v>
                </c:pt>
                <c:pt idx="7849">
                  <c:v>0.11020508142530397</c:v>
                </c:pt>
                <c:pt idx="7850">
                  <c:v>0.35002699831296369</c:v>
                </c:pt>
                <c:pt idx="7851">
                  <c:v>0.42048585740936889</c:v>
                </c:pt>
                <c:pt idx="7852">
                  <c:v>0.50776054282510874</c:v>
                </c:pt>
                <c:pt idx="7853">
                  <c:v>0.65743000772215088</c:v>
                </c:pt>
                <c:pt idx="7854">
                  <c:v>0.65483733677853384</c:v>
                </c:pt>
                <c:pt idx="7855">
                  <c:v>-0.6106328727769007</c:v>
                </c:pt>
                <c:pt idx="7856">
                  <c:v>-5.7068104332862584</c:v>
                </c:pt>
                <c:pt idx="7857">
                  <c:v>-4.1355617825362598</c:v>
                </c:pt>
                <c:pt idx="7858">
                  <c:v>-7.6553517463196705</c:v>
                </c:pt>
                <c:pt idx="7859">
                  <c:v>-10.500372584625408</c:v>
                </c:pt>
                <c:pt idx="7860">
                  <c:v>-11.012603365039682</c:v>
                </c:pt>
                <c:pt idx="7861">
                  <c:v>-10.135626043497226</c:v>
                </c:pt>
                <c:pt idx="7862">
                  <c:v>-9.5649662540161344</c:v>
                </c:pt>
                <c:pt idx="7863">
                  <c:v>-9.5700903181038228</c:v>
                </c:pt>
                <c:pt idx="7864">
                  <c:v>-8.7615679596139291</c:v>
                </c:pt>
                <c:pt idx="7865">
                  <c:v>-7.7023539045559408</c:v>
                </c:pt>
                <c:pt idx="7866">
                  <c:v>-5.0998009602766068</c:v>
                </c:pt>
                <c:pt idx="7867">
                  <c:v>-2.410082833172166</c:v>
                </c:pt>
                <c:pt idx="7868">
                  <c:v>-1.3548624704069545</c:v>
                </c:pt>
                <c:pt idx="7869">
                  <c:v>-2.6284954053967016</c:v>
                </c:pt>
                <c:pt idx="7870">
                  <c:v>-1.2795579102240353</c:v>
                </c:pt>
                <c:pt idx="7871">
                  <c:v>-0.37430751818665814</c:v>
                </c:pt>
                <c:pt idx="7872">
                  <c:v>0.34196214754376525</c:v>
                </c:pt>
                <c:pt idx="7873">
                  <c:v>0.48863577110092499</c:v>
                </c:pt>
                <c:pt idx="7874">
                  <c:v>0.50477793606357468</c:v>
                </c:pt>
                <c:pt idx="7875">
                  <c:v>0.46295073426556577</c:v>
                </c:pt>
                <c:pt idx="7876">
                  <c:v>0.4830185011017506</c:v>
                </c:pt>
                <c:pt idx="7877">
                  <c:v>0.54478056144182496</c:v>
                </c:pt>
                <c:pt idx="7878">
                  <c:v>0.56829096134132762</c:v>
                </c:pt>
                <c:pt idx="7879">
                  <c:v>0.54111800344795613</c:v>
                </c:pt>
                <c:pt idx="7880">
                  <c:v>-0.11934281229645702</c:v>
                </c:pt>
                <c:pt idx="7881">
                  <c:v>-4.1663539051382674</c:v>
                </c:pt>
                <c:pt idx="7882">
                  <c:v>-4.004620364883082</c:v>
                </c:pt>
                <c:pt idx="7883">
                  <c:v>-3.5685674180323228</c:v>
                </c:pt>
                <c:pt idx="7884">
                  <c:v>-0.63938628592534308</c:v>
                </c:pt>
                <c:pt idx="7885">
                  <c:v>-4.3082211818245346</c:v>
                </c:pt>
                <c:pt idx="7886">
                  <c:v>-5.1014896104560172</c:v>
                </c:pt>
                <c:pt idx="7887">
                  <c:v>-4.8125652201923677</c:v>
                </c:pt>
                <c:pt idx="7888">
                  <c:v>-5.5951905555862851</c:v>
                </c:pt>
                <c:pt idx="7889">
                  <c:v>-5.8690859101108366</c:v>
                </c:pt>
                <c:pt idx="7890">
                  <c:v>-5.5491504198618919</c:v>
                </c:pt>
                <c:pt idx="7891">
                  <c:v>-5.580808492382757</c:v>
                </c:pt>
                <c:pt idx="7892">
                  <c:v>-3.7791060743036655</c:v>
                </c:pt>
                <c:pt idx="7893">
                  <c:v>-2.7072289568651349</c:v>
                </c:pt>
                <c:pt idx="7894">
                  <c:v>-2.9568637470692969</c:v>
                </c:pt>
                <c:pt idx="7895">
                  <c:v>-0.93835030888118276</c:v>
                </c:pt>
                <c:pt idx="7896">
                  <c:v>-0.78291410205811562</c:v>
                </c:pt>
                <c:pt idx="7897">
                  <c:v>-0.36414549874447466</c:v>
                </c:pt>
                <c:pt idx="7898">
                  <c:v>4.2531765130536463E-2</c:v>
                </c:pt>
                <c:pt idx="7899">
                  <c:v>0.13067196790333249</c:v>
                </c:pt>
                <c:pt idx="7900">
                  <c:v>6.9128764359182249E-2</c:v>
                </c:pt>
                <c:pt idx="7901">
                  <c:v>0.2466793000459829</c:v>
                </c:pt>
                <c:pt idx="7902">
                  <c:v>0.29482012820545961</c:v>
                </c:pt>
                <c:pt idx="7903">
                  <c:v>-1.3553308765888086</c:v>
                </c:pt>
                <c:pt idx="7904">
                  <c:v>-1.6656064909275863</c:v>
                </c:pt>
                <c:pt idx="7905">
                  <c:v>-6.4504258841948454</c:v>
                </c:pt>
                <c:pt idx="7906">
                  <c:v>-6.7397774872048926</c:v>
                </c:pt>
                <c:pt idx="7907">
                  <c:v>-8.8762195579638874</c:v>
                </c:pt>
                <c:pt idx="7908">
                  <c:v>-9.7036853078829814</c:v>
                </c:pt>
                <c:pt idx="7909">
                  <c:v>-8.808161884658535</c:v>
                </c:pt>
                <c:pt idx="7910">
                  <c:v>-7.4744409567124119</c:v>
                </c:pt>
                <c:pt idx="7911">
                  <c:v>-6.5329638794047593</c:v>
                </c:pt>
                <c:pt idx="7912">
                  <c:v>-8.0202921349609948</c:v>
                </c:pt>
                <c:pt idx="7913">
                  <c:v>-6.22420616113678</c:v>
                </c:pt>
                <c:pt idx="7914">
                  <c:v>-3.6967627602877053</c:v>
                </c:pt>
                <c:pt idx="7915">
                  <c:v>-4.0325062876804827</c:v>
                </c:pt>
                <c:pt idx="7916">
                  <c:v>-1.6596015909570172</c:v>
                </c:pt>
                <c:pt idx="7917">
                  <c:v>-3.8583462812049922</c:v>
                </c:pt>
                <c:pt idx="7918">
                  <c:v>-2.5503970114395762</c:v>
                </c:pt>
                <c:pt idx="7919">
                  <c:v>-1.3171626143504516</c:v>
                </c:pt>
                <c:pt idx="7920">
                  <c:v>0.21948124706448913</c:v>
                </c:pt>
                <c:pt idx="7921">
                  <c:v>0.36112924555992298</c:v>
                </c:pt>
                <c:pt idx="7922">
                  <c:v>0.34728424671289237</c:v>
                </c:pt>
                <c:pt idx="7923">
                  <c:v>0.36012222189818893</c:v>
                </c:pt>
                <c:pt idx="7924">
                  <c:v>0.41383927220839017</c:v>
                </c:pt>
                <c:pt idx="7925">
                  <c:v>0.42289346496880892</c:v>
                </c:pt>
                <c:pt idx="7926">
                  <c:v>0.50066347212923723</c:v>
                </c:pt>
                <c:pt idx="7927">
                  <c:v>0.38530669618098734</c:v>
                </c:pt>
                <c:pt idx="7928">
                  <c:v>0.34467025993921147</c:v>
                </c:pt>
                <c:pt idx="7929">
                  <c:v>0.43402169660053286</c:v>
                </c:pt>
                <c:pt idx="7930">
                  <c:v>-4.2904570968185691</c:v>
                </c:pt>
                <c:pt idx="7931">
                  <c:v>-6.0197697835205455</c:v>
                </c:pt>
                <c:pt idx="7932">
                  <c:v>-7.680922905474894</c:v>
                </c:pt>
                <c:pt idx="7933">
                  <c:v>-6.9124637846929247</c:v>
                </c:pt>
                <c:pt idx="7934">
                  <c:v>-4.9785016105960826</c:v>
                </c:pt>
                <c:pt idx="7935">
                  <c:v>-4.7978706229058981</c:v>
                </c:pt>
                <c:pt idx="7936">
                  <c:v>-5.1693077372390421</c:v>
                </c:pt>
                <c:pt idx="7937">
                  <c:v>-1.834220297012181</c:v>
                </c:pt>
                <c:pt idx="7938">
                  <c:v>-5.0622389509538985</c:v>
                </c:pt>
                <c:pt idx="7939">
                  <c:v>-3.0622564161309711</c:v>
                </c:pt>
                <c:pt idx="7940">
                  <c:v>-1.7691874381064279</c:v>
                </c:pt>
                <c:pt idx="7941">
                  <c:v>-2.7908090659985514</c:v>
                </c:pt>
                <c:pt idx="7942">
                  <c:v>-3.2171897652917569</c:v>
                </c:pt>
                <c:pt idx="7943">
                  <c:v>-1.0363923563869049E-2</c:v>
                </c:pt>
                <c:pt idx="7944">
                  <c:v>0.2836336245977123</c:v>
                </c:pt>
                <c:pt idx="7945">
                  <c:v>0.29671138669057001</c:v>
                </c:pt>
                <c:pt idx="7946">
                  <c:v>0.16750175561563949</c:v>
                </c:pt>
                <c:pt idx="7947">
                  <c:v>0.26131031466339583</c:v>
                </c:pt>
                <c:pt idx="7948">
                  <c:v>0.34070184181218066</c:v>
                </c:pt>
                <c:pt idx="7949">
                  <c:v>0.50800744496183603</c:v>
                </c:pt>
                <c:pt idx="7950">
                  <c:v>0.48669752275129441</c:v>
                </c:pt>
                <c:pt idx="7951">
                  <c:v>0.41483877826096877</c:v>
                </c:pt>
                <c:pt idx="7952">
                  <c:v>-4.5703918910360501</c:v>
                </c:pt>
                <c:pt idx="7953">
                  <c:v>-6.9101450902572674</c:v>
                </c:pt>
                <c:pt idx="7954">
                  <c:v>-5.3879913445160232</c:v>
                </c:pt>
                <c:pt idx="7955">
                  <c:v>-8.716293053746913</c:v>
                </c:pt>
                <c:pt idx="7956">
                  <c:v>-8.7900628353732113</c:v>
                </c:pt>
                <c:pt idx="7957">
                  <c:v>-6.4681100314711237</c:v>
                </c:pt>
                <c:pt idx="7958">
                  <c:v>-7.1534731069362261</c:v>
                </c:pt>
                <c:pt idx="7959">
                  <c:v>-9.2333960485144306</c:v>
                </c:pt>
                <c:pt idx="7960">
                  <c:v>-8.0050046983011978</c:v>
                </c:pt>
                <c:pt idx="7961">
                  <c:v>-6.6441134446225689</c:v>
                </c:pt>
                <c:pt idx="7962">
                  <c:v>-6.6356781700731995</c:v>
                </c:pt>
                <c:pt idx="7963">
                  <c:v>-6.1757726490575724</c:v>
                </c:pt>
                <c:pt idx="7964">
                  <c:v>-5.2854588408224821</c:v>
                </c:pt>
                <c:pt idx="7965">
                  <c:v>-4.462479537377213</c:v>
                </c:pt>
                <c:pt idx="7966">
                  <c:v>-4.9624371438998569</c:v>
                </c:pt>
                <c:pt idx="7967">
                  <c:v>-1.5915823448547295</c:v>
                </c:pt>
                <c:pt idx="7968">
                  <c:v>-0.38942065230534578</c:v>
                </c:pt>
                <c:pt idx="7969">
                  <c:v>-9.3290115783136798E-2</c:v>
                </c:pt>
                <c:pt idx="7970">
                  <c:v>1.1184344851914661E-2</c:v>
                </c:pt>
                <c:pt idx="7971">
                  <c:v>0.16514159157873451</c:v>
                </c:pt>
                <c:pt idx="7972">
                  <c:v>0.40329046199550206</c:v>
                </c:pt>
                <c:pt idx="7973">
                  <c:v>0.51733649488178346</c:v>
                </c:pt>
                <c:pt idx="7974">
                  <c:v>0.54538164195193395</c:v>
                </c:pt>
                <c:pt idx="7975">
                  <c:v>-1.3885261468936061</c:v>
                </c:pt>
                <c:pt idx="7976">
                  <c:v>-7.37468094774548</c:v>
                </c:pt>
                <c:pt idx="7977">
                  <c:v>-8.0780947117987587</c:v>
                </c:pt>
                <c:pt idx="7978">
                  <c:v>-6.3382477808538971</c:v>
                </c:pt>
                <c:pt idx="7979">
                  <c:v>-7.3231043889016698</c:v>
                </c:pt>
                <c:pt idx="7980">
                  <c:v>-7.8886108925214851</c:v>
                </c:pt>
                <c:pt idx="7981">
                  <c:v>-9.3408692780514002</c:v>
                </c:pt>
                <c:pt idx="7982">
                  <c:v>-10.589831380502316</c:v>
                </c:pt>
                <c:pt idx="7983">
                  <c:v>-10.415312246118225</c:v>
                </c:pt>
                <c:pt idx="7984">
                  <c:v>-9.8289739476802147</c:v>
                </c:pt>
                <c:pt idx="7985">
                  <c:v>-8.8217080949493596</c:v>
                </c:pt>
                <c:pt idx="7986">
                  <c:v>-7.145159426025768</c:v>
                </c:pt>
                <c:pt idx="7987">
                  <c:v>-7.0629720643353995</c:v>
                </c:pt>
                <c:pt idx="7988">
                  <c:v>-6.5364646158476951</c:v>
                </c:pt>
                <c:pt idx="7989">
                  <c:v>-6.7848155231391889</c:v>
                </c:pt>
                <c:pt idx="7990">
                  <c:v>-6.6218250781257542</c:v>
                </c:pt>
                <c:pt idx="7991">
                  <c:v>-2.1945394049508997</c:v>
                </c:pt>
                <c:pt idx="7992">
                  <c:v>-1.2409166209273281</c:v>
                </c:pt>
                <c:pt idx="7993">
                  <c:v>-1.1703903299289986</c:v>
                </c:pt>
                <c:pt idx="7994">
                  <c:v>-0.62313583077835299</c:v>
                </c:pt>
                <c:pt idx="7995">
                  <c:v>-0.25749405450633112</c:v>
                </c:pt>
                <c:pt idx="7996">
                  <c:v>-3.0861336632178837E-2</c:v>
                </c:pt>
                <c:pt idx="7997">
                  <c:v>0.1056932772263135</c:v>
                </c:pt>
                <c:pt idx="7998">
                  <c:v>0.26251328650134975</c:v>
                </c:pt>
                <c:pt idx="7999">
                  <c:v>-0.55596821662871621</c:v>
                </c:pt>
                <c:pt idx="8000">
                  <c:v>-5.4308370512351427</c:v>
                </c:pt>
                <c:pt idx="8001">
                  <c:v>-6.4210038867030841</c:v>
                </c:pt>
                <c:pt idx="8002">
                  <c:v>-6.5538780975264936</c:v>
                </c:pt>
                <c:pt idx="8003">
                  <c:v>-6.4301006338798459</c:v>
                </c:pt>
                <c:pt idx="8004">
                  <c:v>-6.583159443457566</c:v>
                </c:pt>
                <c:pt idx="8005">
                  <c:v>-6.0200675635711995</c:v>
                </c:pt>
                <c:pt idx="8006">
                  <c:v>-5.8261018324575717</c:v>
                </c:pt>
                <c:pt idx="8007">
                  <c:v>-5.9064721108603928</c:v>
                </c:pt>
                <c:pt idx="8008">
                  <c:v>-7.1351043404595789</c:v>
                </c:pt>
                <c:pt idx="8009">
                  <c:v>-6.9228782226163661</c:v>
                </c:pt>
                <c:pt idx="8010">
                  <c:v>-6.2186269138750871</c:v>
                </c:pt>
                <c:pt idx="8011">
                  <c:v>-4.3891957388413152</c:v>
                </c:pt>
                <c:pt idx="8012">
                  <c:v>-2.2572042766280367</c:v>
                </c:pt>
                <c:pt idx="8013">
                  <c:v>-3.3983514444260892</c:v>
                </c:pt>
                <c:pt idx="8014">
                  <c:v>-1.9011241747878702</c:v>
                </c:pt>
                <c:pt idx="8015">
                  <c:v>-0.32693858814723581</c:v>
                </c:pt>
                <c:pt idx="8016">
                  <c:v>0.26856230023209149</c:v>
                </c:pt>
                <c:pt idx="8017">
                  <c:v>0.42827500651422956</c:v>
                </c:pt>
                <c:pt idx="8018">
                  <c:v>0.49819986264585958</c:v>
                </c:pt>
                <c:pt idx="8019">
                  <c:v>0.62362179241378524</c:v>
                </c:pt>
                <c:pt idx="8020">
                  <c:v>0.53263126407900585</c:v>
                </c:pt>
                <c:pt idx="8021">
                  <c:v>0.5526547934273508</c:v>
                </c:pt>
                <c:pt idx="8022">
                  <c:v>1.9360161803747327</c:v>
                </c:pt>
                <c:pt idx="8023">
                  <c:v>1.3213898234455994</c:v>
                </c:pt>
                <c:pt idx="8024">
                  <c:v>0.81356880808361964</c:v>
                </c:pt>
                <c:pt idx="8025">
                  <c:v>1.0544503542233008</c:v>
                </c:pt>
                <c:pt idx="8026">
                  <c:v>0.59771574023725393</c:v>
                </c:pt>
                <c:pt idx="8027">
                  <c:v>0.38448391332103499</c:v>
                </c:pt>
                <c:pt idx="8028">
                  <c:v>4.5575289268499512E-2</c:v>
                </c:pt>
                <c:pt idx="8029">
                  <c:v>-1.2817255863311274</c:v>
                </c:pt>
                <c:pt idx="8030">
                  <c:v>-6.8487906226796911</c:v>
                </c:pt>
                <c:pt idx="8031">
                  <c:v>-6.0250178438698923</c:v>
                </c:pt>
                <c:pt idx="8032">
                  <c:v>-5.4187126816388638</c:v>
                </c:pt>
                <c:pt idx="8033">
                  <c:v>-3.8160753641017378</c:v>
                </c:pt>
                <c:pt idx="8034">
                  <c:v>-1.5975340698651397</c:v>
                </c:pt>
                <c:pt idx="8035">
                  <c:v>-3.1670551007957517</c:v>
                </c:pt>
                <c:pt idx="8036">
                  <c:v>-2.0318852710897399</c:v>
                </c:pt>
                <c:pt idx="8037">
                  <c:v>-1.9858105167850919</c:v>
                </c:pt>
                <c:pt idx="8038">
                  <c:v>-1.6665698959442712</c:v>
                </c:pt>
                <c:pt idx="8039">
                  <c:v>-9.5557618966700332E-4</c:v>
                </c:pt>
                <c:pt idx="8040">
                  <c:v>0.26118738387278795</c:v>
                </c:pt>
                <c:pt idx="8041">
                  <c:v>0.38341395230144509</c:v>
                </c:pt>
                <c:pt idx="8042">
                  <c:v>0.64573086788498413</c:v>
                </c:pt>
                <c:pt idx="8043">
                  <c:v>0.38042677823665078</c:v>
                </c:pt>
                <c:pt idx="8044">
                  <c:v>0.25117869796305953</c:v>
                </c:pt>
                <c:pt idx="8045">
                  <c:v>0.42589433504785434</c:v>
                </c:pt>
                <c:pt idx="8046">
                  <c:v>0.43782520681539389</c:v>
                </c:pt>
                <c:pt idx="8047">
                  <c:v>0.47636799605676777</c:v>
                </c:pt>
                <c:pt idx="8048">
                  <c:v>3.2644859116111889E-2</c:v>
                </c:pt>
                <c:pt idx="8049">
                  <c:v>-3.4382968869923465</c:v>
                </c:pt>
                <c:pt idx="8050">
                  <c:v>-7.8150533362924364</c:v>
                </c:pt>
                <c:pt idx="8051">
                  <c:v>-8.1401388745381222</c:v>
                </c:pt>
                <c:pt idx="8052">
                  <c:v>-7.1352477908033745</c:v>
                </c:pt>
                <c:pt idx="8053">
                  <c:v>-6.6039635511183077</c:v>
                </c:pt>
                <c:pt idx="8054">
                  <c:v>-6.608623256626303</c:v>
                </c:pt>
                <c:pt idx="8055">
                  <c:v>-7.322164426497646</c:v>
                </c:pt>
                <c:pt idx="8056">
                  <c:v>-6.7704202099742901</c:v>
                </c:pt>
                <c:pt idx="8057">
                  <c:v>-5.5401178791189229</c:v>
                </c:pt>
                <c:pt idx="8058">
                  <c:v>-4.6087515643963881</c:v>
                </c:pt>
                <c:pt idx="8059">
                  <c:v>-3.3166967785038581</c:v>
                </c:pt>
                <c:pt idx="8060">
                  <c:v>-2.127433778553423</c:v>
                </c:pt>
                <c:pt idx="8061">
                  <c:v>-2.444967961176161</c:v>
                </c:pt>
                <c:pt idx="8062">
                  <c:v>-2.0174830133470603</c:v>
                </c:pt>
                <c:pt idx="8063">
                  <c:v>-1.7343212193600275</c:v>
                </c:pt>
                <c:pt idx="8064">
                  <c:v>2.8156516751887983E-3</c:v>
                </c:pt>
                <c:pt idx="8065">
                  <c:v>0.13879360643464556</c:v>
                </c:pt>
                <c:pt idx="8066">
                  <c:v>0.34542882411599812</c:v>
                </c:pt>
                <c:pt idx="8067">
                  <c:v>0.4092553821589292</c:v>
                </c:pt>
                <c:pt idx="8068">
                  <c:v>0.40415863720660594</c:v>
                </c:pt>
                <c:pt idx="8069">
                  <c:v>0.43074375586510005</c:v>
                </c:pt>
                <c:pt idx="8070">
                  <c:v>0.45189429087024535</c:v>
                </c:pt>
                <c:pt idx="8071">
                  <c:v>0.41132878143388335</c:v>
                </c:pt>
                <c:pt idx="8072">
                  <c:v>-3.1085948302382924</c:v>
                </c:pt>
                <c:pt idx="8073">
                  <c:v>-3.2849021156910529</c:v>
                </c:pt>
                <c:pt idx="8074">
                  <c:v>-5.3111799179855756</c:v>
                </c:pt>
                <c:pt idx="8075">
                  <c:v>-3.5026016576980372</c:v>
                </c:pt>
                <c:pt idx="8076">
                  <c:v>-8.4269139710921426</c:v>
                </c:pt>
                <c:pt idx="8077">
                  <c:v>-7.4132828714830836</c:v>
                </c:pt>
                <c:pt idx="8078">
                  <c:v>-7.5566739082791115</c:v>
                </c:pt>
                <c:pt idx="8079">
                  <c:v>-6.6161450929590258</c:v>
                </c:pt>
                <c:pt idx="8080">
                  <c:v>-6.5909983135536914</c:v>
                </c:pt>
                <c:pt idx="8081">
                  <c:v>-4.2306760245069457</c:v>
                </c:pt>
                <c:pt idx="8082">
                  <c:v>-3.9199363010493435</c:v>
                </c:pt>
                <c:pt idx="8083">
                  <c:v>-3.9511667381726685</c:v>
                </c:pt>
                <c:pt idx="8084">
                  <c:v>-1.5915963416012959</c:v>
                </c:pt>
                <c:pt idx="8085">
                  <c:v>-7.0084575493586349E-2</c:v>
                </c:pt>
                <c:pt idx="8086">
                  <c:v>-0.14224694480313499</c:v>
                </c:pt>
                <c:pt idx="8087">
                  <c:v>-0.13883885800918846</c:v>
                </c:pt>
                <c:pt idx="8088">
                  <c:v>-1.6855136893475054E-2</c:v>
                </c:pt>
                <c:pt idx="8089">
                  <c:v>0.15625016294741012</c:v>
                </c:pt>
                <c:pt idx="8090">
                  <c:v>0.23435405102188928</c:v>
                </c:pt>
                <c:pt idx="8091">
                  <c:v>0.23552426556736591</c:v>
                </c:pt>
                <c:pt idx="8092">
                  <c:v>0.3018362402997693</c:v>
                </c:pt>
                <c:pt idx="8093">
                  <c:v>0.34835276668546483</c:v>
                </c:pt>
                <c:pt idx="8094">
                  <c:v>0.37932737761199842</c:v>
                </c:pt>
                <c:pt idx="8095">
                  <c:v>0.39960790857405204</c:v>
                </c:pt>
                <c:pt idx="8096">
                  <c:v>0.3183990165841199</c:v>
                </c:pt>
                <c:pt idx="8097">
                  <c:v>0.20035551114516145</c:v>
                </c:pt>
                <c:pt idx="8098">
                  <c:v>0.20152403378942876</c:v>
                </c:pt>
                <c:pt idx="8099">
                  <c:v>0.28787946053618274</c:v>
                </c:pt>
                <c:pt idx="8100">
                  <c:v>0.17955509491319721</c:v>
                </c:pt>
                <c:pt idx="8101">
                  <c:v>-5.7997934627880081</c:v>
                </c:pt>
                <c:pt idx="8102">
                  <c:v>-10.575408561632422</c:v>
                </c:pt>
                <c:pt idx="8103">
                  <c:v>-11.190610785879869</c:v>
                </c:pt>
                <c:pt idx="8104">
                  <c:v>-11.180896048749524</c:v>
                </c:pt>
                <c:pt idx="8105">
                  <c:v>-7.6184658957557101</c:v>
                </c:pt>
                <c:pt idx="8106">
                  <c:v>-7.4805763000529009</c:v>
                </c:pt>
                <c:pt idx="8107">
                  <c:v>-7.3308716591281264</c:v>
                </c:pt>
                <c:pt idx="8108">
                  <c:v>-5.8153119949281225</c:v>
                </c:pt>
                <c:pt idx="8109">
                  <c:v>-6.6782275894563146</c:v>
                </c:pt>
                <c:pt idx="8110">
                  <c:v>-6.0840814849931295</c:v>
                </c:pt>
                <c:pt idx="8111">
                  <c:v>-2.5626017883103867</c:v>
                </c:pt>
                <c:pt idx="8112">
                  <c:v>-1.56175990490321</c:v>
                </c:pt>
                <c:pt idx="8113">
                  <c:v>-0.66308459523073338</c:v>
                </c:pt>
                <c:pt idx="8114">
                  <c:v>-0.25240329056905136</c:v>
                </c:pt>
                <c:pt idx="8115">
                  <c:v>0.1120297874527422</c:v>
                </c:pt>
                <c:pt idx="8116">
                  <c:v>0.24163232355622197</c:v>
                </c:pt>
                <c:pt idx="8117">
                  <c:v>0.28477017342110161</c:v>
                </c:pt>
                <c:pt idx="8118">
                  <c:v>0.34468638236594545</c:v>
                </c:pt>
                <c:pt idx="8119">
                  <c:v>-2.8063453879456222</c:v>
                </c:pt>
                <c:pt idx="8120">
                  <c:v>-8.6386700240275793</c:v>
                </c:pt>
                <c:pt idx="8121">
                  <c:v>-10.109055460079237</c:v>
                </c:pt>
                <c:pt idx="8122">
                  <c:v>-10.586419231371341</c:v>
                </c:pt>
                <c:pt idx="8123">
                  <c:v>-10.964321537858783</c:v>
                </c:pt>
                <c:pt idx="8124">
                  <c:v>-10.929252062307565</c:v>
                </c:pt>
                <c:pt idx="8125">
                  <c:v>-11.276041229071648</c:v>
                </c:pt>
                <c:pt idx="8126">
                  <c:v>-11.22666266391373</c:v>
                </c:pt>
                <c:pt idx="8127">
                  <c:v>-11.222507396899225</c:v>
                </c:pt>
                <c:pt idx="8128">
                  <c:v>-11.326991568509346</c:v>
                </c:pt>
                <c:pt idx="8129">
                  <c:v>-11.229987619671938</c:v>
                </c:pt>
                <c:pt idx="8130">
                  <c:v>-10.197184091428872</c:v>
                </c:pt>
                <c:pt idx="8131">
                  <c:v>-8.2499494795130524</c:v>
                </c:pt>
                <c:pt idx="8132">
                  <c:v>-7.5002451843492057</c:v>
                </c:pt>
                <c:pt idx="8133">
                  <c:v>-7.0944041983322981</c:v>
                </c:pt>
                <c:pt idx="8134">
                  <c:v>-6.5518173072958676</c:v>
                </c:pt>
                <c:pt idx="8135">
                  <c:v>-4.4134882520352026</c:v>
                </c:pt>
                <c:pt idx="8136">
                  <c:v>-2.3491487465930403</c:v>
                </c:pt>
                <c:pt idx="8137">
                  <c:v>-1.3234686699441105</c:v>
                </c:pt>
                <c:pt idx="8138">
                  <c:v>-0.46366499568768271</c:v>
                </c:pt>
                <c:pt idx="8139">
                  <c:v>-0.10330231534230554</c:v>
                </c:pt>
                <c:pt idx="8140">
                  <c:v>0.23268669911383902</c:v>
                </c:pt>
                <c:pt idx="8141">
                  <c:v>0.27950099228925934</c:v>
                </c:pt>
                <c:pt idx="8142">
                  <c:v>-4.085946373605136</c:v>
                </c:pt>
                <c:pt idx="8143">
                  <c:v>-7.7311104544205973</c:v>
                </c:pt>
                <c:pt idx="8144">
                  <c:v>-8.5250666394375791</c:v>
                </c:pt>
                <c:pt idx="8145">
                  <c:v>-10.886687061492069</c:v>
                </c:pt>
                <c:pt idx="8146">
                  <c:v>-10.995889274616768</c:v>
                </c:pt>
                <c:pt idx="8147">
                  <c:v>-12.250149117143296</c:v>
                </c:pt>
                <c:pt idx="8148">
                  <c:v>-12.93923130347615</c:v>
                </c:pt>
                <c:pt idx="8149">
                  <c:v>-14.790788816385406</c:v>
                </c:pt>
                <c:pt idx="8150">
                  <c:v>-16.637966801315102</c:v>
                </c:pt>
                <c:pt idx="8151">
                  <c:v>-18.734043468566465</c:v>
                </c:pt>
                <c:pt idx="8152">
                  <c:v>-16.852297996758971</c:v>
                </c:pt>
                <c:pt idx="8153">
                  <c:v>-13.765404652849343</c:v>
                </c:pt>
                <c:pt idx="8154">
                  <c:v>-12.725101141784172</c:v>
                </c:pt>
                <c:pt idx="8155">
                  <c:v>-11.889621549749119</c:v>
                </c:pt>
                <c:pt idx="8156">
                  <c:v>-10.701658995224703</c:v>
                </c:pt>
                <c:pt idx="8157">
                  <c:v>-10.893320310492705</c:v>
                </c:pt>
                <c:pt idx="8158">
                  <c:v>-10.033928714271566</c:v>
                </c:pt>
                <c:pt idx="8159">
                  <c:v>-5.0453002141513572</c:v>
                </c:pt>
                <c:pt idx="8160">
                  <c:v>-2.6484038508823318</c:v>
                </c:pt>
                <c:pt idx="8161">
                  <c:v>-1.1456980641359353</c:v>
                </c:pt>
                <c:pt idx="8162">
                  <c:v>-0.47001095586349706</c:v>
                </c:pt>
                <c:pt idx="8163">
                  <c:v>7.9318164019128185E-3</c:v>
                </c:pt>
                <c:pt idx="8164">
                  <c:v>0.36659281848854702</c:v>
                </c:pt>
                <c:pt idx="8165">
                  <c:v>0.41281987493612432</c:v>
                </c:pt>
                <c:pt idx="8166">
                  <c:v>-1.8512621737175996</c:v>
                </c:pt>
                <c:pt idx="8167">
                  <c:v>-8.4394310336902691</c:v>
                </c:pt>
                <c:pt idx="8168">
                  <c:v>-9.0279197252982577</c:v>
                </c:pt>
                <c:pt idx="8169">
                  <c:v>-10.535284807811305</c:v>
                </c:pt>
                <c:pt idx="8170">
                  <c:v>-12.790005881340095</c:v>
                </c:pt>
                <c:pt idx="8171">
                  <c:v>-14.920799541940083</c:v>
                </c:pt>
                <c:pt idx="8172">
                  <c:v>-13.346961572715204</c:v>
                </c:pt>
                <c:pt idx="8173">
                  <c:v>-13.419518287225046</c:v>
                </c:pt>
                <c:pt idx="8174">
                  <c:v>-13.509478598155319</c:v>
                </c:pt>
                <c:pt idx="8175">
                  <c:v>-15.682603552358039</c:v>
                </c:pt>
                <c:pt idx="8176">
                  <c:v>-14.652268228378102</c:v>
                </c:pt>
                <c:pt idx="8177">
                  <c:v>-13.325210729151351</c:v>
                </c:pt>
                <c:pt idx="8178">
                  <c:v>-12.625878761713015</c:v>
                </c:pt>
                <c:pt idx="8179">
                  <c:v>-11.64962786173604</c:v>
                </c:pt>
                <c:pt idx="8180">
                  <c:v>-10.557008493695912</c:v>
                </c:pt>
                <c:pt idx="8181">
                  <c:v>-11.205562829029368</c:v>
                </c:pt>
                <c:pt idx="8182">
                  <c:v>-10.090487567103597</c:v>
                </c:pt>
                <c:pt idx="8183">
                  <c:v>-9.661610511265879</c:v>
                </c:pt>
                <c:pt idx="8184">
                  <c:v>-8.7907575819497143</c:v>
                </c:pt>
                <c:pt idx="8185">
                  <c:v>-4.6820090746699758</c:v>
                </c:pt>
                <c:pt idx="8186">
                  <c:v>-2.237104741827618</c:v>
                </c:pt>
                <c:pt idx="8187">
                  <c:v>-1.7719203125958847</c:v>
                </c:pt>
                <c:pt idx="8188">
                  <c:v>-7.8821784981419833</c:v>
                </c:pt>
                <c:pt idx="8189">
                  <c:v>-9.0928713535392784</c:v>
                </c:pt>
                <c:pt idx="8190">
                  <c:v>-8.1775839760364075</c:v>
                </c:pt>
                <c:pt idx="8191">
                  <c:v>-7.7861980490563019</c:v>
                </c:pt>
                <c:pt idx="8192">
                  <c:v>-9.514593165782367</c:v>
                </c:pt>
                <c:pt idx="8193">
                  <c:v>-10.410264951532362</c:v>
                </c:pt>
                <c:pt idx="8194">
                  <c:v>-12.518310439593479</c:v>
                </c:pt>
                <c:pt idx="8195">
                  <c:v>-11.942983750652399</c:v>
                </c:pt>
                <c:pt idx="8196">
                  <c:v>-7.2818358822240645</c:v>
                </c:pt>
                <c:pt idx="8197">
                  <c:v>-3.9635005776381291</c:v>
                </c:pt>
                <c:pt idx="8198">
                  <c:v>-0.53600688202207836</c:v>
                </c:pt>
                <c:pt idx="8199">
                  <c:v>2.5087940288857853</c:v>
                </c:pt>
                <c:pt idx="8200">
                  <c:v>-11.658255834536737</c:v>
                </c:pt>
                <c:pt idx="8201">
                  <c:v>-12.150889817332283</c:v>
                </c:pt>
                <c:pt idx="8202">
                  <c:v>-8.267745640022099</c:v>
                </c:pt>
                <c:pt idx="8203">
                  <c:v>-7.3547637543422484</c:v>
                </c:pt>
                <c:pt idx="8204">
                  <c:v>-6.7084401390441322</c:v>
                </c:pt>
                <c:pt idx="8205">
                  <c:v>-7.3022140843930714</c:v>
                </c:pt>
                <c:pt idx="8206">
                  <c:v>-7.4658887469741293</c:v>
                </c:pt>
                <c:pt idx="8207">
                  <c:v>-2.6199284980329498</c:v>
                </c:pt>
                <c:pt idx="8208">
                  <c:v>-1.3997358673947484</c:v>
                </c:pt>
                <c:pt idx="8209">
                  <c:v>-0.97229118070174558</c:v>
                </c:pt>
                <c:pt idx="8210">
                  <c:v>-0.94058673600155229</c:v>
                </c:pt>
                <c:pt idx="8211">
                  <c:v>-0.76847546846548542</c:v>
                </c:pt>
                <c:pt idx="8212">
                  <c:v>-0.43173544634212596</c:v>
                </c:pt>
                <c:pt idx="8213">
                  <c:v>-0.14461500529866864</c:v>
                </c:pt>
                <c:pt idx="8214">
                  <c:v>4.5045646431378566E-2</c:v>
                </c:pt>
                <c:pt idx="8215">
                  <c:v>-5.1136918406753269</c:v>
                </c:pt>
                <c:pt idx="8216">
                  <c:v>-7.4032933584855467</c:v>
                </c:pt>
                <c:pt idx="8217">
                  <c:v>-7.5636460493349045</c:v>
                </c:pt>
                <c:pt idx="8218">
                  <c:v>-8.1078100804965842</c:v>
                </c:pt>
                <c:pt idx="8219">
                  <c:v>-9.2754394233861266</c:v>
                </c:pt>
                <c:pt idx="8220">
                  <c:v>-12.093462299350264</c:v>
                </c:pt>
                <c:pt idx="8221">
                  <c:v>-12.618428178525587</c:v>
                </c:pt>
                <c:pt idx="8222">
                  <c:v>-10.050618869184513</c:v>
                </c:pt>
                <c:pt idx="8223">
                  <c:v>-10.911471137929659</c:v>
                </c:pt>
                <c:pt idx="8224">
                  <c:v>-11.162660968178685</c:v>
                </c:pt>
                <c:pt idx="8225">
                  <c:v>-10.270245656501819</c:v>
                </c:pt>
                <c:pt idx="8226">
                  <c:v>-8.9108466516817142</c:v>
                </c:pt>
                <c:pt idx="8227">
                  <c:v>-3.7494082553791968</c:v>
                </c:pt>
                <c:pt idx="8228">
                  <c:v>-4.7411178492985888</c:v>
                </c:pt>
                <c:pt idx="8229">
                  <c:v>-4.7797752561249887</c:v>
                </c:pt>
                <c:pt idx="8230">
                  <c:v>-4.8283337068177525</c:v>
                </c:pt>
                <c:pt idx="8231">
                  <c:v>-2.3318277918706265</c:v>
                </c:pt>
                <c:pt idx="8232">
                  <c:v>-2.6307748050097146</c:v>
                </c:pt>
                <c:pt idx="8233">
                  <c:v>-2.8827030013481116</c:v>
                </c:pt>
                <c:pt idx="8234">
                  <c:v>-3.0876123808858047</c:v>
                </c:pt>
                <c:pt idx="8235">
                  <c:v>-3.2455029436228133</c:v>
                </c:pt>
                <c:pt idx="8236">
                  <c:v>-3.3563746895591211</c:v>
                </c:pt>
                <c:pt idx="8237">
                  <c:v>-3.4202276186947289</c:v>
                </c:pt>
                <c:pt idx="8238">
                  <c:v>-3.4370617310296421</c:v>
                </c:pt>
                <c:pt idx="8239">
                  <c:v>-3.4068770265638557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-0.13683347055525985</c:v>
                </c:pt>
                <c:pt idx="8290">
                  <c:v>-0.27641846557779226</c:v>
                </c:pt>
                <c:pt idx="8291">
                  <c:v>-1.5032288745321445</c:v>
                </c:pt>
                <c:pt idx="8292">
                  <c:v>-1.8476225981257892</c:v>
                </c:pt>
                <c:pt idx="8293">
                  <c:v>-1.873857936489822</c:v>
                </c:pt>
                <c:pt idx="8294">
                  <c:v>-1.404242707943592</c:v>
                </c:pt>
                <c:pt idx="8295">
                  <c:v>-1.6266889514021958</c:v>
                </c:pt>
                <c:pt idx="8296">
                  <c:v>-1.7120117608825234</c:v>
                </c:pt>
                <c:pt idx="8297">
                  <c:v>-1.5795648346693052</c:v>
                </c:pt>
                <c:pt idx="8298">
                  <c:v>-1.7139086949294371</c:v>
                </c:pt>
                <c:pt idx="8299">
                  <c:v>-1.2483427414888968</c:v>
                </c:pt>
                <c:pt idx="8300">
                  <c:v>-1.2473538935272286</c:v>
                </c:pt>
                <c:pt idx="8301">
                  <c:v>-1.1223490315826066</c:v>
                </c:pt>
                <c:pt idx="8302">
                  <c:v>-0.70527151446236669</c:v>
                </c:pt>
                <c:pt idx="8303">
                  <c:v>-0.22238523227819532</c:v>
                </c:pt>
                <c:pt idx="8304">
                  <c:v>-0.17457314474604374</c:v>
                </c:pt>
                <c:pt idx="8305">
                  <c:v>-0.20168920059978138</c:v>
                </c:pt>
                <c:pt idx="8306">
                  <c:v>-0.15082654906423448</c:v>
                </c:pt>
                <c:pt idx="8307">
                  <c:v>-9.5654736323773221E-2</c:v>
                </c:pt>
                <c:pt idx="8308">
                  <c:v>-4.1246416749122078E-2</c:v>
                </c:pt>
                <c:pt idx="8309">
                  <c:v>-1.0188506299136611E-2</c:v>
                </c:pt>
                <c:pt idx="8310">
                  <c:v>2.9797882615999152E-2</c:v>
                </c:pt>
                <c:pt idx="8311">
                  <c:v>-1.9726996036125368E-3</c:v>
                </c:pt>
                <c:pt idx="8312">
                  <c:v>-5.0817068528223673E-2</c:v>
                </c:pt>
                <c:pt idx="8313">
                  <c:v>-7.2767998594434877E-2</c:v>
                </c:pt>
                <c:pt idx="8314">
                  <c:v>-0.55953007187008352</c:v>
                </c:pt>
                <c:pt idx="8315">
                  <c:v>-1.3894151738679117</c:v>
                </c:pt>
                <c:pt idx="8316">
                  <c:v>-1.3860231824205704</c:v>
                </c:pt>
                <c:pt idx="8317">
                  <c:v>-1.3943784798289642</c:v>
                </c:pt>
                <c:pt idx="8318">
                  <c:v>-1.3984490569635575</c:v>
                </c:pt>
                <c:pt idx="8319">
                  <c:v>-3.2521637312312381</c:v>
                </c:pt>
                <c:pt idx="8320">
                  <c:v>-3.086200152853535</c:v>
                </c:pt>
                <c:pt idx="8321">
                  <c:v>-3.670158501920509</c:v>
                </c:pt>
                <c:pt idx="8322">
                  <c:v>-4.0868314365358618</c:v>
                </c:pt>
                <c:pt idx="8323">
                  <c:v>-4.1573034402890077</c:v>
                </c:pt>
                <c:pt idx="8324">
                  <c:v>-3.8076925058011537</c:v>
                </c:pt>
                <c:pt idx="8325">
                  <c:v>-4.0333239835772243</c:v>
                </c:pt>
                <c:pt idx="8326">
                  <c:v>-3.8930312673415757</c:v>
                </c:pt>
                <c:pt idx="8327">
                  <c:v>-2.4432753701708352</c:v>
                </c:pt>
                <c:pt idx="8328">
                  <c:v>-1.6244246192566603</c:v>
                </c:pt>
                <c:pt idx="8329">
                  <c:v>-1.3422286138134973</c:v>
                </c:pt>
                <c:pt idx="8330">
                  <c:v>-1.1430182503483397</c:v>
                </c:pt>
                <c:pt idx="8331">
                  <c:v>-0.85856247501375937</c:v>
                </c:pt>
                <c:pt idx="8332">
                  <c:v>-0.57862560216176762</c:v>
                </c:pt>
                <c:pt idx="8333">
                  <c:v>-0.3289218952386766</c:v>
                </c:pt>
                <c:pt idx="8334">
                  <c:v>-0.11450891359147354</c:v>
                </c:pt>
                <c:pt idx="8335">
                  <c:v>-1.1686087983786728</c:v>
                </c:pt>
                <c:pt idx="8336">
                  <c:v>-3.8794529341761979</c:v>
                </c:pt>
                <c:pt idx="8337">
                  <c:v>-3.786345081338923</c:v>
                </c:pt>
                <c:pt idx="8338">
                  <c:v>-3.7055693208658158</c:v>
                </c:pt>
                <c:pt idx="8339">
                  <c:v>-3.6981477255852782</c:v>
                </c:pt>
                <c:pt idx="8340">
                  <c:v>-4.3020829781517449</c:v>
                </c:pt>
                <c:pt idx="8341">
                  <c:v>-5.4908087580226361</c:v>
                </c:pt>
                <c:pt idx="8342">
                  <c:v>-6.0966985067660122</c:v>
                </c:pt>
                <c:pt idx="8343">
                  <c:v>-6.2735969639135041</c:v>
                </c:pt>
                <c:pt idx="8344">
                  <c:v>-5.9058834524494124</c:v>
                </c:pt>
                <c:pt idx="8345">
                  <c:v>-4.8445027834429171</c:v>
                </c:pt>
                <c:pt idx="8346">
                  <c:v>-3.3535786953524216</c:v>
                </c:pt>
                <c:pt idx="8347">
                  <c:v>-2.5908865421593563</c:v>
                </c:pt>
                <c:pt idx="8348">
                  <c:v>-1.7617324244030768</c:v>
                </c:pt>
                <c:pt idx="8349">
                  <c:v>-1.1695773002187961</c:v>
                </c:pt>
                <c:pt idx="8350">
                  <c:v>-1.4963728122356028</c:v>
                </c:pt>
                <c:pt idx="8351">
                  <c:v>-1.3576483790349437E-2</c:v>
                </c:pt>
                <c:pt idx="8352">
                  <c:v>1.9660441607638941E-3</c:v>
                </c:pt>
                <c:pt idx="8353">
                  <c:v>0.16142222107521528</c:v>
                </c:pt>
                <c:pt idx="8354">
                  <c:v>0.17027775602094125</c:v>
                </c:pt>
                <c:pt idx="8355">
                  <c:v>0.19076717673743088</c:v>
                </c:pt>
                <c:pt idx="8356">
                  <c:v>0.2071511165177761</c:v>
                </c:pt>
                <c:pt idx="8357">
                  <c:v>0.2215364009777302</c:v>
                </c:pt>
                <c:pt idx="8358">
                  <c:v>0.22860921560721195</c:v>
                </c:pt>
                <c:pt idx="8359">
                  <c:v>0.17151096086173931</c:v>
                </c:pt>
                <c:pt idx="8360">
                  <c:v>0.1145300381372174</c:v>
                </c:pt>
                <c:pt idx="8361">
                  <c:v>-1.2510274789310433E-2</c:v>
                </c:pt>
                <c:pt idx="8362">
                  <c:v>8.5842793256317121E-2</c:v>
                </c:pt>
                <c:pt idx="8363">
                  <c:v>-2.0061361886769498E-2</c:v>
                </c:pt>
                <c:pt idx="8364">
                  <c:v>4.1541116498350093E-2</c:v>
                </c:pt>
                <c:pt idx="8365">
                  <c:v>9.8091736925759149E-2</c:v>
                </c:pt>
                <c:pt idx="8366">
                  <c:v>1.7355640282105185E-2</c:v>
                </c:pt>
                <c:pt idx="8367">
                  <c:v>3.0758744846411147E-2</c:v>
                </c:pt>
                <c:pt idx="8368">
                  <c:v>0.137781958367201</c:v>
                </c:pt>
                <c:pt idx="8369">
                  <c:v>0.23032296018023485</c:v>
                </c:pt>
                <c:pt idx="8370">
                  <c:v>0.22392394583281813</c:v>
                </c:pt>
                <c:pt idx="8371">
                  <c:v>0.23896765138207124</c:v>
                </c:pt>
                <c:pt idx="8372">
                  <c:v>0.17874508062235167</c:v>
                </c:pt>
                <c:pt idx="8373">
                  <c:v>0.24844294503358838</c:v>
                </c:pt>
                <c:pt idx="8374">
                  <c:v>0.2376444910094036</c:v>
                </c:pt>
                <c:pt idx="8375">
                  <c:v>0.26113380572648875</c:v>
                </c:pt>
                <c:pt idx="8376">
                  <c:v>0.26181783556447263</c:v>
                </c:pt>
                <c:pt idx="8377">
                  <c:v>0.2671608841436241</c:v>
                </c:pt>
                <c:pt idx="8378">
                  <c:v>0.21747978093508269</c:v>
                </c:pt>
                <c:pt idx="8379">
                  <c:v>0.22382788394422701</c:v>
                </c:pt>
                <c:pt idx="8380">
                  <c:v>0.2219019126041526</c:v>
                </c:pt>
                <c:pt idx="8381">
                  <c:v>0.24275138828836884</c:v>
                </c:pt>
                <c:pt idx="8382">
                  <c:v>1.8761214445324439</c:v>
                </c:pt>
                <c:pt idx="8383">
                  <c:v>1.1854464069856943</c:v>
                </c:pt>
                <c:pt idx="8384">
                  <c:v>-7.1524356110246962E-2</c:v>
                </c:pt>
                <c:pt idx="8385">
                  <c:v>-0.21949656288227157</c:v>
                </c:pt>
                <c:pt idx="8386">
                  <c:v>-2.8693411366558861</c:v>
                </c:pt>
                <c:pt idx="8387">
                  <c:v>-3.2194960137381989</c:v>
                </c:pt>
                <c:pt idx="8388">
                  <c:v>-3.6941511473782347</c:v>
                </c:pt>
                <c:pt idx="8389">
                  <c:v>-3.6328598819125379</c:v>
                </c:pt>
                <c:pt idx="8390">
                  <c:v>-4.2518293280761572</c:v>
                </c:pt>
                <c:pt idx="8391">
                  <c:v>-4.4819313569513506</c:v>
                </c:pt>
                <c:pt idx="8392">
                  <c:v>-4.3295690238112767</c:v>
                </c:pt>
                <c:pt idx="8393">
                  <c:v>-4.0723144069807153</c:v>
                </c:pt>
                <c:pt idx="8394">
                  <c:v>-2.8465724701569748</c:v>
                </c:pt>
                <c:pt idx="8395">
                  <c:v>-0.9779885678499578</c:v>
                </c:pt>
                <c:pt idx="8396">
                  <c:v>-2.975531715996139</c:v>
                </c:pt>
                <c:pt idx="8397">
                  <c:v>-1.3979845269019713</c:v>
                </c:pt>
                <c:pt idx="8398">
                  <c:v>-0.84040146008071859</c:v>
                </c:pt>
                <c:pt idx="8399">
                  <c:v>-0.42335016958217708</c:v>
                </c:pt>
                <c:pt idx="8400">
                  <c:v>-0.11651576436858259</c:v>
                </c:pt>
                <c:pt idx="8401">
                  <c:v>-2.5137301565757185E-2</c:v>
                </c:pt>
                <c:pt idx="8402">
                  <c:v>7.1597821258350042E-2</c:v>
                </c:pt>
                <c:pt idx="8403">
                  <c:v>0.20957736127658153</c:v>
                </c:pt>
                <c:pt idx="8404">
                  <c:v>0.18418367166319552</c:v>
                </c:pt>
                <c:pt idx="8405">
                  <c:v>0.18492344408800609</c:v>
                </c:pt>
                <c:pt idx="8406">
                  <c:v>0.16397344939405972</c:v>
                </c:pt>
                <c:pt idx="8407">
                  <c:v>0.12339984594145667</c:v>
                </c:pt>
                <c:pt idx="8408">
                  <c:v>5.2141263166121395E-2</c:v>
                </c:pt>
                <c:pt idx="8409">
                  <c:v>3.4135625349796951E-2</c:v>
                </c:pt>
                <c:pt idx="8410">
                  <c:v>-8.4804674476675404E-2</c:v>
                </c:pt>
                <c:pt idx="8411">
                  <c:v>-1.1208782581445353</c:v>
                </c:pt>
                <c:pt idx="8412">
                  <c:v>-2.555861282258292</c:v>
                </c:pt>
                <c:pt idx="8413">
                  <c:v>-5.3422368080423013</c:v>
                </c:pt>
                <c:pt idx="8414">
                  <c:v>-1.8207098428930408</c:v>
                </c:pt>
                <c:pt idx="8415">
                  <c:v>-6.9307504744881507</c:v>
                </c:pt>
                <c:pt idx="8416">
                  <c:v>-5.0569119735954269</c:v>
                </c:pt>
                <c:pt idx="8417">
                  <c:v>-2.5283102824287469</c:v>
                </c:pt>
                <c:pt idx="8418">
                  <c:v>-4.3080566001033054</c:v>
                </c:pt>
                <c:pt idx="8419">
                  <c:v>-2.9081671935513347</c:v>
                </c:pt>
                <c:pt idx="8420">
                  <c:v>-2.0498661379614518</c:v>
                </c:pt>
                <c:pt idx="8421">
                  <c:v>-2.0966600281759757</c:v>
                </c:pt>
                <c:pt idx="8422">
                  <c:v>-1.4640406425522283</c:v>
                </c:pt>
                <c:pt idx="8423">
                  <c:v>-0.40069153489107828</c:v>
                </c:pt>
                <c:pt idx="8424">
                  <c:v>-0.32322704363944665</c:v>
                </c:pt>
                <c:pt idx="8425">
                  <c:v>-0.19510630459759737</c:v>
                </c:pt>
                <c:pt idx="8426">
                  <c:v>-6.644932860070403E-2</c:v>
                </c:pt>
                <c:pt idx="8427">
                  <c:v>5.0188673094216457E-2</c:v>
                </c:pt>
                <c:pt idx="8428">
                  <c:v>0.1662115575716247</c:v>
                </c:pt>
                <c:pt idx="8429">
                  <c:v>0.18700009068911277</c:v>
                </c:pt>
                <c:pt idx="8430">
                  <c:v>0.22661117947774717</c:v>
                </c:pt>
                <c:pt idx="8431">
                  <c:v>0.13593833340529021</c:v>
                </c:pt>
                <c:pt idx="8432">
                  <c:v>-5.1629376488181958E-2</c:v>
                </c:pt>
                <c:pt idx="8433">
                  <c:v>-0.57970849209582787</c:v>
                </c:pt>
                <c:pt idx="8434">
                  <c:v>-3.1675200943582573</c:v>
                </c:pt>
                <c:pt idx="8435">
                  <c:v>-1.507646244468092</c:v>
                </c:pt>
                <c:pt idx="8436">
                  <c:v>-5.8308160536071219</c:v>
                </c:pt>
                <c:pt idx="8437">
                  <c:v>-2.1736416389604343</c:v>
                </c:pt>
                <c:pt idx="8438">
                  <c:v>-6.2595787160871383</c:v>
                </c:pt>
                <c:pt idx="8439">
                  <c:v>-4.5352496632678871</c:v>
                </c:pt>
                <c:pt idx="8440">
                  <c:v>-3.9553468222564248</c:v>
                </c:pt>
                <c:pt idx="8441">
                  <c:v>-2.2029453670878176</c:v>
                </c:pt>
                <c:pt idx="8442">
                  <c:v>-4.5664590986938478</c:v>
                </c:pt>
                <c:pt idx="8443">
                  <c:v>-3.1561909020877668</c:v>
                </c:pt>
                <c:pt idx="8444">
                  <c:v>-1.9822629200846911</c:v>
                </c:pt>
                <c:pt idx="8445">
                  <c:v>-2.9810824697409246</c:v>
                </c:pt>
                <c:pt idx="8446">
                  <c:v>-2.5606509011641965</c:v>
                </c:pt>
                <c:pt idx="8447">
                  <c:v>-0.8859019335399051</c:v>
                </c:pt>
                <c:pt idx="8448">
                  <c:v>-0.68962063424650422</c:v>
                </c:pt>
                <c:pt idx="8449">
                  <c:v>-0.42085508947292166</c:v>
                </c:pt>
                <c:pt idx="8450">
                  <c:v>-0.21731316116374352</c:v>
                </c:pt>
                <c:pt idx="8451">
                  <c:v>-0.10927440832036703</c:v>
                </c:pt>
                <c:pt idx="8452">
                  <c:v>3.0565029541214095E-2</c:v>
                </c:pt>
                <c:pt idx="8453">
                  <c:v>0.11622201653914715</c:v>
                </c:pt>
                <c:pt idx="8454">
                  <c:v>0.11854619406102329</c:v>
                </c:pt>
                <c:pt idx="8455">
                  <c:v>0.10275643857885565</c:v>
                </c:pt>
                <c:pt idx="8456">
                  <c:v>-1.5522531146988312</c:v>
                </c:pt>
                <c:pt idx="8457">
                  <c:v>-1.5691449527066037</c:v>
                </c:pt>
                <c:pt idx="8458">
                  <c:v>-2.1486809582928639</c:v>
                </c:pt>
                <c:pt idx="8459">
                  <c:v>-1.4441658777135178</c:v>
                </c:pt>
                <c:pt idx="8460">
                  <c:v>-0.63908236846831645</c:v>
                </c:pt>
                <c:pt idx="8461">
                  <c:v>-0.64497747638812575</c:v>
                </c:pt>
                <c:pt idx="8462">
                  <c:v>-0.39367526122838392</c:v>
                </c:pt>
                <c:pt idx="8463">
                  <c:v>-0.64940288198944129</c:v>
                </c:pt>
                <c:pt idx="8464">
                  <c:v>-0.86615853604734028</c:v>
                </c:pt>
                <c:pt idx="8465">
                  <c:v>-0.78544770123320318</c:v>
                </c:pt>
                <c:pt idx="8466">
                  <c:v>-0.47208359662807198</c:v>
                </c:pt>
                <c:pt idx="8467">
                  <c:v>-0.31439740225273399</c:v>
                </c:pt>
                <c:pt idx="8468">
                  <c:v>-0.66459799347186443</c:v>
                </c:pt>
                <c:pt idx="8469">
                  <c:v>-0.51863067477151181</c:v>
                </c:pt>
                <c:pt idx="8470">
                  <c:v>7.2503318467121826E-3</c:v>
                </c:pt>
                <c:pt idx="8471">
                  <c:v>0.1603838591946424</c:v>
                </c:pt>
                <c:pt idx="8472">
                  <c:v>0.15388150767777933</c:v>
                </c:pt>
                <c:pt idx="8473">
                  <c:v>0.23762446780724281</c:v>
                </c:pt>
                <c:pt idx="8474">
                  <c:v>0.19145901031473159</c:v>
                </c:pt>
                <c:pt idx="8475">
                  <c:v>0.15199232505536636</c:v>
                </c:pt>
                <c:pt idx="8476">
                  <c:v>0.1841843142010976</c:v>
                </c:pt>
                <c:pt idx="8477">
                  <c:v>0.17676466905217678</c:v>
                </c:pt>
                <c:pt idx="8478">
                  <c:v>0.16191868279766086</c:v>
                </c:pt>
                <c:pt idx="8479">
                  <c:v>0.16580170137792269</c:v>
                </c:pt>
                <c:pt idx="8480">
                  <c:v>0.160600249173146</c:v>
                </c:pt>
                <c:pt idx="8481">
                  <c:v>-5.8504917825876954E-2</c:v>
                </c:pt>
                <c:pt idx="8482">
                  <c:v>-1.5052872547036767E-2</c:v>
                </c:pt>
                <c:pt idx="8483">
                  <c:v>-1.3372883287807225E-2</c:v>
                </c:pt>
                <c:pt idx="8484">
                  <c:v>-4.5116168668268411E-2</c:v>
                </c:pt>
                <c:pt idx="8485">
                  <c:v>7.257826969726806E-3</c:v>
                </c:pt>
                <c:pt idx="8486">
                  <c:v>5.7400839328876949E-2</c:v>
                </c:pt>
                <c:pt idx="8487">
                  <c:v>6.1412810102095164E-2</c:v>
                </c:pt>
                <c:pt idx="8488">
                  <c:v>2.6157848607780934E-2</c:v>
                </c:pt>
                <c:pt idx="8489">
                  <c:v>5.7321070862579759E-2</c:v>
                </c:pt>
                <c:pt idx="8490">
                  <c:v>5.2559530887930951E-2</c:v>
                </c:pt>
                <c:pt idx="8491">
                  <c:v>7.2966586692372951E-2</c:v>
                </c:pt>
                <c:pt idx="8492">
                  <c:v>7.9821685795325781E-2</c:v>
                </c:pt>
                <c:pt idx="8493">
                  <c:v>8.2863326755512431E-2</c:v>
                </c:pt>
                <c:pt idx="8494">
                  <c:v>0.16706330474872599</c:v>
                </c:pt>
                <c:pt idx="8495">
                  <c:v>0.17324728854185287</c:v>
                </c:pt>
                <c:pt idx="8496">
                  <c:v>0.16894502886777324</c:v>
                </c:pt>
                <c:pt idx="8497">
                  <c:v>0.18386700577973772</c:v>
                </c:pt>
                <c:pt idx="8498">
                  <c:v>0.25680483420276834</c:v>
                </c:pt>
                <c:pt idx="8499">
                  <c:v>0.24944169709568451</c:v>
                </c:pt>
                <c:pt idx="8500">
                  <c:v>0.22283500757005001</c:v>
                </c:pt>
                <c:pt idx="8501">
                  <c:v>0.21926153703864384</c:v>
                </c:pt>
                <c:pt idx="8502">
                  <c:v>0.29110321387810573</c:v>
                </c:pt>
                <c:pt idx="8503">
                  <c:v>0.25698706571027163</c:v>
                </c:pt>
                <c:pt idx="8504">
                  <c:v>-2.9476225814818697E-2</c:v>
                </c:pt>
                <c:pt idx="8505">
                  <c:v>-0.15735541927255425</c:v>
                </c:pt>
                <c:pt idx="8506">
                  <c:v>-0.18083214301817063</c:v>
                </c:pt>
                <c:pt idx="8507">
                  <c:v>-0.11333413507233597</c:v>
                </c:pt>
                <c:pt idx="8508">
                  <c:v>-2.4622733068773064E-2</c:v>
                </c:pt>
                <c:pt idx="8509">
                  <c:v>-1.3335675081339984</c:v>
                </c:pt>
                <c:pt idx="8510">
                  <c:v>-5.6569230732546005</c:v>
                </c:pt>
                <c:pt idx="8511">
                  <c:v>-3.3411789228405611</c:v>
                </c:pt>
                <c:pt idx="8512">
                  <c:v>-2.9983158800047587</c:v>
                </c:pt>
                <c:pt idx="8513">
                  <c:v>-2.8131372128711951</c:v>
                </c:pt>
                <c:pt idx="8514">
                  <c:v>-1.7606825470425076</c:v>
                </c:pt>
                <c:pt idx="8515">
                  <c:v>-0.94326955176380722</c:v>
                </c:pt>
                <c:pt idx="8516">
                  <c:v>-0.34802922561402816</c:v>
                </c:pt>
                <c:pt idx="8517">
                  <c:v>-0.31536732173471643</c:v>
                </c:pt>
                <c:pt idx="8518">
                  <c:v>0.10413152819211452</c:v>
                </c:pt>
                <c:pt idx="8519">
                  <c:v>0.15743554516835834</c:v>
                </c:pt>
                <c:pt idx="8520">
                  <c:v>0.17741752238359162</c:v>
                </c:pt>
                <c:pt idx="8521">
                  <c:v>0.22251948560327528</c:v>
                </c:pt>
                <c:pt idx="8522">
                  <c:v>0.24042047381886311</c:v>
                </c:pt>
                <c:pt idx="8523">
                  <c:v>0.23511236675512687</c:v>
                </c:pt>
                <c:pt idx="8524">
                  <c:v>0.2406875506635702</c:v>
                </c:pt>
                <c:pt idx="8525">
                  <c:v>0.28920585869294796</c:v>
                </c:pt>
                <c:pt idx="8526">
                  <c:v>0.26028498138099021</c:v>
                </c:pt>
                <c:pt idx="8527">
                  <c:v>6.4124648111371377E-2</c:v>
                </c:pt>
                <c:pt idx="8528">
                  <c:v>-0.26749868516122211</c:v>
                </c:pt>
                <c:pt idx="8529">
                  <c:v>-0.2512720874359774</c:v>
                </c:pt>
                <c:pt idx="8530">
                  <c:v>-0.33120090603841779</c:v>
                </c:pt>
                <c:pt idx="8531">
                  <c:v>-0.84315540906697906</c:v>
                </c:pt>
                <c:pt idx="8532">
                  <c:v>-5.5159905753173684</c:v>
                </c:pt>
                <c:pt idx="8533">
                  <c:v>-3.7613221925754656</c:v>
                </c:pt>
                <c:pt idx="8534">
                  <c:v>-3.1890908226713983</c:v>
                </c:pt>
                <c:pt idx="8535">
                  <c:v>-3.1725664098564237</c:v>
                </c:pt>
                <c:pt idx="8536">
                  <c:v>-3.718346269014654</c:v>
                </c:pt>
                <c:pt idx="8537">
                  <c:v>-3.9197696309662544</c:v>
                </c:pt>
                <c:pt idx="8538">
                  <c:v>-2.7989125903218346</c:v>
                </c:pt>
                <c:pt idx="8539">
                  <c:v>-1.6634885079004267</c:v>
                </c:pt>
                <c:pt idx="8540">
                  <c:v>-1.0312935796414062</c:v>
                </c:pt>
                <c:pt idx="8541">
                  <c:v>-1.4446521313119185</c:v>
                </c:pt>
                <c:pt idx="8542">
                  <c:v>-0.36829888304615144</c:v>
                </c:pt>
                <c:pt idx="8543">
                  <c:v>-1.0599949293192084</c:v>
                </c:pt>
                <c:pt idx="8544">
                  <c:v>-0.15107022521279398</c:v>
                </c:pt>
                <c:pt idx="8545">
                  <c:v>-0.21977224417202296</c:v>
                </c:pt>
                <c:pt idx="8546">
                  <c:v>-0.1245889174891758</c:v>
                </c:pt>
                <c:pt idx="8547">
                  <c:v>4.5049124627731224E-2</c:v>
                </c:pt>
                <c:pt idx="8548">
                  <c:v>0.21440929084719637</c:v>
                </c:pt>
                <c:pt idx="8549">
                  <c:v>0.25317596531772718</c:v>
                </c:pt>
                <c:pt idx="8550">
                  <c:v>0.23585903622394411</c:v>
                </c:pt>
                <c:pt idx="8551">
                  <c:v>0.1728627256795135</c:v>
                </c:pt>
                <c:pt idx="8552">
                  <c:v>-0.12802683916596799</c:v>
                </c:pt>
                <c:pt idx="8553">
                  <c:v>-0.16321360904878085</c:v>
                </c:pt>
                <c:pt idx="8554">
                  <c:v>-0.44773463613717751</c:v>
                </c:pt>
                <c:pt idx="8555">
                  <c:v>-4.1031382056637593</c:v>
                </c:pt>
                <c:pt idx="8556">
                  <c:v>-3.4362562745715568</c:v>
                </c:pt>
                <c:pt idx="8557">
                  <c:v>-3.4007620498829261</c:v>
                </c:pt>
                <c:pt idx="8558">
                  <c:v>-3.9966296669056303</c:v>
                </c:pt>
                <c:pt idx="8559">
                  <c:v>-3.9361575467496714</c:v>
                </c:pt>
                <c:pt idx="8560">
                  <c:v>-4.4998539379396947</c:v>
                </c:pt>
                <c:pt idx="8561">
                  <c:v>-3.8926466833968738</c:v>
                </c:pt>
                <c:pt idx="8562">
                  <c:v>-3.7436863949349988</c:v>
                </c:pt>
                <c:pt idx="8563">
                  <c:v>-1.8246774543342306</c:v>
                </c:pt>
                <c:pt idx="8564">
                  <c:v>-1.6216471218097617</c:v>
                </c:pt>
                <c:pt idx="8565">
                  <c:v>-1.8521982140770463</c:v>
                </c:pt>
                <c:pt idx="8566">
                  <c:v>-2.0780953298359308</c:v>
                </c:pt>
                <c:pt idx="8567">
                  <c:v>-0.53409858902270058</c:v>
                </c:pt>
                <c:pt idx="8568">
                  <c:v>-0.32588919488051427</c:v>
                </c:pt>
                <c:pt idx="8569">
                  <c:v>-0.1190351760125213</c:v>
                </c:pt>
                <c:pt idx="8570">
                  <c:v>2.5509997090307306E-2</c:v>
                </c:pt>
                <c:pt idx="8571">
                  <c:v>0.25166622253419185</c:v>
                </c:pt>
                <c:pt idx="8572">
                  <c:v>0.234886251965227</c:v>
                </c:pt>
                <c:pt idx="8573">
                  <c:v>0.18182890293055726</c:v>
                </c:pt>
                <c:pt idx="8574">
                  <c:v>0.20787187642030833</c:v>
                </c:pt>
                <c:pt idx="8575">
                  <c:v>0.16547972607979203</c:v>
                </c:pt>
                <c:pt idx="8576">
                  <c:v>-8.5467883812501456E-3</c:v>
                </c:pt>
                <c:pt idx="8577">
                  <c:v>-8.7243662335079769E-2</c:v>
                </c:pt>
                <c:pt idx="8578">
                  <c:v>-1.033335087273513</c:v>
                </c:pt>
                <c:pt idx="8579">
                  <c:v>-2.363495699786192</c:v>
                </c:pt>
                <c:pt idx="8580">
                  <c:v>-1.6871516973644238</c:v>
                </c:pt>
                <c:pt idx="8581">
                  <c:v>-3.5072608143114667</c:v>
                </c:pt>
                <c:pt idx="8582">
                  <c:v>-3.8844064426165295</c:v>
                </c:pt>
                <c:pt idx="8583">
                  <c:v>-2.1859612476952033</c:v>
                </c:pt>
                <c:pt idx="8584">
                  <c:v>-3.342458000839942</c:v>
                </c:pt>
                <c:pt idx="8585">
                  <c:v>-2.5855759009782977</c:v>
                </c:pt>
                <c:pt idx="8586">
                  <c:v>-3.1608495490185984</c:v>
                </c:pt>
                <c:pt idx="8587">
                  <c:v>-2.0418610794148204</c:v>
                </c:pt>
                <c:pt idx="8588">
                  <c:v>-1.5073142030424911</c:v>
                </c:pt>
                <c:pt idx="8589">
                  <c:v>-2.4399495730358702</c:v>
                </c:pt>
                <c:pt idx="8590">
                  <c:v>-1.2417290604964824</c:v>
                </c:pt>
                <c:pt idx="8591">
                  <c:v>-0.25766184370778006</c:v>
                </c:pt>
                <c:pt idx="8592">
                  <c:v>-0.16597668111176875</c:v>
                </c:pt>
                <c:pt idx="8593">
                  <c:v>-0.15887696657535835</c:v>
                </c:pt>
                <c:pt idx="8594">
                  <c:v>-0.12124685397320165</c:v>
                </c:pt>
                <c:pt idx="8595">
                  <c:v>-3.8357804109734557E-2</c:v>
                </c:pt>
                <c:pt idx="8596">
                  <c:v>0.10530215111382968</c:v>
                </c:pt>
                <c:pt idx="8597">
                  <c:v>0.16931822596286894</c:v>
                </c:pt>
                <c:pt idx="8598">
                  <c:v>0.22539541502705063</c:v>
                </c:pt>
                <c:pt idx="8599">
                  <c:v>0.19886301877427282</c:v>
                </c:pt>
                <c:pt idx="8600">
                  <c:v>4.9275584649158627E-2</c:v>
                </c:pt>
                <c:pt idx="8601">
                  <c:v>-0.15872702967420221</c:v>
                </c:pt>
                <c:pt idx="8602">
                  <c:v>-0.72734388493250013</c:v>
                </c:pt>
                <c:pt idx="8603">
                  <c:v>-4.788815256962704</c:v>
                </c:pt>
                <c:pt idx="8604">
                  <c:v>-2.553120632340522</c:v>
                </c:pt>
                <c:pt idx="8605">
                  <c:v>-5.0876238143517822</c:v>
                </c:pt>
                <c:pt idx="8606">
                  <c:v>-4.5024099193045215</c:v>
                </c:pt>
                <c:pt idx="8607">
                  <c:v>-4.6355747299732633</c:v>
                </c:pt>
                <c:pt idx="8608">
                  <c:v>-4.4116192013859425</c:v>
                </c:pt>
                <c:pt idx="8609">
                  <c:v>-2.7162323464196363</c:v>
                </c:pt>
                <c:pt idx="8610">
                  <c:v>-4.1518724706877981</c:v>
                </c:pt>
                <c:pt idx="8611">
                  <c:v>-2.8058880032474716</c:v>
                </c:pt>
                <c:pt idx="8612">
                  <c:v>-1.6629840197834698</c:v>
                </c:pt>
                <c:pt idx="8613">
                  <c:v>-2.2628136833177179</c:v>
                </c:pt>
                <c:pt idx="8614">
                  <c:v>-1.5043318884283521</c:v>
                </c:pt>
                <c:pt idx="8615">
                  <c:v>-0.31354460026294523</c:v>
                </c:pt>
                <c:pt idx="8616">
                  <c:v>-0.23149403663663454</c:v>
                </c:pt>
                <c:pt idx="8617">
                  <c:v>2.3444028071518099E-2</c:v>
                </c:pt>
                <c:pt idx="8618">
                  <c:v>0.21762708684350815</c:v>
                </c:pt>
                <c:pt idx="8619">
                  <c:v>0.2877076261117249</c:v>
                </c:pt>
                <c:pt idx="8620">
                  <c:v>0.25343332645030853</c:v>
                </c:pt>
                <c:pt idx="8621">
                  <c:v>0.26606608056540071</c:v>
                </c:pt>
                <c:pt idx="8622">
                  <c:v>0.28884616562515658</c:v>
                </c:pt>
                <c:pt idx="8623">
                  <c:v>0.23323807877552452</c:v>
                </c:pt>
                <c:pt idx="8624">
                  <c:v>-4.1287204560623528E-2</c:v>
                </c:pt>
                <c:pt idx="8625">
                  <c:v>-6.7462342930824148E-2</c:v>
                </c:pt>
                <c:pt idx="8626">
                  <c:v>-2.3764174108405551E-2</c:v>
                </c:pt>
                <c:pt idx="8627">
                  <c:v>-6.3834126458776147E-2</c:v>
                </c:pt>
                <c:pt idx="8628">
                  <c:v>-2.2519809437745946</c:v>
                </c:pt>
                <c:pt idx="8629">
                  <c:v>-3.7270304287000857</c:v>
                </c:pt>
                <c:pt idx="8630">
                  <c:v>-2.9571092079927177</c:v>
                </c:pt>
                <c:pt idx="8631">
                  <c:v>-3.0448135488158226</c:v>
                </c:pt>
                <c:pt idx="8632">
                  <c:v>-2.3532700043560455</c:v>
                </c:pt>
                <c:pt idx="8633">
                  <c:v>-2.1801271747934532</c:v>
                </c:pt>
                <c:pt idx="8634">
                  <c:v>-1.0114619796001902</c:v>
                </c:pt>
                <c:pt idx="8635">
                  <c:v>-0.21639565613379283</c:v>
                </c:pt>
                <c:pt idx="8636">
                  <c:v>0.13332250187838179</c:v>
                </c:pt>
                <c:pt idx="8637">
                  <c:v>0.25696420416945376</c:v>
                </c:pt>
                <c:pt idx="8638">
                  <c:v>0.31097580399289293</c:v>
                </c:pt>
                <c:pt idx="8639">
                  <c:v>0.3162301140214212</c:v>
                </c:pt>
                <c:pt idx="8640">
                  <c:v>0.25285103836042283</c:v>
                </c:pt>
                <c:pt idx="8641">
                  <c:v>0.24196989163338067</c:v>
                </c:pt>
                <c:pt idx="8642">
                  <c:v>0.27205698497211167</c:v>
                </c:pt>
                <c:pt idx="8643">
                  <c:v>2.0789620832046403</c:v>
                </c:pt>
                <c:pt idx="8644">
                  <c:v>1.4070917166161994</c:v>
                </c:pt>
                <c:pt idx="8645">
                  <c:v>1.5280025068527745</c:v>
                </c:pt>
                <c:pt idx="8646">
                  <c:v>1.221370946139307</c:v>
                </c:pt>
                <c:pt idx="8647">
                  <c:v>0.83012449161800517</c:v>
                </c:pt>
                <c:pt idx="8648">
                  <c:v>0.98382594821455605</c:v>
                </c:pt>
                <c:pt idx="8649">
                  <c:v>0.52897975167221112</c:v>
                </c:pt>
                <c:pt idx="8650">
                  <c:v>0.26263110343592927</c:v>
                </c:pt>
                <c:pt idx="8651">
                  <c:v>-6.3209871250310898E-2</c:v>
                </c:pt>
                <c:pt idx="8652">
                  <c:v>8.8178081281818296E-2</c:v>
                </c:pt>
                <c:pt idx="8653">
                  <c:v>8.2187710696970395E-2</c:v>
                </c:pt>
                <c:pt idx="8654">
                  <c:v>-3.5572031685635084</c:v>
                </c:pt>
                <c:pt idx="8655">
                  <c:v>-1.1267525026201726</c:v>
                </c:pt>
                <c:pt idx="8656">
                  <c:v>-2.4935865638124439</c:v>
                </c:pt>
                <c:pt idx="8657">
                  <c:v>-1.1836371778818828</c:v>
                </c:pt>
                <c:pt idx="8658">
                  <c:v>-0.61342260771349588</c:v>
                </c:pt>
                <c:pt idx="8659">
                  <c:v>-0.84626458335358523</c:v>
                </c:pt>
                <c:pt idx="8660">
                  <c:v>2.5029973346650664E-2</c:v>
                </c:pt>
                <c:pt idx="8661">
                  <c:v>7.0250094624292742E-2</c:v>
                </c:pt>
                <c:pt idx="8662">
                  <c:v>0.10662362846187795</c:v>
                </c:pt>
                <c:pt idx="8663">
                  <c:v>0.2869294268975543</c:v>
                </c:pt>
                <c:pt idx="8664">
                  <c:v>0.35129396203302421</c:v>
                </c:pt>
                <c:pt idx="8665">
                  <c:v>0.31911037452030272</c:v>
                </c:pt>
                <c:pt idx="8666">
                  <c:v>0.28339350295108579</c:v>
                </c:pt>
                <c:pt idx="8667">
                  <c:v>0.45138195506999884</c:v>
                </c:pt>
                <c:pt idx="8668">
                  <c:v>1.9226473222926275</c:v>
                </c:pt>
                <c:pt idx="8669">
                  <c:v>1.3916729767163567</c:v>
                </c:pt>
                <c:pt idx="8670">
                  <c:v>1.2550080691437442</c:v>
                </c:pt>
                <c:pt idx="8671">
                  <c:v>1.2240327197345569</c:v>
                </c:pt>
                <c:pt idx="8672">
                  <c:v>0.71815617408925714</c:v>
                </c:pt>
                <c:pt idx="8673">
                  <c:v>0.65868761354764549</c:v>
                </c:pt>
                <c:pt idx="8674">
                  <c:v>-1.2524034938150894E-2</c:v>
                </c:pt>
                <c:pt idx="8675">
                  <c:v>-0.27476295541117546</c:v>
                </c:pt>
                <c:pt idx="8676">
                  <c:v>-8.8138261354289801E-2</c:v>
                </c:pt>
                <c:pt idx="8677">
                  <c:v>-1.1473551834811682</c:v>
                </c:pt>
                <c:pt idx="8678">
                  <c:v>-4.220068367794469</c:v>
                </c:pt>
                <c:pt idx="8679">
                  <c:v>-2.4729639715515175</c:v>
                </c:pt>
                <c:pt idx="8680">
                  <c:v>-2.8108877335872364</c:v>
                </c:pt>
                <c:pt idx="8681">
                  <c:v>-2.6477193430640718</c:v>
                </c:pt>
                <c:pt idx="8682">
                  <c:v>-1.573176501713329</c:v>
                </c:pt>
                <c:pt idx="8683">
                  <c:v>-1.980030699632964</c:v>
                </c:pt>
                <c:pt idx="8684">
                  <c:v>-0.80422998693517334</c:v>
                </c:pt>
                <c:pt idx="8685">
                  <c:v>-1.7691844417274933</c:v>
                </c:pt>
                <c:pt idx="8686">
                  <c:v>-0.42863360180872778</c:v>
                </c:pt>
                <c:pt idx="8687">
                  <c:v>-1.0352716432352</c:v>
                </c:pt>
                <c:pt idx="8688">
                  <c:v>5.1638377773516E-2</c:v>
                </c:pt>
                <c:pt idx="8689">
                  <c:v>0.13273149976935644</c:v>
                </c:pt>
                <c:pt idx="8690">
                  <c:v>0.22994559216923147</c:v>
                </c:pt>
                <c:pt idx="8691">
                  <c:v>0.2494277148122761</c:v>
                </c:pt>
                <c:pt idx="8692">
                  <c:v>0.26649820529214313</c:v>
                </c:pt>
                <c:pt idx="8693">
                  <c:v>0.25488734964577997</c:v>
                </c:pt>
                <c:pt idx="8694">
                  <c:v>0.24571917961675643</c:v>
                </c:pt>
                <c:pt idx="8695">
                  <c:v>0.23751357714016991</c:v>
                </c:pt>
                <c:pt idx="8696">
                  <c:v>4.1785809373347728E-2</c:v>
                </c:pt>
                <c:pt idx="8697">
                  <c:v>6.1934424669304079E-2</c:v>
                </c:pt>
                <c:pt idx="8698">
                  <c:v>0.96524774204461572</c:v>
                </c:pt>
                <c:pt idx="8699">
                  <c:v>0.32468335763378708</c:v>
                </c:pt>
                <c:pt idx="8700">
                  <c:v>-1.3822833628015949</c:v>
                </c:pt>
                <c:pt idx="8701">
                  <c:v>-5.9892619191716818</c:v>
                </c:pt>
                <c:pt idx="8702">
                  <c:v>-3.6188745558531554</c:v>
                </c:pt>
                <c:pt idx="8703">
                  <c:v>-3.243567087715503</c:v>
                </c:pt>
                <c:pt idx="8704">
                  <c:v>-2.7760843231027272</c:v>
                </c:pt>
                <c:pt idx="8705">
                  <c:v>-2.5919879167224953</c:v>
                </c:pt>
                <c:pt idx="8706">
                  <c:v>-3.2977816586636508</c:v>
                </c:pt>
                <c:pt idx="8707">
                  <c:v>-1.9239470660708371</c:v>
                </c:pt>
                <c:pt idx="8708">
                  <c:v>-0.38247341912093602</c:v>
                </c:pt>
                <c:pt idx="8709">
                  <c:v>-1.3085318745818946</c:v>
                </c:pt>
                <c:pt idx="8710">
                  <c:v>-1.399532838265332</c:v>
                </c:pt>
                <c:pt idx="8711">
                  <c:v>-4.1475065044231797E-2</c:v>
                </c:pt>
                <c:pt idx="8712">
                  <c:v>0.22323143810785029</c:v>
                </c:pt>
                <c:pt idx="8713">
                  <c:v>0.37546235817475931</c:v>
                </c:pt>
                <c:pt idx="8714">
                  <c:v>0.35508687213888945</c:v>
                </c:pt>
                <c:pt idx="8715">
                  <c:v>0.31615768410891176</c:v>
                </c:pt>
                <c:pt idx="8716">
                  <c:v>0.47971094765909977</c:v>
                </c:pt>
                <c:pt idx="8717">
                  <c:v>0.65817722952815971</c:v>
                </c:pt>
                <c:pt idx="8718">
                  <c:v>0.57337436786297991</c:v>
                </c:pt>
                <c:pt idx="8719">
                  <c:v>0.44565684099310426</c:v>
                </c:pt>
                <c:pt idx="8720">
                  <c:v>0.26090753877768008</c:v>
                </c:pt>
                <c:pt idx="8721">
                  <c:v>-0.12991691298906466</c:v>
                </c:pt>
                <c:pt idx="8722">
                  <c:v>0.46785804761831329</c:v>
                </c:pt>
                <c:pt idx="8723">
                  <c:v>-0.40567490165938019</c:v>
                </c:pt>
                <c:pt idx="8724">
                  <c:v>-0.7256573673020672</c:v>
                </c:pt>
                <c:pt idx="8725">
                  <c:v>-2.1183670998344803</c:v>
                </c:pt>
                <c:pt idx="8726">
                  <c:v>-1.0011186371244911</c:v>
                </c:pt>
                <c:pt idx="8727">
                  <c:v>-2.5364137558816346</c:v>
                </c:pt>
                <c:pt idx="8728">
                  <c:v>-3.4728725246456937</c:v>
                </c:pt>
                <c:pt idx="8729">
                  <c:v>-6.892165110857865E-3</c:v>
                </c:pt>
                <c:pt idx="8730">
                  <c:v>-0.23603730357017533</c:v>
                </c:pt>
                <c:pt idx="8731">
                  <c:v>-0.24585201485255664</c:v>
                </c:pt>
                <c:pt idx="8732">
                  <c:v>0.12648056889308809</c:v>
                </c:pt>
                <c:pt idx="8733">
                  <c:v>-1.825694141592449</c:v>
                </c:pt>
                <c:pt idx="8734">
                  <c:v>-3.8412982780580651</c:v>
                </c:pt>
                <c:pt idx="8735">
                  <c:v>0.31467327433998388</c:v>
                </c:pt>
                <c:pt idx="8736">
                  <c:v>0.65671661505451295</c:v>
                </c:pt>
                <c:pt idx="8737">
                  <c:v>0.49946202653420618</c:v>
                </c:pt>
                <c:pt idx="8738">
                  <c:v>0.14962860346930079</c:v>
                </c:pt>
                <c:pt idx="8739">
                  <c:v>-9.726618410775846E-2</c:v>
                </c:pt>
                <c:pt idx="8740">
                  <c:v>-0.15952389440903963</c:v>
                </c:pt>
                <c:pt idx="8741">
                  <c:v>4.9877240695082183E-2</c:v>
                </c:pt>
                <c:pt idx="8742">
                  <c:v>0.48254619391049136</c:v>
                </c:pt>
                <c:pt idx="8743">
                  <c:v>0.31159384511962229</c:v>
                </c:pt>
                <c:pt idx="8744">
                  <c:v>0.47735814734492904</c:v>
                </c:pt>
                <c:pt idx="8745">
                  <c:v>0.4657574970647344</c:v>
                </c:pt>
                <c:pt idx="8746">
                  <c:v>0.2014517334476045</c:v>
                </c:pt>
                <c:pt idx="8747">
                  <c:v>-0.93573026664677028</c:v>
                </c:pt>
                <c:pt idx="8748">
                  <c:v>-0.84631449968061945</c:v>
                </c:pt>
                <c:pt idx="8749">
                  <c:v>-6.0522286476706633</c:v>
                </c:pt>
                <c:pt idx="8750">
                  <c:v>-1.8528291854412107</c:v>
                </c:pt>
                <c:pt idx="8751">
                  <c:v>-8.0099164991344782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231-462F-A8AA-A238E68770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Time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 err="1">
                    <a:solidFill>
                      <a:schemeClr val="tx1"/>
                    </a:solidFill>
                  </a:rPr>
                  <a:t>AHU_heating</a:t>
                </a:r>
                <a:r>
                  <a:rPr lang="en-US" b="1" dirty="0">
                    <a:solidFill>
                      <a:schemeClr val="tx1"/>
                    </a:solidFill>
                  </a:rPr>
                  <a:t>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Sheet2!$I$1</c:f>
              <c:strCache>
                <c:ptCount val="1"/>
                <c:pt idx="0">
                  <c:v>Q_1032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Sheet2!$I$2:$I$8753</c:f>
              <c:numCache>
                <c:formatCode>General</c:formatCode>
                <c:ptCount val="8752"/>
                <c:pt idx="0">
                  <c:v>8.1097784076422916E-2</c:v>
                </c:pt>
                <c:pt idx="1">
                  <c:v>8.6826812358472241E-2</c:v>
                </c:pt>
                <c:pt idx="2">
                  <c:v>9.0663767816621846E-2</c:v>
                </c:pt>
                <c:pt idx="3">
                  <c:v>0.32882868478918104</c:v>
                </c:pt>
                <c:pt idx="4">
                  <c:v>0.31002617858906178</c:v>
                </c:pt>
                <c:pt idx="5">
                  <c:v>0.24061771602597656</c:v>
                </c:pt>
                <c:pt idx="6">
                  <c:v>0.23012662223643601</c:v>
                </c:pt>
                <c:pt idx="7">
                  <c:v>0.23106285334608592</c:v>
                </c:pt>
                <c:pt idx="8">
                  <c:v>0.20327892433019193</c:v>
                </c:pt>
                <c:pt idx="9">
                  <c:v>0.19881073037280469</c:v>
                </c:pt>
                <c:pt idx="10">
                  <c:v>8.5258003238409971E-2</c:v>
                </c:pt>
                <c:pt idx="11">
                  <c:v>8.3836067521550275E-2</c:v>
                </c:pt>
                <c:pt idx="12">
                  <c:v>7.5202617400760965E-2</c:v>
                </c:pt>
                <c:pt idx="13">
                  <c:v>7.3847721436742328E-2</c:v>
                </c:pt>
                <c:pt idx="14">
                  <c:v>8.7945388654661838E-2</c:v>
                </c:pt>
                <c:pt idx="15">
                  <c:v>8.6798091910221434E-2</c:v>
                </c:pt>
                <c:pt idx="16">
                  <c:v>8.0993276836411318E-2</c:v>
                </c:pt>
                <c:pt idx="17">
                  <c:v>7.7197284681184655E-2</c:v>
                </c:pt>
                <c:pt idx="18">
                  <c:v>9.4992045309175682E-2</c:v>
                </c:pt>
                <c:pt idx="19">
                  <c:v>8.4645661348017973E-2</c:v>
                </c:pt>
                <c:pt idx="20">
                  <c:v>7.7534472668327858E-2</c:v>
                </c:pt>
                <c:pt idx="21">
                  <c:v>8.3310162266200943E-2</c:v>
                </c:pt>
                <c:pt idx="22">
                  <c:v>0.27566019873918823</c:v>
                </c:pt>
                <c:pt idx="23">
                  <c:v>0.38529077051090499</c:v>
                </c:pt>
                <c:pt idx="24">
                  <c:v>0.26093596150208642</c:v>
                </c:pt>
                <c:pt idx="25">
                  <c:v>0.21045170157016088</c:v>
                </c:pt>
                <c:pt idx="26">
                  <c:v>0.28695399140908823</c:v>
                </c:pt>
                <c:pt idx="27">
                  <c:v>0.40342064660104104</c:v>
                </c:pt>
                <c:pt idx="28">
                  <c:v>0.39873606796647387</c:v>
                </c:pt>
                <c:pt idx="29">
                  <c:v>0.42425158459348272</c:v>
                </c:pt>
                <c:pt idx="30">
                  <c:v>0.48991521064997889</c:v>
                </c:pt>
                <c:pt idx="31">
                  <c:v>0.50005738510557218</c:v>
                </c:pt>
                <c:pt idx="32">
                  <c:v>0.46359798120267992</c:v>
                </c:pt>
                <c:pt idx="33">
                  <c:v>0.49076087409099722</c:v>
                </c:pt>
                <c:pt idx="34">
                  <c:v>0.48621151605323826</c:v>
                </c:pt>
                <c:pt idx="35">
                  <c:v>0.51296513073950811</c:v>
                </c:pt>
                <c:pt idx="36">
                  <c:v>0.51792083519509491</c:v>
                </c:pt>
                <c:pt idx="37">
                  <c:v>0.46349975628988188</c:v>
                </c:pt>
                <c:pt idx="38">
                  <c:v>0.38459330774851536</c:v>
                </c:pt>
                <c:pt idx="39">
                  <c:v>0.39352320408234637</c:v>
                </c:pt>
                <c:pt idx="40">
                  <c:v>0.20951744145083734</c:v>
                </c:pt>
                <c:pt idx="41">
                  <c:v>0.23314742535687782</c:v>
                </c:pt>
                <c:pt idx="42">
                  <c:v>0.72495801886378775</c:v>
                </c:pt>
                <c:pt idx="43">
                  <c:v>0.40475887200785654</c:v>
                </c:pt>
                <c:pt idx="44">
                  <c:v>0.37972013325838833</c:v>
                </c:pt>
                <c:pt idx="45">
                  <c:v>0.38485489193699413</c:v>
                </c:pt>
                <c:pt idx="46">
                  <c:v>0.37547965407920653</c:v>
                </c:pt>
                <c:pt idx="47">
                  <c:v>0.38882632940664136</c:v>
                </c:pt>
                <c:pt idx="48">
                  <c:v>0.39923527948036991</c:v>
                </c:pt>
                <c:pt idx="49">
                  <c:v>0.41368716399433675</c:v>
                </c:pt>
                <c:pt idx="50">
                  <c:v>0.41881884088574312</c:v>
                </c:pt>
                <c:pt idx="51">
                  <c:v>0.42104734686306555</c:v>
                </c:pt>
                <c:pt idx="52">
                  <c:v>0.40779127404360838</c:v>
                </c:pt>
                <c:pt idx="53">
                  <c:v>0.41123442809929484</c:v>
                </c:pt>
                <c:pt idx="54">
                  <c:v>0.40292968055106243</c:v>
                </c:pt>
                <c:pt idx="55">
                  <c:v>0.40917490806378815</c:v>
                </c:pt>
                <c:pt idx="56">
                  <c:v>0.35135254833944823</c:v>
                </c:pt>
                <c:pt idx="57">
                  <c:v>0.38554369207839045</c:v>
                </c:pt>
                <c:pt idx="58">
                  <c:v>0.32208425660056084</c:v>
                </c:pt>
                <c:pt idx="59">
                  <c:v>0.39754286617525569</c:v>
                </c:pt>
                <c:pt idx="60">
                  <c:v>0.58264784178747842</c:v>
                </c:pt>
                <c:pt idx="61">
                  <c:v>0.44347016681869883</c:v>
                </c:pt>
                <c:pt idx="62">
                  <c:v>0.30927633449863717</c:v>
                </c:pt>
                <c:pt idx="63">
                  <c:v>0.22251461373501077</c:v>
                </c:pt>
                <c:pt idx="64">
                  <c:v>0.23628758954377932</c:v>
                </c:pt>
                <c:pt idx="65">
                  <c:v>0.23894764172486982</c:v>
                </c:pt>
                <c:pt idx="66">
                  <c:v>0.23806429235312443</c:v>
                </c:pt>
                <c:pt idx="67">
                  <c:v>0.49953343014299884</c:v>
                </c:pt>
                <c:pt idx="68">
                  <c:v>0.68649496108310881</c:v>
                </c:pt>
                <c:pt idx="69">
                  <c:v>0.39961457298970138</c:v>
                </c:pt>
                <c:pt idx="70">
                  <c:v>0.39470027751036357</c:v>
                </c:pt>
                <c:pt idx="71">
                  <c:v>0.38820133974326104</c:v>
                </c:pt>
                <c:pt idx="72">
                  <c:v>0.41425144847984646</c:v>
                </c:pt>
                <c:pt idx="73">
                  <c:v>0.40540851491176816</c:v>
                </c:pt>
                <c:pt idx="74">
                  <c:v>0.39192039826844222</c:v>
                </c:pt>
                <c:pt idx="75">
                  <c:v>0.29744857245326406</c:v>
                </c:pt>
                <c:pt idx="76">
                  <c:v>0.39352152708769284</c:v>
                </c:pt>
                <c:pt idx="77">
                  <c:v>0.42575691330983367</c:v>
                </c:pt>
                <c:pt idx="78">
                  <c:v>0.42972976783092259</c:v>
                </c:pt>
                <c:pt idx="79">
                  <c:v>0.44012333383666818</c:v>
                </c:pt>
                <c:pt idx="80">
                  <c:v>0.38539799923685675</c:v>
                </c:pt>
                <c:pt idx="81">
                  <c:v>0.39374287762808163</c:v>
                </c:pt>
                <c:pt idx="82">
                  <c:v>0.34752305235569347</c:v>
                </c:pt>
                <c:pt idx="83">
                  <c:v>0.34140246718101058</c:v>
                </c:pt>
                <c:pt idx="84">
                  <c:v>0.30804328329469305</c:v>
                </c:pt>
                <c:pt idx="85">
                  <c:v>0.22952170112427964</c:v>
                </c:pt>
                <c:pt idx="86">
                  <c:v>0.22212443699828793</c:v>
                </c:pt>
                <c:pt idx="87">
                  <c:v>0.19267748402754378</c:v>
                </c:pt>
                <c:pt idx="88">
                  <c:v>0.20834299132345865</c:v>
                </c:pt>
                <c:pt idx="89">
                  <c:v>0.2226261160766011</c:v>
                </c:pt>
                <c:pt idx="90">
                  <c:v>0.21059829389057275</c:v>
                </c:pt>
                <c:pt idx="91">
                  <c:v>0.20207181164749061</c:v>
                </c:pt>
                <c:pt idx="92">
                  <c:v>0.22540965743427713</c:v>
                </c:pt>
                <c:pt idx="93">
                  <c:v>0.24660715254222676</c:v>
                </c:pt>
                <c:pt idx="94">
                  <c:v>0.26405952095829854</c:v>
                </c:pt>
                <c:pt idx="95">
                  <c:v>0.27642760087626994</c:v>
                </c:pt>
                <c:pt idx="96">
                  <c:v>0.25167650007312925</c:v>
                </c:pt>
                <c:pt idx="97">
                  <c:v>0.44011062237027765</c:v>
                </c:pt>
                <c:pt idx="98">
                  <c:v>0.64353960430793122</c:v>
                </c:pt>
                <c:pt idx="99">
                  <c:v>0.4177155964700825</c:v>
                </c:pt>
                <c:pt idx="100">
                  <c:v>0.41299352419622487</c:v>
                </c:pt>
                <c:pt idx="101">
                  <c:v>0.38133504595445616</c:v>
                </c:pt>
                <c:pt idx="102">
                  <c:v>0.36982520156870152</c:v>
                </c:pt>
                <c:pt idx="103">
                  <c:v>0.38939063822582171</c:v>
                </c:pt>
                <c:pt idx="104">
                  <c:v>0.24799137457057571</c:v>
                </c:pt>
                <c:pt idx="105">
                  <c:v>0.37793806734186874</c:v>
                </c:pt>
                <c:pt idx="106">
                  <c:v>0.29134465074418198</c:v>
                </c:pt>
                <c:pt idx="107">
                  <c:v>0.22555913968376981</c:v>
                </c:pt>
                <c:pt idx="108">
                  <c:v>0.23979517579991205</c:v>
                </c:pt>
                <c:pt idx="109">
                  <c:v>0.19933369928120098</c:v>
                </c:pt>
                <c:pt idx="110">
                  <c:v>0.16925122936674858</c:v>
                </c:pt>
                <c:pt idx="111">
                  <c:v>0.18163800690114246</c:v>
                </c:pt>
                <c:pt idx="112">
                  <c:v>0.1903832190192164</c:v>
                </c:pt>
                <c:pt idx="113">
                  <c:v>0.19571246332606132</c:v>
                </c:pt>
                <c:pt idx="114">
                  <c:v>0.17449587968319477</c:v>
                </c:pt>
                <c:pt idx="115">
                  <c:v>0.19999290214408103</c:v>
                </c:pt>
                <c:pt idx="116">
                  <c:v>0.20097377607334813</c:v>
                </c:pt>
                <c:pt idx="117">
                  <c:v>0.17487177760714709</c:v>
                </c:pt>
                <c:pt idx="118">
                  <c:v>0.19836715592050103</c:v>
                </c:pt>
                <c:pt idx="119">
                  <c:v>0.22370054661987526</c:v>
                </c:pt>
                <c:pt idx="120">
                  <c:v>0.20906080362249058</c:v>
                </c:pt>
                <c:pt idx="121">
                  <c:v>0.18845957972090377</c:v>
                </c:pt>
                <c:pt idx="122">
                  <c:v>0.19177723604876906</c:v>
                </c:pt>
                <c:pt idx="123">
                  <c:v>0.18921903389193145</c:v>
                </c:pt>
                <c:pt idx="124">
                  <c:v>0.23334152937062388</c:v>
                </c:pt>
                <c:pt idx="125">
                  <c:v>0.23322250611232676</c:v>
                </c:pt>
                <c:pt idx="126">
                  <c:v>0.23865374461142752</c:v>
                </c:pt>
                <c:pt idx="127">
                  <c:v>0.25695062499525961</c:v>
                </c:pt>
                <c:pt idx="128">
                  <c:v>0.22393084598985932</c:v>
                </c:pt>
                <c:pt idx="129">
                  <c:v>0.20049974287365299</c:v>
                </c:pt>
                <c:pt idx="130">
                  <c:v>0.19009384732978254</c:v>
                </c:pt>
                <c:pt idx="131">
                  <c:v>0.17017859582981237</c:v>
                </c:pt>
                <c:pt idx="132">
                  <c:v>-0.72058608312042727</c:v>
                </c:pt>
                <c:pt idx="133">
                  <c:v>-0.81672861604240221</c:v>
                </c:pt>
                <c:pt idx="134">
                  <c:v>-0.98900596571229049</c:v>
                </c:pt>
                <c:pt idx="135">
                  <c:v>-1.0387801121224958</c:v>
                </c:pt>
                <c:pt idx="136">
                  <c:v>-0.83985380350864069</c:v>
                </c:pt>
                <c:pt idx="137">
                  <c:v>-0.74766720994650482</c:v>
                </c:pt>
                <c:pt idx="138">
                  <c:v>-0.60512091319789074</c:v>
                </c:pt>
                <c:pt idx="139">
                  <c:v>-0.47169774563347339</c:v>
                </c:pt>
                <c:pt idx="140">
                  <c:v>-8.5878190805054475E-2</c:v>
                </c:pt>
                <c:pt idx="141">
                  <c:v>-0.44675084561562867</c:v>
                </c:pt>
                <c:pt idx="142">
                  <c:v>-0.44284874197148666</c:v>
                </c:pt>
                <c:pt idx="143">
                  <c:v>-0.17184793722559596</c:v>
                </c:pt>
                <c:pt idx="144">
                  <c:v>-0.1507482437550671</c:v>
                </c:pt>
                <c:pt idx="145">
                  <c:v>0.17546351825889714</c:v>
                </c:pt>
                <c:pt idx="146">
                  <c:v>0.19348316004865718</c:v>
                </c:pt>
                <c:pt idx="147">
                  <c:v>0.19338772816564195</c:v>
                </c:pt>
                <c:pt idx="148">
                  <c:v>0.20020047433722382</c:v>
                </c:pt>
                <c:pt idx="149">
                  <c:v>0.19230279225781693</c:v>
                </c:pt>
                <c:pt idx="150">
                  <c:v>0.22568003240903547</c:v>
                </c:pt>
                <c:pt idx="151">
                  <c:v>0.23080123143279824</c:v>
                </c:pt>
                <c:pt idx="152">
                  <c:v>0.23695101569817986</c:v>
                </c:pt>
                <c:pt idx="153">
                  <c:v>0.23050758677013389</c:v>
                </c:pt>
                <c:pt idx="154">
                  <c:v>0.2174644942372197</c:v>
                </c:pt>
                <c:pt idx="155">
                  <c:v>0.21040281070731054</c:v>
                </c:pt>
                <c:pt idx="156">
                  <c:v>0.22240867437024398</c:v>
                </c:pt>
                <c:pt idx="157">
                  <c:v>0.23915437368557077</c:v>
                </c:pt>
                <c:pt idx="158">
                  <c:v>0.25155156986985788</c:v>
                </c:pt>
                <c:pt idx="159">
                  <c:v>0.23510435147161016</c:v>
                </c:pt>
                <c:pt idx="160">
                  <c:v>0.26563549522376195</c:v>
                </c:pt>
                <c:pt idx="161">
                  <c:v>0.53338614778203008</c:v>
                </c:pt>
                <c:pt idx="162">
                  <c:v>0.43232080967995051</c:v>
                </c:pt>
                <c:pt idx="163">
                  <c:v>0.97207015636063598</c:v>
                </c:pt>
                <c:pt idx="164">
                  <c:v>1.2496997993952441</c:v>
                </c:pt>
                <c:pt idx="165">
                  <c:v>1.5710589951962908</c:v>
                </c:pt>
                <c:pt idx="166">
                  <c:v>1.3822373839933537</c:v>
                </c:pt>
                <c:pt idx="167">
                  <c:v>1.0373026748254088</c:v>
                </c:pt>
                <c:pt idx="168">
                  <c:v>1.1089038940667271</c:v>
                </c:pt>
                <c:pt idx="169">
                  <c:v>1.1076495165699982</c:v>
                </c:pt>
                <c:pt idx="170">
                  <c:v>1.1866780037455855</c:v>
                </c:pt>
                <c:pt idx="171">
                  <c:v>1.2378265441652363</c:v>
                </c:pt>
                <c:pt idx="172">
                  <c:v>1.3086156305961729</c:v>
                </c:pt>
                <c:pt idx="173">
                  <c:v>1.3493325648161996</c:v>
                </c:pt>
                <c:pt idx="174">
                  <c:v>1.3907845778298442</c:v>
                </c:pt>
                <c:pt idx="175">
                  <c:v>1.3655852206610246</c:v>
                </c:pt>
                <c:pt idx="176">
                  <c:v>1.231069456797375</c:v>
                </c:pt>
                <c:pt idx="177">
                  <c:v>1.0185518190305167</c:v>
                </c:pt>
                <c:pt idx="178">
                  <c:v>0.95849447620115202</c:v>
                </c:pt>
                <c:pt idx="179">
                  <c:v>0.93879712158020712</c:v>
                </c:pt>
                <c:pt idx="180">
                  <c:v>1.0132263152842826</c:v>
                </c:pt>
                <c:pt idx="181">
                  <c:v>1.0364836899569967</c:v>
                </c:pt>
                <c:pt idx="182">
                  <c:v>1.1604735440373894</c:v>
                </c:pt>
                <c:pt idx="183">
                  <c:v>1.1051269012165625</c:v>
                </c:pt>
                <c:pt idx="184">
                  <c:v>0.9898845513617629</c:v>
                </c:pt>
                <c:pt idx="185">
                  <c:v>0.88746831725764064</c:v>
                </c:pt>
                <c:pt idx="186">
                  <c:v>1.1455608248382947</c:v>
                </c:pt>
                <c:pt idx="187">
                  <c:v>1.0254478166309762</c:v>
                </c:pt>
                <c:pt idx="188">
                  <c:v>0.98381614050622856</c:v>
                </c:pt>
                <c:pt idx="189">
                  <c:v>1.0441851650032057</c:v>
                </c:pt>
                <c:pt idx="190">
                  <c:v>1.0486178962181922</c:v>
                </c:pt>
                <c:pt idx="191">
                  <c:v>1.0791996841616145</c:v>
                </c:pt>
                <c:pt idx="192">
                  <c:v>1.0188962782891839</c:v>
                </c:pt>
                <c:pt idx="193">
                  <c:v>0.97369959186439825</c:v>
                </c:pt>
                <c:pt idx="194">
                  <c:v>0.93207947980224504</c:v>
                </c:pt>
                <c:pt idx="195">
                  <c:v>0.98295214050949986</c:v>
                </c:pt>
                <c:pt idx="196">
                  <c:v>1.0099417350929263</c:v>
                </c:pt>
                <c:pt idx="197">
                  <c:v>0.93015799021690904</c:v>
                </c:pt>
                <c:pt idx="198">
                  <c:v>0.90963672234795001</c:v>
                </c:pt>
                <c:pt idx="199">
                  <c:v>1.0135123635822347</c:v>
                </c:pt>
                <c:pt idx="200">
                  <c:v>0.98964195788206966</c:v>
                </c:pt>
                <c:pt idx="201">
                  <c:v>1.0067018024349836</c:v>
                </c:pt>
                <c:pt idx="202">
                  <c:v>0.98880890172695812</c:v>
                </c:pt>
                <c:pt idx="203">
                  <c:v>0.96689865971459721</c:v>
                </c:pt>
                <c:pt idx="204">
                  <c:v>0.95420984505660111</c:v>
                </c:pt>
                <c:pt idx="205">
                  <c:v>0.87380420958385019</c:v>
                </c:pt>
                <c:pt idx="206">
                  <c:v>0.80706300687304755</c:v>
                </c:pt>
                <c:pt idx="207">
                  <c:v>0.5167270905719763</c:v>
                </c:pt>
                <c:pt idx="208">
                  <c:v>0.52396901484740943</c:v>
                </c:pt>
                <c:pt idx="209">
                  <c:v>0.61630065417788715</c:v>
                </c:pt>
                <c:pt idx="210">
                  <c:v>0.38377474588308136</c:v>
                </c:pt>
                <c:pt idx="211">
                  <c:v>1.7993477380492826</c:v>
                </c:pt>
                <c:pt idx="212">
                  <c:v>1.6696355285212729</c:v>
                </c:pt>
                <c:pt idx="213">
                  <c:v>1.0418321061624629</c:v>
                </c:pt>
                <c:pt idx="214">
                  <c:v>0.99187235411602692</c:v>
                </c:pt>
                <c:pt idx="215">
                  <c:v>1.0286791183083279</c:v>
                </c:pt>
                <c:pt idx="216">
                  <c:v>1.0428661031334083</c:v>
                </c:pt>
                <c:pt idx="217">
                  <c:v>1.076224142127848</c:v>
                </c:pt>
                <c:pt idx="218">
                  <c:v>1.0724545716684215</c:v>
                </c:pt>
                <c:pt idx="219">
                  <c:v>1.0397117371065852</c:v>
                </c:pt>
                <c:pt idx="220">
                  <c:v>0.97412517992952496</c:v>
                </c:pt>
                <c:pt idx="221">
                  <c:v>0.99512406804580777</c:v>
                </c:pt>
                <c:pt idx="222">
                  <c:v>0.97672375560372215</c:v>
                </c:pt>
                <c:pt idx="223">
                  <c:v>1.0432368745219638</c:v>
                </c:pt>
                <c:pt idx="224">
                  <c:v>0.97231840996269947</c:v>
                </c:pt>
                <c:pt idx="225">
                  <c:v>0.83259041744605089</c:v>
                </c:pt>
                <c:pt idx="226">
                  <c:v>0.9992433938756129</c:v>
                </c:pt>
                <c:pt idx="227">
                  <c:v>0.94972150938287447</c:v>
                </c:pt>
                <c:pt idx="228">
                  <c:v>0.76630278948718111</c:v>
                </c:pt>
                <c:pt idx="229">
                  <c:v>0.71521191990550703</c:v>
                </c:pt>
                <c:pt idx="230">
                  <c:v>0.79876000957877291</c:v>
                </c:pt>
                <c:pt idx="231">
                  <c:v>0.80975197392652543</c:v>
                </c:pt>
                <c:pt idx="232">
                  <c:v>0.73577659166637344</c:v>
                </c:pt>
                <c:pt idx="233">
                  <c:v>0.89034827701408714</c:v>
                </c:pt>
                <c:pt idx="234">
                  <c:v>0.99093861416176332</c:v>
                </c:pt>
                <c:pt idx="235">
                  <c:v>1.0713419810410718</c:v>
                </c:pt>
                <c:pt idx="236">
                  <c:v>0.99672349426731455</c:v>
                </c:pt>
                <c:pt idx="237">
                  <c:v>0.97116774822080199</c:v>
                </c:pt>
                <c:pt idx="238">
                  <c:v>0.96313911785212836</c:v>
                </c:pt>
                <c:pt idx="239">
                  <c:v>0.98921498438643107</c:v>
                </c:pt>
                <c:pt idx="240">
                  <c:v>0.96248930104596653</c:v>
                </c:pt>
                <c:pt idx="241">
                  <c:v>0.99838494399518118</c:v>
                </c:pt>
                <c:pt idx="242">
                  <c:v>0.93378399800046297</c:v>
                </c:pt>
                <c:pt idx="243">
                  <c:v>0.98295204216375087</c:v>
                </c:pt>
                <c:pt idx="244">
                  <c:v>1.0483907956346372</c:v>
                </c:pt>
                <c:pt idx="245">
                  <c:v>1.0268542187639524</c:v>
                </c:pt>
                <c:pt idx="246">
                  <c:v>1.0009437899277662</c:v>
                </c:pt>
                <c:pt idx="247">
                  <c:v>1.0072667021043793</c:v>
                </c:pt>
                <c:pt idx="248">
                  <c:v>0.9528686253181089</c:v>
                </c:pt>
                <c:pt idx="249">
                  <c:v>0.93860916064778033</c:v>
                </c:pt>
                <c:pt idx="250">
                  <c:v>0.90045594378706562</c:v>
                </c:pt>
                <c:pt idx="251">
                  <c:v>0.69402845243025135</c:v>
                </c:pt>
                <c:pt idx="252">
                  <c:v>0.45801832126067693</c:v>
                </c:pt>
                <c:pt idx="253">
                  <c:v>0.28529333993603284</c:v>
                </c:pt>
                <c:pt idx="254">
                  <c:v>0.212401449526017</c:v>
                </c:pt>
                <c:pt idx="255">
                  <c:v>0.20520931384344093</c:v>
                </c:pt>
                <c:pt idx="256">
                  <c:v>0.2066541084016047</c:v>
                </c:pt>
                <c:pt idx="257">
                  <c:v>0.21635068887315675</c:v>
                </c:pt>
                <c:pt idx="258">
                  <c:v>0.21900496326361288</c:v>
                </c:pt>
                <c:pt idx="259">
                  <c:v>0.19913384284961361</c:v>
                </c:pt>
                <c:pt idx="260">
                  <c:v>0.22215898290417974</c:v>
                </c:pt>
                <c:pt idx="261">
                  <c:v>0.20199543633289266</c:v>
                </c:pt>
                <c:pt idx="262">
                  <c:v>0.21048838867183475</c:v>
                </c:pt>
                <c:pt idx="263">
                  <c:v>0.24776886986440275</c:v>
                </c:pt>
                <c:pt idx="264">
                  <c:v>0.73502228552786952</c:v>
                </c:pt>
                <c:pt idx="265">
                  <c:v>0.45017848399493859</c:v>
                </c:pt>
                <c:pt idx="266">
                  <c:v>0.60266424806287611</c:v>
                </c:pt>
                <c:pt idx="267">
                  <c:v>2.021473185720124</c:v>
                </c:pt>
                <c:pt idx="268">
                  <c:v>1.2669214510468632</c:v>
                </c:pt>
                <c:pt idx="269">
                  <c:v>1.046697685862956</c:v>
                </c:pt>
                <c:pt idx="270">
                  <c:v>1.1088883342447413</c:v>
                </c:pt>
                <c:pt idx="271">
                  <c:v>1.0148400503790245</c:v>
                </c:pt>
                <c:pt idx="272">
                  <c:v>0.94512147060702723</c:v>
                </c:pt>
                <c:pt idx="273">
                  <c:v>0.58530884301776243</c:v>
                </c:pt>
                <c:pt idx="274">
                  <c:v>0.24042683276581653</c:v>
                </c:pt>
                <c:pt idx="275">
                  <c:v>0.27200790090825838</c:v>
                </c:pt>
                <c:pt idx="276">
                  <c:v>0.22709424222039754</c:v>
                </c:pt>
                <c:pt idx="277">
                  <c:v>0.22953290637665366</c:v>
                </c:pt>
                <c:pt idx="278">
                  <c:v>0.18180704226405586</c:v>
                </c:pt>
                <c:pt idx="279">
                  <c:v>0.18996864433688235</c:v>
                </c:pt>
                <c:pt idx="280">
                  <c:v>0.19371987234395704</c:v>
                </c:pt>
                <c:pt idx="281">
                  <c:v>0.19693919194282158</c:v>
                </c:pt>
                <c:pt idx="282">
                  <c:v>0.19574500642663079</c:v>
                </c:pt>
                <c:pt idx="283">
                  <c:v>0.20222069565806822</c:v>
                </c:pt>
                <c:pt idx="284">
                  <c:v>0.20280740601430805</c:v>
                </c:pt>
                <c:pt idx="285">
                  <c:v>0.1934685109416818</c:v>
                </c:pt>
                <c:pt idx="286">
                  <c:v>0.19086018927212314</c:v>
                </c:pt>
                <c:pt idx="287">
                  <c:v>0.21996182611389495</c:v>
                </c:pt>
                <c:pt idx="288">
                  <c:v>0.20957501842952722</c:v>
                </c:pt>
                <c:pt idx="289">
                  <c:v>0.21224814637002601</c:v>
                </c:pt>
                <c:pt idx="290">
                  <c:v>0.20567531048849141</c:v>
                </c:pt>
                <c:pt idx="291">
                  <c:v>0.21052266019754906</c:v>
                </c:pt>
                <c:pt idx="292">
                  <c:v>0.21080809472109222</c:v>
                </c:pt>
                <c:pt idx="293">
                  <c:v>0.21277553075975444</c:v>
                </c:pt>
                <c:pt idx="294">
                  <c:v>0.20960977785033019</c:v>
                </c:pt>
                <c:pt idx="295">
                  <c:v>0.21769307038324695</c:v>
                </c:pt>
                <c:pt idx="296">
                  <c:v>0.22110228726804043</c:v>
                </c:pt>
                <c:pt idx="297">
                  <c:v>0.19361221614149954</c:v>
                </c:pt>
                <c:pt idx="298">
                  <c:v>0.20655184120703507</c:v>
                </c:pt>
                <c:pt idx="299">
                  <c:v>0.20814204833420194</c:v>
                </c:pt>
                <c:pt idx="300">
                  <c:v>0.2026837645828414</c:v>
                </c:pt>
                <c:pt idx="301">
                  <c:v>0.21863499186403765</c:v>
                </c:pt>
                <c:pt idx="302">
                  <c:v>0.20138394927877876</c:v>
                </c:pt>
                <c:pt idx="303">
                  <c:v>0.20582010980266158</c:v>
                </c:pt>
                <c:pt idx="304">
                  <c:v>0.22048768645346911</c:v>
                </c:pt>
                <c:pt idx="305">
                  <c:v>0.37799071657659694</c:v>
                </c:pt>
                <c:pt idx="306">
                  <c:v>0.22446458406988301</c:v>
                </c:pt>
                <c:pt idx="307">
                  <c:v>0.23982320506535088</c:v>
                </c:pt>
                <c:pt idx="308">
                  <c:v>0.26846558865024267</c:v>
                </c:pt>
                <c:pt idx="309">
                  <c:v>0.25870857834103345</c:v>
                </c:pt>
                <c:pt idx="310">
                  <c:v>0.24289274631930452</c:v>
                </c:pt>
                <c:pt idx="311">
                  <c:v>0.24143692755972232</c:v>
                </c:pt>
                <c:pt idx="312">
                  <c:v>0.24729611249825389</c:v>
                </c:pt>
                <c:pt idx="313">
                  <c:v>0.23047405546403157</c:v>
                </c:pt>
                <c:pt idx="314">
                  <c:v>0.84304500115210512</c:v>
                </c:pt>
                <c:pt idx="315">
                  <c:v>1.350835092321808</c:v>
                </c:pt>
                <c:pt idx="316">
                  <c:v>1.2867492843435591</c:v>
                </c:pt>
                <c:pt idx="317">
                  <c:v>1.2124033749439684</c:v>
                </c:pt>
                <c:pt idx="318">
                  <c:v>1.1488306888993738</c:v>
                </c:pt>
                <c:pt idx="319">
                  <c:v>1.1035996435336664</c:v>
                </c:pt>
                <c:pt idx="320">
                  <c:v>1.1238467729846249</c:v>
                </c:pt>
                <c:pt idx="321">
                  <c:v>1.0669004439536043</c:v>
                </c:pt>
                <c:pt idx="322">
                  <c:v>1.1065979673604225</c:v>
                </c:pt>
                <c:pt idx="323">
                  <c:v>0.55009434603502894</c:v>
                </c:pt>
                <c:pt idx="324">
                  <c:v>0.28445125187095283</c:v>
                </c:pt>
                <c:pt idx="325">
                  <c:v>0.25900061746121661</c:v>
                </c:pt>
                <c:pt idx="326">
                  <c:v>0.21296240449231574</c:v>
                </c:pt>
                <c:pt idx="327">
                  <c:v>0.24595297995061138</c:v>
                </c:pt>
                <c:pt idx="328">
                  <c:v>0.19319204804916829</c:v>
                </c:pt>
                <c:pt idx="329">
                  <c:v>0.18211674001510891</c:v>
                </c:pt>
                <c:pt idx="330">
                  <c:v>0.22581396076258087</c:v>
                </c:pt>
                <c:pt idx="331">
                  <c:v>0.24094302759886443</c:v>
                </c:pt>
                <c:pt idx="332">
                  <c:v>0.25697944142337165</c:v>
                </c:pt>
                <c:pt idx="333">
                  <c:v>0.27769908867741666</c:v>
                </c:pt>
                <c:pt idx="334">
                  <c:v>0.24211375799630247</c:v>
                </c:pt>
                <c:pt idx="335">
                  <c:v>0.2514414705572478</c:v>
                </c:pt>
                <c:pt idx="336">
                  <c:v>0.69889053060805739</c:v>
                </c:pt>
                <c:pt idx="337">
                  <c:v>1.1255910815170871</c:v>
                </c:pt>
                <c:pt idx="338">
                  <c:v>1.3868998320200687</c:v>
                </c:pt>
                <c:pt idx="339">
                  <c:v>1.5513683217451648</c:v>
                </c:pt>
                <c:pt idx="340">
                  <c:v>1.5367256210493332</c:v>
                </c:pt>
                <c:pt idx="341">
                  <c:v>1.5078213223341175</c:v>
                </c:pt>
                <c:pt idx="342">
                  <c:v>1.4607578193087412</c:v>
                </c:pt>
                <c:pt idx="343">
                  <c:v>1.403204949863446</c:v>
                </c:pt>
                <c:pt idx="344">
                  <c:v>1.251945755491773</c:v>
                </c:pt>
                <c:pt idx="345">
                  <c:v>1.1632490426948208</c:v>
                </c:pt>
                <c:pt idx="346">
                  <c:v>1.2715655514878177</c:v>
                </c:pt>
                <c:pt idx="347">
                  <c:v>1.2778416258642766</c:v>
                </c:pt>
                <c:pt idx="348">
                  <c:v>0.51163281546220374</c:v>
                </c:pt>
                <c:pt idx="349">
                  <c:v>0.18079619071913239</c:v>
                </c:pt>
                <c:pt idx="350">
                  <c:v>0.20697541802244793</c:v>
                </c:pt>
                <c:pt idx="351">
                  <c:v>0.21535560740132942</c:v>
                </c:pt>
                <c:pt idx="352">
                  <c:v>0.207430775201389</c:v>
                </c:pt>
                <c:pt idx="353">
                  <c:v>0.19700090481019228</c:v>
                </c:pt>
                <c:pt idx="354">
                  <c:v>0.15873377322913657</c:v>
                </c:pt>
                <c:pt idx="355">
                  <c:v>0.23571819583348488</c:v>
                </c:pt>
                <c:pt idx="356">
                  <c:v>0.22439088884032377</c:v>
                </c:pt>
                <c:pt idx="357">
                  <c:v>0.24287196344128642</c:v>
                </c:pt>
                <c:pt idx="358">
                  <c:v>0.26569790282495587</c:v>
                </c:pt>
                <c:pt idx="359">
                  <c:v>0.89078507118323635</c:v>
                </c:pt>
                <c:pt idx="360">
                  <c:v>1.406505420978533</c:v>
                </c:pt>
                <c:pt idx="361">
                  <c:v>1.4915177107362527</c:v>
                </c:pt>
                <c:pt idx="362">
                  <c:v>1.5254859449609606</c:v>
                </c:pt>
                <c:pt idx="363">
                  <c:v>1.524678752607894</c:v>
                </c:pt>
                <c:pt idx="364">
                  <c:v>1.3484135485774706</c:v>
                </c:pt>
                <c:pt idx="365">
                  <c:v>1.2794365435762833</c:v>
                </c:pt>
                <c:pt idx="366">
                  <c:v>1.2414353274323018</c:v>
                </c:pt>
                <c:pt idx="367">
                  <c:v>1.2074799205178175</c:v>
                </c:pt>
                <c:pt idx="368">
                  <c:v>1.1241827525069521</c:v>
                </c:pt>
                <c:pt idx="369">
                  <c:v>0.98321831175592589</c:v>
                </c:pt>
                <c:pt idx="370">
                  <c:v>0.9544270654554744</c:v>
                </c:pt>
                <c:pt idx="371">
                  <c:v>1.0557879217311157</c:v>
                </c:pt>
                <c:pt idx="372">
                  <c:v>0.73527638867772793</c:v>
                </c:pt>
                <c:pt idx="373">
                  <c:v>0.23813030970725216</c:v>
                </c:pt>
                <c:pt idx="374">
                  <c:v>0.22402089718543142</c:v>
                </c:pt>
                <c:pt idx="375">
                  <c:v>0.21336538876506203</c:v>
                </c:pt>
                <c:pt idx="376">
                  <c:v>0.22553671801261038</c:v>
                </c:pt>
                <c:pt idx="377">
                  <c:v>0.23369487385095336</c:v>
                </c:pt>
                <c:pt idx="378">
                  <c:v>0.2489937673808125</c:v>
                </c:pt>
                <c:pt idx="379">
                  <c:v>0.24113646750902984</c:v>
                </c:pt>
                <c:pt idx="380">
                  <c:v>0.22850801086858216</c:v>
                </c:pt>
                <c:pt idx="381">
                  <c:v>0.24147169009951419</c:v>
                </c:pt>
                <c:pt idx="382">
                  <c:v>0.67017037704174598</c:v>
                </c:pt>
                <c:pt idx="383">
                  <c:v>1.4113506727951404</c:v>
                </c:pt>
                <c:pt idx="384">
                  <c:v>1.4780356358504225</c:v>
                </c:pt>
                <c:pt idx="385">
                  <c:v>1.4948323857626009</c:v>
                </c:pt>
                <c:pt idx="386">
                  <c:v>1.5274137066173392</c:v>
                </c:pt>
                <c:pt idx="387">
                  <c:v>1.4587362146233731</c:v>
                </c:pt>
                <c:pt idx="388">
                  <c:v>1.3532331945349954</c:v>
                </c:pt>
                <c:pt idx="389">
                  <c:v>1.2847389955990067</c:v>
                </c:pt>
                <c:pt idx="390">
                  <c:v>1.2577123630959</c:v>
                </c:pt>
                <c:pt idx="391">
                  <c:v>1.2373386114419767</c:v>
                </c:pt>
                <c:pt idx="392">
                  <c:v>1.1689345787231145</c:v>
                </c:pt>
                <c:pt idx="393">
                  <c:v>1.1601746464331621</c:v>
                </c:pt>
                <c:pt idx="394">
                  <c:v>1.2639002693290378</c:v>
                </c:pt>
                <c:pt idx="395">
                  <c:v>0.95057683667724513</c:v>
                </c:pt>
                <c:pt idx="396">
                  <c:v>0.24758826188375521</c:v>
                </c:pt>
                <c:pt idx="397">
                  <c:v>0.21811962665969628</c:v>
                </c:pt>
                <c:pt idx="398">
                  <c:v>0.21961441075902147</c:v>
                </c:pt>
                <c:pt idx="399">
                  <c:v>0.24588584270027344</c:v>
                </c:pt>
                <c:pt idx="400">
                  <c:v>0.24494153406167571</c:v>
                </c:pt>
                <c:pt idx="401">
                  <c:v>0.29459971013686581</c:v>
                </c:pt>
                <c:pt idx="402">
                  <c:v>0.25382450288340241</c:v>
                </c:pt>
                <c:pt idx="403">
                  <c:v>0.26679083799702574</c:v>
                </c:pt>
                <c:pt idx="404">
                  <c:v>0.24912669078565891</c:v>
                </c:pt>
                <c:pt idx="405">
                  <c:v>1.0770416084135266</c:v>
                </c:pt>
                <c:pt idx="406">
                  <c:v>1.6427574625281454</c:v>
                </c:pt>
                <c:pt idx="407">
                  <c:v>1.6812238517678038</c:v>
                </c:pt>
                <c:pt idx="408">
                  <c:v>1.6395432992667363</c:v>
                </c:pt>
                <c:pt idx="409">
                  <c:v>1.6277913269808171</c:v>
                </c:pt>
                <c:pt idx="410">
                  <c:v>1.5653540358830853</c:v>
                </c:pt>
                <c:pt idx="411">
                  <c:v>1.5173937546563383</c:v>
                </c:pt>
                <c:pt idx="412">
                  <c:v>1.4166863354961468</c:v>
                </c:pt>
                <c:pt idx="413">
                  <c:v>1.3843034408309749</c:v>
                </c:pt>
                <c:pt idx="414">
                  <c:v>1.3684065902084139</c:v>
                </c:pt>
                <c:pt idx="415">
                  <c:v>1.3121569594167093</c:v>
                </c:pt>
                <c:pt idx="416">
                  <c:v>1.2090062758837095</c:v>
                </c:pt>
                <c:pt idx="417">
                  <c:v>1.1192311450045256</c:v>
                </c:pt>
                <c:pt idx="418">
                  <c:v>0.96399121030999391</c:v>
                </c:pt>
                <c:pt idx="419">
                  <c:v>0.9120147517437418</c:v>
                </c:pt>
                <c:pt idx="420">
                  <c:v>0.71084726128392695</c:v>
                </c:pt>
                <c:pt idx="421">
                  <c:v>0.74278223685028422</c:v>
                </c:pt>
                <c:pt idx="422">
                  <c:v>0.68962314214022691</c:v>
                </c:pt>
                <c:pt idx="423">
                  <c:v>0.47255645551532477</c:v>
                </c:pt>
                <c:pt idx="424">
                  <c:v>0.12474018559028541</c:v>
                </c:pt>
                <c:pt idx="425">
                  <c:v>0.47397308579937569</c:v>
                </c:pt>
                <c:pt idx="426">
                  <c:v>1.0417939961245033</c:v>
                </c:pt>
                <c:pt idx="427">
                  <c:v>1.0009207268458091</c:v>
                </c:pt>
                <c:pt idx="428">
                  <c:v>0.79453480544269939</c:v>
                </c:pt>
                <c:pt idx="429">
                  <c:v>0.68016040813322942</c:v>
                </c:pt>
                <c:pt idx="430">
                  <c:v>0.66052545423738918</c:v>
                </c:pt>
                <c:pt idx="431">
                  <c:v>0.71689419763920614</c:v>
                </c:pt>
                <c:pt idx="432">
                  <c:v>0.7096357117229225</c:v>
                </c:pt>
                <c:pt idx="433">
                  <c:v>0.70126752853668062</c:v>
                </c:pt>
                <c:pt idx="434">
                  <c:v>0.69414871030021086</c:v>
                </c:pt>
                <c:pt idx="435">
                  <c:v>0.63739820361293797</c:v>
                </c:pt>
                <c:pt idx="436">
                  <c:v>0.67492489847520476</c:v>
                </c:pt>
                <c:pt idx="437">
                  <c:v>0.65605438265074778</c:v>
                </c:pt>
                <c:pt idx="438">
                  <c:v>0.67652113217544696</c:v>
                </c:pt>
                <c:pt idx="439">
                  <c:v>0.66421638171195474</c:v>
                </c:pt>
                <c:pt idx="440">
                  <c:v>0.64595016616906331</c:v>
                </c:pt>
                <c:pt idx="441">
                  <c:v>0.65192221293387598</c:v>
                </c:pt>
                <c:pt idx="442">
                  <c:v>0.67129088791458214</c:v>
                </c:pt>
                <c:pt idx="443">
                  <c:v>0.73223617068634195</c:v>
                </c:pt>
                <c:pt idx="444">
                  <c:v>0.65626588077135339</c:v>
                </c:pt>
                <c:pt idx="445">
                  <c:v>0.66530959409406332</c:v>
                </c:pt>
                <c:pt idx="446">
                  <c:v>0.72522396574589265</c:v>
                </c:pt>
                <c:pt idx="447">
                  <c:v>0.7314427096409668</c:v>
                </c:pt>
                <c:pt idx="448">
                  <c:v>0.71275559392081533</c:v>
                </c:pt>
                <c:pt idx="449">
                  <c:v>0.71895094343145072</c:v>
                </c:pt>
                <c:pt idx="450">
                  <c:v>0.64746748375229346</c:v>
                </c:pt>
                <c:pt idx="451">
                  <c:v>0.63651583904018283</c:v>
                </c:pt>
                <c:pt idx="452">
                  <c:v>0.67369553999180121</c:v>
                </c:pt>
                <c:pt idx="453">
                  <c:v>0.63637425557447191</c:v>
                </c:pt>
                <c:pt idx="454">
                  <c:v>0.64775873883434765</c:v>
                </c:pt>
                <c:pt idx="455">
                  <c:v>0.66329932041226825</c:v>
                </c:pt>
                <c:pt idx="456">
                  <c:v>0.65082437422591577</c:v>
                </c:pt>
                <c:pt idx="457">
                  <c:v>0.64885636871926844</c:v>
                </c:pt>
                <c:pt idx="458">
                  <c:v>0.61428972311621821</c:v>
                </c:pt>
                <c:pt idx="459">
                  <c:v>0.6488496392442511</c:v>
                </c:pt>
                <c:pt idx="460">
                  <c:v>0.61717338369467978</c:v>
                </c:pt>
                <c:pt idx="461">
                  <c:v>0.62409742363169196</c:v>
                </c:pt>
                <c:pt idx="462">
                  <c:v>0.60904157420175342</c:v>
                </c:pt>
                <c:pt idx="463">
                  <c:v>0.61010225440898413</c:v>
                </c:pt>
                <c:pt idx="464">
                  <c:v>0.65466970345196018</c:v>
                </c:pt>
                <c:pt idx="465">
                  <c:v>0.59971488719646426</c:v>
                </c:pt>
                <c:pt idx="466">
                  <c:v>0.70367302223591122</c:v>
                </c:pt>
                <c:pt idx="467">
                  <c:v>0.68891432930797514</c:v>
                </c:pt>
                <c:pt idx="468">
                  <c:v>0.66715264682287589</c:v>
                </c:pt>
                <c:pt idx="469">
                  <c:v>0.77500205325949223</c:v>
                </c:pt>
                <c:pt idx="470">
                  <c:v>0.61867147069518313</c:v>
                </c:pt>
                <c:pt idx="471">
                  <c:v>0.64752316616095695</c:v>
                </c:pt>
                <c:pt idx="472">
                  <c:v>0.6766091541427236</c:v>
                </c:pt>
                <c:pt idx="473">
                  <c:v>0.66414228712311341</c:v>
                </c:pt>
                <c:pt idx="474">
                  <c:v>0.66334959759620726</c:v>
                </c:pt>
                <c:pt idx="475">
                  <c:v>0.61338786836026582</c:v>
                </c:pt>
                <c:pt idx="476">
                  <c:v>0.62788037798414897</c:v>
                </c:pt>
                <c:pt idx="477">
                  <c:v>0.629693493018045</c:v>
                </c:pt>
                <c:pt idx="478">
                  <c:v>0.63007280284156275</c:v>
                </c:pt>
                <c:pt idx="479">
                  <c:v>0.62660368232231756</c:v>
                </c:pt>
                <c:pt idx="480">
                  <c:v>0.64185846881620989</c:v>
                </c:pt>
                <c:pt idx="481">
                  <c:v>0.64163380964302874</c:v>
                </c:pt>
                <c:pt idx="482">
                  <c:v>0.62717400286073743</c:v>
                </c:pt>
                <c:pt idx="483">
                  <c:v>0.67637051590999608</c:v>
                </c:pt>
                <c:pt idx="484">
                  <c:v>0.65452163839098954</c:v>
                </c:pt>
                <c:pt idx="485">
                  <c:v>0.64266907510268911</c:v>
                </c:pt>
                <c:pt idx="486">
                  <c:v>0.61985125772015337</c:v>
                </c:pt>
                <c:pt idx="487">
                  <c:v>0.6528507146520941</c:v>
                </c:pt>
                <c:pt idx="488">
                  <c:v>0.63971472319545652</c:v>
                </c:pt>
                <c:pt idx="489">
                  <c:v>0.84941728981496634</c:v>
                </c:pt>
                <c:pt idx="490">
                  <c:v>0.87871689472466508</c:v>
                </c:pt>
                <c:pt idx="491">
                  <c:v>0.82620369043438358</c:v>
                </c:pt>
                <c:pt idx="492">
                  <c:v>0.48264317325140521</c:v>
                </c:pt>
                <c:pt idx="493">
                  <c:v>0.25698296130553028</c:v>
                </c:pt>
                <c:pt idx="494">
                  <c:v>8.738108961130979E-2</c:v>
                </c:pt>
                <c:pt idx="495">
                  <c:v>0.1361193991958505</c:v>
                </c:pt>
                <c:pt idx="496">
                  <c:v>8.8554927346393489E-2</c:v>
                </c:pt>
                <c:pt idx="497">
                  <c:v>7.822555391897916E-2</c:v>
                </c:pt>
                <c:pt idx="498">
                  <c:v>8.6152512878169135E-2</c:v>
                </c:pt>
                <c:pt idx="499">
                  <c:v>9.2028390197894203E-2</c:v>
                </c:pt>
                <c:pt idx="500">
                  <c:v>0.59267248197560995</c:v>
                </c:pt>
                <c:pt idx="501">
                  <c:v>0.45031918705178653</c:v>
                </c:pt>
                <c:pt idx="502">
                  <c:v>0.27437996836188111</c:v>
                </c:pt>
                <c:pt idx="503">
                  <c:v>0.26333492844917256</c:v>
                </c:pt>
                <c:pt idx="504">
                  <c:v>0.24477403543240372</c:v>
                </c:pt>
                <c:pt idx="505">
                  <c:v>0.24297808314323843</c:v>
                </c:pt>
                <c:pt idx="506">
                  <c:v>0.20925379561539822</c:v>
                </c:pt>
                <c:pt idx="507">
                  <c:v>0.21028651745956586</c:v>
                </c:pt>
                <c:pt idx="508">
                  <c:v>1.0070222243814606</c:v>
                </c:pt>
                <c:pt idx="509">
                  <c:v>1.4070242104569111</c:v>
                </c:pt>
                <c:pt idx="510">
                  <c:v>0.87817280250665442</c:v>
                </c:pt>
                <c:pt idx="511">
                  <c:v>0.73225815561141205</c:v>
                </c:pt>
                <c:pt idx="512">
                  <c:v>0.6729640104438972</c:v>
                </c:pt>
                <c:pt idx="513">
                  <c:v>0.4159658456990773</c:v>
                </c:pt>
                <c:pt idx="514">
                  <c:v>0.18295176831825882</c:v>
                </c:pt>
                <c:pt idx="515">
                  <c:v>8.9088024424018405E-2</c:v>
                </c:pt>
                <c:pt idx="516">
                  <c:v>4.4893685787871021E-2</c:v>
                </c:pt>
                <c:pt idx="517">
                  <c:v>6.8471823362665538E-2</c:v>
                </c:pt>
                <c:pt idx="518">
                  <c:v>7.789689933629744E-2</c:v>
                </c:pt>
                <c:pt idx="519">
                  <c:v>7.6595091882507377E-2</c:v>
                </c:pt>
                <c:pt idx="520">
                  <c:v>7.7550211310736777E-2</c:v>
                </c:pt>
                <c:pt idx="521">
                  <c:v>8.3103013500543013E-2</c:v>
                </c:pt>
                <c:pt idx="522">
                  <c:v>8.0854898473566195E-2</c:v>
                </c:pt>
                <c:pt idx="523">
                  <c:v>8.0636981487091933E-2</c:v>
                </c:pt>
                <c:pt idx="524">
                  <c:v>6.1515263937018907E-2</c:v>
                </c:pt>
                <c:pt idx="525">
                  <c:v>7.9830949451698441E-2</c:v>
                </c:pt>
                <c:pt idx="526">
                  <c:v>7.0421638331388134E-2</c:v>
                </c:pt>
                <c:pt idx="527">
                  <c:v>7.6547404751675999E-2</c:v>
                </c:pt>
                <c:pt idx="528">
                  <c:v>7.2197999918982111E-2</c:v>
                </c:pt>
                <c:pt idx="529">
                  <c:v>7.6767918633224436E-2</c:v>
                </c:pt>
                <c:pt idx="530">
                  <c:v>7.2947833671046972E-2</c:v>
                </c:pt>
                <c:pt idx="531">
                  <c:v>8.1950040953973027E-2</c:v>
                </c:pt>
                <c:pt idx="532">
                  <c:v>7.5136379826353045E-2</c:v>
                </c:pt>
                <c:pt idx="533">
                  <c:v>7.897017688025007E-2</c:v>
                </c:pt>
                <c:pt idx="534">
                  <c:v>0.24778271354514539</c:v>
                </c:pt>
                <c:pt idx="535">
                  <c:v>0.44919249260095689</c:v>
                </c:pt>
                <c:pt idx="536">
                  <c:v>0.22464887564742789</c:v>
                </c:pt>
                <c:pt idx="537">
                  <c:v>8.7049483597719843E-2</c:v>
                </c:pt>
                <c:pt idx="538">
                  <c:v>7.0672418288764569E-2</c:v>
                </c:pt>
                <c:pt idx="539">
                  <c:v>8.7516129685287922E-2</c:v>
                </c:pt>
                <c:pt idx="540">
                  <c:v>5.339043019838894E-2</c:v>
                </c:pt>
                <c:pt idx="541">
                  <c:v>7.9109607131320356E-2</c:v>
                </c:pt>
                <c:pt idx="542">
                  <c:v>8.1832764759586021E-2</c:v>
                </c:pt>
                <c:pt idx="543">
                  <c:v>7.4448142964053207E-2</c:v>
                </c:pt>
                <c:pt idx="544">
                  <c:v>8.0397454247142161E-2</c:v>
                </c:pt>
                <c:pt idx="545">
                  <c:v>7.7215321317505345E-2</c:v>
                </c:pt>
                <c:pt idx="546">
                  <c:v>8.2708598780823456E-2</c:v>
                </c:pt>
                <c:pt idx="547">
                  <c:v>7.3254422666578126E-2</c:v>
                </c:pt>
                <c:pt idx="548">
                  <c:v>7.5905488835893167E-2</c:v>
                </c:pt>
                <c:pt idx="549">
                  <c:v>8.805320254867903E-2</c:v>
                </c:pt>
                <c:pt idx="550">
                  <c:v>7.9730022714152485E-2</c:v>
                </c:pt>
                <c:pt idx="551">
                  <c:v>6.3985942662470693E-2</c:v>
                </c:pt>
                <c:pt idx="552">
                  <c:v>6.8403095789291907E-2</c:v>
                </c:pt>
                <c:pt idx="553">
                  <c:v>6.9738300842635437E-2</c:v>
                </c:pt>
                <c:pt idx="554">
                  <c:v>8.8597472841311489E-2</c:v>
                </c:pt>
                <c:pt idx="555">
                  <c:v>9.8521860298252398E-2</c:v>
                </c:pt>
                <c:pt idx="556">
                  <c:v>8.0129128032090477E-2</c:v>
                </c:pt>
                <c:pt idx="557">
                  <c:v>8.3630850187430703E-2</c:v>
                </c:pt>
                <c:pt idx="558">
                  <c:v>9.3456458756379854E-2</c:v>
                </c:pt>
                <c:pt idx="559">
                  <c:v>9.5759519067166191E-2</c:v>
                </c:pt>
                <c:pt idx="560">
                  <c:v>7.2373318170421336E-2</c:v>
                </c:pt>
                <c:pt idx="561">
                  <c:v>4.6209436551299145E-2</c:v>
                </c:pt>
                <c:pt idx="562">
                  <c:v>0.11347811097852215</c:v>
                </c:pt>
                <c:pt idx="563">
                  <c:v>7.5307860017779546E-2</c:v>
                </c:pt>
                <c:pt idx="564">
                  <c:v>7.4976841335589864E-2</c:v>
                </c:pt>
                <c:pt idx="565">
                  <c:v>9.6955841484819213E-2</c:v>
                </c:pt>
                <c:pt idx="566">
                  <c:v>8.7258245439364709E-2</c:v>
                </c:pt>
                <c:pt idx="567">
                  <c:v>6.9525477717025261E-2</c:v>
                </c:pt>
                <c:pt idx="568">
                  <c:v>8.6356242198072933E-2</c:v>
                </c:pt>
                <c:pt idx="569">
                  <c:v>8.7256023501588315E-2</c:v>
                </c:pt>
                <c:pt idx="570">
                  <c:v>8.4418345776285639E-2</c:v>
                </c:pt>
                <c:pt idx="571">
                  <c:v>8.3272204318532592E-2</c:v>
                </c:pt>
                <c:pt idx="572">
                  <c:v>8.4659839391687322E-2</c:v>
                </c:pt>
                <c:pt idx="573">
                  <c:v>8.4692884018642167E-2</c:v>
                </c:pt>
                <c:pt idx="574">
                  <c:v>9.0948356372347494E-2</c:v>
                </c:pt>
                <c:pt idx="575">
                  <c:v>8.1203220032898774E-2</c:v>
                </c:pt>
                <c:pt idx="576">
                  <c:v>8.2305782382492101E-2</c:v>
                </c:pt>
                <c:pt idx="577">
                  <c:v>8.1871714791578704E-2</c:v>
                </c:pt>
                <c:pt idx="578">
                  <c:v>7.9393057106488168E-2</c:v>
                </c:pt>
                <c:pt idx="579">
                  <c:v>7.7635892876036047E-2</c:v>
                </c:pt>
                <c:pt idx="580">
                  <c:v>7.9601158061651342E-2</c:v>
                </c:pt>
                <c:pt idx="581">
                  <c:v>7.4453266473184052E-2</c:v>
                </c:pt>
                <c:pt idx="582">
                  <c:v>8.1454305780808214E-2</c:v>
                </c:pt>
                <c:pt idx="583">
                  <c:v>8.8379496251942857E-2</c:v>
                </c:pt>
                <c:pt idx="584">
                  <c:v>9.7180033384816233E-2</c:v>
                </c:pt>
                <c:pt idx="585">
                  <c:v>9.4404603555649974E-2</c:v>
                </c:pt>
                <c:pt idx="586">
                  <c:v>9.4515304187297519E-2</c:v>
                </c:pt>
                <c:pt idx="587">
                  <c:v>6.4910143406000251E-2</c:v>
                </c:pt>
                <c:pt idx="588">
                  <c:v>6.3668346599574765E-2</c:v>
                </c:pt>
                <c:pt idx="589">
                  <c:v>-2.0246867908599903E-3</c:v>
                </c:pt>
                <c:pt idx="590">
                  <c:v>0.11994778404234183</c:v>
                </c:pt>
                <c:pt idx="591">
                  <c:v>0.34386377294932047</c:v>
                </c:pt>
                <c:pt idx="592">
                  <c:v>0.34713379742756928</c:v>
                </c:pt>
                <c:pt idx="593">
                  <c:v>0.36290962765172796</c:v>
                </c:pt>
                <c:pt idx="594">
                  <c:v>0.29777168432373879</c:v>
                </c:pt>
                <c:pt idx="595">
                  <c:v>0.27086559229189805</c:v>
                </c:pt>
                <c:pt idx="596">
                  <c:v>0.21465903062823077</c:v>
                </c:pt>
                <c:pt idx="597">
                  <c:v>0.27224049865040884</c:v>
                </c:pt>
                <c:pt idx="598">
                  <c:v>0.25379715868994368</c:v>
                </c:pt>
                <c:pt idx="599">
                  <c:v>0.2598025626996886</c:v>
                </c:pt>
                <c:pt idx="600">
                  <c:v>0.22315875876406568</c:v>
                </c:pt>
                <c:pt idx="601">
                  <c:v>0.21982430862599137</c:v>
                </c:pt>
                <c:pt idx="602">
                  <c:v>0.18699258840686542</c:v>
                </c:pt>
                <c:pt idx="603">
                  <c:v>0.15801287900361052</c:v>
                </c:pt>
                <c:pt idx="604">
                  <c:v>0.13429117612118735</c:v>
                </c:pt>
                <c:pt idx="605">
                  <c:v>0.11779707412450308</c:v>
                </c:pt>
                <c:pt idx="606">
                  <c:v>9.4208934491334731E-2</c:v>
                </c:pt>
                <c:pt idx="607">
                  <c:v>8.7170019724234535E-2</c:v>
                </c:pt>
                <c:pt idx="608">
                  <c:v>7.8869086387078804E-2</c:v>
                </c:pt>
                <c:pt idx="609">
                  <c:v>8.7427232130100577E-2</c:v>
                </c:pt>
                <c:pt idx="610">
                  <c:v>0.12391952137366305</c:v>
                </c:pt>
                <c:pt idx="611">
                  <c:v>8.6752497108308235E-2</c:v>
                </c:pt>
                <c:pt idx="612">
                  <c:v>0.12155647141486654</c:v>
                </c:pt>
                <c:pt idx="613">
                  <c:v>0.15050597675087468</c:v>
                </c:pt>
                <c:pt idx="614">
                  <c:v>0.26398789381210069</c:v>
                </c:pt>
                <c:pt idx="615">
                  <c:v>0.29613615638696528</c:v>
                </c:pt>
                <c:pt idx="616">
                  <c:v>0.27561398742480342</c:v>
                </c:pt>
                <c:pt idx="617">
                  <c:v>0.27084007435756197</c:v>
                </c:pt>
                <c:pt idx="618">
                  <c:v>0.31580827646565895</c:v>
                </c:pt>
                <c:pt idx="619">
                  <c:v>0.1553372267352767</c:v>
                </c:pt>
                <c:pt idx="620">
                  <c:v>0.31037956115200921</c:v>
                </c:pt>
                <c:pt idx="621">
                  <c:v>0.26934399271020187</c:v>
                </c:pt>
                <c:pt idx="622">
                  <c:v>0.26309237831475557</c:v>
                </c:pt>
                <c:pt idx="623">
                  <c:v>0.26807381425265647</c:v>
                </c:pt>
                <c:pt idx="624">
                  <c:v>0.27664065481463679</c:v>
                </c:pt>
                <c:pt idx="625">
                  <c:v>0.24524253952591035</c:v>
                </c:pt>
                <c:pt idx="626">
                  <c:v>0.2370504604338077</c:v>
                </c:pt>
                <c:pt idx="627">
                  <c:v>0.26149387592706008</c:v>
                </c:pt>
                <c:pt idx="628">
                  <c:v>0.22879835545132599</c:v>
                </c:pt>
                <c:pt idx="629">
                  <c:v>0.27636652943133172</c:v>
                </c:pt>
                <c:pt idx="630">
                  <c:v>0.30610046805875984</c:v>
                </c:pt>
                <c:pt idx="631">
                  <c:v>0.91253402272200934</c:v>
                </c:pt>
                <c:pt idx="632">
                  <c:v>1.4921707288552128</c:v>
                </c:pt>
                <c:pt idx="633">
                  <c:v>1.3703142523451251</c:v>
                </c:pt>
                <c:pt idx="634">
                  <c:v>1.4258917929124186</c:v>
                </c:pt>
                <c:pt idx="635">
                  <c:v>1.3817143879442524</c:v>
                </c:pt>
                <c:pt idx="636">
                  <c:v>1.2921372922461478</c:v>
                </c:pt>
                <c:pt idx="637">
                  <c:v>1.300632480395761</c:v>
                </c:pt>
                <c:pt idx="638">
                  <c:v>0.97485208200645757</c:v>
                </c:pt>
                <c:pt idx="639">
                  <c:v>0.86455580387390485</c:v>
                </c:pt>
                <c:pt idx="640">
                  <c:v>0.89267931431769654</c:v>
                </c:pt>
                <c:pt idx="641">
                  <c:v>0.94371877616485789</c:v>
                </c:pt>
                <c:pt idx="642">
                  <c:v>0.94320584872605784</c:v>
                </c:pt>
                <c:pt idx="643">
                  <c:v>0.76008110152946051</c:v>
                </c:pt>
                <c:pt idx="644">
                  <c:v>0.76258707542941973</c:v>
                </c:pt>
                <c:pt idx="645">
                  <c:v>0.72163003613855181</c:v>
                </c:pt>
                <c:pt idx="646">
                  <c:v>0.65918266183110641</c:v>
                </c:pt>
                <c:pt idx="647">
                  <c:v>0.62813543318587939</c:v>
                </c:pt>
                <c:pt idx="648">
                  <c:v>0.6234507542148664</c:v>
                </c:pt>
                <c:pt idx="649">
                  <c:v>0.61716620965122626</c:v>
                </c:pt>
                <c:pt idx="650">
                  <c:v>0.59882432672122388</c:v>
                </c:pt>
                <c:pt idx="651">
                  <c:v>0.63292457114483858</c:v>
                </c:pt>
                <c:pt idx="652">
                  <c:v>0.63821163087883126</c:v>
                </c:pt>
                <c:pt idx="653">
                  <c:v>0.66848666869718676</c:v>
                </c:pt>
                <c:pt idx="654">
                  <c:v>0.6563020696268832</c:v>
                </c:pt>
                <c:pt idx="655">
                  <c:v>0.68120886948603354</c:v>
                </c:pt>
                <c:pt idx="656">
                  <c:v>0.66011005921080745</c:v>
                </c:pt>
                <c:pt idx="657">
                  <c:v>0.47488529680141317</c:v>
                </c:pt>
                <c:pt idx="658">
                  <c:v>0.47847788870751584</c:v>
                </c:pt>
                <c:pt idx="659">
                  <c:v>0.67468843639563225</c:v>
                </c:pt>
                <c:pt idx="660">
                  <c:v>0.64064057347422265</c:v>
                </c:pt>
                <c:pt idx="661">
                  <c:v>0.73318015163574535</c:v>
                </c:pt>
                <c:pt idx="662">
                  <c:v>0.9196551282091</c:v>
                </c:pt>
                <c:pt idx="663">
                  <c:v>0.81096438431677531</c:v>
                </c:pt>
                <c:pt idx="664">
                  <c:v>0.75011632297375885</c:v>
                </c:pt>
                <c:pt idx="665">
                  <c:v>0.65429390772923823</c:v>
                </c:pt>
                <c:pt idx="666">
                  <c:v>0.63921326218916774</c:v>
                </c:pt>
                <c:pt idx="667">
                  <c:v>0.67440977528497981</c:v>
                </c:pt>
                <c:pt idx="668">
                  <c:v>0.72707756328297579</c:v>
                </c:pt>
                <c:pt idx="669">
                  <c:v>0.66611242359114253</c:v>
                </c:pt>
                <c:pt idx="670">
                  <c:v>0.6327952302766382</c:v>
                </c:pt>
                <c:pt idx="671">
                  <c:v>0.62580314650126789</c:v>
                </c:pt>
                <c:pt idx="672">
                  <c:v>0.64154758340066631</c:v>
                </c:pt>
                <c:pt idx="673">
                  <c:v>0.65247307831304491</c:v>
                </c:pt>
                <c:pt idx="674">
                  <c:v>0.64297265320751751</c:v>
                </c:pt>
                <c:pt idx="675">
                  <c:v>0.60297431047935879</c:v>
                </c:pt>
                <c:pt idx="676">
                  <c:v>0.66540800544040135</c:v>
                </c:pt>
                <c:pt idx="677">
                  <c:v>0.63445100895504059</c:v>
                </c:pt>
                <c:pt idx="678">
                  <c:v>0.67105334504083236</c:v>
                </c:pt>
                <c:pt idx="679">
                  <c:v>0.65911839683298934</c:v>
                </c:pt>
                <c:pt idx="680">
                  <c:v>0.62626793723962348</c:v>
                </c:pt>
                <c:pt idx="681">
                  <c:v>0.49238796962498693</c:v>
                </c:pt>
                <c:pt idx="682">
                  <c:v>0.40751031886334366</c:v>
                </c:pt>
                <c:pt idx="683">
                  <c:v>0.49873325502247084</c:v>
                </c:pt>
                <c:pt idx="684">
                  <c:v>0.42209874950644377</c:v>
                </c:pt>
                <c:pt idx="685">
                  <c:v>0.30663771892909941</c:v>
                </c:pt>
                <c:pt idx="686">
                  <c:v>0.23146613952619755</c:v>
                </c:pt>
                <c:pt idx="687">
                  <c:v>0.160068942803715</c:v>
                </c:pt>
                <c:pt idx="688">
                  <c:v>7.1501709835284116E-2</c:v>
                </c:pt>
                <c:pt idx="689">
                  <c:v>7.8234944739842119E-2</c:v>
                </c:pt>
                <c:pt idx="690">
                  <c:v>8.7163555265287074E-2</c:v>
                </c:pt>
                <c:pt idx="691">
                  <c:v>0.56499485219720791</c:v>
                </c:pt>
                <c:pt idx="692">
                  <c:v>0.36754845459592922</c:v>
                </c:pt>
                <c:pt idx="693">
                  <c:v>0.25175293407187299</c:v>
                </c:pt>
                <c:pt idx="694">
                  <c:v>0.24074275041779744</c:v>
                </c:pt>
                <c:pt idx="695">
                  <c:v>0.25572596037607365</c:v>
                </c:pt>
                <c:pt idx="696">
                  <c:v>0.27103844770638502</c:v>
                </c:pt>
                <c:pt idx="697">
                  <c:v>0.25140930500698638</c:v>
                </c:pt>
                <c:pt idx="698">
                  <c:v>0.28691226786853402</c:v>
                </c:pt>
                <c:pt idx="699">
                  <c:v>0.46607844191714332</c:v>
                </c:pt>
                <c:pt idx="700">
                  <c:v>1.3624084287207967</c:v>
                </c:pt>
                <c:pt idx="701">
                  <c:v>1.4373704164537815</c:v>
                </c:pt>
                <c:pt idx="702">
                  <c:v>1.1069588528885683</c:v>
                </c:pt>
                <c:pt idx="703">
                  <c:v>0.97811111064716594</c:v>
                </c:pt>
                <c:pt idx="704">
                  <c:v>0.74139076763482248</c:v>
                </c:pt>
                <c:pt idx="705">
                  <c:v>0.71122469175065528</c:v>
                </c:pt>
                <c:pt idx="706">
                  <c:v>0.41107118954439287</c:v>
                </c:pt>
                <c:pt idx="707">
                  <c:v>0.23037963895050473</c:v>
                </c:pt>
                <c:pt idx="708">
                  <c:v>0.14042057709528119</c:v>
                </c:pt>
                <c:pt idx="709">
                  <c:v>6.5746896663173376E-2</c:v>
                </c:pt>
                <c:pt idx="710">
                  <c:v>9.4698177394676522E-2</c:v>
                </c:pt>
                <c:pt idx="711">
                  <c:v>6.1603641650259978E-2</c:v>
                </c:pt>
                <c:pt idx="712">
                  <c:v>7.40669504081789E-2</c:v>
                </c:pt>
                <c:pt idx="713">
                  <c:v>7.7056749747975342E-2</c:v>
                </c:pt>
                <c:pt idx="714">
                  <c:v>7.3375824763874997E-2</c:v>
                </c:pt>
                <c:pt idx="715">
                  <c:v>7.2586278829443851E-2</c:v>
                </c:pt>
                <c:pt idx="716">
                  <c:v>7.4063676971208858E-2</c:v>
                </c:pt>
                <c:pt idx="717">
                  <c:v>8.3465906419383742E-2</c:v>
                </c:pt>
                <c:pt idx="718">
                  <c:v>0.28038006467240634</c:v>
                </c:pt>
                <c:pt idx="719">
                  <c:v>0.59154726975637095</c:v>
                </c:pt>
                <c:pt idx="720">
                  <c:v>0.3208932378733913</c:v>
                </c:pt>
                <c:pt idx="721">
                  <c:v>0.29157176681873792</c:v>
                </c:pt>
                <c:pt idx="722">
                  <c:v>0.25462846348369012</c:v>
                </c:pt>
                <c:pt idx="723">
                  <c:v>0.24925988125222673</c:v>
                </c:pt>
                <c:pt idx="724">
                  <c:v>0.91443433535812257</c:v>
                </c:pt>
                <c:pt idx="725">
                  <c:v>1.3200585332992028</c:v>
                </c:pt>
                <c:pt idx="726">
                  <c:v>1.0320763184855528</c:v>
                </c:pt>
                <c:pt idx="727">
                  <c:v>0.8341909654733527</c:v>
                </c:pt>
                <c:pt idx="728">
                  <c:v>0.82822595594500825</c:v>
                </c:pt>
                <c:pt idx="729">
                  <c:v>0.69387855158743095</c:v>
                </c:pt>
                <c:pt idx="730">
                  <c:v>0.41977371456380236</c:v>
                </c:pt>
                <c:pt idx="731">
                  <c:v>0.10957702892735349</c:v>
                </c:pt>
                <c:pt idx="732">
                  <c:v>6.9630669042681698E-2</c:v>
                </c:pt>
                <c:pt idx="733">
                  <c:v>7.6769025443948549E-2</c:v>
                </c:pt>
                <c:pt idx="734">
                  <c:v>8.5533951925516175E-2</c:v>
                </c:pt>
                <c:pt idx="735">
                  <c:v>6.9782183514879609E-2</c:v>
                </c:pt>
                <c:pt idx="736">
                  <c:v>8.1861158942958742E-2</c:v>
                </c:pt>
                <c:pt idx="737">
                  <c:v>8.6725120926246055E-2</c:v>
                </c:pt>
                <c:pt idx="738">
                  <c:v>8.3719536796510299E-2</c:v>
                </c:pt>
                <c:pt idx="739">
                  <c:v>7.7572053877673713E-2</c:v>
                </c:pt>
                <c:pt idx="740">
                  <c:v>7.0520609757042982E-2</c:v>
                </c:pt>
                <c:pt idx="741">
                  <c:v>7.9310222807381522E-2</c:v>
                </c:pt>
                <c:pt idx="742">
                  <c:v>8.620614409210052E-2</c:v>
                </c:pt>
                <c:pt idx="743">
                  <c:v>9.0958598358787932E-2</c:v>
                </c:pt>
                <c:pt idx="744">
                  <c:v>8.008760278776049E-2</c:v>
                </c:pt>
                <c:pt idx="745">
                  <c:v>8.6841531010853776E-2</c:v>
                </c:pt>
                <c:pt idx="746">
                  <c:v>7.9566736617033854E-2</c:v>
                </c:pt>
                <c:pt idx="747">
                  <c:v>8.7553471432825963E-2</c:v>
                </c:pt>
                <c:pt idx="748">
                  <c:v>7.8079477396134758E-2</c:v>
                </c:pt>
                <c:pt idx="749">
                  <c:v>1.348270180626491</c:v>
                </c:pt>
                <c:pt idx="750">
                  <c:v>1.5396912359485417</c:v>
                </c:pt>
                <c:pt idx="751">
                  <c:v>0.93681650687925699</c:v>
                </c:pt>
                <c:pt idx="752">
                  <c:v>0.76523183101417491</c:v>
                </c:pt>
                <c:pt idx="753">
                  <c:v>0.63160333507381583</c:v>
                </c:pt>
                <c:pt idx="754">
                  <c:v>0.50225456219411846</c:v>
                </c:pt>
                <c:pt idx="755">
                  <c:v>0.48923431340691936</c:v>
                </c:pt>
                <c:pt idx="756">
                  <c:v>0.30994362784796753</c:v>
                </c:pt>
                <c:pt idx="757">
                  <c:v>7.9029784559975336E-2</c:v>
                </c:pt>
                <c:pt idx="758">
                  <c:v>8.1199400462370661E-2</c:v>
                </c:pt>
                <c:pt idx="759">
                  <c:v>7.9069823498267466E-2</c:v>
                </c:pt>
                <c:pt idx="760">
                  <c:v>7.6064931135057676E-2</c:v>
                </c:pt>
                <c:pt idx="761">
                  <c:v>7.6321257831108685E-2</c:v>
                </c:pt>
                <c:pt idx="762">
                  <c:v>8.780969209120254E-2</c:v>
                </c:pt>
                <c:pt idx="763">
                  <c:v>8.6837548141860385E-2</c:v>
                </c:pt>
                <c:pt idx="764">
                  <c:v>8.1936931707129707E-2</c:v>
                </c:pt>
                <c:pt idx="765">
                  <c:v>9.1464594397200269E-2</c:v>
                </c:pt>
                <c:pt idx="766">
                  <c:v>8.3889984062247555E-2</c:v>
                </c:pt>
                <c:pt idx="767">
                  <c:v>1.3644465635786236</c:v>
                </c:pt>
                <c:pt idx="768">
                  <c:v>1.1191703721717505</c:v>
                </c:pt>
                <c:pt idx="769">
                  <c:v>0.82038112479481373</c:v>
                </c:pt>
                <c:pt idx="770">
                  <c:v>0.78073348622440364</c:v>
                </c:pt>
                <c:pt idx="771">
                  <c:v>0.79346622434169778</c:v>
                </c:pt>
                <c:pt idx="772">
                  <c:v>0.78068795904432864</c:v>
                </c:pt>
                <c:pt idx="773">
                  <c:v>0.63648263358299828</c:v>
                </c:pt>
                <c:pt idx="774">
                  <c:v>0.61088829998520522</c:v>
                </c:pt>
                <c:pt idx="775">
                  <c:v>0.64998181276897926</c:v>
                </c:pt>
                <c:pt idx="776">
                  <c:v>0.59942446952336081</c:v>
                </c:pt>
                <c:pt idx="777">
                  <c:v>0.43596375114010494</c:v>
                </c:pt>
                <c:pt idx="778">
                  <c:v>0.30753231225391237</c:v>
                </c:pt>
                <c:pt idx="779">
                  <c:v>0.25922424269220362</c:v>
                </c:pt>
                <c:pt idx="780">
                  <c:v>0.21320079647904638</c:v>
                </c:pt>
                <c:pt idx="781">
                  <c:v>0.29009631202845043</c:v>
                </c:pt>
                <c:pt idx="782">
                  <c:v>0.11882641473336844</c:v>
                </c:pt>
                <c:pt idx="783">
                  <c:v>8.8467885653107897E-2</c:v>
                </c:pt>
                <c:pt idx="784">
                  <c:v>8.1791775918652013E-2</c:v>
                </c:pt>
                <c:pt idx="785">
                  <c:v>6.3396220705034284E-2</c:v>
                </c:pt>
                <c:pt idx="786">
                  <c:v>8.1811633496103542E-2</c:v>
                </c:pt>
                <c:pt idx="787">
                  <c:v>9.24425556134197E-2</c:v>
                </c:pt>
                <c:pt idx="788">
                  <c:v>0.48855208200259126</c:v>
                </c:pt>
                <c:pt idx="789">
                  <c:v>0.39051729060802631</c:v>
                </c:pt>
                <c:pt idx="790">
                  <c:v>0.29015026196211374</c:v>
                </c:pt>
                <c:pt idx="791">
                  <c:v>0.26269874487050354</c:v>
                </c:pt>
                <c:pt idx="792">
                  <c:v>0.25233600719772653</c:v>
                </c:pt>
                <c:pt idx="793">
                  <c:v>0.23712532423243252</c:v>
                </c:pt>
                <c:pt idx="794">
                  <c:v>0.26273783028922537</c:v>
                </c:pt>
                <c:pt idx="795">
                  <c:v>1.62214929704583</c:v>
                </c:pt>
                <c:pt idx="796">
                  <c:v>1.4373070264428209</c:v>
                </c:pt>
                <c:pt idx="797">
                  <c:v>1.1253639991533411</c:v>
                </c:pt>
                <c:pt idx="798">
                  <c:v>0.99460542209113045</c:v>
                </c:pt>
                <c:pt idx="799">
                  <c:v>0.87490311905372309</c:v>
                </c:pt>
                <c:pt idx="800">
                  <c:v>0.74091856056130512</c:v>
                </c:pt>
                <c:pt idx="801">
                  <c:v>0.56812265573294085</c:v>
                </c:pt>
                <c:pt idx="802">
                  <c:v>0.488167574813204</c:v>
                </c:pt>
                <c:pt idx="803">
                  <c:v>0.2867108076233495</c:v>
                </c:pt>
                <c:pt idx="804">
                  <c:v>9.0866549316352366E-2</c:v>
                </c:pt>
                <c:pt idx="805">
                  <c:v>7.4635050974881337E-2</c:v>
                </c:pt>
                <c:pt idx="806">
                  <c:v>6.6369989257403741E-2</c:v>
                </c:pt>
                <c:pt idx="807">
                  <c:v>8.7878824153463195E-2</c:v>
                </c:pt>
                <c:pt idx="808">
                  <c:v>9.205044235146817E-2</c:v>
                </c:pt>
                <c:pt idx="809">
                  <c:v>8.0563479985120409E-2</c:v>
                </c:pt>
                <c:pt idx="810">
                  <c:v>7.0532769678398707E-2</c:v>
                </c:pt>
                <c:pt idx="811">
                  <c:v>8.1737611131427371E-2</c:v>
                </c:pt>
                <c:pt idx="812">
                  <c:v>7.0927560938138276E-2</c:v>
                </c:pt>
                <c:pt idx="813">
                  <c:v>7.6161204779610511E-2</c:v>
                </c:pt>
                <c:pt idx="814">
                  <c:v>7.7302238653386771E-2</c:v>
                </c:pt>
                <c:pt idx="815">
                  <c:v>9.3923913991697597E-2</c:v>
                </c:pt>
                <c:pt idx="816">
                  <c:v>0.10790832761030449</c:v>
                </c:pt>
                <c:pt idx="817">
                  <c:v>9.3762644804379389E-2</c:v>
                </c:pt>
                <c:pt idx="818">
                  <c:v>8.4352597222895495E-2</c:v>
                </c:pt>
                <c:pt idx="819">
                  <c:v>8.4286039323362927E-2</c:v>
                </c:pt>
                <c:pt idx="820">
                  <c:v>0.4668473096251049</c:v>
                </c:pt>
                <c:pt idx="821">
                  <c:v>1.1886787682325244</c:v>
                </c:pt>
                <c:pt idx="822">
                  <c:v>0.91057936973785947</c:v>
                </c:pt>
                <c:pt idx="823">
                  <c:v>0.71781860792521812</c:v>
                </c:pt>
                <c:pt idx="824">
                  <c:v>0.63599571791405285</c:v>
                </c:pt>
                <c:pt idx="825">
                  <c:v>0.45009158880081002</c:v>
                </c:pt>
                <c:pt idx="826">
                  <c:v>0.23017041976250513</c:v>
                </c:pt>
                <c:pt idx="827">
                  <c:v>5.3214018691260634E-2</c:v>
                </c:pt>
                <c:pt idx="828">
                  <c:v>6.2184717313030088E-2</c:v>
                </c:pt>
                <c:pt idx="829">
                  <c:v>7.5228802506943054E-2</c:v>
                </c:pt>
                <c:pt idx="830">
                  <c:v>8.6612968963171569E-2</c:v>
                </c:pt>
                <c:pt idx="831">
                  <c:v>9.4985971897392191E-2</c:v>
                </c:pt>
                <c:pt idx="832">
                  <c:v>0.11745942587456044</c:v>
                </c:pt>
                <c:pt idx="833">
                  <c:v>0.10098085935784937</c:v>
                </c:pt>
                <c:pt idx="834">
                  <c:v>7.4902289780809705E-2</c:v>
                </c:pt>
                <c:pt idx="835">
                  <c:v>8.11829952242831E-2</c:v>
                </c:pt>
                <c:pt idx="836">
                  <c:v>8.218819811448741E-2</c:v>
                </c:pt>
                <c:pt idx="837">
                  <c:v>8.5601378020851368E-2</c:v>
                </c:pt>
                <c:pt idx="838">
                  <c:v>7.3557481384305179E-2</c:v>
                </c:pt>
                <c:pt idx="839">
                  <c:v>7.5037558320674269E-2</c:v>
                </c:pt>
                <c:pt idx="840">
                  <c:v>6.9815748202127714E-2</c:v>
                </c:pt>
                <c:pt idx="841">
                  <c:v>6.9255712266079947E-2</c:v>
                </c:pt>
                <c:pt idx="842">
                  <c:v>7.8909764584045014E-2</c:v>
                </c:pt>
                <c:pt idx="843">
                  <c:v>8.5485272276776103E-2</c:v>
                </c:pt>
                <c:pt idx="844">
                  <c:v>7.8801362783299689E-2</c:v>
                </c:pt>
                <c:pt idx="845">
                  <c:v>7.6939153514854711E-2</c:v>
                </c:pt>
                <c:pt idx="846">
                  <c:v>7.6835670226606242E-2</c:v>
                </c:pt>
                <c:pt idx="847">
                  <c:v>6.9429598387812194E-2</c:v>
                </c:pt>
                <c:pt idx="848">
                  <c:v>5.3552695720923499E-2</c:v>
                </c:pt>
                <c:pt idx="849">
                  <c:v>4.4402669319770285E-2</c:v>
                </c:pt>
                <c:pt idx="850">
                  <c:v>2.771197495541803E-2</c:v>
                </c:pt>
                <c:pt idx="851">
                  <c:v>8.9487547924711475E-3</c:v>
                </c:pt>
                <c:pt idx="852">
                  <c:v>7.3241413968796215E-2</c:v>
                </c:pt>
                <c:pt idx="853">
                  <c:v>7.2334550012638013E-2</c:v>
                </c:pt>
                <c:pt idx="854">
                  <c:v>0.14355622014582889</c:v>
                </c:pt>
                <c:pt idx="855">
                  <c:v>0.14271250547115061</c:v>
                </c:pt>
                <c:pt idx="856">
                  <c:v>0.16581736378844428</c:v>
                </c:pt>
                <c:pt idx="857">
                  <c:v>0.17496017073481993</c:v>
                </c:pt>
                <c:pt idx="858">
                  <c:v>0.16715826273310047</c:v>
                </c:pt>
                <c:pt idx="859">
                  <c:v>0.15671243701705298</c:v>
                </c:pt>
                <c:pt idx="860">
                  <c:v>0.15181897970585881</c:v>
                </c:pt>
                <c:pt idx="861">
                  <c:v>0.15223611823385677</c:v>
                </c:pt>
                <c:pt idx="862">
                  <c:v>0.15170399130610895</c:v>
                </c:pt>
                <c:pt idx="863">
                  <c:v>0.14956889643431368</c:v>
                </c:pt>
                <c:pt idx="864">
                  <c:v>0.15806328034720157</c:v>
                </c:pt>
                <c:pt idx="865">
                  <c:v>0.15527440027925479</c:v>
                </c:pt>
                <c:pt idx="866">
                  <c:v>0.14948219008101304</c:v>
                </c:pt>
                <c:pt idx="867">
                  <c:v>0.1414143751983819</c:v>
                </c:pt>
                <c:pt idx="868">
                  <c:v>0.1406480652820159</c:v>
                </c:pt>
                <c:pt idx="869">
                  <c:v>0.13673315771809846</c:v>
                </c:pt>
                <c:pt idx="870">
                  <c:v>0.14361919639530193</c:v>
                </c:pt>
                <c:pt idx="871">
                  <c:v>0.16839519710714007</c:v>
                </c:pt>
                <c:pt idx="872">
                  <c:v>0.1499346433854781</c:v>
                </c:pt>
                <c:pt idx="873">
                  <c:v>0.10657007775618275</c:v>
                </c:pt>
                <c:pt idx="874">
                  <c:v>0.10928918459000726</c:v>
                </c:pt>
                <c:pt idx="875">
                  <c:v>9.7358275755878035E-2</c:v>
                </c:pt>
                <c:pt idx="876">
                  <c:v>9.3413898296075201E-2</c:v>
                </c:pt>
                <c:pt idx="877">
                  <c:v>7.3760065472466177E-2</c:v>
                </c:pt>
                <c:pt idx="878">
                  <c:v>9.8183612063259124E-2</c:v>
                </c:pt>
                <c:pt idx="879">
                  <c:v>0.10962579014976943</c:v>
                </c:pt>
                <c:pt idx="880">
                  <c:v>0.1076495216981732</c:v>
                </c:pt>
                <c:pt idx="881">
                  <c:v>9.9842920435159493E-2</c:v>
                </c:pt>
                <c:pt idx="882">
                  <c:v>9.2072947901773172E-2</c:v>
                </c:pt>
                <c:pt idx="883">
                  <c:v>9.2680624226883945E-2</c:v>
                </c:pt>
                <c:pt idx="884">
                  <c:v>7.9411382190104934E-2</c:v>
                </c:pt>
                <c:pt idx="885">
                  <c:v>8.0765607414433394E-2</c:v>
                </c:pt>
                <c:pt idx="886">
                  <c:v>7.3299111407922946E-2</c:v>
                </c:pt>
                <c:pt idx="887">
                  <c:v>8.0104877668325011E-2</c:v>
                </c:pt>
                <c:pt idx="888">
                  <c:v>7.758033359339972E-2</c:v>
                </c:pt>
                <c:pt idx="889">
                  <c:v>8.2668389728326755E-2</c:v>
                </c:pt>
                <c:pt idx="890">
                  <c:v>8.2416904156187368E-2</c:v>
                </c:pt>
                <c:pt idx="891">
                  <c:v>8.1478768651101249E-2</c:v>
                </c:pt>
                <c:pt idx="892">
                  <c:v>8.4474722395092808E-2</c:v>
                </c:pt>
                <c:pt idx="893">
                  <c:v>7.9267753344162278E-2</c:v>
                </c:pt>
                <c:pt idx="894">
                  <c:v>9.6857243861915396E-2</c:v>
                </c:pt>
                <c:pt idx="895">
                  <c:v>8.6138705937281082E-2</c:v>
                </c:pt>
                <c:pt idx="896">
                  <c:v>6.2420857453518178E-2</c:v>
                </c:pt>
                <c:pt idx="897">
                  <c:v>8.3306962849285113E-2</c:v>
                </c:pt>
                <c:pt idx="898">
                  <c:v>9.3035106310207241E-2</c:v>
                </c:pt>
                <c:pt idx="899">
                  <c:v>8.6690511851306162E-2</c:v>
                </c:pt>
                <c:pt idx="900">
                  <c:v>0.10559320638602873</c:v>
                </c:pt>
                <c:pt idx="901">
                  <c:v>0.11885041169203001</c:v>
                </c:pt>
                <c:pt idx="902">
                  <c:v>0.10053390669567037</c:v>
                </c:pt>
                <c:pt idx="903">
                  <c:v>9.1925843738457552E-2</c:v>
                </c:pt>
                <c:pt idx="904">
                  <c:v>0.42830386794179875</c:v>
                </c:pt>
                <c:pt idx="905">
                  <c:v>0.78362313972835496</c:v>
                </c:pt>
                <c:pt idx="906">
                  <c:v>1.0045515946402703</c:v>
                </c:pt>
                <c:pt idx="907">
                  <c:v>0.84225647357702405</c:v>
                </c:pt>
                <c:pt idx="908">
                  <c:v>0.71535402160765582</c:v>
                </c:pt>
                <c:pt idx="909">
                  <c:v>0.67982168171049207</c:v>
                </c:pt>
                <c:pt idx="910">
                  <c:v>0.73010959138100651</c:v>
                </c:pt>
                <c:pt idx="911">
                  <c:v>0.73675226278579176</c:v>
                </c:pt>
                <c:pt idx="912">
                  <c:v>0.69659731790457147</c:v>
                </c:pt>
                <c:pt idx="913">
                  <c:v>0.68502244548105251</c:v>
                </c:pt>
                <c:pt idx="914">
                  <c:v>0.64890410453333514</c:v>
                </c:pt>
                <c:pt idx="915">
                  <c:v>0.63809934253186462</c:v>
                </c:pt>
                <c:pt idx="916">
                  <c:v>0.63931570078891886</c:v>
                </c:pt>
                <c:pt idx="917">
                  <c:v>0.6268677424848158</c:v>
                </c:pt>
                <c:pt idx="918">
                  <c:v>0.64322115349753661</c:v>
                </c:pt>
                <c:pt idx="919">
                  <c:v>0.67495337573264891</c:v>
                </c:pt>
                <c:pt idx="920">
                  <c:v>0.60711776503011083</c:v>
                </c:pt>
                <c:pt idx="921">
                  <c:v>0.54611657428333371</c:v>
                </c:pt>
                <c:pt idx="922">
                  <c:v>0.56142628972035713</c:v>
                </c:pt>
                <c:pt idx="923">
                  <c:v>0.69294617897424271</c:v>
                </c:pt>
                <c:pt idx="924">
                  <c:v>0.69164176729834326</c:v>
                </c:pt>
                <c:pt idx="925">
                  <c:v>0.80483764314596284</c:v>
                </c:pt>
                <c:pt idx="926">
                  <c:v>0.84245671199303573</c:v>
                </c:pt>
                <c:pt idx="927">
                  <c:v>0.83611796322456322</c:v>
                </c:pt>
                <c:pt idx="928">
                  <c:v>0.756404301063902</c:v>
                </c:pt>
                <c:pt idx="929">
                  <c:v>0.69847148702690909</c:v>
                </c:pt>
                <c:pt idx="930">
                  <c:v>0.62160994737178776</c:v>
                </c:pt>
                <c:pt idx="931">
                  <c:v>0.63668380153952153</c:v>
                </c:pt>
                <c:pt idx="932">
                  <c:v>0.64218937959653621</c:v>
                </c:pt>
                <c:pt idx="933">
                  <c:v>0.6383317708735855</c:v>
                </c:pt>
                <c:pt idx="934">
                  <c:v>0.6619940778003689</c:v>
                </c:pt>
                <c:pt idx="935">
                  <c:v>0.68601805004340766</c:v>
                </c:pt>
                <c:pt idx="936">
                  <c:v>0.73805101296266207</c:v>
                </c:pt>
                <c:pt idx="937">
                  <c:v>0.71996629018671943</c:v>
                </c:pt>
                <c:pt idx="938">
                  <c:v>0.70675237607058061</c:v>
                </c:pt>
                <c:pt idx="939">
                  <c:v>0.71484224639372906</c:v>
                </c:pt>
                <c:pt idx="940">
                  <c:v>0.7430002899740511</c:v>
                </c:pt>
                <c:pt idx="941">
                  <c:v>0.82977809337331276</c:v>
                </c:pt>
                <c:pt idx="942">
                  <c:v>0.86043873075539734</c:v>
                </c:pt>
                <c:pt idx="943">
                  <c:v>0.79695924630218007</c:v>
                </c:pt>
                <c:pt idx="944">
                  <c:v>0.7782246322212143</c:v>
                </c:pt>
                <c:pt idx="945">
                  <c:v>0.75077209133589151</c:v>
                </c:pt>
                <c:pt idx="946">
                  <c:v>0.64485164051728194</c:v>
                </c:pt>
                <c:pt idx="947">
                  <c:v>0.56423272388234957</c:v>
                </c:pt>
                <c:pt idx="948">
                  <c:v>0.43943312785539457</c:v>
                </c:pt>
                <c:pt idx="949">
                  <c:v>0.32120475763223788</c:v>
                </c:pt>
                <c:pt idx="950">
                  <c:v>0.48732244245591566</c:v>
                </c:pt>
                <c:pt idx="951">
                  <c:v>0.76923524352379258</c:v>
                </c:pt>
                <c:pt idx="952">
                  <c:v>0.75982442094289404</c:v>
                </c:pt>
                <c:pt idx="953">
                  <c:v>0.66368890903382272</c:v>
                </c:pt>
                <c:pt idx="954">
                  <c:v>0.64255016129578058</c:v>
                </c:pt>
                <c:pt idx="955">
                  <c:v>0.73871231560527162</c:v>
                </c:pt>
                <c:pt idx="956">
                  <c:v>0.72247317785692977</c:v>
                </c:pt>
                <c:pt idx="957">
                  <c:v>0.66764070692356603</c:v>
                </c:pt>
                <c:pt idx="958">
                  <c:v>0.68999712822027548</c:v>
                </c:pt>
                <c:pt idx="959">
                  <c:v>0.65244264385772999</c:v>
                </c:pt>
                <c:pt idx="960">
                  <c:v>0.67135215746496557</c:v>
                </c:pt>
                <c:pt idx="961">
                  <c:v>0.71646200399301152</c:v>
                </c:pt>
                <c:pt idx="962">
                  <c:v>0.64540055968250409</c:v>
                </c:pt>
                <c:pt idx="963">
                  <c:v>0.63911037101879697</c:v>
                </c:pt>
                <c:pt idx="964">
                  <c:v>0.722403186191374</c:v>
                </c:pt>
                <c:pt idx="965">
                  <c:v>0.69322341764695439</c:v>
                </c:pt>
                <c:pt idx="966">
                  <c:v>0.67556915048921162</c:v>
                </c:pt>
                <c:pt idx="967">
                  <c:v>0.66084004699517673</c:v>
                </c:pt>
                <c:pt idx="968">
                  <c:v>0.76361093631530874</c:v>
                </c:pt>
                <c:pt idx="969">
                  <c:v>0.73015486163474674</c:v>
                </c:pt>
                <c:pt idx="970">
                  <c:v>0.66509080419804911</c:v>
                </c:pt>
                <c:pt idx="971">
                  <c:v>0.53391163989870061</c:v>
                </c:pt>
                <c:pt idx="972">
                  <c:v>0.19055180996679419</c:v>
                </c:pt>
                <c:pt idx="973">
                  <c:v>8.0352399256076582E-2</c:v>
                </c:pt>
                <c:pt idx="974">
                  <c:v>7.466007690903928E-2</c:v>
                </c:pt>
                <c:pt idx="975">
                  <c:v>7.8126081833092234E-2</c:v>
                </c:pt>
                <c:pt idx="976">
                  <c:v>6.5668672248709883E-2</c:v>
                </c:pt>
                <c:pt idx="977">
                  <c:v>7.7879129445040843E-2</c:v>
                </c:pt>
                <c:pt idx="978">
                  <c:v>7.6837724974007635E-2</c:v>
                </c:pt>
                <c:pt idx="979">
                  <c:v>7.6770421168384367E-2</c:v>
                </c:pt>
                <c:pt idx="980">
                  <c:v>8.3141463425499648E-2</c:v>
                </c:pt>
                <c:pt idx="981">
                  <c:v>8.8973064099455421E-2</c:v>
                </c:pt>
                <c:pt idx="982">
                  <c:v>7.9241531449817257E-2</c:v>
                </c:pt>
                <c:pt idx="983">
                  <c:v>9.8351027387975784E-2</c:v>
                </c:pt>
                <c:pt idx="984">
                  <c:v>9.1579978815112581E-2</c:v>
                </c:pt>
                <c:pt idx="985">
                  <c:v>0.26961696172889332</c:v>
                </c:pt>
                <c:pt idx="986">
                  <c:v>1.6332148389322365</c:v>
                </c:pt>
                <c:pt idx="987">
                  <c:v>0.94761522089173766</c:v>
                </c:pt>
                <c:pt idx="988">
                  <c:v>0.65045321229333009</c:v>
                </c:pt>
                <c:pt idx="989">
                  <c:v>0.54890016456488888</c:v>
                </c:pt>
                <c:pt idx="990">
                  <c:v>0.52323650799639954</c:v>
                </c:pt>
                <c:pt idx="991">
                  <c:v>0.50286652768971696</c:v>
                </c:pt>
                <c:pt idx="992">
                  <c:v>0.43706370784345022</c:v>
                </c:pt>
                <c:pt idx="993">
                  <c:v>0.30612022498658215</c:v>
                </c:pt>
                <c:pt idx="994">
                  <c:v>0.1884960777268441</c:v>
                </c:pt>
                <c:pt idx="995">
                  <c:v>8.751844286074445E-2</c:v>
                </c:pt>
                <c:pt idx="996">
                  <c:v>7.5606469112481797E-2</c:v>
                </c:pt>
                <c:pt idx="997">
                  <c:v>8.7873268584767461E-2</c:v>
                </c:pt>
                <c:pt idx="998">
                  <c:v>7.5862059417452318E-2</c:v>
                </c:pt>
                <c:pt idx="999">
                  <c:v>7.202003591045314E-2</c:v>
                </c:pt>
                <c:pt idx="1000">
                  <c:v>7.1110175332428083E-2</c:v>
                </c:pt>
                <c:pt idx="1001">
                  <c:v>8.6987522783398274E-2</c:v>
                </c:pt>
                <c:pt idx="1002">
                  <c:v>8.7547024794083134E-2</c:v>
                </c:pt>
                <c:pt idx="1003">
                  <c:v>9.0076683087068815E-2</c:v>
                </c:pt>
                <c:pt idx="1004">
                  <c:v>8.264137154414293E-2</c:v>
                </c:pt>
                <c:pt idx="1005">
                  <c:v>8.9894184030152965E-2</c:v>
                </c:pt>
                <c:pt idx="1006">
                  <c:v>8.4912692336799031E-2</c:v>
                </c:pt>
                <c:pt idx="1007">
                  <c:v>7.72150815010441E-2</c:v>
                </c:pt>
                <c:pt idx="1008">
                  <c:v>7.1748173186139227E-2</c:v>
                </c:pt>
                <c:pt idx="1009">
                  <c:v>0.10688819053522093</c:v>
                </c:pt>
                <c:pt idx="1010">
                  <c:v>0.85576861388139547</c:v>
                </c:pt>
                <c:pt idx="1011">
                  <c:v>1.1494635128630142</c:v>
                </c:pt>
                <c:pt idx="1012">
                  <c:v>0.91762735886745006</c:v>
                </c:pt>
                <c:pt idx="1013">
                  <c:v>0.74535374027553636</c:v>
                </c:pt>
                <c:pt idx="1014">
                  <c:v>0.73133783865290258</c:v>
                </c:pt>
                <c:pt idx="1015">
                  <c:v>0.66028200799368697</c:v>
                </c:pt>
                <c:pt idx="1016">
                  <c:v>0.71582027530241488</c:v>
                </c:pt>
                <c:pt idx="1017">
                  <c:v>0.61462091458419066</c:v>
                </c:pt>
                <c:pt idx="1018">
                  <c:v>0.66530979863020512</c:v>
                </c:pt>
                <c:pt idx="1019">
                  <c:v>0.63016611896261343</c:v>
                </c:pt>
                <c:pt idx="1020">
                  <c:v>0.46065295759708486</c:v>
                </c:pt>
                <c:pt idx="1021">
                  <c:v>9.0730887886166275E-2</c:v>
                </c:pt>
                <c:pt idx="1022">
                  <c:v>0.10256676584052593</c:v>
                </c:pt>
                <c:pt idx="1023">
                  <c:v>0.41746661202985608</c:v>
                </c:pt>
                <c:pt idx="1024">
                  <c:v>0.54465646921313315</c:v>
                </c:pt>
                <c:pt idx="1025">
                  <c:v>0.35024930044221736</c:v>
                </c:pt>
                <c:pt idx="1026">
                  <c:v>0.92856145953157498</c:v>
                </c:pt>
                <c:pt idx="1027">
                  <c:v>1.4789800047915442</c:v>
                </c:pt>
                <c:pt idx="1028">
                  <c:v>1.0022422293762085</c:v>
                </c:pt>
                <c:pt idx="1029">
                  <c:v>0.82402342324753042</c:v>
                </c:pt>
                <c:pt idx="1030">
                  <c:v>0.77185107491485339</c:v>
                </c:pt>
                <c:pt idx="1031">
                  <c:v>0.71202929790265113</c:v>
                </c:pt>
                <c:pt idx="1032">
                  <c:v>0.71330369279697514</c:v>
                </c:pt>
                <c:pt idx="1033">
                  <c:v>0.69091315413365773</c:v>
                </c:pt>
                <c:pt idx="1034">
                  <c:v>0.65139268045311416</c:v>
                </c:pt>
                <c:pt idx="1035">
                  <c:v>0.67428809698980019</c:v>
                </c:pt>
                <c:pt idx="1036">
                  <c:v>0.65041767737342415</c:v>
                </c:pt>
                <c:pt idx="1037">
                  <c:v>0.64841654760986922</c:v>
                </c:pt>
                <c:pt idx="1038">
                  <c:v>0.62942721330030138</c:v>
                </c:pt>
                <c:pt idx="1039">
                  <c:v>0.62124813991447769</c:v>
                </c:pt>
                <c:pt idx="1040">
                  <c:v>0.61175157147886383</c:v>
                </c:pt>
                <c:pt idx="1041">
                  <c:v>0.61909472087897199</c:v>
                </c:pt>
                <c:pt idx="1042">
                  <c:v>0.59573329090867466</c:v>
                </c:pt>
                <c:pt idx="1043">
                  <c:v>0.63749419129251961</c:v>
                </c:pt>
                <c:pt idx="1044">
                  <c:v>0.64367247415143924</c:v>
                </c:pt>
                <c:pt idx="1045">
                  <c:v>0.63859150143719534</c:v>
                </c:pt>
                <c:pt idx="1046">
                  <c:v>0.61494384330243224</c:v>
                </c:pt>
                <c:pt idx="1047">
                  <c:v>0.63262834085654518</c:v>
                </c:pt>
                <c:pt idx="1048">
                  <c:v>0.60956891913542244</c:v>
                </c:pt>
                <c:pt idx="1049">
                  <c:v>0.71957422165863838</c:v>
                </c:pt>
                <c:pt idx="1050">
                  <c:v>0.76939246083248125</c:v>
                </c:pt>
                <c:pt idx="1051">
                  <c:v>0.79533406708701759</c:v>
                </c:pt>
                <c:pt idx="1052">
                  <c:v>0.83709130592901182</c:v>
                </c:pt>
                <c:pt idx="1053">
                  <c:v>0.83603712381237805</c:v>
                </c:pt>
                <c:pt idx="1054">
                  <c:v>0.81507541166185404</c:v>
                </c:pt>
                <c:pt idx="1055">
                  <c:v>0.87330376221164718</c:v>
                </c:pt>
                <c:pt idx="1056">
                  <c:v>0.88778134027263111</c:v>
                </c:pt>
                <c:pt idx="1057">
                  <c:v>0.86597401314752698</c:v>
                </c:pt>
                <c:pt idx="1058">
                  <c:v>0.93270177859053072</c:v>
                </c:pt>
                <c:pt idx="1059">
                  <c:v>0.92309795720941179</c:v>
                </c:pt>
                <c:pt idx="1060">
                  <c:v>0.93855477176304558</c:v>
                </c:pt>
                <c:pt idx="1061">
                  <c:v>0.97488644143780123</c:v>
                </c:pt>
                <c:pt idx="1062">
                  <c:v>0.96648471293269356</c:v>
                </c:pt>
                <c:pt idx="1063">
                  <c:v>0.91940782461434978</c:v>
                </c:pt>
                <c:pt idx="1064">
                  <c:v>0.92482083661773207</c:v>
                </c:pt>
                <c:pt idx="1065">
                  <c:v>0.86510287296369304</c:v>
                </c:pt>
                <c:pt idx="1066">
                  <c:v>0.81277630775741083</c:v>
                </c:pt>
                <c:pt idx="1067">
                  <c:v>0.68927360122704651</c:v>
                </c:pt>
                <c:pt idx="1068">
                  <c:v>0.62695552192633375</c:v>
                </c:pt>
                <c:pt idx="1069">
                  <c:v>0.63537584463870167</c:v>
                </c:pt>
                <c:pt idx="1070">
                  <c:v>0.67893971339413506</c:v>
                </c:pt>
                <c:pt idx="1071">
                  <c:v>0.68128185863266111</c:v>
                </c:pt>
                <c:pt idx="1072">
                  <c:v>0.7020318972041214</c:v>
                </c:pt>
                <c:pt idx="1073">
                  <c:v>0.6923268405196934</c:v>
                </c:pt>
                <c:pt idx="1074">
                  <c:v>0.71509723557992777</c:v>
                </c:pt>
                <c:pt idx="1075">
                  <c:v>0.68417035350236199</c:v>
                </c:pt>
                <c:pt idx="1076">
                  <c:v>0.71236534040789967</c:v>
                </c:pt>
                <c:pt idx="1077">
                  <c:v>0.71207809370688102</c:v>
                </c:pt>
                <c:pt idx="1078">
                  <c:v>0.73406741540096043</c:v>
                </c:pt>
                <c:pt idx="1079">
                  <c:v>0.71408623230882362</c:v>
                </c:pt>
                <c:pt idx="1080">
                  <c:v>0.7727607785544397</c:v>
                </c:pt>
                <c:pt idx="1081">
                  <c:v>0.78258062508849946</c:v>
                </c:pt>
                <c:pt idx="1082">
                  <c:v>0.79422746866046368</c:v>
                </c:pt>
                <c:pt idx="1083">
                  <c:v>0.78665869916912368</c:v>
                </c:pt>
                <c:pt idx="1084">
                  <c:v>0.84471786168759333</c:v>
                </c:pt>
                <c:pt idx="1085">
                  <c:v>0.881121650300562</c:v>
                </c:pt>
                <c:pt idx="1086">
                  <c:v>0.93768019263963809</c:v>
                </c:pt>
                <c:pt idx="1087">
                  <c:v>0.96042084065104216</c:v>
                </c:pt>
                <c:pt idx="1088">
                  <c:v>0.81225582782493477</c:v>
                </c:pt>
                <c:pt idx="1089">
                  <c:v>0.73053238240090612</c:v>
                </c:pt>
                <c:pt idx="1090">
                  <c:v>0.69388701586300805</c:v>
                </c:pt>
                <c:pt idx="1091">
                  <c:v>0.73685720198790461</c:v>
                </c:pt>
                <c:pt idx="1092">
                  <c:v>0.70504113261833645</c:v>
                </c:pt>
                <c:pt idx="1093">
                  <c:v>0.80681485209497772</c:v>
                </c:pt>
                <c:pt idx="1094">
                  <c:v>0.86620586678550193</c:v>
                </c:pt>
                <c:pt idx="1095">
                  <c:v>0.80354303631717439</c:v>
                </c:pt>
                <c:pt idx="1096">
                  <c:v>0.78788118197041346</c:v>
                </c:pt>
                <c:pt idx="1097">
                  <c:v>0.78134077866429341</c:v>
                </c:pt>
                <c:pt idx="1098">
                  <c:v>0.75755303587527367</c:v>
                </c:pt>
                <c:pt idx="1099">
                  <c:v>0.77401830150308248</c:v>
                </c:pt>
                <c:pt idx="1100">
                  <c:v>0.78984262537341354</c:v>
                </c:pt>
                <c:pt idx="1101">
                  <c:v>0.69490006567145901</c:v>
                </c:pt>
                <c:pt idx="1102">
                  <c:v>0.70286174284340597</c:v>
                </c:pt>
                <c:pt idx="1103">
                  <c:v>0.75065478873336611</c:v>
                </c:pt>
                <c:pt idx="1104">
                  <c:v>0.79333384814905639</c:v>
                </c:pt>
                <c:pt idx="1105">
                  <c:v>0.81695376140866938</c:v>
                </c:pt>
                <c:pt idx="1106">
                  <c:v>0.8415110542033325</c:v>
                </c:pt>
                <c:pt idx="1107">
                  <c:v>0.86066260598354372</c:v>
                </c:pt>
                <c:pt idx="1108">
                  <c:v>0.910546364577968</c:v>
                </c:pt>
                <c:pt idx="1109">
                  <c:v>0.93220082933538362</c:v>
                </c:pt>
                <c:pt idx="1110">
                  <c:v>0.89218162748825447</c:v>
                </c:pt>
                <c:pt idx="1111">
                  <c:v>0.88517629828161415</c:v>
                </c:pt>
                <c:pt idx="1112">
                  <c:v>0.95989420566688199</c:v>
                </c:pt>
                <c:pt idx="1113">
                  <c:v>0.94943362152755895</c:v>
                </c:pt>
                <c:pt idx="1114">
                  <c:v>1.0079954709884709</c:v>
                </c:pt>
                <c:pt idx="1115">
                  <c:v>0.91230800639626353</c:v>
                </c:pt>
                <c:pt idx="1116">
                  <c:v>0.87029107270329875</c:v>
                </c:pt>
                <c:pt idx="1117">
                  <c:v>0.80578913418908893</c:v>
                </c:pt>
                <c:pt idx="1118">
                  <c:v>0.83622242268316826</c:v>
                </c:pt>
                <c:pt idx="1119">
                  <c:v>0.75740590455987511</c:v>
                </c:pt>
                <c:pt idx="1120">
                  <c:v>0.78974218743938573</c:v>
                </c:pt>
                <c:pt idx="1121">
                  <c:v>0.78012916366596763</c:v>
                </c:pt>
                <c:pt idx="1122">
                  <c:v>0.71303635923846298</c:v>
                </c:pt>
                <c:pt idx="1123">
                  <c:v>0.77756350136474495</c:v>
                </c:pt>
                <c:pt idx="1124">
                  <c:v>0.73858663631963506</c:v>
                </c:pt>
                <c:pt idx="1125">
                  <c:v>0.76913119150912801</c:v>
                </c:pt>
                <c:pt idx="1126">
                  <c:v>0.80479769448501992</c:v>
                </c:pt>
                <c:pt idx="1127">
                  <c:v>0.78030990819285073</c:v>
                </c:pt>
                <c:pt idx="1128">
                  <c:v>0.81947960292599009</c:v>
                </c:pt>
                <c:pt idx="1129">
                  <c:v>0.83883366327482312</c:v>
                </c:pt>
                <c:pt idx="1130">
                  <c:v>0.87943748848021519</c:v>
                </c:pt>
                <c:pt idx="1131">
                  <c:v>0.91983995259547158</c:v>
                </c:pt>
                <c:pt idx="1132">
                  <c:v>0.92962047545295901</c:v>
                </c:pt>
                <c:pt idx="1133">
                  <c:v>0.92669720865720451</c:v>
                </c:pt>
                <c:pt idx="1134">
                  <c:v>0.88688862966860804</c:v>
                </c:pt>
                <c:pt idx="1135">
                  <c:v>0.90034573686700525</c:v>
                </c:pt>
                <c:pt idx="1136">
                  <c:v>0.98845054254907716</c:v>
                </c:pt>
                <c:pt idx="1137">
                  <c:v>0.87419047530787153</c:v>
                </c:pt>
                <c:pt idx="1138">
                  <c:v>0.93264374008063022</c:v>
                </c:pt>
                <c:pt idx="1139">
                  <c:v>0.89193336827422687</c:v>
                </c:pt>
                <c:pt idx="1140">
                  <c:v>0.88684569549224368</c:v>
                </c:pt>
                <c:pt idx="1141">
                  <c:v>0.8598470227828634</c:v>
                </c:pt>
                <c:pt idx="1142">
                  <c:v>0.89310651744639935</c:v>
                </c:pt>
                <c:pt idx="1143">
                  <c:v>0.8590504270503001</c:v>
                </c:pt>
                <c:pt idx="1144">
                  <c:v>0.81278905473455321</c:v>
                </c:pt>
                <c:pt idx="1145">
                  <c:v>0.77037106903552555</c:v>
                </c:pt>
                <c:pt idx="1146">
                  <c:v>0.84493382713954157</c:v>
                </c:pt>
                <c:pt idx="1147">
                  <c:v>0.83905836049174509</c:v>
                </c:pt>
                <c:pt idx="1148">
                  <c:v>0.96764457048949093</c:v>
                </c:pt>
                <c:pt idx="1149">
                  <c:v>1.0205774622147696</c:v>
                </c:pt>
                <c:pt idx="1150">
                  <c:v>0.99784662282390524</c:v>
                </c:pt>
                <c:pt idx="1151">
                  <c:v>1.0074911597194121</c:v>
                </c:pt>
                <c:pt idx="1152">
                  <c:v>1.089210077317754</c:v>
                </c:pt>
                <c:pt idx="1153">
                  <c:v>1.0441949456253474</c:v>
                </c:pt>
                <c:pt idx="1154">
                  <c:v>1.1125244913485033</c:v>
                </c:pt>
                <c:pt idx="1155">
                  <c:v>1.1981738637868886</c:v>
                </c:pt>
                <c:pt idx="1156">
                  <c:v>1.2173845553293434</c:v>
                </c:pt>
                <c:pt idx="1157">
                  <c:v>1.1951566797960196</c:v>
                </c:pt>
                <c:pt idx="1158">
                  <c:v>1.1508815463764321</c:v>
                </c:pt>
                <c:pt idx="1159">
                  <c:v>1.1211918214835084</c:v>
                </c:pt>
                <c:pt idx="1160">
                  <c:v>1.0966842442581777</c:v>
                </c:pt>
                <c:pt idx="1161">
                  <c:v>1.1173854660570695</c:v>
                </c:pt>
                <c:pt idx="1162">
                  <c:v>1.1270025123907914</c:v>
                </c:pt>
                <c:pt idx="1163">
                  <c:v>1.0736283975115313</c:v>
                </c:pt>
                <c:pt idx="1164">
                  <c:v>1.0406978341899653</c:v>
                </c:pt>
                <c:pt idx="1165">
                  <c:v>0.99536414049801269</c:v>
                </c:pt>
                <c:pt idx="1166">
                  <c:v>1.0243846668772159</c:v>
                </c:pt>
                <c:pt idx="1167">
                  <c:v>0.98480634534228972</c:v>
                </c:pt>
                <c:pt idx="1168">
                  <c:v>1.0376816741304267</c:v>
                </c:pt>
                <c:pt idx="1169">
                  <c:v>1.026361710442784</c:v>
                </c:pt>
                <c:pt idx="1170">
                  <c:v>0.9667098174851686</c:v>
                </c:pt>
                <c:pt idx="1171">
                  <c:v>0.98592509423792907</c:v>
                </c:pt>
                <c:pt idx="1172">
                  <c:v>0.91251394162925548</c:v>
                </c:pt>
                <c:pt idx="1173">
                  <c:v>0.90107134716211068</c:v>
                </c:pt>
                <c:pt idx="1174">
                  <c:v>0.92847239287544414</c:v>
                </c:pt>
                <c:pt idx="1175">
                  <c:v>0.92241582494052266</c:v>
                </c:pt>
                <c:pt idx="1176">
                  <c:v>0.9470914138348312</c:v>
                </c:pt>
                <c:pt idx="1177">
                  <c:v>0.96067086672460134</c:v>
                </c:pt>
                <c:pt idx="1178">
                  <c:v>0.99774666097624243</c:v>
                </c:pt>
                <c:pt idx="1179">
                  <c:v>0.91620801967408316</c:v>
                </c:pt>
                <c:pt idx="1180">
                  <c:v>0.92475696598988499</c:v>
                </c:pt>
                <c:pt idx="1181">
                  <c:v>0.9345551532427302</c:v>
                </c:pt>
                <c:pt idx="1182">
                  <c:v>0.85286247852960162</c:v>
                </c:pt>
                <c:pt idx="1183">
                  <c:v>0.80729600537936619</c:v>
                </c:pt>
                <c:pt idx="1184">
                  <c:v>0.76540936662978443</c:v>
                </c:pt>
                <c:pt idx="1185">
                  <c:v>0.80464262790922647</c:v>
                </c:pt>
                <c:pt idx="1186">
                  <c:v>0.80923204874023713</c:v>
                </c:pt>
                <c:pt idx="1187">
                  <c:v>0.79248639738559312</c:v>
                </c:pt>
                <c:pt idx="1188">
                  <c:v>0.68530662196189496</c:v>
                </c:pt>
                <c:pt idx="1189">
                  <c:v>0.67494973726724128</c:v>
                </c:pt>
                <c:pt idx="1190">
                  <c:v>0.68617823089827401</c:v>
                </c:pt>
                <c:pt idx="1191">
                  <c:v>0.70035270264308236</c:v>
                </c:pt>
                <c:pt idx="1192">
                  <c:v>0.75723955530509857</c:v>
                </c:pt>
                <c:pt idx="1193">
                  <c:v>0.73193889845478288</c:v>
                </c:pt>
                <c:pt idx="1194">
                  <c:v>0.76163009111095059</c:v>
                </c:pt>
                <c:pt idx="1195">
                  <c:v>0.77968805068773905</c:v>
                </c:pt>
                <c:pt idx="1196">
                  <c:v>0.8248846471264667</c:v>
                </c:pt>
                <c:pt idx="1197">
                  <c:v>0.84832035135609951</c:v>
                </c:pt>
                <c:pt idx="1198">
                  <c:v>0.83514113874665064</c:v>
                </c:pt>
                <c:pt idx="1199">
                  <c:v>0.79154036004096096</c:v>
                </c:pt>
                <c:pt idx="1200">
                  <c:v>0.83728769397178227</c:v>
                </c:pt>
                <c:pt idx="1201">
                  <c:v>0.8340780468796104</c:v>
                </c:pt>
                <c:pt idx="1202">
                  <c:v>0.86845738049490284</c:v>
                </c:pt>
                <c:pt idx="1203">
                  <c:v>0.87986083859092867</c:v>
                </c:pt>
                <c:pt idx="1204">
                  <c:v>0.88544346024742859</c:v>
                </c:pt>
                <c:pt idx="1205">
                  <c:v>0.96013192261995772</c:v>
                </c:pt>
                <c:pt idx="1206">
                  <c:v>0.91026636628045987</c:v>
                </c:pt>
                <c:pt idx="1207">
                  <c:v>0.9456800504798617</c:v>
                </c:pt>
                <c:pt idx="1208">
                  <c:v>0.96867440653958226</c:v>
                </c:pt>
                <c:pt idx="1209">
                  <c:v>1.0109706958886435</c:v>
                </c:pt>
                <c:pt idx="1210">
                  <c:v>0.99322786203486946</c:v>
                </c:pt>
                <c:pt idx="1211">
                  <c:v>0.92148423984080208</c:v>
                </c:pt>
                <c:pt idx="1212">
                  <c:v>0.86797443596757351</c:v>
                </c:pt>
                <c:pt idx="1213">
                  <c:v>0.84673988728883487</c:v>
                </c:pt>
                <c:pt idx="1214">
                  <c:v>0.87578538414115981</c:v>
                </c:pt>
                <c:pt idx="1215">
                  <c:v>0.94678920400341093</c:v>
                </c:pt>
                <c:pt idx="1216">
                  <c:v>1.0749088423237267</c:v>
                </c:pt>
                <c:pt idx="1217">
                  <c:v>1.0327417442251599</c:v>
                </c:pt>
                <c:pt idx="1218">
                  <c:v>1.0451404098368864</c:v>
                </c:pt>
                <c:pt idx="1219">
                  <c:v>1.0959149356857174</c:v>
                </c:pt>
                <c:pt idx="1220">
                  <c:v>1.1638281175624001</c:v>
                </c:pt>
                <c:pt idx="1221">
                  <c:v>1.2348861498656385</c:v>
                </c:pt>
                <c:pt idx="1222">
                  <c:v>1.3111629805059231</c:v>
                </c:pt>
                <c:pt idx="1223">
                  <c:v>1.2935520844416633</c:v>
                </c:pt>
                <c:pt idx="1224">
                  <c:v>1.3264982556797402</c:v>
                </c:pt>
                <c:pt idx="1225">
                  <c:v>1.4365017346213376</c:v>
                </c:pt>
                <c:pt idx="1226">
                  <c:v>1.4060876135405063</c:v>
                </c:pt>
                <c:pt idx="1227">
                  <c:v>1.3652948414072812</c:v>
                </c:pt>
                <c:pt idx="1228">
                  <c:v>1.3844621956601841</c:v>
                </c:pt>
                <c:pt idx="1229">
                  <c:v>1.4161454317231095</c:v>
                </c:pt>
                <c:pt idx="1230">
                  <c:v>1.3275929432635392</c:v>
                </c:pt>
                <c:pt idx="1231">
                  <c:v>1.2986881921290871</c:v>
                </c:pt>
                <c:pt idx="1232">
                  <c:v>1.3290746470384946</c:v>
                </c:pt>
                <c:pt idx="1233">
                  <c:v>1.148427366041614</c:v>
                </c:pt>
                <c:pt idx="1234">
                  <c:v>1.0910420176112321</c:v>
                </c:pt>
                <c:pt idx="1235">
                  <c:v>1.0233208863149932</c:v>
                </c:pt>
                <c:pt idx="1236">
                  <c:v>0.93242206812511963</c:v>
                </c:pt>
                <c:pt idx="1237">
                  <c:v>0.90907101223568132</c:v>
                </c:pt>
                <c:pt idx="1238">
                  <c:v>0.94678660953812932</c:v>
                </c:pt>
                <c:pt idx="1239">
                  <c:v>0.92778557123938499</c:v>
                </c:pt>
                <c:pt idx="1240">
                  <c:v>0.90173024784031819</c:v>
                </c:pt>
                <c:pt idx="1241">
                  <c:v>0.85703180596238215</c:v>
                </c:pt>
                <c:pt idx="1242">
                  <c:v>0.83489817929377541</c:v>
                </c:pt>
                <c:pt idx="1243">
                  <c:v>0.78227074577521327</c:v>
                </c:pt>
                <c:pt idx="1244">
                  <c:v>0.67712177540168617</c:v>
                </c:pt>
                <c:pt idx="1245">
                  <c:v>0.63065014099375682</c:v>
                </c:pt>
                <c:pt idx="1246">
                  <c:v>0.61037002000213725</c:v>
                </c:pt>
                <c:pt idx="1247">
                  <c:v>0.65106805257555922</c:v>
                </c:pt>
                <c:pt idx="1248">
                  <c:v>0.70148555223137377</c:v>
                </c:pt>
                <c:pt idx="1249">
                  <c:v>0.8120467720883916</c:v>
                </c:pt>
                <c:pt idx="1250">
                  <c:v>0.89063748180765512</c:v>
                </c:pt>
                <c:pt idx="1251">
                  <c:v>1.0176994029782522</c:v>
                </c:pt>
                <c:pt idx="1252">
                  <c:v>1.0763378384026319</c:v>
                </c:pt>
                <c:pt idx="1253">
                  <c:v>1.19313373590476</c:v>
                </c:pt>
                <c:pt idx="1254">
                  <c:v>1.2071679209088606</c:v>
                </c:pt>
                <c:pt idx="1255">
                  <c:v>1.1971428053767073</c:v>
                </c:pt>
                <c:pt idx="1256">
                  <c:v>1.0645903085413058</c:v>
                </c:pt>
                <c:pt idx="1257">
                  <c:v>0.9199743842161846</c:v>
                </c:pt>
                <c:pt idx="1258">
                  <c:v>0.87885885529899677</c:v>
                </c:pt>
                <c:pt idx="1259">
                  <c:v>0.90009314075319979</c:v>
                </c:pt>
                <c:pt idx="1260">
                  <c:v>0.84986774428104661</c:v>
                </c:pt>
                <c:pt idx="1261">
                  <c:v>0.8511189532248159</c:v>
                </c:pt>
                <c:pt idx="1262">
                  <c:v>0.85046892322417222</c:v>
                </c:pt>
                <c:pt idx="1263">
                  <c:v>0.81193789794112936</c:v>
                </c:pt>
                <c:pt idx="1264">
                  <c:v>0.80243891803362422</c:v>
                </c:pt>
                <c:pt idx="1265">
                  <c:v>0.82537078048446388</c:v>
                </c:pt>
                <c:pt idx="1266">
                  <c:v>0.7997743156484558</c:v>
                </c:pt>
                <c:pt idx="1267">
                  <c:v>0.82611428593824077</c:v>
                </c:pt>
                <c:pt idx="1268">
                  <c:v>0.85048092205719283</c:v>
                </c:pt>
                <c:pt idx="1269">
                  <c:v>0.78420500710725782</c:v>
                </c:pt>
                <c:pt idx="1270">
                  <c:v>0.81683729035201502</c:v>
                </c:pt>
                <c:pt idx="1271">
                  <c:v>0.74474269795438597</c:v>
                </c:pt>
                <c:pt idx="1272">
                  <c:v>0.78814075820572171</c:v>
                </c:pt>
                <c:pt idx="1273">
                  <c:v>0.86823518141600731</c:v>
                </c:pt>
                <c:pt idx="1274">
                  <c:v>0.87805504570319337</c:v>
                </c:pt>
                <c:pt idx="1275">
                  <c:v>0.90547621242641152</c:v>
                </c:pt>
                <c:pt idx="1276">
                  <c:v>0.84550176402805277</c:v>
                </c:pt>
                <c:pt idx="1277">
                  <c:v>0.87546771451894179</c:v>
                </c:pt>
                <c:pt idx="1278">
                  <c:v>0.8605781316901997</c:v>
                </c:pt>
                <c:pt idx="1279">
                  <c:v>0.88678934933982811</c:v>
                </c:pt>
                <c:pt idx="1280">
                  <c:v>0.50696832511455625</c:v>
                </c:pt>
                <c:pt idx="1281">
                  <c:v>0.70818122265992611</c:v>
                </c:pt>
                <c:pt idx="1282">
                  <c:v>0.78572930048686318</c:v>
                </c:pt>
                <c:pt idx="1283">
                  <c:v>0.76139464736229656</c:v>
                </c:pt>
                <c:pt idx="1284">
                  <c:v>0.78175857119142012</c:v>
                </c:pt>
                <c:pt idx="1285">
                  <c:v>0.73932149112648549</c:v>
                </c:pt>
                <c:pt idx="1286">
                  <c:v>0.7627442014813971</c:v>
                </c:pt>
                <c:pt idx="1287">
                  <c:v>0.80664002345800911</c:v>
                </c:pt>
                <c:pt idx="1288">
                  <c:v>0.79064404636255348</c:v>
                </c:pt>
                <c:pt idx="1289">
                  <c:v>0.76658713675861712</c:v>
                </c:pt>
                <c:pt idx="1290">
                  <c:v>0.74102957512221368</c:v>
                </c:pt>
                <c:pt idx="1291">
                  <c:v>0.7685795818516209</c:v>
                </c:pt>
                <c:pt idx="1292">
                  <c:v>0.8018939403382791</c:v>
                </c:pt>
                <c:pt idx="1293">
                  <c:v>0.88827278106275143</c:v>
                </c:pt>
                <c:pt idx="1294">
                  <c:v>0.9626712375036075</c:v>
                </c:pt>
                <c:pt idx="1295">
                  <c:v>0.94413845667142038</c:v>
                </c:pt>
                <c:pt idx="1296">
                  <c:v>0.89249962263081106</c:v>
                </c:pt>
                <c:pt idx="1297">
                  <c:v>0.91758117194234967</c:v>
                </c:pt>
                <c:pt idx="1298">
                  <c:v>0.90429160154133559</c:v>
                </c:pt>
                <c:pt idx="1299">
                  <c:v>0.88741945092745544</c:v>
                </c:pt>
                <c:pt idx="1300">
                  <c:v>0.90215109831204177</c:v>
                </c:pt>
                <c:pt idx="1301">
                  <c:v>0.8382595022212399</c:v>
                </c:pt>
                <c:pt idx="1302">
                  <c:v>0.79322151095774351</c:v>
                </c:pt>
                <c:pt idx="1303">
                  <c:v>0.82589414411935003</c:v>
                </c:pt>
                <c:pt idx="1304">
                  <c:v>0.95706096817167796</c:v>
                </c:pt>
                <c:pt idx="1305">
                  <c:v>0.8757540139735962</c:v>
                </c:pt>
                <c:pt idx="1306">
                  <c:v>0.8348651033680794</c:v>
                </c:pt>
                <c:pt idx="1307">
                  <c:v>0.82115104249001702</c:v>
                </c:pt>
                <c:pt idx="1308">
                  <c:v>0.78794447029854175</c:v>
                </c:pt>
                <c:pt idx="1309">
                  <c:v>0.79663131372281948</c:v>
                </c:pt>
                <c:pt idx="1310">
                  <c:v>0.8791283563989124</c:v>
                </c:pt>
                <c:pt idx="1311">
                  <c:v>0.79025737658281514</c:v>
                </c:pt>
                <c:pt idx="1312">
                  <c:v>0.7105605742904213</c:v>
                </c:pt>
                <c:pt idx="1313">
                  <c:v>0.65322998789981868</c:v>
                </c:pt>
                <c:pt idx="1314">
                  <c:v>0.62850848646299118</c:v>
                </c:pt>
                <c:pt idx="1315">
                  <c:v>0.58430203053847529</c:v>
                </c:pt>
                <c:pt idx="1316">
                  <c:v>0.60319997056037544</c:v>
                </c:pt>
                <c:pt idx="1317">
                  <c:v>0.67687690740196649</c:v>
                </c:pt>
                <c:pt idx="1318">
                  <c:v>0.70309839858529732</c:v>
                </c:pt>
                <c:pt idx="1319">
                  <c:v>0.70611863766574789</c:v>
                </c:pt>
                <c:pt idx="1320">
                  <c:v>0.66120466398993549</c:v>
                </c:pt>
                <c:pt idx="1321">
                  <c:v>0.65383376789582814</c:v>
                </c:pt>
                <c:pt idx="1322">
                  <c:v>0.61375236890070684</c:v>
                </c:pt>
                <c:pt idx="1323">
                  <c:v>0.62362869185232006</c:v>
                </c:pt>
                <c:pt idx="1324">
                  <c:v>0.59340160262350705</c:v>
                </c:pt>
                <c:pt idx="1325">
                  <c:v>0.59662586995908673</c:v>
                </c:pt>
                <c:pt idx="1326">
                  <c:v>0.57489158963264309</c:v>
                </c:pt>
                <c:pt idx="1327">
                  <c:v>0.59384557904634916</c:v>
                </c:pt>
                <c:pt idx="1328">
                  <c:v>0.59283365810577215</c:v>
                </c:pt>
                <c:pt idx="1329">
                  <c:v>0.65955933419493351</c:v>
                </c:pt>
                <c:pt idx="1330">
                  <c:v>0.72229038553524283</c:v>
                </c:pt>
                <c:pt idx="1331">
                  <c:v>0.70678462955273313</c:v>
                </c:pt>
                <c:pt idx="1332">
                  <c:v>0.58618454464234893</c:v>
                </c:pt>
                <c:pt idx="1333">
                  <c:v>0.55621352820386438</c:v>
                </c:pt>
                <c:pt idx="1334">
                  <c:v>0.54003423936856243</c:v>
                </c:pt>
                <c:pt idx="1335">
                  <c:v>0.51611384525683213</c:v>
                </c:pt>
                <c:pt idx="1336">
                  <c:v>0.53581569227818315</c:v>
                </c:pt>
                <c:pt idx="1337">
                  <c:v>0.48439492833064079</c:v>
                </c:pt>
                <c:pt idx="1338">
                  <c:v>0.55629489184510061</c:v>
                </c:pt>
                <c:pt idx="1339">
                  <c:v>0.56467074339656753</c:v>
                </c:pt>
                <c:pt idx="1340">
                  <c:v>0.57865657651200275</c:v>
                </c:pt>
                <c:pt idx="1341">
                  <c:v>0.61350679839320088</c:v>
                </c:pt>
                <c:pt idx="1342">
                  <c:v>0.64591706418508277</c:v>
                </c:pt>
                <c:pt idx="1343">
                  <c:v>0.64105427350227639</c:v>
                </c:pt>
                <c:pt idx="1344">
                  <c:v>0.64884562775975108</c:v>
                </c:pt>
                <c:pt idx="1345">
                  <c:v>0.66281218543451836</c:v>
                </c:pt>
                <c:pt idx="1346">
                  <c:v>0.67539231465173399</c:v>
                </c:pt>
                <c:pt idx="1347">
                  <c:v>0.67924750190389216</c:v>
                </c:pt>
                <c:pt idx="1348">
                  <c:v>0.68794655773705915</c:v>
                </c:pt>
                <c:pt idx="1349">
                  <c:v>0.71495637430278569</c:v>
                </c:pt>
                <c:pt idx="1350">
                  <c:v>0.71551338956494004</c:v>
                </c:pt>
                <c:pt idx="1351">
                  <c:v>0.71597995964339944</c:v>
                </c:pt>
                <c:pt idx="1352">
                  <c:v>0.67873860439621458</c:v>
                </c:pt>
                <c:pt idx="1353">
                  <c:v>0.68541383929409794</c:v>
                </c:pt>
                <c:pt idx="1354">
                  <c:v>0.58742942243296015</c:v>
                </c:pt>
                <c:pt idx="1355">
                  <c:v>0.49387078944324092</c:v>
                </c:pt>
                <c:pt idx="1356">
                  <c:v>0.40031472621390135</c:v>
                </c:pt>
                <c:pt idx="1357">
                  <c:v>0.34076081290088289</c:v>
                </c:pt>
                <c:pt idx="1358">
                  <c:v>0.29626026590768018</c:v>
                </c:pt>
                <c:pt idx="1359">
                  <c:v>0.45791387642467168</c:v>
                </c:pt>
                <c:pt idx="1360">
                  <c:v>0.58166127594369721</c:v>
                </c:pt>
                <c:pt idx="1361">
                  <c:v>0.5666344453377995</c:v>
                </c:pt>
                <c:pt idx="1362">
                  <c:v>0.54691492454601243</c:v>
                </c:pt>
                <c:pt idx="1363">
                  <c:v>0.5475790753387898</c:v>
                </c:pt>
                <c:pt idx="1364">
                  <c:v>0.51784768028414974</c:v>
                </c:pt>
                <c:pt idx="1365">
                  <c:v>0.55239658781631706</c:v>
                </c:pt>
                <c:pt idx="1366">
                  <c:v>0.5660617252053507</c:v>
                </c:pt>
                <c:pt idx="1367">
                  <c:v>0.58926019635759663</c:v>
                </c:pt>
                <c:pt idx="1368">
                  <c:v>0.59243429735191955</c:v>
                </c:pt>
                <c:pt idx="1369">
                  <c:v>0.53890746502326836</c:v>
                </c:pt>
                <c:pt idx="1370">
                  <c:v>0.54809036553149104</c:v>
                </c:pt>
                <c:pt idx="1371">
                  <c:v>0.5463237159714599</c:v>
                </c:pt>
                <c:pt idx="1372">
                  <c:v>0.49958158261095942</c:v>
                </c:pt>
                <c:pt idx="1373">
                  <c:v>0.51102824260009128</c:v>
                </c:pt>
                <c:pt idx="1374">
                  <c:v>0.55549340220988563</c:v>
                </c:pt>
                <c:pt idx="1375">
                  <c:v>0.53968045637402939</c:v>
                </c:pt>
                <c:pt idx="1376">
                  <c:v>0.55889508669196319</c:v>
                </c:pt>
                <c:pt idx="1377">
                  <c:v>0.49444078811740888</c:v>
                </c:pt>
                <c:pt idx="1378">
                  <c:v>0.54122615630216064</c:v>
                </c:pt>
                <c:pt idx="1379">
                  <c:v>0.61051705939478351</c:v>
                </c:pt>
                <c:pt idx="1380">
                  <c:v>0.56116067475627862</c:v>
                </c:pt>
                <c:pt idx="1381">
                  <c:v>0.52036056185649149</c:v>
                </c:pt>
                <c:pt idx="1382">
                  <c:v>0.57242674734867316</c:v>
                </c:pt>
                <c:pt idx="1383">
                  <c:v>0.60348314809769377</c:v>
                </c:pt>
                <c:pt idx="1384">
                  <c:v>0.50440571908877585</c:v>
                </c:pt>
                <c:pt idx="1385">
                  <c:v>0.62481628707977854</c:v>
                </c:pt>
                <c:pt idx="1386">
                  <c:v>0.5433627050727452</c:v>
                </c:pt>
                <c:pt idx="1387">
                  <c:v>0.57968738383359142</c:v>
                </c:pt>
                <c:pt idx="1388">
                  <c:v>0.53070402920868698</c:v>
                </c:pt>
                <c:pt idx="1389">
                  <c:v>0.52132277504801472</c:v>
                </c:pt>
                <c:pt idx="1390">
                  <c:v>0.52764971163649954</c:v>
                </c:pt>
                <c:pt idx="1391">
                  <c:v>0.54105947733844761</c:v>
                </c:pt>
                <c:pt idx="1392">
                  <c:v>0.54800769984494913</c:v>
                </c:pt>
                <c:pt idx="1393">
                  <c:v>0.56707913507565022</c:v>
                </c:pt>
                <c:pt idx="1394">
                  <c:v>0.58292552580627466</c:v>
                </c:pt>
                <c:pt idx="1395">
                  <c:v>0.59676889382586296</c:v>
                </c:pt>
                <c:pt idx="1396">
                  <c:v>0.59780630229758969</c:v>
                </c:pt>
                <c:pt idx="1397">
                  <c:v>0.58197809894328667</c:v>
                </c:pt>
                <c:pt idx="1398">
                  <c:v>0.56131939760739002</c:v>
                </c:pt>
                <c:pt idx="1399">
                  <c:v>0.59149748716754302</c:v>
                </c:pt>
                <c:pt idx="1400">
                  <c:v>0.55758952869528788</c:v>
                </c:pt>
                <c:pt idx="1401">
                  <c:v>0.537912554993493</c:v>
                </c:pt>
                <c:pt idx="1402">
                  <c:v>0.48650576686329039</c:v>
                </c:pt>
                <c:pt idx="1403">
                  <c:v>0.53032150851005577</c:v>
                </c:pt>
                <c:pt idx="1404">
                  <c:v>0.47378768035446756</c:v>
                </c:pt>
                <c:pt idx="1405">
                  <c:v>0.54802942568811097</c:v>
                </c:pt>
                <c:pt idx="1406">
                  <c:v>0.61276709097988757</c:v>
                </c:pt>
                <c:pt idx="1407">
                  <c:v>0.63158008765889373</c:v>
                </c:pt>
                <c:pt idx="1408">
                  <c:v>0.67966384690532711</c:v>
                </c:pt>
                <c:pt idx="1409">
                  <c:v>0.68786263713462714</c:v>
                </c:pt>
                <c:pt idx="1410">
                  <c:v>0.65899665378666283</c:v>
                </c:pt>
                <c:pt idx="1411">
                  <c:v>0.71011504571660322</c:v>
                </c:pt>
                <c:pt idx="1412">
                  <c:v>0.80070365104073982</c:v>
                </c:pt>
                <c:pt idx="1413">
                  <c:v>0.83838008055139257</c:v>
                </c:pt>
                <c:pt idx="1414">
                  <c:v>0.84868283230245944</c:v>
                </c:pt>
                <c:pt idx="1415">
                  <c:v>0.84575874253707262</c:v>
                </c:pt>
                <c:pt idx="1416">
                  <c:v>0.87642319880872466</c:v>
                </c:pt>
                <c:pt idx="1417">
                  <c:v>0.92930128146910529</c:v>
                </c:pt>
                <c:pt idx="1418">
                  <c:v>0.96820334769166461</c:v>
                </c:pt>
                <c:pt idx="1419">
                  <c:v>0.9724454403852778</c:v>
                </c:pt>
                <c:pt idx="1420">
                  <c:v>0.99167617168682387</c:v>
                </c:pt>
                <c:pt idx="1421">
                  <c:v>1.0015838709668485</c:v>
                </c:pt>
                <c:pt idx="1422">
                  <c:v>1.0031345863107535</c:v>
                </c:pt>
                <c:pt idx="1423">
                  <c:v>1.018022126710934</c:v>
                </c:pt>
                <c:pt idx="1424">
                  <c:v>1.0277709660860441</c:v>
                </c:pt>
                <c:pt idx="1425">
                  <c:v>1.0281052236179367</c:v>
                </c:pt>
                <c:pt idx="1426">
                  <c:v>1.0520471877730257</c:v>
                </c:pt>
                <c:pt idx="1427">
                  <c:v>1.0568210698009559</c:v>
                </c:pt>
                <c:pt idx="1428">
                  <c:v>0.9843381915075623</c:v>
                </c:pt>
                <c:pt idx="1429">
                  <c:v>0.97100711050055566</c:v>
                </c:pt>
                <c:pt idx="1430">
                  <c:v>0.95547957904544667</c:v>
                </c:pt>
                <c:pt idx="1431">
                  <c:v>0.88496167650054991</c:v>
                </c:pt>
                <c:pt idx="1432">
                  <c:v>0.86238144725593247</c:v>
                </c:pt>
                <c:pt idx="1433">
                  <c:v>0.74421801080970496</c:v>
                </c:pt>
                <c:pt idx="1434">
                  <c:v>0.77643425365252539</c:v>
                </c:pt>
                <c:pt idx="1435">
                  <c:v>0.76901382130343199</c:v>
                </c:pt>
                <c:pt idx="1436">
                  <c:v>0.75955151796641218</c:v>
                </c:pt>
                <c:pt idx="1437">
                  <c:v>0.7464852814912798</c:v>
                </c:pt>
                <c:pt idx="1438">
                  <c:v>0.73653642923350915</c:v>
                </c:pt>
                <c:pt idx="1439">
                  <c:v>0.7775617040251418</c:v>
                </c:pt>
                <c:pt idx="1440">
                  <c:v>0.77419043984642655</c:v>
                </c:pt>
                <c:pt idx="1441">
                  <c:v>0.76905647025029433</c:v>
                </c:pt>
                <c:pt idx="1442">
                  <c:v>0.79962109983034768</c:v>
                </c:pt>
                <c:pt idx="1443">
                  <c:v>0.81382386232796389</c:v>
                </c:pt>
                <c:pt idx="1444">
                  <c:v>0.80755133683072078</c:v>
                </c:pt>
                <c:pt idx="1445">
                  <c:v>0.77403726643302517</c:v>
                </c:pt>
                <c:pt idx="1446">
                  <c:v>0.75408775484750878</c:v>
                </c:pt>
                <c:pt idx="1447">
                  <c:v>0.70209888999817027</c:v>
                </c:pt>
                <c:pt idx="1448">
                  <c:v>0.68247541162610248</c:v>
                </c:pt>
                <c:pt idx="1449">
                  <c:v>0.66284292440208592</c:v>
                </c:pt>
                <c:pt idx="1450">
                  <c:v>0.61552156034022609</c:v>
                </c:pt>
                <c:pt idx="1451">
                  <c:v>0.65375411697598895</c:v>
                </c:pt>
                <c:pt idx="1452">
                  <c:v>0.64163167188433934</c:v>
                </c:pt>
                <c:pt idx="1453">
                  <c:v>0.63047273356879441</c:v>
                </c:pt>
                <c:pt idx="1454">
                  <c:v>0.54242287336110673</c:v>
                </c:pt>
                <c:pt idx="1455">
                  <c:v>0.53837427720173803</c:v>
                </c:pt>
                <c:pt idx="1456">
                  <c:v>0.44963335614621092</c:v>
                </c:pt>
                <c:pt idx="1457">
                  <c:v>0.3200752132696299</c:v>
                </c:pt>
                <c:pt idx="1458">
                  <c:v>0.39010400086434932</c:v>
                </c:pt>
                <c:pt idx="1459">
                  <c:v>0.49682655896571132</c:v>
                </c:pt>
                <c:pt idx="1460">
                  <c:v>0.54389996191730383</c:v>
                </c:pt>
                <c:pt idx="1461">
                  <c:v>0.58403198092826825</c:v>
                </c:pt>
                <c:pt idx="1462">
                  <c:v>0.57806134130749132</c:v>
                </c:pt>
                <c:pt idx="1463">
                  <c:v>0.65250082305036194</c:v>
                </c:pt>
                <c:pt idx="1464">
                  <c:v>0.62867449534714892</c:v>
                </c:pt>
                <c:pt idx="1465">
                  <c:v>0.64834024972904447</c:v>
                </c:pt>
                <c:pt idx="1466">
                  <c:v>0.74768261908609446</c:v>
                </c:pt>
                <c:pt idx="1467">
                  <c:v>0.79383926653038095</c:v>
                </c:pt>
                <c:pt idx="1468">
                  <c:v>0.82282730475152333</c:v>
                </c:pt>
                <c:pt idx="1469">
                  <c:v>0.81846093328179559</c:v>
                </c:pt>
                <c:pt idx="1470">
                  <c:v>0.83028095221048637</c:v>
                </c:pt>
                <c:pt idx="1471">
                  <c:v>0.99536025332163047</c:v>
                </c:pt>
                <c:pt idx="1472">
                  <c:v>1.4705480939995528</c:v>
                </c:pt>
                <c:pt idx="1473">
                  <c:v>1.4136798009934455</c:v>
                </c:pt>
                <c:pt idx="1474">
                  <c:v>1.3545594703168464</c:v>
                </c:pt>
                <c:pt idx="1475">
                  <c:v>1.1637702244387642</c:v>
                </c:pt>
                <c:pt idx="1476">
                  <c:v>1.1600758335788772</c:v>
                </c:pt>
                <c:pt idx="1477">
                  <c:v>1.249014294277538</c:v>
                </c:pt>
                <c:pt idx="1478">
                  <c:v>1.22350913838282</c:v>
                </c:pt>
                <c:pt idx="1479">
                  <c:v>1.2823753090888717</c:v>
                </c:pt>
                <c:pt idx="1480">
                  <c:v>1.3435291217642893</c:v>
                </c:pt>
                <c:pt idx="1481">
                  <c:v>1.385826062989117</c:v>
                </c:pt>
                <c:pt idx="1482">
                  <c:v>1.4228883428718975</c:v>
                </c:pt>
                <c:pt idx="1483">
                  <c:v>1.4596048725157902</c:v>
                </c:pt>
                <c:pt idx="1484">
                  <c:v>1.4781475541174858</c:v>
                </c:pt>
                <c:pt idx="1485">
                  <c:v>1.5296387968345948</c:v>
                </c:pt>
                <c:pt idx="1486">
                  <c:v>1.5247146029630514</c:v>
                </c:pt>
                <c:pt idx="1487">
                  <c:v>1.542059096299162</c:v>
                </c:pt>
                <c:pt idx="1488">
                  <c:v>1.5926108265010581</c:v>
                </c:pt>
                <c:pt idx="1489">
                  <c:v>1.5647111679800074</c:v>
                </c:pt>
                <c:pt idx="1490">
                  <c:v>1.5990877096370864</c:v>
                </c:pt>
                <c:pt idx="1491">
                  <c:v>1.6089453984076434</c:v>
                </c:pt>
                <c:pt idx="1492">
                  <c:v>1.6451132818611647</c:v>
                </c:pt>
                <c:pt idx="1493">
                  <c:v>1.6769700935421756</c:v>
                </c:pt>
                <c:pt idx="1494">
                  <c:v>1.7244280185618537</c:v>
                </c:pt>
                <c:pt idx="1495">
                  <c:v>1.7058406249715401</c:v>
                </c:pt>
                <c:pt idx="1496">
                  <c:v>1.6059954652072861</c:v>
                </c:pt>
                <c:pt idx="1497">
                  <c:v>1.521896714703689</c:v>
                </c:pt>
                <c:pt idx="1498">
                  <c:v>1.4348796248926425</c:v>
                </c:pt>
                <c:pt idx="1499">
                  <c:v>1.2579107612324818</c:v>
                </c:pt>
                <c:pt idx="1500">
                  <c:v>1.2097194330620007</c:v>
                </c:pt>
                <c:pt idx="1501">
                  <c:v>1.1573805402356843</c:v>
                </c:pt>
                <c:pt idx="1502">
                  <c:v>1.1888508055069511</c:v>
                </c:pt>
                <c:pt idx="1503">
                  <c:v>1.1964316835420661</c:v>
                </c:pt>
                <c:pt idx="1504">
                  <c:v>1.0253958009782986</c:v>
                </c:pt>
                <c:pt idx="1505">
                  <c:v>0.6157677174462779</c:v>
                </c:pt>
                <c:pt idx="1506">
                  <c:v>0.61651485805974993</c:v>
                </c:pt>
                <c:pt idx="1507">
                  <c:v>0.66202490886501253</c:v>
                </c:pt>
                <c:pt idx="1508">
                  <c:v>0.61762767621900172</c:v>
                </c:pt>
                <c:pt idx="1509">
                  <c:v>0.59310972697621001</c:v>
                </c:pt>
                <c:pt idx="1510">
                  <c:v>0.59436257182599994</c:v>
                </c:pt>
                <c:pt idx="1511">
                  <c:v>0.58331810352685498</c:v>
                </c:pt>
                <c:pt idx="1512">
                  <c:v>0.58528343462437038</c:v>
                </c:pt>
                <c:pt idx="1513">
                  <c:v>0.5720495854673302</c:v>
                </c:pt>
                <c:pt idx="1514">
                  <c:v>0.57483290612981963</c:v>
                </c:pt>
                <c:pt idx="1515">
                  <c:v>0.56358368026846439</c:v>
                </c:pt>
                <c:pt idx="1516">
                  <c:v>0.56869728889499038</c:v>
                </c:pt>
                <c:pt idx="1517">
                  <c:v>0.55253103231915446</c:v>
                </c:pt>
                <c:pt idx="1518">
                  <c:v>0.54839492840536697</c:v>
                </c:pt>
                <c:pt idx="1519">
                  <c:v>0.5016432686178085</c:v>
                </c:pt>
                <c:pt idx="1520">
                  <c:v>0.55361309595867325</c:v>
                </c:pt>
                <c:pt idx="1521">
                  <c:v>0.60188455845825051</c:v>
                </c:pt>
                <c:pt idx="1522">
                  <c:v>0.58310504819102227</c:v>
                </c:pt>
                <c:pt idx="1523">
                  <c:v>0.57062496577843558</c:v>
                </c:pt>
                <c:pt idx="1524">
                  <c:v>0.5350964523809284</c:v>
                </c:pt>
                <c:pt idx="1525">
                  <c:v>0.49288585378489858</c:v>
                </c:pt>
                <c:pt idx="1526">
                  <c:v>0.41175365591043733</c:v>
                </c:pt>
                <c:pt idx="1527">
                  <c:v>0.38783221712325472</c:v>
                </c:pt>
                <c:pt idx="1528">
                  <c:v>0.3636771761031517</c:v>
                </c:pt>
                <c:pt idx="1529">
                  <c:v>0.68416658318729118</c:v>
                </c:pt>
                <c:pt idx="1530">
                  <c:v>0.57321496988726883</c:v>
                </c:pt>
                <c:pt idx="1531">
                  <c:v>0.59641887530183768</c:v>
                </c:pt>
                <c:pt idx="1532">
                  <c:v>0.58185075592927959</c:v>
                </c:pt>
                <c:pt idx="1533">
                  <c:v>0.5835648669128336</c:v>
                </c:pt>
                <c:pt idx="1534">
                  <c:v>0.67886360799143797</c:v>
                </c:pt>
                <c:pt idx="1535">
                  <c:v>0.72851166751545016</c:v>
                </c:pt>
                <c:pt idx="1536">
                  <c:v>0.81398123578454806</c:v>
                </c:pt>
                <c:pt idx="1537">
                  <c:v>0.85995753689024623</c:v>
                </c:pt>
                <c:pt idx="1538">
                  <c:v>0.90026156458092821</c:v>
                </c:pt>
                <c:pt idx="1539">
                  <c:v>0.96515798109239204</c:v>
                </c:pt>
                <c:pt idx="1540">
                  <c:v>1.0074088946427533</c:v>
                </c:pt>
                <c:pt idx="1541">
                  <c:v>1.031194048798328</c:v>
                </c:pt>
                <c:pt idx="1542">
                  <c:v>1.0407343235800761</c:v>
                </c:pt>
                <c:pt idx="1543">
                  <c:v>1.0935492583074338</c:v>
                </c:pt>
                <c:pt idx="1544">
                  <c:v>1.0432233323227305</c:v>
                </c:pt>
                <c:pt idx="1545">
                  <c:v>0.97295071545268519</c:v>
                </c:pt>
                <c:pt idx="1546">
                  <c:v>0.91070914532088432</c:v>
                </c:pt>
                <c:pt idx="1547">
                  <c:v>0.85120687219013169</c:v>
                </c:pt>
                <c:pt idx="1548">
                  <c:v>0.90372611359687072</c:v>
                </c:pt>
                <c:pt idx="1549">
                  <c:v>0.89582613849252357</c:v>
                </c:pt>
                <c:pt idx="1550">
                  <c:v>0.89580261363168689</c:v>
                </c:pt>
                <c:pt idx="1551">
                  <c:v>0.92146098155376999</c:v>
                </c:pt>
                <c:pt idx="1552">
                  <c:v>0.91533746460062027</c:v>
                </c:pt>
                <c:pt idx="1553">
                  <c:v>0.90774975347853037</c:v>
                </c:pt>
                <c:pt idx="1554">
                  <c:v>0.88054683620513863</c:v>
                </c:pt>
                <c:pt idx="1555">
                  <c:v>0.82645570736775531</c:v>
                </c:pt>
                <c:pt idx="1556">
                  <c:v>0.8039868213932555</c:v>
                </c:pt>
                <c:pt idx="1557">
                  <c:v>0.81483721283156074</c:v>
                </c:pt>
                <c:pt idx="1558">
                  <c:v>0.8163233203064465</c:v>
                </c:pt>
                <c:pt idx="1559">
                  <c:v>0.78832560358781423</c:v>
                </c:pt>
                <c:pt idx="1560">
                  <c:v>0.77555554485847078</c:v>
                </c:pt>
                <c:pt idx="1561">
                  <c:v>0.79449230233257906</c:v>
                </c:pt>
                <c:pt idx="1562">
                  <c:v>0.78523307709076051</c:v>
                </c:pt>
                <c:pt idx="1563">
                  <c:v>0.78331014051542003</c:v>
                </c:pt>
                <c:pt idx="1564">
                  <c:v>0.79257948233413589</c:v>
                </c:pt>
                <c:pt idx="1565">
                  <c:v>0.8037476705105383</c:v>
                </c:pt>
                <c:pt idx="1566">
                  <c:v>1.4081091751599371</c:v>
                </c:pt>
                <c:pt idx="1567">
                  <c:v>1.5196766867232068</c:v>
                </c:pt>
                <c:pt idx="1568">
                  <c:v>1.3750586931977054</c:v>
                </c:pt>
                <c:pt idx="1569">
                  <c:v>1.2372194688437352</c:v>
                </c:pt>
                <c:pt idx="1570">
                  <c:v>1.0159174499238797</c:v>
                </c:pt>
                <c:pt idx="1571">
                  <c:v>0.87208586463068383</c:v>
                </c:pt>
                <c:pt idx="1572">
                  <c:v>0.78459125885075143</c:v>
                </c:pt>
                <c:pt idx="1573">
                  <c:v>0.81482742219355631</c:v>
                </c:pt>
                <c:pt idx="1574">
                  <c:v>0.83288186524687369</c:v>
                </c:pt>
                <c:pt idx="1575">
                  <c:v>0.79252616351339245</c:v>
                </c:pt>
                <c:pt idx="1576">
                  <c:v>0.85568278497773664</c:v>
                </c:pt>
                <c:pt idx="1577">
                  <c:v>0.91524632305203835</c:v>
                </c:pt>
                <c:pt idx="1578">
                  <c:v>0.9522405069700709</c:v>
                </c:pt>
                <c:pt idx="1579">
                  <c:v>0.98332166266460397</c:v>
                </c:pt>
                <c:pt idx="1580">
                  <c:v>0.97014877315746351</c:v>
                </c:pt>
                <c:pt idx="1581">
                  <c:v>0.99256906122956434</c:v>
                </c:pt>
                <c:pt idx="1582">
                  <c:v>1.0161159197667808</c:v>
                </c:pt>
                <c:pt idx="1583">
                  <c:v>1.0114260882922124</c:v>
                </c:pt>
                <c:pt idx="1584">
                  <c:v>1.0784699072959631</c:v>
                </c:pt>
                <c:pt idx="1585">
                  <c:v>1.0913154564439287</c:v>
                </c:pt>
                <c:pt idx="1586">
                  <c:v>1.0916247228084477</c:v>
                </c:pt>
                <c:pt idx="1587">
                  <c:v>1.0657381834407464</c:v>
                </c:pt>
                <c:pt idx="1588">
                  <c:v>1.1112397202926301</c:v>
                </c:pt>
                <c:pt idx="1589">
                  <c:v>1.0749130744827837</c:v>
                </c:pt>
                <c:pt idx="1590">
                  <c:v>1.0587630402607644</c:v>
                </c:pt>
                <c:pt idx="1591">
                  <c:v>1.0542179058534578</c:v>
                </c:pt>
                <c:pt idx="1592">
                  <c:v>0.96388924020743827</c:v>
                </c:pt>
                <c:pt idx="1593">
                  <c:v>0.83933399008686249</c:v>
                </c:pt>
                <c:pt idx="1594">
                  <c:v>0.71546121327943057</c:v>
                </c:pt>
                <c:pt idx="1595">
                  <c:v>0.70035106343180642</c:v>
                </c:pt>
                <c:pt idx="1596">
                  <c:v>0.68042217440421271</c:v>
                </c:pt>
                <c:pt idx="1597">
                  <c:v>0.77485826549556613</c:v>
                </c:pt>
                <c:pt idx="1598">
                  <c:v>0.86493290780098375</c:v>
                </c:pt>
                <c:pt idx="1599">
                  <c:v>0.88651684507494066</c:v>
                </c:pt>
                <c:pt idx="1600">
                  <c:v>0.97358339230273605</c:v>
                </c:pt>
                <c:pt idx="1601">
                  <c:v>1.0313172716125281</c:v>
                </c:pt>
                <c:pt idx="1602">
                  <c:v>1.0600979054061601</c:v>
                </c:pt>
                <c:pt idx="1603">
                  <c:v>1.0695328753009334</c:v>
                </c:pt>
                <c:pt idx="1604">
                  <c:v>1.0491054295509501</c:v>
                </c:pt>
                <c:pt idx="1605">
                  <c:v>0.86208304591063956</c:v>
                </c:pt>
                <c:pt idx="1606">
                  <c:v>0.80613528346751551</c:v>
                </c:pt>
                <c:pt idx="1607">
                  <c:v>0.77526727215418001</c:v>
                </c:pt>
                <c:pt idx="1608">
                  <c:v>0.73913265266186456</c:v>
                </c:pt>
                <c:pt idx="1609">
                  <c:v>0.73272599336473321</c:v>
                </c:pt>
                <c:pt idx="1610">
                  <c:v>0.75216380949020512</c:v>
                </c:pt>
                <c:pt idx="1611">
                  <c:v>0.81875897594285185</c:v>
                </c:pt>
                <c:pt idx="1612">
                  <c:v>0.99389167845556026</c:v>
                </c:pt>
                <c:pt idx="1613">
                  <c:v>1.0990461865386305</c:v>
                </c:pt>
                <c:pt idx="1614">
                  <c:v>1.0764437501765209</c:v>
                </c:pt>
                <c:pt idx="1615">
                  <c:v>1.0001132051930022</c:v>
                </c:pt>
                <c:pt idx="1616">
                  <c:v>0.89912036130876594</c:v>
                </c:pt>
                <c:pt idx="1617">
                  <c:v>0.83348782159652113</c:v>
                </c:pt>
                <c:pt idx="1618">
                  <c:v>0.84730691746689513</c:v>
                </c:pt>
                <c:pt idx="1619">
                  <c:v>1.0315115823376619</c:v>
                </c:pt>
                <c:pt idx="1620">
                  <c:v>1.2440265250839013</c:v>
                </c:pt>
                <c:pt idx="1621">
                  <c:v>1.0839496867350926</c:v>
                </c:pt>
                <c:pt idx="1622">
                  <c:v>0.9021421518352416</c:v>
                </c:pt>
                <c:pt idx="1623">
                  <c:v>0.99050316554179119</c:v>
                </c:pt>
                <c:pt idx="1624">
                  <c:v>0.90397894100419984</c:v>
                </c:pt>
                <c:pt idx="1625">
                  <c:v>0.97465618054678604</c:v>
                </c:pt>
                <c:pt idx="1626">
                  <c:v>0.99117119763488315</c:v>
                </c:pt>
                <c:pt idx="1627">
                  <c:v>0.98814436314831622</c:v>
                </c:pt>
                <c:pt idx="1628">
                  <c:v>0.99139020761750218</c:v>
                </c:pt>
                <c:pt idx="1629">
                  <c:v>0.98765180400274599</c:v>
                </c:pt>
                <c:pt idx="1630">
                  <c:v>1.0343428950319529</c:v>
                </c:pt>
                <c:pt idx="1631">
                  <c:v>1.006125007305992</c:v>
                </c:pt>
                <c:pt idx="1632">
                  <c:v>1.003688938403505</c:v>
                </c:pt>
                <c:pt idx="1633">
                  <c:v>1.0209815302198275</c:v>
                </c:pt>
                <c:pt idx="1634">
                  <c:v>1.0251297084916777</c:v>
                </c:pt>
                <c:pt idx="1635">
                  <c:v>1.0555352116493897</c:v>
                </c:pt>
                <c:pt idx="1636">
                  <c:v>1.0536970029447199</c:v>
                </c:pt>
                <c:pt idx="1637">
                  <c:v>1.0387929154136017</c:v>
                </c:pt>
                <c:pt idx="1638">
                  <c:v>1.0295623872889246</c:v>
                </c:pt>
                <c:pt idx="1639">
                  <c:v>1.0694771383679866</c:v>
                </c:pt>
                <c:pt idx="1640">
                  <c:v>1.1291504094983997</c:v>
                </c:pt>
                <c:pt idx="1641">
                  <c:v>1.1393560382130925</c:v>
                </c:pt>
                <c:pt idx="1642">
                  <c:v>0.9608563266557848</c:v>
                </c:pt>
                <c:pt idx="1643">
                  <c:v>0.66698894126845198</c:v>
                </c:pt>
                <c:pt idx="1644">
                  <c:v>0.51955827498893448</c:v>
                </c:pt>
                <c:pt idx="1645">
                  <c:v>0.42817615669526171</c:v>
                </c:pt>
                <c:pt idx="1646">
                  <c:v>0.42907630811827541</c:v>
                </c:pt>
                <c:pt idx="1647">
                  <c:v>0.44638768221102182</c:v>
                </c:pt>
                <c:pt idx="1648">
                  <c:v>0.51020076494578859</c:v>
                </c:pt>
                <c:pt idx="1649">
                  <c:v>0.26668568481240157</c:v>
                </c:pt>
                <c:pt idx="1650">
                  <c:v>0.59552490161105243</c:v>
                </c:pt>
                <c:pt idx="1651">
                  <c:v>0.65868724429214887</c:v>
                </c:pt>
                <c:pt idx="1652">
                  <c:v>0.69325452201583804</c:v>
                </c:pt>
                <c:pt idx="1653">
                  <c:v>0.7880730611015061</c:v>
                </c:pt>
                <c:pt idx="1654">
                  <c:v>1.2588209659715661</c:v>
                </c:pt>
                <c:pt idx="1655">
                  <c:v>1.5746748999708762</c:v>
                </c:pt>
                <c:pt idx="1656">
                  <c:v>1.6329405280460245</c:v>
                </c:pt>
                <c:pt idx="1657">
                  <c:v>1.722258627707425</c:v>
                </c:pt>
                <c:pt idx="1658">
                  <c:v>1.7851546049695182</c:v>
                </c:pt>
                <c:pt idx="1659">
                  <c:v>1.8518555473669078</c:v>
                </c:pt>
                <c:pt idx="1660">
                  <c:v>1.8884539118621473</c:v>
                </c:pt>
                <c:pt idx="1661">
                  <c:v>1.9715630415621326</c:v>
                </c:pt>
                <c:pt idx="1662">
                  <c:v>2.0634304689717067</c:v>
                </c:pt>
                <c:pt idx="1663">
                  <c:v>2.1329575767619184</c:v>
                </c:pt>
                <c:pt idx="1664">
                  <c:v>1.933648654592087</c:v>
                </c:pt>
                <c:pt idx="1665">
                  <c:v>1.8722192173059509</c:v>
                </c:pt>
                <c:pt idx="1666">
                  <c:v>1.8515912636435181</c:v>
                </c:pt>
                <c:pt idx="1667">
                  <c:v>1.7320393554499072</c:v>
                </c:pt>
                <c:pt idx="1668">
                  <c:v>1.5469729537236525</c:v>
                </c:pt>
                <c:pt idx="1669">
                  <c:v>1.4875762934578811</c:v>
                </c:pt>
                <c:pt idx="1670">
                  <c:v>1.5099835014403393</c:v>
                </c:pt>
                <c:pt idx="1671">
                  <c:v>1.5198471443530823</c:v>
                </c:pt>
                <c:pt idx="1672">
                  <c:v>1.5353397159632396</c:v>
                </c:pt>
                <c:pt idx="1673">
                  <c:v>1.7275148566520182</c:v>
                </c:pt>
                <c:pt idx="1674">
                  <c:v>1.9697990430477379</c:v>
                </c:pt>
                <c:pt idx="1675">
                  <c:v>2.131553691657444</c:v>
                </c:pt>
                <c:pt idx="1676">
                  <c:v>2.3666442776753205</c:v>
                </c:pt>
                <c:pt idx="1677">
                  <c:v>2.4847049732792663</c:v>
                </c:pt>
                <c:pt idx="1678">
                  <c:v>2.5546650838090152</c:v>
                </c:pt>
                <c:pt idx="1679">
                  <c:v>2.5528571201518218</c:v>
                </c:pt>
                <c:pt idx="1680">
                  <c:v>2.673542262530642</c:v>
                </c:pt>
                <c:pt idx="1681">
                  <c:v>2.7713665142339199</c:v>
                </c:pt>
                <c:pt idx="1682">
                  <c:v>2.6751902079116578</c:v>
                </c:pt>
                <c:pt idx="1683">
                  <c:v>2.7063087801175638</c:v>
                </c:pt>
                <c:pt idx="1684">
                  <c:v>2.7867069796778718</c:v>
                </c:pt>
                <c:pt idx="1685">
                  <c:v>2.7929746188555096</c:v>
                </c:pt>
                <c:pt idx="1686">
                  <c:v>2.7702130016922202</c:v>
                </c:pt>
                <c:pt idx="1687">
                  <c:v>2.7671742608284045</c:v>
                </c:pt>
                <c:pt idx="1688">
                  <c:v>2.7317334759976366</c:v>
                </c:pt>
                <c:pt idx="1689">
                  <c:v>2.6138719887897892</c:v>
                </c:pt>
                <c:pt idx="1690">
                  <c:v>2.3940584432672796</c:v>
                </c:pt>
                <c:pt idx="1691">
                  <c:v>2.2664653527157679</c:v>
                </c:pt>
                <c:pt idx="1692">
                  <c:v>2.1113665176396554</c:v>
                </c:pt>
                <c:pt idx="1693">
                  <c:v>1.9469424110242988</c:v>
                </c:pt>
                <c:pt idx="1694">
                  <c:v>1.9164056338763591</c:v>
                </c:pt>
                <c:pt idx="1695">
                  <c:v>1.8884726580104381</c:v>
                </c:pt>
                <c:pt idx="1696">
                  <c:v>1.9367061910477847</c:v>
                </c:pt>
                <c:pt idx="1697">
                  <c:v>2.1483854714041195</c:v>
                </c:pt>
                <c:pt idx="1698">
                  <c:v>2.2235703036555763</c:v>
                </c:pt>
                <c:pt idx="1699">
                  <c:v>2.3358985485385473</c:v>
                </c:pt>
                <c:pt idx="1700">
                  <c:v>2.5012668653783332</c:v>
                </c:pt>
                <c:pt idx="1701">
                  <c:v>2.5561722707952246</c:v>
                </c:pt>
                <c:pt idx="1702">
                  <c:v>2.5643677950921506</c:v>
                </c:pt>
                <c:pt idx="1703">
                  <c:v>2.5540205994635148</c:v>
                </c:pt>
                <c:pt idx="1704">
                  <c:v>2.585011181805267</c:v>
                </c:pt>
                <c:pt idx="1705">
                  <c:v>2.6116958471363465</c:v>
                </c:pt>
                <c:pt idx="1706">
                  <c:v>2.6604741095620046</c:v>
                </c:pt>
                <c:pt idx="1707">
                  <c:v>2.669039947062791</c:v>
                </c:pt>
                <c:pt idx="1708">
                  <c:v>2.6744742596248621</c:v>
                </c:pt>
                <c:pt idx="1709">
                  <c:v>2.644248288407689</c:v>
                </c:pt>
                <c:pt idx="1710">
                  <c:v>2.6465326138892036</c:v>
                </c:pt>
                <c:pt idx="1711">
                  <c:v>2.6048886195911387</c:v>
                </c:pt>
                <c:pt idx="1712">
                  <c:v>2.5432912160488201</c:v>
                </c:pt>
                <c:pt idx="1713">
                  <c:v>2.5610084956474739</c:v>
                </c:pt>
                <c:pt idx="1714">
                  <c:v>2.4461511933282352</c:v>
                </c:pt>
                <c:pt idx="1715">
                  <c:v>2.4258363961456264</c:v>
                </c:pt>
                <c:pt idx="1716">
                  <c:v>2.4083238426424605</c:v>
                </c:pt>
                <c:pt idx="1717">
                  <c:v>2.3402020154336292</c:v>
                </c:pt>
                <c:pt idx="1718">
                  <c:v>2.2585208638991641</c:v>
                </c:pt>
                <c:pt idx="1719">
                  <c:v>2.1105327398002189</c:v>
                </c:pt>
                <c:pt idx="1720">
                  <c:v>2.2448785074458315</c:v>
                </c:pt>
                <c:pt idx="1721">
                  <c:v>2.2368883558846417</c:v>
                </c:pt>
                <c:pt idx="1722">
                  <c:v>2.2387000298299591</c:v>
                </c:pt>
                <c:pt idx="1723">
                  <c:v>2.2616849827944332</c:v>
                </c:pt>
                <c:pt idx="1724">
                  <c:v>2.2524891037741641</c:v>
                </c:pt>
                <c:pt idx="1725">
                  <c:v>2.1938451876565384</c:v>
                </c:pt>
                <c:pt idx="1726">
                  <c:v>2.2203297151486048</c:v>
                </c:pt>
                <c:pt idx="1727">
                  <c:v>2.2853608430187746</c:v>
                </c:pt>
                <c:pt idx="1728">
                  <c:v>2.3682616378835815</c:v>
                </c:pt>
                <c:pt idx="1729">
                  <c:v>2.3801536490178679</c:v>
                </c:pt>
                <c:pt idx="1730">
                  <c:v>2.4532423605696199</c:v>
                </c:pt>
                <c:pt idx="1731">
                  <c:v>2.5724072336178292</c:v>
                </c:pt>
                <c:pt idx="1732">
                  <c:v>2.6436581433486874</c:v>
                </c:pt>
                <c:pt idx="1733">
                  <c:v>2.6358575653473553</c:v>
                </c:pt>
                <c:pt idx="1734">
                  <c:v>2.6230828341112433</c:v>
                </c:pt>
                <c:pt idx="1735">
                  <c:v>2.7371578769619656</c:v>
                </c:pt>
                <c:pt idx="1736">
                  <c:v>2.623270730400677</c:v>
                </c:pt>
                <c:pt idx="1737">
                  <c:v>2.3908928185621692</c:v>
                </c:pt>
                <c:pt idx="1738">
                  <c:v>2.2065251735257347</c:v>
                </c:pt>
                <c:pt idx="1739">
                  <c:v>2.0827265876118792</c:v>
                </c:pt>
                <c:pt idx="1740">
                  <c:v>1.9351304840472503</c:v>
                </c:pt>
                <c:pt idx="1741">
                  <c:v>1.7374443401343287</c:v>
                </c:pt>
                <c:pt idx="1742">
                  <c:v>1.6848753606940514</c:v>
                </c:pt>
                <c:pt idx="1743">
                  <c:v>1.7092767694247317</c:v>
                </c:pt>
                <c:pt idx="1744">
                  <c:v>1.6604478002222958</c:v>
                </c:pt>
                <c:pt idx="1745">
                  <c:v>1.764825666549654</c:v>
                </c:pt>
                <c:pt idx="1746">
                  <c:v>1.8338102469433926</c:v>
                </c:pt>
                <c:pt idx="1747">
                  <c:v>1.9161016652835394</c:v>
                </c:pt>
                <c:pt idx="1748">
                  <c:v>2.0253955074496397</c:v>
                </c:pt>
                <c:pt idx="1749">
                  <c:v>2.1407812129726875</c:v>
                </c:pt>
                <c:pt idx="1750">
                  <c:v>2.1723017272432861</c:v>
                </c:pt>
                <c:pt idx="1751">
                  <c:v>2.1927269513323666</c:v>
                </c:pt>
                <c:pt idx="1752">
                  <c:v>2.2541300734961998</c:v>
                </c:pt>
                <c:pt idx="1753">
                  <c:v>2.2823086190743438</c:v>
                </c:pt>
                <c:pt idx="1754">
                  <c:v>2.3914115567069212</c:v>
                </c:pt>
                <c:pt idx="1755">
                  <c:v>2.3796813151323644</c:v>
                </c:pt>
                <c:pt idx="1756">
                  <c:v>2.4664257105279184</c:v>
                </c:pt>
                <c:pt idx="1757">
                  <c:v>2.4372675653626739</c:v>
                </c:pt>
                <c:pt idx="1758">
                  <c:v>2.4575255245698151</c:v>
                </c:pt>
                <c:pt idx="1759">
                  <c:v>2.5475788915355353</c:v>
                </c:pt>
                <c:pt idx="1760">
                  <c:v>2.5451866692691163</c:v>
                </c:pt>
                <c:pt idx="1761">
                  <c:v>2.2232013803392268</c:v>
                </c:pt>
                <c:pt idx="1762">
                  <c:v>1.9348143425582005</c:v>
                </c:pt>
                <c:pt idx="1763">
                  <c:v>1.882132172279557</c:v>
                </c:pt>
                <c:pt idx="1764">
                  <c:v>1.5989172070755402</c:v>
                </c:pt>
                <c:pt idx="1765">
                  <c:v>1.4890836913281755</c:v>
                </c:pt>
                <c:pt idx="1766">
                  <c:v>1.3559051879966781</c:v>
                </c:pt>
                <c:pt idx="1767">
                  <c:v>1.2956471148150643</c:v>
                </c:pt>
                <c:pt idx="1768">
                  <c:v>1.4129665474194744</c:v>
                </c:pt>
                <c:pt idx="1769">
                  <c:v>1.5137754243917516</c:v>
                </c:pt>
                <c:pt idx="1770">
                  <c:v>1.6615871879722108</c:v>
                </c:pt>
                <c:pt idx="1771">
                  <c:v>1.8113738402869639</c:v>
                </c:pt>
                <c:pt idx="1772">
                  <c:v>1.9009735312400349</c:v>
                </c:pt>
                <c:pt idx="1773">
                  <c:v>2.133058379672979</c:v>
                </c:pt>
                <c:pt idx="1774">
                  <c:v>2.4164165968102012</c:v>
                </c:pt>
                <c:pt idx="1775">
                  <c:v>2.3705607489454064</c:v>
                </c:pt>
                <c:pt idx="1776">
                  <c:v>2.4356639455538045</c:v>
                </c:pt>
                <c:pt idx="1777">
                  <c:v>2.5342795429698177</c:v>
                </c:pt>
                <c:pt idx="1778">
                  <c:v>2.5215884074673371</c:v>
                </c:pt>
                <c:pt idx="1779">
                  <c:v>2.4687653178526143</c:v>
                </c:pt>
                <c:pt idx="1780">
                  <c:v>2.5362187850403393</c:v>
                </c:pt>
                <c:pt idx="1781">
                  <c:v>2.567254509788758</c:v>
                </c:pt>
                <c:pt idx="1782">
                  <c:v>2.4753734161056795</c:v>
                </c:pt>
                <c:pt idx="1783">
                  <c:v>3.234602975210374</c:v>
                </c:pt>
                <c:pt idx="1784">
                  <c:v>1.4443872359405794</c:v>
                </c:pt>
                <c:pt idx="1785">
                  <c:v>1.0780021250516523</c:v>
                </c:pt>
                <c:pt idx="1786">
                  <c:v>1.0840097097724599</c:v>
                </c:pt>
                <c:pt idx="1787">
                  <c:v>1.0171801384531247</c:v>
                </c:pt>
                <c:pt idx="1788">
                  <c:v>0.85984082982934329</c:v>
                </c:pt>
                <c:pt idx="1789">
                  <c:v>0.70947247497216281</c:v>
                </c:pt>
                <c:pt idx="1790">
                  <c:v>0.67977760511328067</c:v>
                </c:pt>
                <c:pt idx="1791">
                  <c:v>0.66493184276682415</c:v>
                </c:pt>
                <c:pt idx="1792">
                  <c:v>0.74404804325302909</c:v>
                </c:pt>
                <c:pt idx="1793">
                  <c:v>0.68507052041569738</c:v>
                </c:pt>
                <c:pt idx="1794">
                  <c:v>0.64002816083682379</c:v>
                </c:pt>
                <c:pt idx="1795">
                  <c:v>0.57674679959296926</c:v>
                </c:pt>
                <c:pt idx="1796">
                  <c:v>0.60724714066950436</c:v>
                </c:pt>
                <c:pt idx="1797">
                  <c:v>0.60869628769820572</c:v>
                </c:pt>
                <c:pt idx="1798">
                  <c:v>0.58844601094156868</c:v>
                </c:pt>
                <c:pt idx="1799">
                  <c:v>0.553414594658036</c:v>
                </c:pt>
                <c:pt idx="1800">
                  <c:v>0.59874645697854767</c:v>
                </c:pt>
                <c:pt idx="1801">
                  <c:v>0.66385894849847094</c:v>
                </c:pt>
                <c:pt idx="1802">
                  <c:v>0.69411102472611752</c:v>
                </c:pt>
                <c:pt idx="1803">
                  <c:v>0.70543037634415895</c:v>
                </c:pt>
                <c:pt idx="1804">
                  <c:v>0.70550639364284762</c:v>
                </c:pt>
                <c:pt idx="1805">
                  <c:v>0.72492601245848165</c:v>
                </c:pt>
                <c:pt idx="1806">
                  <c:v>0.78455135989234581</c:v>
                </c:pt>
                <c:pt idx="1807">
                  <c:v>0.88368864709902384</c:v>
                </c:pt>
                <c:pt idx="1808">
                  <c:v>0.74485459517867125</c:v>
                </c:pt>
                <c:pt idx="1809">
                  <c:v>0.69330007492478096</c:v>
                </c:pt>
                <c:pt idx="1810">
                  <c:v>0.65003291535525731</c:v>
                </c:pt>
                <c:pt idx="1811">
                  <c:v>0.57346176564941176</c:v>
                </c:pt>
                <c:pt idx="1812">
                  <c:v>0.52356139875003482</c:v>
                </c:pt>
                <c:pt idx="1813">
                  <c:v>0.53264979956052005</c:v>
                </c:pt>
                <c:pt idx="1814">
                  <c:v>0.46774640801954093</c:v>
                </c:pt>
                <c:pt idx="1815">
                  <c:v>0.5105077921272243</c:v>
                </c:pt>
                <c:pt idx="1816">
                  <c:v>0.51672036272635558</c:v>
                </c:pt>
                <c:pt idx="1817">
                  <c:v>0.55761686876054495</c:v>
                </c:pt>
                <c:pt idx="1818">
                  <c:v>0.617378594737233</c:v>
                </c:pt>
                <c:pt idx="1819">
                  <c:v>0.65192435208481969</c:v>
                </c:pt>
                <c:pt idx="1820">
                  <c:v>0.66775766061739572</c:v>
                </c:pt>
                <c:pt idx="1821">
                  <c:v>0.68407031957887976</c:v>
                </c:pt>
                <c:pt idx="1822">
                  <c:v>0.67555379846142927</c:v>
                </c:pt>
                <c:pt idx="1823">
                  <c:v>0.66064343639985745</c:v>
                </c:pt>
                <c:pt idx="1824">
                  <c:v>0.69065538933815962</c:v>
                </c:pt>
                <c:pt idx="1825">
                  <c:v>0.70534285417687748</c:v>
                </c:pt>
                <c:pt idx="1826">
                  <c:v>0.71095097675541175</c:v>
                </c:pt>
                <c:pt idx="1827">
                  <c:v>0.71191741443246792</c:v>
                </c:pt>
                <c:pt idx="1828">
                  <c:v>0.72501858959358778</c:v>
                </c:pt>
                <c:pt idx="1829">
                  <c:v>0.72818975981062328</c:v>
                </c:pt>
                <c:pt idx="1830">
                  <c:v>0.72841311525724683</c:v>
                </c:pt>
                <c:pt idx="1831">
                  <c:v>0.77193546232570476</c:v>
                </c:pt>
                <c:pt idx="1832">
                  <c:v>0.85967521781358636</c:v>
                </c:pt>
                <c:pt idx="1833">
                  <c:v>0.89233921043830866</c:v>
                </c:pt>
                <c:pt idx="1834">
                  <c:v>0.8783843630462782</c:v>
                </c:pt>
                <c:pt idx="1835">
                  <c:v>0.89343034787475739</c:v>
                </c:pt>
                <c:pt idx="1836">
                  <c:v>0.85235155459520029</c:v>
                </c:pt>
                <c:pt idx="1837">
                  <c:v>0.82428005393889103</c:v>
                </c:pt>
                <c:pt idx="1838">
                  <c:v>0.81280421423083105</c:v>
                </c:pt>
                <c:pt idx="1839">
                  <c:v>0.72639525491607271</c:v>
                </c:pt>
                <c:pt idx="1840">
                  <c:v>0.76930308253493729</c:v>
                </c:pt>
                <c:pt idx="1841">
                  <c:v>0.79539355963577674</c:v>
                </c:pt>
                <c:pt idx="1842">
                  <c:v>0.80336923524313308</c:v>
                </c:pt>
                <c:pt idx="1843">
                  <c:v>0.79149769860429553</c:v>
                </c:pt>
                <c:pt idx="1844">
                  <c:v>0.82090041130304481</c:v>
                </c:pt>
                <c:pt idx="1845">
                  <c:v>0.83437206891338644</c:v>
                </c:pt>
                <c:pt idx="1846">
                  <c:v>0.85024184298108441</c:v>
                </c:pt>
                <c:pt idx="1847">
                  <c:v>0.83945546410914096</c:v>
                </c:pt>
                <c:pt idx="1848">
                  <c:v>0.85789140593271318</c:v>
                </c:pt>
                <c:pt idx="1849">
                  <c:v>0.87165474595069237</c:v>
                </c:pt>
                <c:pt idx="1850">
                  <c:v>0.87781255434767547</c:v>
                </c:pt>
                <c:pt idx="1851">
                  <c:v>0.85175632907836529</c:v>
                </c:pt>
                <c:pt idx="1852">
                  <c:v>0.86546602177015319</c:v>
                </c:pt>
                <c:pt idx="1853">
                  <c:v>0.86963509516307536</c:v>
                </c:pt>
                <c:pt idx="1854">
                  <c:v>0.87961363483259458</c:v>
                </c:pt>
                <c:pt idx="1855">
                  <c:v>0.89807088884748199</c:v>
                </c:pt>
                <c:pt idx="1856">
                  <c:v>0.87981731809385277</c:v>
                </c:pt>
                <c:pt idx="1857">
                  <c:v>0.86351253172687026</c:v>
                </c:pt>
                <c:pt idx="1858">
                  <c:v>0.83039308741687978</c:v>
                </c:pt>
                <c:pt idx="1859">
                  <c:v>0.83120373015134752</c:v>
                </c:pt>
                <c:pt idx="1860">
                  <c:v>0.81704855250434438</c:v>
                </c:pt>
                <c:pt idx="1861">
                  <c:v>0.82888269108346357</c:v>
                </c:pt>
                <c:pt idx="1862">
                  <c:v>0.79274272765006237</c:v>
                </c:pt>
                <c:pt idx="1863">
                  <c:v>0.78720995798014048</c:v>
                </c:pt>
                <c:pt idx="1864">
                  <c:v>0.8191586118746963</c:v>
                </c:pt>
                <c:pt idx="1865">
                  <c:v>0.80679580917761418</c:v>
                </c:pt>
                <c:pt idx="1866">
                  <c:v>0.78279258354682302</c:v>
                </c:pt>
                <c:pt idx="1867">
                  <c:v>0.80840058587671093</c:v>
                </c:pt>
                <c:pt idx="1868">
                  <c:v>0.81973294008655873</c:v>
                </c:pt>
                <c:pt idx="1869">
                  <c:v>0.80326960909666378</c:v>
                </c:pt>
                <c:pt idx="1870">
                  <c:v>0.7922867982387547</c:v>
                </c:pt>
                <c:pt idx="1871">
                  <c:v>0.79790967063596707</c:v>
                </c:pt>
                <c:pt idx="1872">
                  <c:v>0.79857145414633057</c:v>
                </c:pt>
                <c:pt idx="1873">
                  <c:v>0.80085207704373174</c:v>
                </c:pt>
                <c:pt idx="1874">
                  <c:v>0.7943929530942444</c:v>
                </c:pt>
                <c:pt idx="1875">
                  <c:v>0.82348001096236867</c:v>
                </c:pt>
                <c:pt idx="1876">
                  <c:v>0.83538140684464257</c:v>
                </c:pt>
                <c:pt idx="1877">
                  <c:v>0.81695678206188171</c:v>
                </c:pt>
                <c:pt idx="1878">
                  <c:v>0.8304054352661584</c:v>
                </c:pt>
                <c:pt idx="1879">
                  <c:v>0.84094639298748752</c:v>
                </c:pt>
                <c:pt idx="1880">
                  <c:v>0.86149926273686783</c:v>
                </c:pt>
                <c:pt idx="1881">
                  <c:v>0.89033160093100794</c:v>
                </c:pt>
                <c:pt idx="1882">
                  <c:v>0.84161358022461208</c:v>
                </c:pt>
                <c:pt idx="1883">
                  <c:v>0.78155857737774281</c:v>
                </c:pt>
                <c:pt idx="1884">
                  <c:v>0.74237789533323806</c:v>
                </c:pt>
                <c:pt idx="1885">
                  <c:v>0.66530110917692464</c:v>
                </c:pt>
                <c:pt idx="1886">
                  <c:v>0.63672960809429358</c:v>
                </c:pt>
                <c:pt idx="1887">
                  <c:v>0.64627414021109375</c:v>
                </c:pt>
                <c:pt idx="1888">
                  <c:v>0.70949840287304189</c:v>
                </c:pt>
                <c:pt idx="1889">
                  <c:v>0.71107822068451998</c:v>
                </c:pt>
                <c:pt idx="1890">
                  <c:v>0.74057078824597766</c:v>
                </c:pt>
                <c:pt idx="1891">
                  <c:v>0.79215843498936589</c:v>
                </c:pt>
                <c:pt idx="1892">
                  <c:v>0.76813419516553738</c:v>
                </c:pt>
                <c:pt idx="1893">
                  <c:v>0.86979919605151601</c:v>
                </c:pt>
                <c:pt idx="1894">
                  <c:v>0.89252987062538247</c:v>
                </c:pt>
                <c:pt idx="1895">
                  <c:v>0.89363558187003667</c:v>
                </c:pt>
                <c:pt idx="1896">
                  <c:v>0.8864834847381754</c:v>
                </c:pt>
                <c:pt idx="1897">
                  <c:v>0.88810797641551875</c:v>
                </c:pt>
                <c:pt idx="1898">
                  <c:v>0.88233902157762523</c:v>
                </c:pt>
                <c:pt idx="1899">
                  <c:v>0.90830476201562005</c:v>
                </c:pt>
                <c:pt idx="1900">
                  <c:v>0.89446655030904032</c:v>
                </c:pt>
                <c:pt idx="1901">
                  <c:v>0.9384608175444531</c:v>
                </c:pt>
                <c:pt idx="1902">
                  <c:v>0.93627986715546441</c:v>
                </c:pt>
                <c:pt idx="1903">
                  <c:v>0.91932120835730269</c:v>
                </c:pt>
                <c:pt idx="1904">
                  <c:v>0.95665496854430643</c:v>
                </c:pt>
                <c:pt idx="1905">
                  <c:v>0.8688680851248568</c:v>
                </c:pt>
                <c:pt idx="1906">
                  <c:v>0.88709130589298202</c:v>
                </c:pt>
                <c:pt idx="1907">
                  <c:v>0.83580442437928315</c:v>
                </c:pt>
                <c:pt idx="1908">
                  <c:v>0.80214287578038224</c:v>
                </c:pt>
                <c:pt idx="1909">
                  <c:v>0.72978571444261353</c:v>
                </c:pt>
                <c:pt idx="1910">
                  <c:v>0.66899640045112296</c:v>
                </c:pt>
                <c:pt idx="1911">
                  <c:v>0.72893933447651382</c:v>
                </c:pt>
                <c:pt idx="1912">
                  <c:v>0.6670050577236073</c:v>
                </c:pt>
                <c:pt idx="1913">
                  <c:v>0.67297603897690672</c:v>
                </c:pt>
                <c:pt idx="1914">
                  <c:v>0.68738329455872027</c:v>
                </c:pt>
                <c:pt idx="1915">
                  <c:v>0.70601175222916401</c:v>
                </c:pt>
                <c:pt idx="1916">
                  <c:v>0.71815516221751485</c:v>
                </c:pt>
                <c:pt idx="1917">
                  <c:v>0.81496705219104382</c:v>
                </c:pt>
                <c:pt idx="1918">
                  <c:v>0.83146918692856253</c:v>
                </c:pt>
                <c:pt idx="1919">
                  <c:v>0.84412964782559941</c:v>
                </c:pt>
                <c:pt idx="1920">
                  <c:v>0.82361346154141002</c:v>
                </c:pt>
                <c:pt idx="1921">
                  <c:v>0.82887708516073177</c:v>
                </c:pt>
                <c:pt idx="1922">
                  <c:v>0.8230657368997405</c:v>
                </c:pt>
                <c:pt idx="1923">
                  <c:v>0.91236880589968861</c:v>
                </c:pt>
                <c:pt idx="1924">
                  <c:v>0.97325791578366894</c:v>
                </c:pt>
                <c:pt idx="1925">
                  <c:v>0.96692624611128841</c:v>
                </c:pt>
                <c:pt idx="1926">
                  <c:v>0.95315673844667725</c:v>
                </c:pt>
                <c:pt idx="1927">
                  <c:v>0.93933103329233314</c:v>
                </c:pt>
                <c:pt idx="1928">
                  <c:v>0.93461192147790351</c:v>
                </c:pt>
                <c:pt idx="1929">
                  <c:v>0.98327163387596295</c:v>
                </c:pt>
                <c:pt idx="1930">
                  <c:v>0.97573082006051848</c:v>
                </c:pt>
                <c:pt idx="1931">
                  <c:v>0.94539078586627112</c:v>
                </c:pt>
                <c:pt idx="1932">
                  <c:v>0.92306609243673332</c:v>
                </c:pt>
                <c:pt idx="1933">
                  <c:v>0.82083109907958318</c:v>
                </c:pt>
                <c:pt idx="1934">
                  <c:v>0.98899200778254381</c:v>
                </c:pt>
                <c:pt idx="1935">
                  <c:v>0.91682727413564569</c:v>
                </c:pt>
                <c:pt idx="1936">
                  <c:v>0.88202263911686984</c:v>
                </c:pt>
                <c:pt idx="1937">
                  <c:v>0.83830455038972684</c:v>
                </c:pt>
                <c:pt idx="1938">
                  <c:v>0.91294516341032472</c:v>
                </c:pt>
                <c:pt idx="1939">
                  <c:v>0.85772977047873966</c:v>
                </c:pt>
                <c:pt idx="1940">
                  <c:v>0.88614795450263639</c:v>
                </c:pt>
                <c:pt idx="1941">
                  <c:v>1.0372775171525117</c:v>
                </c:pt>
                <c:pt idx="1942">
                  <c:v>1.0948004977468238</c:v>
                </c:pt>
                <c:pt idx="1943">
                  <c:v>1.0754045583537994</c:v>
                </c:pt>
                <c:pt idx="1944">
                  <c:v>1.1031390299180819</c:v>
                </c:pt>
                <c:pt idx="1945">
                  <c:v>1.0648648559131413</c:v>
                </c:pt>
                <c:pt idx="1946">
                  <c:v>1.0754641092010899</c:v>
                </c:pt>
                <c:pt idx="1947">
                  <c:v>1.148420518944685</c:v>
                </c:pt>
                <c:pt idx="1948">
                  <c:v>1.1759214615793423</c:v>
                </c:pt>
                <c:pt idx="1949">
                  <c:v>1.1939626081460393</c:v>
                </c:pt>
                <c:pt idx="1950">
                  <c:v>1.1417430268200219</c:v>
                </c:pt>
                <c:pt idx="1951">
                  <c:v>1.0945335615903633</c:v>
                </c:pt>
                <c:pt idx="1952">
                  <c:v>1.0436127832906528</c:v>
                </c:pt>
                <c:pt idx="1953">
                  <c:v>1.0629779469975069</c:v>
                </c:pt>
                <c:pt idx="1954">
                  <c:v>0.94238350954578098</c:v>
                </c:pt>
                <c:pt idx="1955">
                  <c:v>0.8221203326317913</c:v>
                </c:pt>
                <c:pt idx="1956">
                  <c:v>0.81979740794021505</c:v>
                </c:pt>
                <c:pt idx="1957">
                  <c:v>0.88191945469138089</c:v>
                </c:pt>
                <c:pt idx="1958">
                  <c:v>0.78659345509040779</c:v>
                </c:pt>
                <c:pt idx="1959">
                  <c:v>0.73893478719862826</c:v>
                </c:pt>
                <c:pt idx="1960">
                  <c:v>0.71276100399932107</c:v>
                </c:pt>
                <c:pt idx="1961">
                  <c:v>0.73275566421181126</c:v>
                </c:pt>
                <c:pt idx="1962">
                  <c:v>0.76877547657355128</c:v>
                </c:pt>
                <c:pt idx="1963">
                  <c:v>0.80984695138940765</c:v>
                </c:pt>
                <c:pt idx="1964">
                  <c:v>0.89168441956291422</c:v>
                </c:pt>
                <c:pt idx="1965">
                  <c:v>0.91697094161278692</c:v>
                </c:pt>
                <c:pt idx="1966">
                  <c:v>0.97534662152951568</c:v>
                </c:pt>
                <c:pt idx="1967">
                  <c:v>1.0444198916967891</c:v>
                </c:pt>
                <c:pt idx="1968">
                  <c:v>1.0556940119248519</c:v>
                </c:pt>
                <c:pt idx="1969">
                  <c:v>1.0945788074571274</c:v>
                </c:pt>
                <c:pt idx="1970">
                  <c:v>1.0739685349942272</c:v>
                </c:pt>
                <c:pt idx="1971">
                  <c:v>1.1106873230586785</c:v>
                </c:pt>
                <c:pt idx="1972">
                  <c:v>1.1938333379943582</c:v>
                </c:pt>
                <c:pt idx="1973">
                  <c:v>1.195921610628397</c:v>
                </c:pt>
                <c:pt idx="1974">
                  <c:v>1.1718179700286007</c:v>
                </c:pt>
                <c:pt idx="1975">
                  <c:v>1.2406932732397835</c:v>
                </c:pt>
                <c:pt idx="1976">
                  <c:v>1.2835809276006087</c:v>
                </c:pt>
                <c:pt idx="1977">
                  <c:v>1.3073355937925089</c:v>
                </c:pt>
                <c:pt idx="1978">
                  <c:v>1.166507611866578</c:v>
                </c:pt>
                <c:pt idx="1979">
                  <c:v>1.1999688458861235</c:v>
                </c:pt>
                <c:pt idx="1980">
                  <c:v>1.0610765238136628</c:v>
                </c:pt>
                <c:pt idx="1981">
                  <c:v>1.0886165527214386</c:v>
                </c:pt>
                <c:pt idx="1982">
                  <c:v>1.0336160690429674</c:v>
                </c:pt>
                <c:pt idx="1983">
                  <c:v>0.96994363958097896</c:v>
                </c:pt>
                <c:pt idx="1984">
                  <c:v>1.0522653627472716</c:v>
                </c:pt>
                <c:pt idx="1985">
                  <c:v>0.99830455744446012</c:v>
                </c:pt>
                <c:pt idx="1986">
                  <c:v>1.034113340830507</c:v>
                </c:pt>
                <c:pt idx="1987">
                  <c:v>1.0537442474922827</c:v>
                </c:pt>
                <c:pt idx="1988">
                  <c:v>1.0064108700878787</c:v>
                </c:pt>
                <c:pt idx="1989">
                  <c:v>0.9363904705820022</c:v>
                </c:pt>
                <c:pt idx="1990">
                  <c:v>0.91615049320947695</c:v>
                </c:pt>
                <c:pt idx="1991">
                  <c:v>0.90212564687698293</c:v>
                </c:pt>
                <c:pt idx="1992">
                  <c:v>0.91220027624799394</c:v>
                </c:pt>
                <c:pt idx="1993">
                  <c:v>0.99054425161664994</c:v>
                </c:pt>
                <c:pt idx="1994">
                  <c:v>0.8877546468853087</c:v>
                </c:pt>
                <c:pt idx="1995">
                  <c:v>0.8202083238984762</c:v>
                </c:pt>
                <c:pt idx="1996">
                  <c:v>0.77468574180988259</c:v>
                </c:pt>
                <c:pt idx="1997">
                  <c:v>0.80790882025002209</c:v>
                </c:pt>
                <c:pt idx="1998">
                  <c:v>0.82013149130245866</c:v>
                </c:pt>
                <c:pt idx="1999">
                  <c:v>0.75984763842596248</c:v>
                </c:pt>
                <c:pt idx="2000">
                  <c:v>0.7240660754625019</c:v>
                </c:pt>
                <c:pt idx="2001">
                  <c:v>0.69928334186855279</c:v>
                </c:pt>
                <c:pt idx="2002">
                  <c:v>0.56483316384047411</c:v>
                </c:pt>
                <c:pt idx="2003">
                  <c:v>0.42073970978206526</c:v>
                </c:pt>
                <c:pt idx="2004">
                  <c:v>0.40669492888841302</c:v>
                </c:pt>
                <c:pt idx="2005">
                  <c:v>0.40622709540415425</c:v>
                </c:pt>
                <c:pt idx="2006">
                  <c:v>0.40962633569189694</c:v>
                </c:pt>
                <c:pt idx="2007">
                  <c:v>0.55478047021668908</c:v>
                </c:pt>
                <c:pt idx="2008">
                  <c:v>0.7556024175328816</c:v>
                </c:pt>
                <c:pt idx="2009">
                  <c:v>0.88350814495143826</c:v>
                </c:pt>
                <c:pt idx="2010">
                  <c:v>1.0057666536264886</c:v>
                </c:pt>
                <c:pt idx="2011">
                  <c:v>1.0744864177335416</c:v>
                </c:pt>
                <c:pt idx="2012">
                  <c:v>1.2089506113355197</c:v>
                </c:pt>
                <c:pt idx="2013">
                  <c:v>1.258631281567866</c:v>
                </c:pt>
                <c:pt idx="2014">
                  <c:v>1.3869239216737326</c:v>
                </c:pt>
                <c:pt idx="2015">
                  <c:v>1.4056058395245796</c:v>
                </c:pt>
                <c:pt idx="2016">
                  <c:v>1.4808814137026296</c:v>
                </c:pt>
                <c:pt idx="2017">
                  <c:v>1.4916064263732416</c:v>
                </c:pt>
                <c:pt idx="2018">
                  <c:v>1.484390307352152</c:v>
                </c:pt>
                <c:pt idx="2019">
                  <c:v>1.4487507177675212</c:v>
                </c:pt>
                <c:pt idx="2020">
                  <c:v>1.4539526061689245</c:v>
                </c:pt>
                <c:pt idx="2021">
                  <c:v>1.4592568551011385</c:v>
                </c:pt>
                <c:pt idx="2022">
                  <c:v>1.4139792958511372</c:v>
                </c:pt>
                <c:pt idx="2023">
                  <c:v>1.4869306070299959</c:v>
                </c:pt>
                <c:pt idx="2024">
                  <c:v>1.4971746629675335</c:v>
                </c:pt>
                <c:pt idx="2025">
                  <c:v>1.4716542752962538</c:v>
                </c:pt>
                <c:pt idx="2026">
                  <c:v>1.4533554147109318</c:v>
                </c:pt>
                <c:pt idx="2027">
                  <c:v>1.400260202012654</c:v>
                </c:pt>
                <c:pt idx="2028">
                  <c:v>1.4500095960327397</c:v>
                </c:pt>
                <c:pt idx="2029">
                  <c:v>1.2130202364565379</c:v>
                </c:pt>
                <c:pt idx="2030">
                  <c:v>1.1728589934754639</c:v>
                </c:pt>
                <c:pt idx="2031">
                  <c:v>1.226851862461297</c:v>
                </c:pt>
                <c:pt idx="2032">
                  <c:v>1.3923848477100431</c:v>
                </c:pt>
                <c:pt idx="2033">
                  <c:v>1.4081452605434588</c:v>
                </c:pt>
                <c:pt idx="2034">
                  <c:v>1.3878620725512538</c:v>
                </c:pt>
                <c:pt idx="2035">
                  <c:v>1.3572571183225879</c:v>
                </c:pt>
                <c:pt idx="2036">
                  <c:v>1.3800636299042133</c:v>
                </c:pt>
                <c:pt idx="2037">
                  <c:v>1.3995187371753901</c:v>
                </c:pt>
                <c:pt idx="2038">
                  <c:v>1.3679414217915185</c:v>
                </c:pt>
                <c:pt idx="2039">
                  <c:v>1.4297906443357378</c:v>
                </c:pt>
                <c:pt idx="2040">
                  <c:v>1.4219765848665069</c:v>
                </c:pt>
                <c:pt idx="2041">
                  <c:v>1.3773520965262351</c:v>
                </c:pt>
                <c:pt idx="2042">
                  <c:v>1.3728058957552705</c:v>
                </c:pt>
                <c:pt idx="2043">
                  <c:v>1.3467075422753643</c:v>
                </c:pt>
                <c:pt idx="2044">
                  <c:v>1.3434200321622953</c:v>
                </c:pt>
                <c:pt idx="2045">
                  <c:v>1.3362153610447722</c:v>
                </c:pt>
                <c:pt idx="2046">
                  <c:v>1.3614440133147359</c:v>
                </c:pt>
                <c:pt idx="2047">
                  <c:v>1.2917808009775109</c:v>
                </c:pt>
                <c:pt idx="2048">
                  <c:v>1.3011581409011546</c:v>
                </c:pt>
                <c:pt idx="2049">
                  <c:v>1.3241284548485288</c:v>
                </c:pt>
                <c:pt idx="2050">
                  <c:v>1.1862877047484113</c:v>
                </c:pt>
                <c:pt idx="2051">
                  <c:v>1.0391779173384408</c:v>
                </c:pt>
                <c:pt idx="2052">
                  <c:v>1.0276271843313731</c:v>
                </c:pt>
                <c:pt idx="2053">
                  <c:v>1.1125391929812729</c:v>
                </c:pt>
                <c:pt idx="2054">
                  <c:v>1.1068147356118561</c:v>
                </c:pt>
                <c:pt idx="2055">
                  <c:v>1.1008591459527381</c:v>
                </c:pt>
                <c:pt idx="2056">
                  <c:v>1.148816277177064</c:v>
                </c:pt>
                <c:pt idx="2057">
                  <c:v>1.1927276018838811</c:v>
                </c:pt>
                <c:pt idx="2058">
                  <c:v>1.2107030904904776</c:v>
                </c:pt>
                <c:pt idx="2059">
                  <c:v>1.1740070101727145</c:v>
                </c:pt>
                <c:pt idx="2060">
                  <c:v>1.1408088378208492</c:v>
                </c:pt>
                <c:pt idx="2061">
                  <c:v>1.1370940552903626</c:v>
                </c:pt>
                <c:pt idx="2062">
                  <c:v>1.1734091066020405</c:v>
                </c:pt>
                <c:pt idx="2063">
                  <c:v>1.2502581324998123</c:v>
                </c:pt>
                <c:pt idx="2064">
                  <c:v>1.2447924046365475</c:v>
                </c:pt>
                <c:pt idx="2065">
                  <c:v>1.2454423791561051</c:v>
                </c:pt>
                <c:pt idx="2066">
                  <c:v>1.2900378872265701</c:v>
                </c:pt>
                <c:pt idx="2067">
                  <c:v>1.304615333114272</c:v>
                </c:pt>
                <c:pt idx="2068">
                  <c:v>1.2944024136610353</c:v>
                </c:pt>
                <c:pt idx="2069">
                  <c:v>1.3384349140957048</c:v>
                </c:pt>
                <c:pt idx="2070">
                  <c:v>1.3386468358365793</c:v>
                </c:pt>
                <c:pt idx="2071">
                  <c:v>1.3537565132045413</c:v>
                </c:pt>
                <c:pt idx="2072">
                  <c:v>1.3814005339997428</c:v>
                </c:pt>
                <c:pt idx="2073">
                  <c:v>1.5659198030655463</c:v>
                </c:pt>
                <c:pt idx="2074">
                  <c:v>1.6098536767366063</c:v>
                </c:pt>
                <c:pt idx="2075">
                  <c:v>1.2314793977827299</c:v>
                </c:pt>
                <c:pt idx="2076">
                  <c:v>1.1788846745281065</c:v>
                </c:pt>
                <c:pt idx="2077">
                  <c:v>1.1512578212404507</c:v>
                </c:pt>
                <c:pt idx="2078">
                  <c:v>1.1234136387285323</c:v>
                </c:pt>
                <c:pt idx="2079">
                  <c:v>1.0904906930659497</c:v>
                </c:pt>
                <c:pt idx="2080">
                  <c:v>1.0518403901469391</c:v>
                </c:pt>
                <c:pt idx="2081">
                  <c:v>1.0411895521272072</c:v>
                </c:pt>
                <c:pt idx="2082">
                  <c:v>1.041579069171195</c:v>
                </c:pt>
                <c:pt idx="2083">
                  <c:v>1.0803447868453211</c:v>
                </c:pt>
                <c:pt idx="2084">
                  <c:v>1.1018787378398953</c:v>
                </c:pt>
                <c:pt idx="2085">
                  <c:v>1.1165973422638455</c:v>
                </c:pt>
                <c:pt idx="2086">
                  <c:v>1.1348764446630206</c:v>
                </c:pt>
                <c:pt idx="2087">
                  <c:v>1.1444109660031514</c:v>
                </c:pt>
                <c:pt idx="2088">
                  <c:v>1.1306913554579843</c:v>
                </c:pt>
                <c:pt idx="2089">
                  <c:v>1.1237153172799199</c:v>
                </c:pt>
                <c:pt idx="2090">
                  <c:v>1.1640755147708521</c:v>
                </c:pt>
                <c:pt idx="2091">
                  <c:v>1.1814770131349654</c:v>
                </c:pt>
                <c:pt idx="2092">
                  <c:v>1.1753349615709077</c:v>
                </c:pt>
                <c:pt idx="2093">
                  <c:v>1.1856504848009222</c:v>
                </c:pt>
                <c:pt idx="2094">
                  <c:v>1.2027532430072274</c:v>
                </c:pt>
                <c:pt idx="2095">
                  <c:v>1.2141460138557731</c:v>
                </c:pt>
                <c:pt idx="2096">
                  <c:v>1.28361795973128</c:v>
                </c:pt>
                <c:pt idx="2097">
                  <c:v>1.3586516936280486</c:v>
                </c:pt>
                <c:pt idx="2098">
                  <c:v>1.3149831371766085</c:v>
                </c:pt>
                <c:pt idx="2099">
                  <c:v>1.2458512549787026</c:v>
                </c:pt>
                <c:pt idx="2100">
                  <c:v>1.1567691876828068</c:v>
                </c:pt>
                <c:pt idx="2101">
                  <c:v>1.1613711466568717</c:v>
                </c:pt>
                <c:pt idx="2102">
                  <c:v>1.0867303894862184</c:v>
                </c:pt>
                <c:pt idx="2103">
                  <c:v>1.0974827563562006</c:v>
                </c:pt>
                <c:pt idx="2104">
                  <c:v>1.0661245325237856</c:v>
                </c:pt>
                <c:pt idx="2105">
                  <c:v>1.0121172872752915</c:v>
                </c:pt>
                <c:pt idx="2106">
                  <c:v>1.0600347631719189</c:v>
                </c:pt>
                <c:pt idx="2107">
                  <c:v>1.1797897260342862</c:v>
                </c:pt>
                <c:pt idx="2108">
                  <c:v>1.2346232838670923</c:v>
                </c:pt>
                <c:pt idx="2109">
                  <c:v>1.1947227497917472</c:v>
                </c:pt>
                <c:pt idx="2110">
                  <c:v>1.2076841466327979</c:v>
                </c:pt>
                <c:pt idx="2111">
                  <c:v>1.1651936333180868</c:v>
                </c:pt>
                <c:pt idx="2112">
                  <c:v>1.1243563917399366</c:v>
                </c:pt>
                <c:pt idx="2113">
                  <c:v>1.1093311080191879</c:v>
                </c:pt>
                <c:pt idx="2114">
                  <c:v>1.0801086468280903</c:v>
                </c:pt>
                <c:pt idx="2115">
                  <c:v>1.0844071010360767</c:v>
                </c:pt>
                <c:pt idx="2116">
                  <c:v>1.0991813746903936</c:v>
                </c:pt>
                <c:pt idx="2117">
                  <c:v>1.1088252726143879</c:v>
                </c:pt>
                <c:pt idx="2118">
                  <c:v>1.1247129944320502</c:v>
                </c:pt>
                <c:pt idx="2119">
                  <c:v>1.1085067957315504</c:v>
                </c:pt>
                <c:pt idx="2120">
                  <c:v>1.1207131739088969</c:v>
                </c:pt>
                <c:pt idx="2121">
                  <c:v>1.0873425943260615</c:v>
                </c:pt>
                <c:pt idx="2122">
                  <c:v>1.0237773117783855</c:v>
                </c:pt>
                <c:pt idx="2123">
                  <c:v>1.0017268172928504</c:v>
                </c:pt>
                <c:pt idx="2124">
                  <c:v>0.90007918162608691</c:v>
                </c:pt>
                <c:pt idx="2125">
                  <c:v>0.93886245214021757</c:v>
                </c:pt>
                <c:pt idx="2126">
                  <c:v>0.96798026618965782</c:v>
                </c:pt>
                <c:pt idx="2127">
                  <c:v>0.96917537352885497</c:v>
                </c:pt>
                <c:pt idx="2128">
                  <c:v>0.90523660115838656</c:v>
                </c:pt>
                <c:pt idx="2129">
                  <c:v>0.91171230189266217</c:v>
                </c:pt>
                <c:pt idx="2130">
                  <c:v>0.89422386645301133</c:v>
                </c:pt>
                <c:pt idx="2131">
                  <c:v>0.89793614385969411</c:v>
                </c:pt>
                <c:pt idx="2132">
                  <c:v>0.8894001640545488</c:v>
                </c:pt>
                <c:pt idx="2133">
                  <c:v>0.88410505281042795</c:v>
                </c:pt>
                <c:pt idx="2134">
                  <c:v>0.87105930521453256</c:v>
                </c:pt>
                <c:pt idx="2135">
                  <c:v>0.85775401495178172</c:v>
                </c:pt>
                <c:pt idx="2136">
                  <c:v>0.8646649312035567</c:v>
                </c:pt>
                <c:pt idx="2137">
                  <c:v>0.85278065338383569</c:v>
                </c:pt>
                <c:pt idx="2138">
                  <c:v>0.82345951807446971</c:v>
                </c:pt>
                <c:pt idx="2139">
                  <c:v>0.81733026142127163</c:v>
                </c:pt>
                <c:pt idx="2140">
                  <c:v>0.81879220083262039</c:v>
                </c:pt>
                <c:pt idx="2141">
                  <c:v>0.78722975631467207</c:v>
                </c:pt>
                <c:pt idx="2142">
                  <c:v>0.79136062938455287</c:v>
                </c:pt>
                <c:pt idx="2143">
                  <c:v>0.76709022767699342</c:v>
                </c:pt>
                <c:pt idx="2144">
                  <c:v>0.7630400012877594</c:v>
                </c:pt>
                <c:pt idx="2145">
                  <c:v>0.71853678336202031</c:v>
                </c:pt>
                <c:pt idx="2146">
                  <c:v>0.59963747605562856</c:v>
                </c:pt>
                <c:pt idx="2147">
                  <c:v>0.53713580772255631</c:v>
                </c:pt>
                <c:pt idx="2148">
                  <c:v>0.45188694180416278</c:v>
                </c:pt>
                <c:pt idx="2149">
                  <c:v>0.37963516996843488</c:v>
                </c:pt>
                <c:pt idx="2150">
                  <c:v>0.3604972409770798</c:v>
                </c:pt>
                <c:pt idx="2151">
                  <c:v>0.45105681799677222</c:v>
                </c:pt>
                <c:pt idx="2152">
                  <c:v>0.54931318182562272</c:v>
                </c:pt>
                <c:pt idx="2153">
                  <c:v>0.53444453589656482</c:v>
                </c:pt>
                <c:pt idx="2154">
                  <c:v>0.49666544591267653</c:v>
                </c:pt>
                <c:pt idx="2155">
                  <c:v>0.50577055842360907</c:v>
                </c:pt>
                <c:pt idx="2156">
                  <c:v>0.53167751318814949</c:v>
                </c:pt>
                <c:pt idx="2157">
                  <c:v>0.5189503177585969</c:v>
                </c:pt>
                <c:pt idx="2158">
                  <c:v>0.57340979323881747</c:v>
                </c:pt>
                <c:pt idx="2159">
                  <c:v>0.55794891983406092</c:v>
                </c:pt>
                <c:pt idx="2160">
                  <c:v>0.47331384072538341</c:v>
                </c:pt>
                <c:pt idx="2161">
                  <c:v>0.52883450353560391</c:v>
                </c:pt>
                <c:pt idx="2162">
                  <c:v>0.58910509578926962</c:v>
                </c:pt>
                <c:pt idx="2163">
                  <c:v>0.52958604998988268</c:v>
                </c:pt>
                <c:pt idx="2164">
                  <c:v>0.53385126648070624</c:v>
                </c:pt>
                <c:pt idx="2165">
                  <c:v>0.53575147201396955</c:v>
                </c:pt>
                <c:pt idx="2166">
                  <c:v>0.51139385755844591</c:v>
                </c:pt>
                <c:pt idx="2167">
                  <c:v>0.51791973671206992</c:v>
                </c:pt>
                <c:pt idx="2168">
                  <c:v>0.51859743843225492</c:v>
                </c:pt>
                <c:pt idx="2169">
                  <c:v>0.53196171732238329</c:v>
                </c:pt>
                <c:pt idx="2170">
                  <c:v>0.5443723841563588</c:v>
                </c:pt>
                <c:pt idx="2171">
                  <c:v>0.54500993160577993</c:v>
                </c:pt>
                <c:pt idx="2172">
                  <c:v>0.62030786608277133</c:v>
                </c:pt>
                <c:pt idx="2173">
                  <c:v>0.59360434993799482</c:v>
                </c:pt>
                <c:pt idx="2174">
                  <c:v>0.56802035699917541</c:v>
                </c:pt>
                <c:pt idx="2175">
                  <c:v>0.51708399877103339</c:v>
                </c:pt>
                <c:pt idx="2176">
                  <c:v>0.515549437963152</c:v>
                </c:pt>
                <c:pt idx="2177">
                  <c:v>0.66827232580488016</c:v>
                </c:pt>
                <c:pt idx="2178">
                  <c:v>0.53847890817997146</c:v>
                </c:pt>
                <c:pt idx="2179">
                  <c:v>0.56940995031414998</c:v>
                </c:pt>
                <c:pt idx="2180">
                  <c:v>0.59701314183551002</c:v>
                </c:pt>
                <c:pt idx="2181">
                  <c:v>0.60354378940714881</c:v>
                </c:pt>
                <c:pt idx="2182">
                  <c:v>0.58498787590211587</c:v>
                </c:pt>
                <c:pt idx="2183">
                  <c:v>0.5915800864429297</c:v>
                </c:pt>
                <c:pt idx="2184">
                  <c:v>0.65837065405344219</c:v>
                </c:pt>
                <c:pt idx="2185">
                  <c:v>0.55571102551911666</c:v>
                </c:pt>
                <c:pt idx="2186">
                  <c:v>0.58002368277708971</c:v>
                </c:pt>
                <c:pt idx="2187">
                  <c:v>0.61756768491374725</c:v>
                </c:pt>
                <c:pt idx="2188">
                  <c:v>0.61911639710550004</c:v>
                </c:pt>
                <c:pt idx="2189">
                  <c:v>0.60765499847755255</c:v>
                </c:pt>
                <c:pt idx="2190">
                  <c:v>0.61462685456113275</c:v>
                </c:pt>
                <c:pt idx="2191">
                  <c:v>0.61375703649517144</c:v>
                </c:pt>
                <c:pt idx="2192">
                  <c:v>0.62660805717868251</c:v>
                </c:pt>
                <c:pt idx="2193">
                  <c:v>0.55512915860101175</c:v>
                </c:pt>
                <c:pt idx="2194">
                  <c:v>0.58065561063013449</c:v>
                </c:pt>
                <c:pt idx="2195">
                  <c:v>0.50474028635818879</c:v>
                </c:pt>
                <c:pt idx="2196">
                  <c:v>0.65149080078825838</c:v>
                </c:pt>
                <c:pt idx="2197">
                  <c:v>0.55657116383652849</c:v>
                </c:pt>
                <c:pt idx="2198">
                  <c:v>0.65168524044864562</c:v>
                </c:pt>
                <c:pt idx="2199">
                  <c:v>0.56007296928586237</c:v>
                </c:pt>
                <c:pt idx="2200">
                  <c:v>0.53901129954837923</c:v>
                </c:pt>
                <c:pt idx="2201">
                  <c:v>0.59058462452655525</c:v>
                </c:pt>
                <c:pt idx="2202">
                  <c:v>0.61939742000692022</c:v>
                </c:pt>
                <c:pt idx="2203">
                  <c:v>0.55328457767506112</c:v>
                </c:pt>
                <c:pt idx="2204">
                  <c:v>0.53601302689373032</c:v>
                </c:pt>
                <c:pt idx="2205">
                  <c:v>0.53812682810793988</c:v>
                </c:pt>
                <c:pt idx="2206">
                  <c:v>0.5393672357982684</c:v>
                </c:pt>
                <c:pt idx="2207">
                  <c:v>0.5851429501584603</c:v>
                </c:pt>
                <c:pt idx="2208">
                  <c:v>0.55808151062112876</c:v>
                </c:pt>
                <c:pt idx="2209">
                  <c:v>0.54427384067627504</c:v>
                </c:pt>
                <c:pt idx="2210">
                  <c:v>0.5002229434055796</c:v>
                </c:pt>
                <c:pt idx="2211">
                  <c:v>0.50170127824210531</c:v>
                </c:pt>
                <c:pt idx="2212">
                  <c:v>0.49998078605808149</c:v>
                </c:pt>
                <c:pt idx="2213">
                  <c:v>0.53050061142121974</c:v>
                </c:pt>
                <c:pt idx="2214">
                  <c:v>0.53832894587232294</c:v>
                </c:pt>
                <c:pt idx="2215">
                  <c:v>0.55452009871880314</c:v>
                </c:pt>
                <c:pt idx="2216">
                  <c:v>0.52157338212720938</c:v>
                </c:pt>
                <c:pt idx="2217">
                  <c:v>0.52068560446665513</c:v>
                </c:pt>
                <c:pt idx="2218">
                  <c:v>0.5319007692746307</c:v>
                </c:pt>
                <c:pt idx="2219">
                  <c:v>0.52414955864323898</c:v>
                </c:pt>
                <c:pt idx="2220">
                  <c:v>0.54225954360584405</c:v>
                </c:pt>
                <c:pt idx="2221">
                  <c:v>0.53650081941903638</c:v>
                </c:pt>
                <c:pt idx="2222">
                  <c:v>0.53821866015892095</c:v>
                </c:pt>
                <c:pt idx="2223">
                  <c:v>0.53663568675776729</c:v>
                </c:pt>
                <c:pt idx="2224">
                  <c:v>0.53432340569329084</c:v>
                </c:pt>
                <c:pt idx="2225">
                  <c:v>0.54607985755503807</c:v>
                </c:pt>
                <c:pt idx="2226">
                  <c:v>0.5536424271332574</c:v>
                </c:pt>
                <c:pt idx="2227">
                  <c:v>0.57501350928845851</c:v>
                </c:pt>
                <c:pt idx="2228">
                  <c:v>0.5907855645092952</c:v>
                </c:pt>
                <c:pt idx="2229">
                  <c:v>0.66698310849107245</c:v>
                </c:pt>
                <c:pt idx="2230">
                  <c:v>0.68014343814699241</c:v>
                </c:pt>
                <c:pt idx="2231">
                  <c:v>0.69603684151008161</c:v>
                </c:pt>
                <c:pt idx="2232">
                  <c:v>0.72031589676803454</c:v>
                </c:pt>
                <c:pt idx="2233">
                  <c:v>0.72858174983197621</c:v>
                </c:pt>
                <c:pt idx="2234">
                  <c:v>0.72937455384168703</c:v>
                </c:pt>
                <c:pt idx="2235">
                  <c:v>0.72585772297487272</c:v>
                </c:pt>
                <c:pt idx="2236">
                  <c:v>0.72152743936908947</c:v>
                </c:pt>
                <c:pt idx="2237">
                  <c:v>0.73091467152166756</c:v>
                </c:pt>
                <c:pt idx="2238">
                  <c:v>0.73132445465218743</c:v>
                </c:pt>
                <c:pt idx="2239">
                  <c:v>0.72236640834838173</c:v>
                </c:pt>
                <c:pt idx="2240">
                  <c:v>0.72641956020102072</c:v>
                </c:pt>
                <c:pt idx="2241">
                  <c:v>0.76081184504075439</c:v>
                </c:pt>
                <c:pt idx="2242">
                  <c:v>0.71108973527042474</c:v>
                </c:pt>
                <c:pt idx="2243">
                  <c:v>0.66678485676544474</c:v>
                </c:pt>
                <c:pt idx="2244">
                  <c:v>0.60589575864846978</c:v>
                </c:pt>
                <c:pt idx="2245">
                  <c:v>0.54576885247281259</c:v>
                </c:pt>
                <c:pt idx="2246">
                  <c:v>0.52286509430662098</c:v>
                </c:pt>
                <c:pt idx="2247">
                  <c:v>0.49117540933729981</c:v>
                </c:pt>
                <c:pt idx="2248">
                  <c:v>0.50847000769695438</c:v>
                </c:pt>
                <c:pt idx="2249">
                  <c:v>0.49862926299670529</c:v>
                </c:pt>
                <c:pt idx="2250">
                  <c:v>0.52757812649476732</c:v>
                </c:pt>
                <c:pt idx="2251">
                  <c:v>0.52063065630187055</c:v>
                </c:pt>
                <c:pt idx="2252">
                  <c:v>0.54041251442426708</c:v>
                </c:pt>
                <c:pt idx="2253">
                  <c:v>0.58712137235788464</c:v>
                </c:pt>
                <c:pt idx="2254">
                  <c:v>0.59103444631918745</c:v>
                </c:pt>
                <c:pt idx="2255">
                  <c:v>0.61322762843934142</c:v>
                </c:pt>
                <c:pt idx="2256">
                  <c:v>0.62706466761489399</c:v>
                </c:pt>
                <c:pt idx="2257">
                  <c:v>0.63951587211046412</c:v>
                </c:pt>
                <c:pt idx="2258">
                  <c:v>0.6334697598447282</c:v>
                </c:pt>
                <c:pt idx="2259">
                  <c:v>0.63982770962348012</c:v>
                </c:pt>
                <c:pt idx="2260">
                  <c:v>0.64634671694408519</c:v>
                </c:pt>
                <c:pt idx="2261">
                  <c:v>0.61936986931117777</c:v>
                </c:pt>
                <c:pt idx="2262">
                  <c:v>0.61498379213603249</c:v>
                </c:pt>
                <c:pt idx="2263">
                  <c:v>0.60650106648814528</c:v>
                </c:pt>
                <c:pt idx="2264">
                  <c:v>0.60784467463215119</c:v>
                </c:pt>
                <c:pt idx="2265">
                  <c:v>0.66951893070043111</c:v>
                </c:pt>
                <c:pt idx="2266">
                  <c:v>0.6956597603264284</c:v>
                </c:pt>
                <c:pt idx="2267">
                  <c:v>0.6750884063435959</c:v>
                </c:pt>
                <c:pt idx="2268">
                  <c:v>0.66846622347248097</c:v>
                </c:pt>
                <c:pt idx="2269">
                  <c:v>0.63850750313705584</c:v>
                </c:pt>
                <c:pt idx="2270">
                  <c:v>0.58918650642219328</c:v>
                </c:pt>
                <c:pt idx="2271">
                  <c:v>0.56108130142394752</c:v>
                </c:pt>
                <c:pt idx="2272">
                  <c:v>0.61896798814320209</c:v>
                </c:pt>
                <c:pt idx="2273">
                  <c:v>0.64614827281727882</c:v>
                </c:pt>
                <c:pt idx="2274">
                  <c:v>0.65769208853241645</c:v>
                </c:pt>
                <c:pt idx="2275">
                  <c:v>0.69642444824761396</c:v>
                </c:pt>
                <c:pt idx="2276">
                  <c:v>0.67457086782029074</c:v>
                </c:pt>
                <c:pt idx="2277">
                  <c:v>0.67353499570094311</c:v>
                </c:pt>
                <c:pt idx="2278">
                  <c:v>0.68063152062243371</c:v>
                </c:pt>
                <c:pt idx="2279">
                  <c:v>0.6957808889717263</c:v>
                </c:pt>
                <c:pt idx="2280">
                  <c:v>0.68294218745784074</c:v>
                </c:pt>
                <c:pt idx="2281">
                  <c:v>0.70148937866251537</c:v>
                </c:pt>
                <c:pt idx="2282">
                  <c:v>0.72129474720270559</c:v>
                </c:pt>
                <c:pt idx="2283">
                  <c:v>0.7157665470138258</c:v>
                </c:pt>
                <c:pt idx="2284">
                  <c:v>0.74210456178544593</c:v>
                </c:pt>
                <c:pt idx="2285">
                  <c:v>0.70294831474879593</c:v>
                </c:pt>
                <c:pt idx="2286">
                  <c:v>0.74932292375449872</c:v>
                </c:pt>
                <c:pt idx="2287">
                  <c:v>0.70858129352941479</c:v>
                </c:pt>
                <c:pt idx="2288">
                  <c:v>0.69720602263232634</c:v>
                </c:pt>
                <c:pt idx="2289">
                  <c:v>0.6679226493059599</c:v>
                </c:pt>
                <c:pt idx="2290">
                  <c:v>0.65406774674541623</c:v>
                </c:pt>
                <c:pt idx="2291">
                  <c:v>0.6570703209921972</c:v>
                </c:pt>
                <c:pt idx="2292">
                  <c:v>0.67650784897733751</c:v>
                </c:pt>
                <c:pt idx="2293">
                  <c:v>0.66798074929307383</c:v>
                </c:pt>
                <c:pt idx="2294">
                  <c:v>0.63909739720317749</c:v>
                </c:pt>
                <c:pt idx="2295">
                  <c:v>0.63018977438999502</c:v>
                </c:pt>
                <c:pt idx="2296">
                  <c:v>0.70019680379593541</c:v>
                </c:pt>
                <c:pt idx="2297">
                  <c:v>0.71002690926820755</c:v>
                </c:pt>
                <c:pt idx="2298">
                  <c:v>0.73586258120215153</c:v>
                </c:pt>
                <c:pt idx="2299">
                  <c:v>0.75318439116563396</c:v>
                </c:pt>
                <c:pt idx="2300">
                  <c:v>0.84446220447678788</c:v>
                </c:pt>
                <c:pt idx="2301">
                  <c:v>0.93827952185941399</c:v>
                </c:pt>
                <c:pt idx="2302">
                  <c:v>1.0089402292756398</c:v>
                </c:pt>
                <c:pt idx="2303">
                  <c:v>1.0661315172884636</c:v>
                </c:pt>
                <c:pt idx="2304">
                  <c:v>1.1278086874673394</c:v>
                </c:pt>
                <c:pt idx="2305">
                  <c:v>1.1301842998125078</c:v>
                </c:pt>
                <c:pt idx="2306">
                  <c:v>1.1087420695912329</c:v>
                </c:pt>
                <c:pt idx="2307">
                  <c:v>1.0951175763713059</c:v>
                </c:pt>
                <c:pt idx="2308">
                  <c:v>1.0700083139969792</c:v>
                </c:pt>
                <c:pt idx="2309">
                  <c:v>1.0509527405485892</c:v>
                </c:pt>
                <c:pt idx="2310">
                  <c:v>1.0403170561338653</c:v>
                </c:pt>
                <c:pt idx="2311">
                  <c:v>1.0392020161951996</c:v>
                </c:pt>
                <c:pt idx="2312">
                  <c:v>1.0504749218400717</c:v>
                </c:pt>
                <c:pt idx="2313">
                  <c:v>1.0477751804424706</c:v>
                </c:pt>
                <c:pt idx="2314">
                  <c:v>1.0416371105073763</c:v>
                </c:pt>
                <c:pt idx="2315">
                  <c:v>1.0719860700816224</c:v>
                </c:pt>
                <c:pt idx="2316">
                  <c:v>1.1163652956159165</c:v>
                </c:pt>
                <c:pt idx="2317">
                  <c:v>1.1386034409262857</c:v>
                </c:pt>
                <c:pt idx="2318">
                  <c:v>1.1511066956470244</c:v>
                </c:pt>
                <c:pt idx="2319">
                  <c:v>1.1263181595453327</c:v>
                </c:pt>
                <c:pt idx="2320">
                  <c:v>1.1321793515392522</c:v>
                </c:pt>
                <c:pt idx="2321">
                  <c:v>1.105868606404772</c:v>
                </c:pt>
                <c:pt idx="2322">
                  <c:v>1.1096183530482977</c:v>
                </c:pt>
                <c:pt idx="2323">
                  <c:v>1.1204439504913892</c:v>
                </c:pt>
                <c:pt idx="2324">
                  <c:v>1.11082157748786</c:v>
                </c:pt>
                <c:pt idx="2325">
                  <c:v>1.0980229616990205</c:v>
                </c:pt>
                <c:pt idx="2326">
                  <c:v>1.0820292398910734</c:v>
                </c:pt>
                <c:pt idx="2327">
                  <c:v>1.0851604754651611</c:v>
                </c:pt>
                <c:pt idx="2328">
                  <c:v>1.1089341256932017</c:v>
                </c:pt>
                <c:pt idx="2329">
                  <c:v>1.1134741731580644</c:v>
                </c:pt>
                <c:pt idx="2330">
                  <c:v>1.1116660664916009</c:v>
                </c:pt>
                <c:pt idx="2331">
                  <c:v>1.0837926068691117</c:v>
                </c:pt>
                <c:pt idx="2332">
                  <c:v>1.0654865643823015</c:v>
                </c:pt>
                <c:pt idx="2333">
                  <c:v>1.0961594098187621</c:v>
                </c:pt>
                <c:pt idx="2334">
                  <c:v>1.0859318059326184</c:v>
                </c:pt>
                <c:pt idx="2335">
                  <c:v>1.0426024031093377</c:v>
                </c:pt>
                <c:pt idx="2336">
                  <c:v>1.026408270064266</c:v>
                </c:pt>
                <c:pt idx="2337">
                  <c:v>1.0064487144074032</c:v>
                </c:pt>
                <c:pt idx="2338">
                  <c:v>0.94850421483174541</c:v>
                </c:pt>
                <c:pt idx="2339">
                  <c:v>0.90546030530671118</c:v>
                </c:pt>
                <c:pt idx="2340">
                  <c:v>0.83772629169488244</c:v>
                </c:pt>
                <c:pt idx="2341">
                  <c:v>0.79965030007117199</c:v>
                </c:pt>
                <c:pt idx="2342">
                  <c:v>0.80247570117407574</c:v>
                </c:pt>
                <c:pt idx="2343">
                  <c:v>0.83784147150158783</c:v>
                </c:pt>
                <c:pt idx="2344">
                  <c:v>0.8563008349152027</c:v>
                </c:pt>
                <c:pt idx="2345">
                  <c:v>0.8142950747167198</c:v>
                </c:pt>
                <c:pt idx="2346">
                  <c:v>0.77117924041720565</c:v>
                </c:pt>
                <c:pt idx="2347">
                  <c:v>0.79777274608243465</c:v>
                </c:pt>
                <c:pt idx="2348">
                  <c:v>0.71567525814860478</c:v>
                </c:pt>
                <c:pt idx="2349">
                  <c:v>0.75549328461030363</c:v>
                </c:pt>
                <c:pt idx="2350">
                  <c:v>0.71746156739508038</c:v>
                </c:pt>
                <c:pt idx="2351">
                  <c:v>0.71862996956091063</c:v>
                </c:pt>
                <c:pt idx="2352">
                  <c:v>0.71857230954708629</c:v>
                </c:pt>
                <c:pt idx="2353">
                  <c:v>0.7282246666697324</c:v>
                </c:pt>
                <c:pt idx="2354">
                  <c:v>0.78709807100385576</c:v>
                </c:pt>
                <c:pt idx="2355">
                  <c:v>0.70629137585115909</c:v>
                </c:pt>
                <c:pt idx="2356">
                  <c:v>0.72540763405310826</c:v>
                </c:pt>
                <c:pt idx="2357">
                  <c:v>0.75769553811713986</c:v>
                </c:pt>
                <c:pt idx="2358">
                  <c:v>0.92798264150192178</c:v>
                </c:pt>
                <c:pt idx="2359">
                  <c:v>0.98220947511515633</c:v>
                </c:pt>
                <c:pt idx="2360">
                  <c:v>1.0039792922207875</c:v>
                </c:pt>
                <c:pt idx="2361">
                  <c:v>0.98396591995558069</c:v>
                </c:pt>
                <c:pt idx="2362">
                  <c:v>1.0258049890924152</c:v>
                </c:pt>
                <c:pt idx="2363">
                  <c:v>1.024479693575177</c:v>
                </c:pt>
                <c:pt idx="2364">
                  <c:v>1.0144402824241288</c:v>
                </c:pt>
                <c:pt idx="2365">
                  <c:v>1.0053948684573206</c:v>
                </c:pt>
                <c:pt idx="2366">
                  <c:v>1.0334502479667569</c:v>
                </c:pt>
                <c:pt idx="2367">
                  <c:v>1.0657048819229671</c:v>
                </c:pt>
                <c:pt idx="2368">
                  <c:v>1.0720287537656004</c:v>
                </c:pt>
                <c:pt idx="2369">
                  <c:v>1.0932562257454961</c:v>
                </c:pt>
                <c:pt idx="2370">
                  <c:v>1.1554315254103993</c:v>
                </c:pt>
                <c:pt idx="2371">
                  <c:v>1.2562414691428312</c:v>
                </c:pt>
                <c:pt idx="2372">
                  <c:v>1.2966555854262982</c:v>
                </c:pt>
                <c:pt idx="2373">
                  <c:v>1.3043836827604818</c:v>
                </c:pt>
                <c:pt idx="2374">
                  <c:v>1.2941114259205797</c:v>
                </c:pt>
                <c:pt idx="2375">
                  <c:v>1.3340786493801322</c:v>
                </c:pt>
                <c:pt idx="2376">
                  <c:v>1.319563553610531</c:v>
                </c:pt>
                <c:pt idx="2377">
                  <c:v>1.3627921713060398</c:v>
                </c:pt>
                <c:pt idx="2378">
                  <c:v>1.3414205290957562</c:v>
                </c:pt>
                <c:pt idx="2379">
                  <c:v>1.3791939148454182</c:v>
                </c:pt>
                <c:pt idx="2380">
                  <c:v>1.3825607805148985</c:v>
                </c:pt>
                <c:pt idx="2381">
                  <c:v>1.3851402870467791</c:v>
                </c:pt>
                <c:pt idx="2382">
                  <c:v>1.4114246828836139</c:v>
                </c:pt>
                <c:pt idx="2383">
                  <c:v>1.389492859647341</c:v>
                </c:pt>
                <c:pt idx="2384">
                  <c:v>1.4270794871714907</c:v>
                </c:pt>
                <c:pt idx="2385">
                  <c:v>1.3924875009222506</c:v>
                </c:pt>
                <c:pt idx="2386">
                  <c:v>1.3477553996578211</c:v>
                </c:pt>
                <c:pt idx="2387">
                  <c:v>1.2607735292147892</c:v>
                </c:pt>
                <c:pt idx="2388">
                  <c:v>1.2511962807012196</c:v>
                </c:pt>
                <c:pt idx="2389">
                  <c:v>1.2288124041270301</c:v>
                </c:pt>
                <c:pt idx="2390">
                  <c:v>1.215301147536112</c:v>
                </c:pt>
                <c:pt idx="2391">
                  <c:v>1.2081746367217814</c:v>
                </c:pt>
                <c:pt idx="2392">
                  <c:v>1.2189653850403437</c:v>
                </c:pt>
                <c:pt idx="2393">
                  <c:v>1.1628276035802367</c:v>
                </c:pt>
                <c:pt idx="2394">
                  <c:v>1.1295899910363307</c:v>
                </c:pt>
                <c:pt idx="2395">
                  <c:v>1.1425533736601867</c:v>
                </c:pt>
                <c:pt idx="2396">
                  <c:v>1.1044844490071095</c:v>
                </c:pt>
                <c:pt idx="2397">
                  <c:v>1.1040103549230067</c:v>
                </c:pt>
                <c:pt idx="2398">
                  <c:v>1.0882072998548447</c:v>
                </c:pt>
                <c:pt idx="2399">
                  <c:v>1.0595696806628179</c:v>
                </c:pt>
                <c:pt idx="2400">
                  <c:v>1.0489576457567751</c:v>
                </c:pt>
                <c:pt idx="2401">
                  <c:v>1.0855581940199657</c:v>
                </c:pt>
                <c:pt idx="2402">
                  <c:v>1.0684397632608609</c:v>
                </c:pt>
                <c:pt idx="2403">
                  <c:v>1.1030707954453018</c:v>
                </c:pt>
                <c:pt idx="2404">
                  <c:v>1.1011192505803271</c:v>
                </c:pt>
                <c:pt idx="2405">
                  <c:v>1.100905080469841</c:v>
                </c:pt>
                <c:pt idx="2406">
                  <c:v>1.1047353155256432</c:v>
                </c:pt>
                <c:pt idx="2407">
                  <c:v>1.0747789810381858</c:v>
                </c:pt>
                <c:pt idx="2408">
                  <c:v>1.0862881085732856</c:v>
                </c:pt>
                <c:pt idx="2409">
                  <c:v>1.0962660520261145</c:v>
                </c:pt>
                <c:pt idx="2410">
                  <c:v>1.0967103847947126</c:v>
                </c:pt>
                <c:pt idx="2411">
                  <c:v>0.99164725484442029</c:v>
                </c:pt>
                <c:pt idx="2412">
                  <c:v>0.8811347275264394</c:v>
                </c:pt>
                <c:pt idx="2413">
                  <c:v>0.91454416265139993</c:v>
                </c:pt>
                <c:pt idx="2414">
                  <c:v>0.97784985907322386</c:v>
                </c:pt>
                <c:pt idx="2415">
                  <c:v>0.88573821465662606</c:v>
                </c:pt>
                <c:pt idx="2416">
                  <c:v>0.85822806162802368</c:v>
                </c:pt>
                <c:pt idx="2417">
                  <c:v>0.84932102277964816</c:v>
                </c:pt>
                <c:pt idx="2418">
                  <c:v>0.80603764343672024</c:v>
                </c:pt>
                <c:pt idx="2419">
                  <c:v>0.84536889325659537</c:v>
                </c:pt>
                <c:pt idx="2420">
                  <c:v>0.84765504087532828</c:v>
                </c:pt>
                <c:pt idx="2421">
                  <c:v>0.85307660283314735</c:v>
                </c:pt>
                <c:pt idx="2422">
                  <c:v>0.82755470236386408</c:v>
                </c:pt>
                <c:pt idx="2423">
                  <c:v>0.83018933512240645</c:v>
                </c:pt>
                <c:pt idx="2424">
                  <c:v>0.93558112927536874</c:v>
                </c:pt>
                <c:pt idx="2425">
                  <c:v>0.99991160564218606</c:v>
                </c:pt>
                <c:pt idx="2426">
                  <c:v>1.0618798400738738</c:v>
                </c:pt>
                <c:pt idx="2427">
                  <c:v>1.0968269688170693</c:v>
                </c:pt>
                <c:pt idx="2428">
                  <c:v>1.1835218584838203</c:v>
                </c:pt>
                <c:pt idx="2429">
                  <c:v>1.2675730526652087</c:v>
                </c:pt>
                <c:pt idx="2430">
                  <c:v>1.3597562520398883</c:v>
                </c:pt>
                <c:pt idx="2431">
                  <c:v>1.3710647583503948</c:v>
                </c:pt>
                <c:pt idx="2432">
                  <c:v>1.3230995710702926</c:v>
                </c:pt>
                <c:pt idx="2433">
                  <c:v>1.2544176341845585</c:v>
                </c:pt>
                <c:pt idx="2434">
                  <c:v>1.1942220062032254</c:v>
                </c:pt>
                <c:pt idx="2435">
                  <c:v>1.0928736994736059</c:v>
                </c:pt>
                <c:pt idx="2436">
                  <c:v>0.98451268572529926</c:v>
                </c:pt>
                <c:pt idx="2437">
                  <c:v>0.90348890577371521</c:v>
                </c:pt>
                <c:pt idx="2438">
                  <c:v>0.93895832297257276</c:v>
                </c:pt>
                <c:pt idx="2439">
                  <c:v>0.93799732534359959</c:v>
                </c:pt>
                <c:pt idx="2440">
                  <c:v>0.96076818353919091</c:v>
                </c:pt>
                <c:pt idx="2441">
                  <c:v>0.98210853018779187</c:v>
                </c:pt>
                <c:pt idx="2442">
                  <c:v>1.0102069546152195</c:v>
                </c:pt>
                <c:pt idx="2443">
                  <c:v>1.08407384155055</c:v>
                </c:pt>
                <c:pt idx="2444">
                  <c:v>1.1523587696617639</c:v>
                </c:pt>
                <c:pt idx="2445">
                  <c:v>1.1381862357820818</c:v>
                </c:pt>
                <c:pt idx="2446">
                  <c:v>1.2359655115127191</c:v>
                </c:pt>
                <c:pt idx="2447">
                  <c:v>1.3633837418926735</c:v>
                </c:pt>
                <c:pt idx="2448">
                  <c:v>1.3820776794892253</c:v>
                </c:pt>
                <c:pt idx="2449">
                  <c:v>1.446335521032065</c:v>
                </c:pt>
                <c:pt idx="2450">
                  <c:v>1.4215790551300187</c:v>
                </c:pt>
                <c:pt idx="2451">
                  <c:v>1.4519496953308251</c:v>
                </c:pt>
                <c:pt idx="2452">
                  <c:v>1.4978144865555341</c:v>
                </c:pt>
                <c:pt idx="2453">
                  <c:v>1.535427989870551</c:v>
                </c:pt>
                <c:pt idx="2454">
                  <c:v>1.5118412056650459</c:v>
                </c:pt>
                <c:pt idx="2455">
                  <c:v>1.5204020951078847</c:v>
                </c:pt>
                <c:pt idx="2456">
                  <c:v>1.4629781173681426</c:v>
                </c:pt>
                <c:pt idx="2457">
                  <c:v>1.4680292383834777</c:v>
                </c:pt>
                <c:pt idx="2458">
                  <c:v>1.4129014332094896</c:v>
                </c:pt>
                <c:pt idx="2459">
                  <c:v>1.2403662456652824</c:v>
                </c:pt>
                <c:pt idx="2460">
                  <c:v>1.0955410145539477</c:v>
                </c:pt>
                <c:pt idx="2461">
                  <c:v>1.1026030813416692</c:v>
                </c:pt>
                <c:pt idx="2462">
                  <c:v>1.2468465384965364</c:v>
                </c:pt>
                <c:pt idx="2463">
                  <c:v>1.1135766921289787</c:v>
                </c:pt>
                <c:pt idx="2464">
                  <c:v>1.0677753805331236</c:v>
                </c:pt>
                <c:pt idx="2465">
                  <c:v>1.0783057592640499</c:v>
                </c:pt>
                <c:pt idx="2466">
                  <c:v>1.0325755635523</c:v>
                </c:pt>
                <c:pt idx="2467">
                  <c:v>1.0500630891282463</c:v>
                </c:pt>
                <c:pt idx="2468">
                  <c:v>0.98574932868780585</c:v>
                </c:pt>
                <c:pt idx="2469">
                  <c:v>0.93578140951245614</c:v>
                </c:pt>
                <c:pt idx="2470">
                  <c:v>1.0650551190528463</c:v>
                </c:pt>
                <c:pt idx="2471">
                  <c:v>1.1498281223163362</c:v>
                </c:pt>
                <c:pt idx="2472">
                  <c:v>1.1570123749949912</c:v>
                </c:pt>
                <c:pt idx="2473">
                  <c:v>1.193473286927407</c:v>
                </c:pt>
                <c:pt idx="2474">
                  <c:v>1.2883750320061267</c:v>
                </c:pt>
                <c:pt idx="2475">
                  <c:v>1.2690921072391881</c:v>
                </c:pt>
                <c:pt idx="2476">
                  <c:v>1.2481116602807962</c:v>
                </c:pt>
                <c:pt idx="2477">
                  <c:v>1.2829782827548677</c:v>
                </c:pt>
                <c:pt idx="2478">
                  <c:v>1.2592021142228511</c:v>
                </c:pt>
                <c:pt idx="2479">
                  <c:v>0.91857735210947322</c:v>
                </c:pt>
                <c:pt idx="2480">
                  <c:v>1.083017034062929</c:v>
                </c:pt>
                <c:pt idx="2481">
                  <c:v>1.3316313970371407</c:v>
                </c:pt>
                <c:pt idx="2482">
                  <c:v>0.92130322398284492</c:v>
                </c:pt>
                <c:pt idx="2483">
                  <c:v>0.90573309721355699</c:v>
                </c:pt>
                <c:pt idx="2484">
                  <c:v>0.84999097074207974</c:v>
                </c:pt>
                <c:pt idx="2485">
                  <c:v>0.82634707610292224</c:v>
                </c:pt>
                <c:pt idx="2486">
                  <c:v>0.7779779824008225</c:v>
                </c:pt>
                <c:pt idx="2487">
                  <c:v>0.70230082167747065</c:v>
                </c:pt>
                <c:pt idx="2488">
                  <c:v>0.62631282295306834</c:v>
                </c:pt>
                <c:pt idx="2489">
                  <c:v>0.65593918308228971</c:v>
                </c:pt>
                <c:pt idx="2490">
                  <c:v>0.71393498730786342</c:v>
                </c:pt>
                <c:pt idx="2491">
                  <c:v>0.68361778173713617</c:v>
                </c:pt>
                <c:pt idx="2492">
                  <c:v>0.65037520127811221</c:v>
                </c:pt>
                <c:pt idx="2493">
                  <c:v>0.63412684295764477</c:v>
                </c:pt>
                <c:pt idx="2494">
                  <c:v>0.66673885656840759</c:v>
                </c:pt>
                <c:pt idx="2495">
                  <c:v>0.64866506319118933</c:v>
                </c:pt>
                <c:pt idx="2496">
                  <c:v>0.69030463488783933</c:v>
                </c:pt>
                <c:pt idx="2497">
                  <c:v>0.74951898512278159</c:v>
                </c:pt>
                <c:pt idx="2498">
                  <c:v>0.80310257035228749</c:v>
                </c:pt>
                <c:pt idx="2499">
                  <c:v>0.86927192400947395</c:v>
                </c:pt>
                <c:pt idx="2500">
                  <c:v>0.88171589962568631</c:v>
                </c:pt>
                <c:pt idx="2501">
                  <c:v>0.90380159442952912</c:v>
                </c:pt>
                <c:pt idx="2502">
                  <c:v>0.91420526212170206</c:v>
                </c:pt>
                <c:pt idx="2503">
                  <c:v>0.90241334594286049</c:v>
                </c:pt>
                <c:pt idx="2504">
                  <c:v>0.88504093101524894</c:v>
                </c:pt>
                <c:pt idx="2505">
                  <c:v>0.86832281509341136</c:v>
                </c:pt>
                <c:pt idx="2506">
                  <c:v>0.83677512923786102</c:v>
                </c:pt>
                <c:pt idx="2507">
                  <c:v>0.87443686703652146</c:v>
                </c:pt>
                <c:pt idx="2508">
                  <c:v>0.91778924717920352</c:v>
                </c:pt>
                <c:pt idx="2509">
                  <c:v>0.97367801285896594</c:v>
                </c:pt>
                <c:pt idx="2510">
                  <c:v>1.0008549067008592</c:v>
                </c:pt>
                <c:pt idx="2511">
                  <c:v>0.97501510988690754</c:v>
                </c:pt>
                <c:pt idx="2512">
                  <c:v>0.99940251090028354</c:v>
                </c:pt>
                <c:pt idx="2513">
                  <c:v>0.9427262265525046</c:v>
                </c:pt>
                <c:pt idx="2514">
                  <c:v>0.9663602016936107</c:v>
                </c:pt>
                <c:pt idx="2515">
                  <c:v>0.97263029112005062</c:v>
                </c:pt>
                <c:pt idx="2516">
                  <c:v>0.97633062530991244</c:v>
                </c:pt>
                <c:pt idx="2517">
                  <c:v>0.9730895342819148</c:v>
                </c:pt>
                <c:pt idx="2518">
                  <c:v>1.0445462904305163</c:v>
                </c:pt>
                <c:pt idx="2519">
                  <c:v>1.0766855704876985</c:v>
                </c:pt>
                <c:pt idx="2520">
                  <c:v>1.0904729092001186</c:v>
                </c:pt>
                <c:pt idx="2521">
                  <c:v>1.1076162841252033</c:v>
                </c:pt>
                <c:pt idx="2522">
                  <c:v>1.1173019937088506</c:v>
                </c:pt>
                <c:pt idx="2523">
                  <c:v>1.1086171988432618</c:v>
                </c:pt>
                <c:pt idx="2524">
                  <c:v>1.1380743724157065</c:v>
                </c:pt>
                <c:pt idx="2525">
                  <c:v>1.1832823473240124</c:v>
                </c:pt>
                <c:pt idx="2526">
                  <c:v>1.1661207678765144</c:v>
                </c:pt>
                <c:pt idx="2527">
                  <c:v>1.1729255378711589</c:v>
                </c:pt>
                <c:pt idx="2528">
                  <c:v>1.1774099959702822</c:v>
                </c:pt>
                <c:pt idx="2529">
                  <c:v>1.1803741265282066</c:v>
                </c:pt>
                <c:pt idx="2530">
                  <c:v>1.1833021717945162</c:v>
                </c:pt>
                <c:pt idx="2531">
                  <c:v>1.0721034188643346</c:v>
                </c:pt>
                <c:pt idx="2532">
                  <c:v>1.0124849647973668</c:v>
                </c:pt>
                <c:pt idx="2533">
                  <c:v>1.04173940987716</c:v>
                </c:pt>
                <c:pt idx="2534">
                  <c:v>0.95872084527538182</c:v>
                </c:pt>
                <c:pt idx="2535">
                  <c:v>0.9280776773345214</c:v>
                </c:pt>
                <c:pt idx="2536">
                  <c:v>0.9681383429645628</c:v>
                </c:pt>
                <c:pt idx="2537">
                  <c:v>1.074350505475699</c:v>
                </c:pt>
                <c:pt idx="2538">
                  <c:v>1.140887989145287</c:v>
                </c:pt>
                <c:pt idx="2539">
                  <c:v>1.1901227787035127</c:v>
                </c:pt>
                <c:pt idx="2540">
                  <c:v>1.1681461463876701</c:v>
                </c:pt>
                <c:pt idx="2541">
                  <c:v>1.1887367840306966</c:v>
                </c:pt>
                <c:pt idx="2542">
                  <c:v>1.2750497594607142</c:v>
                </c:pt>
                <c:pt idx="2543">
                  <c:v>1.2630717781301481</c:v>
                </c:pt>
                <c:pt idx="2544">
                  <c:v>1.2721187475929143</c:v>
                </c:pt>
                <c:pt idx="2545">
                  <c:v>1.2783496993914074</c:v>
                </c:pt>
                <c:pt idx="2546">
                  <c:v>1.3039382328055162</c:v>
                </c:pt>
                <c:pt idx="2547">
                  <c:v>1.2730194747573349</c:v>
                </c:pt>
                <c:pt idx="2548">
                  <c:v>1.2430533602678449</c:v>
                </c:pt>
                <c:pt idx="2549">
                  <c:v>1.2885919558341206</c:v>
                </c:pt>
                <c:pt idx="2550">
                  <c:v>1.309141895892983</c:v>
                </c:pt>
                <c:pt idx="2551">
                  <c:v>1.2773861184161912</c:v>
                </c:pt>
                <c:pt idx="2552">
                  <c:v>1.2479869623509561</c:v>
                </c:pt>
                <c:pt idx="2553">
                  <c:v>1.1943880324569125</c:v>
                </c:pt>
                <c:pt idx="2554">
                  <c:v>1.0376521895289088</c:v>
                </c:pt>
                <c:pt idx="2555">
                  <c:v>1.0007680140602022</c:v>
                </c:pt>
                <c:pt idx="2556">
                  <c:v>0.8910264655972332</c:v>
                </c:pt>
                <c:pt idx="2557">
                  <c:v>0.87373213579871178</c:v>
                </c:pt>
                <c:pt idx="2558">
                  <c:v>0.79996121167037304</c:v>
                </c:pt>
                <c:pt idx="2559">
                  <c:v>0.8296006977789262</c:v>
                </c:pt>
                <c:pt idx="2560">
                  <c:v>0.79819156844289885</c:v>
                </c:pt>
                <c:pt idx="2561">
                  <c:v>0.79389893326631167</c:v>
                </c:pt>
                <c:pt idx="2562">
                  <c:v>0.82941776032474934</c:v>
                </c:pt>
                <c:pt idx="2563">
                  <c:v>0.90503794725472564</c:v>
                </c:pt>
                <c:pt idx="2564">
                  <c:v>0.96525686604508809</c:v>
                </c:pt>
                <c:pt idx="2565">
                  <c:v>0.95257408479887307</c:v>
                </c:pt>
                <c:pt idx="2566">
                  <c:v>0.99457966494903172</c:v>
                </c:pt>
                <c:pt idx="2567">
                  <c:v>1.0169190129253569</c:v>
                </c:pt>
                <c:pt idx="2568">
                  <c:v>1.1124121664422078</c:v>
                </c:pt>
                <c:pt idx="2569">
                  <c:v>1.1752379975981855</c:v>
                </c:pt>
                <c:pt idx="2570">
                  <c:v>1.166762988815272</c:v>
                </c:pt>
                <c:pt idx="2571">
                  <c:v>1.1856530895538808</c:v>
                </c:pt>
                <c:pt idx="2572">
                  <c:v>1.207106452112406</c:v>
                </c:pt>
                <c:pt idx="2573">
                  <c:v>1.2167138109886317</c:v>
                </c:pt>
                <c:pt idx="2574">
                  <c:v>1.2142112313948752</c:v>
                </c:pt>
                <c:pt idx="2575">
                  <c:v>1.2325466123347582</c:v>
                </c:pt>
                <c:pt idx="2576">
                  <c:v>1.3900072004205839</c:v>
                </c:pt>
                <c:pt idx="2577">
                  <c:v>1.3240442996018835</c:v>
                </c:pt>
                <c:pt idx="2578">
                  <c:v>1.1591274868707044</c:v>
                </c:pt>
                <c:pt idx="2579">
                  <c:v>1.0738581535038831</c:v>
                </c:pt>
                <c:pt idx="2580">
                  <c:v>0.99653207714205616</c:v>
                </c:pt>
                <c:pt idx="2581">
                  <c:v>0.93394318019654488</c:v>
                </c:pt>
                <c:pt idx="2582">
                  <c:v>0.83772322906069063</c:v>
                </c:pt>
                <c:pt idx="2583">
                  <c:v>0.88049949204912215</c:v>
                </c:pt>
                <c:pt idx="2584">
                  <c:v>0.88315798581618121</c:v>
                </c:pt>
                <c:pt idx="2585">
                  <c:v>0.93497885278868953</c:v>
                </c:pt>
                <c:pt idx="2586">
                  <c:v>0.94862353179772008</c:v>
                </c:pt>
                <c:pt idx="2587">
                  <c:v>0.96114769683696077</c:v>
                </c:pt>
                <c:pt idx="2588">
                  <c:v>0.94491802987235141</c:v>
                </c:pt>
                <c:pt idx="2589">
                  <c:v>0.93874783876521217</c:v>
                </c:pt>
                <c:pt idx="2590">
                  <c:v>0.99163181381689003</c:v>
                </c:pt>
                <c:pt idx="2591">
                  <c:v>0.89374290687558477</c:v>
                </c:pt>
                <c:pt idx="2592">
                  <c:v>0.97171097071786772</c:v>
                </c:pt>
                <c:pt idx="2593">
                  <c:v>1.0151797739440536</c:v>
                </c:pt>
                <c:pt idx="2594">
                  <c:v>1.1072662359815832</c:v>
                </c:pt>
                <c:pt idx="2595">
                  <c:v>1.0700231235057449</c:v>
                </c:pt>
                <c:pt idx="2596">
                  <c:v>1.1116813920714665</c:v>
                </c:pt>
                <c:pt idx="2597">
                  <c:v>1.1784217671217116</c:v>
                </c:pt>
                <c:pt idx="2598">
                  <c:v>1.1631185634724055</c:v>
                </c:pt>
                <c:pt idx="2599">
                  <c:v>1.1110652969951598</c:v>
                </c:pt>
                <c:pt idx="2600">
                  <c:v>1.1009237749559726</c:v>
                </c:pt>
                <c:pt idx="2601">
                  <c:v>1.0083460459815969</c:v>
                </c:pt>
                <c:pt idx="2602">
                  <c:v>0.92272602557263994</c:v>
                </c:pt>
                <c:pt idx="2603">
                  <c:v>0.8494229403714828</c:v>
                </c:pt>
                <c:pt idx="2604">
                  <c:v>0.76617531529573946</c:v>
                </c:pt>
                <c:pt idx="2605">
                  <c:v>0.69327173402281073</c:v>
                </c:pt>
                <c:pt idx="2606">
                  <c:v>0.72630364272986292</c:v>
                </c:pt>
                <c:pt idx="2607">
                  <c:v>0.7380668866129324</c:v>
                </c:pt>
                <c:pt idx="2608">
                  <c:v>0.7538840276186114</c:v>
                </c:pt>
                <c:pt idx="2609">
                  <c:v>0.75776626482551879</c:v>
                </c:pt>
                <c:pt idx="2610">
                  <c:v>0.70713640693632895</c:v>
                </c:pt>
                <c:pt idx="2611">
                  <c:v>0.73695953284239335</c:v>
                </c:pt>
                <c:pt idx="2612">
                  <c:v>0.67778663425707497</c:v>
                </c:pt>
                <c:pt idx="2613">
                  <c:v>0.70942252601298239</c:v>
                </c:pt>
                <c:pt idx="2614">
                  <c:v>0.73004889370934412</c:v>
                </c:pt>
                <c:pt idx="2615">
                  <c:v>0.71205842418970156</c:v>
                </c:pt>
                <c:pt idx="2616">
                  <c:v>0.72603069555880939</c:v>
                </c:pt>
                <c:pt idx="2617">
                  <c:v>0.69663948746488924</c:v>
                </c:pt>
                <c:pt idx="2618">
                  <c:v>0.72993582094189979</c:v>
                </c:pt>
                <c:pt idx="2619">
                  <c:v>0.77484784480193447</c:v>
                </c:pt>
                <c:pt idx="2620">
                  <c:v>0.77885643905266144</c:v>
                </c:pt>
                <c:pt idx="2621">
                  <c:v>0.75776175285927916</c:v>
                </c:pt>
                <c:pt idx="2622">
                  <c:v>0.74020209563918071</c:v>
                </c:pt>
                <c:pt idx="2623">
                  <c:v>0.73057416251599072</c:v>
                </c:pt>
                <c:pt idx="2624">
                  <c:v>0.7311783482833355</c:v>
                </c:pt>
                <c:pt idx="2625">
                  <c:v>0.72886044653309123</c:v>
                </c:pt>
                <c:pt idx="2626">
                  <c:v>0.72160196880539118</c:v>
                </c:pt>
                <c:pt idx="2627">
                  <c:v>0.70234280789823356</c:v>
                </c:pt>
                <c:pt idx="2628">
                  <c:v>0.70461789931523189</c:v>
                </c:pt>
                <c:pt idx="2629">
                  <c:v>0.66215506261410284</c:v>
                </c:pt>
                <c:pt idx="2630">
                  <c:v>0.62038217022074471</c:v>
                </c:pt>
                <c:pt idx="2631">
                  <c:v>0.65172694604381998</c:v>
                </c:pt>
                <c:pt idx="2632">
                  <c:v>0.62084886997077582</c:v>
                </c:pt>
                <c:pt idx="2633">
                  <c:v>0.64577443253003219</c:v>
                </c:pt>
                <c:pt idx="2634">
                  <c:v>0.5976713921543777</c:v>
                </c:pt>
                <c:pt idx="2635">
                  <c:v>0.65004558054312245</c:v>
                </c:pt>
                <c:pt idx="2636">
                  <c:v>0.68849158515877618</c:v>
                </c:pt>
                <c:pt idx="2637">
                  <c:v>0.69457050397351572</c:v>
                </c:pt>
                <c:pt idx="2638">
                  <c:v>0.70522833833638454</c:v>
                </c:pt>
                <c:pt idx="2639">
                  <c:v>0.72914104774600952</c:v>
                </c:pt>
                <c:pt idx="2640">
                  <c:v>0.80822192643702884</c:v>
                </c:pt>
                <c:pt idx="2641">
                  <c:v>0.8634601475153687</c:v>
                </c:pt>
                <c:pt idx="2642">
                  <c:v>0.88296817383088522</c:v>
                </c:pt>
                <c:pt idx="2643">
                  <c:v>0.84247246908383855</c:v>
                </c:pt>
                <c:pt idx="2644">
                  <c:v>0.84270653444432819</c:v>
                </c:pt>
                <c:pt idx="2645">
                  <c:v>0.85502846431168356</c:v>
                </c:pt>
                <c:pt idx="2646">
                  <c:v>0.8559799505406025</c:v>
                </c:pt>
                <c:pt idx="2647">
                  <c:v>0.84360980662462726</c:v>
                </c:pt>
                <c:pt idx="2648">
                  <c:v>0.83156488824529051</c:v>
                </c:pt>
                <c:pt idx="2649">
                  <c:v>0.84250927705678458</c:v>
                </c:pt>
                <c:pt idx="2650">
                  <c:v>0.87436143587495252</c:v>
                </c:pt>
                <c:pt idx="2651">
                  <c:v>0.9105124673309255</c:v>
                </c:pt>
                <c:pt idx="2652">
                  <c:v>0.82731920707917794</c:v>
                </c:pt>
                <c:pt idx="2653">
                  <c:v>0.90596011877028215</c:v>
                </c:pt>
                <c:pt idx="2654">
                  <c:v>0.90711716190599334</c:v>
                </c:pt>
                <c:pt idx="2655">
                  <c:v>0.85599477501150678</c:v>
                </c:pt>
                <c:pt idx="2656">
                  <c:v>0.90888435730415074</c:v>
                </c:pt>
                <c:pt idx="2657">
                  <c:v>0.84899008019059619</c:v>
                </c:pt>
                <c:pt idx="2658">
                  <c:v>0.86831864899512079</c:v>
                </c:pt>
                <c:pt idx="2659">
                  <c:v>0.91037181302097459</c:v>
                </c:pt>
                <c:pt idx="2660">
                  <c:v>0.92600117799845183</c:v>
                </c:pt>
                <c:pt idx="2661">
                  <c:v>0.92628566922584699</c:v>
                </c:pt>
                <c:pt idx="2662">
                  <c:v>0.9606585818337291</c:v>
                </c:pt>
                <c:pt idx="2663">
                  <c:v>0.99386570023607268</c:v>
                </c:pt>
                <c:pt idx="2664">
                  <c:v>0.96421474899173532</c:v>
                </c:pt>
                <c:pt idx="2665">
                  <c:v>0.98393382717731648</c:v>
                </c:pt>
                <c:pt idx="2666">
                  <c:v>0.93327127461916526</c:v>
                </c:pt>
                <c:pt idx="2667">
                  <c:v>0.93167433745378192</c:v>
                </c:pt>
                <c:pt idx="2668">
                  <c:v>0.914200027750668</c:v>
                </c:pt>
                <c:pt idx="2669">
                  <c:v>0.90445065721035489</c:v>
                </c:pt>
                <c:pt idx="2670">
                  <c:v>0.90088777165109357</c:v>
                </c:pt>
                <c:pt idx="2671">
                  <c:v>0.90943576040926688</c:v>
                </c:pt>
                <c:pt idx="2672">
                  <c:v>0.91028866254906393</c:v>
                </c:pt>
                <c:pt idx="2673">
                  <c:v>1.0319515876273704</c:v>
                </c:pt>
                <c:pt idx="2674">
                  <c:v>1.0169899943786309</c:v>
                </c:pt>
                <c:pt idx="2675">
                  <c:v>1.0634302350276108</c:v>
                </c:pt>
                <c:pt idx="2676">
                  <c:v>0.89454600231752346</c:v>
                </c:pt>
                <c:pt idx="2677">
                  <c:v>1.0207308506045416</c:v>
                </c:pt>
                <c:pt idx="2678">
                  <c:v>1.0403625038079316</c:v>
                </c:pt>
                <c:pt idx="2679">
                  <c:v>0.92518651629697535</c:v>
                </c:pt>
                <c:pt idx="2680">
                  <c:v>0.98275322479177762</c:v>
                </c:pt>
                <c:pt idx="2681">
                  <c:v>0.9211828788400197</c:v>
                </c:pt>
                <c:pt idx="2682">
                  <c:v>0.9136933674110026</c:v>
                </c:pt>
                <c:pt idx="2683">
                  <c:v>0.97454992374420235</c:v>
                </c:pt>
                <c:pt idx="2684">
                  <c:v>0.98333145824886092</c:v>
                </c:pt>
                <c:pt idx="2685">
                  <c:v>1.0035125641102687</c:v>
                </c:pt>
                <c:pt idx="2686">
                  <c:v>1.0324404891663785</c:v>
                </c:pt>
                <c:pt idx="2687">
                  <c:v>0.96980706258166327</c:v>
                </c:pt>
                <c:pt idx="2688">
                  <c:v>0.98393613190025686</c:v>
                </c:pt>
                <c:pt idx="2689">
                  <c:v>0.95271381240732356</c:v>
                </c:pt>
                <c:pt idx="2690">
                  <c:v>1.036562606922258</c:v>
                </c:pt>
                <c:pt idx="2691">
                  <c:v>1.0782404880071548</c:v>
                </c:pt>
                <c:pt idx="2692">
                  <c:v>1.0824904917037235</c:v>
                </c:pt>
                <c:pt idx="2693">
                  <c:v>1.039548733887012</c:v>
                </c:pt>
                <c:pt idx="2694">
                  <c:v>1.0845882021545379</c:v>
                </c:pt>
                <c:pt idx="2695">
                  <c:v>1.1260529160746071</c:v>
                </c:pt>
                <c:pt idx="2696">
                  <c:v>1.1319501037277679</c:v>
                </c:pt>
                <c:pt idx="2697">
                  <c:v>1.1402783430794603</c:v>
                </c:pt>
                <c:pt idx="2698">
                  <c:v>1.103274574162743</c:v>
                </c:pt>
                <c:pt idx="2699">
                  <c:v>0.94943885926851523</c:v>
                </c:pt>
                <c:pt idx="2700">
                  <c:v>0.96000176676598281</c:v>
                </c:pt>
                <c:pt idx="2701">
                  <c:v>0.98361986968642123</c:v>
                </c:pt>
                <c:pt idx="2702">
                  <c:v>0.96854976693525363</c:v>
                </c:pt>
                <c:pt idx="2703">
                  <c:v>0.91535604119867975</c:v>
                </c:pt>
                <c:pt idx="2704">
                  <c:v>0.91177078558239955</c:v>
                </c:pt>
                <c:pt idx="2705">
                  <c:v>0.95099461442729227</c:v>
                </c:pt>
                <c:pt idx="2706">
                  <c:v>1.0061107516562191</c:v>
                </c:pt>
                <c:pt idx="2707">
                  <c:v>0.9831694121184783</c:v>
                </c:pt>
                <c:pt idx="2708">
                  <c:v>0.97124719693644157</c:v>
                </c:pt>
                <c:pt idx="2709">
                  <c:v>0.96474172354654564</c:v>
                </c:pt>
                <c:pt idx="2710">
                  <c:v>0.94765258986509637</c:v>
                </c:pt>
                <c:pt idx="2711">
                  <c:v>0.96084742389607636</c:v>
                </c:pt>
                <c:pt idx="2712">
                  <c:v>0.96381965235121014</c:v>
                </c:pt>
                <c:pt idx="2713">
                  <c:v>0.94540915221595556</c:v>
                </c:pt>
                <c:pt idx="2714">
                  <c:v>0.99057791684165908</c:v>
                </c:pt>
                <c:pt idx="2715">
                  <c:v>1.0013808240902322</c:v>
                </c:pt>
                <c:pt idx="2716">
                  <c:v>1.0072008994149579</c:v>
                </c:pt>
                <c:pt idx="2717">
                  <c:v>0.95730796476109248</c:v>
                </c:pt>
                <c:pt idx="2718">
                  <c:v>0.99355304594711147</c:v>
                </c:pt>
                <c:pt idx="2719">
                  <c:v>0.96334521590096456</c:v>
                </c:pt>
                <c:pt idx="2720">
                  <c:v>0.99285501198351778</c:v>
                </c:pt>
                <c:pt idx="2721">
                  <c:v>0.90963083401888067</c:v>
                </c:pt>
                <c:pt idx="2722">
                  <c:v>0.94360665785539977</c:v>
                </c:pt>
                <c:pt idx="2723">
                  <c:v>0.93640802795296663</c:v>
                </c:pt>
                <c:pt idx="2724">
                  <c:v>0.90442178440752996</c:v>
                </c:pt>
                <c:pt idx="2725">
                  <c:v>0.92212020425697883</c:v>
                </c:pt>
                <c:pt idx="2726">
                  <c:v>0.9045205215287011</c:v>
                </c:pt>
                <c:pt idx="2727">
                  <c:v>0.83056620868632802</c:v>
                </c:pt>
                <c:pt idx="2728">
                  <c:v>0.83503942877906157</c:v>
                </c:pt>
                <c:pt idx="2729">
                  <c:v>0.85411697517491914</c:v>
                </c:pt>
                <c:pt idx="2730">
                  <c:v>0.86783480092673937</c:v>
                </c:pt>
                <c:pt idx="2731">
                  <c:v>0.86144440763348074</c:v>
                </c:pt>
                <c:pt idx="2732">
                  <c:v>0.90526611847020533</c:v>
                </c:pt>
                <c:pt idx="2733">
                  <c:v>0.93533182296357131</c:v>
                </c:pt>
                <c:pt idx="2734">
                  <c:v>0.89896757615045775</c:v>
                </c:pt>
                <c:pt idx="2735">
                  <c:v>0.92356400470136546</c:v>
                </c:pt>
                <c:pt idx="2736">
                  <c:v>0.86459285342062664</c:v>
                </c:pt>
                <c:pt idx="2737">
                  <c:v>0.87122484715481086</c:v>
                </c:pt>
                <c:pt idx="2738">
                  <c:v>0.87977317857747106</c:v>
                </c:pt>
                <c:pt idx="2739">
                  <c:v>0.91270410374095612</c:v>
                </c:pt>
                <c:pt idx="2740">
                  <c:v>0.89761306774565341</c:v>
                </c:pt>
                <c:pt idx="2741">
                  <c:v>0.93210403809740927</c:v>
                </c:pt>
                <c:pt idx="2742">
                  <c:v>0.9266786197778607</c:v>
                </c:pt>
                <c:pt idx="2743">
                  <c:v>0.92534083289265423</c:v>
                </c:pt>
                <c:pt idx="2744">
                  <c:v>0.94893938311164394</c:v>
                </c:pt>
                <c:pt idx="2745">
                  <c:v>0.94222829857000079</c:v>
                </c:pt>
                <c:pt idx="2746">
                  <c:v>1.0027741540612329</c:v>
                </c:pt>
                <c:pt idx="2747">
                  <c:v>1.0449562134048263</c:v>
                </c:pt>
                <c:pt idx="2748">
                  <c:v>0.8619418195197307</c:v>
                </c:pt>
                <c:pt idx="2749">
                  <c:v>0.7720808954639139</c:v>
                </c:pt>
                <c:pt idx="2750">
                  <c:v>0.68619325826826805</c:v>
                </c:pt>
                <c:pt idx="2751">
                  <c:v>0.69231242237455104</c:v>
                </c:pt>
                <c:pt idx="2752">
                  <c:v>0.69021619929808498</c:v>
                </c:pt>
                <c:pt idx="2753">
                  <c:v>0.6744834834141622</c:v>
                </c:pt>
                <c:pt idx="2754">
                  <c:v>0.66541800304803955</c:v>
                </c:pt>
                <c:pt idx="2755">
                  <c:v>0.71511502073665456</c:v>
                </c:pt>
                <c:pt idx="2756">
                  <c:v>0.76783387928933156</c:v>
                </c:pt>
                <c:pt idx="2757">
                  <c:v>0.80648197802058752</c:v>
                </c:pt>
                <c:pt idx="2758">
                  <c:v>0.80759344496822216</c:v>
                </c:pt>
                <c:pt idx="2759">
                  <c:v>0.78102325839073883</c:v>
                </c:pt>
                <c:pt idx="2760">
                  <c:v>0.76725476246741975</c:v>
                </c:pt>
                <c:pt idx="2761">
                  <c:v>0.78101640022475693</c:v>
                </c:pt>
                <c:pt idx="2762">
                  <c:v>0.7999612815239352</c:v>
                </c:pt>
                <c:pt idx="2763">
                  <c:v>0.80915671988235738</c:v>
                </c:pt>
                <c:pt idx="2764">
                  <c:v>0.77594644273639712</c:v>
                </c:pt>
                <c:pt idx="2765">
                  <c:v>0.79853466945306495</c:v>
                </c:pt>
                <c:pt idx="2766">
                  <c:v>0.79397258605187704</c:v>
                </c:pt>
                <c:pt idx="2767">
                  <c:v>0.79498219313675922</c:v>
                </c:pt>
                <c:pt idx="2768">
                  <c:v>0.84124955765618004</c:v>
                </c:pt>
                <c:pt idx="2769">
                  <c:v>0.83506804555938707</c:v>
                </c:pt>
                <c:pt idx="2770">
                  <c:v>0.75995968074236719</c:v>
                </c:pt>
                <c:pt idx="2771">
                  <c:v>0.7360059125293289</c:v>
                </c:pt>
                <c:pt idx="2772">
                  <c:v>0.66124757389293254</c:v>
                </c:pt>
                <c:pt idx="2773">
                  <c:v>0.66652013605956162</c:v>
                </c:pt>
                <c:pt idx="2774">
                  <c:v>0.65783379169661305</c:v>
                </c:pt>
                <c:pt idx="2775">
                  <c:v>0.63125381843882533</c:v>
                </c:pt>
                <c:pt idx="2776">
                  <c:v>0.67784900379997259</c:v>
                </c:pt>
                <c:pt idx="2777">
                  <c:v>0.6766138488650022</c:v>
                </c:pt>
                <c:pt idx="2778">
                  <c:v>0.73288730298898142</c:v>
                </c:pt>
                <c:pt idx="2779">
                  <c:v>0.801308048949676</c:v>
                </c:pt>
                <c:pt idx="2780">
                  <c:v>0.87896976913769698</c:v>
                </c:pt>
                <c:pt idx="2781">
                  <c:v>0.98180934096588424</c:v>
                </c:pt>
                <c:pt idx="2782">
                  <c:v>1.0164425016674279</c:v>
                </c:pt>
                <c:pt idx="2783">
                  <c:v>1.0774239864492912</c:v>
                </c:pt>
                <c:pt idx="2784">
                  <c:v>1.1395058693250602</c:v>
                </c:pt>
                <c:pt idx="2785">
                  <c:v>1.1959787030177269</c:v>
                </c:pt>
                <c:pt idx="2786">
                  <c:v>1.3115902276772358</c:v>
                </c:pt>
                <c:pt idx="2787">
                  <c:v>1.335406770763607</c:v>
                </c:pt>
                <c:pt idx="2788">
                  <c:v>1.3653687554034382</c:v>
                </c:pt>
                <c:pt idx="2789">
                  <c:v>1.4711774588930875</c:v>
                </c:pt>
                <c:pt idx="2790">
                  <c:v>1.4943317747364666</c:v>
                </c:pt>
                <c:pt idx="2791">
                  <c:v>1.5147626081657</c:v>
                </c:pt>
                <c:pt idx="2792">
                  <c:v>1.5669176426578797</c:v>
                </c:pt>
                <c:pt idx="2793">
                  <c:v>1.5806873017434087</c:v>
                </c:pt>
                <c:pt idx="2794">
                  <c:v>1.5006424165191292</c:v>
                </c:pt>
                <c:pt idx="2795">
                  <c:v>1.4876514381743706</c:v>
                </c:pt>
                <c:pt idx="2796">
                  <c:v>1.3504074701045201</c:v>
                </c:pt>
                <c:pt idx="2797">
                  <c:v>1.480411619184135</c:v>
                </c:pt>
                <c:pt idx="2798">
                  <c:v>1.4623075165537642</c:v>
                </c:pt>
                <c:pt idx="2799">
                  <c:v>1.4342460868274685</c:v>
                </c:pt>
                <c:pt idx="2800">
                  <c:v>1.4729528699102867</c:v>
                </c:pt>
                <c:pt idx="2801">
                  <c:v>1.3879839315112035</c:v>
                </c:pt>
                <c:pt idx="2802">
                  <c:v>1.2875990957782579</c:v>
                </c:pt>
                <c:pt idx="2803">
                  <c:v>1.3005653847653222</c:v>
                </c:pt>
                <c:pt idx="2804">
                  <c:v>1.3720712102469832</c:v>
                </c:pt>
                <c:pt idx="2805">
                  <c:v>1.2901154648698725</c:v>
                </c:pt>
                <c:pt idx="2806">
                  <c:v>1.2539140951367884</c:v>
                </c:pt>
                <c:pt idx="2807">
                  <c:v>1.2403088925866472</c:v>
                </c:pt>
                <c:pt idx="2808">
                  <c:v>1.1993867295761609</c:v>
                </c:pt>
                <c:pt idx="2809">
                  <c:v>1.1182947176287252</c:v>
                </c:pt>
                <c:pt idx="2810">
                  <c:v>1.0822908083473191</c:v>
                </c:pt>
                <c:pt idx="2811">
                  <c:v>1.0637461089303279</c:v>
                </c:pt>
                <c:pt idx="2812">
                  <c:v>1.0684709496280591</c:v>
                </c:pt>
                <c:pt idx="2813">
                  <c:v>1.0725010756143631</c:v>
                </c:pt>
                <c:pt idx="2814">
                  <c:v>1.1025464607878948</c:v>
                </c:pt>
                <c:pt idx="2815">
                  <c:v>1.139261109372173</c:v>
                </c:pt>
                <c:pt idx="2816">
                  <c:v>1.2017650397274175</c:v>
                </c:pt>
                <c:pt idx="2817">
                  <c:v>1.1873465987963148</c:v>
                </c:pt>
                <c:pt idx="2818">
                  <c:v>1.207539418152995</c:v>
                </c:pt>
                <c:pt idx="2819">
                  <c:v>1.2208676470521371</c:v>
                </c:pt>
                <c:pt idx="2820">
                  <c:v>1.089318077996668</c:v>
                </c:pt>
                <c:pt idx="2821">
                  <c:v>1.0448499326061065</c:v>
                </c:pt>
                <c:pt idx="2822">
                  <c:v>1.0369028825675148</c:v>
                </c:pt>
                <c:pt idx="2823">
                  <c:v>1.0244211994888259</c:v>
                </c:pt>
                <c:pt idx="2824">
                  <c:v>1.0497433071583935</c:v>
                </c:pt>
                <c:pt idx="2825">
                  <c:v>0.99173796045131335</c:v>
                </c:pt>
                <c:pt idx="2826">
                  <c:v>1.0448702293787619</c:v>
                </c:pt>
                <c:pt idx="2827">
                  <c:v>1.0329051871483161</c:v>
                </c:pt>
                <c:pt idx="2828">
                  <c:v>1.0641162465466341</c:v>
                </c:pt>
                <c:pt idx="2829">
                  <c:v>1.0545695796626107</c:v>
                </c:pt>
                <c:pt idx="2830">
                  <c:v>1.0550238578878228</c:v>
                </c:pt>
                <c:pt idx="2831">
                  <c:v>1.0609376574324934</c:v>
                </c:pt>
                <c:pt idx="2832">
                  <c:v>1.11310397334015</c:v>
                </c:pt>
                <c:pt idx="2833">
                  <c:v>1.1011197914517152</c:v>
                </c:pt>
                <c:pt idx="2834">
                  <c:v>1.1036529814916021</c:v>
                </c:pt>
                <c:pt idx="2835">
                  <c:v>1.1788239177751809</c:v>
                </c:pt>
                <c:pt idx="2836">
                  <c:v>1.2396439331303319</c:v>
                </c:pt>
                <c:pt idx="2837">
                  <c:v>1.3104704622506727</c:v>
                </c:pt>
                <c:pt idx="2838">
                  <c:v>1.2656153706167668</c:v>
                </c:pt>
                <c:pt idx="2839">
                  <c:v>1.3065966985218511</c:v>
                </c:pt>
                <c:pt idx="2840">
                  <c:v>1.2737440298952187</c:v>
                </c:pt>
                <c:pt idx="2841">
                  <c:v>1.2176159423794302</c:v>
                </c:pt>
                <c:pt idx="2842">
                  <c:v>1.1084788735599287</c:v>
                </c:pt>
                <c:pt idx="2843">
                  <c:v>0.96837789679090991</c:v>
                </c:pt>
                <c:pt idx="2844">
                  <c:v>0.89430705596395654</c:v>
                </c:pt>
                <c:pt idx="2845">
                  <c:v>0.83423342223617802</c:v>
                </c:pt>
                <c:pt idx="2846">
                  <c:v>0.94531437976555566</c:v>
                </c:pt>
                <c:pt idx="2847">
                  <c:v>0.98897773124041821</c:v>
                </c:pt>
                <c:pt idx="2848">
                  <c:v>0.9520885020839106</c:v>
                </c:pt>
                <c:pt idx="2849">
                  <c:v>0.98305709241849248</c:v>
                </c:pt>
                <c:pt idx="2850">
                  <c:v>0.94919910357743831</c:v>
                </c:pt>
                <c:pt idx="2851">
                  <c:v>0.94017513862975155</c:v>
                </c:pt>
                <c:pt idx="2852">
                  <c:v>0.93564230187560415</c:v>
                </c:pt>
                <c:pt idx="2853">
                  <c:v>0.9092885616235119</c:v>
                </c:pt>
                <c:pt idx="2854">
                  <c:v>0.88555961935694671</c:v>
                </c:pt>
                <c:pt idx="2855">
                  <c:v>0.86144261717124126</c:v>
                </c:pt>
                <c:pt idx="2856">
                  <c:v>0.90424221112735614</c:v>
                </c:pt>
                <c:pt idx="2857">
                  <c:v>0.90058287485507904</c:v>
                </c:pt>
                <c:pt idx="2858">
                  <c:v>0.88890851741015686</c:v>
                </c:pt>
                <c:pt idx="2859">
                  <c:v>0.87634684476405977</c:v>
                </c:pt>
                <c:pt idx="2860">
                  <c:v>0.808412613088208</c:v>
                </c:pt>
                <c:pt idx="2861">
                  <c:v>0.89090702377386954</c:v>
                </c:pt>
                <c:pt idx="2862">
                  <c:v>0.89555610227401516</c:v>
                </c:pt>
                <c:pt idx="2863">
                  <c:v>0.94258351502663063</c:v>
                </c:pt>
                <c:pt idx="2864">
                  <c:v>0.87870015416805169</c:v>
                </c:pt>
                <c:pt idx="2865">
                  <c:v>0.74553427676604733</c:v>
                </c:pt>
                <c:pt idx="2866">
                  <c:v>0.6586484478245902</c:v>
                </c:pt>
                <c:pt idx="2867">
                  <c:v>0.62133123143391988</c:v>
                </c:pt>
                <c:pt idx="2868">
                  <c:v>0.64428896670873648</c:v>
                </c:pt>
                <c:pt idx="2869">
                  <c:v>0.61241721113546743</c:v>
                </c:pt>
                <c:pt idx="2870">
                  <c:v>0.60500147950078476</c:v>
                </c:pt>
                <c:pt idx="2871">
                  <c:v>0.61109650617713063</c:v>
                </c:pt>
                <c:pt idx="2872">
                  <c:v>0.63452048427848406</c:v>
                </c:pt>
                <c:pt idx="2873">
                  <c:v>0.73211556143023437</c:v>
                </c:pt>
                <c:pt idx="2874">
                  <c:v>0.78568307835947448</c:v>
                </c:pt>
                <c:pt idx="2875">
                  <c:v>0.76628783395260092</c:v>
                </c:pt>
                <c:pt idx="2876">
                  <c:v>0.83018478120155192</c:v>
                </c:pt>
                <c:pt idx="2877">
                  <c:v>0.8343613120658756</c:v>
                </c:pt>
                <c:pt idx="2878">
                  <c:v>0.8813289377223622</c:v>
                </c:pt>
                <c:pt idx="2879">
                  <c:v>0.93653735333887211</c:v>
                </c:pt>
                <c:pt idx="2880">
                  <c:v>0.92238928551421584</c:v>
                </c:pt>
                <c:pt idx="2881">
                  <c:v>0.94413589687482691</c:v>
                </c:pt>
                <c:pt idx="2882">
                  <c:v>0.94959054042085278</c:v>
                </c:pt>
                <c:pt idx="2883">
                  <c:v>1.0601760541855616</c:v>
                </c:pt>
                <c:pt idx="2884">
                  <c:v>1.182987484876066</c:v>
                </c:pt>
                <c:pt idx="2885">
                  <c:v>1.2698696575094195</c:v>
                </c:pt>
                <c:pt idx="2886">
                  <c:v>1.1988331668671923</c:v>
                </c:pt>
                <c:pt idx="2887">
                  <c:v>1.2274065177549873</c:v>
                </c:pt>
                <c:pt idx="2888">
                  <c:v>1.2711045753972514</c:v>
                </c:pt>
                <c:pt idx="2889">
                  <c:v>1.3156472510371691</c:v>
                </c:pt>
                <c:pt idx="2890">
                  <c:v>1.3862486808849834</c:v>
                </c:pt>
                <c:pt idx="2891">
                  <c:v>1.3865671685513714</c:v>
                </c:pt>
                <c:pt idx="2892">
                  <c:v>1.3374998510690843</c:v>
                </c:pt>
                <c:pt idx="2893">
                  <c:v>1.3852987788957847</c:v>
                </c:pt>
                <c:pt idx="2894">
                  <c:v>1.3589132272087823</c:v>
                </c:pt>
                <c:pt idx="2895">
                  <c:v>1.3340118505496439</c:v>
                </c:pt>
                <c:pt idx="2896">
                  <c:v>1.3735156242572553</c:v>
                </c:pt>
                <c:pt idx="2897">
                  <c:v>1.3156045705960751</c:v>
                </c:pt>
                <c:pt idx="2898">
                  <c:v>1.3479714967860827</c:v>
                </c:pt>
                <c:pt idx="2899">
                  <c:v>1.3402969367845812</c:v>
                </c:pt>
                <c:pt idx="2900">
                  <c:v>1.3153603075775355</c:v>
                </c:pt>
                <c:pt idx="2901">
                  <c:v>1.3009579737134258</c:v>
                </c:pt>
                <c:pt idx="2902">
                  <c:v>1.2650121030738555</c:v>
                </c:pt>
                <c:pt idx="2903">
                  <c:v>1.2861130449747114</c:v>
                </c:pt>
                <c:pt idx="2904">
                  <c:v>1.2736124187236677</c:v>
                </c:pt>
                <c:pt idx="2905">
                  <c:v>1.2768905456723552</c:v>
                </c:pt>
                <c:pt idx="2906">
                  <c:v>1.2899138605639384</c:v>
                </c:pt>
                <c:pt idx="2907">
                  <c:v>1.2579872802810004</c:v>
                </c:pt>
                <c:pt idx="2908">
                  <c:v>1.2335087536793015</c:v>
                </c:pt>
                <c:pt idx="2909">
                  <c:v>1.2521743400283636</c:v>
                </c:pt>
                <c:pt idx="2910">
                  <c:v>1.23774695044115</c:v>
                </c:pt>
                <c:pt idx="2911">
                  <c:v>1.225117866732931</c:v>
                </c:pt>
                <c:pt idx="2912">
                  <c:v>1.2447111110610642</c:v>
                </c:pt>
                <c:pt idx="2913">
                  <c:v>1.3049296882832526</c:v>
                </c:pt>
                <c:pt idx="2914">
                  <c:v>1.3202411557303475</c:v>
                </c:pt>
                <c:pt idx="2915">
                  <c:v>1.296490186776327</c:v>
                </c:pt>
                <c:pt idx="2916">
                  <c:v>1.3463449213571876</c:v>
                </c:pt>
                <c:pt idx="2917">
                  <c:v>1.4192857038521896</c:v>
                </c:pt>
                <c:pt idx="2918">
                  <c:v>1.444242108509427</c:v>
                </c:pt>
                <c:pt idx="2919">
                  <c:v>1.4277297919786813</c:v>
                </c:pt>
                <c:pt idx="2920">
                  <c:v>1.4077199314453848</c:v>
                </c:pt>
                <c:pt idx="2921">
                  <c:v>1.342714247153834</c:v>
                </c:pt>
                <c:pt idx="2922">
                  <c:v>1.3611918480416485</c:v>
                </c:pt>
                <c:pt idx="2923">
                  <c:v>1.4072419591550491</c:v>
                </c:pt>
                <c:pt idx="2924">
                  <c:v>1.4363406316869936</c:v>
                </c:pt>
                <c:pt idx="2925">
                  <c:v>1.4344173319013478</c:v>
                </c:pt>
                <c:pt idx="2926">
                  <c:v>1.3747075724077835</c:v>
                </c:pt>
                <c:pt idx="2927">
                  <c:v>1.3392818855552475</c:v>
                </c:pt>
                <c:pt idx="2928">
                  <c:v>1.3535234367539564</c:v>
                </c:pt>
                <c:pt idx="2929">
                  <c:v>1.299459526156731</c:v>
                </c:pt>
                <c:pt idx="2930">
                  <c:v>1.2576743203605898</c:v>
                </c:pt>
                <c:pt idx="2931">
                  <c:v>1.3040141570742492</c:v>
                </c:pt>
                <c:pt idx="2932">
                  <c:v>1.3271931597958684</c:v>
                </c:pt>
                <c:pt idx="2933">
                  <c:v>1.3881594725578543</c:v>
                </c:pt>
                <c:pt idx="2934">
                  <c:v>1.4821710506262649</c:v>
                </c:pt>
                <c:pt idx="2935">
                  <c:v>1.590999835587678</c:v>
                </c:pt>
                <c:pt idx="2936">
                  <c:v>1.5521670845223254</c:v>
                </c:pt>
                <c:pt idx="2937">
                  <c:v>1.5669262417240437</c:v>
                </c:pt>
                <c:pt idx="2938">
                  <c:v>1.4545622457021297</c:v>
                </c:pt>
                <c:pt idx="2939">
                  <c:v>1.3564280556398323</c:v>
                </c:pt>
                <c:pt idx="2940">
                  <c:v>1.1967988955878035</c:v>
                </c:pt>
                <c:pt idx="2941">
                  <c:v>0.78564905205336222</c:v>
                </c:pt>
                <c:pt idx="2942">
                  <c:v>1.2456363469187581</c:v>
                </c:pt>
                <c:pt idx="2943">
                  <c:v>1.5405980140276478</c:v>
                </c:pt>
                <c:pt idx="2944">
                  <c:v>1.2212824228289905</c:v>
                </c:pt>
                <c:pt idx="2945">
                  <c:v>1.1978992489873759</c:v>
                </c:pt>
                <c:pt idx="2946">
                  <c:v>1.1525586331390854</c:v>
                </c:pt>
                <c:pt idx="2947">
                  <c:v>1.1781556419615997</c:v>
                </c:pt>
                <c:pt idx="2948">
                  <c:v>1.21876299798898</c:v>
                </c:pt>
                <c:pt idx="2949">
                  <c:v>1.2740179841600394</c:v>
                </c:pt>
                <c:pt idx="2950">
                  <c:v>1.3215399070965084</c:v>
                </c:pt>
                <c:pt idx="2951">
                  <c:v>1.2678582831263001</c:v>
                </c:pt>
                <c:pt idx="2952">
                  <c:v>1.3032005433375204</c:v>
                </c:pt>
                <c:pt idx="2953">
                  <c:v>1.4286964184788349</c:v>
                </c:pt>
                <c:pt idx="2954">
                  <c:v>1.5119568595030586</c:v>
                </c:pt>
                <c:pt idx="2955">
                  <c:v>1.4778199604942068</c:v>
                </c:pt>
                <c:pt idx="2956">
                  <c:v>1.4800932888802669</c:v>
                </c:pt>
                <c:pt idx="2957">
                  <c:v>1.4944513406518245</c:v>
                </c:pt>
                <c:pt idx="2958">
                  <c:v>1.4578275582384892</c:v>
                </c:pt>
                <c:pt idx="2959">
                  <c:v>1.4283301301181404</c:v>
                </c:pt>
                <c:pt idx="2960">
                  <c:v>1.3603911412491112</c:v>
                </c:pt>
                <c:pt idx="2961">
                  <c:v>1.3776301831724833</c:v>
                </c:pt>
                <c:pt idx="2962">
                  <c:v>1.5164949687043081</c:v>
                </c:pt>
                <c:pt idx="2963">
                  <c:v>1.582915707185905</c:v>
                </c:pt>
                <c:pt idx="2964">
                  <c:v>1.473066246456622</c:v>
                </c:pt>
                <c:pt idx="2965">
                  <c:v>1.3574718962330605</c:v>
                </c:pt>
                <c:pt idx="2966">
                  <c:v>1.2009838836364244</c:v>
                </c:pt>
                <c:pt idx="2967">
                  <c:v>1.1808994527210701</c:v>
                </c:pt>
                <c:pt idx="2968">
                  <c:v>1.156033373056331</c:v>
                </c:pt>
                <c:pt idx="2969">
                  <c:v>1.2364656848225835</c:v>
                </c:pt>
                <c:pt idx="2970">
                  <c:v>1.182468908122706</c:v>
                </c:pt>
                <c:pt idx="2971">
                  <c:v>1.1978574677794471</c:v>
                </c:pt>
                <c:pt idx="2972">
                  <c:v>1.205598548323952</c:v>
                </c:pt>
                <c:pt idx="2973">
                  <c:v>1.229208035452777</c:v>
                </c:pt>
                <c:pt idx="2974">
                  <c:v>1.1427290887277746</c:v>
                </c:pt>
                <c:pt idx="2975">
                  <c:v>1.1494738860575822</c:v>
                </c:pt>
                <c:pt idx="2976">
                  <c:v>1.1654139516272723</c:v>
                </c:pt>
                <c:pt idx="2977">
                  <c:v>1.1496296199735025</c:v>
                </c:pt>
                <c:pt idx="2978">
                  <c:v>1.1163593902179372</c:v>
                </c:pt>
                <c:pt idx="2979">
                  <c:v>1.0865434162356007</c:v>
                </c:pt>
                <c:pt idx="2980">
                  <c:v>1.0854649304199444</c:v>
                </c:pt>
                <c:pt idx="2981">
                  <c:v>1.0864151193705602</c:v>
                </c:pt>
                <c:pt idx="2982">
                  <c:v>1.0733222577000658</c:v>
                </c:pt>
                <c:pt idx="2983">
                  <c:v>1.0614222171531726</c:v>
                </c:pt>
                <c:pt idx="2984">
                  <c:v>1.1075496485716989</c:v>
                </c:pt>
                <c:pt idx="2985">
                  <c:v>1.1125181901692207</c:v>
                </c:pt>
                <c:pt idx="2986">
                  <c:v>0.97226369848446059</c:v>
                </c:pt>
                <c:pt idx="2987">
                  <c:v>1.056896183650935</c:v>
                </c:pt>
                <c:pt idx="2988">
                  <c:v>0.97564040947142694</c:v>
                </c:pt>
                <c:pt idx="2989">
                  <c:v>0.91715007031985796</c:v>
                </c:pt>
                <c:pt idx="2990">
                  <c:v>0.92678801882840123</c:v>
                </c:pt>
                <c:pt idx="2991">
                  <c:v>0.89098693811552498</c:v>
                </c:pt>
                <c:pt idx="2992">
                  <c:v>0.98109416119762294</c:v>
                </c:pt>
                <c:pt idx="2993">
                  <c:v>0.83001442815594195</c:v>
                </c:pt>
                <c:pt idx="2994">
                  <c:v>0.86282864774391399</c:v>
                </c:pt>
                <c:pt idx="2995">
                  <c:v>0.93055209850364196</c:v>
                </c:pt>
                <c:pt idx="2996">
                  <c:v>0.90888829461336851</c:v>
                </c:pt>
                <c:pt idx="2997">
                  <c:v>0.94068887467446416</c:v>
                </c:pt>
                <c:pt idx="2998">
                  <c:v>1.036870916826264</c:v>
                </c:pt>
                <c:pt idx="2999">
                  <c:v>1.2597886119231823</c:v>
                </c:pt>
                <c:pt idx="3000">
                  <c:v>1.4323884697877369</c:v>
                </c:pt>
                <c:pt idx="3001">
                  <c:v>2.3707468047752052</c:v>
                </c:pt>
                <c:pt idx="3002">
                  <c:v>3.0322448726733628</c:v>
                </c:pt>
                <c:pt idx="3003">
                  <c:v>3.161132719431099</c:v>
                </c:pt>
                <c:pt idx="3004">
                  <c:v>3.3241074367694639</c:v>
                </c:pt>
                <c:pt idx="3005">
                  <c:v>3.4440620561971369</c:v>
                </c:pt>
                <c:pt idx="3006">
                  <c:v>3.6543932973764721</c:v>
                </c:pt>
                <c:pt idx="3007">
                  <c:v>3.8468400716074846</c:v>
                </c:pt>
                <c:pt idx="3008">
                  <c:v>3.9088701202938774</c:v>
                </c:pt>
                <c:pt idx="3009">
                  <c:v>4.0454126327527815</c:v>
                </c:pt>
                <c:pt idx="3010">
                  <c:v>4.5710556588779285</c:v>
                </c:pt>
                <c:pt idx="3011">
                  <c:v>3.4288086003544489</c:v>
                </c:pt>
                <c:pt idx="3012">
                  <c:v>3.376389294691633</c:v>
                </c:pt>
                <c:pt idx="3013">
                  <c:v>3.1350133454641309</c:v>
                </c:pt>
                <c:pt idx="3014">
                  <c:v>3.0908003962883264</c:v>
                </c:pt>
                <c:pt idx="3015">
                  <c:v>2.1172857578164854</c:v>
                </c:pt>
                <c:pt idx="3016">
                  <c:v>5.7248030090690766E-2</c:v>
                </c:pt>
                <c:pt idx="3017">
                  <c:v>2.8274980561350999E-2</c:v>
                </c:pt>
                <c:pt idx="3018">
                  <c:v>9.8092248181739176E-3</c:v>
                </c:pt>
                <c:pt idx="3019">
                  <c:v>4.175580943547294E-3</c:v>
                </c:pt>
                <c:pt idx="3020">
                  <c:v>2.8949429031109113E-3</c:v>
                </c:pt>
                <c:pt idx="3021">
                  <c:v>1.4569762086577836E-3</c:v>
                </c:pt>
                <c:pt idx="3022">
                  <c:v>2.1002303977519267E-3</c:v>
                </c:pt>
                <c:pt idx="3023">
                  <c:v>3.124936514093971E-3</c:v>
                </c:pt>
                <c:pt idx="3024">
                  <c:v>2.0207503067516687E-3</c:v>
                </c:pt>
                <c:pt idx="3025">
                  <c:v>1.4541443240686477E-3</c:v>
                </c:pt>
                <c:pt idx="3026">
                  <c:v>1.0007990598854455E-3</c:v>
                </c:pt>
                <c:pt idx="3027">
                  <c:v>7.7369371923517174E-4</c:v>
                </c:pt>
                <c:pt idx="3028">
                  <c:v>5.3609616056779432E-4</c:v>
                </c:pt>
                <c:pt idx="3029">
                  <c:v>3.8803263485258696E-4</c:v>
                </c:pt>
                <c:pt idx="3030">
                  <c:v>-2.7491032039318259E-5</c:v>
                </c:pt>
                <c:pt idx="3031">
                  <c:v>-5.5166923819851145E-4</c:v>
                </c:pt>
                <c:pt idx="3032">
                  <c:v>-6.3715472275430217E-3</c:v>
                </c:pt>
                <c:pt idx="3033">
                  <c:v>-1.221700570639923E-2</c:v>
                </c:pt>
                <c:pt idx="3034">
                  <c:v>-1.1698414990858648E-2</c:v>
                </c:pt>
                <c:pt idx="3035">
                  <c:v>-1.0976046081864537E-2</c:v>
                </c:pt>
                <c:pt idx="3036">
                  <c:v>-1.0525299068737972E-2</c:v>
                </c:pt>
                <c:pt idx="3037">
                  <c:v>-1.0411278718820676E-2</c:v>
                </c:pt>
                <c:pt idx="3038">
                  <c:v>-9.4407760855570958E-3</c:v>
                </c:pt>
                <c:pt idx="3039">
                  <c:v>-8.5270563365974564E-3</c:v>
                </c:pt>
                <c:pt idx="3040">
                  <c:v>-8.1081225685075888E-3</c:v>
                </c:pt>
                <c:pt idx="3041">
                  <c:v>2.0752960587938256E-3</c:v>
                </c:pt>
                <c:pt idx="3042">
                  <c:v>3.2406213256830911E-3</c:v>
                </c:pt>
                <c:pt idx="3043">
                  <c:v>2.1523073250453348E-3</c:v>
                </c:pt>
                <c:pt idx="3044">
                  <c:v>1.496587994281827E-3</c:v>
                </c:pt>
                <c:pt idx="3045">
                  <c:v>1.0697209527864488E-3</c:v>
                </c:pt>
                <c:pt idx="3046">
                  <c:v>1.023000073303106E-3</c:v>
                </c:pt>
                <c:pt idx="3047">
                  <c:v>8.0990986484955378E-4</c:v>
                </c:pt>
                <c:pt idx="3048">
                  <c:v>8.764866725960007E-4</c:v>
                </c:pt>
                <c:pt idx="3049">
                  <c:v>9.3977911540868409E-4</c:v>
                </c:pt>
                <c:pt idx="3050">
                  <c:v>7.9054050048297814E-4</c:v>
                </c:pt>
                <c:pt idx="3051">
                  <c:v>8.8006339028534782E-4</c:v>
                </c:pt>
                <c:pt idx="3052">
                  <c:v>6.964124958687833E-4</c:v>
                </c:pt>
                <c:pt idx="3053">
                  <c:v>7.7547873547843978E-4</c:v>
                </c:pt>
                <c:pt idx="3054">
                  <c:v>9.4962091688975702E-4</c:v>
                </c:pt>
                <c:pt idx="3055">
                  <c:v>8.5492840052903715E-4</c:v>
                </c:pt>
                <c:pt idx="3056">
                  <c:v>-1.4714687380953991E-3</c:v>
                </c:pt>
                <c:pt idx="3057">
                  <c:v>-7.0075527038122917E-3</c:v>
                </c:pt>
                <c:pt idx="3058">
                  <c:v>-6.6044988408976218E-3</c:v>
                </c:pt>
                <c:pt idx="3059">
                  <c:v>-6.3061890972626617E-3</c:v>
                </c:pt>
                <c:pt idx="3060">
                  <c:v>-6.4164397884608499E-3</c:v>
                </c:pt>
                <c:pt idx="3061">
                  <c:v>-7.712035944343278E-3</c:v>
                </c:pt>
                <c:pt idx="3062">
                  <c:v>-6.1481187113687011E-3</c:v>
                </c:pt>
                <c:pt idx="3063">
                  <c:v>-5.8545753310640328E-3</c:v>
                </c:pt>
                <c:pt idx="3064">
                  <c:v>-5.8868181616496809E-3</c:v>
                </c:pt>
                <c:pt idx="3065">
                  <c:v>9.9293468999564461E-4</c:v>
                </c:pt>
                <c:pt idx="3066">
                  <c:v>1.6354893447536217E-3</c:v>
                </c:pt>
                <c:pt idx="3067">
                  <c:v>1.0979386980153245E-3</c:v>
                </c:pt>
                <c:pt idx="3068">
                  <c:v>9.6512098588645687E-4</c:v>
                </c:pt>
                <c:pt idx="3069">
                  <c:v>9.226719444731502E-4</c:v>
                </c:pt>
                <c:pt idx="3070">
                  <c:v>5.7640882609716153E-4</c:v>
                </c:pt>
                <c:pt idx="3071">
                  <c:v>7.6890926045810497E-4</c:v>
                </c:pt>
                <c:pt idx="3072">
                  <c:v>5.8589555876149542E-4</c:v>
                </c:pt>
                <c:pt idx="3073">
                  <c:v>8.3872389391416338E-4</c:v>
                </c:pt>
                <c:pt idx="3074">
                  <c:v>5.6304300536751714E-4</c:v>
                </c:pt>
                <c:pt idx="3075">
                  <c:v>7.9721882485657728E-4</c:v>
                </c:pt>
                <c:pt idx="3076">
                  <c:v>6.7470846686657848E-4</c:v>
                </c:pt>
                <c:pt idx="3077">
                  <c:v>6.9273716618160376E-4</c:v>
                </c:pt>
                <c:pt idx="3078">
                  <c:v>6.376526460007524E-4</c:v>
                </c:pt>
                <c:pt idx="3079">
                  <c:v>2.7694073887162528E-4</c:v>
                </c:pt>
                <c:pt idx="3080">
                  <c:v>-1.2044208368757461E-3</c:v>
                </c:pt>
                <c:pt idx="3081">
                  <c:v>1.5131717580830555E-3</c:v>
                </c:pt>
                <c:pt idx="3082">
                  <c:v>-1.7734402204018277E-3</c:v>
                </c:pt>
                <c:pt idx="3083">
                  <c:v>-1.0674380108345906E-3</c:v>
                </c:pt>
                <c:pt idx="3084">
                  <c:v>1.6166654654458735E-4</c:v>
                </c:pt>
                <c:pt idx="3085">
                  <c:v>1.3208678678646034E-3</c:v>
                </c:pt>
                <c:pt idx="3086">
                  <c:v>1.4562630379583532E-3</c:v>
                </c:pt>
                <c:pt idx="3087">
                  <c:v>2.2081908854129201E-3</c:v>
                </c:pt>
                <c:pt idx="3088">
                  <c:v>2.6095299456251192E-3</c:v>
                </c:pt>
                <c:pt idx="3089">
                  <c:v>1.5373664094863739E-3</c:v>
                </c:pt>
                <c:pt idx="3090">
                  <c:v>3.5220884098775639E-4</c:v>
                </c:pt>
                <c:pt idx="3091">
                  <c:v>-3.6855128291576125E-3</c:v>
                </c:pt>
                <c:pt idx="3092">
                  <c:v>-5.7160770684427367E-3</c:v>
                </c:pt>
                <c:pt idx="3093">
                  <c:v>-6.363635123359997E-3</c:v>
                </c:pt>
                <c:pt idx="3094">
                  <c:v>-6.4769713560959364E-3</c:v>
                </c:pt>
                <c:pt idx="3095">
                  <c:v>2.2391582383267305E-4</c:v>
                </c:pt>
                <c:pt idx="3096">
                  <c:v>1.2269534090580813E-3</c:v>
                </c:pt>
                <c:pt idx="3097">
                  <c:v>9.785506810668428E-4</c:v>
                </c:pt>
                <c:pt idx="3098">
                  <c:v>1.0595595742834687E-3</c:v>
                </c:pt>
                <c:pt idx="3099">
                  <c:v>9.0464761182429149E-4</c:v>
                </c:pt>
                <c:pt idx="3100">
                  <c:v>8.8500346606883759E-4</c:v>
                </c:pt>
                <c:pt idx="3101">
                  <c:v>8.4311749819360887E-4</c:v>
                </c:pt>
                <c:pt idx="3102">
                  <c:v>9.2424940470691613E-4</c:v>
                </c:pt>
                <c:pt idx="3103">
                  <c:v>6.9650482312933111E-4</c:v>
                </c:pt>
                <c:pt idx="3104">
                  <c:v>-2.3243114453036957E-3</c:v>
                </c:pt>
                <c:pt idx="3105">
                  <c:v>-6.6994071003544965E-3</c:v>
                </c:pt>
                <c:pt idx="3106">
                  <c:v>-6.5372671199740526E-3</c:v>
                </c:pt>
                <c:pt idx="3107">
                  <c:v>-4.499186068639938E-3</c:v>
                </c:pt>
                <c:pt idx="3108">
                  <c:v>-1.6410946199837107E-3</c:v>
                </c:pt>
                <c:pt idx="3109">
                  <c:v>-9.0783155985067483E-4</c:v>
                </c:pt>
                <c:pt idx="3110">
                  <c:v>0.11005984025617273</c:v>
                </c:pt>
                <c:pt idx="3111">
                  <c:v>1.3674400555500434</c:v>
                </c:pt>
                <c:pt idx="3112">
                  <c:v>0.5985816721723044</c:v>
                </c:pt>
                <c:pt idx="3113">
                  <c:v>0.65180162352957638</c:v>
                </c:pt>
                <c:pt idx="3114">
                  <c:v>0.70331683107642828</c:v>
                </c:pt>
                <c:pt idx="3115">
                  <c:v>0.6579130778700446</c:v>
                </c:pt>
                <c:pt idx="3116">
                  <c:v>0.65850460627256069</c:v>
                </c:pt>
                <c:pt idx="3117">
                  <c:v>0.63619468612063801</c:v>
                </c:pt>
                <c:pt idx="3118">
                  <c:v>0.63386106847282875</c:v>
                </c:pt>
                <c:pt idx="3119">
                  <c:v>0.58367726036691903</c:v>
                </c:pt>
                <c:pt idx="3120">
                  <c:v>0.58813275338912774</c:v>
                </c:pt>
                <c:pt idx="3121">
                  <c:v>0.5997846126881522</c:v>
                </c:pt>
                <c:pt idx="3122">
                  <c:v>0.59954995639193909</c:v>
                </c:pt>
                <c:pt idx="3123">
                  <c:v>0.61429369199603978</c:v>
                </c:pt>
                <c:pt idx="3124">
                  <c:v>0.60420956724237229</c:v>
                </c:pt>
                <c:pt idx="3125">
                  <c:v>0.64285933809341</c:v>
                </c:pt>
                <c:pt idx="3126">
                  <c:v>0.64740454924699742</c:v>
                </c:pt>
                <c:pt idx="3127">
                  <c:v>0.66790853585149124</c:v>
                </c:pt>
                <c:pt idx="3128">
                  <c:v>0.88048131673001051</c:v>
                </c:pt>
                <c:pt idx="3129">
                  <c:v>0.51839534579295998</c:v>
                </c:pt>
                <c:pt idx="3130">
                  <c:v>0.48429279050430352</c:v>
                </c:pt>
                <c:pt idx="3131">
                  <c:v>0.40807817755156711</c:v>
                </c:pt>
                <c:pt idx="3132">
                  <c:v>0.43371074544694826</c:v>
                </c:pt>
                <c:pt idx="3133">
                  <c:v>0.4897653642880716</c:v>
                </c:pt>
                <c:pt idx="3134">
                  <c:v>0.51468764485835305</c:v>
                </c:pt>
                <c:pt idx="3135">
                  <c:v>0.59525717316633431</c:v>
                </c:pt>
                <c:pt idx="3136">
                  <c:v>0.56080576180068431</c:v>
                </c:pt>
                <c:pt idx="3137">
                  <c:v>0.56285328235027376</c:v>
                </c:pt>
                <c:pt idx="3138">
                  <c:v>0.54502955874460546</c:v>
                </c:pt>
                <c:pt idx="3139">
                  <c:v>0.55545553333539999</c:v>
                </c:pt>
                <c:pt idx="3140">
                  <c:v>0.56549303616617064</c:v>
                </c:pt>
                <c:pt idx="3141">
                  <c:v>0.56355899456462744</c:v>
                </c:pt>
                <c:pt idx="3142">
                  <c:v>0.55004226172117465</c:v>
                </c:pt>
                <c:pt idx="3143">
                  <c:v>0.57758018246661103</c:v>
                </c:pt>
                <c:pt idx="3144">
                  <c:v>0.6176139134789751</c:v>
                </c:pt>
                <c:pt idx="3145">
                  <c:v>0.70947011873984689</c:v>
                </c:pt>
                <c:pt idx="3146">
                  <c:v>0.75680790626533845</c:v>
                </c:pt>
                <c:pt idx="3147">
                  <c:v>0.75961886879288965</c:v>
                </c:pt>
                <c:pt idx="3148">
                  <c:v>0.76571375063047054</c:v>
                </c:pt>
                <c:pt idx="3149">
                  <c:v>0.76756008355581473</c:v>
                </c:pt>
                <c:pt idx="3150">
                  <c:v>0.82767613632373205</c:v>
                </c:pt>
                <c:pt idx="3151">
                  <c:v>0.82542256214938314</c:v>
                </c:pt>
                <c:pt idx="3152">
                  <c:v>0.88213178531954084</c:v>
                </c:pt>
                <c:pt idx="3153">
                  <c:v>0.90971916008932985</c:v>
                </c:pt>
                <c:pt idx="3154">
                  <c:v>0.80244211659911502</c:v>
                </c:pt>
                <c:pt idx="3155">
                  <c:v>0.66193738858525708</c:v>
                </c:pt>
                <c:pt idx="3156">
                  <c:v>0.68402119435387376</c:v>
                </c:pt>
                <c:pt idx="3157">
                  <c:v>0.74072185850066841</c:v>
                </c:pt>
                <c:pt idx="3158">
                  <c:v>0.71230099446528516</c:v>
                </c:pt>
                <c:pt idx="3159">
                  <c:v>0.77868900283366671</c:v>
                </c:pt>
                <c:pt idx="3160">
                  <c:v>0.78844800112238689</c:v>
                </c:pt>
                <c:pt idx="3161">
                  <c:v>0.76105158905496417</c:v>
                </c:pt>
                <c:pt idx="3162">
                  <c:v>0.73832607944862827</c:v>
                </c:pt>
                <c:pt idx="3163">
                  <c:v>0.70327127735263117</c:v>
                </c:pt>
                <c:pt idx="3164">
                  <c:v>0.70424966874216188</c:v>
                </c:pt>
                <c:pt idx="3165">
                  <c:v>0.65920639971670858</c:v>
                </c:pt>
                <c:pt idx="3166">
                  <c:v>0.62421903822729286</c:v>
                </c:pt>
                <c:pt idx="3167">
                  <c:v>0.62402559042160932</c:v>
                </c:pt>
                <c:pt idx="3168">
                  <c:v>0.63885805034145471</c:v>
                </c:pt>
                <c:pt idx="3169">
                  <c:v>0.62371008921594462</c:v>
                </c:pt>
                <c:pt idx="3170">
                  <c:v>0.55900421083765139</c:v>
                </c:pt>
                <c:pt idx="3171">
                  <c:v>0.52434945368617392</c:v>
                </c:pt>
                <c:pt idx="3172">
                  <c:v>0.51832859552372557</c:v>
                </c:pt>
                <c:pt idx="3173">
                  <c:v>0.48547742284543932</c:v>
                </c:pt>
                <c:pt idx="3174">
                  <c:v>0.46428334941476762</c:v>
                </c:pt>
                <c:pt idx="3175">
                  <c:v>0.47688121354750168</c:v>
                </c:pt>
                <c:pt idx="3176">
                  <c:v>0.49332763658804168</c:v>
                </c:pt>
                <c:pt idx="3177">
                  <c:v>0.53175568887311664</c:v>
                </c:pt>
                <c:pt idx="3178">
                  <c:v>0.61887261418308637</c:v>
                </c:pt>
                <c:pt idx="3179">
                  <c:v>0.6422462300317493</c:v>
                </c:pt>
                <c:pt idx="3180">
                  <c:v>0.61034856797737191</c:v>
                </c:pt>
                <c:pt idx="3181">
                  <c:v>0.59331677354494738</c:v>
                </c:pt>
                <c:pt idx="3182">
                  <c:v>0.55281788647789676</c:v>
                </c:pt>
                <c:pt idx="3183">
                  <c:v>0.58297802916321884</c:v>
                </c:pt>
                <c:pt idx="3184">
                  <c:v>0.64571304415370545</c:v>
                </c:pt>
                <c:pt idx="3185">
                  <c:v>0.5876440151046578</c:v>
                </c:pt>
                <c:pt idx="3186">
                  <c:v>0.673476763889437</c:v>
                </c:pt>
                <c:pt idx="3187">
                  <c:v>0.66371622446471656</c:v>
                </c:pt>
                <c:pt idx="3188">
                  <c:v>0.69861198693926618</c:v>
                </c:pt>
                <c:pt idx="3189">
                  <c:v>0.78101326212889022</c:v>
                </c:pt>
                <c:pt idx="3190">
                  <c:v>0.8328489723194642</c:v>
                </c:pt>
                <c:pt idx="3191">
                  <c:v>0.88209780253870518</c:v>
                </c:pt>
                <c:pt idx="3192">
                  <c:v>0.91419824519070969</c:v>
                </c:pt>
                <c:pt idx="3193">
                  <c:v>0.95404828491867222</c:v>
                </c:pt>
                <c:pt idx="3194">
                  <c:v>0.97649935262636856</c:v>
                </c:pt>
                <c:pt idx="3195">
                  <c:v>0.99581684854847075</c:v>
                </c:pt>
                <c:pt idx="3196">
                  <c:v>1.0389193170400297</c:v>
                </c:pt>
                <c:pt idx="3197">
                  <c:v>1.0714930253308428</c:v>
                </c:pt>
                <c:pt idx="3198">
                  <c:v>1.1246806690383269</c:v>
                </c:pt>
                <c:pt idx="3199">
                  <c:v>1.1882486339276355</c:v>
                </c:pt>
                <c:pt idx="3200">
                  <c:v>1.0437857447776382</c:v>
                </c:pt>
                <c:pt idx="3201">
                  <c:v>0.98501939053622622</c:v>
                </c:pt>
                <c:pt idx="3202">
                  <c:v>0.91766592214951248</c:v>
                </c:pt>
                <c:pt idx="3203">
                  <c:v>0.87208052664717928</c:v>
                </c:pt>
                <c:pt idx="3204">
                  <c:v>0.8048669432381147</c:v>
                </c:pt>
                <c:pt idx="3205">
                  <c:v>0.81277417931444695</c:v>
                </c:pt>
                <c:pt idx="3206">
                  <c:v>0.78257495422633672</c:v>
                </c:pt>
                <c:pt idx="3207">
                  <c:v>0.76154846739617843</c:v>
                </c:pt>
                <c:pt idx="3208">
                  <c:v>0.75915746817750673</c:v>
                </c:pt>
                <c:pt idx="3209">
                  <c:v>0.76365334335120971</c:v>
                </c:pt>
                <c:pt idx="3210">
                  <c:v>0.74084407428609911</c:v>
                </c:pt>
                <c:pt idx="3211">
                  <c:v>0.71548696883275287</c:v>
                </c:pt>
                <c:pt idx="3212">
                  <c:v>0.70268311411788031</c:v>
                </c:pt>
                <c:pt idx="3213">
                  <c:v>0.80520201149033921</c:v>
                </c:pt>
                <c:pt idx="3214">
                  <c:v>0.87078928419336399</c:v>
                </c:pt>
                <c:pt idx="3215">
                  <c:v>0.88249052438070574</c:v>
                </c:pt>
                <c:pt idx="3216">
                  <c:v>0.90786768432094944</c:v>
                </c:pt>
                <c:pt idx="3217">
                  <c:v>0.91948454275641966</c:v>
                </c:pt>
                <c:pt idx="3218">
                  <c:v>0.90893396740240862</c:v>
                </c:pt>
                <c:pt idx="3219">
                  <c:v>0.83451771343985903</c:v>
                </c:pt>
                <c:pt idx="3220">
                  <c:v>0.81794747837261295</c:v>
                </c:pt>
                <c:pt idx="3221">
                  <c:v>0.82103693514406217</c:v>
                </c:pt>
                <c:pt idx="3222">
                  <c:v>0.82714672563885283</c:v>
                </c:pt>
                <c:pt idx="3223">
                  <c:v>0.81636338832656308</c:v>
                </c:pt>
                <c:pt idx="3224">
                  <c:v>0.78486423727883303</c:v>
                </c:pt>
                <c:pt idx="3225">
                  <c:v>0.76569786907298287</c:v>
                </c:pt>
                <c:pt idx="3226">
                  <c:v>0.75206280228066047</c:v>
                </c:pt>
                <c:pt idx="3227">
                  <c:v>0.73305578133881255</c:v>
                </c:pt>
                <c:pt idx="3228">
                  <c:v>0.69573909348829743</c:v>
                </c:pt>
                <c:pt idx="3229">
                  <c:v>0.64884641378748809</c:v>
                </c:pt>
                <c:pt idx="3230">
                  <c:v>0.6514679177139453</c:v>
                </c:pt>
                <c:pt idx="3231">
                  <c:v>0.64674916555672657</c:v>
                </c:pt>
                <c:pt idx="3232">
                  <c:v>0.63470392247538598</c:v>
                </c:pt>
                <c:pt idx="3233">
                  <c:v>0.67039130158437266</c:v>
                </c:pt>
                <c:pt idx="3234">
                  <c:v>0.65288823210727642</c:v>
                </c:pt>
                <c:pt idx="3235">
                  <c:v>0.6927580674896664</c:v>
                </c:pt>
                <c:pt idx="3236">
                  <c:v>0.66939020892893364</c:v>
                </c:pt>
                <c:pt idx="3237">
                  <c:v>0.66405265374403322</c:v>
                </c:pt>
                <c:pt idx="3238">
                  <c:v>0.72507539053055792</c:v>
                </c:pt>
                <c:pt idx="3239">
                  <c:v>0.72312687662456321</c:v>
                </c:pt>
                <c:pt idx="3240">
                  <c:v>0.71305041992047491</c:v>
                </c:pt>
                <c:pt idx="3241">
                  <c:v>0.76166401851273646</c:v>
                </c:pt>
                <c:pt idx="3242">
                  <c:v>0.76180292951638351</c:v>
                </c:pt>
                <c:pt idx="3243">
                  <c:v>0.78932840074674226</c:v>
                </c:pt>
                <c:pt idx="3244">
                  <c:v>0.81596518391921113</c:v>
                </c:pt>
                <c:pt idx="3245">
                  <c:v>0.8344622149244616</c:v>
                </c:pt>
                <c:pt idx="3246">
                  <c:v>0.82505137534143402</c:v>
                </c:pt>
                <c:pt idx="3247">
                  <c:v>0.79479284112412829</c:v>
                </c:pt>
                <c:pt idx="3248">
                  <c:v>0.73323591169466129</c:v>
                </c:pt>
                <c:pt idx="3249">
                  <c:v>0.68916519093131778</c:v>
                </c:pt>
                <c:pt idx="3250">
                  <c:v>0.59230471331792178</c:v>
                </c:pt>
                <c:pt idx="3251">
                  <c:v>0.50845696224735581</c:v>
                </c:pt>
                <c:pt idx="3252">
                  <c:v>0.38252983043322869</c:v>
                </c:pt>
                <c:pt idx="3253">
                  <c:v>0.29379076740375626</c:v>
                </c:pt>
                <c:pt idx="3254">
                  <c:v>0.36128652559205537</c:v>
                </c:pt>
                <c:pt idx="3255">
                  <c:v>0.46509973934715426</c:v>
                </c:pt>
                <c:pt idx="3256">
                  <c:v>0.48011123410965439</c:v>
                </c:pt>
                <c:pt idx="3257">
                  <c:v>0.51106407927942998</c:v>
                </c:pt>
                <c:pt idx="3258">
                  <c:v>0.52202002039737239</c:v>
                </c:pt>
                <c:pt idx="3259">
                  <c:v>0.58870259565743488</c:v>
                </c:pt>
                <c:pt idx="3260">
                  <c:v>0.62648263335976717</c:v>
                </c:pt>
                <c:pt idx="3261">
                  <c:v>0.66267590566378332</c:v>
                </c:pt>
                <c:pt idx="3262">
                  <c:v>0.66529695797990762</c:v>
                </c:pt>
                <c:pt idx="3263">
                  <c:v>0.68560605319952295</c:v>
                </c:pt>
                <c:pt idx="3264">
                  <c:v>0.78073968788474335</c:v>
                </c:pt>
                <c:pt idx="3265">
                  <c:v>0.84385275381380531</c:v>
                </c:pt>
                <c:pt idx="3266">
                  <c:v>0.80474050813703024</c:v>
                </c:pt>
                <c:pt idx="3267">
                  <c:v>0.78290770163995227</c:v>
                </c:pt>
                <c:pt idx="3268">
                  <c:v>0.73739001039503382</c:v>
                </c:pt>
                <c:pt idx="3269">
                  <c:v>0.67895592971993179</c:v>
                </c:pt>
                <c:pt idx="3270">
                  <c:v>0.63390645512101595</c:v>
                </c:pt>
                <c:pt idx="3271">
                  <c:v>0.5988494365008532</c:v>
                </c:pt>
                <c:pt idx="3272">
                  <c:v>0.65190624543438169</c:v>
                </c:pt>
                <c:pt idx="3273">
                  <c:v>0.59907395992864398</c:v>
                </c:pt>
                <c:pt idx="3274">
                  <c:v>0.38009722228887949</c:v>
                </c:pt>
                <c:pt idx="3275">
                  <c:v>0.30962181867363731</c:v>
                </c:pt>
                <c:pt idx="3276">
                  <c:v>0.29324594985612851</c:v>
                </c:pt>
                <c:pt idx="3277">
                  <c:v>0.52573348851323531</c:v>
                </c:pt>
                <c:pt idx="3278">
                  <c:v>0.528513627779303</c:v>
                </c:pt>
                <c:pt idx="3279">
                  <c:v>0.45744668490538026</c:v>
                </c:pt>
                <c:pt idx="3280">
                  <c:v>0.47415517398483564</c:v>
                </c:pt>
                <c:pt idx="3281">
                  <c:v>0.50415570671977794</c:v>
                </c:pt>
                <c:pt idx="3282">
                  <c:v>0.52216915683597265</c:v>
                </c:pt>
                <c:pt idx="3283">
                  <c:v>0.47215114506812511</c:v>
                </c:pt>
                <c:pt idx="3284">
                  <c:v>0.49542985467007122</c:v>
                </c:pt>
                <c:pt idx="3285">
                  <c:v>0.52862254505254869</c:v>
                </c:pt>
                <c:pt idx="3286">
                  <c:v>0.55763088672302863</c:v>
                </c:pt>
                <c:pt idx="3287">
                  <c:v>0.56503519924288415</c:v>
                </c:pt>
                <c:pt idx="3288">
                  <c:v>0.54798488705138859</c:v>
                </c:pt>
                <c:pt idx="3289">
                  <c:v>0.61580774404879046</c:v>
                </c:pt>
                <c:pt idx="3290">
                  <c:v>0.67352636937316135</c:v>
                </c:pt>
                <c:pt idx="3291">
                  <c:v>0.71725389032137843</c:v>
                </c:pt>
                <c:pt idx="3292">
                  <c:v>0.71096228011456597</c:v>
                </c:pt>
                <c:pt idx="3293">
                  <c:v>0.68724595436804181</c:v>
                </c:pt>
                <c:pt idx="3294">
                  <c:v>0.66667188217828144</c:v>
                </c:pt>
                <c:pt idx="3295">
                  <c:v>0.62487740473415709</c:v>
                </c:pt>
                <c:pt idx="3296">
                  <c:v>0.59233635290037756</c:v>
                </c:pt>
                <c:pt idx="3297">
                  <c:v>0.51020521264534846</c:v>
                </c:pt>
                <c:pt idx="3298">
                  <c:v>0.4979392687410687</c:v>
                </c:pt>
                <c:pt idx="3299">
                  <c:v>0.42294178307463542</c:v>
                </c:pt>
                <c:pt idx="3300">
                  <c:v>0.37536787520846071</c:v>
                </c:pt>
                <c:pt idx="3301">
                  <c:v>0.44481717658405023</c:v>
                </c:pt>
                <c:pt idx="3302">
                  <c:v>0.5591359917360269</c:v>
                </c:pt>
                <c:pt idx="3303">
                  <c:v>0.63114882884314394</c:v>
                </c:pt>
                <c:pt idx="3304">
                  <c:v>0.76077754000869902</c:v>
                </c:pt>
                <c:pt idx="3305">
                  <c:v>0.60516410277834154</c:v>
                </c:pt>
                <c:pt idx="3306">
                  <c:v>0.55074268197302645</c:v>
                </c:pt>
                <c:pt idx="3307">
                  <c:v>0.52457139682930753</c:v>
                </c:pt>
                <c:pt idx="3308">
                  <c:v>0.51469637439009031</c:v>
                </c:pt>
                <c:pt idx="3309">
                  <c:v>0.46592037088101723</c:v>
                </c:pt>
                <c:pt idx="3310">
                  <c:v>0.46054331825878664</c:v>
                </c:pt>
                <c:pt idx="3311">
                  <c:v>0.6706508352398286</c:v>
                </c:pt>
                <c:pt idx="3312">
                  <c:v>0.56397285343537917</c:v>
                </c:pt>
                <c:pt idx="3313">
                  <c:v>0.60131963696601121</c:v>
                </c:pt>
                <c:pt idx="3314">
                  <c:v>0.55897172301374687</c:v>
                </c:pt>
                <c:pt idx="3315">
                  <c:v>0.54724162052998337</c:v>
                </c:pt>
                <c:pt idx="3316">
                  <c:v>0.54408460348139898</c:v>
                </c:pt>
                <c:pt idx="3317">
                  <c:v>0.53571837943077527</c:v>
                </c:pt>
                <c:pt idx="3318">
                  <c:v>0.53403108025707102</c:v>
                </c:pt>
                <c:pt idx="3319">
                  <c:v>0.53425697093536995</c:v>
                </c:pt>
                <c:pt idx="3320">
                  <c:v>0.54948059553656303</c:v>
                </c:pt>
                <c:pt idx="3321">
                  <c:v>0.57193310066578351</c:v>
                </c:pt>
                <c:pt idx="3322">
                  <c:v>0.56681887233495065</c:v>
                </c:pt>
                <c:pt idx="3323">
                  <c:v>0.59447708219654305</c:v>
                </c:pt>
                <c:pt idx="3324">
                  <c:v>0.58161740683080931</c:v>
                </c:pt>
                <c:pt idx="3325">
                  <c:v>0.57842571321804936</c:v>
                </c:pt>
                <c:pt idx="3326">
                  <c:v>0.61371554327536404</c:v>
                </c:pt>
                <c:pt idx="3327">
                  <c:v>0.60579416207316383</c:v>
                </c:pt>
                <c:pt idx="3328">
                  <c:v>0.61765035574279148</c:v>
                </c:pt>
                <c:pt idx="3329">
                  <c:v>0.63992490388308287</c:v>
                </c:pt>
                <c:pt idx="3330">
                  <c:v>0.62783156404826057</c:v>
                </c:pt>
                <c:pt idx="3331">
                  <c:v>0.65422730572859877</c:v>
                </c:pt>
                <c:pt idx="3332">
                  <c:v>0.65394036040398751</c:v>
                </c:pt>
                <c:pt idx="3333">
                  <c:v>0.67375807010823174</c:v>
                </c:pt>
                <c:pt idx="3334">
                  <c:v>0.69523329339000839</c:v>
                </c:pt>
                <c:pt idx="3335">
                  <c:v>0.44702252893229821</c:v>
                </c:pt>
                <c:pt idx="3336">
                  <c:v>0.10951227880487932</c:v>
                </c:pt>
                <c:pt idx="3337">
                  <c:v>2.6134203296546508E-3</c:v>
                </c:pt>
                <c:pt idx="3338">
                  <c:v>3.4373515176541893E-2</c:v>
                </c:pt>
                <c:pt idx="3339">
                  <c:v>3.2458996965997237E-2</c:v>
                </c:pt>
                <c:pt idx="3340">
                  <c:v>3.4375059411205951E-2</c:v>
                </c:pt>
                <c:pt idx="3341">
                  <c:v>6.0500571569499062E-2</c:v>
                </c:pt>
                <c:pt idx="3342">
                  <c:v>-5.3064803041266859E-2</c:v>
                </c:pt>
                <c:pt idx="3343">
                  <c:v>6.2621501991934322E-2</c:v>
                </c:pt>
                <c:pt idx="3344">
                  <c:v>2.8876491665349301E-2</c:v>
                </c:pt>
                <c:pt idx="3345">
                  <c:v>2.2267861063507401E-2</c:v>
                </c:pt>
                <c:pt idx="3346">
                  <c:v>2.3904091881104192E-2</c:v>
                </c:pt>
                <c:pt idx="3347">
                  <c:v>2.0767857621079584E-2</c:v>
                </c:pt>
                <c:pt idx="3348">
                  <c:v>4.2769120768550738E-2</c:v>
                </c:pt>
                <c:pt idx="3349">
                  <c:v>5.1540622877316228E-2</c:v>
                </c:pt>
                <c:pt idx="3350">
                  <c:v>2.3037743418851443E-2</c:v>
                </c:pt>
                <c:pt idx="3351">
                  <c:v>3.2287938037002542E-2</c:v>
                </c:pt>
                <c:pt idx="3352">
                  <c:v>2.6184752245094239E-2</c:v>
                </c:pt>
                <c:pt idx="3353">
                  <c:v>1.7514539552673377E-3</c:v>
                </c:pt>
                <c:pt idx="3354">
                  <c:v>-3.1090890442829235E-2</c:v>
                </c:pt>
                <c:pt idx="3355">
                  <c:v>-5.8360317685435134E-2</c:v>
                </c:pt>
                <c:pt idx="3356">
                  <c:v>-6.5177712575070559E-2</c:v>
                </c:pt>
                <c:pt idx="3357">
                  <c:v>-7.9821409013586378E-2</c:v>
                </c:pt>
                <c:pt idx="3358">
                  <c:v>-8.0892771404492733E-2</c:v>
                </c:pt>
                <c:pt idx="3359">
                  <c:v>-3.8519869667146857E-2</c:v>
                </c:pt>
                <c:pt idx="3360">
                  <c:v>-4.5204068984909286E-2</c:v>
                </c:pt>
                <c:pt idx="3361">
                  <c:v>-4.7835374426408131E-2</c:v>
                </c:pt>
                <c:pt idx="3362">
                  <c:v>-4.6061589392490443E-2</c:v>
                </c:pt>
                <c:pt idx="3363">
                  <c:v>-5.4992564547668148E-2</c:v>
                </c:pt>
                <c:pt idx="3364">
                  <c:v>-5.0223676067430924E-2</c:v>
                </c:pt>
                <c:pt idx="3365">
                  <c:v>-4.3641809777257172E-2</c:v>
                </c:pt>
                <c:pt idx="3366">
                  <c:v>-4.1157069757197705E-2</c:v>
                </c:pt>
                <c:pt idx="3367">
                  <c:v>-2.8766910391226339E-2</c:v>
                </c:pt>
                <c:pt idx="3368">
                  <c:v>-1.7330736436993528E-2</c:v>
                </c:pt>
                <c:pt idx="3369">
                  <c:v>-2.4751676945667368E-2</c:v>
                </c:pt>
                <c:pt idx="3370">
                  <c:v>-0.12362461540619825</c:v>
                </c:pt>
                <c:pt idx="3371">
                  <c:v>-9.8672804383311691E-2</c:v>
                </c:pt>
                <c:pt idx="3372">
                  <c:v>-9.3553385302601114E-2</c:v>
                </c:pt>
                <c:pt idx="3373">
                  <c:v>-0.11578986679154733</c:v>
                </c:pt>
                <c:pt idx="3374">
                  <c:v>-9.9878966421758017E-2</c:v>
                </c:pt>
                <c:pt idx="3375">
                  <c:v>-2.8764003920364645E-2</c:v>
                </c:pt>
                <c:pt idx="3376">
                  <c:v>-6.2402163335047396E-2</c:v>
                </c:pt>
                <c:pt idx="3377">
                  <c:v>-0.10572587070474881</c:v>
                </c:pt>
                <c:pt idx="3378">
                  <c:v>-3.1597807577945135E-2</c:v>
                </c:pt>
                <c:pt idx="3379">
                  <c:v>-6.0705115666759728E-2</c:v>
                </c:pt>
                <c:pt idx="3380">
                  <c:v>-5.4484301536596336E-2</c:v>
                </c:pt>
                <c:pt idx="3381">
                  <c:v>-7.7877591512164182E-2</c:v>
                </c:pt>
                <c:pt idx="3382">
                  <c:v>-6.17787475702163E-2</c:v>
                </c:pt>
                <c:pt idx="3383">
                  <c:v>-5.4619715487884239E-2</c:v>
                </c:pt>
                <c:pt idx="3384">
                  <c:v>-9.7495037698624512E-2</c:v>
                </c:pt>
                <c:pt idx="3385">
                  <c:v>-5.0948009972093804E-2</c:v>
                </c:pt>
                <c:pt idx="3386">
                  <c:v>-0.12206017024585084</c:v>
                </c:pt>
                <c:pt idx="3387">
                  <c:v>-6.1607487085415101E-5</c:v>
                </c:pt>
                <c:pt idx="3388">
                  <c:v>-0.11038436973457146</c:v>
                </c:pt>
                <c:pt idx="3389">
                  <c:v>-7.2477736155385483E-2</c:v>
                </c:pt>
                <c:pt idx="3390">
                  <c:v>-2.3031338281521384E-2</c:v>
                </c:pt>
                <c:pt idx="3391">
                  <c:v>-6.7719993924013205E-2</c:v>
                </c:pt>
                <c:pt idx="3392">
                  <c:v>-6.540166879453263E-2</c:v>
                </c:pt>
                <c:pt idx="3393">
                  <c:v>-8.0524851304782666E-2</c:v>
                </c:pt>
                <c:pt idx="3394">
                  <c:v>-7.3685168887881833E-2</c:v>
                </c:pt>
                <c:pt idx="3395">
                  <c:v>-5.798216572973134E-2</c:v>
                </c:pt>
                <c:pt idx="3396">
                  <c:v>-5.6580456801468247E-2</c:v>
                </c:pt>
                <c:pt idx="3397">
                  <c:v>-7.7015989445291935E-2</c:v>
                </c:pt>
                <c:pt idx="3398">
                  <c:v>-5.3047926930461474E-2</c:v>
                </c:pt>
                <c:pt idx="3399">
                  <c:v>-6.9740791598096361E-2</c:v>
                </c:pt>
                <c:pt idx="3400">
                  <c:v>-6.8992144321745566E-2</c:v>
                </c:pt>
                <c:pt idx="3401">
                  <c:v>-3.303437212761838E-2</c:v>
                </c:pt>
                <c:pt idx="3402">
                  <c:v>-2.7573075418816026E-2</c:v>
                </c:pt>
                <c:pt idx="3403">
                  <c:v>-5.7428714080301958E-2</c:v>
                </c:pt>
                <c:pt idx="3404">
                  <c:v>-5.2679963861101332E-2</c:v>
                </c:pt>
                <c:pt idx="3405">
                  <c:v>-3.9816617187957065E-2</c:v>
                </c:pt>
                <c:pt idx="3406">
                  <c:v>-3.5463003614512684E-2</c:v>
                </c:pt>
                <c:pt idx="3407">
                  <c:v>-4.7114202619475125E-2</c:v>
                </c:pt>
                <c:pt idx="3408">
                  <c:v>-3.3305257944783277E-2</c:v>
                </c:pt>
                <c:pt idx="3409">
                  <c:v>-2.6765964965229965E-2</c:v>
                </c:pt>
                <c:pt idx="3410">
                  <c:v>5.3300221818235642E-3</c:v>
                </c:pt>
                <c:pt idx="3411">
                  <c:v>-3.6525217495886129E-2</c:v>
                </c:pt>
                <c:pt idx="3412">
                  <c:v>-3.9228376884148777E-2</c:v>
                </c:pt>
                <c:pt idx="3413">
                  <c:v>-5.3424972106528537E-2</c:v>
                </c:pt>
                <c:pt idx="3414">
                  <c:v>-6.5643633677124058E-2</c:v>
                </c:pt>
                <c:pt idx="3415">
                  <c:v>-4.4012598584917337E-2</c:v>
                </c:pt>
                <c:pt idx="3416">
                  <c:v>-5.6479160342437815E-2</c:v>
                </c:pt>
                <c:pt idx="3417">
                  <c:v>1.8896654126009264E-2</c:v>
                </c:pt>
                <c:pt idx="3418">
                  <c:v>2.193829266249259E-2</c:v>
                </c:pt>
                <c:pt idx="3419">
                  <c:v>-1.8769950232210068E-2</c:v>
                </c:pt>
                <c:pt idx="3420">
                  <c:v>-7.566906577465464E-2</c:v>
                </c:pt>
                <c:pt idx="3421">
                  <c:v>-5.2255669112454127E-2</c:v>
                </c:pt>
                <c:pt idx="3422">
                  <c:v>-0.15017122616290166</c:v>
                </c:pt>
                <c:pt idx="3423">
                  <c:v>-3.7037576236568809E-2</c:v>
                </c:pt>
                <c:pt idx="3424">
                  <c:v>-5.6661375933947898E-2</c:v>
                </c:pt>
                <c:pt idx="3425">
                  <c:v>-7.1319088167981631E-2</c:v>
                </c:pt>
                <c:pt idx="3426">
                  <c:v>-5.5864891242753373E-2</c:v>
                </c:pt>
                <c:pt idx="3427">
                  <c:v>-5.334144144113627E-2</c:v>
                </c:pt>
                <c:pt idx="3428">
                  <c:v>-6.4322007808483503E-2</c:v>
                </c:pt>
                <c:pt idx="3429">
                  <c:v>-5.2345316466117717E-2</c:v>
                </c:pt>
                <c:pt idx="3430">
                  <c:v>-6.5996901015405326E-2</c:v>
                </c:pt>
                <c:pt idx="3431">
                  <c:v>-3.9566368156354302E-2</c:v>
                </c:pt>
                <c:pt idx="3432">
                  <c:v>-2.6698538181351591E-2</c:v>
                </c:pt>
                <c:pt idx="3433">
                  <c:v>8.8344943656114925E-3</c:v>
                </c:pt>
                <c:pt idx="3434">
                  <c:v>2.2051330495425899E-2</c:v>
                </c:pt>
                <c:pt idx="3435">
                  <c:v>2.2600254376173686E-2</c:v>
                </c:pt>
                <c:pt idx="3436">
                  <c:v>1.8009961073911708E-2</c:v>
                </c:pt>
                <c:pt idx="3437">
                  <c:v>1.6673276853085353E-2</c:v>
                </c:pt>
                <c:pt idx="3438">
                  <c:v>1.0014164772833111E-2</c:v>
                </c:pt>
                <c:pt idx="3439">
                  <c:v>1.2082084832489745E-2</c:v>
                </c:pt>
                <c:pt idx="3440">
                  <c:v>4.164440181295153E-2</c:v>
                </c:pt>
                <c:pt idx="3441">
                  <c:v>3.1697008771100862E-2</c:v>
                </c:pt>
                <c:pt idx="3442">
                  <c:v>4.9452261976119065E-2</c:v>
                </c:pt>
                <c:pt idx="3443">
                  <c:v>5.9952564628688622E-2</c:v>
                </c:pt>
                <c:pt idx="3444">
                  <c:v>5.1071567109940957E-2</c:v>
                </c:pt>
                <c:pt idx="3445">
                  <c:v>6.208558644880937E-2</c:v>
                </c:pt>
                <c:pt idx="3446">
                  <c:v>5.5002002328957168E-2</c:v>
                </c:pt>
                <c:pt idx="3447">
                  <c:v>6.2757736155190105E-2</c:v>
                </c:pt>
                <c:pt idx="3448">
                  <c:v>5.9378030402853998E-2</c:v>
                </c:pt>
                <c:pt idx="3449">
                  <c:v>4.834403140478518E-2</c:v>
                </c:pt>
                <c:pt idx="3450">
                  <c:v>4.6933154364691469E-2</c:v>
                </c:pt>
                <c:pt idx="3451">
                  <c:v>-6.2214351681755577E-2</c:v>
                </c:pt>
                <c:pt idx="3452">
                  <c:v>-6.2284722276268002E-2</c:v>
                </c:pt>
                <c:pt idx="3453">
                  <c:v>-6.2320548052742397E-2</c:v>
                </c:pt>
                <c:pt idx="3454">
                  <c:v>-5.5429689276509569E-2</c:v>
                </c:pt>
                <c:pt idx="3455">
                  <c:v>-5.0815555517043705E-2</c:v>
                </c:pt>
                <c:pt idx="3456">
                  <c:v>-9.1524845353825823E-2</c:v>
                </c:pt>
                <c:pt idx="3457">
                  <c:v>-8.1810220754555255E-2</c:v>
                </c:pt>
                <c:pt idx="3458">
                  <c:v>-9.9067655823478387E-2</c:v>
                </c:pt>
                <c:pt idx="3459">
                  <c:v>-7.5779676277809793E-2</c:v>
                </c:pt>
                <c:pt idx="3460">
                  <c:v>-7.3869228173087914E-2</c:v>
                </c:pt>
                <c:pt idx="3461">
                  <c:v>-7.2512077839403902E-2</c:v>
                </c:pt>
                <c:pt idx="3462">
                  <c:v>-8.7795355557845872E-2</c:v>
                </c:pt>
                <c:pt idx="3463">
                  <c:v>-0.10784895489032385</c:v>
                </c:pt>
                <c:pt idx="3464">
                  <c:v>-7.3602501734365847E-2</c:v>
                </c:pt>
                <c:pt idx="3465">
                  <c:v>-5.9477591143944401E-2</c:v>
                </c:pt>
                <c:pt idx="3466">
                  <c:v>-5.7790423347174089E-2</c:v>
                </c:pt>
                <c:pt idx="3467">
                  <c:v>-7.5592299923244982E-2</c:v>
                </c:pt>
                <c:pt idx="3468">
                  <c:v>-6.1183932850524564E-2</c:v>
                </c:pt>
                <c:pt idx="3469">
                  <c:v>-3.864788174841631E-2</c:v>
                </c:pt>
                <c:pt idx="3470">
                  <c:v>-0.1112638131062972</c:v>
                </c:pt>
                <c:pt idx="3471">
                  <c:v>-6.4823529354530077E-2</c:v>
                </c:pt>
                <c:pt idx="3472">
                  <c:v>-5.3533937705584581E-2</c:v>
                </c:pt>
                <c:pt idx="3473">
                  <c:v>-5.5505593471217585E-2</c:v>
                </c:pt>
                <c:pt idx="3474">
                  <c:v>-6.3454964001267419E-2</c:v>
                </c:pt>
                <c:pt idx="3475">
                  <c:v>-7.5801938071903052E-2</c:v>
                </c:pt>
                <c:pt idx="3476">
                  <c:v>-8.0850241383993326E-2</c:v>
                </c:pt>
                <c:pt idx="3477">
                  <c:v>-8.3260441371174179E-2</c:v>
                </c:pt>
                <c:pt idx="3478">
                  <c:v>-6.7055101610791548E-2</c:v>
                </c:pt>
                <c:pt idx="3479">
                  <c:v>-7.1885443838750174E-2</c:v>
                </c:pt>
                <c:pt idx="3480">
                  <c:v>-6.58090710369547E-2</c:v>
                </c:pt>
                <c:pt idx="3481">
                  <c:v>-6.8973414979997261E-2</c:v>
                </c:pt>
                <c:pt idx="3482">
                  <c:v>-7.0765035100373977E-2</c:v>
                </c:pt>
                <c:pt idx="3483">
                  <c:v>-7.6225232134860668E-2</c:v>
                </c:pt>
                <c:pt idx="3484">
                  <c:v>-6.9645503917922721E-2</c:v>
                </c:pt>
                <c:pt idx="3485">
                  <c:v>-6.5203000834898259E-2</c:v>
                </c:pt>
                <c:pt idx="3486">
                  <c:v>-5.6822228756215107E-2</c:v>
                </c:pt>
                <c:pt idx="3487">
                  <c:v>-9.0229561670548061E-2</c:v>
                </c:pt>
                <c:pt idx="3488">
                  <c:v>-9.7549310904674946E-2</c:v>
                </c:pt>
                <c:pt idx="3489">
                  <c:v>-2.2379894121270991E-2</c:v>
                </c:pt>
                <c:pt idx="3490">
                  <c:v>3.2668574399643949E-2</c:v>
                </c:pt>
                <c:pt idx="3491">
                  <c:v>4.3400397795177632E-2</c:v>
                </c:pt>
                <c:pt idx="3492">
                  <c:v>6.4565390529604406E-3</c:v>
                </c:pt>
                <c:pt idx="3493">
                  <c:v>-2.9625439360090301E-2</c:v>
                </c:pt>
                <c:pt idx="3494">
                  <c:v>-7.9757923007999262E-2</c:v>
                </c:pt>
                <c:pt idx="3495">
                  <c:v>-8.9895348845245734E-2</c:v>
                </c:pt>
                <c:pt idx="3496">
                  <c:v>-9.9446616033220608E-2</c:v>
                </c:pt>
                <c:pt idx="3497">
                  <c:v>-9.7666557829312203E-2</c:v>
                </c:pt>
                <c:pt idx="3498">
                  <c:v>-0.10554687679333337</c:v>
                </c:pt>
                <c:pt idx="3499">
                  <c:v>-0.11025525571656757</c:v>
                </c:pt>
                <c:pt idx="3500">
                  <c:v>-0.10245444147052915</c:v>
                </c:pt>
                <c:pt idx="3501">
                  <c:v>-9.8514518696521156E-2</c:v>
                </c:pt>
                <c:pt idx="3502">
                  <c:v>-9.4764506800098638E-2</c:v>
                </c:pt>
                <c:pt idx="3503">
                  <c:v>-9.0188493063750971E-2</c:v>
                </c:pt>
                <c:pt idx="3504">
                  <c:v>-7.4742663893559061E-2</c:v>
                </c:pt>
                <c:pt idx="3505">
                  <c:v>-7.3699321423767797E-2</c:v>
                </c:pt>
                <c:pt idx="3506">
                  <c:v>-7.2870871546248051E-2</c:v>
                </c:pt>
                <c:pt idx="3507">
                  <c:v>-7.6692671682661279E-2</c:v>
                </c:pt>
                <c:pt idx="3508">
                  <c:v>-7.5259900148424291E-2</c:v>
                </c:pt>
                <c:pt idx="3509">
                  <c:v>-8.0882276540055933E-2</c:v>
                </c:pt>
                <c:pt idx="3510">
                  <c:v>-6.8791765548343042E-2</c:v>
                </c:pt>
                <c:pt idx="3511">
                  <c:v>-9.4823814015056629E-2</c:v>
                </c:pt>
                <c:pt idx="3512">
                  <c:v>-7.516735399921165E-2</c:v>
                </c:pt>
                <c:pt idx="3513">
                  <c:v>-0.10614593361095466</c:v>
                </c:pt>
                <c:pt idx="3514">
                  <c:v>-9.9802706757809834E-2</c:v>
                </c:pt>
                <c:pt idx="3515">
                  <c:v>-7.8585179571338079E-2</c:v>
                </c:pt>
                <c:pt idx="3516">
                  <c:v>-8.5370902352240818E-2</c:v>
                </c:pt>
                <c:pt idx="3517">
                  <c:v>-8.1794610699948922E-2</c:v>
                </c:pt>
                <c:pt idx="3518">
                  <c:v>-6.5920072416040532E-2</c:v>
                </c:pt>
                <c:pt idx="3519">
                  <c:v>-6.9170983655517493E-2</c:v>
                </c:pt>
                <c:pt idx="3520">
                  <c:v>-6.8910133722333941E-2</c:v>
                </c:pt>
                <c:pt idx="3521">
                  <c:v>-8.3135233061360461E-2</c:v>
                </c:pt>
                <c:pt idx="3522">
                  <c:v>-9.1657441219343938E-2</c:v>
                </c:pt>
                <c:pt idx="3523">
                  <c:v>-9.7827109702849177E-2</c:v>
                </c:pt>
                <c:pt idx="3524">
                  <c:v>-8.7238793842188869E-2</c:v>
                </c:pt>
                <c:pt idx="3525">
                  <c:v>-7.9696528485376644E-2</c:v>
                </c:pt>
                <c:pt idx="3526">
                  <c:v>-6.6544213983961736E-2</c:v>
                </c:pt>
                <c:pt idx="3527">
                  <c:v>-7.0151088844534193E-2</c:v>
                </c:pt>
                <c:pt idx="3528">
                  <c:v>-7.1340953867738879E-2</c:v>
                </c:pt>
                <c:pt idx="3529">
                  <c:v>-7.9008818432601643E-2</c:v>
                </c:pt>
                <c:pt idx="3530">
                  <c:v>-9.024945997339591E-2</c:v>
                </c:pt>
                <c:pt idx="3531">
                  <c:v>-0.10234334520617089</c:v>
                </c:pt>
                <c:pt idx="3532">
                  <c:v>-9.3184785048456883E-2</c:v>
                </c:pt>
                <c:pt idx="3533">
                  <c:v>-7.5631153272766677E-2</c:v>
                </c:pt>
                <c:pt idx="3534">
                  <c:v>-7.6008085390487118E-2</c:v>
                </c:pt>
                <c:pt idx="3535">
                  <c:v>-7.2748328528419989E-2</c:v>
                </c:pt>
                <c:pt idx="3536">
                  <c:v>-7.5641508910038124E-2</c:v>
                </c:pt>
                <c:pt idx="3537">
                  <c:v>-8.5904676465247853E-2</c:v>
                </c:pt>
                <c:pt idx="3538">
                  <c:v>-8.5835212768229391E-2</c:v>
                </c:pt>
                <c:pt idx="3539">
                  <c:v>-8.1659416983468083E-2</c:v>
                </c:pt>
                <c:pt idx="3540">
                  <c:v>-8.5610670692193455E-2</c:v>
                </c:pt>
                <c:pt idx="3541">
                  <c:v>-9.0929051354391263E-2</c:v>
                </c:pt>
                <c:pt idx="3542">
                  <c:v>-7.3753940212743452E-2</c:v>
                </c:pt>
                <c:pt idx="3543">
                  <c:v>-8.2609707874612776E-2</c:v>
                </c:pt>
                <c:pt idx="3544">
                  <c:v>-8.0663222539482174E-2</c:v>
                </c:pt>
                <c:pt idx="3545">
                  <c:v>-6.1281899330966186E-2</c:v>
                </c:pt>
                <c:pt idx="3546">
                  <c:v>-6.7449734268216266E-2</c:v>
                </c:pt>
                <c:pt idx="3547">
                  <c:v>-5.7835996419280652E-2</c:v>
                </c:pt>
                <c:pt idx="3548">
                  <c:v>-5.7520047244081919E-2</c:v>
                </c:pt>
                <c:pt idx="3549">
                  <c:v>-8.2858997681470953E-2</c:v>
                </c:pt>
                <c:pt idx="3550">
                  <c:v>-0.11566288487219831</c:v>
                </c:pt>
                <c:pt idx="3551">
                  <c:v>-8.2485181324005744E-2</c:v>
                </c:pt>
                <c:pt idx="3552">
                  <c:v>-7.3309520333204412E-2</c:v>
                </c:pt>
                <c:pt idx="3553">
                  <c:v>-8.7795941601858038E-2</c:v>
                </c:pt>
                <c:pt idx="3554">
                  <c:v>-9.0804688617254395E-2</c:v>
                </c:pt>
                <c:pt idx="3555">
                  <c:v>-7.360435984547023E-2</c:v>
                </c:pt>
                <c:pt idx="3556">
                  <c:v>-0.15589348046258544</c:v>
                </c:pt>
                <c:pt idx="3557">
                  <c:v>-8.3197532954136427E-2</c:v>
                </c:pt>
                <c:pt idx="3558">
                  <c:v>2.6019246464534782E-3</c:v>
                </c:pt>
                <c:pt idx="3559">
                  <c:v>5.6453298499549659E-3</c:v>
                </c:pt>
                <c:pt idx="3560">
                  <c:v>2.2577835488018911E-2</c:v>
                </c:pt>
                <c:pt idx="3561">
                  <c:v>2.7576395819161138E-2</c:v>
                </c:pt>
                <c:pt idx="3562">
                  <c:v>1.9268073011087964E-2</c:v>
                </c:pt>
                <c:pt idx="3563">
                  <c:v>1.6222165584568959E-2</c:v>
                </c:pt>
                <c:pt idx="3564">
                  <c:v>1.149570287829145E-2</c:v>
                </c:pt>
                <c:pt idx="3565">
                  <c:v>9.8802278756874775E-3</c:v>
                </c:pt>
                <c:pt idx="3566">
                  <c:v>7.7492193258022566E-3</c:v>
                </c:pt>
                <c:pt idx="3567">
                  <c:v>5.6808358412334071E-3</c:v>
                </c:pt>
                <c:pt idx="3568">
                  <c:v>5.1366968290087779E-3</c:v>
                </c:pt>
                <c:pt idx="3569">
                  <c:v>6.7513175727437445E-3</c:v>
                </c:pt>
                <c:pt idx="3570">
                  <c:v>3.9843465260600459E-3</c:v>
                </c:pt>
                <c:pt idx="3571">
                  <c:v>3.5335582191642081E-3</c:v>
                </c:pt>
                <c:pt idx="3572">
                  <c:v>2.5184284670925769E-3</c:v>
                </c:pt>
                <c:pt idx="3573">
                  <c:v>2.2859428516915073E-3</c:v>
                </c:pt>
                <c:pt idx="3574">
                  <c:v>1.3644848798556623E-3</c:v>
                </c:pt>
                <c:pt idx="3575">
                  <c:v>9.3165972626507124E-4</c:v>
                </c:pt>
                <c:pt idx="3576">
                  <c:v>5.8173028724463219E-4</c:v>
                </c:pt>
                <c:pt idx="3577">
                  <c:v>1.1068668261148356E-3</c:v>
                </c:pt>
                <c:pt idx="3578">
                  <c:v>1.071304276840476E-3</c:v>
                </c:pt>
                <c:pt idx="3579">
                  <c:v>8.5364640056950585E-4</c:v>
                </c:pt>
                <c:pt idx="3580">
                  <c:v>-0.12863526358673236</c:v>
                </c:pt>
                <c:pt idx="3581">
                  <c:v>-0.16679437587318191</c:v>
                </c:pt>
                <c:pt idx="3582">
                  <c:v>-0.16325574826803624</c:v>
                </c:pt>
                <c:pt idx="3583">
                  <c:v>-0.19643856374485102</c:v>
                </c:pt>
                <c:pt idx="3584">
                  <c:v>-0.14820504544040836</c:v>
                </c:pt>
                <c:pt idx="3585">
                  <c:v>-0.1906529620734444</c:v>
                </c:pt>
                <c:pt idx="3586">
                  <c:v>3.920783500584285E-2</c:v>
                </c:pt>
                <c:pt idx="3587">
                  <c:v>-0.16936458144546077</c:v>
                </c:pt>
                <c:pt idx="3588">
                  <c:v>1.5764232238061698E-2</c:v>
                </c:pt>
                <c:pt idx="3589">
                  <c:v>-1.3918137295685298E-2</c:v>
                </c:pt>
                <c:pt idx="3590">
                  <c:v>-0.18831597241879616</c:v>
                </c:pt>
                <c:pt idx="3591">
                  <c:v>-2.4336173609908172E-2</c:v>
                </c:pt>
                <c:pt idx="3592">
                  <c:v>-0.19807716792827154</c:v>
                </c:pt>
                <c:pt idx="3593">
                  <c:v>-2.5807214243895749E-2</c:v>
                </c:pt>
                <c:pt idx="3594">
                  <c:v>6.1846605213464488E-2</c:v>
                </c:pt>
                <c:pt idx="3595">
                  <c:v>6.738136589752719E-2</c:v>
                </c:pt>
                <c:pt idx="3596">
                  <c:v>-0.10577836657548867</c:v>
                </c:pt>
                <c:pt idx="3597">
                  <c:v>-6.4526258905327386E-2</c:v>
                </c:pt>
                <c:pt idx="3598">
                  <c:v>-0.20147342717302333</c:v>
                </c:pt>
                <c:pt idx="3599">
                  <c:v>-5.2541753773138161E-2</c:v>
                </c:pt>
                <c:pt idx="3600">
                  <c:v>-0.15208555650285557</c:v>
                </c:pt>
                <c:pt idx="3601">
                  <c:v>-0.16041883253781228</c:v>
                </c:pt>
                <c:pt idx="3602">
                  <c:v>-7.9142510765024848E-2</c:v>
                </c:pt>
                <c:pt idx="3603">
                  <c:v>-7.1385570463726358E-2</c:v>
                </c:pt>
                <c:pt idx="3604">
                  <c:v>7.0604229388695865E-3</c:v>
                </c:pt>
                <c:pt idx="3605">
                  <c:v>-7.8042359350208965E-2</c:v>
                </c:pt>
                <c:pt idx="3606">
                  <c:v>-1.0350190486869177E-2</c:v>
                </c:pt>
                <c:pt idx="3607">
                  <c:v>-0.10251461254184377</c:v>
                </c:pt>
                <c:pt idx="3608">
                  <c:v>-0.17136043132682793</c:v>
                </c:pt>
                <c:pt idx="3609">
                  <c:v>-8.0062463591447239E-2</c:v>
                </c:pt>
                <c:pt idx="3610">
                  <c:v>-2.6406572511403908E-2</c:v>
                </c:pt>
                <c:pt idx="3611">
                  <c:v>-0.10426513594760438</c:v>
                </c:pt>
                <c:pt idx="3612">
                  <c:v>-0.10170200090606567</c:v>
                </c:pt>
                <c:pt idx="3613">
                  <c:v>1.5154571577567176E-3</c:v>
                </c:pt>
                <c:pt idx="3614">
                  <c:v>-0.13330437708992568</c:v>
                </c:pt>
                <c:pt idx="3615">
                  <c:v>3.8351352140056569E-2</c:v>
                </c:pt>
                <c:pt idx="3616">
                  <c:v>-2.7863788242523439E-2</c:v>
                </c:pt>
                <c:pt idx="3617">
                  <c:v>-3.1926945216133602E-2</c:v>
                </c:pt>
                <c:pt idx="3618">
                  <c:v>-4.9720759156943149E-2</c:v>
                </c:pt>
                <c:pt idx="3619">
                  <c:v>-0.12403923741113518</c:v>
                </c:pt>
                <c:pt idx="3620">
                  <c:v>-8.3136420508252221E-2</c:v>
                </c:pt>
                <c:pt idx="3621">
                  <c:v>-5.0430913612086098E-2</c:v>
                </c:pt>
                <c:pt idx="3622">
                  <c:v>-3.8361142876311274E-2</c:v>
                </c:pt>
                <c:pt idx="3623">
                  <c:v>-4.2841742155681787E-3</c:v>
                </c:pt>
                <c:pt idx="3624">
                  <c:v>-6.8698718052855448E-2</c:v>
                </c:pt>
                <c:pt idx="3625">
                  <c:v>-6.7556925350830133E-2</c:v>
                </c:pt>
                <c:pt idx="3626">
                  <c:v>-8.3097815624070384E-2</c:v>
                </c:pt>
                <c:pt idx="3627">
                  <c:v>-7.8717394613573785E-2</c:v>
                </c:pt>
                <c:pt idx="3628">
                  <c:v>-8.8270039887226773E-2</c:v>
                </c:pt>
                <c:pt idx="3629">
                  <c:v>-8.4932975928207546E-2</c:v>
                </c:pt>
                <c:pt idx="3630">
                  <c:v>-8.3418627420180136E-2</c:v>
                </c:pt>
                <c:pt idx="3631">
                  <c:v>-6.4263087650280173E-2</c:v>
                </c:pt>
                <c:pt idx="3632">
                  <c:v>-9.7591738218376814E-2</c:v>
                </c:pt>
                <c:pt idx="3633">
                  <c:v>-4.4465273009154753E-2</c:v>
                </c:pt>
                <c:pt idx="3634">
                  <c:v>3.3028347116764133E-2</c:v>
                </c:pt>
                <c:pt idx="3635">
                  <c:v>3.2314291319543567E-2</c:v>
                </c:pt>
                <c:pt idx="3636">
                  <c:v>-4.3088344703207257E-2</c:v>
                </c:pt>
                <c:pt idx="3637">
                  <c:v>-2.4656106806760437E-2</c:v>
                </c:pt>
                <c:pt idx="3638">
                  <c:v>8.9416396349310291E-3</c:v>
                </c:pt>
                <c:pt idx="3639">
                  <c:v>-3.1754016232481495E-2</c:v>
                </c:pt>
                <c:pt idx="3640">
                  <c:v>-3.9491580536105242E-2</c:v>
                </c:pt>
                <c:pt idx="3641">
                  <c:v>9.483033910109101E-3</c:v>
                </c:pt>
                <c:pt idx="3642">
                  <c:v>-4.4969157578208886E-2</c:v>
                </c:pt>
                <c:pt idx="3643">
                  <c:v>-9.5537476712798067E-2</c:v>
                </c:pt>
                <c:pt idx="3644">
                  <c:v>-9.098148706643594E-2</c:v>
                </c:pt>
                <c:pt idx="3645">
                  <c:v>-2.831369448786733E-2</c:v>
                </c:pt>
                <c:pt idx="3646">
                  <c:v>-1.494383467387983E-2</c:v>
                </c:pt>
                <c:pt idx="3647">
                  <c:v>-6.8880452382073923E-2</c:v>
                </c:pt>
                <c:pt idx="3648">
                  <c:v>-6.6053308573362918E-2</c:v>
                </c:pt>
                <c:pt idx="3649">
                  <c:v>-5.7825737062846848E-2</c:v>
                </c:pt>
                <c:pt idx="3650">
                  <c:v>-5.6611964845299713E-2</c:v>
                </c:pt>
                <c:pt idx="3651">
                  <c:v>-6.2242941430762803E-2</c:v>
                </c:pt>
                <c:pt idx="3652">
                  <c:v>-6.3468013857166869E-2</c:v>
                </c:pt>
                <c:pt idx="3653">
                  <c:v>-6.5517892665082317E-2</c:v>
                </c:pt>
                <c:pt idx="3654">
                  <c:v>-7.2501294253791038E-2</c:v>
                </c:pt>
                <c:pt idx="3655">
                  <c:v>-0.10404384441831292</c:v>
                </c:pt>
                <c:pt idx="3656">
                  <c:v>-1.5877733631299774E-2</c:v>
                </c:pt>
                <c:pt idx="3657">
                  <c:v>-8.0228314499535908E-2</c:v>
                </c:pt>
                <c:pt idx="3658">
                  <c:v>-1.3863991226362742E-2</c:v>
                </c:pt>
                <c:pt idx="3659">
                  <c:v>-0.11217783456600942</c:v>
                </c:pt>
                <c:pt idx="3660">
                  <c:v>7.5666992035495068E-2</c:v>
                </c:pt>
                <c:pt idx="3661">
                  <c:v>-1.7315468624758457E-2</c:v>
                </c:pt>
                <c:pt idx="3662">
                  <c:v>-3.31688975741634E-2</c:v>
                </c:pt>
                <c:pt idx="3663">
                  <c:v>-5.0135917967952859E-2</c:v>
                </c:pt>
                <c:pt idx="3664">
                  <c:v>1.3424428274097819E-3</c:v>
                </c:pt>
                <c:pt idx="3665">
                  <c:v>1.4767670400360094E-2</c:v>
                </c:pt>
                <c:pt idx="3666">
                  <c:v>-8.1510096758541858E-2</c:v>
                </c:pt>
                <c:pt idx="3667">
                  <c:v>-6.8201029681687148E-2</c:v>
                </c:pt>
                <c:pt idx="3668">
                  <c:v>-3.4432247611065475E-2</c:v>
                </c:pt>
                <c:pt idx="3669">
                  <c:v>-1.8356452215316586E-2</c:v>
                </c:pt>
                <c:pt idx="3670">
                  <c:v>-7.9383374839405385E-2</c:v>
                </c:pt>
                <c:pt idx="3671">
                  <c:v>-5.3024611994125719E-2</c:v>
                </c:pt>
                <c:pt idx="3672">
                  <c:v>-8.1191868459997416E-2</c:v>
                </c:pt>
                <c:pt idx="3673">
                  <c:v>-0.11343304880380503</c:v>
                </c:pt>
                <c:pt idx="3674">
                  <c:v>-9.2545795841734543E-2</c:v>
                </c:pt>
                <c:pt idx="3675">
                  <c:v>-6.6119102159955005E-3</c:v>
                </c:pt>
                <c:pt idx="3676">
                  <c:v>-0.1861229890170589</c:v>
                </c:pt>
                <c:pt idx="3677">
                  <c:v>-0.20272714519204399</c:v>
                </c:pt>
                <c:pt idx="3678">
                  <c:v>-0.18879008140921133</c:v>
                </c:pt>
                <c:pt idx="3679">
                  <c:v>-0.11748066901518819</c:v>
                </c:pt>
                <c:pt idx="3680">
                  <c:v>2.3066573168144229E-3</c:v>
                </c:pt>
                <c:pt idx="3681">
                  <c:v>1.4588578123019086E-2</c:v>
                </c:pt>
                <c:pt idx="3682">
                  <c:v>-3.3395750335994228E-4</c:v>
                </c:pt>
                <c:pt idx="3683">
                  <c:v>-1.1688882367466473E-2</c:v>
                </c:pt>
                <c:pt idx="3684">
                  <c:v>-1.6379531215370776E-2</c:v>
                </c:pt>
                <c:pt idx="3685">
                  <c:v>-0.14874571157649544</c:v>
                </c:pt>
                <c:pt idx="3686">
                  <c:v>-0.16873765204783012</c:v>
                </c:pt>
                <c:pt idx="3687">
                  <c:v>-0.10992197422660459</c:v>
                </c:pt>
                <c:pt idx="3688">
                  <c:v>-0.14234699544110405</c:v>
                </c:pt>
                <c:pt idx="3689">
                  <c:v>-3.0765113293986714E-2</c:v>
                </c:pt>
                <c:pt idx="3690">
                  <c:v>1.3418728328713402E-2</c:v>
                </c:pt>
                <c:pt idx="3691">
                  <c:v>2.7780363130161287E-2</c:v>
                </c:pt>
                <c:pt idx="3692">
                  <c:v>2.6497708331305814E-2</c:v>
                </c:pt>
                <c:pt idx="3693">
                  <c:v>2.0938224086754016E-2</c:v>
                </c:pt>
                <c:pt idx="3694">
                  <c:v>1.6611655705387602E-2</c:v>
                </c:pt>
                <c:pt idx="3695">
                  <c:v>4.9336951904840045E-3</c:v>
                </c:pt>
                <c:pt idx="3696">
                  <c:v>1.4470061274001395E-3</c:v>
                </c:pt>
                <c:pt idx="3697">
                  <c:v>6.2637419580171367E-4</c:v>
                </c:pt>
                <c:pt idx="3698">
                  <c:v>2.9376662111187612E-4</c:v>
                </c:pt>
                <c:pt idx="3699">
                  <c:v>3.0884399550556611E-4</c:v>
                </c:pt>
                <c:pt idx="3700">
                  <c:v>1.1637645112107622E-3</c:v>
                </c:pt>
                <c:pt idx="3701">
                  <c:v>1.0979757378441612E-3</c:v>
                </c:pt>
                <c:pt idx="3702">
                  <c:v>4.1810027485782147E-3</c:v>
                </c:pt>
                <c:pt idx="3703">
                  <c:v>2.2715691761228192E-3</c:v>
                </c:pt>
                <c:pt idx="3704">
                  <c:v>8.2742348842492312E-3</c:v>
                </c:pt>
                <c:pt idx="3705">
                  <c:v>5.5916929321463867E-3</c:v>
                </c:pt>
                <c:pt idx="3706">
                  <c:v>2.7616611477179064E-3</c:v>
                </c:pt>
                <c:pt idx="3707">
                  <c:v>1.0893073195752132E-3</c:v>
                </c:pt>
                <c:pt idx="3708">
                  <c:v>5.5201001222736096E-4</c:v>
                </c:pt>
                <c:pt idx="3709">
                  <c:v>8.3781244514880894E-4</c:v>
                </c:pt>
                <c:pt idx="3710">
                  <c:v>1.0541226727052769E-3</c:v>
                </c:pt>
                <c:pt idx="3711">
                  <c:v>1.2675860560430439E-3</c:v>
                </c:pt>
                <c:pt idx="3712">
                  <c:v>8.7086998916963631E-4</c:v>
                </c:pt>
                <c:pt idx="3713">
                  <c:v>3.4422652715532555E-3</c:v>
                </c:pt>
                <c:pt idx="3714">
                  <c:v>1.7008944584539795E-3</c:v>
                </c:pt>
                <c:pt idx="3715">
                  <c:v>6.3284058202553515E-4</c:v>
                </c:pt>
                <c:pt idx="3716">
                  <c:v>2.4137287521472519E-4</c:v>
                </c:pt>
                <c:pt idx="3717">
                  <c:v>5.7434638931555144E-5</c:v>
                </c:pt>
                <c:pt idx="3718">
                  <c:v>-2.8589005408511889E-4</c:v>
                </c:pt>
                <c:pt idx="3719">
                  <c:v>-5.0438759449394823E-4</c:v>
                </c:pt>
                <c:pt idx="3720">
                  <c:v>-4.0697729012702667E-4</c:v>
                </c:pt>
                <c:pt idx="3721">
                  <c:v>-4.899415675919122E-4</c:v>
                </c:pt>
                <c:pt idx="3722">
                  <c:v>-5.356374395839794E-4</c:v>
                </c:pt>
                <c:pt idx="3723">
                  <c:v>-3.3097070552580871E-4</c:v>
                </c:pt>
                <c:pt idx="3724">
                  <c:v>-2.1362313648349155E-4</c:v>
                </c:pt>
                <c:pt idx="3725">
                  <c:v>-2.936213116892851E-4</c:v>
                </c:pt>
                <c:pt idx="3726">
                  <c:v>-4.2501880388086568E-5</c:v>
                </c:pt>
                <c:pt idx="3727">
                  <c:v>7.4085044880638464E-5</c:v>
                </c:pt>
                <c:pt idx="3728">
                  <c:v>-2.8176018708172033E-4</c:v>
                </c:pt>
                <c:pt idx="3729">
                  <c:v>-1.1102913750689507E-3</c:v>
                </c:pt>
                <c:pt idx="3730">
                  <c:v>-1.6394517983986342E-3</c:v>
                </c:pt>
                <c:pt idx="3731">
                  <c:v>-2.0566134470975401E-3</c:v>
                </c:pt>
                <c:pt idx="3732">
                  <c:v>-1.8555039795435018E-3</c:v>
                </c:pt>
                <c:pt idx="3733">
                  <c:v>-1.4736412650720218E-3</c:v>
                </c:pt>
                <c:pt idx="3734">
                  <c:v>-1.3529026911680354E-3</c:v>
                </c:pt>
                <c:pt idx="3735">
                  <c:v>-1.7263798029643204E-3</c:v>
                </c:pt>
                <c:pt idx="3736">
                  <c:v>-1.532576607040369E-3</c:v>
                </c:pt>
                <c:pt idx="3737">
                  <c:v>1.5632159750573955E-3</c:v>
                </c:pt>
                <c:pt idx="3738">
                  <c:v>4.6900142803380732E-4</c:v>
                </c:pt>
                <c:pt idx="3739">
                  <c:v>1.0313881188066141E-3</c:v>
                </c:pt>
                <c:pt idx="3740">
                  <c:v>2.4140339575743865E-4</c:v>
                </c:pt>
                <c:pt idx="3741">
                  <c:v>5.6785974855139449E-5</c:v>
                </c:pt>
                <c:pt idx="3742">
                  <c:v>-3.3390573423536787E-5</c:v>
                </c:pt>
                <c:pt idx="3743">
                  <c:v>2.78546845704316E-5</c:v>
                </c:pt>
                <c:pt idx="3744">
                  <c:v>8.4558085539138651E-5</c:v>
                </c:pt>
                <c:pt idx="3745">
                  <c:v>4.5928712464071333E-5</c:v>
                </c:pt>
                <c:pt idx="3746">
                  <c:v>5.942727598031858E-5</c:v>
                </c:pt>
                <c:pt idx="3747">
                  <c:v>7.1148897138894495E-5</c:v>
                </c:pt>
                <c:pt idx="3748">
                  <c:v>5.5676662551833167E-5</c:v>
                </c:pt>
                <c:pt idx="3749">
                  <c:v>4.6019847005972271E-5</c:v>
                </c:pt>
                <c:pt idx="3750">
                  <c:v>8.54038026885441E-5</c:v>
                </c:pt>
                <c:pt idx="3751">
                  <c:v>3.2816988932168553E-4</c:v>
                </c:pt>
                <c:pt idx="3752">
                  <c:v>-7.5523514655309132E-4</c:v>
                </c:pt>
                <c:pt idx="3753">
                  <c:v>-2.3647252699031439E-3</c:v>
                </c:pt>
                <c:pt idx="3754">
                  <c:v>-3.5193251463304896E-3</c:v>
                </c:pt>
                <c:pt idx="3755">
                  <c:v>-3.22740826368818E-3</c:v>
                </c:pt>
                <c:pt idx="3756">
                  <c:v>-3.466595191958746E-3</c:v>
                </c:pt>
                <c:pt idx="3757">
                  <c:v>-2.9552622267360602E-3</c:v>
                </c:pt>
                <c:pt idx="3758">
                  <c:v>-1.8495089087763054E-3</c:v>
                </c:pt>
                <c:pt idx="3759">
                  <c:v>-1.7743666847666218E-3</c:v>
                </c:pt>
                <c:pt idx="3760">
                  <c:v>-2.0483544979351597E-3</c:v>
                </c:pt>
                <c:pt idx="3761">
                  <c:v>-2.1391392764197451E-3</c:v>
                </c:pt>
                <c:pt idx="3762">
                  <c:v>-2.3551357870814399E-3</c:v>
                </c:pt>
                <c:pt idx="3763">
                  <c:v>-3.0532378583123538E-3</c:v>
                </c:pt>
                <c:pt idx="3764">
                  <c:v>-3.024304153931014E-3</c:v>
                </c:pt>
                <c:pt idx="3765">
                  <c:v>-2.6528729014187813E-3</c:v>
                </c:pt>
                <c:pt idx="3766">
                  <c:v>-3.202306088432273E-3</c:v>
                </c:pt>
                <c:pt idx="3767">
                  <c:v>2.114863914344651E-3</c:v>
                </c:pt>
                <c:pt idx="3768">
                  <c:v>8.0141087679650076E-4</c:v>
                </c:pt>
                <c:pt idx="3769">
                  <c:v>5.5364191737301393E-4</c:v>
                </c:pt>
                <c:pt idx="3770">
                  <c:v>5.3814296666852553E-4</c:v>
                </c:pt>
                <c:pt idx="3771">
                  <c:v>2.2399971258404435E-4</c:v>
                </c:pt>
                <c:pt idx="3772">
                  <c:v>2.9185704150097477E-4</c:v>
                </c:pt>
                <c:pt idx="3773">
                  <c:v>2.1389993225520788E-4</c:v>
                </c:pt>
                <c:pt idx="3774">
                  <c:v>1.2588301068637461E-4</c:v>
                </c:pt>
                <c:pt idx="3775">
                  <c:v>7.7851643522658897E-4</c:v>
                </c:pt>
                <c:pt idx="3776">
                  <c:v>2.217127948576615E-3</c:v>
                </c:pt>
                <c:pt idx="3777">
                  <c:v>1.4969041123504237E-4</c:v>
                </c:pt>
                <c:pt idx="3778">
                  <c:v>-1.3386365705357756E-3</c:v>
                </c:pt>
                <c:pt idx="3779">
                  <c:v>-1.3429640463460785E-3</c:v>
                </c:pt>
                <c:pt idx="3780">
                  <c:v>-1.0200970274074235E-3</c:v>
                </c:pt>
                <c:pt idx="3781">
                  <c:v>-1.0660890493576344E-3</c:v>
                </c:pt>
                <c:pt idx="3782">
                  <c:v>-1.3815867638802784E-3</c:v>
                </c:pt>
                <c:pt idx="3783">
                  <c:v>-1.6775175104557824E-3</c:v>
                </c:pt>
                <c:pt idx="3784">
                  <c:v>-1.5782585877548369E-3</c:v>
                </c:pt>
                <c:pt idx="3785">
                  <c:v>-1.284591870939007E-3</c:v>
                </c:pt>
                <c:pt idx="3786">
                  <c:v>-1.3173608890137036E-3</c:v>
                </c:pt>
                <c:pt idx="3787">
                  <c:v>-1.1357527496382682E-3</c:v>
                </c:pt>
                <c:pt idx="3788">
                  <c:v>-1.3455837932031041E-3</c:v>
                </c:pt>
                <c:pt idx="3789">
                  <c:v>-1.7399203592271002E-3</c:v>
                </c:pt>
                <c:pt idx="3790">
                  <c:v>-1.829818604321882E-3</c:v>
                </c:pt>
                <c:pt idx="3791">
                  <c:v>2.5083448713715075E-3</c:v>
                </c:pt>
                <c:pt idx="3792">
                  <c:v>9.0695239791560784E-4</c:v>
                </c:pt>
                <c:pt idx="3793">
                  <c:v>3.1988573533957206E-4</c:v>
                </c:pt>
                <c:pt idx="3794">
                  <c:v>3.1785905011760731E-4</c:v>
                </c:pt>
                <c:pt idx="3795">
                  <c:v>-7.0949828312623489E-2</c:v>
                </c:pt>
                <c:pt idx="3796">
                  <c:v>-0.17972757163907302</c:v>
                </c:pt>
                <c:pt idx="3797">
                  <c:v>-0.2603414371862719</c:v>
                </c:pt>
                <c:pt idx="3798">
                  <c:v>-0.10646276750480493</c:v>
                </c:pt>
                <c:pt idx="3799">
                  <c:v>-0.15936321034479214</c:v>
                </c:pt>
                <c:pt idx="3800">
                  <c:v>8.4559005342236086E-3</c:v>
                </c:pt>
                <c:pt idx="3801">
                  <c:v>-0.18442902209581016</c:v>
                </c:pt>
                <c:pt idx="3802">
                  <c:v>-0.17075702804162732</c:v>
                </c:pt>
                <c:pt idx="3803">
                  <c:v>-0.12296676801748699</c:v>
                </c:pt>
                <c:pt idx="3804">
                  <c:v>-0.14501697927298643</c:v>
                </c:pt>
                <c:pt idx="3805">
                  <c:v>-0.21206706283880447</c:v>
                </c:pt>
                <c:pt idx="3806">
                  <c:v>-0.25641874966204925</c:v>
                </c:pt>
                <c:pt idx="3807">
                  <c:v>-0.22035576227496823</c:v>
                </c:pt>
                <c:pt idx="3808">
                  <c:v>-0.21309937275622856</c:v>
                </c:pt>
                <c:pt idx="3809">
                  <c:v>-9.4133188517563138E-2</c:v>
                </c:pt>
                <c:pt idx="3810">
                  <c:v>-0.11185591853696003</c:v>
                </c:pt>
                <c:pt idx="3811">
                  <c:v>-0.14931118565290627</c:v>
                </c:pt>
                <c:pt idx="3812">
                  <c:v>-0.15043304747468147</c:v>
                </c:pt>
                <c:pt idx="3813">
                  <c:v>-7.8023387286252063E-2</c:v>
                </c:pt>
                <c:pt idx="3814">
                  <c:v>-0.18124194838430441</c:v>
                </c:pt>
                <c:pt idx="3815">
                  <c:v>-0.14807345397945409</c:v>
                </c:pt>
                <c:pt idx="3816">
                  <c:v>-3.9075144710775077E-2</c:v>
                </c:pt>
                <c:pt idx="3817">
                  <c:v>-0.10851223737116335</c:v>
                </c:pt>
                <c:pt idx="3818">
                  <c:v>-7.1760376390486741E-2</c:v>
                </c:pt>
                <c:pt idx="3819">
                  <c:v>-8.0893389860968945E-2</c:v>
                </c:pt>
                <c:pt idx="3820">
                  <c:v>-0.1426719855826829</c:v>
                </c:pt>
                <c:pt idx="3821">
                  <c:v>-5.7174932022341342E-2</c:v>
                </c:pt>
                <c:pt idx="3822">
                  <c:v>-0.21304112089015556</c:v>
                </c:pt>
                <c:pt idx="3823">
                  <c:v>-8.7202220153004759E-2</c:v>
                </c:pt>
                <c:pt idx="3824">
                  <c:v>-0.15824585551377932</c:v>
                </c:pt>
                <c:pt idx="3825">
                  <c:v>-0.18948788746801612</c:v>
                </c:pt>
                <c:pt idx="3826">
                  <c:v>-0.16249277637094939</c:v>
                </c:pt>
                <c:pt idx="3827">
                  <c:v>-4.4846550433151819E-2</c:v>
                </c:pt>
                <c:pt idx="3828">
                  <c:v>-6.4945060315442518E-2</c:v>
                </c:pt>
                <c:pt idx="3829">
                  <c:v>-0.17835054858645416</c:v>
                </c:pt>
                <c:pt idx="3830">
                  <c:v>-0.16074241991954338</c:v>
                </c:pt>
                <c:pt idx="3831">
                  <c:v>-0.27212936384265385</c:v>
                </c:pt>
                <c:pt idx="3832">
                  <c:v>-0.11491294835741547</c:v>
                </c:pt>
                <c:pt idx="3833">
                  <c:v>-0.13399159940532523</c:v>
                </c:pt>
                <c:pt idx="3834">
                  <c:v>-8.4682011887215802E-2</c:v>
                </c:pt>
                <c:pt idx="3835">
                  <c:v>-2.9651536628733436E-2</c:v>
                </c:pt>
                <c:pt idx="3836">
                  <c:v>5.0462806008052231E-2</c:v>
                </c:pt>
                <c:pt idx="3837">
                  <c:v>-0.21333034105980639</c:v>
                </c:pt>
                <c:pt idx="3838">
                  <c:v>-0.10033909765104611</c:v>
                </c:pt>
                <c:pt idx="3839">
                  <c:v>-7.2339756782925396E-2</c:v>
                </c:pt>
                <c:pt idx="3840">
                  <c:v>-6.2067184973805284E-2</c:v>
                </c:pt>
                <c:pt idx="3841">
                  <c:v>-0.13352211932706501</c:v>
                </c:pt>
                <c:pt idx="3842">
                  <c:v>-0.12940573808059097</c:v>
                </c:pt>
                <c:pt idx="3843">
                  <c:v>-0.10470146156016555</c:v>
                </c:pt>
                <c:pt idx="3844">
                  <c:v>-0.1041984843967725</c:v>
                </c:pt>
                <c:pt idx="3845">
                  <c:v>-9.1134316220426156E-2</c:v>
                </c:pt>
                <c:pt idx="3846">
                  <c:v>-7.8513844217752204E-2</c:v>
                </c:pt>
                <c:pt idx="3847">
                  <c:v>-0.10413832976289034</c:v>
                </c:pt>
                <c:pt idx="3848">
                  <c:v>-0.11528052175137281</c:v>
                </c:pt>
                <c:pt idx="3849">
                  <c:v>-9.6896288107433184E-2</c:v>
                </c:pt>
                <c:pt idx="3850">
                  <c:v>-8.2543372934561016E-2</c:v>
                </c:pt>
                <c:pt idx="3851">
                  <c:v>-9.4164909977422245E-2</c:v>
                </c:pt>
                <c:pt idx="3852">
                  <c:v>-8.2631393114702273E-2</c:v>
                </c:pt>
                <c:pt idx="3853">
                  <c:v>-6.4894884468591651E-2</c:v>
                </c:pt>
                <c:pt idx="3854">
                  <c:v>-8.3208854769476356E-2</c:v>
                </c:pt>
                <c:pt idx="3855">
                  <c:v>-0.12058392314963143</c:v>
                </c:pt>
                <c:pt idx="3856">
                  <c:v>-0.14376544620013701</c:v>
                </c:pt>
                <c:pt idx="3857">
                  <c:v>-0.13585611505184064</c:v>
                </c:pt>
                <c:pt idx="3858">
                  <c:v>-0.10378093563507701</c:v>
                </c:pt>
                <c:pt idx="3859">
                  <c:v>-8.1135390900418061E-2</c:v>
                </c:pt>
                <c:pt idx="3860">
                  <c:v>-7.0933343118195546E-2</c:v>
                </c:pt>
                <c:pt idx="3861">
                  <c:v>-7.3088639855777418E-2</c:v>
                </c:pt>
                <c:pt idx="3862">
                  <c:v>-6.5503508399511565E-2</c:v>
                </c:pt>
                <c:pt idx="3863">
                  <c:v>-4.7272282469438841E-2</c:v>
                </c:pt>
                <c:pt idx="3864">
                  <c:v>-9.2780031030419721E-2</c:v>
                </c:pt>
                <c:pt idx="3865">
                  <c:v>-6.4564834466197485E-2</c:v>
                </c:pt>
                <c:pt idx="3866">
                  <c:v>-5.9024733458822087E-2</c:v>
                </c:pt>
                <c:pt idx="3867">
                  <c:v>-4.944998234083213E-2</c:v>
                </c:pt>
                <c:pt idx="3868">
                  <c:v>-5.9990896401149595E-2</c:v>
                </c:pt>
                <c:pt idx="3869">
                  <c:v>-6.5326370714736987E-2</c:v>
                </c:pt>
                <c:pt idx="3870">
                  <c:v>-9.9182787314019846E-2</c:v>
                </c:pt>
                <c:pt idx="3871">
                  <c:v>-8.5755290267600606E-2</c:v>
                </c:pt>
                <c:pt idx="3872">
                  <c:v>-0.13613464137100223</c:v>
                </c:pt>
                <c:pt idx="3873">
                  <c:v>-0.14675203946184495</c:v>
                </c:pt>
                <c:pt idx="3874">
                  <c:v>-4.0272556971813041E-2</c:v>
                </c:pt>
                <c:pt idx="3875">
                  <c:v>-0.10032348454067241</c:v>
                </c:pt>
                <c:pt idx="3876">
                  <c:v>-0.15734457499887886</c:v>
                </c:pt>
                <c:pt idx="3877">
                  <c:v>-7.7091015406950333E-2</c:v>
                </c:pt>
                <c:pt idx="3878">
                  <c:v>-0.1673789957366123</c:v>
                </c:pt>
                <c:pt idx="3879">
                  <c:v>-1.2973380003445733E-2</c:v>
                </c:pt>
                <c:pt idx="3880">
                  <c:v>-0.20877422771082485</c:v>
                </c:pt>
                <c:pt idx="3881">
                  <c:v>-4.0474834271880679E-2</c:v>
                </c:pt>
                <c:pt idx="3882">
                  <c:v>-7.918673194058716E-2</c:v>
                </c:pt>
                <c:pt idx="3883">
                  <c:v>-8.9702559073534041E-2</c:v>
                </c:pt>
                <c:pt idx="3884">
                  <c:v>2.9239088013960266E-3</c:v>
                </c:pt>
                <c:pt idx="3885">
                  <c:v>-0.13590101986715333</c:v>
                </c:pt>
                <c:pt idx="3886">
                  <c:v>-0.11175351804940117</c:v>
                </c:pt>
                <c:pt idx="3887">
                  <c:v>-3.0752512052621011E-2</c:v>
                </c:pt>
                <c:pt idx="3888">
                  <c:v>-0.1438504259206187</c:v>
                </c:pt>
                <c:pt idx="3889">
                  <c:v>-9.8063896546456711E-2</c:v>
                </c:pt>
                <c:pt idx="3890">
                  <c:v>-0.12399021280335309</c:v>
                </c:pt>
                <c:pt idx="3891">
                  <c:v>-0.14953844205281644</c:v>
                </c:pt>
                <c:pt idx="3892">
                  <c:v>-0.13407284151129686</c:v>
                </c:pt>
                <c:pt idx="3893">
                  <c:v>-0.21553560643519726</c:v>
                </c:pt>
                <c:pt idx="3894">
                  <c:v>-0.11642587867626542</c:v>
                </c:pt>
                <c:pt idx="3895">
                  <c:v>-0.12949995684859883</c:v>
                </c:pt>
                <c:pt idx="3896">
                  <c:v>-8.8311555598614352E-2</c:v>
                </c:pt>
                <c:pt idx="3897">
                  <c:v>-8.730553168814327E-2</c:v>
                </c:pt>
                <c:pt idx="3898">
                  <c:v>-4.8699875671866524E-2</c:v>
                </c:pt>
                <c:pt idx="3899">
                  <c:v>-0.1760429804641262</c:v>
                </c:pt>
                <c:pt idx="3900">
                  <c:v>-0.18716568967490063</c:v>
                </c:pt>
                <c:pt idx="3901">
                  <c:v>1.4050316230237966E-3</c:v>
                </c:pt>
                <c:pt idx="3902">
                  <c:v>-0.12533247056582475</c:v>
                </c:pt>
                <c:pt idx="3903">
                  <c:v>-4.9049715745069881E-2</c:v>
                </c:pt>
                <c:pt idx="3904">
                  <c:v>-0.19037558735836899</c:v>
                </c:pt>
                <c:pt idx="3905">
                  <c:v>-6.3353208647940048E-3</c:v>
                </c:pt>
                <c:pt idx="3906">
                  <c:v>-4.5286103839970717E-3</c:v>
                </c:pt>
                <c:pt idx="3907">
                  <c:v>-0.10776307151232828</c:v>
                </c:pt>
                <c:pt idx="3908">
                  <c:v>-7.2700969529755716E-2</c:v>
                </c:pt>
                <c:pt idx="3909">
                  <c:v>-5.9025939317985235E-2</c:v>
                </c:pt>
                <c:pt idx="3910">
                  <c:v>-9.7790152516989956E-2</c:v>
                </c:pt>
                <c:pt idx="3911">
                  <c:v>-8.8883943252533182E-2</c:v>
                </c:pt>
                <c:pt idx="3912">
                  <c:v>-6.3792286779365603E-2</c:v>
                </c:pt>
                <c:pt idx="3913">
                  <c:v>-0.10195847053411576</c:v>
                </c:pt>
                <c:pt idx="3914">
                  <c:v>-0.11574467953111638</c:v>
                </c:pt>
                <c:pt idx="3915">
                  <c:v>-1.9408389533238649E-2</c:v>
                </c:pt>
                <c:pt idx="3916">
                  <c:v>-0.15884754400260187</c:v>
                </c:pt>
                <c:pt idx="3917">
                  <c:v>1.7330875518635002E-2</c:v>
                </c:pt>
                <c:pt idx="3918">
                  <c:v>-0.17267979010867471</c:v>
                </c:pt>
                <c:pt idx="3919">
                  <c:v>-0.13158097529439824</c:v>
                </c:pt>
                <c:pt idx="3920">
                  <c:v>-0.20872284389578269</c:v>
                </c:pt>
                <c:pt idx="3921">
                  <c:v>-0.23067492861688377</c:v>
                </c:pt>
                <c:pt idx="3922">
                  <c:v>-0.24575548799268562</c:v>
                </c:pt>
                <c:pt idx="3923">
                  <c:v>-0.24880218714804109</c:v>
                </c:pt>
                <c:pt idx="3924">
                  <c:v>-0.2030650568352482</c:v>
                </c:pt>
                <c:pt idx="3925">
                  <c:v>-0.12849214368965245</c:v>
                </c:pt>
                <c:pt idx="3926">
                  <c:v>-0.11278936006326004</c:v>
                </c:pt>
                <c:pt idx="3927">
                  <c:v>-1.3338222846454516E-2</c:v>
                </c:pt>
                <c:pt idx="3928">
                  <c:v>-9.1534702088075695E-2</c:v>
                </c:pt>
                <c:pt idx="3929">
                  <c:v>-0.21552753506348629</c:v>
                </c:pt>
                <c:pt idx="3930">
                  <c:v>-0.16603251659358162</c:v>
                </c:pt>
                <c:pt idx="3931">
                  <c:v>-0.10583906873786371</c:v>
                </c:pt>
                <c:pt idx="3932">
                  <c:v>-3.8764210043420351E-2</c:v>
                </c:pt>
                <c:pt idx="3933">
                  <c:v>-8.5126158239694938E-2</c:v>
                </c:pt>
                <c:pt idx="3934">
                  <c:v>-8.4304556465554306E-2</c:v>
                </c:pt>
                <c:pt idx="3935">
                  <c:v>-4.0022321456664518E-2</c:v>
                </c:pt>
                <c:pt idx="3936">
                  <c:v>-0.19592616651385758</c:v>
                </c:pt>
                <c:pt idx="3937">
                  <c:v>-7.9114380139527554E-2</c:v>
                </c:pt>
                <c:pt idx="3938">
                  <c:v>-0.13841827992174568</c:v>
                </c:pt>
                <c:pt idx="3939">
                  <c:v>-0.21702153707992342</c:v>
                </c:pt>
                <c:pt idx="3940">
                  <c:v>-8.0587444333768771E-2</c:v>
                </c:pt>
                <c:pt idx="3941">
                  <c:v>-3.3050709545385117E-2</c:v>
                </c:pt>
                <c:pt idx="3942">
                  <c:v>-0.12703255067634309</c:v>
                </c:pt>
                <c:pt idx="3943">
                  <c:v>-0.23555343314357488</c:v>
                </c:pt>
                <c:pt idx="3944">
                  <c:v>-0.23456523521401842</c:v>
                </c:pt>
                <c:pt idx="3945">
                  <c:v>-9.6544268309874073E-2</c:v>
                </c:pt>
                <c:pt idx="3946">
                  <c:v>-6.2113090726631202E-2</c:v>
                </c:pt>
                <c:pt idx="3947">
                  <c:v>-0.11167760557279542</c:v>
                </c:pt>
                <c:pt idx="3948">
                  <c:v>-0.27196531569033955</c:v>
                </c:pt>
                <c:pt idx="3949">
                  <c:v>-0.27275355048585626</c:v>
                </c:pt>
                <c:pt idx="3950">
                  <c:v>-0.1238287420204935</c:v>
                </c:pt>
                <c:pt idx="3951">
                  <c:v>-9.2035591239449155E-2</c:v>
                </c:pt>
                <c:pt idx="3952">
                  <c:v>-8.3566107905467438E-2</c:v>
                </c:pt>
                <c:pt idx="3953">
                  <c:v>5.2708336437601581E-2</c:v>
                </c:pt>
                <c:pt idx="3954">
                  <c:v>-7.2622774206683366E-2</c:v>
                </c:pt>
                <c:pt idx="3955">
                  <c:v>-0.1395405929930939</c:v>
                </c:pt>
                <c:pt idx="3956">
                  <c:v>-0.20720266028439882</c:v>
                </c:pt>
                <c:pt idx="3957">
                  <c:v>-0.16285993332517767</c:v>
                </c:pt>
                <c:pt idx="3958">
                  <c:v>-1.8708463323719386E-2</c:v>
                </c:pt>
                <c:pt idx="3959">
                  <c:v>-0.1284971958067711</c:v>
                </c:pt>
                <c:pt idx="3960">
                  <c:v>-0.1238398275212452</c:v>
                </c:pt>
                <c:pt idx="3961">
                  <c:v>-0.11915627768854928</c:v>
                </c:pt>
                <c:pt idx="3962">
                  <c:v>-9.8649429224763177E-2</c:v>
                </c:pt>
                <c:pt idx="3963">
                  <c:v>-5.8073604693393573E-2</c:v>
                </c:pt>
                <c:pt idx="3964">
                  <c:v>-0.11141089482176425</c:v>
                </c:pt>
                <c:pt idx="3965">
                  <c:v>-7.5556227256538952E-3</c:v>
                </c:pt>
                <c:pt idx="3966">
                  <c:v>-8.7170283407713392E-2</c:v>
                </c:pt>
                <c:pt idx="3967">
                  <c:v>-0.19435876278901179</c:v>
                </c:pt>
                <c:pt idx="3968">
                  <c:v>-0.2135850209576092</c:v>
                </c:pt>
                <c:pt idx="3969">
                  <c:v>-0.27856252861976855</c:v>
                </c:pt>
                <c:pt idx="3970">
                  <c:v>-0.11530043121341897</c:v>
                </c:pt>
                <c:pt idx="3971">
                  <c:v>-9.3444236061850469E-2</c:v>
                </c:pt>
                <c:pt idx="3972">
                  <c:v>5.4615671991319085E-3</c:v>
                </c:pt>
                <c:pt idx="3973">
                  <c:v>-6.2724338639886593E-2</c:v>
                </c:pt>
                <c:pt idx="3974">
                  <c:v>-9.4195471231216507E-2</c:v>
                </c:pt>
                <c:pt idx="3975">
                  <c:v>-0.12617474061324807</c:v>
                </c:pt>
                <c:pt idx="3976">
                  <c:v>-0.10970455427552424</c:v>
                </c:pt>
                <c:pt idx="3977">
                  <c:v>-9.873461946161545E-2</c:v>
                </c:pt>
                <c:pt idx="3978">
                  <c:v>-6.9178785144455981E-2</c:v>
                </c:pt>
                <c:pt idx="3979">
                  <c:v>-7.7342260311081476E-2</c:v>
                </c:pt>
                <c:pt idx="3980">
                  <c:v>-7.409223610476208E-2</c:v>
                </c:pt>
                <c:pt idx="3981">
                  <c:v>-9.9665250500909408E-2</c:v>
                </c:pt>
                <c:pt idx="3982">
                  <c:v>-5.9247734990620915E-2</c:v>
                </c:pt>
                <c:pt idx="3983">
                  <c:v>-9.4142022999725614E-2</c:v>
                </c:pt>
                <c:pt idx="3984">
                  <c:v>-1.4650381657528076E-2</c:v>
                </c:pt>
                <c:pt idx="3985">
                  <c:v>-0.14830058337840341</c:v>
                </c:pt>
                <c:pt idx="3986">
                  <c:v>-0.15522867008807656</c:v>
                </c:pt>
                <c:pt idx="3987">
                  <c:v>-0.11551154124441231</c:v>
                </c:pt>
                <c:pt idx="3988">
                  <c:v>-2.7395081002975197E-3</c:v>
                </c:pt>
                <c:pt idx="3989">
                  <c:v>2.4276347923615407E-2</c:v>
                </c:pt>
                <c:pt idx="3990">
                  <c:v>-0.11596682168369304</c:v>
                </c:pt>
                <c:pt idx="3991">
                  <c:v>-0.19500389656814332</c:v>
                </c:pt>
                <c:pt idx="3992">
                  <c:v>-0.24542241000788712</c:v>
                </c:pt>
                <c:pt idx="3993">
                  <c:v>-0.31803464809505044</c:v>
                </c:pt>
                <c:pt idx="3994">
                  <c:v>-0.24283509349142265</c:v>
                </c:pt>
                <c:pt idx="3995">
                  <c:v>-0.13527085663272553</c:v>
                </c:pt>
                <c:pt idx="3996">
                  <c:v>-0.11998647218086331</c:v>
                </c:pt>
                <c:pt idx="3997">
                  <c:v>-0.14127634760080668</c:v>
                </c:pt>
                <c:pt idx="3998">
                  <c:v>-0.19104084489664033</c:v>
                </c:pt>
                <c:pt idx="3999">
                  <c:v>-0.14676619226072779</c:v>
                </c:pt>
                <c:pt idx="4000">
                  <c:v>2.7157092946348958E-2</c:v>
                </c:pt>
                <c:pt idx="4001">
                  <c:v>3.6328166170778095E-3</c:v>
                </c:pt>
                <c:pt idx="4002">
                  <c:v>-0.11416571949809699</c:v>
                </c:pt>
                <c:pt idx="4003">
                  <c:v>-7.3458706531638135E-2</c:v>
                </c:pt>
                <c:pt idx="4004">
                  <c:v>-3.499645747078365E-2</c:v>
                </c:pt>
                <c:pt idx="4005">
                  <c:v>-7.2785446034402158E-3</c:v>
                </c:pt>
                <c:pt idx="4006">
                  <c:v>-5.8394025042630041E-2</c:v>
                </c:pt>
                <c:pt idx="4007">
                  <c:v>-3.3827380192203778E-2</c:v>
                </c:pt>
                <c:pt idx="4008">
                  <c:v>-8.146200869336917E-2</c:v>
                </c:pt>
                <c:pt idx="4009">
                  <c:v>-0.21050714685668281</c:v>
                </c:pt>
                <c:pt idx="4010">
                  <c:v>-6.259217736979665E-2</c:v>
                </c:pt>
                <c:pt idx="4011">
                  <c:v>-0.20754577313649772</c:v>
                </c:pt>
                <c:pt idx="4012">
                  <c:v>-7.2475812208616514E-2</c:v>
                </c:pt>
                <c:pt idx="4013">
                  <c:v>-0.11238768488895526</c:v>
                </c:pt>
                <c:pt idx="4014">
                  <c:v>5.6560623955503863E-5</c:v>
                </c:pt>
                <c:pt idx="4015">
                  <c:v>-0.20098156614748461</c:v>
                </c:pt>
                <c:pt idx="4016">
                  <c:v>-0.21698231517065869</c:v>
                </c:pt>
                <c:pt idx="4017">
                  <c:v>-9.0009853221455563E-2</c:v>
                </c:pt>
                <c:pt idx="4018">
                  <c:v>-0.12913440411051988</c:v>
                </c:pt>
                <c:pt idx="4019">
                  <c:v>6.7623792039364333E-2</c:v>
                </c:pt>
                <c:pt idx="4020">
                  <c:v>2.7349651173855245E-2</c:v>
                </c:pt>
                <c:pt idx="4021">
                  <c:v>6.6209980373832895E-3</c:v>
                </c:pt>
                <c:pt idx="4022">
                  <c:v>-0.11102731259934645</c:v>
                </c:pt>
                <c:pt idx="4023">
                  <c:v>-0.11882663040501942</c:v>
                </c:pt>
                <c:pt idx="4024">
                  <c:v>-8.0368538514971236E-2</c:v>
                </c:pt>
                <c:pt idx="4025">
                  <c:v>8.1453090394912178E-2</c:v>
                </c:pt>
                <c:pt idx="4026">
                  <c:v>-9.5233656004554079E-2</c:v>
                </c:pt>
                <c:pt idx="4027">
                  <c:v>-0.15333903917015784</c:v>
                </c:pt>
                <c:pt idx="4028">
                  <c:v>-2.3825741253650046E-2</c:v>
                </c:pt>
                <c:pt idx="4029">
                  <c:v>-0.11309955696057519</c:v>
                </c:pt>
                <c:pt idx="4030">
                  <c:v>3.7658497604086787E-3</c:v>
                </c:pt>
                <c:pt idx="4031">
                  <c:v>-4.6754758794431736E-2</c:v>
                </c:pt>
                <c:pt idx="4032">
                  <c:v>-7.5880019074654262E-2</c:v>
                </c:pt>
                <c:pt idx="4033">
                  <c:v>-5.6610840985350026E-2</c:v>
                </c:pt>
                <c:pt idx="4034">
                  <c:v>-1.4546074917256948E-3</c:v>
                </c:pt>
                <c:pt idx="4035">
                  <c:v>-0.13499926962833572</c:v>
                </c:pt>
                <c:pt idx="4036">
                  <c:v>-2.9332773129493415E-2</c:v>
                </c:pt>
                <c:pt idx="4037">
                  <c:v>-0.16373556377370699</c:v>
                </c:pt>
                <c:pt idx="4038">
                  <c:v>-0.10508216946621927</c:v>
                </c:pt>
                <c:pt idx="4039">
                  <c:v>-8.8120704516700798E-3</c:v>
                </c:pt>
                <c:pt idx="4040">
                  <c:v>-0.20158626421360162</c:v>
                </c:pt>
                <c:pt idx="4041">
                  <c:v>-0.11974822065412613</c:v>
                </c:pt>
                <c:pt idx="4042">
                  <c:v>-4.7351266888836681E-2</c:v>
                </c:pt>
                <c:pt idx="4043">
                  <c:v>-3.6789751788005663E-2</c:v>
                </c:pt>
                <c:pt idx="4044">
                  <c:v>-0.15185248451964864</c:v>
                </c:pt>
                <c:pt idx="4045">
                  <c:v>-5.1222102633941877E-2</c:v>
                </c:pt>
                <c:pt idx="4046">
                  <c:v>-9.3956918694715133E-2</c:v>
                </c:pt>
                <c:pt idx="4047">
                  <c:v>-7.4939447742404824E-2</c:v>
                </c:pt>
                <c:pt idx="4048">
                  <c:v>-6.3558917208689433E-2</c:v>
                </c:pt>
                <c:pt idx="4049">
                  <c:v>-1.1610155588434791E-2</c:v>
                </c:pt>
                <c:pt idx="4050">
                  <c:v>-5.3383172695000709E-2</c:v>
                </c:pt>
                <c:pt idx="4051">
                  <c:v>-0.1691720834114048</c:v>
                </c:pt>
                <c:pt idx="4052">
                  <c:v>-4.9637266235787937E-2</c:v>
                </c:pt>
                <c:pt idx="4053">
                  <c:v>-0.19082900986465051</c:v>
                </c:pt>
                <c:pt idx="4054">
                  <c:v>-3.4258562691090504E-2</c:v>
                </c:pt>
                <c:pt idx="4055">
                  <c:v>-3.8316936593962195E-2</c:v>
                </c:pt>
                <c:pt idx="4056">
                  <c:v>-0.17008110890185629</c:v>
                </c:pt>
                <c:pt idx="4057">
                  <c:v>-0.12186300156187364</c:v>
                </c:pt>
                <c:pt idx="4058">
                  <c:v>-0.14924138827611844</c:v>
                </c:pt>
                <c:pt idx="4059">
                  <c:v>-7.6218313778754335E-2</c:v>
                </c:pt>
                <c:pt idx="4060">
                  <c:v>-6.3873317335564145E-2</c:v>
                </c:pt>
                <c:pt idx="4061">
                  <c:v>-6.9927835182116274E-2</c:v>
                </c:pt>
                <c:pt idx="4062">
                  <c:v>-7.257841235747084E-2</c:v>
                </c:pt>
                <c:pt idx="4063">
                  <c:v>-6.9246574921862897E-2</c:v>
                </c:pt>
                <c:pt idx="4064">
                  <c:v>-5.7047053411701666E-2</c:v>
                </c:pt>
                <c:pt idx="4065">
                  <c:v>-8.8789390157255094E-2</c:v>
                </c:pt>
                <c:pt idx="4066">
                  <c:v>-7.371143607307E-2</c:v>
                </c:pt>
                <c:pt idx="4067">
                  <c:v>-6.3009928952325531E-2</c:v>
                </c:pt>
                <c:pt idx="4068">
                  <c:v>-0.11094649622547159</c:v>
                </c:pt>
                <c:pt idx="4069">
                  <c:v>-8.6566246009016939E-2</c:v>
                </c:pt>
                <c:pt idx="4070">
                  <c:v>-0.10927906510798888</c:v>
                </c:pt>
                <c:pt idx="4071">
                  <c:v>-0.11240319844480362</c:v>
                </c:pt>
                <c:pt idx="4072">
                  <c:v>-9.4593740408969673E-2</c:v>
                </c:pt>
                <c:pt idx="4073">
                  <c:v>-5.7633126060840381E-2</c:v>
                </c:pt>
                <c:pt idx="4074">
                  <c:v>-0.14015525205254165</c:v>
                </c:pt>
                <c:pt idx="4075">
                  <c:v>-0.14995153605868439</c:v>
                </c:pt>
                <c:pt idx="4076">
                  <c:v>-0.12941833316639198</c:v>
                </c:pt>
                <c:pt idx="4077">
                  <c:v>-8.5947207115263255E-2</c:v>
                </c:pt>
                <c:pt idx="4078">
                  <c:v>-8.6820202055873388E-2</c:v>
                </c:pt>
                <c:pt idx="4079">
                  <c:v>-7.3641412854569377E-2</c:v>
                </c:pt>
                <c:pt idx="4080">
                  <c:v>-5.9190440888793064E-2</c:v>
                </c:pt>
                <c:pt idx="4081">
                  <c:v>-6.4801472498083865E-2</c:v>
                </c:pt>
                <c:pt idx="4082">
                  <c:v>-6.6018934850460606E-2</c:v>
                </c:pt>
                <c:pt idx="4083">
                  <c:v>-7.7831829562839835E-2</c:v>
                </c:pt>
                <c:pt idx="4084">
                  <c:v>-7.4652795223394894E-2</c:v>
                </c:pt>
                <c:pt idx="4085">
                  <c:v>-4.8545657835004891E-2</c:v>
                </c:pt>
                <c:pt idx="4086">
                  <c:v>-0.18814471247792894</c:v>
                </c:pt>
                <c:pt idx="4087">
                  <c:v>-0.11161010002459604</c:v>
                </c:pt>
                <c:pt idx="4088">
                  <c:v>2.5729148540135218E-2</c:v>
                </c:pt>
                <c:pt idx="4089">
                  <c:v>5.6617763603678345E-2</c:v>
                </c:pt>
                <c:pt idx="4090">
                  <c:v>-0.10660637379287349</c:v>
                </c:pt>
                <c:pt idx="4091">
                  <c:v>-1.5211025954061519E-2</c:v>
                </c:pt>
                <c:pt idx="4092">
                  <c:v>3.7870731058697753E-2</c:v>
                </c:pt>
                <c:pt idx="4093">
                  <c:v>-0.10112715349421747</c:v>
                </c:pt>
                <c:pt idx="4094">
                  <c:v>-1.8170890612779343E-2</c:v>
                </c:pt>
                <c:pt idx="4095">
                  <c:v>-8.0981495504680187E-2</c:v>
                </c:pt>
                <c:pt idx="4096">
                  <c:v>-4.6192799951589182E-2</c:v>
                </c:pt>
                <c:pt idx="4097">
                  <c:v>-7.6815536020590061E-2</c:v>
                </c:pt>
                <c:pt idx="4098">
                  <c:v>-3.4623067230692105E-2</c:v>
                </c:pt>
                <c:pt idx="4099">
                  <c:v>-0.1665668557668365</c:v>
                </c:pt>
                <c:pt idx="4100">
                  <c:v>-9.2232596383496721E-2</c:v>
                </c:pt>
                <c:pt idx="4101">
                  <c:v>-0.18165103142981789</c:v>
                </c:pt>
                <c:pt idx="4102">
                  <c:v>-4.1149422383801253E-2</c:v>
                </c:pt>
                <c:pt idx="4103">
                  <c:v>-0.13143822061979807</c:v>
                </c:pt>
                <c:pt idx="4104">
                  <c:v>-1.3088716263346149E-2</c:v>
                </c:pt>
                <c:pt idx="4105">
                  <c:v>-9.9277821981243339E-2</c:v>
                </c:pt>
                <c:pt idx="4106">
                  <c:v>-9.5326898070354882E-2</c:v>
                </c:pt>
                <c:pt idx="4107">
                  <c:v>2.8956907082799933E-4</c:v>
                </c:pt>
                <c:pt idx="4108">
                  <c:v>-0.1567634135226503</c:v>
                </c:pt>
                <c:pt idx="4109">
                  <c:v>-5.2666430841804064E-2</c:v>
                </c:pt>
                <c:pt idx="4110">
                  <c:v>-4.7864677232558168E-2</c:v>
                </c:pt>
                <c:pt idx="4111">
                  <c:v>-0.14106508927777422</c:v>
                </c:pt>
                <c:pt idx="4112">
                  <c:v>-3.303393801303408E-2</c:v>
                </c:pt>
                <c:pt idx="4113">
                  <c:v>-0.15326808232569344</c:v>
                </c:pt>
                <c:pt idx="4114">
                  <c:v>-5.901222947681365E-2</c:v>
                </c:pt>
                <c:pt idx="4115">
                  <c:v>-0.10425223352976407</c:v>
                </c:pt>
                <c:pt idx="4116">
                  <c:v>-0.10988283965931354</c:v>
                </c:pt>
                <c:pt idx="4117">
                  <c:v>-0.15063215666881596</c:v>
                </c:pt>
                <c:pt idx="4118">
                  <c:v>-0.10517566191016904</c:v>
                </c:pt>
                <c:pt idx="4119">
                  <c:v>1.3318399550224212E-2</c:v>
                </c:pt>
                <c:pt idx="4120">
                  <c:v>-8.9714637051188623E-2</c:v>
                </c:pt>
                <c:pt idx="4121">
                  <c:v>-7.6840673076103483E-2</c:v>
                </c:pt>
                <c:pt idx="4122">
                  <c:v>-4.3382058052247499E-2</c:v>
                </c:pt>
                <c:pt idx="4123">
                  <c:v>-6.1623672504008097E-2</c:v>
                </c:pt>
                <c:pt idx="4124">
                  <c:v>-0.1247092213596781</c:v>
                </c:pt>
                <c:pt idx="4125">
                  <c:v>-0.13968604977181759</c:v>
                </c:pt>
                <c:pt idx="4126">
                  <c:v>-0.10870819878054527</c:v>
                </c:pt>
                <c:pt idx="4127">
                  <c:v>-0.11964044588854336</c:v>
                </c:pt>
                <c:pt idx="4128">
                  <c:v>-0.12508746274847976</c:v>
                </c:pt>
                <c:pt idx="4129">
                  <c:v>-0.10422072417753511</c:v>
                </c:pt>
                <c:pt idx="4130">
                  <c:v>-0.17681748875934586</c:v>
                </c:pt>
                <c:pt idx="4131">
                  <c:v>-0.19780356542304647</c:v>
                </c:pt>
                <c:pt idx="4132">
                  <c:v>-0.1262644485321501</c:v>
                </c:pt>
                <c:pt idx="4133">
                  <c:v>-8.1152150829215744E-2</c:v>
                </c:pt>
                <c:pt idx="4134">
                  <c:v>-7.9523789335670267E-2</c:v>
                </c:pt>
                <c:pt idx="4135">
                  <c:v>-7.2590710484948098E-2</c:v>
                </c:pt>
                <c:pt idx="4136">
                  <c:v>-8.2878707172680394E-2</c:v>
                </c:pt>
                <c:pt idx="4137">
                  <c:v>-8.6932402542313589E-2</c:v>
                </c:pt>
                <c:pt idx="4138">
                  <c:v>-6.8898304510967442E-2</c:v>
                </c:pt>
                <c:pt idx="4139">
                  <c:v>-0.10322373426510614</c:v>
                </c:pt>
                <c:pt idx="4140">
                  <c:v>-2.7687917997952196E-2</c:v>
                </c:pt>
                <c:pt idx="4141">
                  <c:v>-5.8652204110385429E-2</c:v>
                </c:pt>
                <c:pt idx="4142">
                  <c:v>-0.17411223065094208</c:v>
                </c:pt>
                <c:pt idx="4143">
                  <c:v>-0.12966993793018444</c:v>
                </c:pt>
                <c:pt idx="4144">
                  <c:v>-9.0679479530897347E-2</c:v>
                </c:pt>
                <c:pt idx="4145">
                  <c:v>-9.9187020493872208E-2</c:v>
                </c:pt>
                <c:pt idx="4146">
                  <c:v>-2.3208874723752493E-2</c:v>
                </c:pt>
                <c:pt idx="4147">
                  <c:v>-0.16773654312547898</c:v>
                </c:pt>
                <c:pt idx="4148">
                  <c:v>-0.13814980420214548</c:v>
                </c:pt>
                <c:pt idx="4149">
                  <c:v>-6.5728196127681798E-2</c:v>
                </c:pt>
                <c:pt idx="4150">
                  <c:v>-0.1283300267030181</c:v>
                </c:pt>
                <c:pt idx="4151">
                  <c:v>-9.2222741931759791E-2</c:v>
                </c:pt>
                <c:pt idx="4152">
                  <c:v>-0.15463834657179276</c:v>
                </c:pt>
                <c:pt idx="4153">
                  <c:v>-8.7438454420785378E-2</c:v>
                </c:pt>
                <c:pt idx="4154">
                  <c:v>-0.19865817356033882</c:v>
                </c:pt>
                <c:pt idx="4155">
                  <c:v>-6.005212375509679E-2</c:v>
                </c:pt>
                <c:pt idx="4156">
                  <c:v>-0.16690640603384704</c:v>
                </c:pt>
                <c:pt idx="4157">
                  <c:v>-0.16714038057792066</c:v>
                </c:pt>
                <c:pt idx="4158">
                  <c:v>-5.5474554058215844E-2</c:v>
                </c:pt>
                <c:pt idx="4159">
                  <c:v>-0.19787028203874982</c:v>
                </c:pt>
                <c:pt idx="4160">
                  <c:v>-0.15389820421168821</c:v>
                </c:pt>
                <c:pt idx="4161">
                  <c:v>-0.20612272679974999</c:v>
                </c:pt>
                <c:pt idx="4162">
                  <c:v>-0.13629638584495535</c:v>
                </c:pt>
                <c:pt idx="4163">
                  <c:v>-7.29387034075238E-2</c:v>
                </c:pt>
                <c:pt idx="4164">
                  <c:v>-0.13755373523029843</c:v>
                </c:pt>
                <c:pt idx="4165">
                  <c:v>-0.18666863693681029</c:v>
                </c:pt>
                <c:pt idx="4166">
                  <c:v>-0.19403011268211162</c:v>
                </c:pt>
                <c:pt idx="4167">
                  <c:v>-0.24177637996203108</c:v>
                </c:pt>
                <c:pt idx="4168">
                  <c:v>-8.0549559132885598E-2</c:v>
                </c:pt>
                <c:pt idx="4169">
                  <c:v>1.4899864838649503E-2</c:v>
                </c:pt>
                <c:pt idx="4170">
                  <c:v>4.3104854739479247E-2</c:v>
                </c:pt>
                <c:pt idx="4171">
                  <c:v>-0.17973920922147019</c:v>
                </c:pt>
                <c:pt idx="4172">
                  <c:v>-8.8148707163425238E-2</c:v>
                </c:pt>
                <c:pt idx="4173">
                  <c:v>1.2323303391390256E-2</c:v>
                </c:pt>
                <c:pt idx="4174">
                  <c:v>-9.7636357857981387E-2</c:v>
                </c:pt>
                <c:pt idx="4175">
                  <c:v>-2.6145774141106953E-2</c:v>
                </c:pt>
                <c:pt idx="4176">
                  <c:v>-9.599846445018452E-2</c:v>
                </c:pt>
                <c:pt idx="4177">
                  <c:v>-8.6976894460459878E-2</c:v>
                </c:pt>
                <c:pt idx="4178">
                  <c:v>-7.3643801930319525E-2</c:v>
                </c:pt>
                <c:pt idx="4179">
                  <c:v>-1.0496032185372041E-2</c:v>
                </c:pt>
                <c:pt idx="4180">
                  <c:v>-0.19015721112166104</c:v>
                </c:pt>
                <c:pt idx="4181">
                  <c:v>-3.3911660959362183E-2</c:v>
                </c:pt>
                <c:pt idx="4182">
                  <c:v>-2.3412002613437826E-2</c:v>
                </c:pt>
                <c:pt idx="4183">
                  <c:v>-0.16288805655213009</c:v>
                </c:pt>
                <c:pt idx="4184">
                  <c:v>-0.17327188899190185</c:v>
                </c:pt>
                <c:pt idx="4185">
                  <c:v>-0.10007422050178069</c:v>
                </c:pt>
                <c:pt idx="4186">
                  <c:v>8.2229740507059695E-2</c:v>
                </c:pt>
                <c:pt idx="4187">
                  <c:v>-5.6482620017349307E-2</c:v>
                </c:pt>
                <c:pt idx="4188">
                  <c:v>-8.7908580551259483E-2</c:v>
                </c:pt>
                <c:pt idx="4189">
                  <c:v>-9.5037900464900862E-2</c:v>
                </c:pt>
                <c:pt idx="4190">
                  <c:v>-8.711535724555089E-2</c:v>
                </c:pt>
                <c:pt idx="4191">
                  <c:v>-4.781371027385832E-2</c:v>
                </c:pt>
                <c:pt idx="4192">
                  <c:v>-4.2423869021312184E-2</c:v>
                </c:pt>
                <c:pt idx="4193">
                  <c:v>-8.6743096593668467E-2</c:v>
                </c:pt>
                <c:pt idx="4194">
                  <c:v>2.5296134623320518E-2</c:v>
                </c:pt>
                <c:pt idx="4195">
                  <c:v>-0.15480220513524648</c:v>
                </c:pt>
                <c:pt idx="4196">
                  <c:v>-4.5077710532579786E-2</c:v>
                </c:pt>
                <c:pt idx="4197">
                  <c:v>-0.18851358362493628</c:v>
                </c:pt>
                <c:pt idx="4198">
                  <c:v>-0.11997911961527438</c:v>
                </c:pt>
                <c:pt idx="4199">
                  <c:v>-0.12689471536420957</c:v>
                </c:pt>
                <c:pt idx="4200">
                  <c:v>-7.2309748110814615E-2</c:v>
                </c:pt>
                <c:pt idx="4201">
                  <c:v>-0.11305060365422373</c:v>
                </c:pt>
                <c:pt idx="4202">
                  <c:v>-0.15121916374603861</c:v>
                </c:pt>
                <c:pt idx="4203">
                  <c:v>-0.15488175494753509</c:v>
                </c:pt>
                <c:pt idx="4204">
                  <c:v>-9.4826043891600043E-2</c:v>
                </c:pt>
                <c:pt idx="4205">
                  <c:v>-0.18864295565658684</c:v>
                </c:pt>
                <c:pt idx="4206">
                  <c:v>-9.6172606893451335E-2</c:v>
                </c:pt>
                <c:pt idx="4207">
                  <c:v>-0.10869068710563241</c:v>
                </c:pt>
                <c:pt idx="4208">
                  <c:v>-0.13593039963039749</c:v>
                </c:pt>
                <c:pt idx="4209">
                  <c:v>-8.9802497524665098E-2</c:v>
                </c:pt>
                <c:pt idx="4210">
                  <c:v>-0.15072526154667762</c:v>
                </c:pt>
                <c:pt idx="4211">
                  <c:v>-6.9223950889034033E-2</c:v>
                </c:pt>
                <c:pt idx="4212">
                  <c:v>-0.12485155464508416</c:v>
                </c:pt>
                <c:pt idx="4213">
                  <c:v>-4.5286376368867044E-2</c:v>
                </c:pt>
                <c:pt idx="4214">
                  <c:v>-7.1970253571302531E-2</c:v>
                </c:pt>
                <c:pt idx="4215">
                  <c:v>-0.17363901792312822</c:v>
                </c:pt>
                <c:pt idx="4216">
                  <c:v>-7.588183171441755E-2</c:v>
                </c:pt>
                <c:pt idx="4217">
                  <c:v>1.8218470522322595E-2</c:v>
                </c:pt>
                <c:pt idx="4218">
                  <c:v>-0.13163146334830086</c:v>
                </c:pt>
                <c:pt idx="4219">
                  <c:v>-0.12338914004629814</c:v>
                </c:pt>
                <c:pt idx="4220">
                  <c:v>-0.17674214692769005</c:v>
                </c:pt>
                <c:pt idx="4221">
                  <c:v>-0.20943278792071948</c:v>
                </c:pt>
                <c:pt idx="4222">
                  <c:v>-4.6587822596121597E-2</c:v>
                </c:pt>
                <c:pt idx="4223">
                  <c:v>-0.1444682191462395</c:v>
                </c:pt>
                <c:pt idx="4224">
                  <c:v>-3.8126539787987634E-2</c:v>
                </c:pt>
                <c:pt idx="4225">
                  <c:v>-0.19830012964638946</c:v>
                </c:pt>
                <c:pt idx="4226">
                  <c:v>-0.10679462496781748</c:v>
                </c:pt>
                <c:pt idx="4227">
                  <c:v>-9.093798784656322E-2</c:v>
                </c:pt>
                <c:pt idx="4228">
                  <c:v>-4.7056600503796505E-3</c:v>
                </c:pt>
                <c:pt idx="4229">
                  <c:v>-3.6255550367550862E-2</c:v>
                </c:pt>
                <c:pt idx="4230">
                  <c:v>-0.1048333663080291</c:v>
                </c:pt>
                <c:pt idx="4231">
                  <c:v>-0.11366255192756484</c:v>
                </c:pt>
                <c:pt idx="4232">
                  <c:v>-0.12073107903013384</c:v>
                </c:pt>
                <c:pt idx="4233">
                  <c:v>-6.1377106298194609E-2</c:v>
                </c:pt>
                <c:pt idx="4234">
                  <c:v>-9.492548680423836E-2</c:v>
                </c:pt>
                <c:pt idx="4235">
                  <c:v>0.3267945161618841</c:v>
                </c:pt>
                <c:pt idx="4236">
                  <c:v>-1.0839321218554139E-2</c:v>
                </c:pt>
                <c:pt idx="4237">
                  <c:v>5.3355556239725266E-2</c:v>
                </c:pt>
                <c:pt idx="4238">
                  <c:v>-8.4632297538682622E-2</c:v>
                </c:pt>
                <c:pt idx="4239">
                  <c:v>-0.11043496298400289</c:v>
                </c:pt>
                <c:pt idx="4240">
                  <c:v>-8.0404404252807996E-2</c:v>
                </c:pt>
                <c:pt idx="4241">
                  <c:v>-5.7558855409324962E-2</c:v>
                </c:pt>
                <c:pt idx="4242">
                  <c:v>-3.3804490377032412E-2</c:v>
                </c:pt>
                <c:pt idx="4243">
                  <c:v>-9.5284923576030439E-2</c:v>
                </c:pt>
                <c:pt idx="4244">
                  <c:v>-6.9345460626957317E-2</c:v>
                </c:pt>
                <c:pt idx="4245">
                  <c:v>-5.4447380028837235E-2</c:v>
                </c:pt>
                <c:pt idx="4246">
                  <c:v>-9.7639696011778757E-2</c:v>
                </c:pt>
                <c:pt idx="4247">
                  <c:v>-2.4460209831571038E-2</c:v>
                </c:pt>
                <c:pt idx="4248">
                  <c:v>-0.1591447637063951</c:v>
                </c:pt>
                <c:pt idx="4249">
                  <c:v>-0.11868746440012863</c:v>
                </c:pt>
                <c:pt idx="4250">
                  <c:v>-3.4473521391912509E-2</c:v>
                </c:pt>
                <c:pt idx="4251">
                  <c:v>-8.2454293669565012E-2</c:v>
                </c:pt>
                <c:pt idx="4252">
                  <c:v>-2.2070414018617972E-2</c:v>
                </c:pt>
                <c:pt idx="4253">
                  <c:v>-0.18200487749517832</c:v>
                </c:pt>
                <c:pt idx="4254">
                  <c:v>-0.18340741726815279</c:v>
                </c:pt>
                <c:pt idx="4255">
                  <c:v>-2.8145544588194196E-2</c:v>
                </c:pt>
                <c:pt idx="4256">
                  <c:v>-0.13584761882701465</c:v>
                </c:pt>
                <c:pt idx="4257">
                  <c:v>-7.8074864807485128E-2</c:v>
                </c:pt>
                <c:pt idx="4258">
                  <c:v>-0.13286452805435342</c:v>
                </c:pt>
                <c:pt idx="4259">
                  <c:v>-5.6152724576247738E-2</c:v>
                </c:pt>
                <c:pt idx="4260">
                  <c:v>-9.7250250725140999E-2</c:v>
                </c:pt>
                <c:pt idx="4261">
                  <c:v>-9.9186411434631389E-2</c:v>
                </c:pt>
                <c:pt idx="4262">
                  <c:v>-0.10881803295401182</c:v>
                </c:pt>
                <c:pt idx="4263">
                  <c:v>-0.11558546087784109</c:v>
                </c:pt>
                <c:pt idx="4264">
                  <c:v>-0.1001146606944243</c:v>
                </c:pt>
                <c:pt idx="4265">
                  <c:v>-9.5168855626007742E-2</c:v>
                </c:pt>
                <c:pt idx="4266">
                  <c:v>6.1830526820861884E-3</c:v>
                </c:pt>
                <c:pt idx="4267">
                  <c:v>-0.10718443105619112</c:v>
                </c:pt>
                <c:pt idx="4268">
                  <c:v>-0.13358027604517325</c:v>
                </c:pt>
                <c:pt idx="4269">
                  <c:v>-4.7909630243912323E-2</c:v>
                </c:pt>
                <c:pt idx="4270">
                  <c:v>-0.11709597336113518</c:v>
                </c:pt>
                <c:pt idx="4271">
                  <c:v>-2.7570011137127447E-2</c:v>
                </c:pt>
                <c:pt idx="4272">
                  <c:v>-0.11280154520357678</c:v>
                </c:pt>
                <c:pt idx="4273">
                  <c:v>-8.2692625310336304E-2</c:v>
                </c:pt>
                <c:pt idx="4274">
                  <c:v>-0.15880228419683415</c:v>
                </c:pt>
                <c:pt idx="4275">
                  <c:v>5.056204651767033E-2</c:v>
                </c:pt>
                <c:pt idx="4276">
                  <c:v>-0.1173891827400774</c:v>
                </c:pt>
                <c:pt idx="4277">
                  <c:v>-5.1496035669747871E-2</c:v>
                </c:pt>
                <c:pt idx="4278">
                  <c:v>-0.12236121473269439</c:v>
                </c:pt>
                <c:pt idx="4279">
                  <c:v>-0.24993984703378594</c:v>
                </c:pt>
                <c:pt idx="4280">
                  <c:v>-9.733109400780636E-2</c:v>
                </c:pt>
                <c:pt idx="4281">
                  <c:v>-9.0372625930753223E-2</c:v>
                </c:pt>
                <c:pt idx="4282">
                  <c:v>-0.11897679634407812</c:v>
                </c:pt>
                <c:pt idx="4283">
                  <c:v>-0.128670190296123</c:v>
                </c:pt>
                <c:pt idx="4284">
                  <c:v>-4.050003024331672E-2</c:v>
                </c:pt>
                <c:pt idx="4285">
                  <c:v>-2.4563662886095263E-2</c:v>
                </c:pt>
                <c:pt idx="4286">
                  <c:v>-0.17618825266544569</c:v>
                </c:pt>
                <c:pt idx="4287">
                  <c:v>-0.10073039858977691</c:v>
                </c:pt>
                <c:pt idx="4288">
                  <c:v>-0.10523021124306091</c:v>
                </c:pt>
                <c:pt idx="4289">
                  <c:v>-2.0323635534797005E-2</c:v>
                </c:pt>
                <c:pt idx="4290">
                  <c:v>-0.17125829317339095</c:v>
                </c:pt>
                <c:pt idx="4291">
                  <c:v>1.1332240377073532E-2</c:v>
                </c:pt>
                <c:pt idx="4292">
                  <c:v>-0.16688868154846834</c:v>
                </c:pt>
                <c:pt idx="4293">
                  <c:v>-9.945283239440493E-2</c:v>
                </c:pt>
                <c:pt idx="4294">
                  <c:v>-0.15596236324064502</c:v>
                </c:pt>
                <c:pt idx="4295">
                  <c:v>-0.11997737270084954</c:v>
                </c:pt>
                <c:pt idx="4296">
                  <c:v>-5.0649501587964003E-2</c:v>
                </c:pt>
                <c:pt idx="4297">
                  <c:v>-9.8846617659572464E-2</c:v>
                </c:pt>
                <c:pt idx="4298">
                  <c:v>-4.4131235923139826E-2</c:v>
                </c:pt>
                <c:pt idx="4299">
                  <c:v>-0.15059273751178381</c:v>
                </c:pt>
                <c:pt idx="4300">
                  <c:v>-0.17521300581386415</c:v>
                </c:pt>
                <c:pt idx="4301">
                  <c:v>-0.17365331623239463</c:v>
                </c:pt>
                <c:pt idx="4302">
                  <c:v>-0.10192580432887521</c:v>
                </c:pt>
                <c:pt idx="4303">
                  <c:v>-8.504187216817638E-2</c:v>
                </c:pt>
                <c:pt idx="4304">
                  <c:v>-0.13773414345974033</c:v>
                </c:pt>
                <c:pt idx="4305">
                  <c:v>-8.1460374076675141E-2</c:v>
                </c:pt>
                <c:pt idx="4306">
                  <c:v>2.1829125517626325E-2</c:v>
                </c:pt>
                <c:pt idx="4307">
                  <c:v>-9.9146637552817482E-2</c:v>
                </c:pt>
                <c:pt idx="4308">
                  <c:v>-8.8984913564424215E-2</c:v>
                </c:pt>
                <c:pt idx="4309">
                  <c:v>-9.1235516717688481E-2</c:v>
                </c:pt>
                <c:pt idx="4310">
                  <c:v>-9.4607139310323204E-2</c:v>
                </c:pt>
                <c:pt idx="4311">
                  <c:v>-9.4908149975600556E-2</c:v>
                </c:pt>
                <c:pt idx="4312">
                  <c:v>-8.4779213371909426E-2</c:v>
                </c:pt>
                <c:pt idx="4313">
                  <c:v>-8.7165507474048567E-2</c:v>
                </c:pt>
                <c:pt idx="4314">
                  <c:v>-7.5636833393343608E-2</c:v>
                </c:pt>
                <c:pt idx="4315">
                  <c:v>-7.9871901509421334E-2</c:v>
                </c:pt>
                <c:pt idx="4316">
                  <c:v>-6.1474698783979043E-2</c:v>
                </c:pt>
                <c:pt idx="4317">
                  <c:v>-0.25543007680162844</c:v>
                </c:pt>
                <c:pt idx="4318">
                  <c:v>-0.29607243228554481</c:v>
                </c:pt>
                <c:pt idx="4319">
                  <c:v>-0.11855137335853702</c:v>
                </c:pt>
                <c:pt idx="4320">
                  <c:v>-7.326386945629966E-2</c:v>
                </c:pt>
                <c:pt idx="4321">
                  <c:v>-0.11447759041443228</c:v>
                </c:pt>
                <c:pt idx="4322">
                  <c:v>-0.10840076291847943</c:v>
                </c:pt>
                <c:pt idx="4323">
                  <c:v>-0.13602716913160706</c:v>
                </c:pt>
                <c:pt idx="4324">
                  <c:v>-6.2941052068662615E-2</c:v>
                </c:pt>
                <c:pt idx="4325">
                  <c:v>-3.1152692796644288E-2</c:v>
                </c:pt>
                <c:pt idx="4326">
                  <c:v>-5.6339952321038077E-2</c:v>
                </c:pt>
                <c:pt idx="4327">
                  <c:v>-3.5096383015289993E-2</c:v>
                </c:pt>
                <c:pt idx="4328">
                  <c:v>-9.6712453820024788E-2</c:v>
                </c:pt>
                <c:pt idx="4329">
                  <c:v>-8.1387930442872361E-2</c:v>
                </c:pt>
                <c:pt idx="4330">
                  <c:v>-7.5242880569584156E-2</c:v>
                </c:pt>
                <c:pt idx="4331">
                  <c:v>-6.6849608599796259E-2</c:v>
                </c:pt>
                <c:pt idx="4332">
                  <c:v>-6.9748161884391202E-2</c:v>
                </c:pt>
                <c:pt idx="4333">
                  <c:v>-9.3010119007298123E-2</c:v>
                </c:pt>
                <c:pt idx="4334">
                  <c:v>-7.1522876516737055E-2</c:v>
                </c:pt>
                <c:pt idx="4335">
                  <c:v>-5.0582127658624174E-2</c:v>
                </c:pt>
                <c:pt idx="4336">
                  <c:v>2.3044172211196975E-2</c:v>
                </c:pt>
                <c:pt idx="4337">
                  <c:v>-5.1513135456764107E-2</c:v>
                </c:pt>
                <c:pt idx="4338">
                  <c:v>-7.9758767593798865E-2</c:v>
                </c:pt>
                <c:pt idx="4339">
                  <c:v>-8.4612117929152839E-2</c:v>
                </c:pt>
                <c:pt idx="4340">
                  <c:v>-0.12176499783181473</c:v>
                </c:pt>
                <c:pt idx="4341">
                  <c:v>-6.212691506486151E-2</c:v>
                </c:pt>
                <c:pt idx="4342">
                  <c:v>-5.6336430878739102E-2</c:v>
                </c:pt>
                <c:pt idx="4343">
                  <c:v>-1.8970404869487905E-2</c:v>
                </c:pt>
                <c:pt idx="4344">
                  <c:v>-4.0055157892533846E-2</c:v>
                </c:pt>
                <c:pt idx="4345">
                  <c:v>-5.095916807699942E-2</c:v>
                </c:pt>
                <c:pt idx="4346">
                  <c:v>-5.7599459977239253E-2</c:v>
                </c:pt>
                <c:pt idx="4347">
                  <c:v>-9.3421102901154407E-2</c:v>
                </c:pt>
                <c:pt idx="4348">
                  <c:v>-1.4093378896619884E-2</c:v>
                </c:pt>
                <c:pt idx="4349">
                  <c:v>-0.12271103897338789</c:v>
                </c:pt>
                <c:pt idx="4350">
                  <c:v>-7.716552490917046E-2</c:v>
                </c:pt>
                <c:pt idx="4351">
                  <c:v>-1.8617441123334612E-2</c:v>
                </c:pt>
                <c:pt idx="4352">
                  <c:v>-0.13675626469169383</c:v>
                </c:pt>
                <c:pt idx="4353">
                  <c:v>-0.1074718690527369</c:v>
                </c:pt>
                <c:pt idx="4354">
                  <c:v>-0.10275401735845342</c:v>
                </c:pt>
                <c:pt idx="4355">
                  <c:v>-0.11130523417516305</c:v>
                </c:pt>
                <c:pt idx="4356">
                  <c:v>-0.15929268436453023</c:v>
                </c:pt>
                <c:pt idx="4357">
                  <c:v>-0.10530936875601687</c:v>
                </c:pt>
                <c:pt idx="4358">
                  <c:v>-9.5576497114494521E-2</c:v>
                </c:pt>
                <c:pt idx="4359">
                  <c:v>-6.0087495412441468E-2</c:v>
                </c:pt>
                <c:pt idx="4360">
                  <c:v>7.7085963578255381E-2</c:v>
                </c:pt>
                <c:pt idx="4361">
                  <c:v>-4.0348438496702561E-2</c:v>
                </c:pt>
                <c:pt idx="4362">
                  <c:v>-0.14249171725866225</c:v>
                </c:pt>
                <c:pt idx="4363">
                  <c:v>-0.19724072514301319</c:v>
                </c:pt>
                <c:pt idx="4364">
                  <c:v>-4.212676593035198E-2</c:v>
                </c:pt>
                <c:pt idx="4365">
                  <c:v>-3.6907701603306656E-2</c:v>
                </c:pt>
                <c:pt idx="4366">
                  <c:v>-3.460901664678484E-2</c:v>
                </c:pt>
                <c:pt idx="4367">
                  <c:v>-9.1444707696971439E-2</c:v>
                </c:pt>
                <c:pt idx="4368">
                  <c:v>-2.1968508084742863E-2</c:v>
                </c:pt>
                <c:pt idx="4369">
                  <c:v>-5.6808524707367483E-2</c:v>
                </c:pt>
                <c:pt idx="4370">
                  <c:v>-9.9710423521834429E-2</c:v>
                </c:pt>
                <c:pt idx="4371">
                  <c:v>1.5298155809061232E-2</c:v>
                </c:pt>
                <c:pt idx="4372">
                  <c:v>-4.3217320791854648E-2</c:v>
                </c:pt>
                <c:pt idx="4373">
                  <c:v>-0.15312525264514473</c:v>
                </c:pt>
                <c:pt idx="4374">
                  <c:v>-3.8954062361097976E-3</c:v>
                </c:pt>
                <c:pt idx="4375">
                  <c:v>-5.0071214789566824E-2</c:v>
                </c:pt>
                <c:pt idx="4376">
                  <c:v>-0.18992361207350725</c:v>
                </c:pt>
                <c:pt idx="4377">
                  <c:v>-5.0193114125287978E-2</c:v>
                </c:pt>
                <c:pt idx="4378">
                  <c:v>-2.0384259486571098E-2</c:v>
                </c:pt>
                <c:pt idx="4379">
                  <c:v>-0.1077391771568169</c:v>
                </c:pt>
                <c:pt idx="4380">
                  <c:v>-7.4909456377859118E-2</c:v>
                </c:pt>
                <c:pt idx="4381">
                  <c:v>-6.6576658478794695E-2</c:v>
                </c:pt>
                <c:pt idx="4382">
                  <c:v>-7.9795845406332611E-2</c:v>
                </c:pt>
                <c:pt idx="4383">
                  <c:v>-6.671821180733091E-2</c:v>
                </c:pt>
                <c:pt idx="4384">
                  <c:v>-5.0867630012705355E-2</c:v>
                </c:pt>
                <c:pt idx="4385">
                  <c:v>-2.0494283101849153E-2</c:v>
                </c:pt>
                <c:pt idx="4386">
                  <c:v>-4.2734064731335265E-2</c:v>
                </c:pt>
                <c:pt idx="4387">
                  <c:v>-5.3973951664946833E-2</c:v>
                </c:pt>
                <c:pt idx="4388">
                  <c:v>-6.1630157864486036E-2</c:v>
                </c:pt>
                <c:pt idx="4389">
                  <c:v>-4.5381283156966136E-2</c:v>
                </c:pt>
                <c:pt idx="4390">
                  <c:v>-8.866549054691461E-2</c:v>
                </c:pt>
                <c:pt idx="4391">
                  <c:v>-0.11350248746868286</c:v>
                </c:pt>
                <c:pt idx="4392">
                  <c:v>-3.0724289172322589E-2</c:v>
                </c:pt>
                <c:pt idx="4393">
                  <c:v>-0.10340609569275873</c:v>
                </c:pt>
                <c:pt idx="4394">
                  <c:v>-0.14901012212467529</c:v>
                </c:pt>
                <c:pt idx="4395">
                  <c:v>-3.8280322923706436E-2</c:v>
                </c:pt>
                <c:pt idx="4396">
                  <c:v>-8.3423227998211669E-2</c:v>
                </c:pt>
                <c:pt idx="4397">
                  <c:v>-4.4109079409887987E-2</c:v>
                </c:pt>
                <c:pt idx="4398">
                  <c:v>-6.4823248403049483E-2</c:v>
                </c:pt>
                <c:pt idx="4399">
                  <c:v>-4.8528464556023901E-2</c:v>
                </c:pt>
                <c:pt idx="4400">
                  <c:v>-5.5229885630447721E-2</c:v>
                </c:pt>
                <c:pt idx="4401">
                  <c:v>-7.4709757670188393E-2</c:v>
                </c:pt>
                <c:pt idx="4402">
                  <c:v>-6.8441243255630502E-2</c:v>
                </c:pt>
                <c:pt idx="4403">
                  <c:v>-5.7628750936496664E-2</c:v>
                </c:pt>
                <c:pt idx="4404">
                  <c:v>-9.3216385619402889E-2</c:v>
                </c:pt>
                <c:pt idx="4405">
                  <c:v>-0.11513155891568309</c:v>
                </c:pt>
                <c:pt idx="4406">
                  <c:v>-5.4973703816286003E-2</c:v>
                </c:pt>
                <c:pt idx="4407">
                  <c:v>-0.1813073746083034</c:v>
                </c:pt>
                <c:pt idx="4408">
                  <c:v>-6.6980161707271474E-2</c:v>
                </c:pt>
                <c:pt idx="4409">
                  <c:v>5.1494483401924161E-2</c:v>
                </c:pt>
                <c:pt idx="4410">
                  <c:v>-6.1634207263127461E-2</c:v>
                </c:pt>
                <c:pt idx="4411">
                  <c:v>-5.0410607236681795E-2</c:v>
                </c:pt>
                <c:pt idx="4412">
                  <c:v>-0.1139936030125019</c:v>
                </c:pt>
                <c:pt idx="4413">
                  <c:v>-7.203751019368311E-2</c:v>
                </c:pt>
                <c:pt idx="4414">
                  <c:v>1.833923440269768E-2</c:v>
                </c:pt>
                <c:pt idx="4415">
                  <c:v>-0.16116841942304963</c:v>
                </c:pt>
                <c:pt idx="4416">
                  <c:v>-5.1640910821731834E-2</c:v>
                </c:pt>
                <c:pt idx="4417">
                  <c:v>-6.1280541351287125E-2</c:v>
                </c:pt>
                <c:pt idx="4418">
                  <c:v>-6.2268370938321237E-2</c:v>
                </c:pt>
                <c:pt idx="4419">
                  <c:v>-8.2492354518496458E-2</c:v>
                </c:pt>
                <c:pt idx="4420">
                  <c:v>-5.7840356557747226E-2</c:v>
                </c:pt>
                <c:pt idx="4421">
                  <c:v>-8.8152966655527312E-2</c:v>
                </c:pt>
                <c:pt idx="4422">
                  <c:v>-6.9278280537388617E-2</c:v>
                </c:pt>
                <c:pt idx="4423">
                  <c:v>-2.0969175934263631E-2</c:v>
                </c:pt>
                <c:pt idx="4424">
                  <c:v>-5.0111161390788084E-2</c:v>
                </c:pt>
                <c:pt idx="4425">
                  <c:v>-7.8399056397202155E-2</c:v>
                </c:pt>
                <c:pt idx="4426">
                  <c:v>-7.9368899902001203E-2</c:v>
                </c:pt>
                <c:pt idx="4427">
                  <c:v>-0.10266831954960685</c:v>
                </c:pt>
                <c:pt idx="4428">
                  <c:v>-0.16380217800759281</c:v>
                </c:pt>
                <c:pt idx="4429">
                  <c:v>-0.14121132025855596</c:v>
                </c:pt>
                <c:pt idx="4430">
                  <c:v>-0.13355287210665576</c:v>
                </c:pt>
                <c:pt idx="4431">
                  <c:v>-8.69427627169998E-2</c:v>
                </c:pt>
                <c:pt idx="4432">
                  <c:v>-0.1337772560147972</c:v>
                </c:pt>
                <c:pt idx="4433">
                  <c:v>-0.10399488752815519</c:v>
                </c:pt>
                <c:pt idx="4434">
                  <c:v>-0.11163714763126913</c:v>
                </c:pt>
                <c:pt idx="4435">
                  <c:v>-8.1464735594315552E-2</c:v>
                </c:pt>
                <c:pt idx="4436">
                  <c:v>-9.5099822628382319E-2</c:v>
                </c:pt>
                <c:pt idx="4437">
                  <c:v>-9.145821153695631E-2</c:v>
                </c:pt>
                <c:pt idx="4438">
                  <c:v>-8.6533137891383796E-2</c:v>
                </c:pt>
                <c:pt idx="4439">
                  <c:v>-7.8758460183148138E-2</c:v>
                </c:pt>
                <c:pt idx="4440">
                  <c:v>-5.4441897330719947E-2</c:v>
                </c:pt>
                <c:pt idx="4441">
                  <c:v>-0.10243746941089237</c:v>
                </c:pt>
                <c:pt idx="4442">
                  <c:v>-5.3248770471865471E-2</c:v>
                </c:pt>
                <c:pt idx="4443">
                  <c:v>-8.4177983957513303E-2</c:v>
                </c:pt>
                <c:pt idx="4444">
                  <c:v>-0.10311821254320319</c:v>
                </c:pt>
                <c:pt idx="4445">
                  <c:v>-2.6083764601881592E-2</c:v>
                </c:pt>
                <c:pt idx="4446">
                  <c:v>-0.14784724799347479</c:v>
                </c:pt>
                <c:pt idx="4447">
                  <c:v>-8.6029360690575096E-2</c:v>
                </c:pt>
                <c:pt idx="4448">
                  <c:v>-5.3143286534467565E-2</c:v>
                </c:pt>
                <c:pt idx="4449">
                  <c:v>-8.4867371137622674E-2</c:v>
                </c:pt>
                <c:pt idx="4450">
                  <c:v>-9.3440098893461707E-2</c:v>
                </c:pt>
                <c:pt idx="4451">
                  <c:v>-9.5483932089602E-2</c:v>
                </c:pt>
                <c:pt idx="4452">
                  <c:v>-6.8617765323877908E-2</c:v>
                </c:pt>
                <c:pt idx="4453">
                  <c:v>-6.3152254719483575E-2</c:v>
                </c:pt>
                <c:pt idx="4454">
                  <c:v>-7.6380424443627096E-2</c:v>
                </c:pt>
                <c:pt idx="4455">
                  <c:v>-8.4287047978301388E-2</c:v>
                </c:pt>
                <c:pt idx="4456">
                  <c:v>-8.1941112509509667E-2</c:v>
                </c:pt>
                <c:pt idx="4457">
                  <c:v>-9.0568029390489732E-2</c:v>
                </c:pt>
                <c:pt idx="4458">
                  <c:v>-0.11491100959011886</c:v>
                </c:pt>
                <c:pt idx="4459">
                  <c:v>-6.581415874032398E-2</c:v>
                </c:pt>
                <c:pt idx="4460">
                  <c:v>-6.9776019293102468E-2</c:v>
                </c:pt>
                <c:pt idx="4461">
                  <c:v>-9.1398518175872454E-2</c:v>
                </c:pt>
                <c:pt idx="4462">
                  <c:v>-1.4495068919087469E-2</c:v>
                </c:pt>
                <c:pt idx="4463">
                  <c:v>-8.8399861885157069E-2</c:v>
                </c:pt>
                <c:pt idx="4464">
                  <c:v>-0.26252604535940433</c:v>
                </c:pt>
                <c:pt idx="4465">
                  <c:v>-0.11331738699177263</c:v>
                </c:pt>
                <c:pt idx="4466">
                  <c:v>-0.15107533179098545</c:v>
                </c:pt>
                <c:pt idx="4467">
                  <c:v>-0.1296958670927599</c:v>
                </c:pt>
                <c:pt idx="4468">
                  <c:v>-0.17543149707485467</c:v>
                </c:pt>
                <c:pt idx="4469">
                  <c:v>-7.1268995205456209E-2</c:v>
                </c:pt>
                <c:pt idx="4470">
                  <c:v>-0.13023003500289748</c:v>
                </c:pt>
                <c:pt idx="4471">
                  <c:v>-5.3854782483002975E-2</c:v>
                </c:pt>
                <c:pt idx="4472">
                  <c:v>-0.13497741116813874</c:v>
                </c:pt>
                <c:pt idx="4473">
                  <c:v>-5.3112390865437571E-2</c:v>
                </c:pt>
                <c:pt idx="4474">
                  <c:v>-8.1568145772718356E-2</c:v>
                </c:pt>
                <c:pt idx="4475">
                  <c:v>-2.0380565061908582E-2</c:v>
                </c:pt>
                <c:pt idx="4476">
                  <c:v>-9.8073578708452083E-2</c:v>
                </c:pt>
                <c:pt idx="4477">
                  <c:v>-0.29258441693852999</c:v>
                </c:pt>
                <c:pt idx="4478">
                  <c:v>-0.16757801089136243</c:v>
                </c:pt>
                <c:pt idx="4479">
                  <c:v>-4.5579071474367495E-2</c:v>
                </c:pt>
                <c:pt idx="4480">
                  <c:v>-0.137491097766931</c:v>
                </c:pt>
                <c:pt idx="4481">
                  <c:v>-0.27686736686963365</c:v>
                </c:pt>
                <c:pt idx="4482">
                  <c:v>-0.15026387339272629</c:v>
                </c:pt>
                <c:pt idx="4483">
                  <c:v>-0.12870679552189332</c:v>
                </c:pt>
                <c:pt idx="4484">
                  <c:v>-0.10437241537901487</c:v>
                </c:pt>
                <c:pt idx="4485">
                  <c:v>-7.667573637222333E-2</c:v>
                </c:pt>
                <c:pt idx="4486">
                  <c:v>-6.673679300868228E-2</c:v>
                </c:pt>
                <c:pt idx="4487">
                  <c:v>-1.0438477702057599E-2</c:v>
                </c:pt>
                <c:pt idx="4488">
                  <c:v>-0.12440866963537943</c:v>
                </c:pt>
                <c:pt idx="4489">
                  <c:v>-9.513838527748282E-2</c:v>
                </c:pt>
                <c:pt idx="4490">
                  <c:v>-0.16782752255368041</c:v>
                </c:pt>
                <c:pt idx="4491">
                  <c:v>-1.0825097449422161E-2</c:v>
                </c:pt>
                <c:pt idx="4492">
                  <c:v>-0.13285819810448385</c:v>
                </c:pt>
                <c:pt idx="4493">
                  <c:v>-6.4036866504979459E-2</c:v>
                </c:pt>
                <c:pt idx="4494">
                  <c:v>-5.8151594632336941E-2</c:v>
                </c:pt>
                <c:pt idx="4495">
                  <c:v>-1.6670086834754728E-2</c:v>
                </c:pt>
                <c:pt idx="4496">
                  <c:v>1.3795173770977714E-3</c:v>
                </c:pt>
                <c:pt idx="4497">
                  <c:v>-7.7776194207630572E-2</c:v>
                </c:pt>
                <c:pt idx="4498">
                  <c:v>-8.6729689064762847E-2</c:v>
                </c:pt>
                <c:pt idx="4499">
                  <c:v>-0.11567306740973959</c:v>
                </c:pt>
                <c:pt idx="4500">
                  <c:v>2.0247561408640993E-2</c:v>
                </c:pt>
                <c:pt idx="4501">
                  <c:v>-9.9407890868554824E-2</c:v>
                </c:pt>
                <c:pt idx="4502">
                  <c:v>-8.5050828388215802E-2</c:v>
                </c:pt>
                <c:pt idx="4503">
                  <c:v>-9.6149478845498682E-2</c:v>
                </c:pt>
                <c:pt idx="4504">
                  <c:v>-7.4973918419716151E-2</c:v>
                </c:pt>
                <c:pt idx="4505">
                  <c:v>-4.893452266086834E-2</c:v>
                </c:pt>
                <c:pt idx="4506">
                  <c:v>-6.4083979719682035E-2</c:v>
                </c:pt>
                <c:pt idx="4507">
                  <c:v>-5.1802246761837041E-2</c:v>
                </c:pt>
                <c:pt idx="4508">
                  <c:v>-4.6582278505918305E-2</c:v>
                </c:pt>
                <c:pt idx="4509">
                  <c:v>-7.1360322350471267E-2</c:v>
                </c:pt>
                <c:pt idx="4510">
                  <c:v>-7.406897981134207E-2</c:v>
                </c:pt>
                <c:pt idx="4511">
                  <c:v>-2.8878340963693135E-2</c:v>
                </c:pt>
                <c:pt idx="4512">
                  <c:v>-6.4773194070380555E-2</c:v>
                </c:pt>
                <c:pt idx="4513">
                  <c:v>-6.297254098631562E-2</c:v>
                </c:pt>
                <c:pt idx="4514">
                  <c:v>-3.2515381321848433E-2</c:v>
                </c:pt>
                <c:pt idx="4515">
                  <c:v>-5.1542022503992542E-2</c:v>
                </c:pt>
                <c:pt idx="4516">
                  <c:v>-7.4874909104032605E-2</c:v>
                </c:pt>
                <c:pt idx="4517">
                  <c:v>-4.4918690055677252E-2</c:v>
                </c:pt>
                <c:pt idx="4518">
                  <c:v>-5.5660357838284137E-2</c:v>
                </c:pt>
                <c:pt idx="4519">
                  <c:v>-0.11778231786766205</c:v>
                </c:pt>
                <c:pt idx="4520">
                  <c:v>-1.9596993147169426E-2</c:v>
                </c:pt>
                <c:pt idx="4521">
                  <c:v>-6.2094964272207814E-2</c:v>
                </c:pt>
                <c:pt idx="4522">
                  <c:v>-5.1081717052882621E-2</c:v>
                </c:pt>
                <c:pt idx="4523">
                  <c:v>-7.0733454037485197E-2</c:v>
                </c:pt>
                <c:pt idx="4524">
                  <c:v>-6.4699378747712588E-2</c:v>
                </c:pt>
                <c:pt idx="4525">
                  <c:v>-3.5732090953640328E-2</c:v>
                </c:pt>
                <c:pt idx="4526">
                  <c:v>-1.0874101045117811E-2</c:v>
                </c:pt>
                <c:pt idx="4527">
                  <c:v>-7.5500342647279686E-2</c:v>
                </c:pt>
                <c:pt idx="4528">
                  <c:v>5.7294517003703685E-3</c:v>
                </c:pt>
                <c:pt idx="4529">
                  <c:v>-7.2423186254117589E-2</c:v>
                </c:pt>
                <c:pt idx="4530">
                  <c:v>-9.1297802831888847E-2</c:v>
                </c:pt>
                <c:pt idx="4531">
                  <c:v>-8.226678410083238E-2</c:v>
                </c:pt>
                <c:pt idx="4532">
                  <c:v>-8.0580221723499962E-2</c:v>
                </c:pt>
                <c:pt idx="4533">
                  <c:v>-0.14728967911576898</c:v>
                </c:pt>
                <c:pt idx="4534">
                  <c:v>-0.14181438966100277</c:v>
                </c:pt>
                <c:pt idx="4535">
                  <c:v>-5.4997076686764144E-2</c:v>
                </c:pt>
                <c:pt idx="4536">
                  <c:v>-0.12382253723848521</c:v>
                </c:pt>
                <c:pt idx="4537">
                  <c:v>-8.8059460903452277E-2</c:v>
                </c:pt>
                <c:pt idx="4538">
                  <c:v>-7.6962092728126638E-2</c:v>
                </c:pt>
                <c:pt idx="4539">
                  <c:v>-5.8761670602214676E-2</c:v>
                </c:pt>
                <c:pt idx="4540">
                  <c:v>-0.18797465988657991</c:v>
                </c:pt>
                <c:pt idx="4541">
                  <c:v>-0.12666672176225424</c:v>
                </c:pt>
                <c:pt idx="4542">
                  <c:v>-0.1113347669690786</c:v>
                </c:pt>
                <c:pt idx="4543">
                  <c:v>-6.6619840134793287E-2</c:v>
                </c:pt>
                <c:pt idx="4544">
                  <c:v>-7.9498423088494488E-2</c:v>
                </c:pt>
                <c:pt idx="4545">
                  <c:v>-0.13212826574179107</c:v>
                </c:pt>
                <c:pt idx="4546">
                  <c:v>-0.12165294013264948</c:v>
                </c:pt>
                <c:pt idx="4547">
                  <c:v>-5.8936223955034395E-2</c:v>
                </c:pt>
                <c:pt idx="4548">
                  <c:v>-8.6026898498253665E-2</c:v>
                </c:pt>
                <c:pt idx="4549">
                  <c:v>-8.4561485369708936E-2</c:v>
                </c:pt>
                <c:pt idx="4550">
                  <c:v>-6.9799071663587189E-2</c:v>
                </c:pt>
                <c:pt idx="4551">
                  <c:v>-5.6009723148992489E-2</c:v>
                </c:pt>
                <c:pt idx="4552">
                  <c:v>-6.8054443408572488E-2</c:v>
                </c:pt>
                <c:pt idx="4553">
                  <c:v>-6.9839271535859476E-2</c:v>
                </c:pt>
                <c:pt idx="4554">
                  <c:v>-5.1211863695305671E-2</c:v>
                </c:pt>
                <c:pt idx="4555">
                  <c:v>-4.7111181329096828E-2</c:v>
                </c:pt>
                <c:pt idx="4556">
                  <c:v>-2.5177961892506779E-2</c:v>
                </c:pt>
                <c:pt idx="4557">
                  <c:v>-6.8327242621075632E-2</c:v>
                </c:pt>
                <c:pt idx="4558">
                  <c:v>-3.8095735830644968E-2</c:v>
                </c:pt>
                <c:pt idx="4559">
                  <c:v>-7.692425013983975E-2</c:v>
                </c:pt>
                <c:pt idx="4560">
                  <c:v>-0.1607789123542798</c:v>
                </c:pt>
                <c:pt idx="4561">
                  <c:v>-5.7382178170958642E-2</c:v>
                </c:pt>
                <c:pt idx="4562">
                  <c:v>-6.231998788481731E-2</c:v>
                </c:pt>
                <c:pt idx="4563">
                  <c:v>-0.1253422002166083</c:v>
                </c:pt>
                <c:pt idx="4564">
                  <c:v>-5.1604834461576224E-2</c:v>
                </c:pt>
                <c:pt idx="4565">
                  <c:v>-0.14722594159904284</c:v>
                </c:pt>
                <c:pt idx="4566">
                  <c:v>-2.2580057763575998E-2</c:v>
                </c:pt>
                <c:pt idx="4567">
                  <c:v>-6.2155395154757875E-2</c:v>
                </c:pt>
                <c:pt idx="4568">
                  <c:v>-4.1901621426828399E-2</c:v>
                </c:pt>
                <c:pt idx="4569">
                  <c:v>-4.1906418843107709E-2</c:v>
                </c:pt>
                <c:pt idx="4570">
                  <c:v>-7.8282723222053763E-2</c:v>
                </c:pt>
                <c:pt idx="4571">
                  <c:v>-5.7539785090035003E-2</c:v>
                </c:pt>
                <c:pt idx="4572">
                  <c:v>-5.4509521265534044E-2</c:v>
                </c:pt>
                <c:pt idx="4573">
                  <c:v>-5.6495399777848079E-2</c:v>
                </c:pt>
                <c:pt idx="4574">
                  <c:v>-5.4450383191707877E-2</c:v>
                </c:pt>
                <c:pt idx="4575">
                  <c:v>-5.8845480283131218E-2</c:v>
                </c:pt>
                <c:pt idx="4576">
                  <c:v>-5.2725269486100616E-2</c:v>
                </c:pt>
                <c:pt idx="4577">
                  <c:v>-1.2455331415911352E-2</c:v>
                </c:pt>
                <c:pt idx="4578">
                  <c:v>-5.0204355248813698E-2</c:v>
                </c:pt>
                <c:pt idx="4579">
                  <c:v>-5.2761884174752895E-2</c:v>
                </c:pt>
                <c:pt idx="4580">
                  <c:v>-5.9231239114399162E-2</c:v>
                </c:pt>
                <c:pt idx="4581">
                  <c:v>-6.2776234038550538E-2</c:v>
                </c:pt>
                <c:pt idx="4582">
                  <c:v>-8.0160835931091259E-2</c:v>
                </c:pt>
                <c:pt idx="4583">
                  <c:v>-7.584614152578141E-2</c:v>
                </c:pt>
                <c:pt idx="4584">
                  <c:v>-8.7519144970376328E-2</c:v>
                </c:pt>
                <c:pt idx="4585">
                  <c:v>-8.759604500863721E-3</c:v>
                </c:pt>
                <c:pt idx="4586">
                  <c:v>-4.6626577791776924E-2</c:v>
                </c:pt>
                <c:pt idx="4587">
                  <c:v>-5.2156952413021054E-2</c:v>
                </c:pt>
                <c:pt idx="4588">
                  <c:v>-6.9767760590938296E-2</c:v>
                </c:pt>
                <c:pt idx="4589">
                  <c:v>-7.3995519283666378E-2</c:v>
                </c:pt>
                <c:pt idx="4590">
                  <c:v>-0.11168996861076884</c:v>
                </c:pt>
                <c:pt idx="4591">
                  <c:v>-8.4256360800085237E-2</c:v>
                </c:pt>
                <c:pt idx="4592">
                  <c:v>-8.3007725633988269E-2</c:v>
                </c:pt>
                <c:pt idx="4593">
                  <c:v>-6.1865788523428895E-2</c:v>
                </c:pt>
                <c:pt idx="4594">
                  <c:v>-4.3771735376433821E-2</c:v>
                </c:pt>
                <c:pt idx="4595">
                  <c:v>-2.9912127479003205E-2</c:v>
                </c:pt>
                <c:pt idx="4596">
                  <c:v>-9.2102127179643622E-3</c:v>
                </c:pt>
                <c:pt idx="4597">
                  <c:v>6.5112104509830772E-3</c:v>
                </c:pt>
                <c:pt idx="4598">
                  <c:v>2.0966996598720143E-3</c:v>
                </c:pt>
                <c:pt idx="4599">
                  <c:v>1.116787455812945E-2</c:v>
                </c:pt>
                <c:pt idx="4600">
                  <c:v>1.1774192731733E-2</c:v>
                </c:pt>
                <c:pt idx="4601">
                  <c:v>1.0481109590090685E-2</c:v>
                </c:pt>
                <c:pt idx="4602">
                  <c:v>-1.0178586099199472E-3</c:v>
                </c:pt>
                <c:pt idx="4603">
                  <c:v>-9.4049701391653792E-3</c:v>
                </c:pt>
                <c:pt idx="4604">
                  <c:v>-1.0640579065363613E-2</c:v>
                </c:pt>
                <c:pt idx="4605">
                  <c:v>-2.0554401010307952E-2</c:v>
                </c:pt>
                <c:pt idx="4606">
                  <c:v>-2.6634087860728496E-2</c:v>
                </c:pt>
                <c:pt idx="4607">
                  <c:v>2.6328994224380209E-3</c:v>
                </c:pt>
                <c:pt idx="4608">
                  <c:v>-1.9155925925042859E-2</c:v>
                </c:pt>
                <c:pt idx="4609">
                  <c:v>-2.6969942560038724E-2</c:v>
                </c:pt>
                <c:pt idx="4610">
                  <c:v>-1.8109697786619482E-2</c:v>
                </c:pt>
                <c:pt idx="4611">
                  <c:v>-2.2927285457574477E-2</c:v>
                </c:pt>
                <c:pt idx="4612">
                  <c:v>-2.983839241451592E-2</c:v>
                </c:pt>
                <c:pt idx="4613">
                  <c:v>-3.4439883113066741E-2</c:v>
                </c:pt>
                <c:pt idx="4614">
                  <c:v>-3.2475935295741144E-2</c:v>
                </c:pt>
                <c:pt idx="4615">
                  <c:v>-4.9692760147680919E-2</c:v>
                </c:pt>
                <c:pt idx="4616">
                  <c:v>-3.3450678636364799E-2</c:v>
                </c:pt>
                <c:pt idx="4617">
                  <c:v>-2.8440807882638492E-2</c:v>
                </c:pt>
                <c:pt idx="4618">
                  <c:v>-2.4417179113424843E-2</c:v>
                </c:pt>
                <c:pt idx="4619">
                  <c:v>-1.2485725752292046E-2</c:v>
                </c:pt>
                <c:pt idx="4620">
                  <c:v>-1.1157537056098363E-3</c:v>
                </c:pt>
                <c:pt idx="4621">
                  <c:v>8.6905264854043561E-3</c:v>
                </c:pt>
                <c:pt idx="4622">
                  <c:v>1.4040770500473471E-2</c:v>
                </c:pt>
                <c:pt idx="4623">
                  <c:v>-1.7623513339927752E-3</c:v>
                </c:pt>
                <c:pt idx="4624">
                  <c:v>1.274373616222123E-2</c:v>
                </c:pt>
                <c:pt idx="4625">
                  <c:v>1.7689753967959976E-3</c:v>
                </c:pt>
                <c:pt idx="4626">
                  <c:v>1.3761875432051428E-3</c:v>
                </c:pt>
                <c:pt idx="4627">
                  <c:v>8.065722905330727E-5</c:v>
                </c:pt>
                <c:pt idx="4628">
                  <c:v>1.6654297154554596E-3</c:v>
                </c:pt>
                <c:pt idx="4629">
                  <c:v>-2.9136746184779063E-3</c:v>
                </c:pt>
                <c:pt idx="4630">
                  <c:v>-9.0146887668748222E-3</c:v>
                </c:pt>
                <c:pt idx="4631">
                  <c:v>1.5483209031407914E-2</c:v>
                </c:pt>
                <c:pt idx="4632">
                  <c:v>-6.335251437016143E-3</c:v>
                </c:pt>
                <c:pt idx="4633">
                  <c:v>-2.4368059151232517E-2</c:v>
                </c:pt>
                <c:pt idx="4634">
                  <c:v>-4.2639346306777341E-2</c:v>
                </c:pt>
                <c:pt idx="4635">
                  <c:v>-4.3724173449067975E-2</c:v>
                </c:pt>
                <c:pt idx="4636">
                  <c:v>-4.9951078937462409E-2</c:v>
                </c:pt>
                <c:pt idx="4637">
                  <c:v>-5.5072748288889035E-2</c:v>
                </c:pt>
                <c:pt idx="4638">
                  <c:v>-7.0481604669171957E-2</c:v>
                </c:pt>
                <c:pt idx="4639">
                  <c:v>-5.2727678282536224E-2</c:v>
                </c:pt>
                <c:pt idx="4640">
                  <c:v>-7.5572874058115899E-2</c:v>
                </c:pt>
                <c:pt idx="4641">
                  <c:v>-8.7118960533151893E-2</c:v>
                </c:pt>
                <c:pt idx="4642">
                  <c:v>-9.660201872233419E-2</c:v>
                </c:pt>
                <c:pt idx="4643">
                  <c:v>-7.6453987708864177E-2</c:v>
                </c:pt>
                <c:pt idx="4644">
                  <c:v>-6.7470679599057434E-2</c:v>
                </c:pt>
                <c:pt idx="4645">
                  <c:v>-3.5958264525866236E-2</c:v>
                </c:pt>
                <c:pt idx="4646">
                  <c:v>-1.9574599695530017E-2</c:v>
                </c:pt>
                <c:pt idx="4647">
                  <c:v>-7.4998174224098144E-3</c:v>
                </c:pt>
                <c:pt idx="4648">
                  <c:v>-1.7079983520634598E-2</c:v>
                </c:pt>
                <c:pt idx="4649">
                  <c:v>-7.5300317892132524E-3</c:v>
                </c:pt>
                <c:pt idx="4650">
                  <c:v>-8.8534567571385194E-3</c:v>
                </c:pt>
                <c:pt idx="4651">
                  <c:v>-9.6649074888180229E-3</c:v>
                </c:pt>
                <c:pt idx="4652">
                  <c:v>-1.1786170731659175E-2</c:v>
                </c:pt>
                <c:pt idx="4653">
                  <c:v>-2.4785103640170121E-2</c:v>
                </c:pt>
                <c:pt idx="4654">
                  <c:v>-2.1852378244308922E-2</c:v>
                </c:pt>
                <c:pt idx="4655">
                  <c:v>-3.6227475471652618E-3</c:v>
                </c:pt>
                <c:pt idx="4656">
                  <c:v>-2.952346005139922E-2</c:v>
                </c:pt>
                <c:pt idx="4657">
                  <c:v>-1.9967097854704654E-2</c:v>
                </c:pt>
                <c:pt idx="4658">
                  <c:v>-2.8704866696573669E-2</c:v>
                </c:pt>
                <c:pt idx="4659">
                  <c:v>-2.5208036727638824E-2</c:v>
                </c:pt>
                <c:pt idx="4660">
                  <c:v>-5.0201817984474928E-2</c:v>
                </c:pt>
                <c:pt idx="4661">
                  <c:v>-6.8470044967227403E-2</c:v>
                </c:pt>
                <c:pt idx="4662">
                  <c:v>-5.3928422378905411E-2</c:v>
                </c:pt>
                <c:pt idx="4663">
                  <c:v>-4.522344629420718E-2</c:v>
                </c:pt>
                <c:pt idx="4664">
                  <c:v>-5.0737071270632567E-2</c:v>
                </c:pt>
                <c:pt idx="4665">
                  <c:v>1.7921528635912318E-2</c:v>
                </c:pt>
                <c:pt idx="4666">
                  <c:v>3.2542349088188108E-2</c:v>
                </c:pt>
                <c:pt idx="4667">
                  <c:v>-0.19604215545917567</c:v>
                </c:pt>
                <c:pt idx="4668">
                  <c:v>7.5834735783179938E-2</c:v>
                </c:pt>
                <c:pt idx="4669">
                  <c:v>0.14153111118309594</c:v>
                </c:pt>
                <c:pt idx="4670">
                  <c:v>0.20976828992540339</c:v>
                </c:pt>
                <c:pt idx="4671">
                  <c:v>0.45426217730715629</c:v>
                </c:pt>
                <c:pt idx="4672">
                  <c:v>0.64287098875310666</c:v>
                </c:pt>
                <c:pt idx="4673">
                  <c:v>0.62686421903861766</c:v>
                </c:pt>
                <c:pt idx="4674">
                  <c:v>0.58298485731095073</c:v>
                </c:pt>
                <c:pt idx="4675">
                  <c:v>0.55584571139495331</c:v>
                </c:pt>
                <c:pt idx="4676">
                  <c:v>0.53257575908272958</c:v>
                </c:pt>
                <c:pt idx="4677">
                  <c:v>0.52062017524366033</c:v>
                </c:pt>
                <c:pt idx="4678">
                  <c:v>0.50513880300286973</c:v>
                </c:pt>
                <c:pt idx="4679">
                  <c:v>0.51922479203033922</c:v>
                </c:pt>
                <c:pt idx="4680">
                  <c:v>0.53851294009760575</c:v>
                </c:pt>
                <c:pt idx="4681">
                  <c:v>0.30808696328811136</c:v>
                </c:pt>
                <c:pt idx="4682">
                  <c:v>0.31148720958611231</c:v>
                </c:pt>
                <c:pt idx="4683">
                  <c:v>0.44814745986977517</c:v>
                </c:pt>
                <c:pt idx="4684">
                  <c:v>0.38237155238920256</c:v>
                </c:pt>
                <c:pt idx="4685">
                  <c:v>0.23933009848958303</c:v>
                </c:pt>
                <c:pt idx="4686">
                  <c:v>0.21680852292484845</c:v>
                </c:pt>
                <c:pt idx="4687">
                  <c:v>0.11881108748451376</c:v>
                </c:pt>
                <c:pt idx="4688">
                  <c:v>0.11494526019558916</c:v>
                </c:pt>
                <c:pt idx="4689">
                  <c:v>0.15241258166807342</c:v>
                </c:pt>
                <c:pt idx="4690">
                  <c:v>0.30999307536153264</c:v>
                </c:pt>
                <c:pt idx="4691">
                  <c:v>0.3505957098804125</c:v>
                </c:pt>
                <c:pt idx="4692">
                  <c:v>0.30736594593505923</c:v>
                </c:pt>
                <c:pt idx="4693">
                  <c:v>0.34677949085714016</c:v>
                </c:pt>
                <c:pt idx="4694">
                  <c:v>0.31666124538849966</c:v>
                </c:pt>
                <c:pt idx="4695">
                  <c:v>0.34033263865983776</c:v>
                </c:pt>
                <c:pt idx="4696">
                  <c:v>0.40007643362567397</c:v>
                </c:pt>
                <c:pt idx="4697">
                  <c:v>0.40240424937698144</c:v>
                </c:pt>
                <c:pt idx="4698">
                  <c:v>0.36294786551247671</c:v>
                </c:pt>
                <c:pt idx="4699">
                  <c:v>0.32935858329138262</c:v>
                </c:pt>
                <c:pt idx="4700">
                  <c:v>0.32980055872839015</c:v>
                </c:pt>
                <c:pt idx="4701">
                  <c:v>0.3428992082856408</c:v>
                </c:pt>
                <c:pt idx="4702">
                  <c:v>0.28957178053590599</c:v>
                </c:pt>
                <c:pt idx="4703">
                  <c:v>0.28155854732232455</c:v>
                </c:pt>
                <c:pt idx="4704">
                  <c:v>0.13271059293475415</c:v>
                </c:pt>
                <c:pt idx="4705">
                  <c:v>0.13728037513253522</c:v>
                </c:pt>
                <c:pt idx="4706">
                  <c:v>0.12316521919579168</c:v>
                </c:pt>
                <c:pt idx="4707">
                  <c:v>0.11600758871492131</c:v>
                </c:pt>
                <c:pt idx="4708">
                  <c:v>4.183499302491471E-2</c:v>
                </c:pt>
                <c:pt idx="4709">
                  <c:v>6.9879716908326395E-2</c:v>
                </c:pt>
                <c:pt idx="4710">
                  <c:v>0.23937227676803113</c:v>
                </c:pt>
                <c:pt idx="4711">
                  <c:v>7.8171059599545026E-2</c:v>
                </c:pt>
                <c:pt idx="4712">
                  <c:v>0.11617550869947463</c:v>
                </c:pt>
                <c:pt idx="4713">
                  <c:v>6.9911358128314463E-2</c:v>
                </c:pt>
                <c:pt idx="4714">
                  <c:v>3.1207380741769517E-2</c:v>
                </c:pt>
                <c:pt idx="4715">
                  <c:v>4.3958832492583401E-2</c:v>
                </c:pt>
                <c:pt idx="4716">
                  <c:v>6.0894874425731466E-2</c:v>
                </c:pt>
                <c:pt idx="4717">
                  <c:v>8.3560329871681854E-2</c:v>
                </c:pt>
                <c:pt idx="4718">
                  <c:v>0.20797149358696038</c:v>
                </c:pt>
                <c:pt idx="4719">
                  <c:v>0.31493389461425503</c:v>
                </c:pt>
                <c:pt idx="4720">
                  <c:v>0.30355481591966438</c:v>
                </c:pt>
                <c:pt idx="4721">
                  <c:v>0.33856049343249678</c:v>
                </c:pt>
                <c:pt idx="4722">
                  <c:v>0.33911970617581538</c:v>
                </c:pt>
                <c:pt idx="4723">
                  <c:v>0.40500837433583825</c:v>
                </c:pt>
                <c:pt idx="4724">
                  <c:v>0.42108593300420816</c:v>
                </c:pt>
                <c:pt idx="4725">
                  <c:v>0.3400438475209418</c:v>
                </c:pt>
                <c:pt idx="4726">
                  <c:v>0.32867989826564148</c:v>
                </c:pt>
                <c:pt idx="4727">
                  <c:v>0.19424742843635026</c:v>
                </c:pt>
                <c:pt idx="4728">
                  <c:v>0.1511067630321701</c:v>
                </c:pt>
                <c:pt idx="4729">
                  <c:v>0.1404344712803427</c:v>
                </c:pt>
                <c:pt idx="4730">
                  <c:v>0.13446861559761616</c:v>
                </c:pt>
                <c:pt idx="4731">
                  <c:v>0.19379011798758453</c:v>
                </c:pt>
                <c:pt idx="4732">
                  <c:v>3.6435467722896631E-2</c:v>
                </c:pt>
                <c:pt idx="4733">
                  <c:v>0.10320176956318812</c:v>
                </c:pt>
                <c:pt idx="4734">
                  <c:v>0.23050551236805078</c:v>
                </c:pt>
                <c:pt idx="4735">
                  <c:v>4.4837073628930316E-2</c:v>
                </c:pt>
                <c:pt idx="4736">
                  <c:v>0.14541666303772774</c:v>
                </c:pt>
                <c:pt idx="4737">
                  <c:v>7.9564010315318609E-2</c:v>
                </c:pt>
                <c:pt idx="4738">
                  <c:v>6.2865402588276706E-2</c:v>
                </c:pt>
                <c:pt idx="4739">
                  <c:v>0.14563606227590706</c:v>
                </c:pt>
                <c:pt idx="4740">
                  <c:v>5.8028679266694923E-2</c:v>
                </c:pt>
                <c:pt idx="4741">
                  <c:v>8.6588062656381873E-2</c:v>
                </c:pt>
                <c:pt idx="4742">
                  <c:v>0.17128677367793077</c:v>
                </c:pt>
                <c:pt idx="4743">
                  <c:v>0.34187740619616142</c:v>
                </c:pt>
                <c:pt idx="4744">
                  <c:v>0.28605117146819475</c:v>
                </c:pt>
                <c:pt idx="4745">
                  <c:v>0.32304361620540978</c:v>
                </c:pt>
                <c:pt idx="4746">
                  <c:v>0.33343287062075089</c:v>
                </c:pt>
                <c:pt idx="4747">
                  <c:v>0.33095850084378609</c:v>
                </c:pt>
                <c:pt idx="4748">
                  <c:v>0.32128638550847149</c:v>
                </c:pt>
                <c:pt idx="4749">
                  <c:v>0.34794973616678787</c:v>
                </c:pt>
                <c:pt idx="4750">
                  <c:v>0.36894089663554325</c:v>
                </c:pt>
                <c:pt idx="4751">
                  <c:v>0.24083670929906439</c:v>
                </c:pt>
                <c:pt idx="4752">
                  <c:v>0.14159756828255288</c:v>
                </c:pt>
                <c:pt idx="4753">
                  <c:v>0.13786771955083976</c:v>
                </c:pt>
                <c:pt idx="4754">
                  <c:v>0.11512127874574044</c:v>
                </c:pt>
                <c:pt idx="4755">
                  <c:v>0.11549710199716125</c:v>
                </c:pt>
                <c:pt idx="4756">
                  <c:v>0.12733276765278592</c:v>
                </c:pt>
                <c:pt idx="4757">
                  <c:v>0.12431752207211522</c:v>
                </c:pt>
                <c:pt idx="4758">
                  <c:v>0.1224950978705968</c:v>
                </c:pt>
                <c:pt idx="4759">
                  <c:v>0.11136468084722691</c:v>
                </c:pt>
                <c:pt idx="4760">
                  <c:v>0.19230398861718767</c:v>
                </c:pt>
                <c:pt idx="4761">
                  <c:v>0.18607775969356496</c:v>
                </c:pt>
                <c:pt idx="4762">
                  <c:v>0.17345768740709536</c:v>
                </c:pt>
                <c:pt idx="4763">
                  <c:v>0.13170547789439757</c:v>
                </c:pt>
                <c:pt idx="4764">
                  <c:v>0.10117903880451692</c:v>
                </c:pt>
                <c:pt idx="4765">
                  <c:v>0.16652124925393824</c:v>
                </c:pt>
                <c:pt idx="4766">
                  <c:v>0.19543688659409103</c:v>
                </c:pt>
                <c:pt idx="4767">
                  <c:v>0.11121496880037234</c:v>
                </c:pt>
                <c:pt idx="4768">
                  <c:v>0.12496586948200911</c:v>
                </c:pt>
                <c:pt idx="4769">
                  <c:v>0.1021704233006698</c:v>
                </c:pt>
                <c:pt idx="4770">
                  <c:v>5.1995856972256359E-2</c:v>
                </c:pt>
                <c:pt idx="4771">
                  <c:v>0.14144697523680144</c:v>
                </c:pt>
                <c:pt idx="4772">
                  <c:v>0.12710303284296276</c:v>
                </c:pt>
                <c:pt idx="4773">
                  <c:v>0.186128964629942</c:v>
                </c:pt>
                <c:pt idx="4774">
                  <c:v>0.15757373961710683</c:v>
                </c:pt>
                <c:pt idx="4775">
                  <c:v>0.14859714693577514</c:v>
                </c:pt>
                <c:pt idx="4776">
                  <c:v>0.13776495596121724</c:v>
                </c:pt>
                <c:pt idx="4777">
                  <c:v>0.20675198570281797</c:v>
                </c:pt>
                <c:pt idx="4778">
                  <c:v>0.14045186190670608</c:v>
                </c:pt>
                <c:pt idx="4779">
                  <c:v>0.21527165234923656</c:v>
                </c:pt>
                <c:pt idx="4780">
                  <c:v>0.21756948835888348</c:v>
                </c:pt>
                <c:pt idx="4781">
                  <c:v>0.20907587231544938</c:v>
                </c:pt>
                <c:pt idx="4782">
                  <c:v>0.20120458461888072</c:v>
                </c:pt>
                <c:pt idx="4783">
                  <c:v>0.21939458222927374</c:v>
                </c:pt>
                <c:pt idx="4784">
                  <c:v>0.47777686946014697</c:v>
                </c:pt>
                <c:pt idx="4785">
                  <c:v>0.64288580023874775</c:v>
                </c:pt>
                <c:pt idx="4786">
                  <c:v>0.37741541103006354</c:v>
                </c:pt>
                <c:pt idx="4787">
                  <c:v>0.23028700470279595</c:v>
                </c:pt>
                <c:pt idx="4788">
                  <c:v>0.35991010550167007</c:v>
                </c:pt>
                <c:pt idx="4789">
                  <c:v>0.29278391080428856</c:v>
                </c:pt>
                <c:pt idx="4790">
                  <c:v>0.27530753610690195</c:v>
                </c:pt>
                <c:pt idx="4791">
                  <c:v>0.28389952342816871</c:v>
                </c:pt>
                <c:pt idx="4792">
                  <c:v>0.24319343950357999</c:v>
                </c:pt>
                <c:pt idx="4793">
                  <c:v>0.28272542150804447</c:v>
                </c:pt>
                <c:pt idx="4794">
                  <c:v>0.26066173345036364</c:v>
                </c:pt>
                <c:pt idx="4795">
                  <c:v>0.31750613158894669</c:v>
                </c:pt>
                <c:pt idx="4796">
                  <c:v>0.33227221205562585</c:v>
                </c:pt>
                <c:pt idx="4797">
                  <c:v>0.30474138911946091</c:v>
                </c:pt>
                <c:pt idx="4798">
                  <c:v>0.29247346440563343</c:v>
                </c:pt>
                <c:pt idx="4799">
                  <c:v>0.33192862592610134</c:v>
                </c:pt>
                <c:pt idx="4800">
                  <c:v>0.331058888775768</c:v>
                </c:pt>
                <c:pt idx="4801">
                  <c:v>0.34075364962595051</c:v>
                </c:pt>
                <c:pt idx="4802">
                  <c:v>0.32309387356784425</c:v>
                </c:pt>
                <c:pt idx="4803">
                  <c:v>0.32461718108086685</c:v>
                </c:pt>
                <c:pt idx="4804">
                  <c:v>0.36350587067229051</c:v>
                </c:pt>
                <c:pt idx="4805">
                  <c:v>0.34003270589813728</c:v>
                </c:pt>
                <c:pt idx="4806">
                  <c:v>0.35161420998994941</c:v>
                </c:pt>
                <c:pt idx="4807">
                  <c:v>0.38963462860237191</c:v>
                </c:pt>
                <c:pt idx="4808">
                  <c:v>0.40093488671060695</c:v>
                </c:pt>
                <c:pt idx="4809">
                  <c:v>0.38369835936574453</c:v>
                </c:pt>
                <c:pt idx="4810">
                  <c:v>0.37460195765983972</c:v>
                </c:pt>
                <c:pt idx="4811">
                  <c:v>0.65388487727933764</c:v>
                </c:pt>
                <c:pt idx="4812">
                  <c:v>0.82854110007994641</c:v>
                </c:pt>
                <c:pt idx="4813">
                  <c:v>0.89527415688062506</c:v>
                </c:pt>
                <c:pt idx="4814">
                  <c:v>0.7824644939972657</c:v>
                </c:pt>
                <c:pt idx="4815">
                  <c:v>0.77889912567535557</c:v>
                </c:pt>
                <c:pt idx="4816">
                  <c:v>0.70210578499586396</c:v>
                </c:pt>
                <c:pt idx="4817">
                  <c:v>0.74397233244287009</c:v>
                </c:pt>
                <c:pt idx="4818">
                  <c:v>0.74418703604557435</c:v>
                </c:pt>
                <c:pt idx="4819">
                  <c:v>0.72406619659463012</c:v>
                </c:pt>
                <c:pt idx="4820">
                  <c:v>0.71009502349122522</c:v>
                </c:pt>
                <c:pt idx="4821">
                  <c:v>0.73883359686525363</c:v>
                </c:pt>
                <c:pt idx="4822">
                  <c:v>0.72154044750622159</c:v>
                </c:pt>
                <c:pt idx="4823">
                  <c:v>0.70279212301667182</c:v>
                </c:pt>
                <c:pt idx="4824">
                  <c:v>0.71414360614948613</c:v>
                </c:pt>
                <c:pt idx="4825">
                  <c:v>0.69692096788817059</c:v>
                </c:pt>
                <c:pt idx="4826">
                  <c:v>0.70085100033441561</c:v>
                </c:pt>
                <c:pt idx="4827">
                  <c:v>0.6773564247529823</c:v>
                </c:pt>
                <c:pt idx="4828">
                  <c:v>0.77515592122453358</c:v>
                </c:pt>
                <c:pt idx="4829">
                  <c:v>0.87027375394016215</c:v>
                </c:pt>
                <c:pt idx="4830">
                  <c:v>0.88038859958009275</c:v>
                </c:pt>
                <c:pt idx="4831">
                  <c:v>0.93363990620517257</c:v>
                </c:pt>
                <c:pt idx="4832">
                  <c:v>0.89672617318350656</c:v>
                </c:pt>
                <c:pt idx="4833">
                  <c:v>0.93229145178244754</c:v>
                </c:pt>
                <c:pt idx="4834">
                  <c:v>1.0069679927916537</c:v>
                </c:pt>
                <c:pt idx="4835">
                  <c:v>0.97775112142606591</c:v>
                </c:pt>
                <c:pt idx="4836">
                  <c:v>1.0096166964926909</c:v>
                </c:pt>
                <c:pt idx="4837">
                  <c:v>0.99837532059928913</c:v>
                </c:pt>
                <c:pt idx="4838">
                  <c:v>0.9833286146312884</c:v>
                </c:pt>
                <c:pt idx="4839">
                  <c:v>0.88301700078447209</c:v>
                </c:pt>
                <c:pt idx="4840">
                  <c:v>0.69380119821913555</c:v>
                </c:pt>
                <c:pt idx="4841">
                  <c:v>0.68703019583662761</c:v>
                </c:pt>
                <c:pt idx="4842">
                  <c:v>0.75559556781927018</c:v>
                </c:pt>
                <c:pt idx="4843">
                  <c:v>0.74937073515569563</c:v>
                </c:pt>
                <c:pt idx="4844">
                  <c:v>0.76438869022481337</c:v>
                </c:pt>
                <c:pt idx="4845">
                  <c:v>0.81257058769978496</c:v>
                </c:pt>
                <c:pt idx="4846">
                  <c:v>0.7928317428693018</c:v>
                </c:pt>
                <c:pt idx="4847">
                  <c:v>0.83683564558489787</c:v>
                </c:pt>
                <c:pt idx="4848">
                  <c:v>0.72726354682956629</c:v>
                </c:pt>
                <c:pt idx="4849">
                  <c:v>0.68215296310575124</c:v>
                </c:pt>
                <c:pt idx="4850">
                  <c:v>0.79540125568126752</c:v>
                </c:pt>
                <c:pt idx="4851">
                  <c:v>0.78708923084536653</c:v>
                </c:pt>
                <c:pt idx="4852">
                  <c:v>0.76104324416304936</c:v>
                </c:pt>
                <c:pt idx="4853">
                  <c:v>0.84295073370805729</c:v>
                </c:pt>
                <c:pt idx="4854">
                  <c:v>0.84123148002583537</c:v>
                </c:pt>
                <c:pt idx="4855">
                  <c:v>0.85689774984994083</c:v>
                </c:pt>
                <c:pt idx="4856">
                  <c:v>0.88116394606868576</c:v>
                </c:pt>
                <c:pt idx="4857">
                  <c:v>0.942783390992325</c:v>
                </c:pt>
                <c:pt idx="4858">
                  <c:v>0.9565163408946008</c:v>
                </c:pt>
                <c:pt idx="4859">
                  <c:v>0.91709843395486357</c:v>
                </c:pt>
                <c:pt idx="4860">
                  <c:v>0.82003041816007005</c:v>
                </c:pt>
                <c:pt idx="4861">
                  <c:v>0.84591080302149368</c:v>
                </c:pt>
                <c:pt idx="4862">
                  <c:v>0.64163388636970142</c:v>
                </c:pt>
                <c:pt idx="4863">
                  <c:v>0.3680597849419997</c:v>
                </c:pt>
                <c:pt idx="4864">
                  <c:v>0.29799961563954541</c:v>
                </c:pt>
                <c:pt idx="4865">
                  <c:v>0.23275043841716012</c:v>
                </c:pt>
                <c:pt idx="4866">
                  <c:v>0.2443452957632764</c:v>
                </c:pt>
                <c:pt idx="4867">
                  <c:v>0.20543747088610018</c:v>
                </c:pt>
                <c:pt idx="4868">
                  <c:v>0.16190561622234798</c:v>
                </c:pt>
                <c:pt idx="4869">
                  <c:v>0.16038731088815736</c:v>
                </c:pt>
                <c:pt idx="4870">
                  <c:v>0.11594945978639357</c:v>
                </c:pt>
                <c:pt idx="4871">
                  <c:v>0.16114807930363131</c:v>
                </c:pt>
                <c:pt idx="4872">
                  <c:v>0.20362063517232751</c:v>
                </c:pt>
                <c:pt idx="4873">
                  <c:v>0.20264622772307006</c:v>
                </c:pt>
                <c:pt idx="4874">
                  <c:v>0.24157014699904086</c:v>
                </c:pt>
                <c:pt idx="4875">
                  <c:v>0.2407795929148337</c:v>
                </c:pt>
                <c:pt idx="4876">
                  <c:v>0.24704426943525681</c:v>
                </c:pt>
                <c:pt idx="4877">
                  <c:v>0.24260205371828641</c:v>
                </c:pt>
                <c:pt idx="4878">
                  <c:v>0.25102976419970774</c:v>
                </c:pt>
                <c:pt idx="4879">
                  <c:v>0.24167829327298171</c:v>
                </c:pt>
                <c:pt idx="4880">
                  <c:v>0.25318825050655763</c:v>
                </c:pt>
                <c:pt idx="4881">
                  <c:v>0.19490334478940485</c:v>
                </c:pt>
                <c:pt idx="4882">
                  <c:v>0.16111442449275881</c:v>
                </c:pt>
                <c:pt idx="4883">
                  <c:v>0.12193031577279109</c:v>
                </c:pt>
                <c:pt idx="4884">
                  <c:v>0.12843735761143396</c:v>
                </c:pt>
                <c:pt idx="4885">
                  <c:v>7.6780481783759236E-2</c:v>
                </c:pt>
                <c:pt idx="4886">
                  <c:v>7.8380612904881061E-2</c:v>
                </c:pt>
                <c:pt idx="4887">
                  <c:v>9.4271191803124696E-2</c:v>
                </c:pt>
                <c:pt idx="4888">
                  <c:v>9.7763256490025083E-2</c:v>
                </c:pt>
                <c:pt idx="4889">
                  <c:v>8.3680047144692737E-2</c:v>
                </c:pt>
                <c:pt idx="4890">
                  <c:v>0.10401700552680088</c:v>
                </c:pt>
                <c:pt idx="4891">
                  <c:v>0.10455668654199067</c:v>
                </c:pt>
                <c:pt idx="4892">
                  <c:v>9.654756809313518E-2</c:v>
                </c:pt>
                <c:pt idx="4893">
                  <c:v>0.10356022119193284</c:v>
                </c:pt>
                <c:pt idx="4894">
                  <c:v>0.10887380258189566</c:v>
                </c:pt>
                <c:pt idx="4895">
                  <c:v>0.10733685188200899</c:v>
                </c:pt>
                <c:pt idx="4896">
                  <c:v>9.5654643866259978E-2</c:v>
                </c:pt>
                <c:pt idx="4897">
                  <c:v>0.11082041520414256</c:v>
                </c:pt>
                <c:pt idx="4898">
                  <c:v>9.6111522882624548E-2</c:v>
                </c:pt>
                <c:pt idx="4899">
                  <c:v>0.10752041044713564</c:v>
                </c:pt>
                <c:pt idx="4900">
                  <c:v>0.11216501187309369</c:v>
                </c:pt>
                <c:pt idx="4901">
                  <c:v>0.10964074617622256</c:v>
                </c:pt>
                <c:pt idx="4902">
                  <c:v>0.10634987079584975</c:v>
                </c:pt>
                <c:pt idx="4903">
                  <c:v>4.950187921031008E-2</c:v>
                </c:pt>
                <c:pt idx="4904">
                  <c:v>0.20136413516619339</c:v>
                </c:pt>
                <c:pt idx="4905">
                  <c:v>3.0994717186204411E-2</c:v>
                </c:pt>
                <c:pt idx="4906">
                  <c:v>0.21780913576852626</c:v>
                </c:pt>
                <c:pt idx="4907">
                  <c:v>4.3304590080164816E-2</c:v>
                </c:pt>
                <c:pt idx="4908">
                  <c:v>0.10523530037219227</c:v>
                </c:pt>
                <c:pt idx="4909">
                  <c:v>0.15251290971086665</c:v>
                </c:pt>
                <c:pt idx="4910">
                  <c:v>0.19490466179393862</c:v>
                </c:pt>
                <c:pt idx="4911">
                  <c:v>0.1537081874586386</c:v>
                </c:pt>
                <c:pt idx="4912">
                  <c:v>0.25073625232407304</c:v>
                </c:pt>
                <c:pt idx="4913">
                  <c:v>8.0992584597346651E-2</c:v>
                </c:pt>
                <c:pt idx="4914">
                  <c:v>0.28836712101288209</c:v>
                </c:pt>
                <c:pt idx="4915">
                  <c:v>8.1583543603477068E-2</c:v>
                </c:pt>
                <c:pt idx="4916">
                  <c:v>0.20995502470626556</c:v>
                </c:pt>
                <c:pt idx="4917">
                  <c:v>0.20779795847809357</c:v>
                </c:pt>
                <c:pt idx="4918">
                  <c:v>0.22633781260894859</c:v>
                </c:pt>
                <c:pt idx="4919">
                  <c:v>0.21851842903304991</c:v>
                </c:pt>
                <c:pt idx="4920">
                  <c:v>0.22768667608394169</c:v>
                </c:pt>
                <c:pt idx="4921">
                  <c:v>0.24324464535690568</c:v>
                </c:pt>
                <c:pt idx="4922">
                  <c:v>0.21884315088790082</c:v>
                </c:pt>
                <c:pt idx="4923">
                  <c:v>0.24005416134314322</c:v>
                </c:pt>
                <c:pt idx="4924">
                  <c:v>0.23279779890455918</c:v>
                </c:pt>
                <c:pt idx="4925">
                  <c:v>0.23286464762846956</c:v>
                </c:pt>
                <c:pt idx="4926">
                  <c:v>0.34399648928714505</c:v>
                </c:pt>
                <c:pt idx="4927">
                  <c:v>0.32721806779583035</c:v>
                </c:pt>
                <c:pt idx="4928">
                  <c:v>0.41149611398810898</c:v>
                </c:pt>
                <c:pt idx="4929">
                  <c:v>0.46158481294019926</c:v>
                </c:pt>
                <c:pt idx="4930">
                  <c:v>0.4803785713173051</c:v>
                </c:pt>
                <c:pt idx="4931">
                  <c:v>0.49601611270690177</c:v>
                </c:pt>
                <c:pt idx="4932">
                  <c:v>0.45451730812211899</c:v>
                </c:pt>
                <c:pt idx="4933">
                  <c:v>0.44349250829933362</c:v>
                </c:pt>
                <c:pt idx="4934">
                  <c:v>0.44536567558583678</c:v>
                </c:pt>
                <c:pt idx="4935">
                  <c:v>0.41154018894604638</c:v>
                </c:pt>
                <c:pt idx="4936">
                  <c:v>0.51057966939340982</c:v>
                </c:pt>
                <c:pt idx="4937">
                  <c:v>0.37178410116459526</c:v>
                </c:pt>
                <c:pt idx="4938">
                  <c:v>0.39636144406205664</c:v>
                </c:pt>
                <c:pt idx="4939">
                  <c:v>0.40807914182610089</c:v>
                </c:pt>
                <c:pt idx="4940">
                  <c:v>0.35072052669788806</c:v>
                </c:pt>
                <c:pt idx="4941">
                  <c:v>0.36477455372977113</c:v>
                </c:pt>
                <c:pt idx="4942">
                  <c:v>0.4253252862244517</c:v>
                </c:pt>
                <c:pt idx="4943">
                  <c:v>0.4360587088955597</c:v>
                </c:pt>
                <c:pt idx="4944">
                  <c:v>0.44566352197133952</c:v>
                </c:pt>
                <c:pt idx="4945">
                  <c:v>0.46052046437182903</c:v>
                </c:pt>
                <c:pt idx="4946">
                  <c:v>0.45762546516706826</c:v>
                </c:pt>
                <c:pt idx="4947">
                  <c:v>0.4656751173033864</c:v>
                </c:pt>
                <c:pt idx="4948">
                  <c:v>0.43497351245922217</c:v>
                </c:pt>
                <c:pt idx="4949">
                  <c:v>0.42619174539578453</c:v>
                </c:pt>
                <c:pt idx="4950">
                  <c:v>0.41516613592531815</c:v>
                </c:pt>
                <c:pt idx="4951">
                  <c:v>0.41825000776014637</c:v>
                </c:pt>
                <c:pt idx="4952">
                  <c:v>0.40338860977638535</c:v>
                </c:pt>
                <c:pt idx="4953">
                  <c:v>0.3046966248113413</c:v>
                </c:pt>
                <c:pt idx="4954">
                  <c:v>0.45599459564737949</c:v>
                </c:pt>
                <c:pt idx="4955">
                  <c:v>0.51165226535642161</c:v>
                </c:pt>
                <c:pt idx="4956">
                  <c:v>0.43534761110029035</c:v>
                </c:pt>
                <c:pt idx="4957">
                  <c:v>0.50925614076877235</c:v>
                </c:pt>
                <c:pt idx="4958">
                  <c:v>0.25885024932948714</c:v>
                </c:pt>
                <c:pt idx="4959">
                  <c:v>0.22848840291284142</c:v>
                </c:pt>
                <c:pt idx="4960">
                  <c:v>0.26455409805838126</c:v>
                </c:pt>
                <c:pt idx="4961">
                  <c:v>0.18626962450975823</c:v>
                </c:pt>
                <c:pt idx="4962">
                  <c:v>0.1730613512836793</c:v>
                </c:pt>
                <c:pt idx="4963">
                  <c:v>0.20378621257545071</c:v>
                </c:pt>
                <c:pt idx="4964">
                  <c:v>0.24140794819033329</c:v>
                </c:pt>
                <c:pt idx="4965">
                  <c:v>0.15237670219628269</c:v>
                </c:pt>
                <c:pt idx="4966">
                  <c:v>0.14296381899268965</c:v>
                </c:pt>
                <c:pt idx="4967">
                  <c:v>0.2681278987016219</c:v>
                </c:pt>
                <c:pt idx="4968">
                  <c:v>0.38271879051499458</c:v>
                </c:pt>
                <c:pt idx="4969">
                  <c:v>0.35462993790225011</c:v>
                </c:pt>
                <c:pt idx="4970">
                  <c:v>0.37965304035989467</c:v>
                </c:pt>
                <c:pt idx="4971">
                  <c:v>0.37230387463605047</c:v>
                </c:pt>
                <c:pt idx="4972">
                  <c:v>0.37534425785669845</c:v>
                </c:pt>
                <c:pt idx="4973">
                  <c:v>0.4078976114594916</c:v>
                </c:pt>
                <c:pt idx="4974">
                  <c:v>0.43469303139372578</c:v>
                </c:pt>
                <c:pt idx="4975">
                  <c:v>0.44594293589597622</c:v>
                </c:pt>
                <c:pt idx="4976">
                  <c:v>0.50861226640680079</c:v>
                </c:pt>
                <c:pt idx="4977">
                  <c:v>0.51390934119541076</c:v>
                </c:pt>
                <c:pt idx="4978">
                  <c:v>0.65018718660162522</c:v>
                </c:pt>
                <c:pt idx="4979">
                  <c:v>0.58830006947048696</c:v>
                </c:pt>
                <c:pt idx="4980">
                  <c:v>0.52926635612092543</c:v>
                </c:pt>
                <c:pt idx="4981">
                  <c:v>0.62827414863179532</c:v>
                </c:pt>
                <c:pt idx="4982">
                  <c:v>0.5986867600092538</c:v>
                </c:pt>
                <c:pt idx="4983">
                  <c:v>0.60518683195664502</c:v>
                </c:pt>
                <c:pt idx="4984">
                  <c:v>0.62748234079355325</c:v>
                </c:pt>
                <c:pt idx="4985">
                  <c:v>0.68539214166269569</c:v>
                </c:pt>
                <c:pt idx="4986">
                  <c:v>0.59513376046822064</c:v>
                </c:pt>
                <c:pt idx="4987">
                  <c:v>0.51866941313561943</c:v>
                </c:pt>
                <c:pt idx="4988">
                  <c:v>0.55640179895168052</c:v>
                </c:pt>
                <c:pt idx="4989">
                  <c:v>0.55098362811764334</c:v>
                </c:pt>
                <c:pt idx="4990">
                  <c:v>0.54102407722717694</c:v>
                </c:pt>
                <c:pt idx="4991">
                  <c:v>0.53009756356622606</c:v>
                </c:pt>
                <c:pt idx="4992">
                  <c:v>0.53612249021096881</c:v>
                </c:pt>
                <c:pt idx="4993">
                  <c:v>0.55987848615850166</c:v>
                </c:pt>
                <c:pt idx="4994">
                  <c:v>0.54267448674614716</c:v>
                </c:pt>
                <c:pt idx="4995">
                  <c:v>0.51770756576092869</c:v>
                </c:pt>
                <c:pt idx="4996">
                  <c:v>0.53176507335442058</c:v>
                </c:pt>
                <c:pt idx="4997">
                  <c:v>0.52256198774065288</c:v>
                </c:pt>
                <c:pt idx="4998">
                  <c:v>0.53724158865554039</c:v>
                </c:pt>
                <c:pt idx="4999">
                  <c:v>0.5778587006751188</c:v>
                </c:pt>
                <c:pt idx="5000">
                  <c:v>0.57258703969569735</c:v>
                </c:pt>
                <c:pt idx="5001">
                  <c:v>0.59318966300380094</c:v>
                </c:pt>
                <c:pt idx="5002">
                  <c:v>0.61933591410300759</c:v>
                </c:pt>
                <c:pt idx="5003">
                  <c:v>0.56388022297921814</c:v>
                </c:pt>
                <c:pt idx="5004">
                  <c:v>0.52944190096715182</c:v>
                </c:pt>
                <c:pt idx="5005">
                  <c:v>0.64823742210398339</c:v>
                </c:pt>
                <c:pt idx="5006">
                  <c:v>0.58730982598175985</c:v>
                </c:pt>
                <c:pt idx="5007">
                  <c:v>0.53305097073229879</c:v>
                </c:pt>
                <c:pt idx="5008">
                  <c:v>0.50353448232479725</c:v>
                </c:pt>
                <c:pt idx="5009">
                  <c:v>0.44568777777840973</c:v>
                </c:pt>
                <c:pt idx="5010">
                  <c:v>0.25770053035258855</c:v>
                </c:pt>
                <c:pt idx="5011">
                  <c:v>0.2789074466715688</c:v>
                </c:pt>
                <c:pt idx="5012">
                  <c:v>0.28011406038455822</c:v>
                </c:pt>
                <c:pt idx="5013">
                  <c:v>0.27336978825827957</c:v>
                </c:pt>
                <c:pt idx="5014">
                  <c:v>0.47240539096900624</c:v>
                </c:pt>
                <c:pt idx="5015">
                  <c:v>0.47543197060076109</c:v>
                </c:pt>
                <c:pt idx="5016">
                  <c:v>0.47558851886633224</c:v>
                </c:pt>
                <c:pt idx="5017">
                  <c:v>0.54060022396370788</c:v>
                </c:pt>
                <c:pt idx="5018">
                  <c:v>0.53783571698342392</c:v>
                </c:pt>
                <c:pt idx="5019">
                  <c:v>0.55284691150905263</c:v>
                </c:pt>
                <c:pt idx="5020">
                  <c:v>0.56813842199438147</c:v>
                </c:pt>
                <c:pt idx="5021">
                  <c:v>0.58482576496803251</c:v>
                </c:pt>
                <c:pt idx="5022">
                  <c:v>0.57791609227643037</c:v>
                </c:pt>
                <c:pt idx="5023">
                  <c:v>0.59270740187950699</c:v>
                </c:pt>
                <c:pt idx="5024">
                  <c:v>0.619995508794281</c:v>
                </c:pt>
                <c:pt idx="5025">
                  <c:v>0.57027455921276815</c:v>
                </c:pt>
                <c:pt idx="5026">
                  <c:v>0.57443996606292813</c:v>
                </c:pt>
                <c:pt idx="5027">
                  <c:v>0.32381230334327843</c:v>
                </c:pt>
                <c:pt idx="5028">
                  <c:v>0.24516892679183999</c:v>
                </c:pt>
                <c:pt idx="5029">
                  <c:v>0.16513591289826232</c:v>
                </c:pt>
                <c:pt idx="5030">
                  <c:v>0.15206769649864163</c:v>
                </c:pt>
                <c:pt idx="5031">
                  <c:v>0.12711043331869268</c:v>
                </c:pt>
                <c:pt idx="5032">
                  <c:v>0.10185733514250826</c:v>
                </c:pt>
                <c:pt idx="5033">
                  <c:v>9.1263658552258417E-2</c:v>
                </c:pt>
                <c:pt idx="5034">
                  <c:v>9.2185204253705799E-2</c:v>
                </c:pt>
                <c:pt idx="5035">
                  <c:v>9.4438126593334185E-2</c:v>
                </c:pt>
                <c:pt idx="5036">
                  <c:v>0.11235583940124562</c:v>
                </c:pt>
                <c:pt idx="5037">
                  <c:v>0.10243877235955083</c:v>
                </c:pt>
                <c:pt idx="5038">
                  <c:v>9.8685954282129132E-2</c:v>
                </c:pt>
                <c:pt idx="5039">
                  <c:v>9.858077279675978E-2</c:v>
                </c:pt>
                <c:pt idx="5040">
                  <c:v>9.7819527398294498E-2</c:v>
                </c:pt>
                <c:pt idx="5041">
                  <c:v>9.3796916148130308E-2</c:v>
                </c:pt>
                <c:pt idx="5042">
                  <c:v>0.10028519093588237</c:v>
                </c:pt>
                <c:pt idx="5043">
                  <c:v>9.9532473231996335E-2</c:v>
                </c:pt>
                <c:pt idx="5044">
                  <c:v>9.6995450510916764E-2</c:v>
                </c:pt>
                <c:pt idx="5045">
                  <c:v>0.1065675685569127</c:v>
                </c:pt>
                <c:pt idx="5046">
                  <c:v>9.6370651055960974E-2</c:v>
                </c:pt>
                <c:pt idx="5047">
                  <c:v>9.6970328052432164E-2</c:v>
                </c:pt>
                <c:pt idx="5048">
                  <c:v>6.7937780802137013E-2</c:v>
                </c:pt>
                <c:pt idx="5049">
                  <c:v>6.9669238337676187E-2</c:v>
                </c:pt>
                <c:pt idx="5050">
                  <c:v>9.3301133067232048E-2</c:v>
                </c:pt>
                <c:pt idx="5051">
                  <c:v>9.348469264443364E-2</c:v>
                </c:pt>
                <c:pt idx="5052">
                  <c:v>8.6966645651704838E-2</c:v>
                </c:pt>
                <c:pt idx="5053">
                  <c:v>8.8716667107466882E-2</c:v>
                </c:pt>
                <c:pt idx="5054">
                  <c:v>0.10562170245117301</c:v>
                </c:pt>
                <c:pt idx="5055">
                  <c:v>7.6077628106114473E-2</c:v>
                </c:pt>
                <c:pt idx="5056">
                  <c:v>0.14493788822811335</c:v>
                </c:pt>
                <c:pt idx="5057">
                  <c:v>8.8738828049932689E-2</c:v>
                </c:pt>
                <c:pt idx="5058">
                  <c:v>0.17884266293524692</c:v>
                </c:pt>
                <c:pt idx="5059">
                  <c:v>0.14855171273457218</c:v>
                </c:pt>
                <c:pt idx="5060">
                  <c:v>0.10301265169159901</c:v>
                </c:pt>
                <c:pt idx="5061">
                  <c:v>0.15607101488213115</c:v>
                </c:pt>
                <c:pt idx="5062">
                  <c:v>0.1430613510123078</c:v>
                </c:pt>
                <c:pt idx="5063">
                  <c:v>0.12999219467858936</c:v>
                </c:pt>
                <c:pt idx="5064">
                  <c:v>0.17622043695120912</c:v>
                </c:pt>
                <c:pt idx="5065">
                  <c:v>0.16481432562990656</c:v>
                </c:pt>
                <c:pt idx="5066">
                  <c:v>0.189231127505019</c:v>
                </c:pt>
                <c:pt idx="5067">
                  <c:v>0.22187301802866549</c:v>
                </c:pt>
                <c:pt idx="5068">
                  <c:v>6.3694591689564803E-2</c:v>
                </c:pt>
                <c:pt idx="5069">
                  <c:v>0.16226456658281788</c:v>
                </c:pt>
                <c:pt idx="5070">
                  <c:v>0.14989810619747551</c:v>
                </c:pt>
                <c:pt idx="5071">
                  <c:v>0.17680371989144131</c:v>
                </c:pt>
                <c:pt idx="5072">
                  <c:v>0.15587374058170708</c:v>
                </c:pt>
                <c:pt idx="5073">
                  <c:v>0.18119987892760192</c:v>
                </c:pt>
                <c:pt idx="5074">
                  <c:v>0.1253407596117497</c:v>
                </c:pt>
                <c:pt idx="5075">
                  <c:v>7.7769347838191324E-2</c:v>
                </c:pt>
                <c:pt idx="5076">
                  <c:v>9.391413473756384E-2</c:v>
                </c:pt>
                <c:pt idx="5077">
                  <c:v>0.10066118030165963</c:v>
                </c:pt>
                <c:pt idx="5078">
                  <c:v>0.10759586639170794</c:v>
                </c:pt>
                <c:pt idx="5079">
                  <c:v>8.4086449895782733E-2</c:v>
                </c:pt>
                <c:pt idx="5080">
                  <c:v>9.9226769083374633E-2</c:v>
                </c:pt>
                <c:pt idx="5081">
                  <c:v>0.11787054283545445</c:v>
                </c:pt>
                <c:pt idx="5082">
                  <c:v>0.12106873503879331</c:v>
                </c:pt>
                <c:pt idx="5083">
                  <c:v>0.12057979269143274</c:v>
                </c:pt>
                <c:pt idx="5084">
                  <c:v>0.10893459784108592</c:v>
                </c:pt>
                <c:pt idx="5085">
                  <c:v>0.13443053613412514</c:v>
                </c:pt>
                <c:pt idx="5086">
                  <c:v>0.13944748304269847</c:v>
                </c:pt>
                <c:pt idx="5087">
                  <c:v>0.12821440292906194</c:v>
                </c:pt>
                <c:pt idx="5088">
                  <c:v>0.1301864689573658</c:v>
                </c:pt>
                <c:pt idx="5089">
                  <c:v>0.15219714116293417</c:v>
                </c:pt>
                <c:pt idx="5090">
                  <c:v>0.16456490598971121</c:v>
                </c:pt>
                <c:pt idx="5091">
                  <c:v>0.18159355607649694</c:v>
                </c:pt>
                <c:pt idx="5092">
                  <c:v>0.14609261220301287</c:v>
                </c:pt>
                <c:pt idx="5093">
                  <c:v>0.17623917033810516</c:v>
                </c:pt>
                <c:pt idx="5094">
                  <c:v>0.12909849452676725</c:v>
                </c:pt>
                <c:pt idx="5095">
                  <c:v>0.14730646262723587</c:v>
                </c:pt>
                <c:pt idx="5096">
                  <c:v>0.22148932779910596</c:v>
                </c:pt>
                <c:pt idx="5097">
                  <c:v>0.28985280039514633</c:v>
                </c:pt>
                <c:pt idx="5098">
                  <c:v>0.29698525092367928</c:v>
                </c:pt>
                <c:pt idx="5099">
                  <c:v>0.21258604759996094</c:v>
                </c:pt>
                <c:pt idx="5100">
                  <c:v>0.26866835365194675</c:v>
                </c:pt>
                <c:pt idx="5101">
                  <c:v>0.30945781564662339</c:v>
                </c:pt>
                <c:pt idx="5102">
                  <c:v>0.39429499127285111</c:v>
                </c:pt>
                <c:pt idx="5103">
                  <c:v>0.4248205714442484</c:v>
                </c:pt>
                <c:pt idx="5104">
                  <c:v>0.39862451800343202</c:v>
                </c:pt>
                <c:pt idx="5105">
                  <c:v>0.33639169061016722</c:v>
                </c:pt>
                <c:pt idx="5106">
                  <c:v>0.18936990795955408</c:v>
                </c:pt>
                <c:pt idx="5107">
                  <c:v>9.910649339761618E-2</c:v>
                </c:pt>
                <c:pt idx="5108">
                  <c:v>0.12544745548715697</c:v>
                </c:pt>
                <c:pt idx="5109">
                  <c:v>0.10275796973531269</c:v>
                </c:pt>
                <c:pt idx="5110">
                  <c:v>4.4231518003616882E-2</c:v>
                </c:pt>
                <c:pt idx="5111">
                  <c:v>1.5083089865975568E-2</c:v>
                </c:pt>
                <c:pt idx="5112">
                  <c:v>2.4787404733425205E-2</c:v>
                </c:pt>
                <c:pt idx="5113">
                  <c:v>0.10622067610098596</c:v>
                </c:pt>
                <c:pt idx="5114">
                  <c:v>0.10800954922015628</c:v>
                </c:pt>
                <c:pt idx="5115">
                  <c:v>0.33758053366298091</c:v>
                </c:pt>
                <c:pt idx="5116">
                  <c:v>0.33684822274833753</c:v>
                </c:pt>
                <c:pt idx="5117">
                  <c:v>0.36500736906285575</c:v>
                </c:pt>
                <c:pt idx="5118">
                  <c:v>0.38963024945470182</c:v>
                </c:pt>
                <c:pt idx="5119">
                  <c:v>0.37435680682526901</c:v>
                </c:pt>
                <c:pt idx="5120">
                  <c:v>0.36827113777093334</c:v>
                </c:pt>
                <c:pt idx="5121">
                  <c:v>0.42493611739528009</c:v>
                </c:pt>
                <c:pt idx="5122">
                  <c:v>0.37953550940059438</c:v>
                </c:pt>
                <c:pt idx="5123">
                  <c:v>0.31667914535891373</c:v>
                </c:pt>
                <c:pt idx="5124">
                  <c:v>0.42981641212472671</c:v>
                </c:pt>
                <c:pt idx="5125">
                  <c:v>0.31510369382245651</c:v>
                </c:pt>
                <c:pt idx="5126">
                  <c:v>0.34173611362693801</c:v>
                </c:pt>
                <c:pt idx="5127">
                  <c:v>0.3461276279072496</c:v>
                </c:pt>
                <c:pt idx="5128">
                  <c:v>0.33113115398819271</c:v>
                </c:pt>
                <c:pt idx="5129">
                  <c:v>0.19415162780572204</c:v>
                </c:pt>
                <c:pt idx="5130">
                  <c:v>0.13183451466737381</c:v>
                </c:pt>
                <c:pt idx="5131">
                  <c:v>0.16201731186021048</c:v>
                </c:pt>
                <c:pt idx="5132">
                  <c:v>0.1622458899000607</c:v>
                </c:pt>
                <c:pt idx="5133">
                  <c:v>0.17531107304558935</c:v>
                </c:pt>
                <c:pt idx="5134">
                  <c:v>0.19416544089298407</c:v>
                </c:pt>
                <c:pt idx="5135">
                  <c:v>0.18635065296859163</c:v>
                </c:pt>
                <c:pt idx="5136">
                  <c:v>0.13634496675306046</c:v>
                </c:pt>
                <c:pt idx="5137">
                  <c:v>0.14414277018622912</c:v>
                </c:pt>
                <c:pt idx="5138">
                  <c:v>0.18526956382925583</c:v>
                </c:pt>
                <c:pt idx="5139">
                  <c:v>0.20617594980449805</c:v>
                </c:pt>
                <c:pt idx="5140">
                  <c:v>0.21781802334596989</c:v>
                </c:pt>
                <c:pt idx="5141">
                  <c:v>0.23808341117529672</c:v>
                </c:pt>
                <c:pt idx="5142">
                  <c:v>0.38413623123098573</c:v>
                </c:pt>
                <c:pt idx="5143">
                  <c:v>0.38164538567754619</c:v>
                </c:pt>
                <c:pt idx="5144">
                  <c:v>0.43821414359930777</c:v>
                </c:pt>
                <c:pt idx="5145">
                  <c:v>0.41517284652279568</c:v>
                </c:pt>
                <c:pt idx="5146">
                  <c:v>0.51807603607816932</c:v>
                </c:pt>
                <c:pt idx="5147">
                  <c:v>0.43109690841302184</c:v>
                </c:pt>
                <c:pt idx="5148">
                  <c:v>0.47219440743541369</c:v>
                </c:pt>
                <c:pt idx="5149">
                  <c:v>0.39471759647164328</c:v>
                </c:pt>
                <c:pt idx="5150">
                  <c:v>0.42537510476515011</c:v>
                </c:pt>
                <c:pt idx="5151">
                  <c:v>0.39022949465514839</c:v>
                </c:pt>
                <c:pt idx="5152">
                  <c:v>0.44795800084072235</c:v>
                </c:pt>
                <c:pt idx="5153">
                  <c:v>0.50213665168541355</c:v>
                </c:pt>
                <c:pt idx="5154">
                  <c:v>0.51818642537194926</c:v>
                </c:pt>
                <c:pt idx="5155">
                  <c:v>0.43825511520682875</c:v>
                </c:pt>
                <c:pt idx="5156">
                  <c:v>0.40204392502723912</c:v>
                </c:pt>
                <c:pt idx="5157">
                  <c:v>0.41076907848206706</c:v>
                </c:pt>
                <c:pt idx="5158">
                  <c:v>0.40374086222406586</c:v>
                </c:pt>
                <c:pt idx="5159">
                  <c:v>0.43152626995839749</c:v>
                </c:pt>
                <c:pt idx="5160">
                  <c:v>0.45048851812739699</c:v>
                </c:pt>
                <c:pt idx="5161">
                  <c:v>0.477502047205832</c:v>
                </c:pt>
                <c:pt idx="5162">
                  <c:v>0.44718677393428619</c:v>
                </c:pt>
                <c:pt idx="5163">
                  <c:v>0.46372830214268035</c:v>
                </c:pt>
                <c:pt idx="5164">
                  <c:v>0.37185392198285516</c:v>
                </c:pt>
                <c:pt idx="5165">
                  <c:v>0.44914304347522066</c:v>
                </c:pt>
                <c:pt idx="5166">
                  <c:v>0.42110691781577791</c:v>
                </c:pt>
                <c:pt idx="5167">
                  <c:v>0.46260849189001796</c:v>
                </c:pt>
                <c:pt idx="5168">
                  <c:v>0.41286867289596529</c:v>
                </c:pt>
                <c:pt idx="5169">
                  <c:v>0.43179098857038994</c:v>
                </c:pt>
                <c:pt idx="5170">
                  <c:v>0.44873867488375319</c:v>
                </c:pt>
                <c:pt idx="5171">
                  <c:v>0.48901175596182855</c:v>
                </c:pt>
                <c:pt idx="5172">
                  <c:v>0.45370206709017047</c:v>
                </c:pt>
                <c:pt idx="5173">
                  <c:v>0.52535851347047335</c:v>
                </c:pt>
                <c:pt idx="5174">
                  <c:v>0.45754501753568894</c:v>
                </c:pt>
                <c:pt idx="5175">
                  <c:v>0.4959060025589746</c:v>
                </c:pt>
                <c:pt idx="5176">
                  <c:v>0.45873702989268261</c:v>
                </c:pt>
                <c:pt idx="5177">
                  <c:v>0.43405023593333736</c:v>
                </c:pt>
                <c:pt idx="5178">
                  <c:v>0.38155115462326195</c:v>
                </c:pt>
                <c:pt idx="5179">
                  <c:v>0.24988755963985129</c:v>
                </c:pt>
                <c:pt idx="5180">
                  <c:v>0.26496891791992966</c:v>
                </c:pt>
                <c:pt idx="5181">
                  <c:v>0.257761774301695</c:v>
                </c:pt>
                <c:pt idx="5182">
                  <c:v>0.26930371541352099</c:v>
                </c:pt>
                <c:pt idx="5183">
                  <c:v>0.21066213879216258</c:v>
                </c:pt>
                <c:pt idx="5184">
                  <c:v>0.31467289302161439</c:v>
                </c:pt>
                <c:pt idx="5185">
                  <c:v>0.50208519336190283</c:v>
                </c:pt>
                <c:pt idx="5186">
                  <c:v>0.50549215512724577</c:v>
                </c:pt>
                <c:pt idx="5187">
                  <c:v>0.51191454676532278</c:v>
                </c:pt>
                <c:pt idx="5188">
                  <c:v>0.55318159140573853</c:v>
                </c:pt>
                <c:pt idx="5189">
                  <c:v>0.53972338342424298</c:v>
                </c:pt>
                <c:pt idx="5190">
                  <c:v>0.56551280609055865</c:v>
                </c:pt>
                <c:pt idx="5191">
                  <c:v>0.53266206335511068</c:v>
                </c:pt>
                <c:pt idx="5192">
                  <c:v>0.55574104961388537</c:v>
                </c:pt>
                <c:pt idx="5193">
                  <c:v>0.57450079910396223</c:v>
                </c:pt>
                <c:pt idx="5194">
                  <c:v>0.6339024879142251</c:v>
                </c:pt>
                <c:pt idx="5195">
                  <c:v>0.38708468658397555</c:v>
                </c:pt>
                <c:pt idx="5196">
                  <c:v>0.32945457509004344</c:v>
                </c:pt>
                <c:pt idx="5197">
                  <c:v>0.20684983129462395</c:v>
                </c:pt>
                <c:pt idx="5198">
                  <c:v>0.21436039187947589</c:v>
                </c:pt>
                <c:pt idx="5199">
                  <c:v>9.8204630336057711E-2</c:v>
                </c:pt>
                <c:pt idx="5200">
                  <c:v>0.1174392946029769</c:v>
                </c:pt>
                <c:pt idx="5201">
                  <c:v>0.10317031943420221</c:v>
                </c:pt>
                <c:pt idx="5202">
                  <c:v>8.685975294134117E-2</c:v>
                </c:pt>
                <c:pt idx="5203">
                  <c:v>8.9101981441393668E-2</c:v>
                </c:pt>
                <c:pt idx="5204">
                  <c:v>0.10680662994084913</c:v>
                </c:pt>
                <c:pt idx="5205">
                  <c:v>0.1004295273556943</c:v>
                </c:pt>
                <c:pt idx="5206">
                  <c:v>0.11035746446438445</c:v>
                </c:pt>
                <c:pt idx="5207">
                  <c:v>0.10915859840496009</c:v>
                </c:pt>
                <c:pt idx="5208">
                  <c:v>0.10543036189742497</c:v>
                </c:pt>
                <c:pt idx="5209">
                  <c:v>0.11096667915430566</c:v>
                </c:pt>
                <c:pt idx="5210">
                  <c:v>0.10757053908007887</c:v>
                </c:pt>
                <c:pt idx="5211">
                  <c:v>0.12549250215249252</c:v>
                </c:pt>
                <c:pt idx="5212">
                  <c:v>0.11468597859900362</c:v>
                </c:pt>
                <c:pt idx="5213">
                  <c:v>0.15648738387555897</c:v>
                </c:pt>
                <c:pt idx="5214">
                  <c:v>0.15425735761976883</c:v>
                </c:pt>
                <c:pt idx="5215">
                  <c:v>7.8605867558946982E-2</c:v>
                </c:pt>
                <c:pt idx="5216">
                  <c:v>5.1929968459931683E-2</c:v>
                </c:pt>
                <c:pt idx="5217">
                  <c:v>5.0228895405292635E-2</c:v>
                </c:pt>
                <c:pt idx="5218">
                  <c:v>5.91745132241547E-2</c:v>
                </c:pt>
                <c:pt idx="5219">
                  <c:v>8.3782323578357201E-2</c:v>
                </c:pt>
                <c:pt idx="5220">
                  <c:v>2.4085396026790648E-2</c:v>
                </c:pt>
                <c:pt idx="5221">
                  <c:v>7.0638487817645382E-2</c:v>
                </c:pt>
                <c:pt idx="5222">
                  <c:v>0.11662157779506925</c:v>
                </c:pt>
                <c:pt idx="5223">
                  <c:v>0.10393301827968966</c:v>
                </c:pt>
                <c:pt idx="5224">
                  <c:v>0.12189493560563315</c:v>
                </c:pt>
                <c:pt idx="5225">
                  <c:v>0.1075833319526886</c:v>
                </c:pt>
                <c:pt idx="5226">
                  <c:v>0.10619965355182949</c:v>
                </c:pt>
                <c:pt idx="5227">
                  <c:v>0.12282549969916082</c:v>
                </c:pt>
                <c:pt idx="5228">
                  <c:v>0.12732019272735667</c:v>
                </c:pt>
                <c:pt idx="5229">
                  <c:v>0.11060428245843421</c:v>
                </c:pt>
                <c:pt idx="5230">
                  <c:v>9.9141836731824265E-2</c:v>
                </c:pt>
                <c:pt idx="5231">
                  <c:v>9.4419748767022707E-2</c:v>
                </c:pt>
                <c:pt idx="5232">
                  <c:v>9.9006925277726032E-2</c:v>
                </c:pt>
                <c:pt idx="5233">
                  <c:v>0.13406287022875277</c:v>
                </c:pt>
                <c:pt idx="5234">
                  <c:v>9.8150185692990416E-2</c:v>
                </c:pt>
                <c:pt idx="5235">
                  <c:v>0.11484202774429617</c:v>
                </c:pt>
                <c:pt idx="5236">
                  <c:v>0.12654497029948705</c:v>
                </c:pt>
                <c:pt idx="5237">
                  <c:v>0.12882728927708229</c:v>
                </c:pt>
                <c:pt idx="5238">
                  <c:v>0.1226142529452927</c:v>
                </c:pt>
                <c:pt idx="5239">
                  <c:v>8.0020495765780561E-2</c:v>
                </c:pt>
                <c:pt idx="5240">
                  <c:v>3.7708403258355623E-2</c:v>
                </c:pt>
                <c:pt idx="5241">
                  <c:v>5.9805706788305053E-2</c:v>
                </c:pt>
                <c:pt idx="5242">
                  <c:v>4.8255375888689056E-2</c:v>
                </c:pt>
                <c:pt idx="5243">
                  <c:v>7.4198983365899654E-2</c:v>
                </c:pt>
                <c:pt idx="5244">
                  <c:v>8.0998206488329824E-2</c:v>
                </c:pt>
                <c:pt idx="5245">
                  <c:v>5.1898959174291832E-2</c:v>
                </c:pt>
                <c:pt idx="5246">
                  <c:v>0.12646528239619106</c:v>
                </c:pt>
                <c:pt idx="5247">
                  <c:v>0.1246272776237418</c:v>
                </c:pt>
                <c:pt idx="5248">
                  <c:v>0.13984487857477532</c:v>
                </c:pt>
                <c:pt idx="5249">
                  <c:v>0.1624807078190077</c:v>
                </c:pt>
                <c:pt idx="5250">
                  <c:v>0.14208677219615667</c:v>
                </c:pt>
                <c:pt idx="5251">
                  <c:v>0.16142400197407961</c:v>
                </c:pt>
                <c:pt idx="5252">
                  <c:v>0.13491504998272047</c:v>
                </c:pt>
                <c:pt idx="5253">
                  <c:v>0.13187555483781438</c:v>
                </c:pt>
                <c:pt idx="5254">
                  <c:v>0.12623737684202316</c:v>
                </c:pt>
                <c:pt idx="5255">
                  <c:v>0.11968051428633857</c:v>
                </c:pt>
                <c:pt idx="5256">
                  <c:v>0.1251215318916635</c:v>
                </c:pt>
                <c:pt idx="5257">
                  <c:v>0.11772878909915221</c:v>
                </c:pt>
                <c:pt idx="5258">
                  <c:v>0.11248083239848575</c:v>
                </c:pt>
                <c:pt idx="5259">
                  <c:v>0.10847948713911328</c:v>
                </c:pt>
                <c:pt idx="5260">
                  <c:v>0.13109118179029519</c:v>
                </c:pt>
                <c:pt idx="5261">
                  <c:v>0.12293130794393101</c:v>
                </c:pt>
                <c:pt idx="5262">
                  <c:v>0.12470965032085847</c:v>
                </c:pt>
                <c:pt idx="5263">
                  <c:v>7.7157720170030031E-2</c:v>
                </c:pt>
                <c:pt idx="5264">
                  <c:v>0.11524873913495122</c:v>
                </c:pt>
                <c:pt idx="5265">
                  <c:v>0.20916096875724224</c:v>
                </c:pt>
                <c:pt idx="5266">
                  <c:v>0.10939071861508148</c:v>
                </c:pt>
                <c:pt idx="5267">
                  <c:v>0.17936005345338901</c:v>
                </c:pt>
                <c:pt idx="5268">
                  <c:v>0.15714957025972057</c:v>
                </c:pt>
                <c:pt idx="5269">
                  <c:v>0.17688825744203715</c:v>
                </c:pt>
                <c:pt idx="5270">
                  <c:v>0.16748719763517414</c:v>
                </c:pt>
                <c:pt idx="5271">
                  <c:v>0.15763971433807594</c:v>
                </c:pt>
                <c:pt idx="5272">
                  <c:v>0.14383210244748534</c:v>
                </c:pt>
                <c:pt idx="5273">
                  <c:v>0.11963659556111696</c:v>
                </c:pt>
                <c:pt idx="5274">
                  <c:v>0.15781093686205402</c:v>
                </c:pt>
                <c:pt idx="5275">
                  <c:v>0.11616344858649376</c:v>
                </c:pt>
                <c:pt idx="5276">
                  <c:v>0.1191378685430846</c:v>
                </c:pt>
                <c:pt idx="5277">
                  <c:v>0.16926074802455926</c:v>
                </c:pt>
                <c:pt idx="5278">
                  <c:v>0.13167921108012559</c:v>
                </c:pt>
                <c:pt idx="5279">
                  <c:v>0.13365615723596017</c:v>
                </c:pt>
                <c:pt idx="5280">
                  <c:v>0.12672537848724882</c:v>
                </c:pt>
                <c:pt idx="5281">
                  <c:v>0.12135482752678091</c:v>
                </c:pt>
                <c:pt idx="5282">
                  <c:v>0.12273115934126617</c:v>
                </c:pt>
                <c:pt idx="5283">
                  <c:v>7.3032838248272822E-2</c:v>
                </c:pt>
                <c:pt idx="5284">
                  <c:v>9.7548352942610619E-2</c:v>
                </c:pt>
                <c:pt idx="5285">
                  <c:v>8.6573461300222268E-2</c:v>
                </c:pt>
                <c:pt idx="5286">
                  <c:v>0.11902891387943029</c:v>
                </c:pt>
                <c:pt idx="5287">
                  <c:v>0.1485257781933895</c:v>
                </c:pt>
                <c:pt idx="5288">
                  <c:v>0.15721635131359452</c:v>
                </c:pt>
                <c:pt idx="5289">
                  <c:v>0.20918250030543004</c:v>
                </c:pt>
                <c:pt idx="5290">
                  <c:v>0.18934066156115978</c:v>
                </c:pt>
                <c:pt idx="5291">
                  <c:v>0.21006645248502093</c:v>
                </c:pt>
                <c:pt idx="5292">
                  <c:v>0.15165708478963241</c:v>
                </c:pt>
                <c:pt idx="5293">
                  <c:v>0.12766423454546097</c:v>
                </c:pt>
                <c:pt idx="5294">
                  <c:v>0.15595132657369104</c:v>
                </c:pt>
                <c:pt idx="5295">
                  <c:v>0.14977810099261135</c:v>
                </c:pt>
                <c:pt idx="5296">
                  <c:v>8.6172708340318774E-2</c:v>
                </c:pt>
                <c:pt idx="5297">
                  <c:v>0.11327383510388303</c:v>
                </c:pt>
                <c:pt idx="5298">
                  <c:v>7.8386345380987321E-2</c:v>
                </c:pt>
                <c:pt idx="5299">
                  <c:v>9.5795251326261474E-2</c:v>
                </c:pt>
                <c:pt idx="5300">
                  <c:v>0.10971179606274417</c:v>
                </c:pt>
                <c:pt idx="5301">
                  <c:v>0.10070806007037447</c:v>
                </c:pt>
                <c:pt idx="5302">
                  <c:v>0.10162571208235172</c:v>
                </c:pt>
                <c:pt idx="5303">
                  <c:v>0.10208691735273806</c:v>
                </c:pt>
                <c:pt idx="5304">
                  <c:v>0.11193944803660295</c:v>
                </c:pt>
                <c:pt idx="5305">
                  <c:v>0.10121749872574205</c:v>
                </c:pt>
                <c:pt idx="5306">
                  <c:v>0.11235770014237724</c:v>
                </c:pt>
                <c:pt idx="5307">
                  <c:v>0.15500326587368887</c:v>
                </c:pt>
                <c:pt idx="5308">
                  <c:v>0.13556227542331178</c:v>
                </c:pt>
                <c:pt idx="5309">
                  <c:v>0.10882972835173675</c:v>
                </c:pt>
                <c:pt idx="5310">
                  <c:v>6.1492677718646194E-2</c:v>
                </c:pt>
                <c:pt idx="5311">
                  <c:v>7.2524818950544676E-2</c:v>
                </c:pt>
                <c:pt idx="5312">
                  <c:v>6.1898611547265864E-2</c:v>
                </c:pt>
                <c:pt idx="5313">
                  <c:v>7.9526718854721207E-2</c:v>
                </c:pt>
                <c:pt idx="5314">
                  <c:v>9.86139534948621E-2</c:v>
                </c:pt>
                <c:pt idx="5315">
                  <c:v>7.39389262287342E-2</c:v>
                </c:pt>
                <c:pt idx="5316">
                  <c:v>9.5707128493968327E-2</c:v>
                </c:pt>
                <c:pt idx="5317">
                  <c:v>0.12305141550146309</c:v>
                </c:pt>
                <c:pt idx="5318">
                  <c:v>0.14156458285675966</c:v>
                </c:pt>
                <c:pt idx="5319">
                  <c:v>0.14627496261695652</c:v>
                </c:pt>
                <c:pt idx="5320">
                  <c:v>0.15072523794775985</c:v>
                </c:pt>
                <c:pt idx="5321">
                  <c:v>0.11670662685663528</c:v>
                </c:pt>
                <c:pt idx="5322">
                  <c:v>0.13467224744137762</c:v>
                </c:pt>
                <c:pt idx="5323">
                  <c:v>0.14660447242532232</c:v>
                </c:pt>
                <c:pt idx="5324">
                  <c:v>0.18135498862343336</c:v>
                </c:pt>
                <c:pt idx="5325">
                  <c:v>0.14497839645900168</c:v>
                </c:pt>
                <c:pt idx="5326">
                  <c:v>0.13557473777006543</c:v>
                </c:pt>
                <c:pt idx="5327">
                  <c:v>0.15363017872600215</c:v>
                </c:pt>
                <c:pt idx="5328">
                  <c:v>0.12073150125978757</c:v>
                </c:pt>
                <c:pt idx="5329">
                  <c:v>0.11438586215283643</c:v>
                </c:pt>
                <c:pt idx="5330">
                  <c:v>0.10936407430852828</c:v>
                </c:pt>
                <c:pt idx="5331">
                  <c:v>0.11053874654530911</c:v>
                </c:pt>
                <c:pt idx="5332">
                  <c:v>9.959599478184826E-2</c:v>
                </c:pt>
                <c:pt idx="5333">
                  <c:v>9.8734800056604718E-2</c:v>
                </c:pt>
                <c:pt idx="5334">
                  <c:v>0.10088536332146582</c:v>
                </c:pt>
                <c:pt idx="5335">
                  <c:v>3.4978007985153582E-2</c:v>
                </c:pt>
                <c:pt idx="5336">
                  <c:v>5.0728623364939801E-2</c:v>
                </c:pt>
                <c:pt idx="5337">
                  <c:v>7.5410571295730422E-2</c:v>
                </c:pt>
                <c:pt idx="5338">
                  <c:v>0.13093393279188384</c:v>
                </c:pt>
                <c:pt idx="5339">
                  <c:v>6.955317248005953E-2</c:v>
                </c:pt>
                <c:pt idx="5340">
                  <c:v>8.6728527307167375E-2</c:v>
                </c:pt>
                <c:pt idx="5341">
                  <c:v>-0.84447468218630239</c:v>
                </c:pt>
                <c:pt idx="5342">
                  <c:v>-2.1930961146501944</c:v>
                </c:pt>
                <c:pt idx="5343">
                  <c:v>-1.736787886161524</c:v>
                </c:pt>
                <c:pt idx="5344">
                  <c:v>-1.5796849848415611</c:v>
                </c:pt>
                <c:pt idx="5345">
                  <c:v>-1.2647745457956308</c:v>
                </c:pt>
                <c:pt idx="5346">
                  <c:v>-0.91900617029199838</c:v>
                </c:pt>
                <c:pt idx="5347">
                  <c:v>-0.89609130221566569</c:v>
                </c:pt>
                <c:pt idx="5348">
                  <c:v>-0.46433225510086262</c:v>
                </c:pt>
                <c:pt idx="5349">
                  <c:v>-1.3354651377234272E-2</c:v>
                </c:pt>
                <c:pt idx="5350">
                  <c:v>-0.49937388773270425</c:v>
                </c:pt>
                <c:pt idx="5351">
                  <c:v>-0.10865739853237154</c:v>
                </c:pt>
                <c:pt idx="5352">
                  <c:v>-1.5093165341860044E-2</c:v>
                </c:pt>
                <c:pt idx="5353">
                  <c:v>4.4493132992446047E-2</c:v>
                </c:pt>
                <c:pt idx="5354">
                  <c:v>5.0696114508424255E-2</c:v>
                </c:pt>
                <c:pt idx="5355">
                  <c:v>7.015983975718551E-2</c:v>
                </c:pt>
                <c:pt idx="5356">
                  <c:v>0.10750040534191171</c:v>
                </c:pt>
                <c:pt idx="5357">
                  <c:v>9.4452806084350679E-2</c:v>
                </c:pt>
                <c:pt idx="5358">
                  <c:v>0.10361723383985762</c:v>
                </c:pt>
                <c:pt idx="5359">
                  <c:v>8.7163832771340516E-2</c:v>
                </c:pt>
                <c:pt idx="5360">
                  <c:v>2.3790863273186611E-2</c:v>
                </c:pt>
                <c:pt idx="5361">
                  <c:v>-1.4333024366674334</c:v>
                </c:pt>
                <c:pt idx="5362">
                  <c:v>-1.4751653980381823</c:v>
                </c:pt>
                <c:pt idx="5363">
                  <c:v>-1.4814485573537242</c:v>
                </c:pt>
                <c:pt idx="5364">
                  <c:v>-1.6147739157030063</c:v>
                </c:pt>
                <c:pt idx="5365">
                  <c:v>-1.2508530146634811</c:v>
                </c:pt>
                <c:pt idx="5366">
                  <c:v>-1.7334574820158486</c:v>
                </c:pt>
                <c:pt idx="5367">
                  <c:v>-1.6333816421662066</c:v>
                </c:pt>
                <c:pt idx="5368">
                  <c:v>-1.3148281259013943</c:v>
                </c:pt>
                <c:pt idx="5369">
                  <c:v>-1.2622488017568716</c:v>
                </c:pt>
                <c:pt idx="5370">
                  <c:v>-1.1944217900480729</c:v>
                </c:pt>
                <c:pt idx="5371">
                  <c:v>-1.1294627664644545</c:v>
                </c:pt>
                <c:pt idx="5372">
                  <c:v>-0.89718970016221844</c:v>
                </c:pt>
                <c:pt idx="5373">
                  <c:v>-0.88840392294841475</c:v>
                </c:pt>
                <c:pt idx="5374">
                  <c:v>-0.1637964305405015</c:v>
                </c:pt>
                <c:pt idx="5375">
                  <c:v>-0.13086118672664673</c:v>
                </c:pt>
                <c:pt idx="5376">
                  <c:v>-9.7730129036109836E-2</c:v>
                </c:pt>
                <c:pt idx="5377">
                  <c:v>-6.440325746888953E-2</c:v>
                </c:pt>
                <c:pt idx="5378">
                  <c:v>-3.0880572024987105E-2</c:v>
                </c:pt>
                <c:pt idx="5379">
                  <c:v>2.8379272956011031E-3</c:v>
                </c:pt>
                <c:pt idx="5380">
                  <c:v>3.6752240492871471E-2</c:v>
                </c:pt>
                <c:pt idx="5381">
                  <c:v>7.0862367566825638E-2</c:v>
                </c:pt>
                <c:pt idx="5382">
                  <c:v>0.10516830851746233</c:v>
                </c:pt>
                <c:pt idx="5383">
                  <c:v>0.13967006334478321</c:v>
                </c:pt>
                <c:pt idx="5384">
                  <c:v>0.174367632048787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-0.40310145720270574</c:v>
                </c:pt>
                <c:pt idx="5440">
                  <c:v>-0.52171186614357046</c:v>
                </c:pt>
                <c:pt idx="5441">
                  <c:v>-0.48026947817974036</c:v>
                </c:pt>
                <c:pt idx="5442">
                  <c:v>-0.32884504325766695</c:v>
                </c:pt>
                <c:pt idx="5443">
                  <c:v>-3.3936838399091805E-2</c:v>
                </c:pt>
                <c:pt idx="5444">
                  <c:v>-0.23515617532708363</c:v>
                </c:pt>
                <c:pt idx="5445">
                  <c:v>-0.17273790312259707</c:v>
                </c:pt>
                <c:pt idx="5446">
                  <c:v>2.2865824073963367E-2</c:v>
                </c:pt>
                <c:pt idx="5447">
                  <c:v>-5.1772446167474027E-2</c:v>
                </c:pt>
                <c:pt idx="5448">
                  <c:v>3.2712745670368998E-2</c:v>
                </c:pt>
                <c:pt idx="5449">
                  <c:v>4.2775265666483174E-2</c:v>
                </c:pt>
                <c:pt idx="5450">
                  <c:v>4.7937994618864395E-2</c:v>
                </c:pt>
                <c:pt idx="5451">
                  <c:v>6.8189132575869643E-2</c:v>
                </c:pt>
                <c:pt idx="5452">
                  <c:v>7.0990542384326172E-2</c:v>
                </c:pt>
                <c:pt idx="5453">
                  <c:v>7.7690583271838559E-2</c:v>
                </c:pt>
                <c:pt idx="5454">
                  <c:v>6.9217949993566869E-2</c:v>
                </c:pt>
                <c:pt idx="5455">
                  <c:v>6.399289579492623E-2</c:v>
                </c:pt>
                <c:pt idx="5456">
                  <c:v>7.6093865479729197E-2</c:v>
                </c:pt>
                <c:pt idx="5457">
                  <c:v>8.5663268147178284E-2</c:v>
                </c:pt>
                <c:pt idx="5458">
                  <c:v>0.10245681132405365</c:v>
                </c:pt>
                <c:pt idx="5459">
                  <c:v>7.7183571752657415E-2</c:v>
                </c:pt>
                <c:pt idx="5460">
                  <c:v>0.12375409536860278</c:v>
                </c:pt>
                <c:pt idx="5461">
                  <c:v>0.13127226647845086</c:v>
                </c:pt>
                <c:pt idx="5462">
                  <c:v>3.2681720851996186E-2</c:v>
                </c:pt>
                <c:pt idx="5463">
                  <c:v>7.3910326776738242E-2</c:v>
                </c:pt>
                <c:pt idx="5464">
                  <c:v>5.684844224978941E-2</c:v>
                </c:pt>
                <c:pt idx="5465">
                  <c:v>8.4880231050464591E-2</c:v>
                </c:pt>
                <c:pt idx="5466">
                  <c:v>6.098741886673744E-2</c:v>
                </c:pt>
                <c:pt idx="5467">
                  <c:v>7.6550244803433337E-2</c:v>
                </c:pt>
                <c:pt idx="5468">
                  <c:v>8.2387466599815495E-2</c:v>
                </c:pt>
                <c:pt idx="5469">
                  <c:v>9.5967581642398367E-2</c:v>
                </c:pt>
                <c:pt idx="5470">
                  <c:v>0.10552983955112008</c:v>
                </c:pt>
                <c:pt idx="5471">
                  <c:v>0.17266540200577646</c:v>
                </c:pt>
                <c:pt idx="5472">
                  <c:v>0.1631497609840325</c:v>
                </c:pt>
                <c:pt idx="5473">
                  <c:v>0.1967731849243248</c:v>
                </c:pt>
                <c:pt idx="5474">
                  <c:v>0.17616770713501251</c:v>
                </c:pt>
                <c:pt idx="5475">
                  <c:v>0.17495730887355046</c:v>
                </c:pt>
                <c:pt idx="5476">
                  <c:v>0.16593975923652804</c:v>
                </c:pt>
                <c:pt idx="5477">
                  <c:v>0.27779277341024344</c:v>
                </c:pt>
                <c:pt idx="5478">
                  <c:v>0.33971294768942617</c:v>
                </c:pt>
                <c:pt idx="5479">
                  <c:v>0.32398435662306518</c:v>
                </c:pt>
                <c:pt idx="5480">
                  <c:v>0.39288782253902826</c:v>
                </c:pt>
                <c:pt idx="5481">
                  <c:v>0.43301374081994776</c:v>
                </c:pt>
                <c:pt idx="5482">
                  <c:v>0.50079039983900386</c:v>
                </c:pt>
                <c:pt idx="5483">
                  <c:v>0.48223659449278439</c:v>
                </c:pt>
                <c:pt idx="5484">
                  <c:v>0.58206722311286596</c:v>
                </c:pt>
                <c:pt idx="5485">
                  <c:v>0.59218371500183242</c:v>
                </c:pt>
                <c:pt idx="5486">
                  <c:v>0.6267324590277934</c:v>
                </c:pt>
                <c:pt idx="5487">
                  <c:v>0.63359731695799038</c:v>
                </c:pt>
                <c:pt idx="5488">
                  <c:v>0.6256648286070462</c:v>
                </c:pt>
                <c:pt idx="5489">
                  <c:v>0.62411546688458885</c:v>
                </c:pt>
                <c:pt idx="5490">
                  <c:v>0.60954865362666055</c:v>
                </c:pt>
                <c:pt idx="5491">
                  <c:v>0.57922540604180639</c:v>
                </c:pt>
                <c:pt idx="5492">
                  <c:v>0.61364799213955223</c:v>
                </c:pt>
                <c:pt idx="5493">
                  <c:v>0.63782801182540383</c:v>
                </c:pt>
                <c:pt idx="5494">
                  <c:v>0.69652724094944263</c:v>
                </c:pt>
                <c:pt idx="5495">
                  <c:v>0.68033204933396307</c:v>
                </c:pt>
                <c:pt idx="5496">
                  <c:v>0.6871847100133045</c:v>
                </c:pt>
                <c:pt idx="5497">
                  <c:v>0.71319014697348126</c:v>
                </c:pt>
                <c:pt idx="5498">
                  <c:v>0.69123813209202456</c:v>
                </c:pt>
                <c:pt idx="5499">
                  <c:v>0.69972667823444112</c:v>
                </c:pt>
                <c:pt idx="5500">
                  <c:v>0.63859724990386757</c:v>
                </c:pt>
                <c:pt idx="5501">
                  <c:v>0.62136729088595577</c:v>
                </c:pt>
                <c:pt idx="5502">
                  <c:v>0.66111009127619247</c:v>
                </c:pt>
                <c:pt idx="5503">
                  <c:v>0.62523589715952133</c:v>
                </c:pt>
                <c:pt idx="5504">
                  <c:v>0.67771533267502693</c:v>
                </c:pt>
                <c:pt idx="5505">
                  <c:v>0.69892040040738834</c:v>
                </c:pt>
                <c:pt idx="5506">
                  <c:v>0.76358529036634726</c:v>
                </c:pt>
                <c:pt idx="5507">
                  <c:v>0.72198195211121952</c:v>
                </c:pt>
                <c:pt idx="5508">
                  <c:v>0.6366990993208852</c:v>
                </c:pt>
                <c:pt idx="5509">
                  <c:v>0.45038622194187244</c:v>
                </c:pt>
                <c:pt idx="5510">
                  <c:v>0.36287724249197029</c:v>
                </c:pt>
                <c:pt idx="5511">
                  <c:v>0.22842801702995391</c:v>
                </c:pt>
                <c:pt idx="5512">
                  <c:v>0.17384722379409434</c:v>
                </c:pt>
                <c:pt idx="5513">
                  <c:v>0.1656918303639123</c:v>
                </c:pt>
                <c:pt idx="5514">
                  <c:v>0.17929923622749658</c:v>
                </c:pt>
                <c:pt idx="5515">
                  <c:v>0.13920345419539276</c:v>
                </c:pt>
                <c:pt idx="5516">
                  <c:v>0.14919910507269737</c:v>
                </c:pt>
                <c:pt idx="5517">
                  <c:v>0.14441998483195898</c:v>
                </c:pt>
                <c:pt idx="5518">
                  <c:v>0.15258519964469572</c:v>
                </c:pt>
                <c:pt idx="5519">
                  <c:v>0.16019364420645946</c:v>
                </c:pt>
                <c:pt idx="5520">
                  <c:v>0.16214213726393614</c:v>
                </c:pt>
                <c:pt idx="5521">
                  <c:v>0.18965617721118969</c:v>
                </c:pt>
                <c:pt idx="5522">
                  <c:v>0.18032361231293836</c:v>
                </c:pt>
                <c:pt idx="5523">
                  <c:v>0.21916085223175849</c:v>
                </c:pt>
                <c:pt idx="5524">
                  <c:v>0.24790837952562211</c:v>
                </c:pt>
                <c:pt idx="5525">
                  <c:v>0.23917763263951713</c:v>
                </c:pt>
                <c:pt idx="5526">
                  <c:v>0.24138977399550129</c:v>
                </c:pt>
                <c:pt idx="5527">
                  <c:v>0.23583376949821444</c:v>
                </c:pt>
                <c:pt idx="5528">
                  <c:v>0.24125073781813958</c:v>
                </c:pt>
                <c:pt idx="5529">
                  <c:v>0.22031139594631935</c:v>
                </c:pt>
                <c:pt idx="5530">
                  <c:v>0.18195290956132898</c:v>
                </c:pt>
                <c:pt idx="5531">
                  <c:v>7.8475750455745147E-2</c:v>
                </c:pt>
                <c:pt idx="5532">
                  <c:v>-0.34490291456752359</c:v>
                </c:pt>
                <c:pt idx="5533">
                  <c:v>-0.79150094534093451</c:v>
                </c:pt>
                <c:pt idx="5534">
                  <c:v>-0.91884573598971242</c:v>
                </c:pt>
                <c:pt idx="5535">
                  <c:v>-0.8649565385822241</c:v>
                </c:pt>
                <c:pt idx="5536">
                  <c:v>-0.78191693368168014</c:v>
                </c:pt>
                <c:pt idx="5537">
                  <c:v>-0.77140197525431697</c:v>
                </c:pt>
                <c:pt idx="5538">
                  <c:v>-0.70481232229257629</c:v>
                </c:pt>
                <c:pt idx="5539">
                  <c:v>-0.68357633166356724</c:v>
                </c:pt>
                <c:pt idx="5540">
                  <c:v>-0.36224467993332399</c:v>
                </c:pt>
                <c:pt idx="5541">
                  <c:v>-0.38904977749004466</c:v>
                </c:pt>
                <c:pt idx="5542">
                  <c:v>-9.1288598195803053E-2</c:v>
                </c:pt>
                <c:pt idx="5543">
                  <c:v>-8.0491430726851707E-2</c:v>
                </c:pt>
                <c:pt idx="5544">
                  <c:v>2.5839168603534881E-2</c:v>
                </c:pt>
                <c:pt idx="5545">
                  <c:v>4.5315794542946139E-2</c:v>
                </c:pt>
                <c:pt idx="5546">
                  <c:v>5.3711533139629564E-2</c:v>
                </c:pt>
                <c:pt idx="5547">
                  <c:v>5.3969665849328302E-2</c:v>
                </c:pt>
                <c:pt idx="5548">
                  <c:v>5.5530882682634182E-2</c:v>
                </c:pt>
                <c:pt idx="5549">
                  <c:v>6.875276856906691E-2</c:v>
                </c:pt>
                <c:pt idx="5550">
                  <c:v>6.7300531916481651E-2</c:v>
                </c:pt>
                <c:pt idx="5551">
                  <c:v>6.275938406694459E-2</c:v>
                </c:pt>
                <c:pt idx="5552">
                  <c:v>6.0823652456828636E-2</c:v>
                </c:pt>
                <c:pt idx="5553">
                  <c:v>-0.23287951288553485</c:v>
                </c:pt>
                <c:pt idx="5554">
                  <c:v>-0.27144108940869338</c:v>
                </c:pt>
                <c:pt idx="5555">
                  <c:v>-0.55711151202036657</c:v>
                </c:pt>
                <c:pt idx="5556">
                  <c:v>-0.13408198271706451</c:v>
                </c:pt>
                <c:pt idx="5557">
                  <c:v>-0.77763961264334114</c:v>
                </c:pt>
                <c:pt idx="5558">
                  <c:v>-0.10568754348569107</c:v>
                </c:pt>
                <c:pt idx="5559">
                  <c:v>-0.71615976109518675</c:v>
                </c:pt>
                <c:pt idx="5560">
                  <c:v>-0.41320161948637851</c:v>
                </c:pt>
                <c:pt idx="5561">
                  <c:v>-2.2566172523925602E-3</c:v>
                </c:pt>
                <c:pt idx="5562">
                  <c:v>2.7357740133861455E-2</c:v>
                </c:pt>
                <c:pt idx="5563">
                  <c:v>-2.5366465941882521E-2</c:v>
                </c:pt>
                <c:pt idx="5564">
                  <c:v>1.4255622612463409E-2</c:v>
                </c:pt>
                <c:pt idx="5565">
                  <c:v>7.2065880173150673E-2</c:v>
                </c:pt>
                <c:pt idx="5566">
                  <c:v>9.4248720703572222E-2</c:v>
                </c:pt>
                <c:pt idx="5567">
                  <c:v>8.3413801391220926E-2</c:v>
                </c:pt>
                <c:pt idx="5568">
                  <c:v>8.242685050725336E-2</c:v>
                </c:pt>
                <c:pt idx="5569">
                  <c:v>7.3721399376387831E-2</c:v>
                </c:pt>
                <c:pt idx="5570">
                  <c:v>9.1827865730659028E-2</c:v>
                </c:pt>
                <c:pt idx="5571">
                  <c:v>0.10172424151425234</c:v>
                </c:pt>
                <c:pt idx="5572">
                  <c:v>9.3103594197853592E-2</c:v>
                </c:pt>
                <c:pt idx="5573">
                  <c:v>9.2048332353379961E-2</c:v>
                </c:pt>
                <c:pt idx="5574">
                  <c:v>7.7236843676305844E-2</c:v>
                </c:pt>
                <c:pt idx="5575">
                  <c:v>7.552852652979819E-2</c:v>
                </c:pt>
                <c:pt idx="5576">
                  <c:v>6.1770344929954889E-2</c:v>
                </c:pt>
                <c:pt idx="5577">
                  <c:v>5.9271202508784822E-2</c:v>
                </c:pt>
                <c:pt idx="5578">
                  <c:v>-1.3842133919378467E-2</c:v>
                </c:pt>
                <c:pt idx="5579">
                  <c:v>2.0113968436336078E-2</c:v>
                </c:pt>
                <c:pt idx="5580">
                  <c:v>-0.16963911145263311</c:v>
                </c:pt>
                <c:pt idx="5581">
                  <c:v>-0.39960323642011686</c:v>
                </c:pt>
                <c:pt idx="5582">
                  <c:v>-0.74861582650448133</c:v>
                </c:pt>
                <c:pt idx="5583">
                  <c:v>-0.29119653772839171</c:v>
                </c:pt>
                <c:pt idx="5584">
                  <c:v>-0.86073660358806448</c:v>
                </c:pt>
                <c:pt idx="5585">
                  <c:v>-0.22647458509501089</c:v>
                </c:pt>
                <c:pt idx="5586">
                  <c:v>-6.9208397717389278E-2</c:v>
                </c:pt>
                <c:pt idx="5587">
                  <c:v>-1.8374433540415194E-3</c:v>
                </c:pt>
                <c:pt idx="5588">
                  <c:v>4.3546286338228109E-2</c:v>
                </c:pt>
                <c:pt idx="5589">
                  <c:v>6.7681051152032712E-2</c:v>
                </c:pt>
                <c:pt idx="5590">
                  <c:v>0.11085029064588169</c:v>
                </c:pt>
                <c:pt idx="5591">
                  <c:v>0.11560923071232355</c:v>
                </c:pt>
                <c:pt idx="5592">
                  <c:v>0.1058438703324039</c:v>
                </c:pt>
                <c:pt idx="5593">
                  <c:v>0.1008269298293358</c:v>
                </c:pt>
                <c:pt idx="5594">
                  <c:v>9.4150399870172888E-2</c:v>
                </c:pt>
                <c:pt idx="5595">
                  <c:v>4.989579411299775E-2</c:v>
                </c:pt>
                <c:pt idx="5596">
                  <c:v>8.4674209560899494E-2</c:v>
                </c:pt>
                <c:pt idx="5597">
                  <c:v>2.1401057584603249E-2</c:v>
                </c:pt>
                <c:pt idx="5598">
                  <c:v>6.90890117908846E-2</c:v>
                </c:pt>
                <c:pt idx="5599">
                  <c:v>0.15874354751472788</c:v>
                </c:pt>
                <c:pt idx="5600">
                  <c:v>0.15813851547285079</c:v>
                </c:pt>
                <c:pt idx="5601">
                  <c:v>0.15832175490206657</c:v>
                </c:pt>
                <c:pt idx="5602">
                  <c:v>0.18018467667612917</c:v>
                </c:pt>
                <c:pt idx="5603">
                  <c:v>0.2416833560444987</c:v>
                </c:pt>
                <c:pt idx="5604">
                  <c:v>0.21976542818951222</c:v>
                </c:pt>
                <c:pt idx="5605">
                  <c:v>0.22906199514097914</c:v>
                </c:pt>
                <c:pt idx="5606">
                  <c:v>0.17437912983812862</c:v>
                </c:pt>
                <c:pt idx="5607">
                  <c:v>9.7991138300276573E-2</c:v>
                </c:pt>
                <c:pt idx="5608">
                  <c:v>5.5825974258266013E-2</c:v>
                </c:pt>
                <c:pt idx="5609">
                  <c:v>8.0867623533514649E-2</c:v>
                </c:pt>
                <c:pt idx="5610">
                  <c:v>7.2530548635156428E-2</c:v>
                </c:pt>
                <c:pt idx="5611">
                  <c:v>6.1311606679580424E-2</c:v>
                </c:pt>
                <c:pt idx="5612">
                  <c:v>7.639160225750663E-2</c:v>
                </c:pt>
                <c:pt idx="5613">
                  <c:v>6.5769506033043601E-2</c:v>
                </c:pt>
                <c:pt idx="5614">
                  <c:v>8.573117939009442E-2</c:v>
                </c:pt>
                <c:pt idx="5615">
                  <c:v>7.6157295938664896E-2</c:v>
                </c:pt>
                <c:pt idx="5616">
                  <c:v>8.652787360110982E-2</c:v>
                </c:pt>
                <c:pt idx="5617">
                  <c:v>8.4848006972397305E-2</c:v>
                </c:pt>
                <c:pt idx="5618">
                  <c:v>9.0161949897927904E-2</c:v>
                </c:pt>
                <c:pt idx="5619">
                  <c:v>0.11506641580693448</c:v>
                </c:pt>
                <c:pt idx="5620">
                  <c:v>9.3720553726775416E-2</c:v>
                </c:pt>
                <c:pt idx="5621">
                  <c:v>1.2076243666639459E-2</c:v>
                </c:pt>
                <c:pt idx="5622">
                  <c:v>9.1624883741558485E-2</c:v>
                </c:pt>
                <c:pt idx="5623">
                  <c:v>4.2354608435560125E-2</c:v>
                </c:pt>
                <c:pt idx="5624">
                  <c:v>3.8938338577075467E-2</c:v>
                </c:pt>
                <c:pt idx="5625">
                  <c:v>0.25293302243615329</c:v>
                </c:pt>
                <c:pt idx="5626">
                  <c:v>0.17997805109902579</c:v>
                </c:pt>
                <c:pt idx="5627">
                  <c:v>9.6360483905243682E-2</c:v>
                </c:pt>
                <c:pt idx="5628">
                  <c:v>0.12682534263981643</c:v>
                </c:pt>
                <c:pt idx="5629">
                  <c:v>1.9917329792195539E-2</c:v>
                </c:pt>
                <c:pt idx="5630">
                  <c:v>-1.3408528407105194</c:v>
                </c:pt>
                <c:pt idx="5631">
                  <c:v>-1.2691093365214636</c:v>
                </c:pt>
                <c:pt idx="5632">
                  <c:v>-1.125034236223867</c:v>
                </c:pt>
                <c:pt idx="5633">
                  <c:v>-0.99288236779138417</c:v>
                </c:pt>
                <c:pt idx="5634">
                  <c:v>-0.85424998887165537</c:v>
                </c:pt>
                <c:pt idx="5635">
                  <c:v>-0.71139298954514907</c:v>
                </c:pt>
                <c:pt idx="5636">
                  <c:v>-0.59249660915265812</c:v>
                </c:pt>
                <c:pt idx="5637">
                  <c:v>-0.54752844156774816</c:v>
                </c:pt>
                <c:pt idx="5638">
                  <c:v>-0.47771496067743541</c:v>
                </c:pt>
                <c:pt idx="5639">
                  <c:v>-0.30970994126833706</c:v>
                </c:pt>
                <c:pt idx="5640">
                  <c:v>-2.2273932088122832E-2</c:v>
                </c:pt>
                <c:pt idx="5641">
                  <c:v>2.6710948939745762E-2</c:v>
                </c:pt>
                <c:pt idx="5642">
                  <c:v>4.1417332862833396E-2</c:v>
                </c:pt>
                <c:pt idx="5643">
                  <c:v>3.9910961241043846E-2</c:v>
                </c:pt>
                <c:pt idx="5644">
                  <c:v>6.0201976622010607E-2</c:v>
                </c:pt>
                <c:pt idx="5645">
                  <c:v>5.7177423883510645E-2</c:v>
                </c:pt>
                <c:pt idx="5646">
                  <c:v>5.2586507873654965E-2</c:v>
                </c:pt>
                <c:pt idx="5647">
                  <c:v>-1.8723214664649001E-2</c:v>
                </c:pt>
                <c:pt idx="5648">
                  <c:v>6.9751436570579556E-2</c:v>
                </c:pt>
                <c:pt idx="5649">
                  <c:v>0.10608756646470095</c:v>
                </c:pt>
                <c:pt idx="5650">
                  <c:v>8.7283969944045081E-2</c:v>
                </c:pt>
                <c:pt idx="5651">
                  <c:v>0.14146994322245185</c:v>
                </c:pt>
                <c:pt idx="5652">
                  <c:v>0.11826147670286166</c:v>
                </c:pt>
                <c:pt idx="5653">
                  <c:v>6.6899957050798972E-2</c:v>
                </c:pt>
                <c:pt idx="5654">
                  <c:v>9.612664223657276E-2</c:v>
                </c:pt>
                <c:pt idx="5655">
                  <c:v>0.12725134825257509</c:v>
                </c:pt>
                <c:pt idx="5656">
                  <c:v>7.5441255098774931E-2</c:v>
                </c:pt>
                <c:pt idx="5657">
                  <c:v>7.2399904421388023E-2</c:v>
                </c:pt>
                <c:pt idx="5658">
                  <c:v>6.951807996080317E-2</c:v>
                </c:pt>
                <c:pt idx="5659">
                  <c:v>7.6492301677393792E-2</c:v>
                </c:pt>
                <c:pt idx="5660">
                  <c:v>9.3171093829485754E-2</c:v>
                </c:pt>
                <c:pt idx="5661">
                  <c:v>9.870244228296457E-2</c:v>
                </c:pt>
                <c:pt idx="5662">
                  <c:v>9.8464414885246626E-2</c:v>
                </c:pt>
                <c:pt idx="5663">
                  <c:v>0.10919340881464266</c:v>
                </c:pt>
                <c:pt idx="5664">
                  <c:v>6.4998033043032769E-2</c:v>
                </c:pt>
                <c:pt idx="5665">
                  <c:v>7.8029039615555212E-2</c:v>
                </c:pt>
                <c:pt idx="5666">
                  <c:v>0.1352027920613568</c:v>
                </c:pt>
                <c:pt idx="5667">
                  <c:v>0.1941287693620897</c:v>
                </c:pt>
                <c:pt idx="5668">
                  <c:v>0.18617589531668974</c:v>
                </c:pt>
                <c:pt idx="5669">
                  <c:v>0.16824908384990589</c:v>
                </c:pt>
                <c:pt idx="5670">
                  <c:v>0.12424832681702613</c:v>
                </c:pt>
                <c:pt idx="5671">
                  <c:v>0.22910280819648762</c:v>
                </c:pt>
                <c:pt idx="5672">
                  <c:v>0.27728172560505293</c:v>
                </c:pt>
                <c:pt idx="5673">
                  <c:v>0.33012030228884298</c:v>
                </c:pt>
                <c:pt idx="5674">
                  <c:v>0.28225698003434119</c:v>
                </c:pt>
                <c:pt idx="5675">
                  <c:v>0.56415194224370768</c:v>
                </c:pt>
                <c:pt idx="5676">
                  <c:v>0.1843130400226877</c:v>
                </c:pt>
                <c:pt idx="5677">
                  <c:v>0.10041437173880595</c:v>
                </c:pt>
                <c:pt idx="5678">
                  <c:v>0.13786272518460757</c:v>
                </c:pt>
                <c:pt idx="5679">
                  <c:v>0.12586600702828377</c:v>
                </c:pt>
                <c:pt idx="5680">
                  <c:v>0.13113874475012199</c:v>
                </c:pt>
                <c:pt idx="5681">
                  <c:v>0.11773359942657319</c:v>
                </c:pt>
                <c:pt idx="5682">
                  <c:v>0.12815103930851743</c:v>
                </c:pt>
                <c:pt idx="5683">
                  <c:v>8.0618882637521483E-2</c:v>
                </c:pt>
                <c:pt idx="5684">
                  <c:v>9.3374013636838227E-2</c:v>
                </c:pt>
                <c:pt idx="5685">
                  <c:v>9.1289676275250461E-2</c:v>
                </c:pt>
                <c:pt idx="5686">
                  <c:v>7.6828884895929997E-2</c:v>
                </c:pt>
                <c:pt idx="5687">
                  <c:v>9.5073813367719751E-2</c:v>
                </c:pt>
                <c:pt idx="5688">
                  <c:v>8.3968823844780063E-2</c:v>
                </c:pt>
                <c:pt idx="5689">
                  <c:v>9.1198412481827432E-2</c:v>
                </c:pt>
                <c:pt idx="5690">
                  <c:v>0.18852852496065167</c:v>
                </c:pt>
                <c:pt idx="5691">
                  <c:v>0.72732407558424794</c:v>
                </c:pt>
                <c:pt idx="5692">
                  <c:v>0.73486452950843173</c:v>
                </c:pt>
                <c:pt idx="5693">
                  <c:v>0.6408694673172618</c:v>
                </c:pt>
                <c:pt idx="5694">
                  <c:v>0.60120021967576209</c:v>
                </c:pt>
                <c:pt idx="5695">
                  <c:v>0.61507789871912644</c:v>
                </c:pt>
                <c:pt idx="5696">
                  <c:v>0.43409110656355754</c:v>
                </c:pt>
                <c:pt idx="5697">
                  <c:v>0.34807018704434128</c:v>
                </c:pt>
                <c:pt idx="5698">
                  <c:v>6.4594914778423079E-2</c:v>
                </c:pt>
                <c:pt idx="5699">
                  <c:v>0.12987148418689018</c:v>
                </c:pt>
                <c:pt idx="5700">
                  <c:v>0.10318295353361553</c:v>
                </c:pt>
                <c:pt idx="5701">
                  <c:v>0.11095881978486884</c:v>
                </c:pt>
                <c:pt idx="5702">
                  <c:v>6.2286144058536122E-2</c:v>
                </c:pt>
                <c:pt idx="5703">
                  <c:v>0.13416614645414324</c:v>
                </c:pt>
                <c:pt idx="5704">
                  <c:v>0.12196402763095973</c:v>
                </c:pt>
                <c:pt idx="5705">
                  <c:v>3.6531187895016019E-2</c:v>
                </c:pt>
                <c:pt idx="5706">
                  <c:v>9.0105838899215515E-2</c:v>
                </c:pt>
                <c:pt idx="5707">
                  <c:v>9.25312488701453E-2</c:v>
                </c:pt>
                <c:pt idx="5708">
                  <c:v>9.101487694324728E-2</c:v>
                </c:pt>
                <c:pt idx="5709">
                  <c:v>8.27783493897844E-2</c:v>
                </c:pt>
                <c:pt idx="5710">
                  <c:v>0.1021840440002737</c:v>
                </c:pt>
                <c:pt idx="5711">
                  <c:v>0.10522805759937583</c:v>
                </c:pt>
                <c:pt idx="5712">
                  <c:v>8.3701351649567893E-2</c:v>
                </c:pt>
                <c:pt idx="5713">
                  <c:v>7.8193033854771138E-2</c:v>
                </c:pt>
                <c:pt idx="5714">
                  <c:v>6.3284471366485864E-2</c:v>
                </c:pt>
                <c:pt idx="5715">
                  <c:v>9.8972967338305948E-2</c:v>
                </c:pt>
                <c:pt idx="5716">
                  <c:v>0.10233710238974049</c:v>
                </c:pt>
                <c:pt idx="5717">
                  <c:v>8.0529211980550061E-2</c:v>
                </c:pt>
                <c:pt idx="5718">
                  <c:v>5.4726760819158574E-2</c:v>
                </c:pt>
                <c:pt idx="5719">
                  <c:v>3.8878810612940136E-2</c:v>
                </c:pt>
                <c:pt idx="5720">
                  <c:v>0.19989980203648777</c:v>
                </c:pt>
                <c:pt idx="5721">
                  <c:v>8.5690162975406423E-2</c:v>
                </c:pt>
                <c:pt idx="5722">
                  <c:v>-0.79485411801625816</c:v>
                </c:pt>
                <c:pt idx="5723">
                  <c:v>-1.2581163640936466</c:v>
                </c:pt>
                <c:pt idx="5724">
                  <c:v>-1.3393733311984446</c:v>
                </c:pt>
                <c:pt idx="5725">
                  <c:v>-1.326363956423749</c:v>
                </c:pt>
                <c:pt idx="5726">
                  <c:v>-1.2321060333598486</c:v>
                </c:pt>
                <c:pt idx="5727">
                  <c:v>-1.3332006932800842</c:v>
                </c:pt>
                <c:pt idx="5728">
                  <c:v>-0.40264892301921401</c:v>
                </c:pt>
                <c:pt idx="5729">
                  <c:v>-0.13985635799885165</c:v>
                </c:pt>
                <c:pt idx="5730">
                  <c:v>-7.9211336309068597E-2</c:v>
                </c:pt>
                <c:pt idx="5731">
                  <c:v>-1.5804474243386286E-2</c:v>
                </c:pt>
                <c:pt idx="5732">
                  <c:v>2.8093931625784177E-2</c:v>
                </c:pt>
                <c:pt idx="5733">
                  <c:v>4.0537533312203118E-2</c:v>
                </c:pt>
                <c:pt idx="5734">
                  <c:v>5.2323588292800136E-2</c:v>
                </c:pt>
                <c:pt idx="5735">
                  <c:v>8.0034462805105372E-2</c:v>
                </c:pt>
                <c:pt idx="5736">
                  <c:v>8.9528047836624408E-2</c:v>
                </c:pt>
                <c:pt idx="5737">
                  <c:v>8.545877930360421E-2</c:v>
                </c:pt>
                <c:pt idx="5738">
                  <c:v>9.5510566790816251E-2</c:v>
                </c:pt>
                <c:pt idx="5739">
                  <c:v>9.6394353707844146E-2</c:v>
                </c:pt>
                <c:pt idx="5740">
                  <c:v>8.191869221614563E-2</c:v>
                </c:pt>
                <c:pt idx="5741">
                  <c:v>7.7015257232259715E-2</c:v>
                </c:pt>
                <c:pt idx="5742">
                  <c:v>5.3351181771612556E-2</c:v>
                </c:pt>
                <c:pt idx="5743">
                  <c:v>1.6358495751743089E-2</c:v>
                </c:pt>
                <c:pt idx="5744">
                  <c:v>-0.17552786765791159</c:v>
                </c:pt>
                <c:pt idx="5745">
                  <c:v>-0.11562762799212344</c:v>
                </c:pt>
                <c:pt idx="5746">
                  <c:v>-0.29975033346706953</c:v>
                </c:pt>
                <c:pt idx="5747">
                  <c:v>-0.14086978100450789</c:v>
                </c:pt>
                <c:pt idx="5748">
                  <c:v>-0.14534688706991175</c:v>
                </c:pt>
                <c:pt idx="5749">
                  <c:v>-7.3270649789087733E-2</c:v>
                </c:pt>
                <c:pt idx="5750">
                  <c:v>-7.6378946990865101E-2</c:v>
                </c:pt>
                <c:pt idx="5751">
                  <c:v>-5.2916652229735774E-2</c:v>
                </c:pt>
                <c:pt idx="5752">
                  <c:v>0.30430830274642029</c:v>
                </c:pt>
                <c:pt idx="5753">
                  <c:v>0.48554848496363096</c:v>
                </c:pt>
                <c:pt idx="5754">
                  <c:v>0.63076419665354289</c:v>
                </c:pt>
                <c:pt idx="5755">
                  <c:v>0.69198120536564567</c:v>
                </c:pt>
                <c:pt idx="5756">
                  <c:v>0.67400874380701903</c:v>
                </c:pt>
                <c:pt idx="5757">
                  <c:v>0.67086731672717947</c:v>
                </c:pt>
                <c:pt idx="5758">
                  <c:v>0.66919972537439198</c:v>
                </c:pt>
                <c:pt idx="5759">
                  <c:v>0.70500670826500189</c:v>
                </c:pt>
                <c:pt idx="5760">
                  <c:v>0.67946756855570445</c:v>
                </c:pt>
                <c:pt idx="5761">
                  <c:v>0.48807772720069315</c:v>
                </c:pt>
                <c:pt idx="5762">
                  <c:v>0.24648025549279368</c:v>
                </c:pt>
                <c:pt idx="5763">
                  <c:v>0.11711722309723142</c:v>
                </c:pt>
                <c:pt idx="5764">
                  <c:v>9.9444958181218068E-2</c:v>
                </c:pt>
                <c:pt idx="5765">
                  <c:v>0.10335145188517149</c:v>
                </c:pt>
                <c:pt idx="5766">
                  <c:v>8.3588235705128175E-2</c:v>
                </c:pt>
                <c:pt idx="5767">
                  <c:v>4.8336795958618277E-2</c:v>
                </c:pt>
                <c:pt idx="5768">
                  <c:v>7.8372069111484921E-2</c:v>
                </c:pt>
                <c:pt idx="5769">
                  <c:v>-0.21188550626927627</c:v>
                </c:pt>
                <c:pt idx="5770">
                  <c:v>-0.48012239199682333</c:v>
                </c:pt>
                <c:pt idx="5771">
                  <c:v>-1.2327237225358139</c:v>
                </c:pt>
                <c:pt idx="5772">
                  <c:v>-1.1689838156610965</c:v>
                </c:pt>
                <c:pt idx="5773">
                  <c:v>-1.1766910468980019</c:v>
                </c:pt>
                <c:pt idx="5774">
                  <c:v>-1.0611986712624031</c:v>
                </c:pt>
                <c:pt idx="5775">
                  <c:v>-0.97341538980583053</c:v>
                </c:pt>
                <c:pt idx="5776">
                  <c:v>-1.0059740238198718</c:v>
                </c:pt>
                <c:pt idx="5777">
                  <c:v>-0.88133853711114063</c:v>
                </c:pt>
                <c:pt idx="5778">
                  <c:v>-0.87388856784107516</c:v>
                </c:pt>
                <c:pt idx="5779">
                  <c:v>-0.79517614597579478</c:v>
                </c:pt>
                <c:pt idx="5780">
                  <c:v>-0.59252494007041967</c:v>
                </c:pt>
                <c:pt idx="5781">
                  <c:v>-0.49870238905045783</c:v>
                </c:pt>
                <c:pt idx="5782">
                  <c:v>-0.38734726258229751</c:v>
                </c:pt>
                <c:pt idx="5783">
                  <c:v>2.8415205500407609E-3</c:v>
                </c:pt>
                <c:pt idx="5784">
                  <c:v>-8.3891467440556505E-3</c:v>
                </c:pt>
                <c:pt idx="5785">
                  <c:v>1.8645387114457606E-2</c:v>
                </c:pt>
                <c:pt idx="5786">
                  <c:v>5.2570092646862687E-2</c:v>
                </c:pt>
                <c:pt idx="5787">
                  <c:v>8.9015291977100439E-2</c:v>
                </c:pt>
                <c:pt idx="5788">
                  <c:v>7.7361025376406004E-2</c:v>
                </c:pt>
                <c:pt idx="5789">
                  <c:v>7.2107132552135342E-2</c:v>
                </c:pt>
                <c:pt idx="5790">
                  <c:v>3.8310514583238302E-2</c:v>
                </c:pt>
                <c:pt idx="5791">
                  <c:v>3.7324215118739318E-2</c:v>
                </c:pt>
                <c:pt idx="5792">
                  <c:v>-0.1043821041838885</c:v>
                </c:pt>
                <c:pt idx="5793">
                  <c:v>-1.0455494510167953</c:v>
                </c:pt>
                <c:pt idx="5794">
                  <c:v>-1.219773806750823</c:v>
                </c:pt>
                <c:pt idx="5795">
                  <c:v>-1.4750349830924363</c:v>
                </c:pt>
                <c:pt idx="5796">
                  <c:v>-1.6751288438295726</c:v>
                </c:pt>
                <c:pt idx="5797">
                  <c:v>-1.4422843678402102</c:v>
                </c:pt>
                <c:pt idx="5798">
                  <c:v>-1.5399465507520098</c:v>
                </c:pt>
                <c:pt idx="5799">
                  <c:v>-1.7205143377265522</c:v>
                </c:pt>
                <c:pt idx="5800">
                  <c:v>-1.677583027230388</c:v>
                </c:pt>
                <c:pt idx="5801">
                  <c:v>-1.551178735173772</c:v>
                </c:pt>
                <c:pt idx="5802">
                  <c:v>-1.4827028306792189</c:v>
                </c:pt>
                <c:pt idx="5803">
                  <c:v>-1.3377426827251384</c:v>
                </c:pt>
                <c:pt idx="5804">
                  <c:v>-1.3457460252349638</c:v>
                </c:pt>
                <c:pt idx="5805">
                  <c:v>-1.2013149739347355</c:v>
                </c:pt>
                <c:pt idx="5806">
                  <c:v>-0.87960159302933383</c:v>
                </c:pt>
                <c:pt idx="5807">
                  <c:v>-0.25284566330056507</c:v>
                </c:pt>
                <c:pt idx="5808">
                  <c:v>5.2084672993975067E-2</c:v>
                </c:pt>
                <c:pt idx="5809">
                  <c:v>8.0693270063123282E-2</c:v>
                </c:pt>
                <c:pt idx="5810">
                  <c:v>7.0095493217340821E-2</c:v>
                </c:pt>
                <c:pt idx="5811">
                  <c:v>7.3121180668769034E-2</c:v>
                </c:pt>
                <c:pt idx="5812">
                  <c:v>0.15193418136292849</c:v>
                </c:pt>
                <c:pt idx="5813">
                  <c:v>7.9320088571338904E-2</c:v>
                </c:pt>
                <c:pt idx="5814">
                  <c:v>4.5011929115156321E-2</c:v>
                </c:pt>
                <c:pt idx="5815">
                  <c:v>-0.40799515970434092</c:v>
                </c:pt>
                <c:pt idx="5816">
                  <c:v>-1.521261554263456</c:v>
                </c:pt>
                <c:pt idx="5817">
                  <c:v>-1.491707248042407</c:v>
                </c:pt>
                <c:pt idx="5818">
                  <c:v>-1.4102666079982582</c:v>
                </c:pt>
                <c:pt idx="5819">
                  <c:v>-1.8919087736374016</c:v>
                </c:pt>
                <c:pt idx="5820">
                  <c:v>-1.8181540018037565</c:v>
                </c:pt>
                <c:pt idx="5821">
                  <c:v>-1.8090695975454092</c:v>
                </c:pt>
                <c:pt idx="5822">
                  <c:v>-1.9355334253473453</c:v>
                </c:pt>
                <c:pt idx="5823">
                  <c:v>-1.9488692715988605</c:v>
                </c:pt>
                <c:pt idx="5824">
                  <c:v>-2.1509727666015426</c:v>
                </c:pt>
                <c:pt idx="5825">
                  <c:v>-2.0902388759231245</c:v>
                </c:pt>
                <c:pt idx="5826">
                  <c:v>-1.7045030489120589</c:v>
                </c:pt>
                <c:pt idx="5827">
                  <c:v>-1.7661292479213273</c:v>
                </c:pt>
                <c:pt idx="5828">
                  <c:v>-1.6507622942038276</c:v>
                </c:pt>
                <c:pt idx="5829">
                  <c:v>-1.4933137223260506</c:v>
                </c:pt>
                <c:pt idx="5830">
                  <c:v>-1.2243775847590315</c:v>
                </c:pt>
                <c:pt idx="5831">
                  <c:v>-0.5153064613647067</c:v>
                </c:pt>
                <c:pt idx="5832">
                  <c:v>-0.19327136092550826</c:v>
                </c:pt>
                <c:pt idx="5833">
                  <c:v>-6.7751676472851449E-2</c:v>
                </c:pt>
                <c:pt idx="5834">
                  <c:v>-2.2963180932609774E-3</c:v>
                </c:pt>
                <c:pt idx="5835">
                  <c:v>5.2748249644589122E-2</c:v>
                </c:pt>
                <c:pt idx="5836">
                  <c:v>8.9241164038418294E-2</c:v>
                </c:pt>
                <c:pt idx="5837">
                  <c:v>9.2295826876931164E-2</c:v>
                </c:pt>
                <c:pt idx="5838">
                  <c:v>7.6204254525972528E-2</c:v>
                </c:pt>
                <c:pt idx="5839">
                  <c:v>-0.31880476355738752</c:v>
                </c:pt>
                <c:pt idx="5840">
                  <c:v>-1.6699693153382356</c:v>
                </c:pt>
                <c:pt idx="5841">
                  <c:v>-1.9132068516332899</c:v>
                </c:pt>
                <c:pt idx="5842">
                  <c:v>-2.1915204358143412</c:v>
                </c:pt>
                <c:pt idx="5843">
                  <c:v>-2.6251774124635436</c:v>
                </c:pt>
                <c:pt idx="5844">
                  <c:v>-2.572528652755008</c:v>
                </c:pt>
                <c:pt idx="5845">
                  <c:v>-2.5054601849237126</c:v>
                </c:pt>
                <c:pt idx="5846">
                  <c:v>-2.7862179548928356</c:v>
                </c:pt>
                <c:pt idx="5847">
                  <c:v>-3.4369626879707398</c:v>
                </c:pt>
                <c:pt idx="5848">
                  <c:v>-2.6933675964220574</c:v>
                </c:pt>
                <c:pt idx="5849">
                  <c:v>-2.3516261662155586</c:v>
                </c:pt>
                <c:pt idx="5850">
                  <c:v>-1.9828550539056014</c:v>
                </c:pt>
                <c:pt idx="5851">
                  <c:v>-1.4182405810891252</c:v>
                </c:pt>
                <c:pt idx="5852">
                  <c:v>-1.212659411532796</c:v>
                </c:pt>
                <c:pt idx="5853">
                  <c:v>-1.0809858555650822</c:v>
                </c:pt>
                <c:pt idx="5854">
                  <c:v>-0.86153742865880423</c:v>
                </c:pt>
                <c:pt idx="5855">
                  <c:v>-0.57927562838476276</c:v>
                </c:pt>
                <c:pt idx="5856">
                  <c:v>-0.15478706688545571</c:v>
                </c:pt>
                <c:pt idx="5857">
                  <c:v>-0.10157359292039209</c:v>
                </c:pt>
                <c:pt idx="5858">
                  <c:v>-3.1580289099680935E-2</c:v>
                </c:pt>
                <c:pt idx="5859">
                  <c:v>-6.3191989775239726E-4</c:v>
                </c:pt>
                <c:pt idx="5860">
                  <c:v>3.3527997904671536E-2</c:v>
                </c:pt>
                <c:pt idx="5861">
                  <c:v>3.3828089854740055E-2</c:v>
                </c:pt>
                <c:pt idx="5862">
                  <c:v>2.2028354042010461E-2</c:v>
                </c:pt>
                <c:pt idx="5863">
                  <c:v>-0.33442526161582503</c:v>
                </c:pt>
                <c:pt idx="5864">
                  <c:v>-1.7548973287192535</c:v>
                </c:pt>
                <c:pt idx="5865">
                  <c:v>-2.1820226012636055</c:v>
                </c:pt>
                <c:pt idx="5866">
                  <c:v>-2.0123779006190889</c:v>
                </c:pt>
                <c:pt idx="5867">
                  <c:v>-2.1125517122374702</c:v>
                </c:pt>
                <c:pt idx="5868">
                  <c:v>-1.9570154948286866</c:v>
                </c:pt>
                <c:pt idx="5869">
                  <c:v>-2.1148643241684875</c:v>
                </c:pt>
                <c:pt idx="5870">
                  <c:v>-2.2584412650485328</c:v>
                </c:pt>
                <c:pt idx="5871">
                  <c:v>-1.8366509898545869</c:v>
                </c:pt>
                <c:pt idx="5872">
                  <c:v>-1.4255444459007711</c:v>
                </c:pt>
                <c:pt idx="5873">
                  <c:v>-1.496207586211729</c:v>
                </c:pt>
                <c:pt idx="5874">
                  <c:v>-1.5861957831580189</c:v>
                </c:pt>
                <c:pt idx="5875">
                  <c:v>-1.308598094474634</c:v>
                </c:pt>
                <c:pt idx="5876">
                  <c:v>-0.7563883148224414</c:v>
                </c:pt>
                <c:pt idx="5877">
                  <c:v>-0.36005965148117541</c:v>
                </c:pt>
                <c:pt idx="5878">
                  <c:v>6.5122114553461785E-2</c:v>
                </c:pt>
                <c:pt idx="5879">
                  <c:v>-3.5488274600020738E-3</c:v>
                </c:pt>
                <c:pt idx="5880">
                  <c:v>7.1305870461606913E-2</c:v>
                </c:pt>
                <c:pt idx="5881">
                  <c:v>7.3429310622040986E-2</c:v>
                </c:pt>
                <c:pt idx="5882">
                  <c:v>8.1772012320224227E-2</c:v>
                </c:pt>
                <c:pt idx="5883">
                  <c:v>8.7094579965537697E-2</c:v>
                </c:pt>
                <c:pt idx="5884">
                  <c:v>8.4061854657764737E-2</c:v>
                </c:pt>
                <c:pt idx="5885">
                  <c:v>0.44356339980297299</c:v>
                </c:pt>
                <c:pt idx="5886">
                  <c:v>0.85914259289253114</c:v>
                </c:pt>
                <c:pt idx="5887">
                  <c:v>0.53734365676665041</c:v>
                </c:pt>
                <c:pt idx="5888">
                  <c:v>9.3488027162878337E-2</c:v>
                </c:pt>
                <c:pt idx="5889">
                  <c:v>9.3364768291003944E-2</c:v>
                </c:pt>
                <c:pt idx="5890">
                  <c:v>4.0955290692468921E-2</c:v>
                </c:pt>
                <c:pt idx="5891">
                  <c:v>7.454646562612964E-2</c:v>
                </c:pt>
                <c:pt idx="5892">
                  <c:v>7.1205149305690218E-2</c:v>
                </c:pt>
                <c:pt idx="5893">
                  <c:v>-7.0804155390347442E-2</c:v>
                </c:pt>
                <c:pt idx="5894">
                  <c:v>-0.26188497361777124</c:v>
                </c:pt>
                <c:pt idx="5895">
                  <c:v>-0.24713941728843961</c:v>
                </c:pt>
                <c:pt idx="5896">
                  <c:v>-0.3906753511550568</c:v>
                </c:pt>
                <c:pt idx="5897">
                  <c:v>-0.22004680929985035</c:v>
                </c:pt>
                <c:pt idx="5898">
                  <c:v>-0.25469214879153551</c:v>
                </c:pt>
                <c:pt idx="5899">
                  <c:v>-0.53092150358589796</c:v>
                </c:pt>
                <c:pt idx="5900">
                  <c:v>-0.12830862684702035</c:v>
                </c:pt>
                <c:pt idx="5901">
                  <c:v>-0.16441087010024605</c:v>
                </c:pt>
                <c:pt idx="5902">
                  <c:v>6.9154588178082302E-2</c:v>
                </c:pt>
                <c:pt idx="5903">
                  <c:v>7.9261896141241059E-2</c:v>
                </c:pt>
                <c:pt idx="5904">
                  <c:v>8.7062638206819018E-2</c:v>
                </c:pt>
                <c:pt idx="5905">
                  <c:v>8.5898165517701422E-2</c:v>
                </c:pt>
                <c:pt idx="5906">
                  <c:v>7.3965024306764771E-2</c:v>
                </c:pt>
                <c:pt idx="5907">
                  <c:v>0.67832918607121961</c:v>
                </c:pt>
                <c:pt idx="5908">
                  <c:v>0.9743037723404343</c:v>
                </c:pt>
                <c:pt idx="5909">
                  <c:v>1.0272065542894699</c:v>
                </c:pt>
                <c:pt idx="5910">
                  <c:v>1.0067142958804607</c:v>
                </c:pt>
                <c:pt idx="5911">
                  <c:v>0.87072645141361582</c:v>
                </c:pt>
                <c:pt idx="5912">
                  <c:v>0.73310780076511239</c:v>
                </c:pt>
                <c:pt idx="5913">
                  <c:v>0.42715003843813376</c:v>
                </c:pt>
                <c:pt idx="5914">
                  <c:v>7.3350802875775972E-2</c:v>
                </c:pt>
                <c:pt idx="5915">
                  <c:v>4.3989028744103847E-2</c:v>
                </c:pt>
                <c:pt idx="5916">
                  <c:v>3.8930402888579914E-2</c:v>
                </c:pt>
                <c:pt idx="5917">
                  <c:v>2.4378511357428034E-2</c:v>
                </c:pt>
                <c:pt idx="5918">
                  <c:v>-0.35208920268837934</c:v>
                </c:pt>
                <c:pt idx="5919">
                  <c:v>-0.99530227965769236</c:v>
                </c:pt>
                <c:pt idx="5920">
                  <c:v>-0.26062022051376443</c:v>
                </c:pt>
                <c:pt idx="5921">
                  <c:v>4.7367302486981963E-3</c:v>
                </c:pt>
                <c:pt idx="5922">
                  <c:v>1.4746012544467337E-2</c:v>
                </c:pt>
                <c:pt idx="5923">
                  <c:v>2.3090963458607856E-2</c:v>
                </c:pt>
                <c:pt idx="5924">
                  <c:v>2.9912431352867634E-2</c:v>
                </c:pt>
                <c:pt idx="5925">
                  <c:v>4.4504742770296292E-2</c:v>
                </c:pt>
                <c:pt idx="5926">
                  <c:v>6.2469448673859271E-2</c:v>
                </c:pt>
                <c:pt idx="5927">
                  <c:v>7.0130706359086373E-2</c:v>
                </c:pt>
                <c:pt idx="5928">
                  <c:v>6.1338610797587373E-2</c:v>
                </c:pt>
                <c:pt idx="5929">
                  <c:v>7.8795768353706303E-2</c:v>
                </c:pt>
                <c:pt idx="5930">
                  <c:v>9.6297702083357181E-2</c:v>
                </c:pt>
                <c:pt idx="5931">
                  <c:v>8.6846485492590983E-2</c:v>
                </c:pt>
                <c:pt idx="5932">
                  <c:v>0.10161518703341917</c:v>
                </c:pt>
                <c:pt idx="5933">
                  <c:v>9.3949024078671464E-2</c:v>
                </c:pt>
                <c:pt idx="5934">
                  <c:v>3.9585648722881055E-2</c:v>
                </c:pt>
                <c:pt idx="5935">
                  <c:v>4.8179875845157601E-2</c:v>
                </c:pt>
                <c:pt idx="5936">
                  <c:v>5.8045545736127073E-2</c:v>
                </c:pt>
                <c:pt idx="5937">
                  <c:v>0.10747602283738755</c:v>
                </c:pt>
                <c:pt idx="5938">
                  <c:v>5.4856155736285946E-2</c:v>
                </c:pt>
                <c:pt idx="5939">
                  <c:v>-0.14896707970292011</c:v>
                </c:pt>
                <c:pt idx="5940">
                  <c:v>-1.0102151652307059</c:v>
                </c:pt>
                <c:pt idx="5941">
                  <c:v>-1.0535693917132292</c:v>
                </c:pt>
                <c:pt idx="5942">
                  <c:v>-0.80551533005535003</c:v>
                </c:pt>
                <c:pt idx="5943">
                  <c:v>-0.850706624249295</c:v>
                </c:pt>
                <c:pt idx="5944">
                  <c:v>-0.75409407910946991</c:v>
                </c:pt>
                <c:pt idx="5945">
                  <c:v>-0.84813037610262865</c:v>
                </c:pt>
                <c:pt idx="5946">
                  <c:v>-0.82868087371395072</c:v>
                </c:pt>
                <c:pt idx="5947">
                  <c:v>-0.61176000054816793</c:v>
                </c:pt>
                <c:pt idx="5948">
                  <c:v>-0.56678015470434129</c:v>
                </c:pt>
                <c:pt idx="5949">
                  <c:v>-8.1006936499437576E-2</c:v>
                </c:pt>
                <c:pt idx="5950">
                  <c:v>-0.38068751127935202</c:v>
                </c:pt>
                <c:pt idx="5951">
                  <c:v>-5.2894421932839254E-3</c:v>
                </c:pt>
                <c:pt idx="5952">
                  <c:v>8.8833475168285519E-3</c:v>
                </c:pt>
                <c:pt idx="5953">
                  <c:v>-2.4248813660418095E-3</c:v>
                </c:pt>
                <c:pt idx="5954">
                  <c:v>4.4118813777921713E-2</c:v>
                </c:pt>
                <c:pt idx="5955">
                  <c:v>0.10534995024218381</c:v>
                </c:pt>
                <c:pt idx="5956">
                  <c:v>9.2560466953928403E-2</c:v>
                </c:pt>
                <c:pt idx="5957">
                  <c:v>8.3677290733434051E-2</c:v>
                </c:pt>
                <c:pt idx="5958">
                  <c:v>7.6190322703831304E-2</c:v>
                </c:pt>
                <c:pt idx="5959">
                  <c:v>5.2560486991749367E-2</c:v>
                </c:pt>
                <c:pt idx="5960">
                  <c:v>5.8567375314301479E-2</c:v>
                </c:pt>
                <c:pt idx="5961">
                  <c:v>5.5042384900165858E-2</c:v>
                </c:pt>
                <c:pt idx="5962">
                  <c:v>9.7933137382906946E-2</c:v>
                </c:pt>
                <c:pt idx="5963">
                  <c:v>9.2300300624844987E-3</c:v>
                </c:pt>
                <c:pt idx="5964">
                  <c:v>-1.0936239122247535</c:v>
                </c:pt>
                <c:pt idx="5965">
                  <c:v>-0.99762795208276711</c:v>
                </c:pt>
                <c:pt idx="5966">
                  <c:v>-0.70637497135073868</c:v>
                </c:pt>
                <c:pt idx="5967">
                  <c:v>-0.52048377257399681</c:v>
                </c:pt>
                <c:pt idx="5968">
                  <c:v>-0.58970525513578576</c:v>
                </c:pt>
                <c:pt idx="5969">
                  <c:v>-0.38233185005174802</c:v>
                </c:pt>
                <c:pt idx="5970">
                  <c:v>-0.24166797599860312</c:v>
                </c:pt>
                <c:pt idx="5971">
                  <c:v>-0.33326787703422267</c:v>
                </c:pt>
                <c:pt idx="5972">
                  <c:v>-3.3901313898729704E-2</c:v>
                </c:pt>
                <c:pt idx="5973">
                  <c:v>5.0737077871035458E-2</c:v>
                </c:pt>
                <c:pt idx="5974">
                  <c:v>7.3996239105063644E-2</c:v>
                </c:pt>
                <c:pt idx="5975">
                  <c:v>0.10913283196540606</c:v>
                </c:pt>
                <c:pt idx="5976">
                  <c:v>8.1726263956632447E-2</c:v>
                </c:pt>
                <c:pt idx="5977">
                  <c:v>8.5140304586317467E-2</c:v>
                </c:pt>
                <c:pt idx="5978">
                  <c:v>8.9187768318265262E-2</c:v>
                </c:pt>
                <c:pt idx="5979">
                  <c:v>8.0747877109471733E-2</c:v>
                </c:pt>
                <c:pt idx="5980">
                  <c:v>8.9890180096394268E-2</c:v>
                </c:pt>
                <c:pt idx="5981">
                  <c:v>8.2080475658094829E-2</c:v>
                </c:pt>
                <c:pt idx="5982">
                  <c:v>7.526921759710449E-2</c:v>
                </c:pt>
                <c:pt idx="5983">
                  <c:v>6.4916686931505457E-2</c:v>
                </c:pt>
                <c:pt idx="5984">
                  <c:v>7.8658864919272389E-2</c:v>
                </c:pt>
                <c:pt idx="5985">
                  <c:v>9.4536852211956998E-2</c:v>
                </c:pt>
                <c:pt idx="5986">
                  <c:v>0.1045838972272691</c:v>
                </c:pt>
                <c:pt idx="5987">
                  <c:v>8.8762850034864907E-2</c:v>
                </c:pt>
                <c:pt idx="5988">
                  <c:v>0.1081491457819521</c:v>
                </c:pt>
                <c:pt idx="5989">
                  <c:v>0.10971468194264671</c:v>
                </c:pt>
                <c:pt idx="5990">
                  <c:v>9.9423377458451243E-2</c:v>
                </c:pt>
                <c:pt idx="5991">
                  <c:v>9.1580486963570615E-2</c:v>
                </c:pt>
                <c:pt idx="5992">
                  <c:v>0.13194226365972495</c:v>
                </c:pt>
                <c:pt idx="5993">
                  <c:v>7.4260606392705902E-2</c:v>
                </c:pt>
                <c:pt idx="5994">
                  <c:v>8.1739788540637265E-2</c:v>
                </c:pt>
                <c:pt idx="5995">
                  <c:v>9.6266724734399109E-2</c:v>
                </c:pt>
                <c:pt idx="5996">
                  <c:v>9.0633550234332658E-2</c:v>
                </c:pt>
                <c:pt idx="5997">
                  <c:v>0.10425642753436279</c:v>
                </c:pt>
                <c:pt idx="5998">
                  <c:v>8.5859975236499714E-2</c:v>
                </c:pt>
                <c:pt idx="5999">
                  <c:v>0.62476269306660548</c:v>
                </c:pt>
                <c:pt idx="6000">
                  <c:v>1.019884167959459</c:v>
                </c:pt>
                <c:pt idx="6001">
                  <c:v>0.83134420068106496</c:v>
                </c:pt>
                <c:pt idx="6002">
                  <c:v>0.7867322527039905</c:v>
                </c:pt>
                <c:pt idx="6003">
                  <c:v>0.67601196125624652</c:v>
                </c:pt>
                <c:pt idx="6004">
                  <c:v>0.63718918760135601</c:v>
                </c:pt>
                <c:pt idx="6005">
                  <c:v>0.61346127390240124</c:v>
                </c:pt>
                <c:pt idx="6006">
                  <c:v>0.590105496223991</c:v>
                </c:pt>
                <c:pt idx="6007">
                  <c:v>0.57167757070380709</c:v>
                </c:pt>
                <c:pt idx="6008">
                  <c:v>0.53049392801435791</c:v>
                </c:pt>
                <c:pt idx="6009">
                  <c:v>0.49641184148126399</c:v>
                </c:pt>
                <c:pt idx="6010">
                  <c:v>0.18628772990729081</c:v>
                </c:pt>
                <c:pt idx="6011">
                  <c:v>8.8226480188217465E-2</c:v>
                </c:pt>
                <c:pt idx="6012">
                  <c:v>7.7819746385439689E-2</c:v>
                </c:pt>
                <c:pt idx="6013">
                  <c:v>8.1129219072484549E-2</c:v>
                </c:pt>
                <c:pt idx="6014">
                  <c:v>0.13989658727765372</c:v>
                </c:pt>
                <c:pt idx="6015">
                  <c:v>8.1106971289839486E-2</c:v>
                </c:pt>
                <c:pt idx="6016">
                  <c:v>-2.0607006461530207E-2</c:v>
                </c:pt>
                <c:pt idx="6017">
                  <c:v>-0.19034498999846844</c:v>
                </c:pt>
                <c:pt idx="6018">
                  <c:v>-0.40434029562347157</c:v>
                </c:pt>
                <c:pt idx="6019">
                  <c:v>-0.42178968765358804</c:v>
                </c:pt>
                <c:pt idx="6020">
                  <c:v>-8.8991212860743504E-2</c:v>
                </c:pt>
                <c:pt idx="6021">
                  <c:v>7.5911289127177289E-2</c:v>
                </c:pt>
                <c:pt idx="6022">
                  <c:v>6.7999997078169644E-2</c:v>
                </c:pt>
                <c:pt idx="6023">
                  <c:v>8.7796368486503115E-2</c:v>
                </c:pt>
                <c:pt idx="6024">
                  <c:v>8.2622905638706765E-2</c:v>
                </c:pt>
                <c:pt idx="6025">
                  <c:v>8.0949177456929103E-2</c:v>
                </c:pt>
                <c:pt idx="6026">
                  <c:v>7.9305391007387718E-2</c:v>
                </c:pt>
                <c:pt idx="6027">
                  <c:v>0.52219665917006375</c:v>
                </c:pt>
                <c:pt idx="6028">
                  <c:v>0.94504352100078948</c:v>
                </c:pt>
                <c:pt idx="6029">
                  <c:v>0.91175319635522389</c:v>
                </c:pt>
                <c:pt idx="6030">
                  <c:v>0.77439916976204259</c:v>
                </c:pt>
                <c:pt idx="6031">
                  <c:v>0.6717066481925078</c:v>
                </c:pt>
                <c:pt idx="6032">
                  <c:v>0.43394158933400329</c:v>
                </c:pt>
                <c:pt idx="6033">
                  <c:v>0.1382482248022337</c:v>
                </c:pt>
                <c:pt idx="6034">
                  <c:v>0.10869676549237996</c:v>
                </c:pt>
                <c:pt idx="6035">
                  <c:v>7.5147434878376454E-2</c:v>
                </c:pt>
                <c:pt idx="6036">
                  <c:v>7.961050274930552E-2</c:v>
                </c:pt>
                <c:pt idx="6037">
                  <c:v>5.3431672670089102E-2</c:v>
                </c:pt>
                <c:pt idx="6038">
                  <c:v>-0.29646253896351216</c:v>
                </c:pt>
                <c:pt idx="6039">
                  <c:v>-3.5505820901615387E-2</c:v>
                </c:pt>
                <c:pt idx="6040">
                  <c:v>-0.25536561529034979</c:v>
                </c:pt>
                <c:pt idx="6041">
                  <c:v>-0.37014184826310947</c:v>
                </c:pt>
                <c:pt idx="6042">
                  <c:v>-0.38046916453276647</c:v>
                </c:pt>
                <c:pt idx="6043">
                  <c:v>-0.1062354426915421</c:v>
                </c:pt>
                <c:pt idx="6044">
                  <c:v>1.8653069301182709E-2</c:v>
                </c:pt>
                <c:pt idx="6045">
                  <c:v>-4.6411001664298908E-2</c:v>
                </c:pt>
                <c:pt idx="6046">
                  <c:v>7.0083590920622024E-2</c:v>
                </c:pt>
                <c:pt idx="6047">
                  <c:v>8.0574183790690992E-2</c:v>
                </c:pt>
                <c:pt idx="6048">
                  <c:v>7.3946050558460416E-2</c:v>
                </c:pt>
                <c:pt idx="6049">
                  <c:v>8.3392681621902637E-2</c:v>
                </c:pt>
                <c:pt idx="6050">
                  <c:v>7.9209768928131488E-2</c:v>
                </c:pt>
                <c:pt idx="6051">
                  <c:v>8.4097749377216466E-2</c:v>
                </c:pt>
                <c:pt idx="6052">
                  <c:v>8.4905556870932694E-2</c:v>
                </c:pt>
                <c:pt idx="6053">
                  <c:v>8.3499108165570032E-2</c:v>
                </c:pt>
                <c:pt idx="6054">
                  <c:v>7.7588319639945141E-2</c:v>
                </c:pt>
                <c:pt idx="6055">
                  <c:v>7.6710426974553186E-2</c:v>
                </c:pt>
                <c:pt idx="6056">
                  <c:v>6.6462663154115018E-2</c:v>
                </c:pt>
                <c:pt idx="6057">
                  <c:v>7.9704826533451498E-2</c:v>
                </c:pt>
                <c:pt idx="6058">
                  <c:v>2.8108413686749031E-2</c:v>
                </c:pt>
                <c:pt idx="6059">
                  <c:v>-0.20995515963999559</c:v>
                </c:pt>
                <c:pt idx="6060">
                  <c:v>-0.56945347590462658</c:v>
                </c:pt>
                <c:pt idx="6061">
                  <c:v>-0.32802232369519224</c:v>
                </c:pt>
                <c:pt idx="6062">
                  <c:v>-0.68524567764199207</c:v>
                </c:pt>
                <c:pt idx="6063">
                  <c:v>-0.37262125868682122</c:v>
                </c:pt>
                <c:pt idx="6064">
                  <c:v>-1.1962181834365224</c:v>
                </c:pt>
                <c:pt idx="6065">
                  <c:v>-0.56563973757474106</c:v>
                </c:pt>
                <c:pt idx="6066">
                  <c:v>-0.79124396891385929</c:v>
                </c:pt>
                <c:pt idx="6067">
                  <c:v>-0.80610290628644488</c:v>
                </c:pt>
                <c:pt idx="6068">
                  <c:v>-0.73968719600746458</c:v>
                </c:pt>
                <c:pt idx="6069">
                  <c:v>-0.75919836804013852</c:v>
                </c:pt>
                <c:pt idx="6070">
                  <c:v>-0.25652978393975023</c:v>
                </c:pt>
                <c:pt idx="6071">
                  <c:v>5.9822475031108241E-2</c:v>
                </c:pt>
                <c:pt idx="6072">
                  <c:v>7.5850610336374677E-2</c:v>
                </c:pt>
                <c:pt idx="6073">
                  <c:v>6.6374378703855402E-2</c:v>
                </c:pt>
                <c:pt idx="6074">
                  <c:v>5.0704121257941347E-2</c:v>
                </c:pt>
                <c:pt idx="6075">
                  <c:v>4.8903252698158477E-2</c:v>
                </c:pt>
                <c:pt idx="6076">
                  <c:v>6.923327475878796E-2</c:v>
                </c:pt>
                <c:pt idx="6077">
                  <c:v>9.5290838860566884E-2</c:v>
                </c:pt>
                <c:pt idx="6078">
                  <c:v>7.11708977320782E-2</c:v>
                </c:pt>
                <c:pt idx="6079">
                  <c:v>5.0660786727456206E-2</c:v>
                </c:pt>
                <c:pt idx="6080">
                  <c:v>-0.41628812417194633</c:v>
                </c:pt>
                <c:pt idx="6081">
                  <c:v>-0.5568324341688009</c:v>
                </c:pt>
                <c:pt idx="6082">
                  <c:v>-0.75121781553197486</c:v>
                </c:pt>
                <c:pt idx="6083">
                  <c:v>-0.79460280967659946</c:v>
                </c:pt>
                <c:pt idx="6084">
                  <c:v>-1.2470726679989332</c:v>
                </c:pt>
                <c:pt idx="6085">
                  <c:v>-1.1942779501229561</c:v>
                </c:pt>
                <c:pt idx="6086">
                  <c:v>-1.1322135293323825</c:v>
                </c:pt>
                <c:pt idx="6087">
                  <c:v>-1.2619580839846709</c:v>
                </c:pt>
                <c:pt idx="6088">
                  <c:v>-1.2997909368547866</c:v>
                </c:pt>
                <c:pt idx="6089">
                  <c:v>-0.9155156679029457</c:v>
                </c:pt>
                <c:pt idx="6090">
                  <c:v>-1.3075964934765834</c:v>
                </c:pt>
                <c:pt idx="6091">
                  <c:v>-0.67168836903684437</c:v>
                </c:pt>
                <c:pt idx="6092">
                  <c:v>-0.98224081136210306</c:v>
                </c:pt>
                <c:pt idx="6093">
                  <c:v>-0.8837737289787897</c:v>
                </c:pt>
                <c:pt idx="6094">
                  <c:v>-0.8804373897478891</c:v>
                </c:pt>
                <c:pt idx="6095">
                  <c:v>-0.69232607900034038</c:v>
                </c:pt>
                <c:pt idx="6096">
                  <c:v>-2.8465639231101188E-2</c:v>
                </c:pt>
                <c:pt idx="6097">
                  <c:v>-4.3443708426780026E-2</c:v>
                </c:pt>
                <c:pt idx="6098">
                  <c:v>-3.781750645666427E-2</c:v>
                </c:pt>
                <c:pt idx="6099">
                  <c:v>1.3402305572007099E-2</c:v>
                </c:pt>
                <c:pt idx="6100">
                  <c:v>4.4003495868196844E-2</c:v>
                </c:pt>
                <c:pt idx="6101">
                  <c:v>6.5705427858214774E-2</c:v>
                </c:pt>
                <c:pt idx="6102">
                  <c:v>5.605601108464249E-2</c:v>
                </c:pt>
                <c:pt idx="6103">
                  <c:v>-0.54676756349120503</c:v>
                </c:pt>
                <c:pt idx="6104">
                  <c:v>-1.1063495699051782</c:v>
                </c:pt>
                <c:pt idx="6105">
                  <c:v>-0.69699540525952863</c:v>
                </c:pt>
                <c:pt idx="6106">
                  <c:v>-0.92995861101788813</c:v>
                </c:pt>
                <c:pt idx="6107">
                  <c:v>-1.0129859839914563</c:v>
                </c:pt>
                <c:pt idx="6108">
                  <c:v>-1.3296372096123799</c:v>
                </c:pt>
                <c:pt idx="6109">
                  <c:v>-1.2565098302521982</c:v>
                </c:pt>
                <c:pt idx="6110">
                  <c:v>-1.4007333897332699</c:v>
                </c:pt>
                <c:pt idx="6111">
                  <c:v>-1.7181957377764825</c:v>
                </c:pt>
                <c:pt idx="6112">
                  <c:v>-1.4887333839070946</c:v>
                </c:pt>
                <c:pt idx="6113">
                  <c:v>-1.4391695966740088</c:v>
                </c:pt>
                <c:pt idx="6114">
                  <c:v>-1.4087086608167769</c:v>
                </c:pt>
                <c:pt idx="6115">
                  <c:v>-1.2279279080286776</c:v>
                </c:pt>
                <c:pt idx="6116">
                  <c:v>-1.2145058295392579</c:v>
                </c:pt>
                <c:pt idx="6117">
                  <c:v>-1.1966793383633696</c:v>
                </c:pt>
                <c:pt idx="6118">
                  <c:v>-0.99711758432204667</c:v>
                </c:pt>
                <c:pt idx="6119">
                  <c:v>-0.38506338646927746</c:v>
                </c:pt>
                <c:pt idx="6120">
                  <c:v>3.2789384554219932E-2</c:v>
                </c:pt>
                <c:pt idx="6121">
                  <c:v>6.3195719504533579E-2</c:v>
                </c:pt>
                <c:pt idx="6122">
                  <c:v>7.7009796787928686E-2</c:v>
                </c:pt>
                <c:pt idx="6123">
                  <c:v>3.5169575080391431E-2</c:v>
                </c:pt>
                <c:pt idx="6124">
                  <c:v>6.9280255522769424E-2</c:v>
                </c:pt>
                <c:pt idx="6125">
                  <c:v>6.6166737411436791E-2</c:v>
                </c:pt>
                <c:pt idx="6126">
                  <c:v>8.1237704044636386E-2</c:v>
                </c:pt>
                <c:pt idx="6127">
                  <c:v>-0.2656610564260935</c:v>
                </c:pt>
                <c:pt idx="6128">
                  <c:v>-0.47987526860905627</c:v>
                </c:pt>
                <c:pt idx="6129">
                  <c:v>-0.13568382416216121</c:v>
                </c:pt>
                <c:pt idx="6130">
                  <c:v>-0.24062376262153296</c:v>
                </c:pt>
                <c:pt idx="6131">
                  <c:v>-0.43142312759545165</c:v>
                </c:pt>
                <c:pt idx="6132">
                  <c:v>-0.42636263691207454</c:v>
                </c:pt>
                <c:pt idx="6133">
                  <c:v>-0.68166887943499577</c:v>
                </c:pt>
                <c:pt idx="6134">
                  <c:v>-0.56646970208581759</c:v>
                </c:pt>
                <c:pt idx="6135">
                  <c:v>-0.66144660846476222</c:v>
                </c:pt>
                <c:pt idx="6136">
                  <c:v>-0.94359179845376362</c:v>
                </c:pt>
                <c:pt idx="6137">
                  <c:v>-0.79182449228533891</c:v>
                </c:pt>
                <c:pt idx="6138">
                  <c:v>-0.83146689852043432</c:v>
                </c:pt>
                <c:pt idx="6139">
                  <c:v>-0.7976186528128012</c:v>
                </c:pt>
                <c:pt idx="6140">
                  <c:v>-0.62611990984256916</c:v>
                </c:pt>
                <c:pt idx="6141">
                  <c:v>-0.66742657709466113</c:v>
                </c:pt>
                <c:pt idx="6142">
                  <c:v>-0.53212644579657664</c:v>
                </c:pt>
                <c:pt idx="6143">
                  <c:v>-0.15625904196174431</c:v>
                </c:pt>
                <c:pt idx="6144">
                  <c:v>-2.3434350043506708E-2</c:v>
                </c:pt>
                <c:pt idx="6145">
                  <c:v>1.6717011294315968E-2</c:v>
                </c:pt>
                <c:pt idx="6146">
                  <c:v>2.4983289286797994E-2</c:v>
                </c:pt>
                <c:pt idx="6147">
                  <c:v>3.5533787313460109E-2</c:v>
                </c:pt>
                <c:pt idx="6148">
                  <c:v>5.2099480920795277E-2</c:v>
                </c:pt>
                <c:pt idx="6149">
                  <c:v>6.0508333080366593E-2</c:v>
                </c:pt>
                <c:pt idx="6150">
                  <c:v>4.5987404462404818E-2</c:v>
                </c:pt>
                <c:pt idx="6151">
                  <c:v>-0.52375353463054575</c:v>
                </c:pt>
                <c:pt idx="6152">
                  <c:v>-0.83733439094753237</c:v>
                </c:pt>
                <c:pt idx="6153">
                  <c:v>-0.71896736386928939</c:v>
                </c:pt>
                <c:pt idx="6154">
                  <c:v>-0.89257710798035184</c:v>
                </c:pt>
                <c:pt idx="6155">
                  <c:v>-1.3647194401034086</c:v>
                </c:pt>
                <c:pt idx="6156">
                  <c:v>-0.97129978486844848</c:v>
                </c:pt>
                <c:pt idx="6157">
                  <c:v>-0.94569165598429883</c:v>
                </c:pt>
                <c:pt idx="6158">
                  <c:v>-1.1047780374304417</c:v>
                </c:pt>
                <c:pt idx="6159">
                  <c:v>-1.2038301143917176</c:v>
                </c:pt>
                <c:pt idx="6160">
                  <c:v>-1.1155777185301365</c:v>
                </c:pt>
                <c:pt idx="6161">
                  <c:v>-1.0470138469957599</c:v>
                </c:pt>
                <c:pt idx="6162">
                  <c:v>-0.93055836775236678</c:v>
                </c:pt>
                <c:pt idx="6163">
                  <c:v>-0.80069075164289194</c:v>
                </c:pt>
                <c:pt idx="6164">
                  <c:v>-0.72894968762540591</c:v>
                </c:pt>
                <c:pt idx="6165">
                  <c:v>-0.38952540293947419</c:v>
                </c:pt>
                <c:pt idx="6166">
                  <c:v>-0.45123374349502926</c:v>
                </c:pt>
                <c:pt idx="6167">
                  <c:v>-0.15290755452106228</c:v>
                </c:pt>
                <c:pt idx="6168">
                  <c:v>4.5226807347894214E-2</c:v>
                </c:pt>
                <c:pt idx="6169">
                  <c:v>4.8832998790674681E-2</c:v>
                </c:pt>
                <c:pt idx="6170">
                  <c:v>3.1913919508242808E-2</c:v>
                </c:pt>
                <c:pt idx="6171">
                  <c:v>4.3433300165648878E-2</c:v>
                </c:pt>
                <c:pt idx="6172">
                  <c:v>6.5506976322041943E-2</c:v>
                </c:pt>
                <c:pt idx="6173">
                  <c:v>6.8884113984831755E-2</c:v>
                </c:pt>
                <c:pt idx="6174">
                  <c:v>8.1045756848564438E-2</c:v>
                </c:pt>
                <c:pt idx="6175">
                  <c:v>-0.37639940711414949</c:v>
                </c:pt>
                <c:pt idx="6176">
                  <c:v>-0.80840781267708151</c:v>
                </c:pt>
                <c:pt idx="6177">
                  <c:v>-0.87375155568992391</c:v>
                </c:pt>
                <c:pt idx="6178">
                  <c:v>-1.3463978250622861</c:v>
                </c:pt>
                <c:pt idx="6179">
                  <c:v>-1.392510647581916</c:v>
                </c:pt>
                <c:pt idx="6180">
                  <c:v>-1.4589953947714249</c:v>
                </c:pt>
                <c:pt idx="6181">
                  <c:v>-1.7208793073336326</c:v>
                </c:pt>
                <c:pt idx="6182">
                  <c:v>-0.96121113624350485</c:v>
                </c:pt>
                <c:pt idx="6183">
                  <c:v>-0.61388418701905789</c:v>
                </c:pt>
                <c:pt idx="6184">
                  <c:v>-0.71877914744205429</c:v>
                </c:pt>
                <c:pt idx="6185">
                  <c:v>-0.8089433407775779</c:v>
                </c:pt>
                <c:pt idx="6186">
                  <c:v>-0.94916018212193687</c:v>
                </c:pt>
                <c:pt idx="6187">
                  <c:v>-1.037453260212793</c:v>
                </c:pt>
                <c:pt idx="6188">
                  <c:v>-0.98173059335106805</c:v>
                </c:pt>
                <c:pt idx="6189">
                  <c:v>-0.70479139760596421</c:v>
                </c:pt>
                <c:pt idx="6190">
                  <c:v>-0.8242566529953157</c:v>
                </c:pt>
                <c:pt idx="6191">
                  <c:v>-0.37501259960816813</c:v>
                </c:pt>
                <c:pt idx="6192">
                  <c:v>-5.4268545462536361E-3</c:v>
                </c:pt>
                <c:pt idx="6193">
                  <c:v>-8.1708829920663761E-3</c:v>
                </c:pt>
                <c:pt idx="6194">
                  <c:v>6.8057549865518929E-3</c:v>
                </c:pt>
                <c:pt idx="6195">
                  <c:v>4.7488839169394371E-2</c:v>
                </c:pt>
                <c:pt idx="6196">
                  <c:v>6.439815542467503E-2</c:v>
                </c:pt>
                <c:pt idx="6197">
                  <c:v>6.8011134833390718E-2</c:v>
                </c:pt>
                <c:pt idx="6198">
                  <c:v>7.2907667673351856E-2</c:v>
                </c:pt>
                <c:pt idx="6199">
                  <c:v>7.9668367352775202E-2</c:v>
                </c:pt>
                <c:pt idx="6200">
                  <c:v>8.1965043695591197E-2</c:v>
                </c:pt>
                <c:pt idx="6201">
                  <c:v>7.9914794706732559E-2</c:v>
                </c:pt>
                <c:pt idx="6202">
                  <c:v>-0.46146322972029091</c:v>
                </c:pt>
                <c:pt idx="6203">
                  <c:v>-0.746977712209971</c:v>
                </c:pt>
                <c:pt idx="6204">
                  <c:v>-0.68192282499044121</c:v>
                </c:pt>
                <c:pt idx="6205">
                  <c:v>-0.84710330097448916</c:v>
                </c:pt>
                <c:pt idx="6206">
                  <c:v>-0.97446489231688693</c:v>
                </c:pt>
                <c:pt idx="6207">
                  <c:v>-0.91728653897672241</c:v>
                </c:pt>
                <c:pt idx="6208">
                  <c:v>-1.1300793267714555</c:v>
                </c:pt>
                <c:pt idx="6209">
                  <c:v>-1.0627576690972704</c:v>
                </c:pt>
                <c:pt idx="6210">
                  <c:v>-0.26209062255887078</c:v>
                </c:pt>
                <c:pt idx="6211">
                  <c:v>-0.6224076677189766</c:v>
                </c:pt>
                <c:pt idx="6212">
                  <c:v>-0.49275490326046922</c:v>
                </c:pt>
                <c:pt idx="6213">
                  <c:v>-0.35295227957194775</c:v>
                </c:pt>
                <c:pt idx="6214">
                  <c:v>-0.64198864870112593</c:v>
                </c:pt>
                <c:pt idx="6215">
                  <c:v>-0.10587460049774221</c:v>
                </c:pt>
                <c:pt idx="6216">
                  <c:v>-0.1033863993073134</c:v>
                </c:pt>
                <c:pt idx="6217">
                  <c:v>1.1253450053709264E-2</c:v>
                </c:pt>
                <c:pt idx="6218">
                  <c:v>4.7618233344295491E-2</c:v>
                </c:pt>
                <c:pt idx="6219">
                  <c:v>4.7663224562764249E-2</c:v>
                </c:pt>
                <c:pt idx="6220">
                  <c:v>7.5414720960420789E-2</c:v>
                </c:pt>
                <c:pt idx="6221">
                  <c:v>7.9971292730229557E-2</c:v>
                </c:pt>
                <c:pt idx="6222">
                  <c:v>7.9795011482986136E-2</c:v>
                </c:pt>
                <c:pt idx="6223">
                  <c:v>8.5707942339071308E-2</c:v>
                </c:pt>
                <c:pt idx="6224">
                  <c:v>8.5992754547611308E-2</c:v>
                </c:pt>
                <c:pt idx="6225">
                  <c:v>9.2499535596126448E-2</c:v>
                </c:pt>
                <c:pt idx="6226">
                  <c:v>0.10158172624646696</c:v>
                </c:pt>
                <c:pt idx="6227">
                  <c:v>9.3133168288795865E-2</c:v>
                </c:pt>
                <c:pt idx="6228">
                  <c:v>0.10119463868713226</c:v>
                </c:pt>
                <c:pt idx="6229">
                  <c:v>8.5566984985475519E-2</c:v>
                </c:pt>
                <c:pt idx="6230">
                  <c:v>7.8197127667399072E-2</c:v>
                </c:pt>
                <c:pt idx="6231">
                  <c:v>8.3338325105873856E-2</c:v>
                </c:pt>
                <c:pt idx="6232">
                  <c:v>9.465197870047308E-2</c:v>
                </c:pt>
                <c:pt idx="6233">
                  <c:v>9.5387264518512704E-2</c:v>
                </c:pt>
                <c:pt idx="6234">
                  <c:v>8.834542430765352E-2</c:v>
                </c:pt>
                <c:pt idx="6235">
                  <c:v>0.10840045792620287</c:v>
                </c:pt>
                <c:pt idx="6236">
                  <c:v>8.9423429392031406E-2</c:v>
                </c:pt>
                <c:pt idx="6237">
                  <c:v>0.10105872805227288</c:v>
                </c:pt>
                <c:pt idx="6238">
                  <c:v>8.8355293629932066E-2</c:v>
                </c:pt>
                <c:pt idx="6239">
                  <c:v>9.6808248068034175E-2</c:v>
                </c:pt>
                <c:pt idx="6240">
                  <c:v>9.8341398556610962E-2</c:v>
                </c:pt>
                <c:pt idx="6241">
                  <c:v>8.5861695244871958E-2</c:v>
                </c:pt>
                <c:pt idx="6242">
                  <c:v>8.4934777542128068E-2</c:v>
                </c:pt>
                <c:pt idx="6243">
                  <c:v>8.4893223662578357E-2</c:v>
                </c:pt>
                <c:pt idx="6244">
                  <c:v>8.538671995762849E-2</c:v>
                </c:pt>
                <c:pt idx="6245">
                  <c:v>8.0626995946997695E-2</c:v>
                </c:pt>
                <c:pt idx="6246">
                  <c:v>7.8583590007581736E-2</c:v>
                </c:pt>
                <c:pt idx="6247">
                  <c:v>7.5540861725847785E-2</c:v>
                </c:pt>
                <c:pt idx="6248">
                  <c:v>8.1485670319101214E-2</c:v>
                </c:pt>
                <c:pt idx="6249">
                  <c:v>7.6091690331225606E-2</c:v>
                </c:pt>
                <c:pt idx="6250">
                  <c:v>8.7245974327921777E-2</c:v>
                </c:pt>
                <c:pt idx="6251">
                  <c:v>8.9675641009896861E-2</c:v>
                </c:pt>
                <c:pt idx="6252">
                  <c:v>8.3648559323840896E-2</c:v>
                </c:pt>
                <c:pt idx="6253">
                  <c:v>7.1470522008410489E-2</c:v>
                </c:pt>
                <c:pt idx="6254">
                  <c:v>1.8883187090395877E-2</c:v>
                </c:pt>
                <c:pt idx="6255">
                  <c:v>-0.32239983146687901</c:v>
                </c:pt>
                <c:pt idx="6256">
                  <c:v>-0.50149268242485823</c:v>
                </c:pt>
                <c:pt idx="6257">
                  <c:v>-0.40439245311971783</c:v>
                </c:pt>
                <c:pt idx="6258">
                  <c:v>-0.41898754667805099</c:v>
                </c:pt>
                <c:pt idx="6259">
                  <c:v>-0.32653459022056036</c:v>
                </c:pt>
                <c:pt idx="6260">
                  <c:v>-0.15411165800317969</c:v>
                </c:pt>
                <c:pt idx="6261">
                  <c:v>5.6737940590651417E-2</c:v>
                </c:pt>
                <c:pt idx="6262">
                  <c:v>6.8046234326615204E-2</c:v>
                </c:pt>
                <c:pt idx="6263">
                  <c:v>9.0683710552957014E-2</c:v>
                </c:pt>
                <c:pt idx="6264">
                  <c:v>9.6507186665815911E-2</c:v>
                </c:pt>
                <c:pt idx="6265">
                  <c:v>7.7365957335844532E-2</c:v>
                </c:pt>
                <c:pt idx="6266">
                  <c:v>8.66763842716331E-2</c:v>
                </c:pt>
                <c:pt idx="6267">
                  <c:v>8.7882720216724386E-2</c:v>
                </c:pt>
                <c:pt idx="6268">
                  <c:v>7.6817038345486602E-2</c:v>
                </c:pt>
                <c:pt idx="6269">
                  <c:v>8.8653515788227402E-2</c:v>
                </c:pt>
                <c:pt idx="6270">
                  <c:v>9.2511002124884723E-2</c:v>
                </c:pt>
                <c:pt idx="6271">
                  <c:v>8.2446187961737111E-2</c:v>
                </c:pt>
                <c:pt idx="6272">
                  <c:v>7.3210304984797692E-2</c:v>
                </c:pt>
                <c:pt idx="6273">
                  <c:v>8.318101712751802E-2</c:v>
                </c:pt>
                <c:pt idx="6274">
                  <c:v>8.4400598431103355E-2</c:v>
                </c:pt>
                <c:pt idx="6275">
                  <c:v>0.11688886263126738</c:v>
                </c:pt>
                <c:pt idx="6276">
                  <c:v>-0.73177066457250339</c:v>
                </c:pt>
                <c:pt idx="6277">
                  <c:v>-0.61696193365272223</c:v>
                </c:pt>
                <c:pt idx="6278">
                  <c:v>-0.56516671826304565</c:v>
                </c:pt>
                <c:pt idx="6279">
                  <c:v>-0.80650435530552544</c:v>
                </c:pt>
                <c:pt idx="6280">
                  <c:v>-0.78290099466470364</c:v>
                </c:pt>
                <c:pt idx="6281">
                  <c:v>-0.62774437228210112</c:v>
                </c:pt>
                <c:pt idx="6282">
                  <c:v>-0.63360767957525932</c:v>
                </c:pt>
                <c:pt idx="6283">
                  <c:v>-0.29402908279252299</c:v>
                </c:pt>
                <c:pt idx="6284">
                  <c:v>-0.61775544964781393</c:v>
                </c:pt>
                <c:pt idx="6285">
                  <c:v>-0.53835331794750974</c:v>
                </c:pt>
                <c:pt idx="6286">
                  <c:v>-0.68054803163991318</c:v>
                </c:pt>
                <c:pt idx="6287">
                  <c:v>3.4224971735820418E-2</c:v>
                </c:pt>
                <c:pt idx="6288">
                  <c:v>5.0900321267937032E-2</c:v>
                </c:pt>
                <c:pt idx="6289">
                  <c:v>4.7604293315822839E-2</c:v>
                </c:pt>
                <c:pt idx="6290">
                  <c:v>3.7871101417568831E-2</c:v>
                </c:pt>
                <c:pt idx="6291">
                  <c:v>4.9396346605161977E-2</c:v>
                </c:pt>
                <c:pt idx="6292">
                  <c:v>7.398906411859732E-2</c:v>
                </c:pt>
                <c:pt idx="6293">
                  <c:v>8.6380092056593971E-2</c:v>
                </c:pt>
                <c:pt idx="6294">
                  <c:v>7.9035843353923232E-2</c:v>
                </c:pt>
                <c:pt idx="6295">
                  <c:v>3.885215941959607E-2</c:v>
                </c:pt>
                <c:pt idx="6296">
                  <c:v>-0.67027389665570136</c:v>
                </c:pt>
                <c:pt idx="6297">
                  <c:v>-1.0313017939914024</c:v>
                </c:pt>
                <c:pt idx="6298">
                  <c:v>-0.80561088615557774</c:v>
                </c:pt>
                <c:pt idx="6299">
                  <c:v>-1.0220441159253992</c:v>
                </c:pt>
                <c:pt idx="6300">
                  <c:v>-1.0606724308534721</c:v>
                </c:pt>
                <c:pt idx="6301">
                  <c:v>-1.1952301118785598</c:v>
                </c:pt>
                <c:pt idx="6302">
                  <c:v>-1.1172175684578747</c:v>
                </c:pt>
                <c:pt idx="6303">
                  <c:v>-1.2628552073129367</c:v>
                </c:pt>
                <c:pt idx="6304">
                  <c:v>-1.1000145947295366</c:v>
                </c:pt>
                <c:pt idx="6305">
                  <c:v>-1.030174646740609</c:v>
                </c:pt>
                <c:pt idx="6306">
                  <c:v>-1.1807593297987957</c:v>
                </c:pt>
                <c:pt idx="6307">
                  <c:v>-1.0329952898216976</c:v>
                </c:pt>
                <c:pt idx="6308">
                  <c:v>-0.88039264830869313</c:v>
                </c:pt>
                <c:pt idx="6309">
                  <c:v>-0.23118550079754918</c:v>
                </c:pt>
                <c:pt idx="6310">
                  <c:v>-0.80022363718950151</c:v>
                </c:pt>
                <c:pt idx="6311">
                  <c:v>-3.6233578559296924E-2</c:v>
                </c:pt>
                <c:pt idx="6312">
                  <c:v>-8.5741493205521383E-3</c:v>
                </c:pt>
                <c:pt idx="6313">
                  <c:v>-3.5684003194820773E-3</c:v>
                </c:pt>
                <c:pt idx="6314">
                  <c:v>3.0327925332455742E-2</c:v>
                </c:pt>
                <c:pt idx="6315">
                  <c:v>7.1372049897131043E-2</c:v>
                </c:pt>
                <c:pt idx="6316">
                  <c:v>8.5670570965909507E-2</c:v>
                </c:pt>
                <c:pt idx="6317">
                  <c:v>8.0162542979885093E-2</c:v>
                </c:pt>
                <c:pt idx="6318">
                  <c:v>7.485631535029233E-2</c:v>
                </c:pt>
                <c:pt idx="6319">
                  <c:v>5.4959341401487879E-2</c:v>
                </c:pt>
                <c:pt idx="6320">
                  <c:v>-0.80707200124445999</c:v>
                </c:pt>
                <c:pt idx="6321">
                  <c:v>-1.0646420825260245</c:v>
                </c:pt>
                <c:pt idx="6322">
                  <c:v>-1.0187802924467531</c:v>
                </c:pt>
                <c:pt idx="6323">
                  <c:v>-1.0371873775700844</c:v>
                </c:pt>
                <c:pt idx="6324">
                  <c:v>-1.1132508480960543</c:v>
                </c:pt>
                <c:pt idx="6325">
                  <c:v>-1.2896465580204168</c:v>
                </c:pt>
                <c:pt idx="6326">
                  <c:v>-1.2951886451782428</c:v>
                </c:pt>
                <c:pt idx="6327">
                  <c:v>-1.2859034089907597</c:v>
                </c:pt>
                <c:pt idx="6328">
                  <c:v>-1.4022589228519116</c:v>
                </c:pt>
                <c:pt idx="6329">
                  <c:v>-1.3751057915966702</c:v>
                </c:pt>
                <c:pt idx="6330">
                  <c:v>-1.3902665499229367</c:v>
                </c:pt>
                <c:pt idx="6331">
                  <c:v>-1.430747456754375</c:v>
                </c:pt>
                <c:pt idx="6332">
                  <c:v>-1.3195924717626188</c:v>
                </c:pt>
                <c:pt idx="6333">
                  <c:v>-0.83416424877085926</c:v>
                </c:pt>
                <c:pt idx="6334">
                  <c:v>-0.92929650781633089</c:v>
                </c:pt>
                <c:pt idx="6335">
                  <c:v>-0.75731002240234602</c:v>
                </c:pt>
                <c:pt idx="6336">
                  <c:v>-5.7537955333976695E-2</c:v>
                </c:pt>
                <c:pt idx="6337">
                  <c:v>-2.0096217786335805E-2</c:v>
                </c:pt>
                <c:pt idx="6338">
                  <c:v>3.1831753964566755E-3</c:v>
                </c:pt>
                <c:pt idx="6339">
                  <c:v>5.2080219421272576E-2</c:v>
                </c:pt>
                <c:pt idx="6340">
                  <c:v>6.1854318007782287E-2</c:v>
                </c:pt>
                <c:pt idx="6341">
                  <c:v>6.647507209941507E-2</c:v>
                </c:pt>
                <c:pt idx="6342">
                  <c:v>4.2712853483701525E-2</c:v>
                </c:pt>
                <c:pt idx="6343">
                  <c:v>-0.58460537420375625</c:v>
                </c:pt>
                <c:pt idx="6344">
                  <c:v>-1.4763444709371483</c:v>
                </c:pt>
                <c:pt idx="6345">
                  <c:v>-1.3209429399695112</c:v>
                </c:pt>
                <c:pt idx="6346">
                  <c:v>-1.3212507127430344</c:v>
                </c:pt>
                <c:pt idx="6347">
                  <c:v>-1.5907607620464226</c:v>
                </c:pt>
                <c:pt idx="6348">
                  <c:v>-1.6967813410386643</c:v>
                </c:pt>
                <c:pt idx="6349">
                  <c:v>-1.6309768626755232</c:v>
                </c:pt>
                <c:pt idx="6350">
                  <c:v>-1.5549612696137665</c:v>
                </c:pt>
                <c:pt idx="6351">
                  <c:v>-1.5358985611888631</c:v>
                </c:pt>
                <c:pt idx="6352">
                  <c:v>-1.6211665360084979</c:v>
                </c:pt>
                <c:pt idx="6353">
                  <c:v>-1.6164867805416299</c:v>
                </c:pt>
                <c:pt idx="6354">
                  <c:v>-1.5418711600377664</c:v>
                </c:pt>
                <c:pt idx="6355">
                  <c:v>-1.4456070191531745</c:v>
                </c:pt>
                <c:pt idx="6356">
                  <c:v>-1.45299111303634</c:v>
                </c:pt>
                <c:pt idx="6357">
                  <c:v>-1.3589835264272565</c:v>
                </c:pt>
                <c:pt idx="6358">
                  <c:v>-1.173001062952584</c:v>
                </c:pt>
                <c:pt idx="6359">
                  <c:v>-0.28497549896555324</c:v>
                </c:pt>
                <c:pt idx="6360">
                  <c:v>-3.0274808397392078E-2</c:v>
                </c:pt>
                <c:pt idx="6361">
                  <c:v>-6.649392717362973E-2</c:v>
                </c:pt>
                <c:pt idx="6362">
                  <c:v>2.9573340149063404E-2</c:v>
                </c:pt>
                <c:pt idx="6363">
                  <c:v>8.0043744645262052E-2</c:v>
                </c:pt>
                <c:pt idx="6364">
                  <c:v>6.0132260241475034E-2</c:v>
                </c:pt>
                <c:pt idx="6365">
                  <c:v>7.8485892787299116E-2</c:v>
                </c:pt>
                <c:pt idx="6366">
                  <c:v>7.3761117839777457E-2</c:v>
                </c:pt>
                <c:pt idx="6367">
                  <c:v>-0.53153092043890748</c:v>
                </c:pt>
                <c:pt idx="6368">
                  <c:v>-1.5115943085597101</c:v>
                </c:pt>
                <c:pt idx="6369">
                  <c:v>-1.3526784363029087</c:v>
                </c:pt>
                <c:pt idx="6370">
                  <c:v>-1.4637795131874634</c:v>
                </c:pt>
                <c:pt idx="6371">
                  <c:v>-1.6355334582475729</c:v>
                </c:pt>
                <c:pt idx="6372">
                  <c:v>-1.8606272398362096</c:v>
                </c:pt>
                <c:pt idx="6373">
                  <c:v>-1.7893758819707692</c:v>
                </c:pt>
                <c:pt idx="6374">
                  <c:v>-1.9052524226065304</c:v>
                </c:pt>
                <c:pt idx="6375">
                  <c:v>-2.0113018641067986</c:v>
                </c:pt>
                <c:pt idx="6376">
                  <c:v>-2.0536623761970763</c:v>
                </c:pt>
                <c:pt idx="6377">
                  <c:v>-1.9050286327951069</c:v>
                </c:pt>
                <c:pt idx="6378">
                  <c:v>-1.8122784360083888</c:v>
                </c:pt>
                <c:pt idx="6379">
                  <c:v>-1.6776169719211331</c:v>
                </c:pt>
                <c:pt idx="6380">
                  <c:v>-1.551641463624412</c:v>
                </c:pt>
                <c:pt idx="6381">
                  <c:v>-1.4746465266849036</c:v>
                </c:pt>
                <c:pt idx="6382">
                  <c:v>-1.3965012255741767</c:v>
                </c:pt>
                <c:pt idx="6383">
                  <c:v>-0.64003064455167868</c:v>
                </c:pt>
                <c:pt idx="6384">
                  <c:v>-0.10948137123534064</c:v>
                </c:pt>
                <c:pt idx="6385">
                  <c:v>-8.5458804665222154E-2</c:v>
                </c:pt>
                <c:pt idx="6386">
                  <c:v>-9.0551759681672811E-3</c:v>
                </c:pt>
                <c:pt idx="6387">
                  <c:v>3.1463935782090731E-2</c:v>
                </c:pt>
                <c:pt idx="6388">
                  <c:v>4.6346399134668537E-2</c:v>
                </c:pt>
                <c:pt idx="6389">
                  <c:v>5.976662944652264E-2</c:v>
                </c:pt>
                <c:pt idx="6390">
                  <c:v>5.9219510305956291E-2</c:v>
                </c:pt>
                <c:pt idx="6391">
                  <c:v>-0.62279863992486073</c:v>
                </c:pt>
                <c:pt idx="6392">
                  <c:v>-1.3066007227117884</c:v>
                </c:pt>
                <c:pt idx="6393">
                  <c:v>-1.080858577103841</c:v>
                </c:pt>
                <c:pt idx="6394">
                  <c:v>-1.1198957351800221</c:v>
                </c:pt>
                <c:pt idx="6395">
                  <c:v>-1.0144879141385155</c:v>
                </c:pt>
                <c:pt idx="6396">
                  <c:v>-1.0974297696305861</c:v>
                </c:pt>
                <c:pt idx="6397">
                  <c:v>-1.2557340838975388</c:v>
                </c:pt>
                <c:pt idx="6398">
                  <c:v>-1.3115064086773167</c:v>
                </c:pt>
                <c:pt idx="6399">
                  <c:v>-1.3103238997179689</c:v>
                </c:pt>
                <c:pt idx="6400">
                  <c:v>-1.412928038234109</c:v>
                </c:pt>
                <c:pt idx="6401">
                  <c:v>-1.2276826593302517</c:v>
                </c:pt>
                <c:pt idx="6402">
                  <c:v>-1.1246648408755135</c:v>
                </c:pt>
                <c:pt idx="6403">
                  <c:v>-1.1807378132372832</c:v>
                </c:pt>
                <c:pt idx="6404">
                  <c:v>-1.2265390193809138</c:v>
                </c:pt>
                <c:pt idx="6405">
                  <c:v>-1.2419448838731104</c:v>
                </c:pt>
                <c:pt idx="6406">
                  <c:v>-1.2496451358723994</c:v>
                </c:pt>
                <c:pt idx="6407">
                  <c:v>-1.2964993418815631</c:v>
                </c:pt>
                <c:pt idx="6408">
                  <c:v>-0.72253647036229407</c:v>
                </c:pt>
                <c:pt idx="6409">
                  <c:v>-0.2400419922181995</c:v>
                </c:pt>
                <c:pt idx="6410">
                  <c:v>-0.22910914244928693</c:v>
                </c:pt>
                <c:pt idx="6411">
                  <c:v>-9.1634168705022154E-2</c:v>
                </c:pt>
                <c:pt idx="6412">
                  <c:v>-1.00726402248745E-2</c:v>
                </c:pt>
                <c:pt idx="6413">
                  <c:v>3.3783537023748846E-2</c:v>
                </c:pt>
                <c:pt idx="6414">
                  <c:v>4.7258714723663685E-2</c:v>
                </c:pt>
                <c:pt idx="6415">
                  <c:v>-0.66530607006064379</c:v>
                </c:pt>
                <c:pt idx="6416">
                  <c:v>-1.1781458836379031</c:v>
                </c:pt>
                <c:pt idx="6417">
                  <c:v>-0.86174720875249355</c:v>
                </c:pt>
                <c:pt idx="6418">
                  <c:v>-0.30798046599191403</c:v>
                </c:pt>
                <c:pt idx="6419">
                  <c:v>-1.0461432200083292</c:v>
                </c:pt>
                <c:pt idx="6420">
                  <c:v>-0.52836556514840494</c:v>
                </c:pt>
                <c:pt idx="6421">
                  <c:v>-1.6363199907015029</c:v>
                </c:pt>
                <c:pt idx="6422">
                  <c:v>-1.1270747233938132</c:v>
                </c:pt>
                <c:pt idx="6423">
                  <c:v>-1.1947055386936383</c:v>
                </c:pt>
                <c:pt idx="6424">
                  <c:v>-1.2325714259586491</c:v>
                </c:pt>
                <c:pt idx="6425">
                  <c:v>-0.71261231657347612</c:v>
                </c:pt>
                <c:pt idx="6426">
                  <c:v>-0.91776299250557802</c:v>
                </c:pt>
                <c:pt idx="6427">
                  <c:v>-0.71286473392263339</c:v>
                </c:pt>
                <c:pt idx="6428">
                  <c:v>-0.70274292283697382</c:v>
                </c:pt>
                <c:pt idx="6429">
                  <c:v>-0.94993433553631301</c:v>
                </c:pt>
                <c:pt idx="6430">
                  <c:v>-0.72753317652781013</c:v>
                </c:pt>
                <c:pt idx="6431">
                  <c:v>-0.6984558888192044</c:v>
                </c:pt>
                <c:pt idx="6432">
                  <c:v>-1.9038585000146244E-2</c:v>
                </c:pt>
                <c:pt idx="6433">
                  <c:v>1.2435469680534167E-2</c:v>
                </c:pt>
                <c:pt idx="6434">
                  <c:v>3.3643331619206127E-4</c:v>
                </c:pt>
                <c:pt idx="6435">
                  <c:v>2.6395072995992041E-2</c:v>
                </c:pt>
                <c:pt idx="6436">
                  <c:v>5.9672736096093595E-2</c:v>
                </c:pt>
                <c:pt idx="6437">
                  <c:v>7.1745244999154328E-2</c:v>
                </c:pt>
                <c:pt idx="6438">
                  <c:v>7.1271692309794549E-2</c:v>
                </c:pt>
                <c:pt idx="6439">
                  <c:v>-0.35390917625435209</c:v>
                </c:pt>
                <c:pt idx="6440">
                  <c:v>-1.0294658033304722</c:v>
                </c:pt>
                <c:pt idx="6441">
                  <c:v>-0.97688355578580865</c:v>
                </c:pt>
                <c:pt idx="6442">
                  <c:v>-1.605647375763132</c:v>
                </c:pt>
                <c:pt idx="6443">
                  <c:v>-1.4486862734007</c:v>
                </c:pt>
                <c:pt idx="6444">
                  <c:v>-1.7669152928949257</c:v>
                </c:pt>
                <c:pt idx="6445">
                  <c:v>-2.2609067246813295</c:v>
                </c:pt>
                <c:pt idx="6446">
                  <c:v>-2.2705784789635701</c:v>
                </c:pt>
                <c:pt idx="6447">
                  <c:v>-2.2194090333219214</c:v>
                </c:pt>
                <c:pt idx="6448">
                  <c:v>-1.9825365247396824</c:v>
                </c:pt>
                <c:pt idx="6449">
                  <c:v>-1.7144813959053431</c:v>
                </c:pt>
                <c:pt idx="6450">
                  <c:v>-1.3168744225202988</c:v>
                </c:pt>
                <c:pt idx="6451">
                  <c:v>-1.5760626592649687</c:v>
                </c:pt>
                <c:pt idx="6452">
                  <c:v>-1.4134448552703363</c:v>
                </c:pt>
                <c:pt idx="6453">
                  <c:v>-1.2543404015857706</c:v>
                </c:pt>
                <c:pt idx="6454">
                  <c:v>-1.3577059225038774</c:v>
                </c:pt>
                <c:pt idx="6455">
                  <c:v>-0.81948493337508621</c:v>
                </c:pt>
                <c:pt idx="6456">
                  <c:v>-0.32948200782923776</c:v>
                </c:pt>
                <c:pt idx="6457">
                  <c:v>-0.14694610222145668</c:v>
                </c:pt>
                <c:pt idx="6458">
                  <c:v>-3.2975644630063562E-2</c:v>
                </c:pt>
                <c:pt idx="6459">
                  <c:v>8.189455216732984E-3</c:v>
                </c:pt>
                <c:pt idx="6460">
                  <c:v>3.9110545715715997E-2</c:v>
                </c:pt>
                <c:pt idx="6461">
                  <c:v>6.3334959247197037E-2</c:v>
                </c:pt>
                <c:pt idx="6462">
                  <c:v>6.520989632564006E-2</c:v>
                </c:pt>
                <c:pt idx="6463">
                  <c:v>-0.45463484327270587</c:v>
                </c:pt>
                <c:pt idx="6464">
                  <c:v>-1.2167534661347681</c:v>
                </c:pt>
                <c:pt idx="6465">
                  <c:v>-1.1878558514421955</c:v>
                </c:pt>
                <c:pt idx="6466">
                  <c:v>-1.4690585281806856</c:v>
                </c:pt>
                <c:pt idx="6467">
                  <c:v>-1.5030766811662268</c:v>
                </c:pt>
                <c:pt idx="6468">
                  <c:v>-1.7508527387799968</c:v>
                </c:pt>
                <c:pt idx="6469">
                  <c:v>-1.8019397888080699</c:v>
                </c:pt>
                <c:pt idx="6470">
                  <c:v>-1.6949342999458106</c:v>
                </c:pt>
                <c:pt idx="6471">
                  <c:v>-1.8476360233314559</c:v>
                </c:pt>
                <c:pt idx="6472">
                  <c:v>-1.8287117412824594</c:v>
                </c:pt>
                <c:pt idx="6473">
                  <c:v>-1.4339725523539009</c:v>
                </c:pt>
                <c:pt idx="6474">
                  <c:v>-1.5090832548650461</c:v>
                </c:pt>
                <c:pt idx="6475">
                  <c:v>-1.4786329705372987</c:v>
                </c:pt>
                <c:pt idx="6476">
                  <c:v>-1.2700768910993314</c:v>
                </c:pt>
                <c:pt idx="6477">
                  <c:v>-1.1716174627074363</c:v>
                </c:pt>
                <c:pt idx="6478">
                  <c:v>-1.133842696749275</c:v>
                </c:pt>
                <c:pt idx="6479">
                  <c:v>-0.64689728029595828</c:v>
                </c:pt>
                <c:pt idx="6480">
                  <c:v>-0.1782263485063503</c:v>
                </c:pt>
                <c:pt idx="6481">
                  <c:v>-0.14191021443424201</c:v>
                </c:pt>
                <c:pt idx="6482">
                  <c:v>-5.2509660663220992E-2</c:v>
                </c:pt>
                <c:pt idx="6483">
                  <c:v>-1.3150349106136683E-2</c:v>
                </c:pt>
                <c:pt idx="6484">
                  <c:v>-8.4130252075831653E-3</c:v>
                </c:pt>
                <c:pt idx="6485">
                  <c:v>2.2991184880752191E-2</c:v>
                </c:pt>
                <c:pt idx="6486">
                  <c:v>3.3575105154782403E-2</c:v>
                </c:pt>
                <c:pt idx="6487">
                  <c:v>-0.41707240738793611</c:v>
                </c:pt>
                <c:pt idx="6488">
                  <c:v>-1.2011715830470662</c:v>
                </c:pt>
                <c:pt idx="6489">
                  <c:v>-1.2539557811617192</c:v>
                </c:pt>
                <c:pt idx="6490">
                  <c:v>-1.3992100959695468</c:v>
                </c:pt>
                <c:pt idx="6491">
                  <c:v>-1.268461879191922</c:v>
                </c:pt>
                <c:pt idx="6492">
                  <c:v>-1.1764353426577865</c:v>
                </c:pt>
                <c:pt idx="6493">
                  <c:v>-1.3839996512640564</c:v>
                </c:pt>
                <c:pt idx="6494">
                  <c:v>-1.2286387175807583</c:v>
                </c:pt>
                <c:pt idx="6495">
                  <c:v>-1.0828956477215887</c:v>
                </c:pt>
                <c:pt idx="6496">
                  <c:v>-1.1246021685898051</c:v>
                </c:pt>
                <c:pt idx="6497">
                  <c:v>-1.0494401365355821</c:v>
                </c:pt>
                <c:pt idx="6498">
                  <c:v>-0.93047274029762472</c:v>
                </c:pt>
                <c:pt idx="6499">
                  <c:v>-0.94433893092552224</c:v>
                </c:pt>
                <c:pt idx="6500">
                  <c:v>-0.48967500440604089</c:v>
                </c:pt>
                <c:pt idx="6501">
                  <c:v>-0.55398470346319295</c:v>
                </c:pt>
                <c:pt idx="6502">
                  <c:v>-0.49581034402931501</c:v>
                </c:pt>
                <c:pt idx="6503">
                  <c:v>-0.42710614089379689</c:v>
                </c:pt>
                <c:pt idx="6504">
                  <c:v>-1.2210261673867222E-2</c:v>
                </c:pt>
                <c:pt idx="6505">
                  <c:v>-1.6425331170859446E-2</c:v>
                </c:pt>
                <c:pt idx="6506">
                  <c:v>-6.2691620667858295E-3</c:v>
                </c:pt>
                <c:pt idx="6507">
                  <c:v>1.8866929380530049E-2</c:v>
                </c:pt>
                <c:pt idx="6508">
                  <c:v>6.0208877010947237E-2</c:v>
                </c:pt>
                <c:pt idx="6509">
                  <c:v>7.5439119253176798E-2</c:v>
                </c:pt>
                <c:pt idx="6510">
                  <c:v>8.0089524667981471E-2</c:v>
                </c:pt>
                <c:pt idx="6511">
                  <c:v>-0.18466933003238792</c:v>
                </c:pt>
                <c:pt idx="6512">
                  <c:v>-0.47772484055284437</c:v>
                </c:pt>
                <c:pt idx="6513">
                  <c:v>-0.85845741283898525</c:v>
                </c:pt>
                <c:pt idx="6514">
                  <c:v>-0.99145333174801697</c:v>
                </c:pt>
                <c:pt idx="6515">
                  <c:v>-1.0397332146038825</c:v>
                </c:pt>
                <c:pt idx="6516">
                  <c:v>-1.1267785903296674</c:v>
                </c:pt>
                <c:pt idx="6517">
                  <c:v>-1.1046541740247042</c:v>
                </c:pt>
                <c:pt idx="6518">
                  <c:v>-1.2824188658607298</c:v>
                </c:pt>
                <c:pt idx="6519">
                  <c:v>-1.3632297494788979</c:v>
                </c:pt>
                <c:pt idx="6520">
                  <c:v>-1.3910767706648712</c:v>
                </c:pt>
                <c:pt idx="6521">
                  <c:v>-1.23765749494397</c:v>
                </c:pt>
                <c:pt idx="6522">
                  <c:v>-1.3038730905421969</c:v>
                </c:pt>
                <c:pt idx="6523">
                  <c:v>-1.3298984127477658</c:v>
                </c:pt>
                <c:pt idx="6524">
                  <c:v>-1.318338151055477</c:v>
                </c:pt>
                <c:pt idx="6525">
                  <c:v>-1.3619146988055226</c:v>
                </c:pt>
                <c:pt idx="6526">
                  <c:v>-1.1694305212962193</c:v>
                </c:pt>
                <c:pt idx="6527">
                  <c:v>-0.62069811671580888</c:v>
                </c:pt>
                <c:pt idx="6528">
                  <c:v>-0.23019669850396801</c:v>
                </c:pt>
                <c:pt idx="6529">
                  <c:v>-0.14252217206772494</c:v>
                </c:pt>
                <c:pt idx="6530">
                  <c:v>-5.3544922060140096E-2</c:v>
                </c:pt>
                <c:pt idx="6531">
                  <c:v>-7.7947759778162181E-3</c:v>
                </c:pt>
                <c:pt idx="6532">
                  <c:v>2.9168947294116676E-2</c:v>
                </c:pt>
                <c:pt idx="6533">
                  <c:v>5.3643653802820573E-2</c:v>
                </c:pt>
                <c:pt idx="6534">
                  <c:v>6.6900614464818958E-2</c:v>
                </c:pt>
                <c:pt idx="6535">
                  <c:v>-0.47050413115344547</c:v>
                </c:pt>
                <c:pt idx="6536">
                  <c:v>-1.2881036504564201</c:v>
                </c:pt>
                <c:pt idx="6537">
                  <c:v>-1.6137896321463454</c:v>
                </c:pt>
                <c:pt idx="6538">
                  <c:v>-1.6052110708762923</c:v>
                </c:pt>
                <c:pt idx="6539">
                  <c:v>-1.974939829052089</c:v>
                </c:pt>
                <c:pt idx="6540">
                  <c:v>-1.8068785189026961</c:v>
                </c:pt>
                <c:pt idx="6541">
                  <c:v>-1.9940421416781993</c:v>
                </c:pt>
                <c:pt idx="6542">
                  <c:v>-1.9477243037256997</c:v>
                </c:pt>
                <c:pt idx="6543">
                  <c:v>-1.973259980018697</c:v>
                </c:pt>
                <c:pt idx="6544">
                  <c:v>-1.8760981304326076</c:v>
                </c:pt>
                <c:pt idx="6545">
                  <c:v>-1.8580218842300229</c:v>
                </c:pt>
                <c:pt idx="6546">
                  <c:v>-1.8383910610396283</c:v>
                </c:pt>
                <c:pt idx="6547">
                  <c:v>-1.9122743017691266</c:v>
                </c:pt>
                <c:pt idx="6548">
                  <c:v>-1.841384367779878</c:v>
                </c:pt>
                <c:pt idx="6549">
                  <c:v>-1.6811893790664334</c:v>
                </c:pt>
                <c:pt idx="6550">
                  <c:v>-1.6795931782440519</c:v>
                </c:pt>
                <c:pt idx="6551">
                  <c:v>-0.95183286394598443</c:v>
                </c:pt>
                <c:pt idx="6552">
                  <c:v>-0.3588316386826369</c:v>
                </c:pt>
                <c:pt idx="6553">
                  <c:v>-0.14417023442398127</c:v>
                </c:pt>
                <c:pt idx="6554">
                  <c:v>6.2836170668611894E-3</c:v>
                </c:pt>
                <c:pt idx="6555">
                  <c:v>4.2743535780436083E-2</c:v>
                </c:pt>
                <c:pt idx="6556">
                  <c:v>5.4924280252562102E-2</c:v>
                </c:pt>
                <c:pt idx="6557">
                  <c:v>7.3238525656614692E-2</c:v>
                </c:pt>
                <c:pt idx="6558">
                  <c:v>6.6651182566712125E-2</c:v>
                </c:pt>
                <c:pt idx="6559">
                  <c:v>-0.55347114508660566</c:v>
                </c:pt>
                <c:pt idx="6560">
                  <c:v>-1.4606106844595512</c:v>
                </c:pt>
                <c:pt idx="6561">
                  <c:v>-1.3218692957177638</c:v>
                </c:pt>
                <c:pt idx="6562">
                  <c:v>-1.5826771731085072</c:v>
                </c:pt>
                <c:pt idx="6563">
                  <c:v>-1.4152940153759592</c:v>
                </c:pt>
                <c:pt idx="6564">
                  <c:v>-1.4025437701138035</c:v>
                </c:pt>
                <c:pt idx="6565">
                  <c:v>-1.5201467493898899</c:v>
                </c:pt>
                <c:pt idx="6566">
                  <c:v>-1.6184282068044806</c:v>
                </c:pt>
                <c:pt idx="6567">
                  <c:v>-1.4373461521923319</c:v>
                </c:pt>
                <c:pt idx="6568">
                  <c:v>-1.4905926800585565</c:v>
                </c:pt>
                <c:pt idx="6569">
                  <c:v>-1.4432231882487681</c:v>
                </c:pt>
                <c:pt idx="6570">
                  <c:v>-1.3852385311723856</c:v>
                </c:pt>
                <c:pt idx="6571">
                  <c:v>-1.2103639837926727</c:v>
                </c:pt>
                <c:pt idx="6572">
                  <c:v>-0.50755505080221808</c:v>
                </c:pt>
                <c:pt idx="6573">
                  <c:v>-0.67584361896254908</c:v>
                </c:pt>
                <c:pt idx="6574">
                  <c:v>-0.59847732245367558</c:v>
                </c:pt>
                <c:pt idx="6575">
                  <c:v>-0.57507400132515329</c:v>
                </c:pt>
                <c:pt idx="6576">
                  <c:v>-3.1204554262162017E-2</c:v>
                </c:pt>
                <c:pt idx="6577">
                  <c:v>-3.6517798603821858E-2</c:v>
                </c:pt>
                <c:pt idx="6578">
                  <c:v>-1.9377227493743928E-2</c:v>
                </c:pt>
                <c:pt idx="6579">
                  <c:v>-8.9135341021856582E-3</c:v>
                </c:pt>
                <c:pt idx="6580">
                  <c:v>-1.8087696778961763E-2</c:v>
                </c:pt>
                <c:pt idx="6581">
                  <c:v>-1.6301656328538902E-2</c:v>
                </c:pt>
                <c:pt idx="6582">
                  <c:v>-9.9794646208975091E-3</c:v>
                </c:pt>
                <c:pt idx="6583">
                  <c:v>-0.52797280498864763</c:v>
                </c:pt>
                <c:pt idx="6584">
                  <c:v>-1.1178249790522685</c:v>
                </c:pt>
                <c:pt idx="6585">
                  <c:v>-1.321260187242363</c:v>
                </c:pt>
                <c:pt idx="6586">
                  <c:v>-1.3313651612723458</c:v>
                </c:pt>
                <c:pt idx="6587">
                  <c:v>-1.3255312368903249</c:v>
                </c:pt>
                <c:pt idx="6588">
                  <c:v>-1.5770764473626298</c:v>
                </c:pt>
                <c:pt idx="6589">
                  <c:v>-1.5657482339935851</c:v>
                </c:pt>
                <c:pt idx="6590">
                  <c:v>-1.5617627560008049</c:v>
                </c:pt>
                <c:pt idx="6591">
                  <c:v>-1.4686481182212436</c:v>
                </c:pt>
                <c:pt idx="6592">
                  <c:v>-1.4380396338688952</c:v>
                </c:pt>
                <c:pt idx="6593">
                  <c:v>-1.3037774746552884</c:v>
                </c:pt>
                <c:pt idx="6594">
                  <c:v>-1.2687019669651916</c:v>
                </c:pt>
                <c:pt idx="6595">
                  <c:v>-0.87092766692108214</c:v>
                </c:pt>
                <c:pt idx="6596">
                  <c:v>-0.82576965559698656</c:v>
                </c:pt>
                <c:pt idx="6597">
                  <c:v>-0.78585207709467653</c:v>
                </c:pt>
                <c:pt idx="6598">
                  <c:v>-0.76603542795885227</c:v>
                </c:pt>
                <c:pt idx="6599">
                  <c:v>-0.69504370005655214</c:v>
                </c:pt>
                <c:pt idx="6600">
                  <c:v>-0.17013010825903033</c:v>
                </c:pt>
                <c:pt idx="6601">
                  <c:v>-0.17711961999402695</c:v>
                </c:pt>
                <c:pt idx="6602">
                  <c:v>-0.11812466493008289</c:v>
                </c:pt>
                <c:pt idx="6603">
                  <c:v>-4.571281347009043E-2</c:v>
                </c:pt>
                <c:pt idx="6604">
                  <c:v>1.8556536759126792E-3</c:v>
                </c:pt>
                <c:pt idx="6605">
                  <c:v>2.5755573161324454E-2</c:v>
                </c:pt>
                <c:pt idx="6606">
                  <c:v>5.0042870531093207E-2</c:v>
                </c:pt>
                <c:pt idx="6607">
                  <c:v>-0.47317434035050721</c:v>
                </c:pt>
                <c:pt idx="6608">
                  <c:v>-1.5094377549202309</c:v>
                </c:pt>
                <c:pt idx="6609">
                  <c:v>-1.7233895111824493</c:v>
                </c:pt>
                <c:pt idx="6610">
                  <c:v>-1.762625177891243</c:v>
                </c:pt>
                <c:pt idx="6611">
                  <c:v>-2.0955003975798441</c:v>
                </c:pt>
                <c:pt idx="6612">
                  <c:v>-1.9138033891517199</c:v>
                </c:pt>
                <c:pt idx="6613">
                  <c:v>-1.9135742901113233</c:v>
                </c:pt>
                <c:pt idx="6614">
                  <c:v>-2.0625241426848082</c:v>
                </c:pt>
                <c:pt idx="6615">
                  <c:v>-1.9532950296377625</c:v>
                </c:pt>
                <c:pt idx="6616">
                  <c:v>-1.9797331806883027</c:v>
                </c:pt>
                <c:pt idx="6617">
                  <c:v>-1.7903806331968368</c:v>
                </c:pt>
                <c:pt idx="6618">
                  <c:v>-1.9647095358669042</c:v>
                </c:pt>
                <c:pt idx="6619">
                  <c:v>-1.9287781100082102</c:v>
                </c:pt>
                <c:pt idx="6620">
                  <c:v>-1.7948976579554998</c:v>
                </c:pt>
                <c:pt idx="6621">
                  <c:v>-1.6619621396887161</c:v>
                </c:pt>
                <c:pt idx="6622">
                  <c:v>-1.6006587224719235</c:v>
                </c:pt>
                <c:pt idx="6623">
                  <c:v>-1.0155590689934857</c:v>
                </c:pt>
                <c:pt idx="6624">
                  <c:v>-0.31369300728065319</c:v>
                </c:pt>
                <c:pt idx="6625">
                  <c:v>-5.2140248866751768E-2</c:v>
                </c:pt>
                <c:pt idx="6626">
                  <c:v>1.2413331597807803E-2</c:v>
                </c:pt>
                <c:pt idx="6627">
                  <c:v>1.2190092698489672E-2</c:v>
                </c:pt>
                <c:pt idx="6628">
                  <c:v>2.9264611820262416E-2</c:v>
                </c:pt>
                <c:pt idx="6629">
                  <c:v>4.6096928528966748E-2</c:v>
                </c:pt>
                <c:pt idx="6630">
                  <c:v>7.4125310166093333E-2</c:v>
                </c:pt>
                <c:pt idx="6631">
                  <c:v>-0.49514611429490762</c:v>
                </c:pt>
                <c:pt idx="6632">
                  <c:v>-1.6395942176677574</c:v>
                </c:pt>
                <c:pt idx="6633">
                  <c:v>-1.9760439955755893</c:v>
                </c:pt>
                <c:pt idx="6634">
                  <c:v>-1.9512536942612748</c:v>
                </c:pt>
                <c:pt idx="6635">
                  <c:v>-1.7292120940386664</c:v>
                </c:pt>
                <c:pt idx="6636">
                  <c:v>-1.617453256342956</c:v>
                </c:pt>
                <c:pt idx="6637">
                  <c:v>-1.3625272497371963</c:v>
                </c:pt>
                <c:pt idx="6638">
                  <c:v>-1.3980427449353616</c:v>
                </c:pt>
                <c:pt idx="6639">
                  <c:v>-1.6206365604396735</c:v>
                </c:pt>
                <c:pt idx="6640">
                  <c:v>-1.8948952802856878</c:v>
                </c:pt>
                <c:pt idx="6641">
                  <c:v>-1.9797178780892648</c:v>
                </c:pt>
                <c:pt idx="6642">
                  <c:v>-2.0450685997546474</c:v>
                </c:pt>
                <c:pt idx="6643">
                  <c:v>-1.867804832979939</c:v>
                </c:pt>
                <c:pt idx="6644">
                  <c:v>-1.8768641951361715</c:v>
                </c:pt>
                <c:pt idx="6645">
                  <c:v>-1.6449095169281731</c:v>
                </c:pt>
                <c:pt idx="6646">
                  <c:v>-1.7280457554601876</c:v>
                </c:pt>
                <c:pt idx="6647">
                  <c:v>-1.0324612149353538</c:v>
                </c:pt>
                <c:pt idx="6648">
                  <c:v>-0.27973258450011645</c:v>
                </c:pt>
                <c:pt idx="6649">
                  <c:v>-0.11243388058462181</c:v>
                </c:pt>
                <c:pt idx="6650">
                  <c:v>6.8641612503067106E-2</c:v>
                </c:pt>
                <c:pt idx="6651">
                  <c:v>5.0085781459887256E-2</c:v>
                </c:pt>
                <c:pt idx="6652">
                  <c:v>5.6347909159775389E-2</c:v>
                </c:pt>
                <c:pt idx="6653">
                  <c:v>5.2038419995668932E-2</c:v>
                </c:pt>
                <c:pt idx="6654">
                  <c:v>6.26401910842284E-2</c:v>
                </c:pt>
                <c:pt idx="6655">
                  <c:v>-0.47083146846151758</c:v>
                </c:pt>
                <c:pt idx="6656">
                  <c:v>-1.652340009761766</c:v>
                </c:pt>
                <c:pt idx="6657">
                  <c:v>-1.6979723889570661</c:v>
                </c:pt>
                <c:pt idx="6658">
                  <c:v>-1.9721477602641089</c:v>
                </c:pt>
                <c:pt idx="6659">
                  <c:v>-2.1218209680916398</c:v>
                </c:pt>
                <c:pt idx="6660">
                  <c:v>-2.3810184372863832</c:v>
                </c:pt>
                <c:pt idx="6661">
                  <c:v>-2.4828149417414807</c:v>
                </c:pt>
                <c:pt idx="6662">
                  <c:v>-2.4371861198902707</c:v>
                </c:pt>
                <c:pt idx="6663">
                  <c:v>-2.6956887607012185</c:v>
                </c:pt>
                <c:pt idx="6664">
                  <c:v>-2.7064016185800313</c:v>
                </c:pt>
                <c:pt idx="6665">
                  <c:v>-2.1280918329861991</c:v>
                </c:pt>
                <c:pt idx="6666">
                  <c:v>-2.098726228350968</c:v>
                </c:pt>
                <c:pt idx="6667">
                  <c:v>-2.0293870600478758</c:v>
                </c:pt>
                <c:pt idx="6668">
                  <c:v>-2.0811794358026083</c:v>
                </c:pt>
                <c:pt idx="6669">
                  <c:v>-1.8651161438322927</c:v>
                </c:pt>
                <c:pt idx="6670">
                  <c:v>-1.8943897457594172</c:v>
                </c:pt>
                <c:pt idx="6671">
                  <c:v>-1.0579595845093073</c:v>
                </c:pt>
                <c:pt idx="6672">
                  <c:v>-0.45635410884747507</c:v>
                </c:pt>
                <c:pt idx="6673">
                  <c:v>-0.2175577763220031</c:v>
                </c:pt>
                <c:pt idx="6674">
                  <c:v>-8.1347912686782417E-2</c:v>
                </c:pt>
                <c:pt idx="6675">
                  <c:v>1.4690850115307271E-2</c:v>
                </c:pt>
                <c:pt idx="6676">
                  <c:v>5.6366916327548706E-2</c:v>
                </c:pt>
                <c:pt idx="6677">
                  <c:v>6.8211931733750092E-2</c:v>
                </c:pt>
                <c:pt idx="6678">
                  <c:v>6.2129086654560059E-2</c:v>
                </c:pt>
                <c:pt idx="6679">
                  <c:v>-0.89285678856530171</c:v>
                </c:pt>
                <c:pt idx="6680">
                  <c:v>-1.900979259799505</c:v>
                </c:pt>
                <c:pt idx="6681">
                  <c:v>-1.9126316160057975</c:v>
                </c:pt>
                <c:pt idx="6682">
                  <c:v>-2.482355675016009</c:v>
                </c:pt>
                <c:pt idx="6683">
                  <c:v>-2.7462000687842076</c:v>
                </c:pt>
                <c:pt idx="6684">
                  <c:v>-2.5656229977118712</c:v>
                </c:pt>
                <c:pt idx="6685">
                  <c:v>-1.9693708846153153</c:v>
                </c:pt>
                <c:pt idx="6686">
                  <c:v>-2.9077340599775292</c:v>
                </c:pt>
                <c:pt idx="6687">
                  <c:v>-1.7951940119653733</c:v>
                </c:pt>
                <c:pt idx="6688">
                  <c:v>-1.9258243048668182</c:v>
                </c:pt>
                <c:pt idx="6689">
                  <c:v>-1.7343946816955189</c:v>
                </c:pt>
                <c:pt idx="6690">
                  <c:v>-2.1180136728474306</c:v>
                </c:pt>
                <c:pt idx="6691">
                  <c:v>-1.365420922513374</c:v>
                </c:pt>
                <c:pt idx="6692">
                  <c:v>-1.796401091149457</c:v>
                </c:pt>
                <c:pt idx="6693">
                  <c:v>-1.5818707409876058</c:v>
                </c:pt>
                <c:pt idx="6694">
                  <c:v>-1.5364334900254619</c:v>
                </c:pt>
                <c:pt idx="6695">
                  <c:v>-1.1635141672399867</c:v>
                </c:pt>
                <c:pt idx="6696">
                  <c:v>-0.49365784429077325</c:v>
                </c:pt>
                <c:pt idx="6697">
                  <c:v>-0.11085338033244044</c:v>
                </c:pt>
                <c:pt idx="6698">
                  <c:v>-1.043858590768392E-2</c:v>
                </c:pt>
                <c:pt idx="6699">
                  <c:v>1.3768326569644237E-2</c:v>
                </c:pt>
                <c:pt idx="6700">
                  <c:v>4.2254052588010599E-2</c:v>
                </c:pt>
                <c:pt idx="6701">
                  <c:v>8.0409241970853904E-2</c:v>
                </c:pt>
                <c:pt idx="6702">
                  <c:v>-0.42832276493537752</c:v>
                </c:pt>
                <c:pt idx="6703">
                  <c:v>-1.4573887258402791</c:v>
                </c:pt>
                <c:pt idx="6704">
                  <c:v>-1.6824186777979482</c:v>
                </c:pt>
                <c:pt idx="6705">
                  <c:v>-1.3330265060326596</c:v>
                </c:pt>
                <c:pt idx="6706">
                  <c:v>-1.4675294949850441</c:v>
                </c:pt>
                <c:pt idx="6707">
                  <c:v>-1.6626161979032281</c:v>
                </c:pt>
                <c:pt idx="6708">
                  <c:v>-1.8681772671830628</c:v>
                </c:pt>
                <c:pt idx="6709">
                  <c:v>-1.7013782882961068</c:v>
                </c:pt>
                <c:pt idx="6710">
                  <c:v>-1.8019477546676028</c:v>
                </c:pt>
                <c:pt idx="6711">
                  <c:v>-2.0022709683143272</c:v>
                </c:pt>
                <c:pt idx="6712">
                  <c:v>-1.6541929846481729</c:v>
                </c:pt>
                <c:pt idx="6713">
                  <c:v>-1.6585459479709304</c:v>
                </c:pt>
                <c:pt idx="6714">
                  <c:v>-1.5939537943897057</c:v>
                </c:pt>
                <c:pt idx="6715">
                  <c:v>-1.4990268541933982</c:v>
                </c:pt>
                <c:pt idx="6716">
                  <c:v>-1.6654707785771428</c:v>
                </c:pt>
                <c:pt idx="6717">
                  <c:v>-1.3628132960528729</c:v>
                </c:pt>
                <c:pt idx="6718">
                  <c:v>-1.4378423910453988</c:v>
                </c:pt>
                <c:pt idx="6719">
                  <c:v>-0.83639059482791478</c:v>
                </c:pt>
                <c:pt idx="6720">
                  <c:v>-0.27404296896450242</c:v>
                </c:pt>
                <c:pt idx="6721">
                  <c:v>-0.21493306916103586</c:v>
                </c:pt>
                <c:pt idx="6722">
                  <c:v>-0.10374798064093753</c:v>
                </c:pt>
                <c:pt idx="6723">
                  <c:v>-3.8366051986128226E-2</c:v>
                </c:pt>
                <c:pt idx="6724">
                  <c:v>2.0627113465438881E-2</c:v>
                </c:pt>
                <c:pt idx="6725">
                  <c:v>5.5561919442996592E-2</c:v>
                </c:pt>
                <c:pt idx="6726">
                  <c:v>5.8954766983668118E-2</c:v>
                </c:pt>
                <c:pt idx="6727">
                  <c:v>-0.58669592312368068</c:v>
                </c:pt>
                <c:pt idx="6728">
                  <c:v>-1.6152079513255904</c:v>
                </c:pt>
                <c:pt idx="6729">
                  <c:v>-1.7151032226920093</c:v>
                </c:pt>
                <c:pt idx="6730">
                  <c:v>-1.7931586451611348</c:v>
                </c:pt>
                <c:pt idx="6731">
                  <c:v>-1.8811051006635879</c:v>
                </c:pt>
                <c:pt idx="6732">
                  <c:v>-2.0544658856608224</c:v>
                </c:pt>
                <c:pt idx="6733">
                  <c:v>-2.0980554505452438</c:v>
                </c:pt>
                <c:pt idx="6734">
                  <c:v>-2.2033144968113008</c:v>
                </c:pt>
                <c:pt idx="6735">
                  <c:v>-2.2540736743151504</c:v>
                </c:pt>
                <c:pt idx="6736">
                  <c:v>-2.0514100110236813</c:v>
                </c:pt>
                <c:pt idx="6737">
                  <c:v>-1.9583507682555159</c:v>
                </c:pt>
                <c:pt idx="6738">
                  <c:v>-1.5308251908261921</c:v>
                </c:pt>
                <c:pt idx="6739">
                  <c:v>-1.2542642784253426</c:v>
                </c:pt>
                <c:pt idx="6740">
                  <c:v>-1.5722137078051499</c:v>
                </c:pt>
                <c:pt idx="6741">
                  <c:v>-1.1041942676027992</c:v>
                </c:pt>
                <c:pt idx="6742">
                  <c:v>-1.4070874774001483</c:v>
                </c:pt>
                <c:pt idx="6743">
                  <c:v>-0.55261590925126469</c:v>
                </c:pt>
                <c:pt idx="6744">
                  <c:v>-0.1699606437473242</c:v>
                </c:pt>
                <c:pt idx="6745">
                  <c:v>-7.5088979941788009E-2</c:v>
                </c:pt>
                <c:pt idx="6746">
                  <c:v>-1.1990621652267814E-2</c:v>
                </c:pt>
                <c:pt idx="6747">
                  <c:v>1.5491474043598023E-2</c:v>
                </c:pt>
                <c:pt idx="6748">
                  <c:v>2.439266502759713E-2</c:v>
                </c:pt>
                <c:pt idx="6749">
                  <c:v>3.4575914233169705E-2</c:v>
                </c:pt>
                <c:pt idx="6750">
                  <c:v>4.4808329226782885E-3</c:v>
                </c:pt>
                <c:pt idx="6751">
                  <c:v>-0.71967254339107678</c:v>
                </c:pt>
                <c:pt idx="6752">
                  <c:v>-1.3545439837675113</c:v>
                </c:pt>
                <c:pt idx="6753">
                  <c:v>-1.2340252381389152</c:v>
                </c:pt>
                <c:pt idx="6754">
                  <c:v>-1.1809832513373419</c:v>
                </c:pt>
                <c:pt idx="6755">
                  <c:v>-1.2671867829722594</c:v>
                </c:pt>
                <c:pt idx="6756">
                  <c:v>-1.1492729282225693</c:v>
                </c:pt>
                <c:pt idx="6757">
                  <c:v>-1.2617608702195471</c:v>
                </c:pt>
                <c:pt idx="6758">
                  <c:v>-1.2844174506226691</c:v>
                </c:pt>
                <c:pt idx="6759">
                  <c:v>-1.5168566705411826</c:v>
                </c:pt>
                <c:pt idx="6760">
                  <c:v>-1.4621191213716689</c:v>
                </c:pt>
                <c:pt idx="6761">
                  <c:v>-1.0784902900404123</c:v>
                </c:pt>
                <c:pt idx="6762">
                  <c:v>-1.0271211880613942</c:v>
                </c:pt>
                <c:pt idx="6763">
                  <c:v>-1.1988043201923078</c:v>
                </c:pt>
                <c:pt idx="6764">
                  <c:v>-1.0626098155981583</c:v>
                </c:pt>
                <c:pt idx="6765">
                  <c:v>-0.80833280230069016</c:v>
                </c:pt>
                <c:pt idx="6766">
                  <c:v>-0.68403160556279241</c:v>
                </c:pt>
                <c:pt idx="6767">
                  <c:v>-0.66089743103058685</c:v>
                </c:pt>
                <c:pt idx="6768">
                  <c:v>-0.1365599675442799</c:v>
                </c:pt>
                <c:pt idx="6769">
                  <c:v>-7.9416704112316452E-2</c:v>
                </c:pt>
                <c:pt idx="6770">
                  <c:v>-4.3610588638915364E-2</c:v>
                </c:pt>
                <c:pt idx="6771">
                  <c:v>-2.3645965320208944E-2</c:v>
                </c:pt>
                <c:pt idx="6772">
                  <c:v>1.9201394488870679E-3</c:v>
                </c:pt>
                <c:pt idx="6773">
                  <c:v>-8.7168732193445989E-4</c:v>
                </c:pt>
                <c:pt idx="6774">
                  <c:v>1.5271688231963293E-2</c:v>
                </c:pt>
                <c:pt idx="6775">
                  <c:v>-0.31365517219432393</c:v>
                </c:pt>
                <c:pt idx="6776">
                  <c:v>-1.0179061845134973</c:v>
                </c:pt>
                <c:pt idx="6777">
                  <c:v>-0.94339449341020432</c:v>
                </c:pt>
                <c:pt idx="6778">
                  <c:v>-1.1277305308634276</c:v>
                </c:pt>
                <c:pt idx="6779">
                  <c:v>-1.2304744913234997</c:v>
                </c:pt>
                <c:pt idx="6780">
                  <c:v>-1.2516538449567565</c:v>
                </c:pt>
                <c:pt idx="6781">
                  <c:v>-1.19721419704901</c:v>
                </c:pt>
                <c:pt idx="6782">
                  <c:v>-1.1303367789451193</c:v>
                </c:pt>
                <c:pt idx="6783">
                  <c:v>-1.2611986067557341</c:v>
                </c:pt>
                <c:pt idx="6784">
                  <c:v>-1.166341266552759</c:v>
                </c:pt>
                <c:pt idx="6785">
                  <c:v>-1.0973381632829762</c:v>
                </c:pt>
                <c:pt idx="6786">
                  <c:v>-1.1616480238068794</c:v>
                </c:pt>
                <c:pt idx="6787">
                  <c:v>-1.0537985601416477</c:v>
                </c:pt>
                <c:pt idx="6788">
                  <c:v>-1.0269151204845477</c:v>
                </c:pt>
                <c:pt idx="6789">
                  <c:v>-1.1525215404373139</c:v>
                </c:pt>
                <c:pt idx="6790">
                  <c:v>-0.99906398161689558</c:v>
                </c:pt>
                <c:pt idx="6791">
                  <c:v>-0.46560346512553868</c:v>
                </c:pt>
                <c:pt idx="6792">
                  <c:v>-9.2624563119045905E-2</c:v>
                </c:pt>
                <c:pt idx="6793">
                  <c:v>-7.9205882230411195E-2</c:v>
                </c:pt>
                <c:pt idx="6794">
                  <c:v>-6.6426329167432796E-2</c:v>
                </c:pt>
                <c:pt idx="6795">
                  <c:v>-4.9547088399322481E-2</c:v>
                </c:pt>
                <c:pt idx="6796">
                  <c:v>-2.9485718716732029E-2</c:v>
                </c:pt>
                <c:pt idx="6797">
                  <c:v>-1.1117101874883481E-2</c:v>
                </c:pt>
                <c:pt idx="6798">
                  <c:v>-0.32063507481681575</c:v>
                </c:pt>
                <c:pt idx="6799">
                  <c:v>-0.9869450807195721</c:v>
                </c:pt>
                <c:pt idx="6800">
                  <c:v>-1.122291564561491</c:v>
                </c:pt>
                <c:pt idx="6801">
                  <c:v>-1.1452563522863175</c:v>
                </c:pt>
                <c:pt idx="6802">
                  <c:v>-1.16343199060651</c:v>
                </c:pt>
                <c:pt idx="6803">
                  <c:v>-1.4844959965404907</c:v>
                </c:pt>
                <c:pt idx="6804">
                  <c:v>-1.8588433708972469</c:v>
                </c:pt>
                <c:pt idx="6805">
                  <c:v>-1.8870470577013263</c:v>
                </c:pt>
                <c:pt idx="6806">
                  <c:v>-2.1593404655995858</c:v>
                </c:pt>
                <c:pt idx="6807">
                  <c:v>-2.5366891894803962</c:v>
                </c:pt>
                <c:pt idx="6808">
                  <c:v>-2.3719690904143214</c:v>
                </c:pt>
                <c:pt idx="6809">
                  <c:v>-2.1472704149950292</c:v>
                </c:pt>
                <c:pt idx="6810">
                  <c:v>-2.0526708959066271</c:v>
                </c:pt>
                <c:pt idx="6811">
                  <c:v>-2.05648515344775</c:v>
                </c:pt>
                <c:pt idx="6812">
                  <c:v>-1.6260756387607413</c:v>
                </c:pt>
                <c:pt idx="6813">
                  <c:v>-1.2297930971698516</c:v>
                </c:pt>
                <c:pt idx="6814">
                  <c:v>-1.3928144799250679</c:v>
                </c:pt>
                <c:pt idx="6815">
                  <c:v>-0.78445840803173239</c:v>
                </c:pt>
                <c:pt idx="6816">
                  <c:v>-0.20560641355449702</c:v>
                </c:pt>
                <c:pt idx="6817">
                  <c:v>-7.31971489861762E-2</c:v>
                </c:pt>
                <c:pt idx="6818">
                  <c:v>2.9971970903472415E-2</c:v>
                </c:pt>
                <c:pt idx="6819">
                  <c:v>4.4764103692245996E-2</c:v>
                </c:pt>
                <c:pt idx="6820">
                  <c:v>3.8835419083201816E-2</c:v>
                </c:pt>
                <c:pt idx="6821">
                  <c:v>5.0067052237448492E-2</c:v>
                </c:pt>
                <c:pt idx="6822">
                  <c:v>-0.29697711167672725</c:v>
                </c:pt>
                <c:pt idx="6823">
                  <c:v>-1.1256439070513391</c:v>
                </c:pt>
                <c:pt idx="6824">
                  <c:v>-1.2480724964293528</c:v>
                </c:pt>
                <c:pt idx="6825">
                  <c:v>-1.3589588731594111</c:v>
                </c:pt>
                <c:pt idx="6826">
                  <c:v>-1.8881659127562942</c:v>
                </c:pt>
                <c:pt idx="6827">
                  <c:v>-1.6217453255929237</c:v>
                </c:pt>
                <c:pt idx="6828">
                  <c:v>-2.1236352065357722</c:v>
                </c:pt>
                <c:pt idx="6829">
                  <c:v>-2.0288093829791762</c:v>
                </c:pt>
                <c:pt idx="6830">
                  <c:v>-1.6926039083663713</c:v>
                </c:pt>
                <c:pt idx="6831">
                  <c:v>-1.5146532394830408</c:v>
                </c:pt>
                <c:pt idx="6832">
                  <c:v>-1.4560292722506898</c:v>
                </c:pt>
                <c:pt idx="6833">
                  <c:v>-1.4999284510425683</c:v>
                </c:pt>
                <c:pt idx="6834">
                  <c:v>-1.3637535149524216</c:v>
                </c:pt>
                <c:pt idx="6835">
                  <c:v>-1.3044053193590657</c:v>
                </c:pt>
                <c:pt idx="6836">
                  <c:v>-1.1710473966777615</c:v>
                </c:pt>
                <c:pt idx="6837">
                  <c:v>-0.89980868087982002</c:v>
                </c:pt>
                <c:pt idx="6838">
                  <c:v>-0.9241670012004124</c:v>
                </c:pt>
                <c:pt idx="6839">
                  <c:v>-0.11234482648195984</c:v>
                </c:pt>
                <c:pt idx="6840">
                  <c:v>-4.2132074942688107E-2</c:v>
                </c:pt>
                <c:pt idx="6841">
                  <c:v>-5.0699715959464209E-2</c:v>
                </c:pt>
                <c:pt idx="6842">
                  <c:v>-1.097313169754008E-2</c:v>
                </c:pt>
                <c:pt idx="6843">
                  <c:v>3.5378879284789666E-2</c:v>
                </c:pt>
                <c:pt idx="6844">
                  <c:v>0.12670325824077272</c:v>
                </c:pt>
                <c:pt idx="6845">
                  <c:v>0.2845961087992297</c:v>
                </c:pt>
                <c:pt idx="6846">
                  <c:v>0.18270231093974826</c:v>
                </c:pt>
                <c:pt idx="6847">
                  <c:v>-0.31247354673625249</c:v>
                </c:pt>
                <c:pt idx="6848">
                  <c:v>-0.71424154851106769</c:v>
                </c:pt>
                <c:pt idx="6849">
                  <c:v>-0.84823976341577945</c:v>
                </c:pt>
                <c:pt idx="6850">
                  <c:v>-0.97253153842451701</c:v>
                </c:pt>
                <c:pt idx="6851">
                  <c:v>-0.99352490618572442</c:v>
                </c:pt>
                <c:pt idx="6852">
                  <c:v>-1.3669373721983678</c:v>
                </c:pt>
                <c:pt idx="6853">
                  <c:v>-1.5713503045733861</c:v>
                </c:pt>
                <c:pt idx="6854">
                  <c:v>-1.9386234862891405</c:v>
                </c:pt>
                <c:pt idx="6855">
                  <c:v>-2.1525404221905031</c:v>
                </c:pt>
                <c:pt idx="6856">
                  <c:v>-1.6577376303912497</c:v>
                </c:pt>
                <c:pt idx="6857">
                  <c:v>-1.3134039676920721</c:v>
                </c:pt>
                <c:pt idx="6858">
                  <c:v>-0.80558578623142718</c:v>
                </c:pt>
                <c:pt idx="6859">
                  <c:v>-1.236314907421612</c:v>
                </c:pt>
                <c:pt idx="6860">
                  <c:v>-1.3690086154444627</c:v>
                </c:pt>
                <c:pt idx="6861">
                  <c:v>-0.74463469157335749</c:v>
                </c:pt>
                <c:pt idx="6862">
                  <c:v>-0.89113827677396573</c:v>
                </c:pt>
                <c:pt idx="6863">
                  <c:v>-0.45057044070651459</c:v>
                </c:pt>
                <c:pt idx="6864">
                  <c:v>-0.24938649635878274</c:v>
                </c:pt>
                <c:pt idx="6865">
                  <c:v>-8.104330333264162E-2</c:v>
                </c:pt>
                <c:pt idx="6866">
                  <c:v>-2.5179839665075299E-2</c:v>
                </c:pt>
                <c:pt idx="6867">
                  <c:v>4.2248529951910356E-2</c:v>
                </c:pt>
                <c:pt idx="6868">
                  <c:v>5.3516544173924437E-2</c:v>
                </c:pt>
                <c:pt idx="6869">
                  <c:v>6.6270466432859942E-2</c:v>
                </c:pt>
                <c:pt idx="6870">
                  <c:v>6.0505945084372778E-2</c:v>
                </c:pt>
                <c:pt idx="6871">
                  <c:v>-0.26586459353969516</c:v>
                </c:pt>
                <c:pt idx="6872">
                  <c:v>-1.346209001487874</c:v>
                </c:pt>
                <c:pt idx="6873">
                  <c:v>-1.3283059269686754</c:v>
                </c:pt>
                <c:pt idx="6874">
                  <c:v>-1.6239226293317961</c:v>
                </c:pt>
                <c:pt idx="6875">
                  <c:v>-1.5950345202001552</c:v>
                </c:pt>
                <c:pt idx="6876">
                  <c:v>-1.6390650675867051</c:v>
                </c:pt>
                <c:pt idx="6877">
                  <c:v>-1.8756217960190904</c:v>
                </c:pt>
                <c:pt idx="6878">
                  <c:v>-1.9357181276662117</c:v>
                </c:pt>
                <c:pt idx="6879">
                  <c:v>-1.8092037619358408</c:v>
                </c:pt>
                <c:pt idx="6880">
                  <c:v>-1.5424740071846952</c:v>
                </c:pt>
                <c:pt idx="6881">
                  <c:v>-1.6631178939619815</c:v>
                </c:pt>
                <c:pt idx="6882">
                  <c:v>-1.6215833928494203</c:v>
                </c:pt>
                <c:pt idx="6883">
                  <c:v>-1.5090739433866192</c:v>
                </c:pt>
                <c:pt idx="6884">
                  <c:v>-1.6542634970453434</c:v>
                </c:pt>
                <c:pt idx="6885">
                  <c:v>-1.5541521286194944</c:v>
                </c:pt>
                <c:pt idx="6886">
                  <c:v>-1.5792740098790317</c:v>
                </c:pt>
                <c:pt idx="6887">
                  <c:v>-0.79587845698256454</c:v>
                </c:pt>
                <c:pt idx="6888">
                  <c:v>-0.21724155310855864</c:v>
                </c:pt>
                <c:pt idx="6889">
                  <c:v>-0.10422287852131788</c:v>
                </c:pt>
                <c:pt idx="6890">
                  <c:v>-4.3287857903637093E-3</c:v>
                </c:pt>
                <c:pt idx="6891">
                  <c:v>3.5665531203954604E-2</c:v>
                </c:pt>
                <c:pt idx="6892">
                  <c:v>6.1788128560539002E-2</c:v>
                </c:pt>
                <c:pt idx="6893">
                  <c:v>7.6796157905628812E-2</c:v>
                </c:pt>
                <c:pt idx="6894">
                  <c:v>6.329755720532497E-2</c:v>
                </c:pt>
                <c:pt idx="6895">
                  <c:v>-0.36785213635403818</c:v>
                </c:pt>
                <c:pt idx="6896">
                  <c:v>-1.321773038897152</c:v>
                </c:pt>
                <c:pt idx="6897">
                  <c:v>-1.1255043651167289</c:v>
                </c:pt>
                <c:pt idx="6898">
                  <c:v>-1.5296437257664459</c:v>
                </c:pt>
                <c:pt idx="6899">
                  <c:v>-1.7462456677373306</c:v>
                </c:pt>
                <c:pt idx="6900">
                  <c:v>-1.8026393714019155</c:v>
                </c:pt>
                <c:pt idx="6901">
                  <c:v>-1.9084517769055949</c:v>
                </c:pt>
                <c:pt idx="6902">
                  <c:v>-1.9547656462356027</c:v>
                </c:pt>
                <c:pt idx="6903">
                  <c:v>-1.8999109205913893</c:v>
                </c:pt>
                <c:pt idx="6904">
                  <c:v>-1.8666492937449761</c:v>
                </c:pt>
                <c:pt idx="6905">
                  <c:v>-1.7502381961937594</c:v>
                </c:pt>
                <c:pt idx="6906">
                  <c:v>-0.84109792804571992</c:v>
                </c:pt>
                <c:pt idx="6907">
                  <c:v>-1.829588213706604</c:v>
                </c:pt>
                <c:pt idx="6908">
                  <c:v>-1.3077831444983639</c:v>
                </c:pt>
                <c:pt idx="6909">
                  <c:v>-1.1819234450584577</c:v>
                </c:pt>
                <c:pt idx="6910">
                  <c:v>-1.4761181116918192</c:v>
                </c:pt>
                <c:pt idx="6911">
                  <c:v>-0.70958371712135859</c:v>
                </c:pt>
                <c:pt idx="6912">
                  <c:v>-0.1810132815482316</c:v>
                </c:pt>
                <c:pt idx="6913">
                  <c:v>7.5837600134877961E-2</c:v>
                </c:pt>
                <c:pt idx="6914">
                  <c:v>0.23623165698956625</c:v>
                </c:pt>
                <c:pt idx="6915">
                  <c:v>0.17271856961684406</c:v>
                </c:pt>
                <c:pt idx="6916">
                  <c:v>3.8399045852214313E-2</c:v>
                </c:pt>
                <c:pt idx="6917">
                  <c:v>4.3791313442287406E-2</c:v>
                </c:pt>
                <c:pt idx="6918">
                  <c:v>5.6076101012903876E-2</c:v>
                </c:pt>
                <c:pt idx="6919">
                  <c:v>-0.18817392793896928</c:v>
                </c:pt>
                <c:pt idx="6920">
                  <c:v>-1.1485785891031737</c:v>
                </c:pt>
                <c:pt idx="6921">
                  <c:v>-1.1468365601948849</c:v>
                </c:pt>
                <c:pt idx="6922">
                  <c:v>-1.1805665879654919</c:v>
                </c:pt>
                <c:pt idx="6923">
                  <c:v>-1.4272702480206871</c:v>
                </c:pt>
                <c:pt idx="6924">
                  <c:v>-1.5483572167206201</c:v>
                </c:pt>
                <c:pt idx="6925">
                  <c:v>-1.5588642912517376</c:v>
                </c:pt>
                <c:pt idx="6926">
                  <c:v>-1.9091672964935729</c:v>
                </c:pt>
                <c:pt idx="6927">
                  <c:v>-1.7536774238082986</c:v>
                </c:pt>
                <c:pt idx="6928">
                  <c:v>-1.6465452977632535</c:v>
                </c:pt>
                <c:pt idx="6929">
                  <c:v>-1.7421409892588235</c:v>
                </c:pt>
                <c:pt idx="6930">
                  <c:v>-1.8732507091780963</c:v>
                </c:pt>
                <c:pt idx="6931">
                  <c:v>-1.548746262271959</c:v>
                </c:pt>
                <c:pt idx="6932">
                  <c:v>-1.6115820730360733</c:v>
                </c:pt>
                <c:pt idx="6933">
                  <c:v>-1.4984514694721491</c:v>
                </c:pt>
                <c:pt idx="6934">
                  <c:v>-1.3879528550907414</c:v>
                </c:pt>
                <c:pt idx="6935">
                  <c:v>-0.52823060341400752</c:v>
                </c:pt>
                <c:pt idx="6936">
                  <c:v>-0.23495142443986919</c:v>
                </c:pt>
                <c:pt idx="6937">
                  <c:v>-0.16919642464975032</c:v>
                </c:pt>
                <c:pt idx="6938">
                  <c:v>-0.10221054769292955</c:v>
                </c:pt>
                <c:pt idx="6939">
                  <c:v>-8.4522946895610199E-2</c:v>
                </c:pt>
                <c:pt idx="6940">
                  <c:v>-1.5309783268358322E-3</c:v>
                </c:pt>
                <c:pt idx="6941">
                  <c:v>3.7537089756408779E-2</c:v>
                </c:pt>
                <c:pt idx="6942">
                  <c:v>-0.13427563590437558</c:v>
                </c:pt>
                <c:pt idx="6943">
                  <c:v>-1.1608555507283238</c:v>
                </c:pt>
                <c:pt idx="6944">
                  <c:v>-1.434958696997656</c:v>
                </c:pt>
                <c:pt idx="6945">
                  <c:v>-1.6235772410887419</c:v>
                </c:pt>
                <c:pt idx="6946">
                  <c:v>-1.9775076848497859</c:v>
                </c:pt>
                <c:pt idx="6947">
                  <c:v>-1.9962385481868938</c:v>
                </c:pt>
                <c:pt idx="6948">
                  <c:v>-2.3722206857616688</c:v>
                </c:pt>
                <c:pt idx="6949">
                  <c:v>-2.4679397815350317</c:v>
                </c:pt>
                <c:pt idx="6950">
                  <c:v>-2.1371265149089225</c:v>
                </c:pt>
                <c:pt idx="6951">
                  <c:v>-1.8594123860530822</c:v>
                </c:pt>
                <c:pt idx="6952">
                  <c:v>-2.356807479440461</c:v>
                </c:pt>
                <c:pt idx="6953">
                  <c:v>-1.8799251395526841</c:v>
                </c:pt>
                <c:pt idx="6954">
                  <c:v>-1.6668436948421801</c:v>
                </c:pt>
                <c:pt idx="6955">
                  <c:v>-1.6254421328321711</c:v>
                </c:pt>
                <c:pt idx="6956">
                  <c:v>-1.4297531495263252</c:v>
                </c:pt>
                <c:pt idx="6957">
                  <c:v>-1.3076651422256396</c:v>
                </c:pt>
                <c:pt idx="6958">
                  <c:v>-1.1829102766344171</c:v>
                </c:pt>
                <c:pt idx="6959">
                  <c:v>-0.37812308798352368</c:v>
                </c:pt>
                <c:pt idx="6960">
                  <c:v>-6.7334127699577445E-2</c:v>
                </c:pt>
                <c:pt idx="6961">
                  <c:v>6.730487840362781E-2</c:v>
                </c:pt>
                <c:pt idx="6962">
                  <c:v>6.5706243057703895E-2</c:v>
                </c:pt>
                <c:pt idx="6963">
                  <c:v>3.1921705145623203E-2</c:v>
                </c:pt>
                <c:pt idx="6964">
                  <c:v>6.4914891265242622E-2</c:v>
                </c:pt>
                <c:pt idx="6965">
                  <c:v>9.4132185154199952E-2</c:v>
                </c:pt>
                <c:pt idx="6966">
                  <c:v>-8.3061133969105638E-2</c:v>
                </c:pt>
                <c:pt idx="6967">
                  <c:v>-0.92861837969743666</c:v>
                </c:pt>
                <c:pt idx="6968">
                  <c:v>-0.81132002429269801</c:v>
                </c:pt>
                <c:pt idx="6969">
                  <c:v>-0.88877979027328446</c:v>
                </c:pt>
                <c:pt idx="6970">
                  <c:v>-1.3978004218204048</c:v>
                </c:pt>
                <c:pt idx="6971">
                  <c:v>-1.4783290610041486</c:v>
                </c:pt>
                <c:pt idx="6972">
                  <c:v>-1.6524517673096155</c:v>
                </c:pt>
                <c:pt idx="6973">
                  <c:v>-1.6698570448943921</c:v>
                </c:pt>
                <c:pt idx="6974">
                  <c:v>-1.5143671412230182</c:v>
                </c:pt>
                <c:pt idx="6975">
                  <c:v>-1.7259620432784093</c:v>
                </c:pt>
                <c:pt idx="6976">
                  <c:v>-1.5852052012128275</c:v>
                </c:pt>
                <c:pt idx="6977">
                  <c:v>-1.7302595210691225</c:v>
                </c:pt>
                <c:pt idx="6978">
                  <c:v>-1.8067686791810706</c:v>
                </c:pt>
                <c:pt idx="6979">
                  <c:v>-1.6679474015467286</c:v>
                </c:pt>
                <c:pt idx="6980">
                  <c:v>-1.6221976517980921</c:v>
                </c:pt>
                <c:pt idx="6981">
                  <c:v>-1.3357087580357678</c:v>
                </c:pt>
                <c:pt idx="6982">
                  <c:v>-1.3124133438051269</c:v>
                </c:pt>
                <c:pt idx="6983">
                  <c:v>-0.49125637928236143</c:v>
                </c:pt>
                <c:pt idx="6984">
                  <c:v>-0.33942778751354274</c:v>
                </c:pt>
                <c:pt idx="6985">
                  <c:v>-0.19564371055702584</c:v>
                </c:pt>
                <c:pt idx="6986">
                  <c:v>-6.5031867101158838E-2</c:v>
                </c:pt>
                <c:pt idx="6987">
                  <c:v>2.5112961192598322E-2</c:v>
                </c:pt>
                <c:pt idx="6988">
                  <c:v>5.6443412561682366E-2</c:v>
                </c:pt>
                <c:pt idx="6989">
                  <c:v>5.4802618048591829E-2</c:v>
                </c:pt>
                <c:pt idx="6990">
                  <c:v>-0.40555403758811154</c:v>
                </c:pt>
                <c:pt idx="6991">
                  <c:v>-1.1894700679675212</c:v>
                </c:pt>
                <c:pt idx="6992">
                  <c:v>-1.1035731244787319</c:v>
                </c:pt>
                <c:pt idx="6993">
                  <c:v>-1.7380591345219027</c:v>
                </c:pt>
                <c:pt idx="6994">
                  <c:v>-1.8542227451315934</c:v>
                </c:pt>
                <c:pt idx="6995">
                  <c:v>-1.9069268564412392</c:v>
                </c:pt>
                <c:pt idx="6996">
                  <c:v>-1.5762301384569863</c:v>
                </c:pt>
                <c:pt idx="6997">
                  <c:v>-1.5588576323946028</c:v>
                </c:pt>
                <c:pt idx="6998">
                  <c:v>-1.4430319211384788</c:v>
                </c:pt>
                <c:pt idx="6999">
                  <c:v>-1.3969573040334049</c:v>
                </c:pt>
                <c:pt idx="7000">
                  <c:v>-1.3583297606499805</c:v>
                </c:pt>
                <c:pt idx="7001">
                  <c:v>-1.4216961090232365</c:v>
                </c:pt>
                <c:pt idx="7002">
                  <c:v>-1.3754108603189359</c:v>
                </c:pt>
                <c:pt idx="7003">
                  <c:v>-1.2788957804806589</c:v>
                </c:pt>
                <c:pt idx="7004">
                  <c:v>-1.1852506206624431</c:v>
                </c:pt>
                <c:pt idx="7005">
                  <c:v>-1.135360601072894</c:v>
                </c:pt>
                <c:pt idx="7006">
                  <c:v>-0.91677204819438862</c:v>
                </c:pt>
                <c:pt idx="7007">
                  <c:v>-0.35195410997721416</c:v>
                </c:pt>
                <c:pt idx="7008">
                  <c:v>-0.11403146944193814</c:v>
                </c:pt>
                <c:pt idx="7009">
                  <c:v>-2.9529051224072199E-2</c:v>
                </c:pt>
                <c:pt idx="7010">
                  <c:v>-1.1717755165629309E-2</c:v>
                </c:pt>
                <c:pt idx="7011">
                  <c:v>4.6100326941393141E-2</c:v>
                </c:pt>
                <c:pt idx="7012">
                  <c:v>5.2496767392935191E-2</c:v>
                </c:pt>
                <c:pt idx="7013">
                  <c:v>6.2680658634342704E-2</c:v>
                </c:pt>
                <c:pt idx="7014">
                  <c:v>-0.22538538808950009</c:v>
                </c:pt>
                <c:pt idx="7015">
                  <c:v>-1.3375872672463485</c:v>
                </c:pt>
                <c:pt idx="7016">
                  <c:v>-1.2163352691373033</c:v>
                </c:pt>
                <c:pt idx="7017">
                  <c:v>-1.2130826499124938</c:v>
                </c:pt>
                <c:pt idx="7018">
                  <c:v>-1.6190693534617038</c:v>
                </c:pt>
                <c:pt idx="7019">
                  <c:v>-2.1358180951740566</c:v>
                </c:pt>
                <c:pt idx="7020">
                  <c:v>-1.5875784111042912</c:v>
                </c:pt>
                <c:pt idx="7021">
                  <c:v>-1.7084632033923279</c:v>
                </c:pt>
                <c:pt idx="7022">
                  <c:v>-1.7610560862513618</c:v>
                </c:pt>
                <c:pt idx="7023">
                  <c:v>-1.4909321414994934</c:v>
                </c:pt>
                <c:pt idx="7024">
                  <c:v>-1.4871499714181169</c:v>
                </c:pt>
                <c:pt idx="7025">
                  <c:v>-1.2592659813322264</c:v>
                </c:pt>
                <c:pt idx="7026">
                  <c:v>-1.3715977769828951</c:v>
                </c:pt>
                <c:pt idx="7027">
                  <c:v>-1.2407307690513989</c:v>
                </c:pt>
                <c:pt idx="7028">
                  <c:v>-1.1822998231160482</c:v>
                </c:pt>
                <c:pt idx="7029">
                  <c:v>-1.0856593460688317</c:v>
                </c:pt>
                <c:pt idx="7030">
                  <c:v>-1.00500012808812</c:v>
                </c:pt>
                <c:pt idx="7031">
                  <c:v>-0.35682386893628998</c:v>
                </c:pt>
                <c:pt idx="7032">
                  <c:v>-3.3294487456095062E-2</c:v>
                </c:pt>
                <c:pt idx="7033">
                  <c:v>7.2461449755286553E-2</c:v>
                </c:pt>
                <c:pt idx="7034">
                  <c:v>3.665385890398621E-2</c:v>
                </c:pt>
                <c:pt idx="7035">
                  <c:v>3.0738904582932724E-2</c:v>
                </c:pt>
                <c:pt idx="7036">
                  <c:v>5.6665944312881453E-2</c:v>
                </c:pt>
                <c:pt idx="7037">
                  <c:v>5.8964813579148977E-2</c:v>
                </c:pt>
                <c:pt idx="7038">
                  <c:v>9.9046573253889839E-2</c:v>
                </c:pt>
                <c:pt idx="7039">
                  <c:v>-0.72504308359940117</c:v>
                </c:pt>
                <c:pt idx="7040">
                  <c:v>-0.89347429533261635</c:v>
                </c:pt>
                <c:pt idx="7041">
                  <c:v>-0.61595911130794789</c:v>
                </c:pt>
                <c:pt idx="7042">
                  <c:v>-1.0807821965806939</c:v>
                </c:pt>
                <c:pt idx="7043">
                  <c:v>-1.2878025760635159</c:v>
                </c:pt>
                <c:pt idx="7044">
                  <c:v>-1.3431348822571487</c:v>
                </c:pt>
                <c:pt idx="7045">
                  <c:v>-1.3265196764508849</c:v>
                </c:pt>
                <c:pt idx="7046">
                  <c:v>-1.3707503279372677</c:v>
                </c:pt>
                <c:pt idx="7047">
                  <c:v>-1.0609956754892191</c:v>
                </c:pt>
                <c:pt idx="7048">
                  <c:v>-1.0138720529870184</c:v>
                </c:pt>
                <c:pt idx="7049">
                  <c:v>-1.1312585296228617</c:v>
                </c:pt>
                <c:pt idx="7050">
                  <c:v>-1.2635908891711254</c:v>
                </c:pt>
                <c:pt idx="7051">
                  <c:v>-1.1431602825308584</c:v>
                </c:pt>
                <c:pt idx="7052">
                  <c:v>-1.1194841439249337</c:v>
                </c:pt>
                <c:pt idx="7053">
                  <c:v>-0.973143290693265</c:v>
                </c:pt>
                <c:pt idx="7054">
                  <c:v>-0.39464601618966016</c:v>
                </c:pt>
                <c:pt idx="7055">
                  <c:v>-0.36758434634371046</c:v>
                </c:pt>
                <c:pt idx="7056">
                  <c:v>-0.12489587640433231</c:v>
                </c:pt>
                <c:pt idx="7057">
                  <c:v>-9.7522980837499405E-3</c:v>
                </c:pt>
                <c:pt idx="7058">
                  <c:v>3.7556027108543562E-2</c:v>
                </c:pt>
                <c:pt idx="7059">
                  <c:v>4.1999790199855815E-2</c:v>
                </c:pt>
                <c:pt idx="7060">
                  <c:v>6.2082721457671138E-2</c:v>
                </c:pt>
                <c:pt idx="7061">
                  <c:v>6.7020433706241209E-2</c:v>
                </c:pt>
                <c:pt idx="7062">
                  <c:v>7.5912405117310885E-2</c:v>
                </c:pt>
                <c:pt idx="7063">
                  <c:v>-0.2469474800568813</c:v>
                </c:pt>
                <c:pt idx="7064">
                  <c:v>-1.0838258999288108</c:v>
                </c:pt>
                <c:pt idx="7065">
                  <c:v>-0.81076943856526629</c:v>
                </c:pt>
                <c:pt idx="7066">
                  <c:v>-0.35735043186004195</c:v>
                </c:pt>
                <c:pt idx="7067">
                  <c:v>-1.2809426455307</c:v>
                </c:pt>
                <c:pt idx="7068">
                  <c:v>-1.1804554123078166</c:v>
                </c:pt>
                <c:pt idx="7069">
                  <c:v>-1.2402108537060563</c:v>
                </c:pt>
                <c:pt idx="7070">
                  <c:v>-1.4119950908445096</c:v>
                </c:pt>
                <c:pt idx="7071">
                  <c:v>-1.3913662575518415</c:v>
                </c:pt>
                <c:pt idx="7072">
                  <c:v>-1.4267327184381888</c:v>
                </c:pt>
                <c:pt idx="7073">
                  <c:v>-1.0541268618894903</c:v>
                </c:pt>
                <c:pt idx="7074">
                  <c:v>-1.2341728753098227</c:v>
                </c:pt>
                <c:pt idx="7075">
                  <c:v>-0.89250105882286501</c:v>
                </c:pt>
                <c:pt idx="7076">
                  <c:v>-1.2466251717514096</c:v>
                </c:pt>
                <c:pt idx="7077">
                  <c:v>-0.77144638084118933</c:v>
                </c:pt>
                <c:pt idx="7078">
                  <c:v>-1.1045784241797181</c:v>
                </c:pt>
                <c:pt idx="7079">
                  <c:v>-0.48222572520113782</c:v>
                </c:pt>
                <c:pt idx="7080">
                  <c:v>-0.14788023480370471</c:v>
                </c:pt>
                <c:pt idx="7081">
                  <c:v>-4.2241335951090503E-2</c:v>
                </c:pt>
                <c:pt idx="7082">
                  <c:v>5.1829986652177267E-3</c:v>
                </c:pt>
                <c:pt idx="7083">
                  <c:v>5.4445156419070904E-2</c:v>
                </c:pt>
                <c:pt idx="7084">
                  <c:v>5.8487135577335821E-2</c:v>
                </c:pt>
                <c:pt idx="7085">
                  <c:v>6.4761580538569258E-2</c:v>
                </c:pt>
                <c:pt idx="7086">
                  <c:v>4.4471511997584194E-2</c:v>
                </c:pt>
                <c:pt idx="7087">
                  <c:v>-0.34485553966391486</c:v>
                </c:pt>
                <c:pt idx="7088">
                  <c:v>-1.4334863433725178</c:v>
                </c:pt>
                <c:pt idx="7089">
                  <c:v>-1.2201985586081094</c:v>
                </c:pt>
                <c:pt idx="7090">
                  <c:v>-1.3211205208839929</c:v>
                </c:pt>
                <c:pt idx="7091">
                  <c:v>-1.3472564814720178</c:v>
                </c:pt>
                <c:pt idx="7092">
                  <c:v>-1.6090853584948663</c:v>
                </c:pt>
                <c:pt idx="7093">
                  <c:v>-1.6764026722011527</c:v>
                </c:pt>
                <c:pt idx="7094">
                  <c:v>-1.4576555108152143</c:v>
                </c:pt>
                <c:pt idx="7095">
                  <c:v>-1.4992458174302306</c:v>
                </c:pt>
                <c:pt idx="7096">
                  <c:v>-1.747839471500622</c:v>
                </c:pt>
                <c:pt idx="7097">
                  <c:v>-1.4017914063266184</c:v>
                </c:pt>
                <c:pt idx="7098">
                  <c:v>-0.79713625248914499</c:v>
                </c:pt>
                <c:pt idx="7099">
                  <c:v>-1.5641948730172066</c:v>
                </c:pt>
                <c:pt idx="7100">
                  <c:v>-1.5890892766099027</c:v>
                </c:pt>
                <c:pt idx="7101">
                  <c:v>-1.2484132476747916</c:v>
                </c:pt>
                <c:pt idx="7102">
                  <c:v>-1.1946391832135093</c:v>
                </c:pt>
                <c:pt idx="7103">
                  <c:v>-1.2930638262365879</c:v>
                </c:pt>
                <c:pt idx="7104">
                  <c:v>-1.1086364475019885</c:v>
                </c:pt>
                <c:pt idx="7105">
                  <c:v>-0.62372439394887935</c:v>
                </c:pt>
                <c:pt idx="7106">
                  <c:v>-0.225781269285006</c:v>
                </c:pt>
                <c:pt idx="7107">
                  <c:v>-5.4969040557249667E-2</c:v>
                </c:pt>
                <c:pt idx="7108">
                  <c:v>-7.7299605517153714E-3</c:v>
                </c:pt>
                <c:pt idx="7109">
                  <c:v>2.2557064156254473E-2</c:v>
                </c:pt>
                <c:pt idx="7110">
                  <c:v>2.8257332858254665E-2</c:v>
                </c:pt>
                <c:pt idx="7111">
                  <c:v>-0.38572651795382557</c:v>
                </c:pt>
                <c:pt idx="7112">
                  <c:v>-1.5277561861077282</c:v>
                </c:pt>
                <c:pt idx="7113">
                  <c:v>-1.7047483314534655</c:v>
                </c:pt>
                <c:pt idx="7114">
                  <c:v>-1.6864081921902809</c:v>
                </c:pt>
                <c:pt idx="7115">
                  <c:v>-1.8172703892119817</c:v>
                </c:pt>
                <c:pt idx="7116">
                  <c:v>-1.8947473519323883</c:v>
                </c:pt>
                <c:pt idx="7117">
                  <c:v>-1.8248718935687032</c:v>
                </c:pt>
                <c:pt idx="7118">
                  <c:v>-1.6636373395223607</c:v>
                </c:pt>
                <c:pt idx="7119">
                  <c:v>-1.7590796732095353</c:v>
                </c:pt>
                <c:pt idx="7120">
                  <c:v>-1.5620478395846669</c:v>
                </c:pt>
                <c:pt idx="7121">
                  <c:v>-1.5469976793775677</c:v>
                </c:pt>
                <c:pt idx="7122">
                  <c:v>-1.3779933962379138</c:v>
                </c:pt>
                <c:pt idx="7123">
                  <c:v>-1.1953727527539206</c:v>
                </c:pt>
                <c:pt idx="7124">
                  <c:v>-1.2336230741664886</c:v>
                </c:pt>
                <c:pt idx="7125">
                  <c:v>-1.083411396837787</c:v>
                </c:pt>
                <c:pt idx="7126">
                  <c:v>-1.0727411638873765</c:v>
                </c:pt>
                <c:pt idx="7127">
                  <c:v>-1.0135441140193568</c:v>
                </c:pt>
                <c:pt idx="7128">
                  <c:v>-0.91430910401040222</c:v>
                </c:pt>
                <c:pt idx="7129">
                  <c:v>-0.4450105269812924</c:v>
                </c:pt>
                <c:pt idx="7130">
                  <c:v>-0.30985208483847038</c:v>
                </c:pt>
                <c:pt idx="7131">
                  <c:v>-0.16690043958482689</c:v>
                </c:pt>
                <c:pt idx="7132">
                  <c:v>-5.0751083864655856E-2</c:v>
                </c:pt>
                <c:pt idx="7133">
                  <c:v>-5.0379915542564544E-3</c:v>
                </c:pt>
                <c:pt idx="7134">
                  <c:v>2.7575777577625332E-2</c:v>
                </c:pt>
                <c:pt idx="7135">
                  <c:v>-0.32074471729937448</c:v>
                </c:pt>
                <c:pt idx="7136">
                  <c:v>-1.1352559589489619</c:v>
                </c:pt>
                <c:pt idx="7137">
                  <c:v>-1.3200284518971499</c:v>
                </c:pt>
                <c:pt idx="7138">
                  <c:v>-1.2164275147719525</c:v>
                </c:pt>
                <c:pt idx="7139">
                  <c:v>-1.5255452977660908</c:v>
                </c:pt>
                <c:pt idx="7140">
                  <c:v>-1.8819252379380222</c:v>
                </c:pt>
                <c:pt idx="7141">
                  <c:v>-1.7139272726078612</c:v>
                </c:pt>
                <c:pt idx="7142">
                  <c:v>-1.7498250661777353</c:v>
                </c:pt>
                <c:pt idx="7143">
                  <c:v>-1.8648420861755213</c:v>
                </c:pt>
                <c:pt idx="7144">
                  <c:v>-1.9460501324535535</c:v>
                </c:pt>
                <c:pt idx="7145">
                  <c:v>-1.6095285593706177</c:v>
                </c:pt>
                <c:pt idx="7146">
                  <c:v>-1.5410782325546475</c:v>
                </c:pt>
                <c:pt idx="7147">
                  <c:v>-1.5387532518405396</c:v>
                </c:pt>
                <c:pt idx="7148">
                  <c:v>-1.2165393584782838</c:v>
                </c:pt>
                <c:pt idx="7149">
                  <c:v>-0.96027236163343122</c:v>
                </c:pt>
                <c:pt idx="7150">
                  <c:v>-1.0636360272909047</c:v>
                </c:pt>
                <c:pt idx="7151">
                  <c:v>-0.99394036314268674</c:v>
                </c:pt>
                <c:pt idx="7152">
                  <c:v>-1.1427974196787019</c:v>
                </c:pt>
                <c:pt idx="7153">
                  <c:v>-0.99461481334930224</c:v>
                </c:pt>
                <c:pt idx="7154">
                  <c:v>-0.42315807397128741</c:v>
                </c:pt>
                <c:pt idx="7155">
                  <c:v>-0.10964660011387706</c:v>
                </c:pt>
                <c:pt idx="7156">
                  <c:v>-8.0565359525924043E-3</c:v>
                </c:pt>
                <c:pt idx="7157">
                  <c:v>2.7755311885201275E-2</c:v>
                </c:pt>
                <c:pt idx="7158">
                  <c:v>-0.72123239586724208</c:v>
                </c:pt>
                <c:pt idx="7159">
                  <c:v>-1.0089738010481288</c:v>
                </c:pt>
                <c:pt idx="7160">
                  <c:v>-1.2185835318131144</c:v>
                </c:pt>
                <c:pt idx="7161">
                  <c:v>-1.3918742052991124</c:v>
                </c:pt>
                <c:pt idx="7162">
                  <c:v>-1.4889602807466267</c:v>
                </c:pt>
                <c:pt idx="7163">
                  <c:v>-1.9515153138170127</c:v>
                </c:pt>
                <c:pt idx="7164">
                  <c:v>-2.0679112840161942</c:v>
                </c:pt>
                <c:pt idx="7165">
                  <c:v>-1.9681442611231603</c:v>
                </c:pt>
                <c:pt idx="7166">
                  <c:v>-1.885274688279599</c:v>
                </c:pt>
                <c:pt idx="7167">
                  <c:v>-1.6999542723168939</c:v>
                </c:pt>
                <c:pt idx="7168">
                  <c:v>-1.7220021330654278</c:v>
                </c:pt>
                <c:pt idx="7169">
                  <c:v>-1.5883445154177342</c:v>
                </c:pt>
                <c:pt idx="7170">
                  <c:v>-1.3404822632505156</c:v>
                </c:pt>
                <c:pt idx="7171">
                  <c:v>-1.2936398192836063</c:v>
                </c:pt>
                <c:pt idx="7172">
                  <c:v>-1.2780051524247578</c:v>
                </c:pt>
                <c:pt idx="7173">
                  <c:v>-1.3783579235037082</c:v>
                </c:pt>
                <c:pt idx="7174">
                  <c:v>-1.2787161646684808</c:v>
                </c:pt>
                <c:pt idx="7175">
                  <c:v>-1.2083320636243076</c:v>
                </c:pt>
                <c:pt idx="7176">
                  <c:v>-1.1363630073378088</c:v>
                </c:pt>
                <c:pt idx="7177">
                  <c:v>-1.1669104344098149</c:v>
                </c:pt>
                <c:pt idx="7178">
                  <c:v>-1.0831359675688859</c:v>
                </c:pt>
                <c:pt idx="7179">
                  <c:v>-0.96687074707341913</c:v>
                </c:pt>
                <c:pt idx="7180">
                  <c:v>-0.9624681601252123</c:v>
                </c:pt>
                <c:pt idx="7181">
                  <c:v>-0.91190065662677255</c:v>
                </c:pt>
                <c:pt idx="7182">
                  <c:v>-0.88210625685540978</c:v>
                </c:pt>
                <c:pt idx="7183">
                  <c:v>-0.81306668310482932</c:v>
                </c:pt>
                <c:pt idx="7184">
                  <c:v>-0.76206123332119247</c:v>
                </c:pt>
                <c:pt idx="7185">
                  <c:v>-0.88688306458805999</c:v>
                </c:pt>
                <c:pt idx="7186">
                  <c:v>-0.82641248429694236</c:v>
                </c:pt>
                <c:pt idx="7187">
                  <c:v>-0.8276708211594469</c:v>
                </c:pt>
                <c:pt idx="7188">
                  <c:v>-0.89498644908970826</c:v>
                </c:pt>
                <c:pt idx="7189">
                  <c:v>-0.81886426986778948</c:v>
                </c:pt>
                <c:pt idx="7190">
                  <c:v>-0.81643277749168608</c:v>
                </c:pt>
                <c:pt idx="7191">
                  <c:v>-0.92626460514331566</c:v>
                </c:pt>
                <c:pt idx="7192">
                  <c:v>-1.0702195901567639</c:v>
                </c:pt>
                <c:pt idx="7193">
                  <c:v>-1.224446982832454</c:v>
                </c:pt>
                <c:pt idx="7194">
                  <c:v>-1.2958360593505853</c:v>
                </c:pt>
                <c:pt idx="7195">
                  <c:v>-1.3053502993239925</c:v>
                </c:pt>
                <c:pt idx="7196">
                  <c:v>-1.1691279596232691</c:v>
                </c:pt>
                <c:pt idx="7197">
                  <c:v>-1.1152412740987658</c:v>
                </c:pt>
                <c:pt idx="7198">
                  <c:v>-1.0619101515893727</c:v>
                </c:pt>
                <c:pt idx="7199">
                  <c:v>-1.0295185902202451</c:v>
                </c:pt>
                <c:pt idx="7200">
                  <c:v>-0.96532269810648907</c:v>
                </c:pt>
                <c:pt idx="7201">
                  <c:v>-0.98751887799373805</c:v>
                </c:pt>
                <c:pt idx="7202">
                  <c:v>-0.93906283190505302</c:v>
                </c:pt>
                <c:pt idx="7203">
                  <c:v>-0.84609530057491467</c:v>
                </c:pt>
                <c:pt idx="7204">
                  <c:v>-0.8860296607832191</c:v>
                </c:pt>
                <c:pt idx="7205">
                  <c:v>-0.87674392837322657</c:v>
                </c:pt>
                <c:pt idx="7206">
                  <c:v>-0.86462470654549384</c:v>
                </c:pt>
                <c:pt idx="7207">
                  <c:v>-0.85357170874128008</c:v>
                </c:pt>
                <c:pt idx="7208">
                  <c:v>-0.93544944456274781</c:v>
                </c:pt>
                <c:pt idx="7209">
                  <c:v>-0.92959167712421009</c:v>
                </c:pt>
                <c:pt idx="7210">
                  <c:v>-1.0849572285085551</c:v>
                </c:pt>
                <c:pt idx="7211">
                  <c:v>-1.3942284076195806</c:v>
                </c:pt>
                <c:pt idx="7212">
                  <c:v>-1.5389073235210955</c:v>
                </c:pt>
                <c:pt idx="7213">
                  <c:v>-1.438765531572272</c:v>
                </c:pt>
                <c:pt idx="7214">
                  <c:v>-1.3264187327294403</c:v>
                </c:pt>
                <c:pt idx="7215">
                  <c:v>-1.4847072433384407</c:v>
                </c:pt>
                <c:pt idx="7216">
                  <c:v>-1.4734653435329557</c:v>
                </c:pt>
                <c:pt idx="7217">
                  <c:v>-1.3608503723811807</c:v>
                </c:pt>
                <c:pt idx="7218">
                  <c:v>-1.1500085507652915</c:v>
                </c:pt>
                <c:pt idx="7219">
                  <c:v>-1.067622025537315</c:v>
                </c:pt>
                <c:pt idx="7220">
                  <c:v>-0.96426106502538267</c:v>
                </c:pt>
                <c:pt idx="7221">
                  <c:v>-0.95587173197512132</c:v>
                </c:pt>
                <c:pt idx="7222">
                  <c:v>-0.85607488315175106</c:v>
                </c:pt>
                <c:pt idx="7223">
                  <c:v>-0.84633361099298676</c:v>
                </c:pt>
                <c:pt idx="7224">
                  <c:v>-0.91535241449824023</c:v>
                </c:pt>
                <c:pt idx="7225">
                  <c:v>-0.88990850042320846</c:v>
                </c:pt>
                <c:pt idx="7226">
                  <c:v>-0.45900819141735794</c:v>
                </c:pt>
                <c:pt idx="7227">
                  <c:v>-0.74833750062920368</c:v>
                </c:pt>
                <c:pt idx="7228">
                  <c:v>-0.4449637210078789</c:v>
                </c:pt>
                <c:pt idx="7229">
                  <c:v>-0.34939906265359949</c:v>
                </c:pt>
                <c:pt idx="7230">
                  <c:v>-0.47698423519523103</c:v>
                </c:pt>
                <c:pt idx="7231">
                  <c:v>-0.28662226043221128</c:v>
                </c:pt>
                <c:pt idx="7232">
                  <c:v>-8.5245506576259275E-2</c:v>
                </c:pt>
                <c:pt idx="7233">
                  <c:v>-0.41318801929002735</c:v>
                </c:pt>
                <c:pt idx="7234">
                  <c:v>-0.3094142926708684</c:v>
                </c:pt>
                <c:pt idx="7235">
                  <c:v>-2.8213566219589183E-2</c:v>
                </c:pt>
                <c:pt idx="7236">
                  <c:v>-0.32737516228920832</c:v>
                </c:pt>
                <c:pt idx="7237">
                  <c:v>-0.35703760134689216</c:v>
                </c:pt>
                <c:pt idx="7238">
                  <c:v>-5.7421535465173652E-2</c:v>
                </c:pt>
                <c:pt idx="7239">
                  <c:v>-0.26270049070970308</c:v>
                </c:pt>
                <c:pt idx="7240">
                  <c:v>-0.31802029552159161</c:v>
                </c:pt>
                <c:pt idx="7241">
                  <c:v>-0.13146203046136434</c:v>
                </c:pt>
                <c:pt idx="7242">
                  <c:v>-0.13885427960996821</c:v>
                </c:pt>
                <c:pt idx="7243">
                  <c:v>-0.42994191029155987</c:v>
                </c:pt>
                <c:pt idx="7244">
                  <c:v>-0.16152594515650215</c:v>
                </c:pt>
                <c:pt idx="7245">
                  <c:v>-0.15262247934294176</c:v>
                </c:pt>
                <c:pt idx="7246">
                  <c:v>-0.35069209214908104</c:v>
                </c:pt>
                <c:pt idx="7247">
                  <c:v>-0.31169285337917813</c:v>
                </c:pt>
                <c:pt idx="7248">
                  <c:v>-2.4105446860950931E-2</c:v>
                </c:pt>
                <c:pt idx="7249">
                  <c:v>-0.19175923881600443</c:v>
                </c:pt>
                <c:pt idx="7250">
                  <c:v>8.9111447052683132E-2</c:v>
                </c:pt>
                <c:pt idx="7251">
                  <c:v>9.0594136890407129E-2</c:v>
                </c:pt>
                <c:pt idx="7252">
                  <c:v>9.3937023258691341E-2</c:v>
                </c:pt>
                <c:pt idx="7253">
                  <c:v>8.7033500405050132E-2</c:v>
                </c:pt>
                <c:pt idx="7254">
                  <c:v>9.1236786012200047E-2</c:v>
                </c:pt>
                <c:pt idx="7255">
                  <c:v>5.6824926655508701E-2</c:v>
                </c:pt>
                <c:pt idx="7256">
                  <c:v>5.7272564672439012E-2</c:v>
                </c:pt>
                <c:pt idx="7257">
                  <c:v>5.0541075086312628E-2</c:v>
                </c:pt>
                <c:pt idx="7258">
                  <c:v>-0.54673830878213592</c:v>
                </c:pt>
                <c:pt idx="7259">
                  <c:v>-0.55786832227394378</c:v>
                </c:pt>
                <c:pt idx="7260">
                  <c:v>-0.16859733109897865</c:v>
                </c:pt>
                <c:pt idx="7261">
                  <c:v>-1.2436827123714391</c:v>
                </c:pt>
                <c:pt idx="7262">
                  <c:v>-0.23868013966140711</c:v>
                </c:pt>
                <c:pt idx="7263">
                  <c:v>-1.5383324220837469</c:v>
                </c:pt>
                <c:pt idx="7264">
                  <c:v>-0.45716632562658344</c:v>
                </c:pt>
                <c:pt idx="7265">
                  <c:v>-1.4258001460945926</c:v>
                </c:pt>
                <c:pt idx="7266">
                  <c:v>-1.0207349580893355</c:v>
                </c:pt>
                <c:pt idx="7267">
                  <c:v>-0.81322243808631933</c:v>
                </c:pt>
                <c:pt idx="7268">
                  <c:v>-0.38127010352242352</c:v>
                </c:pt>
                <c:pt idx="7269">
                  <c:v>-0.21191199795871024</c:v>
                </c:pt>
                <c:pt idx="7270">
                  <c:v>-0.44656429627946814</c:v>
                </c:pt>
                <c:pt idx="7271">
                  <c:v>-0.57352258631553399</c:v>
                </c:pt>
                <c:pt idx="7272">
                  <c:v>-0.36462814913789326</c:v>
                </c:pt>
                <c:pt idx="7273">
                  <c:v>-0.41466648976393056</c:v>
                </c:pt>
                <c:pt idx="7274">
                  <c:v>-0.46548871902298972</c:v>
                </c:pt>
                <c:pt idx="7275">
                  <c:v>-0.4445691867644872</c:v>
                </c:pt>
                <c:pt idx="7276">
                  <c:v>-0.52177338265009332</c:v>
                </c:pt>
                <c:pt idx="7277">
                  <c:v>-0.40827189477432507</c:v>
                </c:pt>
                <c:pt idx="7278">
                  <c:v>-0.40825161064708343</c:v>
                </c:pt>
                <c:pt idx="7279">
                  <c:v>-0.4262244602050359</c:v>
                </c:pt>
                <c:pt idx="7280">
                  <c:v>-0.45873439663904597</c:v>
                </c:pt>
                <c:pt idx="7281">
                  <c:v>-0.83033662994579693</c:v>
                </c:pt>
                <c:pt idx="7282">
                  <c:v>-1.32661808385373</c:v>
                </c:pt>
                <c:pt idx="7283">
                  <c:v>-1.5654245080165958</c:v>
                </c:pt>
                <c:pt idx="7284">
                  <c:v>-1.5365559537138955</c:v>
                </c:pt>
                <c:pt idx="7285">
                  <c:v>-1.3631503835405094</c:v>
                </c:pt>
                <c:pt idx="7286">
                  <c:v>-1.1079673786285573</c:v>
                </c:pt>
                <c:pt idx="7287">
                  <c:v>-1.1710888419736938</c:v>
                </c:pt>
                <c:pt idx="7288">
                  <c:v>-1.2530231674227248</c:v>
                </c:pt>
                <c:pt idx="7289">
                  <c:v>-1.0762094146534942</c:v>
                </c:pt>
                <c:pt idx="7290">
                  <c:v>-0.92034288806277198</c:v>
                </c:pt>
                <c:pt idx="7291">
                  <c:v>-0.82585527928397806</c:v>
                </c:pt>
                <c:pt idx="7292">
                  <c:v>-0.59313077694048555</c:v>
                </c:pt>
                <c:pt idx="7293">
                  <c:v>-0.43260368412729272</c:v>
                </c:pt>
                <c:pt idx="7294">
                  <c:v>-0.3140551479933833</c:v>
                </c:pt>
                <c:pt idx="7295">
                  <c:v>-0.13987709393575953</c:v>
                </c:pt>
                <c:pt idx="7296">
                  <c:v>2.8013783866769414E-2</c:v>
                </c:pt>
                <c:pt idx="7297">
                  <c:v>0.12440228309783974</c:v>
                </c:pt>
                <c:pt idx="7298">
                  <c:v>0.13617460375605389</c:v>
                </c:pt>
                <c:pt idx="7299">
                  <c:v>0.13614286436430584</c:v>
                </c:pt>
                <c:pt idx="7300">
                  <c:v>0.13239485041330259</c:v>
                </c:pt>
                <c:pt idx="7301">
                  <c:v>0.12375711958575214</c:v>
                </c:pt>
                <c:pt idx="7302">
                  <c:v>0.13452727386259986</c:v>
                </c:pt>
                <c:pt idx="7303">
                  <c:v>0.13192782402465264</c:v>
                </c:pt>
                <c:pt idx="7304">
                  <c:v>0.10122102162860074</c:v>
                </c:pt>
                <c:pt idx="7305">
                  <c:v>6.7822148611352662E-2</c:v>
                </c:pt>
                <c:pt idx="7306">
                  <c:v>-0.47699229291938755</c:v>
                </c:pt>
                <c:pt idx="7307">
                  <c:v>-0.48255772094297966</c:v>
                </c:pt>
                <c:pt idx="7308">
                  <c:v>-0.76742954872082514</c:v>
                </c:pt>
                <c:pt idx="7309">
                  <c:v>-0.14954770056433406</c:v>
                </c:pt>
                <c:pt idx="7310">
                  <c:v>-1.007125458495862</c:v>
                </c:pt>
                <c:pt idx="7311">
                  <c:v>-0.96370820298511861</c:v>
                </c:pt>
                <c:pt idx="7312">
                  <c:v>-0.73776918381825318</c:v>
                </c:pt>
                <c:pt idx="7313">
                  <c:v>-0.7592913608914339</c:v>
                </c:pt>
                <c:pt idx="7314">
                  <c:v>-0.62071119259367902</c:v>
                </c:pt>
                <c:pt idx="7315">
                  <c:v>-0.5625686901433673</c:v>
                </c:pt>
                <c:pt idx="7316">
                  <c:v>-0.47827934685944673</c:v>
                </c:pt>
                <c:pt idx="7317">
                  <c:v>-0.34961385358879632</c:v>
                </c:pt>
                <c:pt idx="7318">
                  <c:v>-0.25081126926718844</c:v>
                </c:pt>
                <c:pt idx="7319">
                  <c:v>-0.19849042928099817</c:v>
                </c:pt>
                <c:pt idx="7320">
                  <c:v>-0.14458867058358252</c:v>
                </c:pt>
                <c:pt idx="7321">
                  <c:v>-9.3215528892237175E-4</c:v>
                </c:pt>
                <c:pt idx="7322">
                  <c:v>4.2274245492891025E-3</c:v>
                </c:pt>
                <c:pt idx="7323">
                  <c:v>7.9148619968005776E-2</c:v>
                </c:pt>
                <c:pt idx="7324">
                  <c:v>7.1760659875527447E-2</c:v>
                </c:pt>
                <c:pt idx="7325">
                  <c:v>8.1342600458793005E-2</c:v>
                </c:pt>
                <c:pt idx="7326">
                  <c:v>7.4172530149463886E-2</c:v>
                </c:pt>
                <c:pt idx="7327">
                  <c:v>3.895546395118344E-2</c:v>
                </c:pt>
                <c:pt idx="7328">
                  <c:v>-2.2837784106058507E-3</c:v>
                </c:pt>
                <c:pt idx="7329">
                  <c:v>-0.18678174072259726</c:v>
                </c:pt>
                <c:pt idx="7330">
                  <c:v>-1.2033500959243504</c:v>
                </c:pt>
                <c:pt idx="7331">
                  <c:v>-1.1021654638999752</c:v>
                </c:pt>
                <c:pt idx="7332">
                  <c:v>-0.79149119950522706</c:v>
                </c:pt>
                <c:pt idx="7333">
                  <c:v>-1.2034363309616312</c:v>
                </c:pt>
                <c:pt idx="7334">
                  <c:v>-1.2165399019897862</c:v>
                </c:pt>
                <c:pt idx="7335">
                  <c:v>-1.207963941201267</c:v>
                </c:pt>
                <c:pt idx="7336">
                  <c:v>-1.241439046773068</c:v>
                </c:pt>
                <c:pt idx="7337">
                  <c:v>-1.2095212549463656</c:v>
                </c:pt>
                <c:pt idx="7338">
                  <c:v>-0.95675815250684249</c:v>
                </c:pt>
                <c:pt idx="7339">
                  <c:v>-0.82874689283853142</c:v>
                </c:pt>
                <c:pt idx="7340">
                  <c:v>-0.70107792286188064</c:v>
                </c:pt>
                <c:pt idx="7341">
                  <c:v>-0.55148091359197171</c:v>
                </c:pt>
                <c:pt idx="7342">
                  <c:v>-0.45135889315188016</c:v>
                </c:pt>
                <c:pt idx="7343">
                  <c:v>-0.45831056276011162</c:v>
                </c:pt>
                <c:pt idx="7344">
                  <c:v>-0.18718706624885242</c:v>
                </c:pt>
                <c:pt idx="7345">
                  <c:v>-0.28402306150411155</c:v>
                </c:pt>
                <c:pt idx="7346">
                  <c:v>-9.1596030272994514E-3</c:v>
                </c:pt>
                <c:pt idx="7347">
                  <c:v>-0.36503747600147224</c:v>
                </c:pt>
                <c:pt idx="7348">
                  <c:v>6.4718750882186177E-2</c:v>
                </c:pt>
                <c:pt idx="7349">
                  <c:v>7.4425752260005376E-2</c:v>
                </c:pt>
                <c:pt idx="7350">
                  <c:v>6.4085607108623641E-2</c:v>
                </c:pt>
                <c:pt idx="7351">
                  <c:v>-0.12015637058437484</c:v>
                </c:pt>
                <c:pt idx="7352">
                  <c:v>-0.15326816157264958</c:v>
                </c:pt>
                <c:pt idx="7353">
                  <c:v>-0.36396151648765551</c:v>
                </c:pt>
                <c:pt idx="7354">
                  <c:v>-0.44425926928424486</c:v>
                </c:pt>
                <c:pt idx="7355">
                  <c:v>-0.92799585861542511</c:v>
                </c:pt>
                <c:pt idx="7356">
                  <c:v>-0.94832497780576197</c:v>
                </c:pt>
                <c:pt idx="7357">
                  <c:v>-1.0597474999312151</c:v>
                </c:pt>
                <c:pt idx="7358">
                  <c:v>-1.1913632059728108</c:v>
                </c:pt>
                <c:pt idx="7359">
                  <c:v>-1.2229578979974958</c:v>
                </c:pt>
                <c:pt idx="7360">
                  <c:v>-1.2978875629283309</c:v>
                </c:pt>
                <c:pt idx="7361">
                  <c:v>-1.3385570944122138</c:v>
                </c:pt>
                <c:pt idx="7362">
                  <c:v>-1.1815392489092442</c:v>
                </c:pt>
                <c:pt idx="7363">
                  <c:v>-1.1125620999315751</c:v>
                </c:pt>
                <c:pt idx="7364">
                  <c:v>-0.98752747400218199</c:v>
                </c:pt>
                <c:pt idx="7365">
                  <c:v>-0.64345334954260858</c:v>
                </c:pt>
                <c:pt idx="7366">
                  <c:v>-0.57231875465512605</c:v>
                </c:pt>
                <c:pt idx="7367">
                  <c:v>-0.33248374608723746</c:v>
                </c:pt>
                <c:pt idx="7368">
                  <c:v>-8.7222890111800552E-2</c:v>
                </c:pt>
                <c:pt idx="7369">
                  <c:v>-1.0625056867017655E-2</c:v>
                </c:pt>
                <c:pt idx="7370">
                  <c:v>1.2719968164588872E-2</c:v>
                </c:pt>
                <c:pt idx="7371">
                  <c:v>3.5444831371460421E-2</c:v>
                </c:pt>
                <c:pt idx="7372">
                  <c:v>3.5872582492654716E-2</c:v>
                </c:pt>
                <c:pt idx="7373">
                  <c:v>5.1269193479015131E-2</c:v>
                </c:pt>
                <c:pt idx="7374">
                  <c:v>5.3455626278609801E-2</c:v>
                </c:pt>
                <c:pt idx="7375">
                  <c:v>-0.17397885884562261</c:v>
                </c:pt>
                <c:pt idx="7376">
                  <c:v>-0.78797650010163189</c:v>
                </c:pt>
                <c:pt idx="7377">
                  <c:v>-0.92836950029557597</c:v>
                </c:pt>
                <c:pt idx="7378">
                  <c:v>-1.1926004370766754</c:v>
                </c:pt>
                <c:pt idx="7379">
                  <c:v>-1.1907668974775503</c:v>
                </c:pt>
                <c:pt idx="7380">
                  <c:v>-1.1639287208281395</c:v>
                </c:pt>
                <c:pt idx="7381">
                  <c:v>-1.3870941717842862</c:v>
                </c:pt>
                <c:pt idx="7382">
                  <c:v>-1.5942931319417062</c:v>
                </c:pt>
                <c:pt idx="7383">
                  <c:v>-1.5614766772842039</c:v>
                </c:pt>
                <c:pt idx="7384">
                  <c:v>-1.7365369764774889</c:v>
                </c:pt>
                <c:pt idx="7385">
                  <c:v>-1.6061690705966831</c:v>
                </c:pt>
                <c:pt idx="7386">
                  <c:v>-1.4391395221023782</c:v>
                </c:pt>
                <c:pt idx="7387">
                  <c:v>-1.0636853563702255</c:v>
                </c:pt>
                <c:pt idx="7388">
                  <c:v>-0.96722435993265332</c:v>
                </c:pt>
                <c:pt idx="7389">
                  <c:v>-0.9785670877177236</c:v>
                </c:pt>
                <c:pt idx="7390">
                  <c:v>-0.71392686310276043</c:v>
                </c:pt>
                <c:pt idx="7391">
                  <c:v>-1.0326480122747983</c:v>
                </c:pt>
                <c:pt idx="7392">
                  <c:v>-0.54736690134815535</c:v>
                </c:pt>
                <c:pt idx="7393">
                  <c:v>-0.23503363971053559</c:v>
                </c:pt>
                <c:pt idx="7394">
                  <c:v>-1.8376351769051256E-2</c:v>
                </c:pt>
                <c:pt idx="7395">
                  <c:v>3.2542078762444984E-2</c:v>
                </c:pt>
                <c:pt idx="7396">
                  <c:v>5.1551143062508818E-2</c:v>
                </c:pt>
                <c:pt idx="7397">
                  <c:v>8.1447739830415117E-2</c:v>
                </c:pt>
                <c:pt idx="7398">
                  <c:v>7.0210851856375503E-2</c:v>
                </c:pt>
                <c:pt idx="7399">
                  <c:v>-0.15022821591710797</c:v>
                </c:pt>
                <c:pt idx="7400">
                  <c:v>-0.1808247590738199</c:v>
                </c:pt>
                <c:pt idx="7401">
                  <c:v>-1.0484361586600459</c:v>
                </c:pt>
                <c:pt idx="7402">
                  <c:v>-0.54690947255387579</c:v>
                </c:pt>
                <c:pt idx="7403">
                  <c:v>-1.5037395491478207</c:v>
                </c:pt>
                <c:pt idx="7404">
                  <c:v>-1.1721526860304745</c:v>
                </c:pt>
                <c:pt idx="7405">
                  <c:v>-1.1986525034126472</c:v>
                </c:pt>
                <c:pt idx="7406">
                  <c:v>-1.2792325766896402</c:v>
                </c:pt>
                <c:pt idx="7407">
                  <c:v>-1.1980740724280112</c:v>
                </c:pt>
                <c:pt idx="7408">
                  <c:v>-1.3787269450615909</c:v>
                </c:pt>
                <c:pt idx="7409">
                  <c:v>-1.2075812016658833</c:v>
                </c:pt>
                <c:pt idx="7410">
                  <c:v>-1.1831444084270264</c:v>
                </c:pt>
                <c:pt idx="7411">
                  <c:v>-1.0037795159276661</c:v>
                </c:pt>
                <c:pt idx="7412">
                  <c:v>-0.87386823565367133</c:v>
                </c:pt>
                <c:pt idx="7413">
                  <c:v>-0.81762402469751327</c:v>
                </c:pt>
                <c:pt idx="7414">
                  <c:v>-0.77024454366044692</c:v>
                </c:pt>
                <c:pt idx="7415">
                  <c:v>-0.63670673720806381</c:v>
                </c:pt>
                <c:pt idx="7416">
                  <c:v>-0.6205417508000467</c:v>
                </c:pt>
                <c:pt idx="7417">
                  <c:v>-0.43198792284787452</c:v>
                </c:pt>
                <c:pt idx="7418">
                  <c:v>-7.3246933643093148E-2</c:v>
                </c:pt>
                <c:pt idx="7419">
                  <c:v>-0.3901095425983872</c:v>
                </c:pt>
                <c:pt idx="7420">
                  <c:v>5.392752607192175E-2</c:v>
                </c:pt>
                <c:pt idx="7421">
                  <c:v>7.4671866855417574E-2</c:v>
                </c:pt>
                <c:pt idx="7422">
                  <c:v>6.0075663269463495E-2</c:v>
                </c:pt>
                <c:pt idx="7423">
                  <c:v>-0.27036957622451147</c:v>
                </c:pt>
                <c:pt idx="7424">
                  <c:v>-0.25214308584913314</c:v>
                </c:pt>
                <c:pt idx="7425">
                  <c:v>-1.2270866399644864</c:v>
                </c:pt>
                <c:pt idx="7426">
                  <c:v>-0.33762463568421813</c:v>
                </c:pt>
                <c:pt idx="7427">
                  <c:v>-1.8425308871564889</c:v>
                </c:pt>
                <c:pt idx="7428">
                  <c:v>-1.5421979472795699</c:v>
                </c:pt>
                <c:pt idx="7429">
                  <c:v>-1.5528292968116604</c:v>
                </c:pt>
                <c:pt idx="7430">
                  <c:v>-1.5892658134922899</c:v>
                </c:pt>
                <c:pt idx="7431">
                  <c:v>-1.5866654108024798</c:v>
                </c:pt>
                <c:pt idx="7432">
                  <c:v>-1.5979544499836236</c:v>
                </c:pt>
                <c:pt idx="7433">
                  <c:v>-1.3832480418618032</c:v>
                </c:pt>
                <c:pt idx="7434">
                  <c:v>-1.2678698961069452</c:v>
                </c:pt>
                <c:pt idx="7435">
                  <c:v>-1.1521506278617017</c:v>
                </c:pt>
                <c:pt idx="7436">
                  <c:v>-1.0432434483314286</c:v>
                </c:pt>
                <c:pt idx="7437">
                  <c:v>-0.87934840526642455</c:v>
                </c:pt>
                <c:pt idx="7438">
                  <c:v>-0.92733862133744016</c:v>
                </c:pt>
                <c:pt idx="7439">
                  <c:v>-0.85111105291661504</c:v>
                </c:pt>
                <c:pt idx="7440">
                  <c:v>-0.75844455111014264</c:v>
                </c:pt>
                <c:pt idx="7441">
                  <c:v>-0.68752243868931817</c:v>
                </c:pt>
                <c:pt idx="7442">
                  <c:v>-9.6073341183304947E-2</c:v>
                </c:pt>
                <c:pt idx="7443">
                  <c:v>-2.6643814648289271E-2</c:v>
                </c:pt>
                <c:pt idx="7444">
                  <c:v>4.4236963499427073E-2</c:v>
                </c:pt>
                <c:pt idx="7445">
                  <c:v>7.3433306527906417E-2</c:v>
                </c:pt>
                <c:pt idx="7446">
                  <c:v>8.090011889082252E-2</c:v>
                </c:pt>
                <c:pt idx="7447">
                  <c:v>-0.31532178666950739</c:v>
                </c:pt>
                <c:pt idx="7448">
                  <c:v>-0.45702863838674684</c:v>
                </c:pt>
                <c:pt idx="7449">
                  <c:v>-0.71152315038015812</c:v>
                </c:pt>
                <c:pt idx="7450">
                  <c:v>-1.1950415877874916</c:v>
                </c:pt>
                <c:pt idx="7451">
                  <c:v>-0.74370421688462773</c:v>
                </c:pt>
                <c:pt idx="7452">
                  <c:v>-0.83599272054312801</c:v>
                </c:pt>
                <c:pt idx="7453">
                  <c:v>-0.78952040088328646</c:v>
                </c:pt>
                <c:pt idx="7454">
                  <c:v>-1.0221060615218973</c:v>
                </c:pt>
                <c:pt idx="7455">
                  <c:v>-1.1055368948402504</c:v>
                </c:pt>
                <c:pt idx="7456">
                  <c:v>-0.98706833575627762</c:v>
                </c:pt>
                <c:pt idx="7457">
                  <c:v>-0.82184525742816816</c:v>
                </c:pt>
                <c:pt idx="7458">
                  <c:v>-0.83762297961595189</c:v>
                </c:pt>
                <c:pt idx="7459">
                  <c:v>-0.81950066767910368</c:v>
                </c:pt>
                <c:pt idx="7460">
                  <c:v>-0.75149115755476514</c:v>
                </c:pt>
                <c:pt idx="7461">
                  <c:v>-0.73589958588909754</c:v>
                </c:pt>
                <c:pt idx="7462">
                  <c:v>-0.69680518419316018</c:v>
                </c:pt>
                <c:pt idx="7463">
                  <c:v>-0.68057160153947249</c:v>
                </c:pt>
                <c:pt idx="7464">
                  <c:v>-0.5592938922421492</c:v>
                </c:pt>
                <c:pt idx="7465">
                  <c:v>-0.45968788373438629</c:v>
                </c:pt>
                <c:pt idx="7466">
                  <c:v>-0.2612705938151722</c:v>
                </c:pt>
                <c:pt idx="7467">
                  <c:v>-0.48469342956314287</c:v>
                </c:pt>
                <c:pt idx="7468">
                  <c:v>-0.50942646443748862</c:v>
                </c:pt>
                <c:pt idx="7469">
                  <c:v>-0.22286135575527094</c:v>
                </c:pt>
                <c:pt idx="7470">
                  <c:v>-0.68172089695625027</c:v>
                </c:pt>
                <c:pt idx="7471">
                  <c:v>-0.72620966041481494</c:v>
                </c:pt>
                <c:pt idx="7472">
                  <c:v>-0.69674113952332117</c:v>
                </c:pt>
                <c:pt idx="7473">
                  <c:v>-0.79813531583084651</c:v>
                </c:pt>
                <c:pt idx="7474">
                  <c:v>-0.88088950686177425</c:v>
                </c:pt>
                <c:pt idx="7475">
                  <c:v>-0.86702721839357644</c:v>
                </c:pt>
                <c:pt idx="7476">
                  <c:v>-0.97908825543113742</c:v>
                </c:pt>
                <c:pt idx="7477">
                  <c:v>-1.1967697744345198</c:v>
                </c:pt>
                <c:pt idx="7478">
                  <c:v>-1.4896549932188414</c:v>
                </c:pt>
                <c:pt idx="7479">
                  <c:v>-1.4602417163295196</c:v>
                </c:pt>
                <c:pt idx="7480">
                  <c:v>-1.7117596615518547</c:v>
                </c:pt>
                <c:pt idx="7481">
                  <c:v>-1.5525944035442705</c:v>
                </c:pt>
                <c:pt idx="7482">
                  <c:v>-1.344342707043281</c:v>
                </c:pt>
                <c:pt idx="7483">
                  <c:v>-1.1932444268070357</c:v>
                </c:pt>
                <c:pt idx="7484">
                  <c:v>-1.0539310625874021</c:v>
                </c:pt>
                <c:pt idx="7485">
                  <c:v>-0.97908623095061187</c:v>
                </c:pt>
                <c:pt idx="7486">
                  <c:v>-0.87697450082089445</c:v>
                </c:pt>
                <c:pt idx="7487">
                  <c:v>0.12494349817347673</c:v>
                </c:pt>
                <c:pt idx="7488">
                  <c:v>0.24155416579920899</c:v>
                </c:pt>
                <c:pt idx="7489">
                  <c:v>0.23634422196064486</c:v>
                </c:pt>
                <c:pt idx="7490">
                  <c:v>0.23108436494355902</c:v>
                </c:pt>
                <c:pt idx="7491">
                  <c:v>0.22577459474795153</c:v>
                </c:pt>
                <c:pt idx="7492">
                  <c:v>0.22041491137382016</c:v>
                </c:pt>
                <c:pt idx="7493">
                  <c:v>0.21500531482116533</c:v>
                </c:pt>
                <c:pt idx="7494">
                  <c:v>0.20954580508998857</c:v>
                </c:pt>
                <c:pt idx="7495">
                  <c:v>0.20403638218028861</c:v>
                </c:pt>
                <c:pt idx="7496">
                  <c:v>0.19847704609206623</c:v>
                </c:pt>
                <c:pt idx="7497">
                  <c:v>0.19286779682532107</c:v>
                </c:pt>
                <c:pt idx="7498">
                  <c:v>0.18720863438005333</c:v>
                </c:pt>
                <c:pt idx="7499">
                  <c:v>0.18149955875626267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-1.6779482498563338</c:v>
                </c:pt>
                <c:pt idx="7697">
                  <c:v>-1.6357791480821877</c:v>
                </c:pt>
                <c:pt idx="7698">
                  <c:v>-1.4238149932513613</c:v>
                </c:pt>
                <c:pt idx="7699">
                  <c:v>-1.3728356980116274</c:v>
                </c:pt>
                <c:pt idx="7700">
                  <c:v>-1.2600912065233143</c:v>
                </c:pt>
                <c:pt idx="7701">
                  <c:v>-1.2336135057411761</c:v>
                </c:pt>
                <c:pt idx="7702">
                  <c:v>-1.0958193331014892</c:v>
                </c:pt>
                <c:pt idx="7703">
                  <c:v>-0.41241636378447966</c:v>
                </c:pt>
                <c:pt idx="7704">
                  <c:v>-0.2579953149947517</c:v>
                </c:pt>
                <c:pt idx="7705">
                  <c:v>-0.10149119720659386</c:v>
                </c:pt>
                <c:pt idx="7706">
                  <c:v>-2.4116497667652951E-2</c:v>
                </c:pt>
                <c:pt idx="7707">
                  <c:v>1.4143235991479737E-2</c:v>
                </c:pt>
                <c:pt idx="7708">
                  <c:v>3.3550843953256644E-2</c:v>
                </c:pt>
                <c:pt idx="7709">
                  <c:v>4.5728169540813622E-2</c:v>
                </c:pt>
                <c:pt idx="7710">
                  <c:v>6.7323386934924137E-2</c:v>
                </c:pt>
                <c:pt idx="7711">
                  <c:v>-0.70301809869986032</c:v>
                </c:pt>
                <c:pt idx="7712">
                  <c:v>-0.82686719519394003</c:v>
                </c:pt>
                <c:pt idx="7713">
                  <c:v>-0.90246798390259764</c:v>
                </c:pt>
                <c:pt idx="7714">
                  <c:v>-0.87126046440412186</c:v>
                </c:pt>
                <c:pt idx="7715">
                  <c:v>-1.4064007379004877</c:v>
                </c:pt>
                <c:pt idx="7716">
                  <c:v>-1.5531309752712457</c:v>
                </c:pt>
                <c:pt idx="7717">
                  <c:v>-1.2911503913166646</c:v>
                </c:pt>
                <c:pt idx="7718">
                  <c:v>-0.94914914938573769</c:v>
                </c:pt>
                <c:pt idx="7719">
                  <c:v>-1.5077773835486548</c:v>
                </c:pt>
                <c:pt idx="7720">
                  <c:v>-1.7709449427640267</c:v>
                </c:pt>
                <c:pt idx="7721">
                  <c:v>-1.4229482079882987</c:v>
                </c:pt>
                <c:pt idx="7722">
                  <c:v>-0.47186551473787219</c:v>
                </c:pt>
                <c:pt idx="7723">
                  <c:v>-0.61358670722200492</c:v>
                </c:pt>
                <c:pt idx="7724">
                  <c:v>-0.34183026362408592</c:v>
                </c:pt>
                <c:pt idx="7725">
                  <c:v>2.084209275311848E-2</c:v>
                </c:pt>
                <c:pt idx="7726">
                  <c:v>5.2081938835945148E-2</c:v>
                </c:pt>
                <c:pt idx="7727">
                  <c:v>6.4112426805506662E-2</c:v>
                </c:pt>
                <c:pt idx="7728">
                  <c:v>6.2396128563863805E-2</c:v>
                </c:pt>
                <c:pt idx="7729">
                  <c:v>8.583193581875978E-2</c:v>
                </c:pt>
                <c:pt idx="7730">
                  <c:v>0.10357234841695288</c:v>
                </c:pt>
                <c:pt idx="7731">
                  <c:v>9.9132845868832531E-2</c:v>
                </c:pt>
                <c:pt idx="7732">
                  <c:v>9.1873187032265755E-2</c:v>
                </c:pt>
                <c:pt idx="7733">
                  <c:v>9.8830649930926398E-2</c:v>
                </c:pt>
                <c:pt idx="7734">
                  <c:v>8.2276908902476131E-2</c:v>
                </c:pt>
                <c:pt idx="7735">
                  <c:v>6.6563332596639935E-2</c:v>
                </c:pt>
                <c:pt idx="7736">
                  <c:v>4.9947541413256552E-2</c:v>
                </c:pt>
                <c:pt idx="7737">
                  <c:v>8.6330648954105665E-2</c:v>
                </c:pt>
                <c:pt idx="7738">
                  <c:v>0.10981184294879064</c:v>
                </c:pt>
                <c:pt idx="7739">
                  <c:v>5.3815821159552503E-2</c:v>
                </c:pt>
                <c:pt idx="7740">
                  <c:v>7.339003769468605E-2</c:v>
                </c:pt>
                <c:pt idx="7741">
                  <c:v>0.11211713346494213</c:v>
                </c:pt>
                <c:pt idx="7742">
                  <c:v>0.10666873163744246</c:v>
                </c:pt>
                <c:pt idx="7743">
                  <c:v>0.12349919234774152</c:v>
                </c:pt>
                <c:pt idx="7744">
                  <c:v>9.7788026810489065E-2</c:v>
                </c:pt>
                <c:pt idx="7745">
                  <c:v>9.4338505155838956E-2</c:v>
                </c:pt>
                <c:pt idx="7746">
                  <c:v>9.5608099137177216E-2</c:v>
                </c:pt>
                <c:pt idx="7747">
                  <c:v>8.8416343182079624E-2</c:v>
                </c:pt>
                <c:pt idx="7748">
                  <c:v>7.5863659718247808E-2</c:v>
                </c:pt>
                <c:pt idx="7749">
                  <c:v>9.4042692803517819E-2</c:v>
                </c:pt>
                <c:pt idx="7750">
                  <c:v>9.0093334405049144E-2</c:v>
                </c:pt>
                <c:pt idx="7751">
                  <c:v>8.4987728284431824E-2</c:v>
                </c:pt>
                <c:pt idx="7752">
                  <c:v>9.7218032422397682E-2</c:v>
                </c:pt>
                <c:pt idx="7753">
                  <c:v>9.4437781460550874E-2</c:v>
                </c:pt>
                <c:pt idx="7754">
                  <c:v>9.2817151013283195E-2</c:v>
                </c:pt>
                <c:pt idx="7755">
                  <c:v>8.6889744795009494E-2</c:v>
                </c:pt>
                <c:pt idx="7756">
                  <c:v>0.10373030356213957</c:v>
                </c:pt>
                <c:pt idx="7757">
                  <c:v>9.6739595008598842E-2</c:v>
                </c:pt>
                <c:pt idx="7758">
                  <c:v>8.9222831500663749E-2</c:v>
                </c:pt>
                <c:pt idx="7759">
                  <c:v>6.4300933218834899E-2</c:v>
                </c:pt>
                <c:pt idx="7760">
                  <c:v>6.7596416603639103E-2</c:v>
                </c:pt>
                <c:pt idx="7761">
                  <c:v>7.8162180965378122E-2</c:v>
                </c:pt>
                <c:pt idx="7762">
                  <c:v>-0.29947749931905543</c:v>
                </c:pt>
                <c:pt idx="7763">
                  <c:v>-1.3207056460572157</c:v>
                </c:pt>
                <c:pt idx="7764">
                  <c:v>-1.0792366478739535</c:v>
                </c:pt>
                <c:pt idx="7765">
                  <c:v>-1.0149569465107304</c:v>
                </c:pt>
                <c:pt idx="7766">
                  <c:v>-1.5526478994389941</c:v>
                </c:pt>
                <c:pt idx="7767">
                  <c:v>-1.2939286937410335</c:v>
                </c:pt>
                <c:pt idx="7768">
                  <c:v>-1.3369662038578523</c:v>
                </c:pt>
                <c:pt idx="7769">
                  <c:v>-0.86307162366466994</c:v>
                </c:pt>
                <c:pt idx="7770">
                  <c:v>-0.87901067317832693</c:v>
                </c:pt>
                <c:pt idx="7771">
                  <c:v>-0.66240887260914361</c:v>
                </c:pt>
                <c:pt idx="7772">
                  <c:v>-0.72541107700531604</c:v>
                </c:pt>
                <c:pt idx="7773">
                  <c:v>-9.9531471703722896E-2</c:v>
                </c:pt>
                <c:pt idx="7774">
                  <c:v>-6.6992786286442074E-3</c:v>
                </c:pt>
                <c:pt idx="7775">
                  <c:v>2.2667526464800014E-3</c:v>
                </c:pt>
                <c:pt idx="7776">
                  <c:v>1.7995661378063296E-2</c:v>
                </c:pt>
                <c:pt idx="7777">
                  <c:v>4.9818037186661952E-2</c:v>
                </c:pt>
                <c:pt idx="7778">
                  <c:v>6.6966792679229017E-2</c:v>
                </c:pt>
                <c:pt idx="7779">
                  <c:v>7.5632493369238885E-2</c:v>
                </c:pt>
                <c:pt idx="7780">
                  <c:v>8.849647517836251E-2</c:v>
                </c:pt>
                <c:pt idx="7781">
                  <c:v>9.5709856232084514E-2</c:v>
                </c:pt>
                <c:pt idx="7782">
                  <c:v>0.10081451669195492</c:v>
                </c:pt>
                <c:pt idx="7783">
                  <c:v>-9.8174258795919553E-2</c:v>
                </c:pt>
                <c:pt idx="7784">
                  <c:v>-1.1589297170937991</c:v>
                </c:pt>
                <c:pt idx="7785">
                  <c:v>-0.82573433186514589</c:v>
                </c:pt>
                <c:pt idx="7786">
                  <c:v>-0.76037687750094463</c:v>
                </c:pt>
                <c:pt idx="7787">
                  <c:v>-0.76070327969325979</c:v>
                </c:pt>
                <c:pt idx="7788">
                  <c:v>-0.86567515750521162</c:v>
                </c:pt>
                <c:pt idx="7789">
                  <c:v>-0.93191807883972788</c:v>
                </c:pt>
                <c:pt idx="7790">
                  <c:v>-1.0915925375754969</c:v>
                </c:pt>
                <c:pt idx="7791">
                  <c:v>-1.0980798570676393</c:v>
                </c:pt>
                <c:pt idx="7792">
                  <c:v>-0.99149929065743736</c:v>
                </c:pt>
                <c:pt idx="7793">
                  <c:v>-0.89271100489637834</c:v>
                </c:pt>
                <c:pt idx="7794">
                  <c:v>-0.57167405233134128</c:v>
                </c:pt>
                <c:pt idx="7795">
                  <c:v>-0.10627600107366707</c:v>
                </c:pt>
                <c:pt idx="7796">
                  <c:v>-0.91354833686393377</c:v>
                </c:pt>
                <c:pt idx="7797">
                  <c:v>-0.24128474430387592</c:v>
                </c:pt>
                <c:pt idx="7798">
                  <c:v>-0.39645453292694938</c:v>
                </c:pt>
                <c:pt idx="7799">
                  <c:v>2.6036311500995592E-2</c:v>
                </c:pt>
                <c:pt idx="7800">
                  <c:v>6.5863671669853616E-2</c:v>
                </c:pt>
                <c:pt idx="7801">
                  <c:v>6.0673888196773593E-2</c:v>
                </c:pt>
                <c:pt idx="7802">
                  <c:v>7.8562022451356822E-2</c:v>
                </c:pt>
                <c:pt idx="7803">
                  <c:v>0.10252819294162462</c:v>
                </c:pt>
                <c:pt idx="7804">
                  <c:v>0.10736130745173179</c:v>
                </c:pt>
                <c:pt idx="7805">
                  <c:v>8.195332103700094E-2</c:v>
                </c:pt>
                <c:pt idx="7806">
                  <c:v>7.3696178280193578E-2</c:v>
                </c:pt>
                <c:pt idx="7807">
                  <c:v>5.3888509886673396E-2</c:v>
                </c:pt>
                <c:pt idx="7808">
                  <c:v>-0.85576335910235646</c:v>
                </c:pt>
                <c:pt idx="7809">
                  <c:v>-0.99455691236517529</c:v>
                </c:pt>
                <c:pt idx="7810">
                  <c:v>-0.11519971463349168</c:v>
                </c:pt>
                <c:pt idx="7811">
                  <c:v>-1.4977559534340137</c:v>
                </c:pt>
                <c:pt idx="7812">
                  <c:v>-1.3525254666307718</c:v>
                </c:pt>
                <c:pt idx="7813">
                  <c:v>-1.3398504874577486</c:v>
                </c:pt>
                <c:pt idx="7814">
                  <c:v>-1.4964965523239895</c:v>
                </c:pt>
                <c:pt idx="7815">
                  <c:v>-1.1652596781248492</c:v>
                </c:pt>
                <c:pt idx="7816">
                  <c:v>-1.2081010789365396</c:v>
                </c:pt>
                <c:pt idx="7817">
                  <c:v>-0.93886491816771067</c:v>
                </c:pt>
                <c:pt idx="7818">
                  <c:v>-0.88086370010636827</c:v>
                </c:pt>
                <c:pt idx="7819">
                  <c:v>-0.49536764478409062</c:v>
                </c:pt>
                <c:pt idx="7820">
                  <c:v>-0.49967137853661658</c:v>
                </c:pt>
                <c:pt idx="7821">
                  <c:v>-0.55147724239952012</c:v>
                </c:pt>
                <c:pt idx="7822">
                  <c:v>-0.69967743076349687</c:v>
                </c:pt>
                <c:pt idx="7823">
                  <c:v>-0.16004591614158029</c:v>
                </c:pt>
                <c:pt idx="7824">
                  <c:v>5.2148352233593327E-2</c:v>
                </c:pt>
                <c:pt idx="7825">
                  <c:v>5.6067442408652288E-2</c:v>
                </c:pt>
                <c:pt idx="7826">
                  <c:v>6.6364834278673526E-2</c:v>
                </c:pt>
                <c:pt idx="7827">
                  <c:v>5.9447912352710075E-2</c:v>
                </c:pt>
                <c:pt idx="7828">
                  <c:v>6.6978176601973929E-2</c:v>
                </c:pt>
                <c:pt idx="7829">
                  <c:v>6.5287113775586353E-2</c:v>
                </c:pt>
                <c:pt idx="7830">
                  <c:v>7.6777156330417415E-2</c:v>
                </c:pt>
                <c:pt idx="7831">
                  <c:v>-0.25536139324479096</c:v>
                </c:pt>
                <c:pt idx="7832">
                  <c:v>-0.76883073941705493</c:v>
                </c:pt>
                <c:pt idx="7833">
                  <c:v>-0.84472781580447209</c:v>
                </c:pt>
                <c:pt idx="7834">
                  <c:v>-1.7011270208210141</c:v>
                </c:pt>
                <c:pt idx="7835">
                  <c:v>-1.583599579037446</c:v>
                </c:pt>
                <c:pt idx="7836">
                  <c:v>-1.5541761624019252</c:v>
                </c:pt>
                <c:pt idx="7837">
                  <c:v>-1.5451377415159482</c:v>
                </c:pt>
                <c:pt idx="7838">
                  <c:v>-1.6906813234071953</c:v>
                </c:pt>
                <c:pt idx="7839">
                  <c:v>-1.7455046420131066</c:v>
                </c:pt>
                <c:pt idx="7840">
                  <c:v>-1.8449979561437719</c:v>
                </c:pt>
                <c:pt idx="7841">
                  <c:v>-1.3007555592125295</c:v>
                </c:pt>
                <c:pt idx="7842">
                  <c:v>-0.95412099390280736</c:v>
                </c:pt>
                <c:pt idx="7843">
                  <c:v>-0.87694877231748769</c:v>
                </c:pt>
                <c:pt idx="7844">
                  <c:v>-0.82196412895891713</c:v>
                </c:pt>
                <c:pt idx="7845">
                  <c:v>-0.39971297510360249</c:v>
                </c:pt>
                <c:pt idx="7846">
                  <c:v>-0.62457211089700049</c:v>
                </c:pt>
                <c:pt idx="7847">
                  <c:v>-0.3038611457971126</c:v>
                </c:pt>
                <c:pt idx="7848">
                  <c:v>1.6664971095823673E-2</c:v>
                </c:pt>
                <c:pt idx="7849">
                  <c:v>1.6530762213795593E-2</c:v>
                </c:pt>
                <c:pt idx="7850">
                  <c:v>5.2504049746944552E-2</c:v>
                </c:pt>
                <c:pt idx="7851">
                  <c:v>6.3072878611405328E-2</c:v>
                </c:pt>
                <c:pt idx="7852">
                  <c:v>7.6164081423766308E-2</c:v>
                </c:pt>
                <c:pt idx="7853">
                  <c:v>9.8614501158322626E-2</c:v>
                </c:pt>
                <c:pt idx="7854">
                  <c:v>9.8225600516780073E-2</c:v>
                </c:pt>
                <c:pt idx="7855">
                  <c:v>-9.1594930916535103E-2</c:v>
                </c:pt>
                <c:pt idx="7856">
                  <c:v>-0.85602156499293869</c:v>
                </c:pt>
                <c:pt idx="7857">
                  <c:v>-0.62033426738043895</c:v>
                </c:pt>
                <c:pt idx="7858">
                  <c:v>-1.1483027619479504</c:v>
                </c:pt>
                <c:pt idx="7859">
                  <c:v>-1.5750558876938112</c:v>
                </c:pt>
                <c:pt idx="7860">
                  <c:v>-1.6518905047559522</c:v>
                </c:pt>
                <c:pt idx="7861">
                  <c:v>-1.5203439065245838</c:v>
                </c:pt>
                <c:pt idx="7862">
                  <c:v>-1.4347449381024202</c:v>
                </c:pt>
                <c:pt idx="7863">
                  <c:v>-1.4355135477155734</c:v>
                </c:pt>
                <c:pt idx="7864">
                  <c:v>-1.3142351939420893</c:v>
                </c:pt>
                <c:pt idx="7865">
                  <c:v>-1.1553530856833911</c:v>
                </c:pt>
                <c:pt idx="7866">
                  <c:v>-0.764970144041491</c:v>
                </c:pt>
                <c:pt idx="7867">
                  <c:v>-0.36151242497582486</c:v>
                </c:pt>
                <c:pt idx="7868">
                  <c:v>-0.20322937056104318</c:v>
                </c:pt>
                <c:pt idx="7869">
                  <c:v>-0.3942743108095052</c:v>
                </c:pt>
                <c:pt idx="7870">
                  <c:v>-0.19193368653360529</c:v>
                </c:pt>
                <c:pt idx="7871">
                  <c:v>-5.6146127727998721E-2</c:v>
                </c:pt>
                <c:pt idx="7872">
                  <c:v>5.1294322131564783E-2</c:v>
                </c:pt>
                <c:pt idx="7873">
                  <c:v>7.3295365665138751E-2</c:v>
                </c:pt>
                <c:pt idx="7874">
                  <c:v>7.57166904095362E-2</c:v>
                </c:pt>
                <c:pt idx="7875">
                  <c:v>6.9442610139834868E-2</c:v>
                </c:pt>
                <c:pt idx="7876">
                  <c:v>7.2452775165262592E-2</c:v>
                </c:pt>
                <c:pt idx="7877">
                  <c:v>8.1717084216273744E-2</c:v>
                </c:pt>
                <c:pt idx="7878">
                  <c:v>8.5243644201199134E-2</c:v>
                </c:pt>
                <c:pt idx="7879">
                  <c:v>8.1167700517193422E-2</c:v>
                </c:pt>
                <c:pt idx="7880">
                  <c:v>-1.7901421844468551E-2</c:v>
                </c:pt>
                <c:pt idx="7881">
                  <c:v>-0.62495308577074005</c:v>
                </c:pt>
                <c:pt idx="7882">
                  <c:v>-0.60069305473246226</c:v>
                </c:pt>
                <c:pt idx="7883">
                  <c:v>-0.53528511270484835</c:v>
                </c:pt>
                <c:pt idx="7884">
                  <c:v>-9.5907942888801459E-2</c:v>
                </c:pt>
                <c:pt idx="7885">
                  <c:v>-0.64623317727368013</c:v>
                </c:pt>
                <c:pt idx="7886">
                  <c:v>-0.76522344156840261</c:v>
                </c:pt>
                <c:pt idx="7887">
                  <c:v>-0.72188478302885517</c:v>
                </c:pt>
                <c:pt idx="7888">
                  <c:v>-0.8392785833379427</c:v>
                </c:pt>
                <c:pt idx="7889">
                  <c:v>-0.88036288651662542</c:v>
                </c:pt>
                <c:pt idx="7890">
                  <c:v>-0.83237256297928375</c:v>
                </c:pt>
                <c:pt idx="7891">
                  <c:v>-0.83712127385741353</c:v>
                </c:pt>
                <c:pt idx="7892">
                  <c:v>-0.56686591114554985</c:v>
                </c:pt>
                <c:pt idx="7893">
                  <c:v>-0.40608434352977024</c:v>
                </c:pt>
                <c:pt idx="7894">
                  <c:v>-0.44352956206039451</c:v>
                </c:pt>
                <c:pt idx="7895">
                  <c:v>-0.1407525463321774</c:v>
                </c:pt>
                <c:pt idx="7896">
                  <c:v>-0.11743711530871734</c:v>
                </c:pt>
                <c:pt idx="7897">
                  <c:v>-5.4621824811671195E-2</c:v>
                </c:pt>
                <c:pt idx="7898">
                  <c:v>6.3797647695804692E-3</c:v>
                </c:pt>
                <c:pt idx="7899">
                  <c:v>1.9600795185499873E-2</c:v>
                </c:pt>
                <c:pt idx="7900">
                  <c:v>1.0369314653877337E-2</c:v>
                </c:pt>
                <c:pt idx="7901">
                  <c:v>3.7001895006897434E-2</c:v>
                </c:pt>
                <c:pt idx="7902">
                  <c:v>4.4223019230818943E-2</c:v>
                </c:pt>
                <c:pt idx="7903">
                  <c:v>-0.20329963148832128</c:v>
                </c:pt>
                <c:pt idx="7904">
                  <c:v>-0.24984097363913793</c:v>
                </c:pt>
                <c:pt idx="7905">
                  <c:v>-0.96756388262922677</c:v>
                </c:pt>
                <c:pt idx="7906">
                  <c:v>-1.0109666230807339</c:v>
                </c:pt>
                <c:pt idx="7907">
                  <c:v>-1.3314329336945832</c:v>
                </c:pt>
                <c:pt idx="7908">
                  <c:v>-1.4555527961824473</c:v>
                </c:pt>
                <c:pt idx="7909">
                  <c:v>-1.3212242826987801</c:v>
                </c:pt>
                <c:pt idx="7910">
                  <c:v>-1.1211661435068618</c:v>
                </c:pt>
                <c:pt idx="7911">
                  <c:v>-0.97994458191071387</c:v>
                </c:pt>
                <c:pt idx="7912">
                  <c:v>-1.2030438202441491</c:v>
                </c:pt>
                <c:pt idx="7913">
                  <c:v>-0.93363092417051696</c:v>
                </c:pt>
                <c:pt idx="7914">
                  <c:v>-0.55451441404315582</c:v>
                </c:pt>
                <c:pt idx="7915">
                  <c:v>-0.60487594315207238</c:v>
                </c:pt>
                <c:pt idx="7916">
                  <c:v>-0.24894023864355258</c:v>
                </c:pt>
                <c:pt idx="7917">
                  <c:v>-0.57875194218074877</c:v>
                </c:pt>
                <c:pt idx="7918">
                  <c:v>-0.38255955171593642</c:v>
                </c:pt>
                <c:pt idx="7919">
                  <c:v>-0.19757439215256772</c:v>
                </c:pt>
                <c:pt idx="7920">
                  <c:v>3.2922187059673369E-2</c:v>
                </c:pt>
                <c:pt idx="7921">
                  <c:v>5.4169386833988448E-2</c:v>
                </c:pt>
                <c:pt idx="7922">
                  <c:v>5.2092637006933853E-2</c:v>
                </c:pt>
                <c:pt idx="7923">
                  <c:v>5.401833328472834E-2</c:v>
                </c:pt>
                <c:pt idx="7924">
                  <c:v>6.2075890831258522E-2</c:v>
                </c:pt>
                <c:pt idx="7925">
                  <c:v>6.3434019745321341E-2</c:v>
                </c:pt>
                <c:pt idx="7926">
                  <c:v>7.5099520819385576E-2</c:v>
                </c:pt>
                <c:pt idx="7927">
                  <c:v>5.77960044271481E-2</c:v>
                </c:pt>
                <c:pt idx="7928">
                  <c:v>5.1700538990881721E-2</c:v>
                </c:pt>
                <c:pt idx="7929">
                  <c:v>6.510325449007992E-2</c:v>
                </c:pt>
                <c:pt idx="7930">
                  <c:v>-0.64356856452278532</c:v>
                </c:pt>
                <c:pt idx="7931">
                  <c:v>-0.90296546752808182</c:v>
                </c:pt>
                <c:pt idx="7932">
                  <c:v>-1.1521384358212341</c:v>
                </c:pt>
                <c:pt idx="7933">
                  <c:v>-1.0368695677039386</c:v>
                </c:pt>
                <c:pt idx="7934">
                  <c:v>-0.74677524158941233</c:v>
                </c:pt>
                <c:pt idx="7935">
                  <c:v>-0.71968059343588464</c:v>
                </c:pt>
                <c:pt idx="7936">
                  <c:v>-0.77539616058585625</c:v>
                </c:pt>
                <c:pt idx="7937">
                  <c:v>-0.27513304455182713</c:v>
                </c:pt>
                <c:pt idx="7938">
                  <c:v>-0.75933584264308474</c:v>
                </c:pt>
                <c:pt idx="7939">
                  <c:v>-0.45933846241964565</c:v>
                </c:pt>
                <c:pt idx="7940">
                  <c:v>-0.26537811571596415</c:v>
                </c:pt>
                <c:pt idx="7941">
                  <c:v>-0.41862135989978272</c:v>
                </c:pt>
                <c:pt idx="7942">
                  <c:v>-0.48257846479376354</c:v>
                </c:pt>
                <c:pt idx="7943">
                  <c:v>-1.5545885345803574E-3</c:v>
                </c:pt>
                <c:pt idx="7944">
                  <c:v>4.2545043689656843E-2</c:v>
                </c:pt>
                <c:pt idx="7945">
                  <c:v>4.4506708003585499E-2</c:v>
                </c:pt>
                <c:pt idx="7946">
                  <c:v>2.5125263342345921E-2</c:v>
                </c:pt>
                <c:pt idx="7947">
                  <c:v>3.9196547199509373E-2</c:v>
                </c:pt>
                <c:pt idx="7948">
                  <c:v>5.1105276271827101E-2</c:v>
                </c:pt>
                <c:pt idx="7949">
                  <c:v>7.6201116744275404E-2</c:v>
                </c:pt>
                <c:pt idx="7950">
                  <c:v>7.3004628412694159E-2</c:v>
                </c:pt>
                <c:pt idx="7951">
                  <c:v>6.2225816739145311E-2</c:v>
                </c:pt>
                <c:pt idx="7952">
                  <c:v>-0.68555878365540746</c:v>
                </c:pt>
                <c:pt idx="7953">
                  <c:v>-1.0365217635385902</c:v>
                </c:pt>
                <c:pt idx="7954">
                  <c:v>-0.80819870167740349</c:v>
                </c:pt>
                <c:pt idx="7955">
                  <c:v>-1.3074439580620369</c:v>
                </c:pt>
                <c:pt idx="7956">
                  <c:v>-1.3185094253059817</c:v>
                </c:pt>
                <c:pt idx="7957">
                  <c:v>-0.97021650472066856</c:v>
                </c:pt>
                <c:pt idx="7958">
                  <c:v>-1.073020966040434</c:v>
                </c:pt>
                <c:pt idx="7959">
                  <c:v>-1.3850094072771646</c:v>
                </c:pt>
                <c:pt idx="7960">
                  <c:v>-1.2007507047451795</c:v>
                </c:pt>
                <c:pt idx="7961">
                  <c:v>-0.99661701669338532</c:v>
                </c:pt>
                <c:pt idx="7962">
                  <c:v>-0.99535172551097983</c:v>
                </c:pt>
                <c:pt idx="7963">
                  <c:v>-0.92636589735863584</c:v>
                </c:pt>
                <c:pt idx="7964">
                  <c:v>-0.79281882612337229</c:v>
                </c:pt>
                <c:pt idx="7965">
                  <c:v>-0.66937193060658196</c:v>
                </c:pt>
                <c:pt idx="7966">
                  <c:v>-0.74436557158497851</c:v>
                </c:pt>
                <c:pt idx="7967">
                  <c:v>-0.23873735172820942</c:v>
                </c:pt>
                <c:pt idx="7968">
                  <c:v>-5.8413097845801863E-2</c:v>
                </c:pt>
                <c:pt idx="7969">
                  <c:v>-1.399351736747052E-2</c:v>
                </c:pt>
                <c:pt idx="7970">
                  <c:v>1.6776517277871991E-3</c:v>
                </c:pt>
                <c:pt idx="7971">
                  <c:v>2.4771238736810176E-2</c:v>
                </c:pt>
                <c:pt idx="7972">
                  <c:v>6.0493569299325305E-2</c:v>
                </c:pt>
                <c:pt idx="7973">
                  <c:v>7.7600474232267513E-2</c:v>
                </c:pt>
                <c:pt idx="7974">
                  <c:v>8.1807246292790084E-2</c:v>
                </c:pt>
                <c:pt idx="7975">
                  <c:v>-0.20827892203404091</c:v>
                </c:pt>
                <c:pt idx="7976">
                  <c:v>-1.106202142161822</c:v>
                </c:pt>
                <c:pt idx="7977">
                  <c:v>-1.2117142067698137</c:v>
                </c:pt>
                <c:pt idx="7978">
                  <c:v>-0.95073716712808454</c:v>
                </c:pt>
                <c:pt idx="7979">
                  <c:v>-1.0984656583352503</c:v>
                </c:pt>
                <c:pt idx="7980">
                  <c:v>-1.1832916338782227</c:v>
                </c:pt>
                <c:pt idx="7981">
                  <c:v>-1.40113039170771</c:v>
                </c:pt>
                <c:pt idx="7982">
                  <c:v>-1.5884747070753473</c:v>
                </c:pt>
                <c:pt idx="7983">
                  <c:v>-1.5622968369177337</c:v>
                </c:pt>
                <c:pt idx="7984">
                  <c:v>-1.4743460921520322</c:v>
                </c:pt>
                <c:pt idx="7985">
                  <c:v>-1.3232562142424038</c:v>
                </c:pt>
                <c:pt idx="7986">
                  <c:v>-1.0717739139038651</c:v>
                </c:pt>
                <c:pt idx="7987">
                  <c:v>-1.0594458096503099</c:v>
                </c:pt>
                <c:pt idx="7988">
                  <c:v>-0.9804696923771542</c:v>
                </c:pt>
                <c:pt idx="7989">
                  <c:v>-1.0177223284708783</c:v>
                </c:pt>
                <c:pt idx="7990">
                  <c:v>-0.99327376171886306</c:v>
                </c:pt>
                <c:pt idx="7991">
                  <c:v>-0.32918091074263495</c:v>
                </c:pt>
                <c:pt idx="7992">
                  <c:v>-0.18613749313909922</c:v>
                </c:pt>
                <c:pt idx="7993">
                  <c:v>-0.17555854948934979</c:v>
                </c:pt>
                <c:pt idx="7994">
                  <c:v>-9.3470374616752949E-2</c:v>
                </c:pt>
                <c:pt idx="7995">
                  <c:v>-3.8624108175949669E-2</c:v>
                </c:pt>
                <c:pt idx="7996">
                  <c:v>-4.6292004948268253E-3</c:v>
                </c:pt>
                <c:pt idx="7997">
                  <c:v>1.5853991583947024E-2</c:v>
                </c:pt>
                <c:pt idx="7998">
                  <c:v>3.937699297520246E-2</c:v>
                </c:pt>
                <c:pt idx="7999">
                  <c:v>-8.3395232494307428E-2</c:v>
                </c:pt>
                <c:pt idx="8000">
                  <c:v>-0.81462555768527134</c:v>
                </c:pt>
                <c:pt idx="8001">
                  <c:v>-0.96315058300546252</c:v>
                </c:pt>
                <c:pt idx="8002">
                  <c:v>-0.98308171462897398</c:v>
                </c:pt>
                <c:pt idx="8003">
                  <c:v>-0.96451509508197686</c:v>
                </c:pt>
                <c:pt idx="8004">
                  <c:v>-0.98747391651863481</c:v>
                </c:pt>
                <c:pt idx="8005">
                  <c:v>-0.90301013453567991</c:v>
                </c:pt>
                <c:pt idx="8006">
                  <c:v>-0.87391527486863574</c:v>
                </c:pt>
                <c:pt idx="8007">
                  <c:v>-0.88597081662905885</c:v>
                </c:pt>
                <c:pt idx="8008">
                  <c:v>-1.0702656510689368</c:v>
                </c:pt>
                <c:pt idx="8009">
                  <c:v>-1.0384317333924549</c:v>
                </c:pt>
                <c:pt idx="8010">
                  <c:v>-0.93279403708126307</c:v>
                </c:pt>
                <c:pt idx="8011">
                  <c:v>-0.6583793608261973</c:v>
                </c:pt>
                <c:pt idx="8012">
                  <c:v>-0.33858064149420547</c:v>
                </c:pt>
                <c:pt idx="8013">
                  <c:v>-0.50975271666391331</c:v>
                </c:pt>
                <c:pt idx="8014">
                  <c:v>-0.28516862621818051</c:v>
                </c:pt>
                <c:pt idx="8015">
                  <c:v>-4.9040788222085373E-2</c:v>
                </c:pt>
                <c:pt idx="8016">
                  <c:v>4.0284345034813721E-2</c:v>
                </c:pt>
                <c:pt idx="8017">
                  <c:v>6.4241250977134429E-2</c:v>
                </c:pt>
                <c:pt idx="8018">
                  <c:v>7.4729979396878934E-2</c:v>
                </c:pt>
                <c:pt idx="8019">
                  <c:v>9.3543268862067777E-2</c:v>
                </c:pt>
                <c:pt idx="8020">
                  <c:v>7.989468961185088E-2</c:v>
                </c:pt>
                <c:pt idx="8021">
                  <c:v>8.2898219014102617E-2</c:v>
                </c:pt>
                <c:pt idx="8022">
                  <c:v>0.29040242705620989</c:v>
                </c:pt>
                <c:pt idx="8023">
                  <c:v>0.1982084735168399</c:v>
                </c:pt>
                <c:pt idx="8024">
                  <c:v>0.12203532121254294</c:v>
                </c:pt>
                <c:pt idx="8025">
                  <c:v>0.15816755313349512</c:v>
                </c:pt>
                <c:pt idx="8026">
                  <c:v>8.9657361035588093E-2</c:v>
                </c:pt>
                <c:pt idx="8027">
                  <c:v>5.7672586998155244E-2</c:v>
                </c:pt>
                <c:pt idx="8028">
                  <c:v>6.8362933902749263E-3</c:v>
                </c:pt>
                <c:pt idx="8029">
                  <c:v>-0.19225883794966911</c:v>
                </c:pt>
                <c:pt idx="8030">
                  <c:v>-1.0273185934019535</c:v>
                </c:pt>
                <c:pt idx="8031">
                  <c:v>-0.90375267658048375</c:v>
                </c:pt>
                <c:pt idx="8032">
                  <c:v>-0.81280690224582952</c:v>
                </c:pt>
                <c:pt idx="8033">
                  <c:v>-0.57241130461526069</c:v>
                </c:pt>
                <c:pt idx="8034">
                  <c:v>-0.23963011047977095</c:v>
                </c:pt>
                <c:pt idx="8035">
                  <c:v>-0.47505826511936272</c:v>
                </c:pt>
                <c:pt idx="8036">
                  <c:v>-0.30478279066346098</c:v>
                </c:pt>
                <c:pt idx="8037">
                  <c:v>-0.29787157751776377</c:v>
                </c:pt>
                <c:pt idx="8038">
                  <c:v>-0.24998548439164067</c:v>
                </c:pt>
                <c:pt idx="8039">
                  <c:v>-1.4333642845005049E-4</c:v>
                </c:pt>
                <c:pt idx="8040">
                  <c:v>3.9178107580918192E-2</c:v>
                </c:pt>
                <c:pt idx="8041">
                  <c:v>5.7512092845216758E-2</c:v>
                </c:pt>
                <c:pt idx="8042">
                  <c:v>9.6859630182747611E-2</c:v>
                </c:pt>
                <c:pt idx="8043">
                  <c:v>5.7064016735497616E-2</c:v>
                </c:pt>
                <c:pt idx="8044">
                  <c:v>3.7676804694458929E-2</c:v>
                </c:pt>
                <c:pt idx="8045">
                  <c:v>6.3884150257178154E-2</c:v>
                </c:pt>
                <c:pt idx="8046">
                  <c:v>6.5673781022309086E-2</c:v>
                </c:pt>
                <c:pt idx="8047">
                  <c:v>7.1455199408515163E-2</c:v>
                </c:pt>
                <c:pt idx="8048">
                  <c:v>4.8967288674167829E-3</c:v>
                </c:pt>
                <c:pt idx="8049">
                  <c:v>-0.51574453304885193</c:v>
                </c:pt>
                <c:pt idx="8050">
                  <c:v>-1.1722580004438654</c:v>
                </c:pt>
                <c:pt idx="8051">
                  <c:v>-1.2210208311807182</c:v>
                </c:pt>
                <c:pt idx="8052">
                  <c:v>-1.0702871686205062</c:v>
                </c:pt>
                <c:pt idx="8053">
                  <c:v>-0.99059453266774611</c:v>
                </c:pt>
                <c:pt idx="8054">
                  <c:v>-0.99129348849394539</c:v>
                </c:pt>
                <c:pt idx="8055">
                  <c:v>-1.0983246639746469</c:v>
                </c:pt>
                <c:pt idx="8056">
                  <c:v>-1.0155630314961435</c:v>
                </c:pt>
                <c:pt idx="8057">
                  <c:v>-0.83101768186783842</c:v>
                </c:pt>
                <c:pt idx="8058">
                  <c:v>-0.69131273465945819</c:v>
                </c:pt>
                <c:pt idx="8059">
                  <c:v>-0.49750451677557872</c:v>
                </c:pt>
                <c:pt idx="8060">
                  <c:v>-0.31911506678301343</c:v>
                </c:pt>
                <c:pt idx="8061">
                  <c:v>-0.36674519417642415</c:v>
                </c:pt>
                <c:pt idx="8062">
                  <c:v>-0.30262245200205901</c:v>
                </c:pt>
                <c:pt idx="8063">
                  <c:v>-0.2601481829040041</c:v>
                </c:pt>
                <c:pt idx="8064">
                  <c:v>4.2234775127831972E-4</c:v>
                </c:pt>
                <c:pt idx="8065">
                  <c:v>2.0819040965196833E-2</c:v>
                </c:pt>
                <c:pt idx="8066">
                  <c:v>5.1814323617399717E-2</c:v>
                </c:pt>
                <c:pt idx="8067">
                  <c:v>6.1388307323839375E-2</c:v>
                </c:pt>
                <c:pt idx="8068">
                  <c:v>6.0623795580990888E-2</c:v>
                </c:pt>
                <c:pt idx="8069">
                  <c:v>6.4611563379765008E-2</c:v>
                </c:pt>
                <c:pt idx="8070">
                  <c:v>6.7784143630536794E-2</c:v>
                </c:pt>
                <c:pt idx="8071">
                  <c:v>6.1699317215082497E-2</c:v>
                </c:pt>
                <c:pt idx="8072">
                  <c:v>-0.46628922453574384</c:v>
                </c:pt>
                <c:pt idx="8073">
                  <c:v>-0.49273531735365794</c:v>
                </c:pt>
                <c:pt idx="8074">
                  <c:v>-0.79667698769783635</c:v>
                </c:pt>
                <c:pt idx="8075">
                  <c:v>-0.52539024865470552</c:v>
                </c:pt>
                <c:pt idx="8076">
                  <c:v>-1.2640370956638214</c:v>
                </c:pt>
                <c:pt idx="8077">
                  <c:v>-1.1119924307224625</c:v>
                </c:pt>
                <c:pt idx="8078">
                  <c:v>-1.1335010862418666</c:v>
                </c:pt>
                <c:pt idx="8079">
                  <c:v>-0.99242176394385384</c:v>
                </c:pt>
                <c:pt idx="8080">
                  <c:v>-0.98864974703305364</c:v>
                </c:pt>
                <c:pt idx="8081">
                  <c:v>-0.63460140367604179</c:v>
                </c:pt>
                <c:pt idx="8082">
                  <c:v>-0.58799044515740151</c:v>
                </c:pt>
                <c:pt idx="8083">
                  <c:v>-0.59267501072590023</c:v>
                </c:pt>
                <c:pt idx="8084">
                  <c:v>-0.23873945124019438</c:v>
                </c:pt>
                <c:pt idx="8085">
                  <c:v>-1.0512686324037951E-2</c:v>
                </c:pt>
                <c:pt idx="8086">
                  <c:v>-2.1337041720470247E-2</c:v>
                </c:pt>
                <c:pt idx="8087">
                  <c:v>-2.0825828701378269E-2</c:v>
                </c:pt>
                <c:pt idx="8088">
                  <c:v>-2.5282705340212582E-3</c:v>
                </c:pt>
                <c:pt idx="8089">
                  <c:v>2.3437524442111519E-2</c:v>
                </c:pt>
                <c:pt idx="8090">
                  <c:v>3.5153107653283389E-2</c:v>
                </c:pt>
                <c:pt idx="8091">
                  <c:v>3.5328639835104883E-2</c:v>
                </c:pt>
                <c:pt idx="8092">
                  <c:v>4.5275436044965395E-2</c:v>
                </c:pt>
                <c:pt idx="8093">
                  <c:v>5.2252915002819721E-2</c:v>
                </c:pt>
                <c:pt idx="8094">
                  <c:v>5.6899106641799757E-2</c:v>
                </c:pt>
                <c:pt idx="8095">
                  <c:v>5.9941186286107805E-2</c:v>
                </c:pt>
                <c:pt idx="8096">
                  <c:v>4.7759852487617986E-2</c:v>
                </c:pt>
                <c:pt idx="8097">
                  <c:v>3.0053326671774218E-2</c:v>
                </c:pt>
                <c:pt idx="8098">
                  <c:v>3.0228605068414315E-2</c:v>
                </c:pt>
                <c:pt idx="8099">
                  <c:v>4.3181919080427407E-2</c:v>
                </c:pt>
                <c:pt idx="8100">
                  <c:v>2.693326423697958E-2</c:v>
                </c:pt>
                <c:pt idx="8101">
                  <c:v>-0.86996901941820115</c:v>
                </c:pt>
                <c:pt idx="8102">
                  <c:v>-1.5863112842448632</c:v>
                </c:pt>
                <c:pt idx="8103">
                  <c:v>-1.6785916178819804</c:v>
                </c:pt>
                <c:pt idx="8104">
                  <c:v>-1.6771344073124286</c:v>
                </c:pt>
                <c:pt idx="8105">
                  <c:v>-1.1427698843633565</c:v>
                </c:pt>
                <c:pt idx="8106">
                  <c:v>-1.1220864450079351</c:v>
                </c:pt>
                <c:pt idx="8107">
                  <c:v>-1.099630748869219</c:v>
                </c:pt>
                <c:pt idx="8108">
                  <c:v>-0.87229679923921832</c:v>
                </c:pt>
                <c:pt idx="8109">
                  <c:v>-1.0017341384184471</c:v>
                </c:pt>
                <c:pt idx="8110">
                  <c:v>-0.91261222274896936</c:v>
                </c:pt>
                <c:pt idx="8111">
                  <c:v>-0.38439026824655798</c:v>
                </c:pt>
                <c:pt idx="8112">
                  <c:v>-0.23426398573548149</c:v>
                </c:pt>
                <c:pt idx="8113">
                  <c:v>-9.9462689284610009E-2</c:v>
                </c:pt>
                <c:pt idx="8114">
                  <c:v>-3.7860493585357702E-2</c:v>
                </c:pt>
                <c:pt idx="8115">
                  <c:v>1.6804468117911329E-2</c:v>
                </c:pt>
                <c:pt idx="8116">
                  <c:v>3.6244848533433294E-2</c:v>
                </c:pt>
                <c:pt idx="8117">
                  <c:v>4.2715526013165243E-2</c:v>
                </c:pt>
                <c:pt idx="8118">
                  <c:v>5.1702957354891818E-2</c:v>
                </c:pt>
                <c:pt idx="8119">
                  <c:v>-0.4209518081918433</c:v>
                </c:pt>
                <c:pt idx="8120">
                  <c:v>-1.2958005036041369</c:v>
                </c:pt>
                <c:pt idx="8121">
                  <c:v>-1.5163583190118854</c:v>
                </c:pt>
                <c:pt idx="8122">
                  <c:v>-1.587962884705701</c:v>
                </c:pt>
                <c:pt idx="8123">
                  <c:v>-1.6446482306788175</c:v>
                </c:pt>
                <c:pt idx="8124">
                  <c:v>-1.6393878093461347</c:v>
                </c:pt>
                <c:pt idx="8125">
                  <c:v>-1.6914061843607471</c:v>
                </c:pt>
                <c:pt idx="8126">
                  <c:v>-1.6839993995870595</c:v>
                </c:pt>
                <c:pt idx="8127">
                  <c:v>-1.6833761095348836</c:v>
                </c:pt>
                <c:pt idx="8128">
                  <c:v>-1.6990487352764019</c:v>
                </c:pt>
                <c:pt idx="8129">
                  <c:v>-1.6844981429507906</c:v>
                </c:pt>
                <c:pt idx="8130">
                  <c:v>-1.5295776137143307</c:v>
                </c:pt>
                <c:pt idx="8131">
                  <c:v>-1.2374924219269579</c:v>
                </c:pt>
                <c:pt idx="8132">
                  <c:v>-1.1250367776523809</c:v>
                </c:pt>
                <c:pt idx="8133">
                  <c:v>-1.0641606297498447</c:v>
                </c:pt>
                <c:pt idx="8134">
                  <c:v>-0.98277259609438006</c:v>
                </c:pt>
                <c:pt idx="8135">
                  <c:v>-0.66202323780528038</c:v>
                </c:pt>
                <c:pt idx="8136">
                  <c:v>-0.35237231198895602</c:v>
                </c:pt>
                <c:pt idx="8137">
                  <c:v>-0.19852030049161656</c:v>
                </c:pt>
                <c:pt idx="8138">
                  <c:v>-6.9549749353152404E-2</c:v>
                </c:pt>
                <c:pt idx="8139">
                  <c:v>-1.549534730134583E-2</c:v>
                </c:pt>
                <c:pt idx="8140">
                  <c:v>3.490300486707585E-2</c:v>
                </c:pt>
                <c:pt idx="8141">
                  <c:v>4.1925148843388903E-2</c:v>
                </c:pt>
                <c:pt idx="8142">
                  <c:v>-0.6128919560407704</c:v>
                </c:pt>
                <c:pt idx="8143">
                  <c:v>-1.1596665681630896</c:v>
                </c:pt>
                <c:pt idx="8144">
                  <c:v>-1.2787599959156368</c:v>
                </c:pt>
                <c:pt idx="8145">
                  <c:v>-1.6330030592238103</c:v>
                </c:pt>
                <c:pt idx="8146">
                  <c:v>-1.6493833911925153</c:v>
                </c:pt>
                <c:pt idx="8147">
                  <c:v>-1.8375223675714945</c:v>
                </c:pt>
                <c:pt idx="8148">
                  <c:v>-1.9408846955214225</c:v>
                </c:pt>
                <c:pt idx="8149">
                  <c:v>-2.2186183224578109</c:v>
                </c:pt>
                <c:pt idx="8150">
                  <c:v>-2.4956950201972652</c:v>
                </c:pt>
                <c:pt idx="8151">
                  <c:v>-2.8101065202849695</c:v>
                </c:pt>
                <c:pt idx="8152">
                  <c:v>-2.5278446995138455</c:v>
                </c:pt>
                <c:pt idx="8153">
                  <c:v>-2.0648106979274012</c:v>
                </c:pt>
                <c:pt idx="8154">
                  <c:v>-1.9087651712676257</c:v>
                </c:pt>
                <c:pt idx="8155">
                  <c:v>-1.7834432324623679</c:v>
                </c:pt>
                <c:pt idx="8156">
                  <c:v>-1.6052488492837054</c:v>
                </c:pt>
                <c:pt idx="8157">
                  <c:v>-1.6339980465739057</c:v>
                </c:pt>
                <c:pt idx="8158">
                  <c:v>-1.5050893071407347</c:v>
                </c:pt>
                <c:pt idx="8159">
                  <c:v>-0.7567950321227036</c:v>
                </c:pt>
                <c:pt idx="8160">
                  <c:v>-0.39726057763234973</c:v>
                </c:pt>
                <c:pt idx="8161">
                  <c:v>-0.17185470962039029</c:v>
                </c:pt>
                <c:pt idx="8162">
                  <c:v>-7.0501643379524553E-2</c:v>
                </c:pt>
                <c:pt idx="8163">
                  <c:v>1.1897724602869227E-3</c:v>
                </c:pt>
                <c:pt idx="8164">
                  <c:v>5.4988922773282052E-2</c:v>
                </c:pt>
                <c:pt idx="8165">
                  <c:v>6.1922981240418645E-2</c:v>
                </c:pt>
                <c:pt idx="8166">
                  <c:v>-0.27768932605763991</c:v>
                </c:pt>
                <c:pt idx="8167">
                  <c:v>-1.2659146550535403</c:v>
                </c:pt>
                <c:pt idx="8168">
                  <c:v>-1.3541879587947385</c:v>
                </c:pt>
                <c:pt idx="8169">
                  <c:v>-1.5802927211716957</c:v>
                </c:pt>
                <c:pt idx="8170">
                  <c:v>-1.9185008822010141</c:v>
                </c:pt>
                <c:pt idx="8171">
                  <c:v>-2.2381199312910125</c:v>
                </c:pt>
                <c:pt idx="8172">
                  <c:v>-2.0020442359072805</c:v>
                </c:pt>
                <c:pt idx="8173">
                  <c:v>-2.0129277430837567</c:v>
                </c:pt>
                <c:pt idx="8174">
                  <c:v>-2.0264217897232979</c:v>
                </c:pt>
                <c:pt idx="8175">
                  <c:v>-2.3523905328537058</c:v>
                </c:pt>
                <c:pt idx="8176">
                  <c:v>-2.1978402342567152</c:v>
                </c:pt>
                <c:pt idx="8177">
                  <c:v>-1.9987816093727027</c:v>
                </c:pt>
                <c:pt idx="8178">
                  <c:v>-1.893881814256952</c:v>
                </c:pt>
                <c:pt idx="8179">
                  <c:v>-1.7474441792604058</c:v>
                </c:pt>
                <c:pt idx="8180">
                  <c:v>-1.5835512740543869</c:v>
                </c:pt>
                <c:pt idx="8181">
                  <c:v>-1.6808344243544051</c:v>
                </c:pt>
                <c:pt idx="8182">
                  <c:v>-1.5135731350655395</c:v>
                </c:pt>
                <c:pt idx="8183">
                  <c:v>-1.4492415766898818</c:v>
                </c:pt>
                <c:pt idx="8184">
                  <c:v>-1.3186136372924571</c:v>
                </c:pt>
                <c:pt idx="8185">
                  <c:v>-0.70230136120049635</c:v>
                </c:pt>
                <c:pt idx="8186">
                  <c:v>-0.3355657112741427</c:v>
                </c:pt>
                <c:pt idx="8187">
                  <c:v>-0.26578804688938268</c:v>
                </c:pt>
                <c:pt idx="8188">
                  <c:v>-1.1823267747212975</c:v>
                </c:pt>
                <c:pt idx="8189">
                  <c:v>-1.3639307030308918</c:v>
                </c:pt>
                <c:pt idx="8190">
                  <c:v>-1.226637596405461</c:v>
                </c:pt>
                <c:pt idx="8191">
                  <c:v>-1.1679297073584451</c:v>
                </c:pt>
                <c:pt idx="8192">
                  <c:v>-1.427188974867355</c:v>
                </c:pt>
                <c:pt idx="8193">
                  <c:v>-1.5615397427298543</c:v>
                </c:pt>
                <c:pt idx="8194">
                  <c:v>-1.8777465659390218</c:v>
                </c:pt>
                <c:pt idx="8195">
                  <c:v>-1.7914475625978599</c:v>
                </c:pt>
                <c:pt idx="8196">
                  <c:v>-1.0922753823336095</c:v>
                </c:pt>
                <c:pt idx="8197">
                  <c:v>-0.59452508664571935</c:v>
                </c:pt>
                <c:pt idx="8198">
                  <c:v>-8.0401032303311748E-2</c:v>
                </c:pt>
                <c:pt idx="8199">
                  <c:v>0.3763191043328678</c:v>
                </c:pt>
                <c:pt idx="8200">
                  <c:v>-1.7487383751805106</c:v>
                </c:pt>
                <c:pt idx="8201">
                  <c:v>-1.8226334725998423</c:v>
                </c:pt>
                <c:pt idx="8202">
                  <c:v>-1.2401618460033148</c:v>
                </c:pt>
                <c:pt idx="8203">
                  <c:v>-1.1032145631513373</c:v>
                </c:pt>
                <c:pt idx="8204">
                  <c:v>-1.0062660208566199</c:v>
                </c:pt>
                <c:pt idx="8205">
                  <c:v>-1.0953321126589606</c:v>
                </c:pt>
                <c:pt idx="8206">
                  <c:v>-1.1198833120461194</c:v>
                </c:pt>
                <c:pt idx="8207">
                  <c:v>-0.39298927470494244</c:v>
                </c:pt>
                <c:pt idx="8208">
                  <c:v>-0.20996038010921225</c:v>
                </c:pt>
                <c:pt idx="8209">
                  <c:v>-0.14584367710526183</c:v>
                </c:pt>
                <c:pt idx="8210">
                  <c:v>-0.14108801040023283</c:v>
                </c:pt>
                <c:pt idx="8211">
                  <c:v>-0.11527132026982281</c:v>
                </c:pt>
                <c:pt idx="8212">
                  <c:v>-6.4760316951318897E-2</c:v>
                </c:pt>
                <c:pt idx="8213">
                  <c:v>-2.1692250794800295E-2</c:v>
                </c:pt>
                <c:pt idx="8214">
                  <c:v>6.7568469647067845E-3</c:v>
                </c:pt>
                <c:pt idx="8215">
                  <c:v>-0.76705377610129899</c:v>
                </c:pt>
                <c:pt idx="8216">
                  <c:v>-1.1104940037728319</c:v>
                </c:pt>
                <c:pt idx="8217">
                  <c:v>-1.1345469074002357</c:v>
                </c:pt>
                <c:pt idx="8218">
                  <c:v>-1.2161715120744876</c:v>
                </c:pt>
                <c:pt idx="8219">
                  <c:v>-1.3913159135079189</c:v>
                </c:pt>
                <c:pt idx="8220">
                  <c:v>-1.8140193449025395</c:v>
                </c:pt>
                <c:pt idx="8221">
                  <c:v>-1.892764226778838</c:v>
                </c:pt>
                <c:pt idx="8222">
                  <c:v>-1.5075928303776769</c:v>
                </c:pt>
                <c:pt idx="8223">
                  <c:v>-1.6367206706894488</c:v>
                </c:pt>
                <c:pt idx="8224">
                  <c:v>-1.6743991452268026</c:v>
                </c:pt>
                <c:pt idx="8225">
                  <c:v>-1.5405368484752728</c:v>
                </c:pt>
                <c:pt idx="8226">
                  <c:v>-1.3366269977522571</c:v>
                </c:pt>
                <c:pt idx="8227">
                  <c:v>-0.56241123830687945</c:v>
                </c:pt>
                <c:pt idx="8228">
                  <c:v>-0.71116767739478826</c:v>
                </c:pt>
                <c:pt idx="8229">
                  <c:v>-0.71696628841874832</c:v>
                </c:pt>
                <c:pt idx="8230">
                  <c:v>-0.7242500560226629</c:v>
                </c:pt>
                <c:pt idx="8231">
                  <c:v>-0.34977416878059397</c:v>
                </c:pt>
                <c:pt idx="8232">
                  <c:v>-0.39461622075145719</c:v>
                </c:pt>
                <c:pt idx="8233">
                  <c:v>-0.43240545020221671</c:v>
                </c:pt>
                <c:pt idx="8234">
                  <c:v>-0.4631418571328707</c:v>
                </c:pt>
                <c:pt idx="8235">
                  <c:v>-0.486825441543422</c:v>
                </c:pt>
                <c:pt idx="8236">
                  <c:v>-0.5034562034338681</c:v>
                </c:pt>
                <c:pt idx="8237">
                  <c:v>-0.51303414280420934</c:v>
                </c:pt>
                <c:pt idx="8238">
                  <c:v>-0.51555925965444627</c:v>
                </c:pt>
                <c:pt idx="8239">
                  <c:v>-0.51103155398457834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-2.0525020583288978E-2</c:v>
                </c:pt>
                <c:pt idx="8290">
                  <c:v>-4.1462769836668835E-2</c:v>
                </c:pt>
                <c:pt idx="8291">
                  <c:v>-0.22548433117982167</c:v>
                </c:pt>
                <c:pt idx="8292">
                  <c:v>-0.27714338971886837</c:v>
                </c:pt>
                <c:pt idx="8293">
                  <c:v>-0.28107869047347328</c:v>
                </c:pt>
                <c:pt idx="8294">
                  <c:v>-0.21063640619153878</c:v>
                </c:pt>
                <c:pt idx="8295">
                  <c:v>-0.24400334271032936</c:v>
                </c:pt>
                <c:pt idx="8296">
                  <c:v>-0.25680176413237848</c:v>
                </c:pt>
                <c:pt idx="8297">
                  <c:v>-0.23693472520039577</c:v>
                </c:pt>
                <c:pt idx="8298">
                  <c:v>-0.25708630423941553</c:v>
                </c:pt>
                <c:pt idx="8299">
                  <c:v>-0.18725141122333452</c:v>
                </c:pt>
                <c:pt idx="8300">
                  <c:v>-0.18710308402908429</c:v>
                </c:pt>
                <c:pt idx="8301">
                  <c:v>-0.16835235473739099</c:v>
                </c:pt>
                <c:pt idx="8302">
                  <c:v>-0.105790727169355</c:v>
                </c:pt>
                <c:pt idx="8303">
                  <c:v>-3.3357784841729299E-2</c:v>
                </c:pt>
                <c:pt idx="8304">
                  <c:v>-2.618597171190656E-2</c:v>
                </c:pt>
                <c:pt idx="8305">
                  <c:v>-3.0253380089967204E-2</c:v>
                </c:pt>
                <c:pt idx="8306">
                  <c:v>-2.2623982359635173E-2</c:v>
                </c:pt>
                <c:pt idx="8307">
                  <c:v>-1.4348210448565983E-2</c:v>
                </c:pt>
                <c:pt idx="8308">
                  <c:v>-6.1869625123683117E-3</c:v>
                </c:pt>
                <c:pt idx="8309">
                  <c:v>-1.5282759448704917E-3</c:v>
                </c:pt>
                <c:pt idx="8310">
                  <c:v>4.469682392399873E-3</c:v>
                </c:pt>
                <c:pt idx="8311">
                  <c:v>-2.9590494054188048E-4</c:v>
                </c:pt>
                <c:pt idx="8312">
                  <c:v>-7.6225602792335508E-3</c:v>
                </c:pt>
                <c:pt idx="8313">
                  <c:v>-1.0915199789165232E-2</c:v>
                </c:pt>
                <c:pt idx="8314">
                  <c:v>-8.3929510780512528E-2</c:v>
                </c:pt>
                <c:pt idx="8315">
                  <c:v>-0.20841227608018675</c:v>
                </c:pt>
                <c:pt idx="8316">
                  <c:v>-0.20790347736308556</c:v>
                </c:pt>
                <c:pt idx="8317">
                  <c:v>-0.20915677197434462</c:v>
                </c:pt>
                <c:pt idx="8318">
                  <c:v>-0.20976735854453363</c:v>
                </c:pt>
                <c:pt idx="8319">
                  <c:v>-0.48782455968468569</c:v>
                </c:pt>
                <c:pt idx="8320">
                  <c:v>-0.4629300229280302</c:v>
                </c:pt>
                <c:pt idx="8321">
                  <c:v>-0.55052377528807628</c:v>
                </c:pt>
                <c:pt idx="8322">
                  <c:v>-0.61302471548037929</c:v>
                </c:pt>
                <c:pt idx="8323">
                  <c:v>-0.62359551604335117</c:v>
                </c:pt>
                <c:pt idx="8324">
                  <c:v>-0.57115387587017308</c:v>
                </c:pt>
                <c:pt idx="8325">
                  <c:v>-0.60499859753658358</c:v>
                </c:pt>
                <c:pt idx="8326">
                  <c:v>-0.58395469010123635</c:v>
                </c:pt>
                <c:pt idx="8327">
                  <c:v>-0.36649130552562525</c:v>
                </c:pt>
                <c:pt idx="8328">
                  <c:v>-0.24366369288849904</c:v>
                </c:pt>
                <c:pt idx="8329">
                  <c:v>-0.20133429207202461</c:v>
                </c:pt>
                <c:pt idx="8330">
                  <c:v>-0.17145273755225096</c:v>
                </c:pt>
                <c:pt idx="8331">
                  <c:v>-0.12878437125206391</c:v>
                </c:pt>
                <c:pt idx="8332">
                  <c:v>-8.679384032426514E-2</c:v>
                </c:pt>
                <c:pt idx="8333">
                  <c:v>-4.933828428580149E-2</c:v>
                </c:pt>
                <c:pt idx="8334">
                  <c:v>-1.717633703872103E-2</c:v>
                </c:pt>
                <c:pt idx="8335">
                  <c:v>-0.17529131975680093</c:v>
                </c:pt>
                <c:pt idx="8336">
                  <c:v>-0.58191794012642961</c:v>
                </c:pt>
                <c:pt idx="8337">
                  <c:v>-0.56795176220083843</c:v>
                </c:pt>
                <c:pt idx="8338">
                  <c:v>-0.55583539812987237</c:v>
                </c:pt>
                <c:pt idx="8339">
                  <c:v>-0.55472215883779175</c:v>
                </c:pt>
                <c:pt idx="8340">
                  <c:v>-0.64531244672276167</c:v>
                </c:pt>
                <c:pt idx="8341">
                  <c:v>-0.82362131370339542</c:v>
                </c:pt>
                <c:pt idx="8342">
                  <c:v>-0.91450477601490177</c:v>
                </c:pt>
                <c:pt idx="8343">
                  <c:v>-0.94103954458702554</c:v>
                </c:pt>
                <c:pt idx="8344">
                  <c:v>-0.88588251786741179</c:v>
                </c:pt>
                <c:pt idx="8345">
                  <c:v>-0.72667541751643749</c:v>
                </c:pt>
                <c:pt idx="8346">
                  <c:v>-0.50303680430286324</c:v>
                </c:pt>
                <c:pt idx="8347">
                  <c:v>-0.38863298132390345</c:v>
                </c:pt>
                <c:pt idx="8348">
                  <c:v>-0.2642598636604615</c:v>
                </c:pt>
                <c:pt idx="8349">
                  <c:v>-0.17543659503281941</c:v>
                </c:pt>
                <c:pt idx="8350">
                  <c:v>-0.22445592183534041</c:v>
                </c:pt>
                <c:pt idx="8351">
                  <c:v>-2.0364725685524153E-3</c:v>
                </c:pt>
                <c:pt idx="8352">
                  <c:v>2.9490662411458412E-4</c:v>
                </c:pt>
                <c:pt idx="8353">
                  <c:v>2.4213333161282293E-2</c:v>
                </c:pt>
                <c:pt idx="8354">
                  <c:v>2.5541663403141186E-2</c:v>
                </c:pt>
                <c:pt idx="8355">
                  <c:v>2.861507651061463E-2</c:v>
                </c:pt>
                <c:pt idx="8356">
                  <c:v>3.1072667477666412E-2</c:v>
                </c:pt>
                <c:pt idx="8357">
                  <c:v>3.3230460146659528E-2</c:v>
                </c:pt>
                <c:pt idx="8358">
                  <c:v>3.429138234108179E-2</c:v>
                </c:pt>
                <c:pt idx="8359">
                  <c:v>2.5726644129260897E-2</c:v>
                </c:pt>
                <c:pt idx="8360">
                  <c:v>1.7179505720582609E-2</c:v>
                </c:pt>
                <c:pt idx="8361">
                  <c:v>-1.876541218396565E-3</c:v>
                </c:pt>
                <c:pt idx="8362">
                  <c:v>1.2876418988447567E-2</c:v>
                </c:pt>
                <c:pt idx="8363">
                  <c:v>-3.0092042830154246E-3</c:v>
                </c:pt>
                <c:pt idx="8364">
                  <c:v>6.2311674747525135E-3</c:v>
                </c:pt>
                <c:pt idx="8365">
                  <c:v>1.4713760538863871E-2</c:v>
                </c:pt>
                <c:pt idx="8366">
                  <c:v>2.6033460423157775E-3</c:v>
                </c:pt>
                <c:pt idx="8367">
                  <c:v>4.6138117269616721E-3</c:v>
                </c:pt>
                <c:pt idx="8368">
                  <c:v>2.0667293755080151E-2</c:v>
                </c:pt>
                <c:pt idx="8369">
                  <c:v>3.4548444027035226E-2</c:v>
                </c:pt>
                <c:pt idx="8370">
                  <c:v>3.3588591874922719E-2</c:v>
                </c:pt>
                <c:pt idx="8371">
                  <c:v>3.5845147707310683E-2</c:v>
                </c:pt>
                <c:pt idx="8372">
                  <c:v>2.6811762093352749E-2</c:v>
                </c:pt>
                <c:pt idx="8373">
                  <c:v>3.7266441755038258E-2</c:v>
                </c:pt>
                <c:pt idx="8374">
                  <c:v>3.564667365141054E-2</c:v>
                </c:pt>
                <c:pt idx="8375">
                  <c:v>3.917007085897331E-2</c:v>
                </c:pt>
                <c:pt idx="8376">
                  <c:v>3.9272675334670895E-2</c:v>
                </c:pt>
                <c:pt idx="8377">
                  <c:v>4.0074132621543614E-2</c:v>
                </c:pt>
                <c:pt idx="8378">
                  <c:v>3.2621967140262401E-2</c:v>
                </c:pt>
                <c:pt idx="8379">
                  <c:v>3.3574182591634048E-2</c:v>
                </c:pt>
                <c:pt idx="8380">
                  <c:v>3.3285286890622885E-2</c:v>
                </c:pt>
                <c:pt idx="8381">
                  <c:v>3.6412708243255328E-2</c:v>
                </c:pt>
                <c:pt idx="8382">
                  <c:v>0.28141821667986655</c:v>
                </c:pt>
                <c:pt idx="8383">
                  <c:v>0.17781696104785413</c:v>
                </c:pt>
                <c:pt idx="8384">
                  <c:v>-1.0728653416537044E-2</c:v>
                </c:pt>
                <c:pt idx="8385">
                  <c:v>-3.2924484432340737E-2</c:v>
                </c:pt>
                <c:pt idx="8386">
                  <c:v>-0.43040117049838289</c:v>
                </c:pt>
                <c:pt idx="8387">
                  <c:v>-0.48292440206072984</c:v>
                </c:pt>
                <c:pt idx="8388">
                  <c:v>-0.55412267210673516</c:v>
                </c:pt>
                <c:pt idx="8389">
                  <c:v>-0.54492898228688069</c:v>
                </c:pt>
                <c:pt idx="8390">
                  <c:v>-0.63777439921142354</c:v>
                </c:pt>
                <c:pt idx="8391">
                  <c:v>-0.67228970354270257</c:v>
                </c:pt>
                <c:pt idx="8392">
                  <c:v>-0.64943535357169146</c:v>
                </c:pt>
                <c:pt idx="8393">
                  <c:v>-0.61084716104710723</c:v>
                </c:pt>
                <c:pt idx="8394">
                  <c:v>-0.4269858705235462</c:v>
                </c:pt>
                <c:pt idx="8395">
                  <c:v>-0.14669828517749367</c:v>
                </c:pt>
                <c:pt idx="8396">
                  <c:v>-0.44632975739942082</c:v>
                </c:pt>
                <c:pt idx="8397">
                  <c:v>-0.20969767903529568</c:v>
                </c:pt>
                <c:pt idx="8398">
                  <c:v>-0.12606021901210779</c:v>
                </c:pt>
                <c:pt idx="8399">
                  <c:v>-6.3502525437326554E-2</c:v>
                </c:pt>
                <c:pt idx="8400">
                  <c:v>-1.7477364655287389E-2</c:v>
                </c:pt>
                <c:pt idx="8401">
                  <c:v>-3.7705952348635777E-3</c:v>
                </c:pt>
                <c:pt idx="8402">
                  <c:v>1.0739673188752507E-2</c:v>
                </c:pt>
                <c:pt idx="8403">
                  <c:v>3.1436604191487229E-2</c:v>
                </c:pt>
                <c:pt idx="8404">
                  <c:v>2.7627550749479327E-2</c:v>
                </c:pt>
                <c:pt idx="8405">
                  <c:v>2.7738516613200915E-2</c:v>
                </c:pt>
                <c:pt idx="8406">
                  <c:v>2.4596017409108956E-2</c:v>
                </c:pt>
                <c:pt idx="8407">
                  <c:v>1.8509976891218499E-2</c:v>
                </c:pt>
                <c:pt idx="8408">
                  <c:v>7.8211894749182082E-3</c:v>
                </c:pt>
                <c:pt idx="8409">
                  <c:v>5.1203438024695425E-3</c:v>
                </c:pt>
                <c:pt idx="8410">
                  <c:v>-1.2720701171501311E-2</c:v>
                </c:pt>
                <c:pt idx="8411">
                  <c:v>-0.1681317387216803</c:v>
                </c:pt>
                <c:pt idx="8412">
                  <c:v>-0.38337919233874379</c:v>
                </c:pt>
                <c:pt idx="8413">
                  <c:v>-0.80133552120634521</c:v>
                </c:pt>
                <c:pt idx="8414">
                  <c:v>-0.27310647643395614</c:v>
                </c:pt>
                <c:pt idx="8415">
                  <c:v>-1.0396125711732225</c:v>
                </c:pt>
                <c:pt idx="8416">
                  <c:v>-0.75853679603931401</c:v>
                </c:pt>
                <c:pt idx="8417">
                  <c:v>-0.37924654236431204</c:v>
                </c:pt>
                <c:pt idx="8418">
                  <c:v>-0.64620849001549574</c:v>
                </c:pt>
                <c:pt idx="8419">
                  <c:v>-0.43622507903270019</c:v>
                </c:pt>
                <c:pt idx="8420">
                  <c:v>-0.30747992069421776</c:v>
                </c:pt>
                <c:pt idx="8421">
                  <c:v>-0.31449900422639637</c:v>
                </c:pt>
                <c:pt idx="8422">
                  <c:v>-0.21960609638283424</c:v>
                </c:pt>
                <c:pt idx="8423">
                  <c:v>-6.0103730233661737E-2</c:v>
                </c:pt>
                <c:pt idx="8424">
                  <c:v>-4.8484056545916997E-2</c:v>
                </c:pt>
                <c:pt idx="8425">
                  <c:v>-2.9265945689639604E-2</c:v>
                </c:pt>
                <c:pt idx="8426">
                  <c:v>-9.9673992901056045E-3</c:v>
                </c:pt>
                <c:pt idx="8427">
                  <c:v>7.5283009641324682E-3</c:v>
                </c:pt>
                <c:pt idx="8428">
                  <c:v>2.4931733635743705E-2</c:v>
                </c:pt>
                <c:pt idx="8429">
                  <c:v>2.8050013603366914E-2</c:v>
                </c:pt>
                <c:pt idx="8430">
                  <c:v>3.3991676921662071E-2</c:v>
                </c:pt>
                <c:pt idx="8431">
                  <c:v>2.0390750010793532E-2</c:v>
                </c:pt>
                <c:pt idx="8432">
                  <c:v>-7.744406473227293E-3</c:v>
                </c:pt>
                <c:pt idx="8433">
                  <c:v>-8.695627381437418E-2</c:v>
                </c:pt>
                <c:pt idx="8434">
                  <c:v>-0.47512801415373856</c:v>
                </c:pt>
                <c:pt idx="8435">
                  <c:v>-0.22614693667021379</c:v>
                </c:pt>
                <c:pt idx="8436">
                  <c:v>-0.87462240804106828</c:v>
                </c:pt>
                <c:pt idx="8437">
                  <c:v>-0.32604624584406511</c:v>
                </c:pt>
                <c:pt idx="8438">
                  <c:v>-0.93893680741307073</c:v>
                </c:pt>
                <c:pt idx="8439">
                  <c:v>-0.68028744949018305</c:v>
                </c:pt>
                <c:pt idx="8440">
                  <c:v>-0.59330202333846371</c:v>
                </c:pt>
                <c:pt idx="8441">
                  <c:v>-0.33044180506317261</c:v>
                </c:pt>
                <c:pt idx="8442">
                  <c:v>-0.68496886480407715</c:v>
                </c:pt>
                <c:pt idx="8443">
                  <c:v>-0.47342863531316498</c:v>
                </c:pt>
                <c:pt idx="8444">
                  <c:v>-0.29733943801270363</c:v>
                </c:pt>
                <c:pt idx="8445">
                  <c:v>-0.44716237046113866</c:v>
                </c:pt>
                <c:pt idx="8446">
                  <c:v>-0.38409763517462947</c:v>
                </c:pt>
                <c:pt idx="8447">
                  <c:v>-0.13288529003098576</c:v>
                </c:pt>
                <c:pt idx="8448">
                  <c:v>-0.10344309513697562</c:v>
                </c:pt>
                <c:pt idx="8449">
                  <c:v>-6.3128263420938246E-2</c:v>
                </c:pt>
                <c:pt idx="8450">
                  <c:v>-3.2596974174561526E-2</c:v>
                </c:pt>
                <c:pt idx="8451">
                  <c:v>-1.6391161248055054E-2</c:v>
                </c:pt>
                <c:pt idx="8452">
                  <c:v>4.5847544311821142E-3</c:v>
                </c:pt>
                <c:pt idx="8453">
                  <c:v>1.7433302480872073E-2</c:v>
                </c:pt>
                <c:pt idx="8454">
                  <c:v>1.7781929109153494E-2</c:v>
                </c:pt>
                <c:pt idx="8455">
                  <c:v>1.5413465786828347E-2</c:v>
                </c:pt>
                <c:pt idx="8456">
                  <c:v>-0.23283796720482466</c:v>
                </c:pt>
                <c:pt idx="8457">
                  <c:v>-0.23537174290599056</c:v>
                </c:pt>
                <c:pt idx="8458">
                  <c:v>-0.32230214374392957</c:v>
                </c:pt>
                <c:pt idx="8459">
                  <c:v>-0.21662488165702767</c:v>
                </c:pt>
                <c:pt idx="8460">
                  <c:v>-9.586235527024746E-2</c:v>
                </c:pt>
                <c:pt idx="8461">
                  <c:v>-9.6746621458218857E-2</c:v>
                </c:pt>
                <c:pt idx="8462">
                  <c:v>-5.9051289184257588E-2</c:v>
                </c:pt>
                <c:pt idx="8463">
                  <c:v>-9.7410432298416186E-2</c:v>
                </c:pt>
                <c:pt idx="8464">
                  <c:v>-0.12992378040710104</c:v>
                </c:pt>
                <c:pt idx="8465">
                  <c:v>-0.11781715518498047</c:v>
                </c:pt>
                <c:pt idx="8466">
                  <c:v>-7.0812539494210791E-2</c:v>
                </c:pt>
                <c:pt idx="8467">
                  <c:v>-4.71596103379101E-2</c:v>
                </c:pt>
                <c:pt idx="8468">
                  <c:v>-9.9689699020779662E-2</c:v>
                </c:pt>
                <c:pt idx="8469">
                  <c:v>-7.7794601215726775E-2</c:v>
                </c:pt>
                <c:pt idx="8470">
                  <c:v>1.0875497770068273E-3</c:v>
                </c:pt>
                <c:pt idx="8471">
                  <c:v>2.4057578879196361E-2</c:v>
                </c:pt>
                <c:pt idx="8472">
                  <c:v>2.3082226151666899E-2</c:v>
                </c:pt>
                <c:pt idx="8473">
                  <c:v>3.5643670171086418E-2</c:v>
                </c:pt>
                <c:pt idx="8474">
                  <c:v>2.8718851547209736E-2</c:v>
                </c:pt>
                <c:pt idx="8475">
                  <c:v>2.2798848758304954E-2</c:v>
                </c:pt>
                <c:pt idx="8476">
                  <c:v>2.7627647130164638E-2</c:v>
                </c:pt>
                <c:pt idx="8477">
                  <c:v>2.6514700357826517E-2</c:v>
                </c:pt>
                <c:pt idx="8478">
                  <c:v>2.4287802419649129E-2</c:v>
                </c:pt>
                <c:pt idx="8479">
                  <c:v>2.4870255206688403E-2</c:v>
                </c:pt>
                <c:pt idx="8480">
                  <c:v>2.4090037375971898E-2</c:v>
                </c:pt>
                <c:pt idx="8481">
                  <c:v>-8.775737673881543E-3</c:v>
                </c:pt>
                <c:pt idx="8482">
                  <c:v>-2.257930882055515E-3</c:v>
                </c:pt>
                <c:pt idx="8483">
                  <c:v>-2.0059324931710836E-3</c:v>
                </c:pt>
                <c:pt idx="8484">
                  <c:v>-6.7674253002402611E-3</c:v>
                </c:pt>
                <c:pt idx="8485">
                  <c:v>1.0886740454590209E-3</c:v>
                </c:pt>
                <c:pt idx="8486">
                  <c:v>8.6101258993315413E-3</c:v>
                </c:pt>
                <c:pt idx="8487">
                  <c:v>9.2119215153142735E-3</c:v>
                </c:pt>
                <c:pt idx="8488">
                  <c:v>3.9236772911671403E-3</c:v>
                </c:pt>
                <c:pt idx="8489">
                  <c:v>8.5981606293869632E-3</c:v>
                </c:pt>
                <c:pt idx="8490">
                  <c:v>7.8839296331896427E-3</c:v>
                </c:pt>
                <c:pt idx="8491">
                  <c:v>1.0944988003855943E-2</c:v>
                </c:pt>
                <c:pt idx="8492">
                  <c:v>1.1973252869298867E-2</c:v>
                </c:pt>
                <c:pt idx="8493">
                  <c:v>1.2429499013326864E-2</c:v>
                </c:pt>
                <c:pt idx="8494">
                  <c:v>2.5059495712308897E-2</c:v>
                </c:pt>
                <c:pt idx="8495">
                  <c:v>2.5987093281277931E-2</c:v>
                </c:pt>
                <c:pt idx="8496">
                  <c:v>2.5341754330165986E-2</c:v>
                </c:pt>
                <c:pt idx="8497">
                  <c:v>2.7580050866960658E-2</c:v>
                </c:pt>
                <c:pt idx="8498">
                  <c:v>3.8520725130415247E-2</c:v>
                </c:pt>
                <c:pt idx="8499">
                  <c:v>3.7416254564352672E-2</c:v>
                </c:pt>
                <c:pt idx="8500">
                  <c:v>3.3425251135507497E-2</c:v>
                </c:pt>
                <c:pt idx="8501">
                  <c:v>3.2889230555796574E-2</c:v>
                </c:pt>
                <c:pt idx="8502">
                  <c:v>4.3665482081715855E-2</c:v>
                </c:pt>
                <c:pt idx="8503">
                  <c:v>3.8548059856540744E-2</c:v>
                </c:pt>
                <c:pt idx="8504">
                  <c:v>-4.4214338722228042E-3</c:v>
                </c:pt>
                <c:pt idx="8505">
                  <c:v>-2.3603312890883136E-2</c:v>
                </c:pt>
                <c:pt idx="8506">
                  <c:v>-2.7124821452725593E-2</c:v>
                </c:pt>
                <c:pt idx="8507">
                  <c:v>-1.7000120260850394E-2</c:v>
                </c:pt>
                <c:pt idx="8508">
                  <c:v>-3.6934099603159595E-3</c:v>
                </c:pt>
                <c:pt idx="8509">
                  <c:v>-0.20003512622009975</c:v>
                </c:pt>
                <c:pt idx="8510">
                  <c:v>-0.84853846098819008</c:v>
                </c:pt>
                <c:pt idx="8511">
                  <c:v>-0.50117683842608418</c:v>
                </c:pt>
                <c:pt idx="8512">
                  <c:v>-0.44974738200071379</c:v>
                </c:pt>
                <c:pt idx="8513">
                  <c:v>-0.42197058193067927</c:v>
                </c:pt>
                <c:pt idx="8514">
                  <c:v>-0.26410238205637615</c:v>
                </c:pt>
                <c:pt idx="8515">
                  <c:v>-0.14149043276457107</c:v>
                </c:pt>
                <c:pt idx="8516">
                  <c:v>-5.220438384210422E-2</c:v>
                </c:pt>
                <c:pt idx="8517">
                  <c:v>-4.7305098260207464E-2</c:v>
                </c:pt>
                <c:pt idx="8518">
                  <c:v>1.5619729228817178E-2</c:v>
                </c:pt>
                <c:pt idx="8519">
                  <c:v>2.361533177525375E-2</c:v>
                </c:pt>
                <c:pt idx="8520">
                  <c:v>2.6612628357538744E-2</c:v>
                </c:pt>
                <c:pt idx="8521">
                  <c:v>3.3377922840491292E-2</c:v>
                </c:pt>
                <c:pt idx="8522">
                  <c:v>3.6063071072829467E-2</c:v>
                </c:pt>
                <c:pt idx="8523">
                  <c:v>3.5266855013269031E-2</c:v>
                </c:pt>
                <c:pt idx="8524">
                  <c:v>3.6103132599535528E-2</c:v>
                </c:pt>
                <c:pt idx="8525">
                  <c:v>4.3380878803942195E-2</c:v>
                </c:pt>
                <c:pt idx="8526">
                  <c:v>3.904274720714853E-2</c:v>
                </c:pt>
                <c:pt idx="8527">
                  <c:v>9.6186972167057062E-3</c:v>
                </c:pt>
                <c:pt idx="8528">
                  <c:v>-4.0124802774183316E-2</c:v>
                </c:pt>
                <c:pt idx="8529">
                  <c:v>-3.7690813115396606E-2</c:v>
                </c:pt>
                <c:pt idx="8530">
                  <c:v>-4.9680135905762667E-2</c:v>
                </c:pt>
                <c:pt idx="8531">
                  <c:v>-0.12647331136004686</c:v>
                </c:pt>
                <c:pt idx="8532">
                  <c:v>-0.82739858629760521</c:v>
                </c:pt>
                <c:pt idx="8533">
                  <c:v>-0.56419832888631982</c:v>
                </c:pt>
                <c:pt idx="8534">
                  <c:v>-0.4783636234007097</c:v>
                </c:pt>
                <c:pt idx="8535">
                  <c:v>-0.47588496147846354</c:v>
                </c:pt>
                <c:pt idx="8536">
                  <c:v>-0.55775194035219811</c:v>
                </c:pt>
                <c:pt idx="8537">
                  <c:v>-0.58796544464493816</c:v>
                </c:pt>
                <c:pt idx="8538">
                  <c:v>-0.41983688854827517</c:v>
                </c:pt>
                <c:pt idx="8539">
                  <c:v>-0.24952327618506398</c:v>
                </c:pt>
                <c:pt idx="8540">
                  <c:v>-0.15469403694621092</c:v>
                </c:pt>
                <c:pt idx="8541">
                  <c:v>-0.21669781969678778</c:v>
                </c:pt>
                <c:pt idx="8542">
                  <c:v>-5.5244832456922716E-2</c:v>
                </c:pt>
                <c:pt idx="8543">
                  <c:v>-0.15899923939788124</c:v>
                </c:pt>
                <c:pt idx="8544">
                  <c:v>-2.2660533781919096E-2</c:v>
                </c:pt>
                <c:pt idx="8545">
                  <c:v>-3.2965836625803442E-2</c:v>
                </c:pt>
                <c:pt idx="8546">
                  <c:v>-1.8688337623376371E-2</c:v>
                </c:pt>
                <c:pt idx="8547">
                  <c:v>6.7573686941596834E-3</c:v>
                </c:pt>
                <c:pt idx="8548">
                  <c:v>3.2161393627079454E-2</c:v>
                </c:pt>
                <c:pt idx="8549">
                  <c:v>3.7976394797659074E-2</c:v>
                </c:pt>
                <c:pt idx="8550">
                  <c:v>3.5378855433591615E-2</c:v>
                </c:pt>
                <c:pt idx="8551">
                  <c:v>2.5929408851927023E-2</c:v>
                </c:pt>
                <c:pt idx="8552">
                  <c:v>-1.9204025874895198E-2</c:v>
                </c:pt>
                <c:pt idx="8553">
                  <c:v>-2.4482041357317127E-2</c:v>
                </c:pt>
                <c:pt idx="8554">
                  <c:v>-6.7160195420576621E-2</c:v>
                </c:pt>
                <c:pt idx="8555">
                  <c:v>-0.61547073084956383</c:v>
                </c:pt>
                <c:pt idx="8556">
                  <c:v>-0.51543844118573345</c:v>
                </c:pt>
                <c:pt idx="8557">
                  <c:v>-0.51011430748243891</c:v>
                </c:pt>
                <c:pt idx="8558">
                  <c:v>-0.59949445003584456</c:v>
                </c:pt>
                <c:pt idx="8559">
                  <c:v>-0.59042363201245074</c:v>
                </c:pt>
                <c:pt idx="8560">
                  <c:v>-0.67497809069095416</c:v>
                </c:pt>
                <c:pt idx="8561">
                  <c:v>-0.58389700250953103</c:v>
                </c:pt>
                <c:pt idx="8562">
                  <c:v>-0.56155295924024984</c:v>
                </c:pt>
                <c:pt idx="8563">
                  <c:v>-0.27370161815013455</c:v>
                </c:pt>
                <c:pt idx="8564">
                  <c:v>-0.24324706827146425</c:v>
                </c:pt>
                <c:pt idx="8565">
                  <c:v>-0.27782973211155693</c:v>
                </c:pt>
                <c:pt idx="8566">
                  <c:v>-0.31171429947538959</c:v>
                </c:pt>
                <c:pt idx="8567">
                  <c:v>-8.0114788353405089E-2</c:v>
                </c:pt>
                <c:pt idx="8568">
                  <c:v>-4.888337923207714E-2</c:v>
                </c:pt>
                <c:pt idx="8569">
                  <c:v>-1.7855276401878194E-2</c:v>
                </c:pt>
                <c:pt idx="8570">
                  <c:v>3.8264995635460958E-3</c:v>
                </c:pt>
                <c:pt idx="8571">
                  <c:v>3.7749933380128775E-2</c:v>
                </c:pt>
                <c:pt idx="8572">
                  <c:v>3.523293779478405E-2</c:v>
                </c:pt>
                <c:pt idx="8573">
                  <c:v>2.7274335439583589E-2</c:v>
                </c:pt>
                <c:pt idx="8574">
                  <c:v>3.1180781463046248E-2</c:v>
                </c:pt>
                <c:pt idx="8575">
                  <c:v>2.4821958911968804E-2</c:v>
                </c:pt>
                <c:pt idx="8576">
                  <c:v>-1.2820182571875217E-3</c:v>
                </c:pt>
                <c:pt idx="8577">
                  <c:v>-1.3086549350261965E-2</c:v>
                </c:pt>
                <c:pt idx="8578">
                  <c:v>-0.15500026309102694</c:v>
                </c:pt>
                <c:pt idx="8579">
                  <c:v>-0.35452435496792878</c:v>
                </c:pt>
                <c:pt idx="8580">
                  <c:v>-0.25307275460466355</c:v>
                </c:pt>
                <c:pt idx="8581">
                  <c:v>-0.52608912214671999</c:v>
                </c:pt>
                <c:pt idx="8582">
                  <c:v>-0.58266096639247944</c:v>
                </c:pt>
                <c:pt idx="8583">
                  <c:v>-0.32789418715428048</c:v>
                </c:pt>
                <c:pt idx="8584">
                  <c:v>-0.50136870012599133</c:v>
                </c:pt>
                <c:pt idx="8585">
                  <c:v>-0.38783638514674462</c:v>
                </c:pt>
                <c:pt idx="8586">
                  <c:v>-0.47412743235278976</c:v>
                </c:pt>
                <c:pt idx="8587">
                  <c:v>-0.30627916191222304</c:v>
                </c:pt>
                <c:pt idx="8588">
                  <c:v>-0.22609713045637364</c:v>
                </c:pt>
                <c:pt idx="8589">
                  <c:v>-0.3659924359553805</c:v>
                </c:pt>
                <c:pt idx="8590">
                  <c:v>-0.18625935907447236</c:v>
                </c:pt>
                <c:pt idx="8591">
                  <c:v>-3.8649276556167005E-2</c:v>
                </c:pt>
                <c:pt idx="8592">
                  <c:v>-2.4896502166765311E-2</c:v>
                </c:pt>
                <c:pt idx="8593">
                  <c:v>-2.3831544986303754E-2</c:v>
                </c:pt>
                <c:pt idx="8594">
                  <c:v>-1.8187028095980246E-2</c:v>
                </c:pt>
                <c:pt idx="8595">
                  <c:v>-5.753670616460183E-3</c:v>
                </c:pt>
                <c:pt idx="8596">
                  <c:v>1.5795322667074452E-2</c:v>
                </c:pt>
                <c:pt idx="8597">
                  <c:v>2.5397733894430341E-2</c:v>
                </c:pt>
                <c:pt idx="8598">
                  <c:v>3.3809312254057595E-2</c:v>
                </c:pt>
                <c:pt idx="8599">
                  <c:v>2.9829452816140922E-2</c:v>
                </c:pt>
                <c:pt idx="8600">
                  <c:v>7.3913376973737937E-3</c:v>
                </c:pt>
                <c:pt idx="8601">
                  <c:v>-2.3809054451130331E-2</c:v>
                </c:pt>
                <c:pt idx="8602">
                  <c:v>-0.10910158273987501</c:v>
                </c:pt>
                <c:pt idx="8603">
                  <c:v>-0.71832228854440561</c:v>
                </c:pt>
                <c:pt idx="8604">
                  <c:v>-0.3829680948510783</c:v>
                </c:pt>
                <c:pt idx="8605">
                  <c:v>-0.76314357215276729</c:v>
                </c:pt>
                <c:pt idx="8606">
                  <c:v>-0.67536148789567818</c:v>
                </c:pt>
                <c:pt idx="8607">
                  <c:v>-0.69533620949598951</c:v>
                </c:pt>
                <c:pt idx="8608">
                  <c:v>-0.6617428802078914</c:v>
                </c:pt>
                <c:pt idx="8609">
                  <c:v>-0.40743485196294543</c:v>
                </c:pt>
                <c:pt idx="8610">
                  <c:v>-0.62278087060316967</c:v>
                </c:pt>
                <c:pt idx="8611">
                  <c:v>-0.42088320048712075</c:v>
                </c:pt>
                <c:pt idx="8612">
                  <c:v>-0.24944760296752044</c:v>
                </c:pt>
                <c:pt idx="8613">
                  <c:v>-0.33942205249765767</c:v>
                </c:pt>
                <c:pt idx="8614">
                  <c:v>-0.22564978326425281</c:v>
                </c:pt>
                <c:pt idx="8615">
                  <c:v>-4.7031690039441784E-2</c:v>
                </c:pt>
                <c:pt idx="8616">
                  <c:v>-3.4724105495495178E-2</c:v>
                </c:pt>
                <c:pt idx="8617">
                  <c:v>3.5166042107277148E-3</c:v>
                </c:pt>
                <c:pt idx="8618">
                  <c:v>3.264406302652622E-2</c:v>
                </c:pt>
                <c:pt idx="8619">
                  <c:v>4.3156143916758732E-2</c:v>
                </c:pt>
                <c:pt idx="8620">
                  <c:v>3.801499896754628E-2</c:v>
                </c:pt>
                <c:pt idx="8621">
                  <c:v>3.9909912084810102E-2</c:v>
                </c:pt>
                <c:pt idx="8622">
                  <c:v>4.3326924843773484E-2</c:v>
                </c:pt>
                <c:pt idx="8623">
                  <c:v>3.4985711816328674E-2</c:v>
                </c:pt>
                <c:pt idx="8624">
                  <c:v>-6.1930806840935293E-3</c:v>
                </c:pt>
                <c:pt idx="8625">
                  <c:v>-1.0119351439623623E-2</c:v>
                </c:pt>
                <c:pt idx="8626">
                  <c:v>-3.5646261162608326E-3</c:v>
                </c:pt>
                <c:pt idx="8627">
                  <c:v>-9.5751189688164217E-3</c:v>
                </c:pt>
                <c:pt idx="8628">
                  <c:v>-0.33779714156618917</c:v>
                </c:pt>
                <c:pt idx="8629">
                  <c:v>-0.55905456430501288</c:v>
                </c:pt>
                <c:pt idx="8630">
                  <c:v>-0.44356638119890762</c:v>
                </c:pt>
                <c:pt idx="8631">
                  <c:v>-0.45672203232237335</c:v>
                </c:pt>
                <c:pt idx="8632">
                  <c:v>-0.35299050065340681</c:v>
                </c:pt>
                <c:pt idx="8633">
                  <c:v>-0.32701907621901799</c:v>
                </c:pt>
                <c:pt idx="8634">
                  <c:v>-0.15171929694002853</c:v>
                </c:pt>
                <c:pt idx="8635">
                  <c:v>-3.2459348420068923E-2</c:v>
                </c:pt>
                <c:pt idx="8636">
                  <c:v>1.9998375281757269E-2</c:v>
                </c:pt>
                <c:pt idx="8637">
                  <c:v>3.8544630625418061E-2</c:v>
                </c:pt>
                <c:pt idx="8638">
                  <c:v>4.6646370598933937E-2</c:v>
                </c:pt>
                <c:pt idx="8639">
                  <c:v>4.7434517103213177E-2</c:v>
                </c:pt>
                <c:pt idx="8640">
                  <c:v>3.792765575406342E-2</c:v>
                </c:pt>
                <c:pt idx="8641">
                  <c:v>3.6295483745007101E-2</c:v>
                </c:pt>
                <c:pt idx="8642">
                  <c:v>4.0808547745816749E-2</c:v>
                </c:pt>
                <c:pt idx="8643">
                  <c:v>0.31184431248069605</c:v>
                </c:pt>
                <c:pt idx="8644">
                  <c:v>0.21106375749242989</c:v>
                </c:pt>
                <c:pt idx="8645">
                  <c:v>0.22920037602791615</c:v>
                </c:pt>
                <c:pt idx="8646">
                  <c:v>0.18320564192089603</c:v>
                </c:pt>
                <c:pt idx="8647">
                  <c:v>0.12451867374270077</c:v>
                </c:pt>
                <c:pt idx="8648">
                  <c:v>0.1475738922321834</c:v>
                </c:pt>
                <c:pt idx="8649">
                  <c:v>7.9346962750831668E-2</c:v>
                </c:pt>
                <c:pt idx="8650">
                  <c:v>3.9394665515389386E-2</c:v>
                </c:pt>
                <c:pt idx="8651">
                  <c:v>-9.4814806875466347E-3</c:v>
                </c:pt>
                <c:pt idx="8652">
                  <c:v>1.3226712192272744E-2</c:v>
                </c:pt>
                <c:pt idx="8653">
                  <c:v>1.2328156604545559E-2</c:v>
                </c:pt>
                <c:pt idx="8654">
                  <c:v>-0.53358047528452623</c:v>
                </c:pt>
                <c:pt idx="8655">
                  <c:v>-0.16901287539302587</c:v>
                </c:pt>
                <c:pt idx="8656">
                  <c:v>-0.3740379845718666</c:v>
                </c:pt>
                <c:pt idx="8657">
                  <c:v>-0.17754557668228241</c:v>
                </c:pt>
                <c:pt idx="8658">
                  <c:v>-9.201339115702438E-2</c:v>
                </c:pt>
                <c:pt idx="8659">
                  <c:v>-0.12693968750303777</c:v>
                </c:pt>
                <c:pt idx="8660">
                  <c:v>3.7544960019975995E-3</c:v>
                </c:pt>
                <c:pt idx="8661">
                  <c:v>1.0537514193643911E-2</c:v>
                </c:pt>
                <c:pt idx="8662">
                  <c:v>1.5993544269281693E-2</c:v>
                </c:pt>
                <c:pt idx="8663">
                  <c:v>4.3039414034633142E-2</c:v>
                </c:pt>
                <c:pt idx="8664">
                  <c:v>5.2694094304953629E-2</c:v>
                </c:pt>
                <c:pt idx="8665">
                  <c:v>4.7866556178045409E-2</c:v>
                </c:pt>
                <c:pt idx="8666">
                  <c:v>4.2509025442662864E-2</c:v>
                </c:pt>
                <c:pt idx="8667">
                  <c:v>6.7707293260499818E-2</c:v>
                </c:pt>
                <c:pt idx="8668">
                  <c:v>0.2883970983438941</c:v>
                </c:pt>
                <c:pt idx="8669">
                  <c:v>0.20875094650745349</c:v>
                </c:pt>
                <c:pt idx="8670">
                  <c:v>0.18825121037156162</c:v>
                </c:pt>
                <c:pt idx="8671">
                  <c:v>0.18360490796018353</c:v>
                </c:pt>
                <c:pt idx="8672">
                  <c:v>0.10772342611338857</c:v>
                </c:pt>
                <c:pt idx="8673">
                  <c:v>9.8803142032146823E-2</c:v>
                </c:pt>
                <c:pt idx="8674">
                  <c:v>-1.8786052407226339E-3</c:v>
                </c:pt>
                <c:pt idx="8675">
                  <c:v>-4.121444331167632E-2</c:v>
                </c:pt>
                <c:pt idx="8676">
                  <c:v>-1.322073920314347E-2</c:v>
                </c:pt>
                <c:pt idx="8677">
                  <c:v>-0.17210327752217522</c:v>
                </c:pt>
                <c:pt idx="8678">
                  <c:v>-0.63301025516917031</c:v>
                </c:pt>
                <c:pt idx="8679">
                  <c:v>-0.37094459573272759</c:v>
                </c:pt>
                <c:pt idx="8680">
                  <c:v>-0.42163316003808543</c:v>
                </c:pt>
                <c:pt idx="8681">
                  <c:v>-0.39715790145961077</c:v>
                </c:pt>
                <c:pt idx="8682">
                  <c:v>-0.23597647525699933</c:v>
                </c:pt>
                <c:pt idx="8683">
                  <c:v>-0.29700460494494457</c:v>
                </c:pt>
                <c:pt idx="8684">
                  <c:v>-0.120634498040276</c:v>
                </c:pt>
                <c:pt idx="8685">
                  <c:v>-0.26537766625912401</c:v>
                </c:pt>
                <c:pt idx="8686">
                  <c:v>-6.4295040271309167E-2</c:v>
                </c:pt>
                <c:pt idx="8687">
                  <c:v>-0.15529074648527999</c:v>
                </c:pt>
                <c:pt idx="8688">
                  <c:v>7.7457566660273994E-3</c:v>
                </c:pt>
                <c:pt idx="8689">
                  <c:v>1.9909724965403466E-2</c:v>
                </c:pt>
                <c:pt idx="8690">
                  <c:v>3.4491838825384716E-2</c:v>
                </c:pt>
                <c:pt idx="8691">
                  <c:v>3.7414157221841417E-2</c:v>
                </c:pt>
                <c:pt idx="8692">
                  <c:v>3.9974730793821467E-2</c:v>
                </c:pt>
                <c:pt idx="8693">
                  <c:v>3.8233102446866993E-2</c:v>
                </c:pt>
                <c:pt idx="8694">
                  <c:v>3.6857876942513461E-2</c:v>
                </c:pt>
                <c:pt idx="8695">
                  <c:v>3.5627036571025485E-2</c:v>
                </c:pt>
                <c:pt idx="8696">
                  <c:v>6.2678714060021594E-3</c:v>
                </c:pt>
                <c:pt idx="8697">
                  <c:v>9.2901637003956119E-3</c:v>
                </c:pt>
                <c:pt idx="8698">
                  <c:v>0.14478716130669236</c:v>
                </c:pt>
                <c:pt idx="8699">
                  <c:v>4.8702503645068063E-2</c:v>
                </c:pt>
                <c:pt idx="8700">
                  <c:v>-0.20734250442023924</c:v>
                </c:pt>
                <c:pt idx="8701">
                  <c:v>-0.89838928787575223</c:v>
                </c:pt>
                <c:pt idx="8702">
                  <c:v>-0.54283118337797331</c:v>
                </c:pt>
                <c:pt idx="8703">
                  <c:v>-0.48653506315732542</c:v>
                </c:pt>
                <c:pt idx="8704">
                  <c:v>-0.4164126484654091</c:v>
                </c:pt>
                <c:pt idx="8705">
                  <c:v>-0.3887981875083743</c:v>
                </c:pt>
                <c:pt idx="8706">
                  <c:v>-0.4946672487995476</c:v>
                </c:pt>
                <c:pt idx="8707">
                  <c:v>-0.28859205991062553</c:v>
                </c:pt>
                <c:pt idx="8708">
                  <c:v>-5.7371012868140399E-2</c:v>
                </c:pt>
                <c:pt idx="8709">
                  <c:v>-0.19627978118728417</c:v>
                </c:pt>
                <c:pt idx="8710">
                  <c:v>-0.20992992573979979</c:v>
                </c:pt>
                <c:pt idx="8711">
                  <c:v>-6.2212597566347694E-3</c:v>
                </c:pt>
                <c:pt idx="8712">
                  <c:v>3.3484715716177539E-2</c:v>
                </c:pt>
                <c:pt idx="8713">
                  <c:v>5.6319353726213897E-2</c:v>
                </c:pt>
                <c:pt idx="8714">
                  <c:v>5.3263030820833418E-2</c:v>
                </c:pt>
                <c:pt idx="8715">
                  <c:v>4.7423652616336763E-2</c:v>
                </c:pt>
                <c:pt idx="8716">
                  <c:v>7.1956642148864963E-2</c:v>
                </c:pt>
                <c:pt idx="8717">
                  <c:v>9.8726584429223954E-2</c:v>
                </c:pt>
                <c:pt idx="8718">
                  <c:v>8.6006155179446986E-2</c:v>
                </c:pt>
                <c:pt idx="8719">
                  <c:v>6.6848526148965637E-2</c:v>
                </c:pt>
                <c:pt idx="8720">
                  <c:v>3.9136130816652008E-2</c:v>
                </c:pt>
                <c:pt idx="8721">
                  <c:v>-1.94875369483597E-2</c:v>
                </c:pt>
                <c:pt idx="8722">
                  <c:v>7.0178707142746988E-2</c:v>
                </c:pt>
                <c:pt idx="8723">
                  <c:v>-6.0851235248907024E-2</c:v>
                </c:pt>
                <c:pt idx="8724">
                  <c:v>-0.10884860509531008</c:v>
                </c:pt>
                <c:pt idx="8725">
                  <c:v>-0.31775506497517203</c:v>
                </c:pt>
                <c:pt idx="8726">
                  <c:v>-0.15016779556867366</c:v>
                </c:pt>
                <c:pt idx="8727">
                  <c:v>-0.3804620633822452</c:v>
                </c:pt>
                <c:pt idx="8728">
                  <c:v>-0.52093087869685406</c:v>
                </c:pt>
                <c:pt idx="8729">
                  <c:v>-1.0338247666286796E-3</c:v>
                </c:pt>
                <c:pt idx="8730">
                  <c:v>-3.5405595535526295E-2</c:v>
                </c:pt>
                <c:pt idx="8731">
                  <c:v>-3.6877802227883498E-2</c:v>
                </c:pt>
                <c:pt idx="8732">
                  <c:v>1.8972085333963214E-2</c:v>
                </c:pt>
                <c:pt idx="8733">
                  <c:v>-0.27385412123886732</c:v>
                </c:pt>
                <c:pt idx="8734">
                  <c:v>-0.57619474170870977</c:v>
                </c:pt>
                <c:pt idx="8735">
                  <c:v>4.720099115099758E-2</c:v>
                </c:pt>
                <c:pt idx="8736">
                  <c:v>9.850749225817694E-2</c:v>
                </c:pt>
                <c:pt idx="8737">
                  <c:v>7.4919303980130927E-2</c:v>
                </c:pt>
                <c:pt idx="8738">
                  <c:v>2.2444290520395118E-2</c:v>
                </c:pt>
                <c:pt idx="8739">
                  <c:v>-1.4589927616163768E-2</c:v>
                </c:pt>
                <c:pt idx="8740">
                  <c:v>-2.3928584161355945E-2</c:v>
                </c:pt>
                <c:pt idx="8741">
                  <c:v>7.4815861042623272E-3</c:v>
                </c:pt>
                <c:pt idx="8742">
                  <c:v>7.2381929086573704E-2</c:v>
                </c:pt>
                <c:pt idx="8743">
                  <c:v>4.6739076767943345E-2</c:v>
                </c:pt>
                <c:pt idx="8744">
                  <c:v>7.1603722101739348E-2</c:v>
                </c:pt>
                <c:pt idx="8745">
                  <c:v>6.9863624559710152E-2</c:v>
                </c:pt>
                <c:pt idx="8746">
                  <c:v>3.0217760017140674E-2</c:v>
                </c:pt>
                <c:pt idx="8747">
                  <c:v>-0.14035953999701553</c:v>
                </c:pt>
                <c:pt idx="8748">
                  <c:v>-0.1269471749520929</c:v>
                </c:pt>
                <c:pt idx="8749">
                  <c:v>-0.90783429715059949</c:v>
                </c:pt>
                <c:pt idx="8750">
                  <c:v>-0.27792437781618157</c:v>
                </c:pt>
                <c:pt idx="8751">
                  <c:v>-1.2014874748701716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996A-458E-BF78-2EE2A9BDB8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Time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AHU_heating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Sheet2!$H$1</c:f>
              <c:strCache>
                <c:ptCount val="1"/>
                <c:pt idx="0">
                  <c:v>Q_1035-00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Sheet2!$H$2:$H$8753</c:f>
              <c:numCache>
                <c:formatCode>General</c:formatCode>
                <c:ptCount val="8752"/>
                <c:pt idx="0">
                  <c:v>6.487822726113833E-2</c:v>
                </c:pt>
                <c:pt idx="1">
                  <c:v>6.9461449886777799E-2</c:v>
                </c:pt>
                <c:pt idx="2">
                  <c:v>7.2531014253297471E-2</c:v>
                </c:pt>
                <c:pt idx="3">
                  <c:v>0.26306294783134482</c:v>
                </c:pt>
                <c:pt idx="4">
                  <c:v>0.24802094287124943</c:v>
                </c:pt>
                <c:pt idx="5">
                  <c:v>0.19249417282078124</c:v>
                </c:pt>
                <c:pt idx="6">
                  <c:v>0.1841012977891488</c:v>
                </c:pt>
                <c:pt idx="7">
                  <c:v>0.18485028267686873</c:v>
                </c:pt>
                <c:pt idx="8">
                  <c:v>0.16262313946415355</c:v>
                </c:pt>
                <c:pt idx="9">
                  <c:v>0.15904858429824376</c:v>
                </c:pt>
                <c:pt idx="10">
                  <c:v>6.820640259072798E-2</c:v>
                </c:pt>
                <c:pt idx="11">
                  <c:v>6.706885401724022E-2</c:v>
                </c:pt>
                <c:pt idx="12">
                  <c:v>6.0162093920608777E-2</c:v>
                </c:pt>
                <c:pt idx="13">
                  <c:v>5.9078177149393868E-2</c:v>
                </c:pt>
                <c:pt idx="14">
                  <c:v>7.0356310923729473E-2</c:v>
                </c:pt>
                <c:pt idx="15">
                  <c:v>6.9438473528177141E-2</c:v>
                </c:pt>
                <c:pt idx="16">
                  <c:v>6.4794621469129052E-2</c:v>
                </c:pt>
                <c:pt idx="17">
                  <c:v>6.175782774494773E-2</c:v>
                </c:pt>
                <c:pt idx="18">
                  <c:v>7.5993636247340554E-2</c:v>
                </c:pt>
                <c:pt idx="19">
                  <c:v>6.771652907841437E-2</c:v>
                </c:pt>
                <c:pt idx="20">
                  <c:v>6.2027578134662281E-2</c:v>
                </c:pt>
                <c:pt idx="21">
                  <c:v>6.6648129812960755E-2</c:v>
                </c:pt>
                <c:pt idx="22">
                  <c:v>0.22052815899135056</c:v>
                </c:pt>
                <c:pt idx="23">
                  <c:v>0.30823261640872401</c:v>
                </c:pt>
                <c:pt idx="24">
                  <c:v>0.20874876920166913</c:v>
                </c:pt>
                <c:pt idx="25">
                  <c:v>0.16836136125612869</c:v>
                </c:pt>
                <c:pt idx="26">
                  <c:v>0.22956319312727055</c:v>
                </c:pt>
                <c:pt idx="27">
                  <c:v>0.3227365172808328</c:v>
                </c:pt>
                <c:pt idx="28">
                  <c:v>0.31898885437317909</c:v>
                </c:pt>
                <c:pt idx="29">
                  <c:v>0.33940126767478618</c:v>
                </c:pt>
                <c:pt idx="30">
                  <c:v>0.39193216851998308</c:v>
                </c:pt>
                <c:pt idx="31">
                  <c:v>0.40004590808445778</c:v>
                </c:pt>
                <c:pt idx="32">
                  <c:v>0.37087838496214393</c:v>
                </c:pt>
                <c:pt idx="33">
                  <c:v>0.39260869927279779</c:v>
                </c:pt>
                <c:pt idx="34">
                  <c:v>0.38896921284259062</c:v>
                </c:pt>
                <c:pt idx="35">
                  <c:v>0.4103721045916065</c:v>
                </c:pt>
                <c:pt idx="36">
                  <c:v>0.41433666815607595</c:v>
                </c:pt>
                <c:pt idx="37">
                  <c:v>0.37079980503190552</c:v>
                </c:pt>
                <c:pt idx="38">
                  <c:v>0.3076746461988123</c:v>
                </c:pt>
                <c:pt idx="39">
                  <c:v>0.31481856326587709</c:v>
                </c:pt>
                <c:pt idx="40">
                  <c:v>0.16761395316066988</c:v>
                </c:pt>
                <c:pt idx="41">
                  <c:v>0.18651794028550225</c:v>
                </c:pt>
                <c:pt idx="42">
                  <c:v>0.5799664150910302</c:v>
                </c:pt>
                <c:pt idx="43">
                  <c:v>0.32380709760628523</c:v>
                </c:pt>
                <c:pt idx="44">
                  <c:v>0.30377610660671067</c:v>
                </c:pt>
                <c:pt idx="45">
                  <c:v>0.30788391354959532</c:v>
                </c:pt>
                <c:pt idx="46">
                  <c:v>0.30038372326336521</c:v>
                </c:pt>
                <c:pt idx="47">
                  <c:v>0.31106106352531304</c:v>
                </c:pt>
                <c:pt idx="48">
                  <c:v>0.31938822358429592</c:v>
                </c:pt>
                <c:pt idx="49">
                  <c:v>0.33094973119546939</c:v>
                </c:pt>
                <c:pt idx="50">
                  <c:v>0.33505507270859447</c:v>
                </c:pt>
                <c:pt idx="51">
                  <c:v>0.33683787749045246</c:v>
                </c:pt>
                <c:pt idx="52">
                  <c:v>0.32623301923488673</c:v>
                </c:pt>
                <c:pt idx="53">
                  <c:v>0.32898754247943585</c:v>
                </c:pt>
                <c:pt idx="54">
                  <c:v>0.3223437444408499</c:v>
                </c:pt>
                <c:pt idx="55">
                  <c:v>0.32733992645103049</c:v>
                </c:pt>
                <c:pt idx="56">
                  <c:v>0.28108203867155862</c:v>
                </c:pt>
                <c:pt idx="57">
                  <c:v>0.30843495366271234</c:v>
                </c:pt>
                <c:pt idx="58">
                  <c:v>0.25766740528044868</c:v>
                </c:pt>
                <c:pt idx="59">
                  <c:v>0.31803429294020458</c:v>
                </c:pt>
                <c:pt idx="60">
                  <c:v>0.46611827342998274</c:v>
                </c:pt>
                <c:pt idx="61">
                  <c:v>0.35477613345495906</c:v>
                </c:pt>
                <c:pt idx="62">
                  <c:v>0.24742106759890975</c:v>
                </c:pt>
                <c:pt idx="63">
                  <c:v>0.17801169098800862</c:v>
                </c:pt>
                <c:pt idx="64">
                  <c:v>0.18903007163502344</c:v>
                </c:pt>
                <c:pt idx="65">
                  <c:v>0.19115811337989586</c:v>
                </c:pt>
                <c:pt idx="66">
                  <c:v>0.19045143388249955</c:v>
                </c:pt>
                <c:pt idx="67">
                  <c:v>0.39962674411439908</c:v>
                </c:pt>
                <c:pt idx="68">
                  <c:v>0.54919596886648703</c:v>
                </c:pt>
                <c:pt idx="69">
                  <c:v>0.31969165839176111</c:v>
                </c:pt>
                <c:pt idx="70">
                  <c:v>0.31576022200829085</c:v>
                </c:pt>
                <c:pt idx="71">
                  <c:v>0.31056107179460885</c:v>
                </c:pt>
                <c:pt idx="72">
                  <c:v>0.33140115878387716</c:v>
                </c:pt>
                <c:pt idx="73">
                  <c:v>0.32432681192941454</c:v>
                </c:pt>
                <c:pt idx="74">
                  <c:v>0.31353631861475378</c:v>
                </c:pt>
                <c:pt idx="75">
                  <c:v>0.23795885796261126</c:v>
                </c:pt>
                <c:pt idx="76">
                  <c:v>0.3148172216701543</c:v>
                </c:pt>
                <c:pt idx="77">
                  <c:v>0.34060553064786692</c:v>
                </c:pt>
                <c:pt idx="78">
                  <c:v>0.34378381426473809</c:v>
                </c:pt>
                <c:pt idx="79">
                  <c:v>0.35209866706933457</c:v>
                </c:pt>
                <c:pt idx="80">
                  <c:v>0.30831839938948541</c:v>
                </c:pt>
                <c:pt idx="81">
                  <c:v>0.31499430210246526</c:v>
                </c:pt>
                <c:pt idx="82">
                  <c:v>0.27801844188455477</c:v>
                </c:pt>
                <c:pt idx="83">
                  <c:v>0.27312197374480846</c:v>
                </c:pt>
                <c:pt idx="84">
                  <c:v>0.24643462663575441</c:v>
                </c:pt>
                <c:pt idx="85">
                  <c:v>0.18361736089942371</c:v>
                </c:pt>
                <c:pt idx="86">
                  <c:v>0.17769954959863035</c:v>
                </c:pt>
                <c:pt idx="87">
                  <c:v>0.15414198722203504</c:v>
                </c:pt>
                <c:pt idx="88">
                  <c:v>0.16667439305876694</c:v>
                </c:pt>
                <c:pt idx="89">
                  <c:v>0.17810089286128086</c:v>
                </c:pt>
                <c:pt idx="90">
                  <c:v>0.1684786351124582</c:v>
                </c:pt>
                <c:pt idx="91">
                  <c:v>0.1616574493179925</c:v>
                </c:pt>
                <c:pt idx="92">
                  <c:v>0.18032772594742169</c:v>
                </c:pt>
                <c:pt idx="93">
                  <c:v>0.19728572203378142</c:v>
                </c:pt>
                <c:pt idx="94">
                  <c:v>0.21124761676663883</c:v>
                </c:pt>
                <c:pt idx="95">
                  <c:v>0.22114208070101596</c:v>
                </c:pt>
                <c:pt idx="96">
                  <c:v>0.20134120005850342</c:v>
                </c:pt>
                <c:pt idx="97">
                  <c:v>0.3520884978962221</c:v>
                </c:pt>
                <c:pt idx="98">
                  <c:v>0.514831683446345</c:v>
                </c:pt>
                <c:pt idx="99">
                  <c:v>0.33417247717606602</c:v>
                </c:pt>
                <c:pt idx="100">
                  <c:v>0.3303948193569799</c:v>
                </c:pt>
                <c:pt idx="101">
                  <c:v>0.30506803676356492</c:v>
                </c:pt>
                <c:pt idx="102">
                  <c:v>0.29586016125496123</c:v>
                </c:pt>
                <c:pt idx="103">
                  <c:v>0.31151251058065738</c:v>
                </c:pt>
                <c:pt idx="104">
                  <c:v>0.19839309965646057</c:v>
                </c:pt>
                <c:pt idx="105">
                  <c:v>0.30235045387349496</c:v>
                </c:pt>
                <c:pt idx="106">
                  <c:v>0.23307572059534559</c:v>
                </c:pt>
                <c:pt idx="107">
                  <c:v>0.18044731174701584</c:v>
                </c:pt>
                <c:pt idx="108">
                  <c:v>0.19183614063992965</c:v>
                </c:pt>
                <c:pt idx="109">
                  <c:v>0.15946695942496078</c:v>
                </c:pt>
                <c:pt idx="110">
                  <c:v>0.13540098349339885</c:v>
                </c:pt>
                <c:pt idx="111">
                  <c:v>0.14531040552091395</c:v>
                </c:pt>
                <c:pt idx="112">
                  <c:v>0.15230657521537311</c:v>
                </c:pt>
                <c:pt idx="113">
                  <c:v>0.15656997066084904</c:v>
                </c:pt>
                <c:pt idx="114">
                  <c:v>0.13959670374655583</c:v>
                </c:pt>
                <c:pt idx="115">
                  <c:v>0.15999432171526481</c:v>
                </c:pt>
                <c:pt idx="116">
                  <c:v>0.16077902085867848</c:v>
                </c:pt>
                <c:pt idx="117">
                  <c:v>0.13989742208571768</c:v>
                </c:pt>
                <c:pt idx="118">
                  <c:v>0.15869372473640081</c:v>
                </c:pt>
                <c:pt idx="119">
                  <c:v>0.17896043729590022</c:v>
                </c:pt>
                <c:pt idx="120">
                  <c:v>0.16724864289799246</c:v>
                </c:pt>
                <c:pt idx="121">
                  <c:v>0.15076766377672302</c:v>
                </c:pt>
                <c:pt idx="122">
                  <c:v>0.15342178883901525</c:v>
                </c:pt>
                <c:pt idx="123">
                  <c:v>0.15137522711354517</c:v>
                </c:pt>
                <c:pt idx="124">
                  <c:v>0.18667322349649912</c:v>
                </c:pt>
                <c:pt idx="125">
                  <c:v>0.1865780048898614</c:v>
                </c:pt>
                <c:pt idx="126">
                  <c:v>0.19092299568914201</c:v>
                </c:pt>
                <c:pt idx="127">
                  <c:v>0.20556049999620768</c:v>
                </c:pt>
                <c:pt idx="128">
                  <c:v>0.17914467679188745</c:v>
                </c:pt>
                <c:pt idx="129">
                  <c:v>0.16039979429892237</c:v>
                </c:pt>
                <c:pt idx="130">
                  <c:v>0.15207507786382601</c:v>
                </c:pt>
                <c:pt idx="131">
                  <c:v>0.13614287666384992</c:v>
                </c:pt>
                <c:pt idx="132">
                  <c:v>-0.57646886649634177</c:v>
                </c:pt>
                <c:pt idx="133">
                  <c:v>-0.6533828928339217</c:v>
                </c:pt>
                <c:pt idx="134">
                  <c:v>-0.79120477256983235</c:v>
                </c:pt>
                <c:pt idx="135">
                  <c:v>-0.83102408969799657</c:v>
                </c:pt>
                <c:pt idx="136">
                  <c:v>-0.67188304280691258</c:v>
                </c:pt>
                <c:pt idx="137">
                  <c:v>-0.59813376795720385</c:v>
                </c:pt>
                <c:pt idx="138">
                  <c:v>-0.48409673055831259</c:v>
                </c:pt>
                <c:pt idx="139">
                  <c:v>-0.37735819650677871</c:v>
                </c:pt>
                <c:pt idx="140">
                  <c:v>-6.8702552644043582E-2</c:v>
                </c:pt>
                <c:pt idx="141">
                  <c:v>-0.35740067649250296</c:v>
                </c:pt>
                <c:pt idx="142">
                  <c:v>-0.35427899357718934</c:v>
                </c:pt>
                <c:pt idx="143">
                  <c:v>-0.13747834978047677</c:v>
                </c:pt>
                <c:pt idx="144">
                  <c:v>-0.12059859500405368</c:v>
                </c:pt>
                <c:pt idx="145">
                  <c:v>0.1403708146071177</c:v>
                </c:pt>
                <c:pt idx="146">
                  <c:v>0.15478652803892576</c:v>
                </c:pt>
                <c:pt idx="147">
                  <c:v>0.15471018253251356</c:v>
                </c:pt>
                <c:pt idx="148">
                  <c:v>0.16016037946977907</c:v>
                </c:pt>
                <c:pt idx="149">
                  <c:v>0.15384223380625353</c:v>
                </c:pt>
                <c:pt idx="150">
                  <c:v>0.18054402592722837</c:v>
                </c:pt>
                <c:pt idx="151">
                  <c:v>0.18464098514623861</c:v>
                </c:pt>
                <c:pt idx="152">
                  <c:v>0.1895608125585439</c:v>
                </c:pt>
                <c:pt idx="153">
                  <c:v>0.1844060694161071</c:v>
                </c:pt>
                <c:pt idx="154">
                  <c:v>0.17397159538977575</c:v>
                </c:pt>
                <c:pt idx="155">
                  <c:v>0.16832224856584843</c:v>
                </c:pt>
                <c:pt idx="156">
                  <c:v>0.17792693949619517</c:v>
                </c:pt>
                <c:pt idx="157">
                  <c:v>0.19132349894845663</c:v>
                </c:pt>
                <c:pt idx="158">
                  <c:v>0.20124125589588632</c:v>
                </c:pt>
                <c:pt idx="159">
                  <c:v>0.18808348117728813</c:v>
                </c:pt>
                <c:pt idx="160">
                  <c:v>0.21250839617900955</c:v>
                </c:pt>
                <c:pt idx="161">
                  <c:v>0.42670891822562407</c:v>
                </c:pt>
                <c:pt idx="162">
                  <c:v>0.34585664774396041</c:v>
                </c:pt>
                <c:pt idx="163">
                  <c:v>0.77765612508850879</c:v>
                </c:pt>
                <c:pt idx="164">
                  <c:v>0.9997598395161954</c:v>
                </c:pt>
                <c:pt idx="165">
                  <c:v>1.2568471961570324</c:v>
                </c:pt>
                <c:pt idx="166">
                  <c:v>1.1057899071946828</c:v>
                </c:pt>
                <c:pt idx="167">
                  <c:v>0.82984213986032718</c:v>
                </c:pt>
                <c:pt idx="168">
                  <c:v>0.88712311525338161</c:v>
                </c:pt>
                <c:pt idx="169">
                  <c:v>0.88611961325599853</c:v>
                </c:pt>
                <c:pt idx="170">
                  <c:v>0.94934240299646844</c:v>
                </c:pt>
                <c:pt idx="171">
                  <c:v>0.99026123533218902</c:v>
                </c:pt>
                <c:pt idx="172">
                  <c:v>1.0468925044769382</c:v>
                </c:pt>
                <c:pt idx="173">
                  <c:v>1.0794660518529595</c:v>
                </c:pt>
                <c:pt idx="174">
                  <c:v>1.1126276622638753</c:v>
                </c:pt>
                <c:pt idx="175">
                  <c:v>1.0924681765288196</c:v>
                </c:pt>
                <c:pt idx="176">
                  <c:v>0.98485556543789998</c:v>
                </c:pt>
                <c:pt idx="177">
                  <c:v>0.81484145522441331</c:v>
                </c:pt>
                <c:pt idx="178">
                  <c:v>0.7667955809609216</c:v>
                </c:pt>
                <c:pt idx="179">
                  <c:v>0.75103769726416569</c:v>
                </c:pt>
                <c:pt idx="180">
                  <c:v>0.81058105222742616</c:v>
                </c:pt>
                <c:pt idx="181">
                  <c:v>0.82918695196559733</c:v>
                </c:pt>
                <c:pt idx="182">
                  <c:v>0.9283788352299116</c:v>
                </c:pt>
                <c:pt idx="183">
                  <c:v>0.88410152097325001</c:v>
                </c:pt>
                <c:pt idx="184">
                  <c:v>0.79190764108941025</c:v>
                </c:pt>
                <c:pt idx="185">
                  <c:v>0.70997465380611247</c:v>
                </c:pt>
                <c:pt idx="186">
                  <c:v>0.91644865987063573</c:v>
                </c:pt>
                <c:pt idx="187">
                  <c:v>0.82035825330478096</c:v>
                </c:pt>
                <c:pt idx="188">
                  <c:v>0.78705291240498287</c:v>
                </c:pt>
                <c:pt idx="189">
                  <c:v>0.83534813200256453</c:v>
                </c:pt>
                <c:pt idx="190">
                  <c:v>0.83889431697455374</c:v>
                </c:pt>
                <c:pt idx="191">
                  <c:v>0.86335974732929155</c:v>
                </c:pt>
                <c:pt idx="192">
                  <c:v>0.81511702263134711</c:v>
                </c:pt>
                <c:pt idx="193">
                  <c:v>0.77895967349151862</c:v>
                </c:pt>
                <c:pt idx="194">
                  <c:v>0.74566358384179598</c:v>
                </c:pt>
                <c:pt idx="195">
                  <c:v>0.78636171240759989</c:v>
                </c:pt>
                <c:pt idx="196">
                  <c:v>0.80795338807434114</c:v>
                </c:pt>
                <c:pt idx="197">
                  <c:v>0.74412639217352727</c:v>
                </c:pt>
                <c:pt idx="198">
                  <c:v>0.7277093778783601</c:v>
                </c:pt>
                <c:pt idx="199">
                  <c:v>0.81080989086578781</c:v>
                </c:pt>
                <c:pt idx="200">
                  <c:v>0.7917135663056557</c:v>
                </c:pt>
                <c:pt idx="201">
                  <c:v>0.80536144194798698</c:v>
                </c:pt>
                <c:pt idx="202">
                  <c:v>0.79104712138156652</c:v>
                </c:pt>
                <c:pt idx="203">
                  <c:v>0.77351892777167786</c:v>
                </c:pt>
                <c:pt idx="204">
                  <c:v>0.76336787604528089</c:v>
                </c:pt>
                <c:pt idx="205">
                  <c:v>0.6990433676670802</c:v>
                </c:pt>
                <c:pt idx="206">
                  <c:v>0.64565040549843811</c:v>
                </c:pt>
                <c:pt idx="207">
                  <c:v>0.41338167245758101</c:v>
                </c:pt>
                <c:pt idx="208">
                  <c:v>0.4191752118779275</c:v>
                </c:pt>
                <c:pt idx="209">
                  <c:v>0.49304052334230969</c:v>
                </c:pt>
                <c:pt idx="210">
                  <c:v>0.30701979670646506</c:v>
                </c:pt>
                <c:pt idx="211">
                  <c:v>1.439478190439426</c:v>
                </c:pt>
                <c:pt idx="212">
                  <c:v>1.3357084228170184</c:v>
                </c:pt>
                <c:pt idx="213">
                  <c:v>0.83346568492997031</c:v>
                </c:pt>
                <c:pt idx="214">
                  <c:v>0.79349788329282156</c:v>
                </c:pt>
                <c:pt idx="215">
                  <c:v>0.82294329464666227</c:v>
                </c:pt>
                <c:pt idx="216">
                  <c:v>0.83429288250672662</c:v>
                </c:pt>
                <c:pt idx="217">
                  <c:v>0.86097931370227831</c:v>
                </c:pt>
                <c:pt idx="218">
                  <c:v>0.85796365733473723</c:v>
                </c:pt>
                <c:pt idx="219">
                  <c:v>0.83176938968526815</c:v>
                </c:pt>
                <c:pt idx="220">
                  <c:v>0.77930014394362002</c:v>
                </c:pt>
                <c:pt idx="221">
                  <c:v>0.79609925443664631</c:v>
                </c:pt>
                <c:pt idx="222">
                  <c:v>0.7813790044829777</c:v>
                </c:pt>
                <c:pt idx="223">
                  <c:v>0.83458949961757101</c:v>
                </c:pt>
                <c:pt idx="224">
                  <c:v>0.77785472797015964</c:v>
                </c:pt>
                <c:pt idx="225">
                  <c:v>0.66607233395684073</c:v>
                </c:pt>
                <c:pt idx="226">
                  <c:v>0.79939471510049032</c:v>
                </c:pt>
                <c:pt idx="227">
                  <c:v>0.75977720750629962</c:v>
                </c:pt>
                <c:pt idx="228">
                  <c:v>0.61304223158974491</c:v>
                </c:pt>
                <c:pt idx="229">
                  <c:v>0.57216953592440556</c:v>
                </c:pt>
                <c:pt idx="230">
                  <c:v>0.63900800766301835</c:v>
                </c:pt>
                <c:pt idx="231">
                  <c:v>0.64780157914122038</c:v>
                </c:pt>
                <c:pt idx="232">
                  <c:v>0.58862127333309877</c:v>
                </c:pt>
                <c:pt idx="233">
                  <c:v>0.71227862161126976</c:v>
                </c:pt>
                <c:pt idx="234">
                  <c:v>0.79275089132941068</c:v>
                </c:pt>
                <c:pt idx="235">
                  <c:v>0.85707358483285734</c:v>
                </c:pt>
                <c:pt idx="236">
                  <c:v>0.79737879541385159</c:v>
                </c:pt>
                <c:pt idx="237">
                  <c:v>0.77693419857664159</c:v>
                </c:pt>
                <c:pt idx="238">
                  <c:v>0.77051129428170273</c:v>
                </c:pt>
                <c:pt idx="239">
                  <c:v>0.79137198750914495</c:v>
                </c:pt>
                <c:pt idx="240">
                  <c:v>0.76999144083677318</c:v>
                </c:pt>
                <c:pt idx="241">
                  <c:v>0.7987079551961449</c:v>
                </c:pt>
                <c:pt idx="242">
                  <c:v>0.74702719840037035</c:v>
                </c:pt>
                <c:pt idx="243">
                  <c:v>0.78636163373100065</c:v>
                </c:pt>
                <c:pt idx="244">
                  <c:v>0.83871263650770989</c:v>
                </c:pt>
                <c:pt idx="245">
                  <c:v>0.82148337501116186</c:v>
                </c:pt>
                <c:pt idx="246">
                  <c:v>0.80075503194221309</c:v>
                </c:pt>
                <c:pt idx="247">
                  <c:v>0.80581336168350337</c:v>
                </c:pt>
                <c:pt idx="248">
                  <c:v>0.76229490025448721</c:v>
                </c:pt>
                <c:pt idx="249">
                  <c:v>0.75088732851822426</c:v>
                </c:pt>
                <c:pt idx="250">
                  <c:v>0.72036475502965247</c:v>
                </c:pt>
                <c:pt idx="251">
                  <c:v>0.55522276194420106</c:v>
                </c:pt>
                <c:pt idx="252">
                  <c:v>0.36641465700854153</c:v>
                </c:pt>
                <c:pt idx="253">
                  <c:v>0.2282346719488263</c:v>
                </c:pt>
                <c:pt idx="254">
                  <c:v>0.16992115962081361</c:v>
                </c:pt>
                <c:pt idx="255">
                  <c:v>0.16416745107475275</c:v>
                </c:pt>
                <c:pt idx="256">
                  <c:v>0.16532328672128377</c:v>
                </c:pt>
                <c:pt idx="257">
                  <c:v>0.17308055109852541</c:v>
                </c:pt>
                <c:pt idx="258">
                  <c:v>0.1752039706108903</c:v>
                </c:pt>
                <c:pt idx="259">
                  <c:v>0.15930707427969087</c:v>
                </c:pt>
                <c:pt idx="260">
                  <c:v>0.17772718632334378</c:v>
                </c:pt>
                <c:pt idx="261">
                  <c:v>0.16159634906631412</c:v>
                </c:pt>
                <c:pt idx="262">
                  <c:v>0.1683907109374678</c:v>
                </c:pt>
                <c:pt idx="263">
                  <c:v>0.1982150958915222</c:v>
                </c:pt>
                <c:pt idx="264">
                  <c:v>0.58801782842229566</c:v>
                </c:pt>
                <c:pt idx="265">
                  <c:v>0.36014278719595089</c:v>
                </c:pt>
                <c:pt idx="266">
                  <c:v>0.48213139845030084</c:v>
                </c:pt>
                <c:pt idx="267">
                  <c:v>1.6171785485760992</c:v>
                </c:pt>
                <c:pt idx="268">
                  <c:v>1.0135371608374906</c:v>
                </c:pt>
                <c:pt idx="269">
                  <c:v>0.83735814869036473</c:v>
                </c:pt>
                <c:pt idx="270">
                  <c:v>0.88711066739579303</c:v>
                </c:pt>
                <c:pt idx="271">
                  <c:v>0.81187204030321947</c:v>
                </c:pt>
                <c:pt idx="272">
                  <c:v>0.7560971764856218</c:v>
                </c:pt>
                <c:pt idx="273">
                  <c:v>0.46824707441420993</c:v>
                </c:pt>
                <c:pt idx="274">
                  <c:v>0.19234146621265322</c:v>
                </c:pt>
                <c:pt idx="275">
                  <c:v>0.21760632072660671</c:v>
                </c:pt>
                <c:pt idx="276">
                  <c:v>0.18167539377631803</c:v>
                </c:pt>
                <c:pt idx="277">
                  <c:v>0.18362632510132293</c:v>
                </c:pt>
                <c:pt idx="278">
                  <c:v>0.14544563381124467</c:v>
                </c:pt>
                <c:pt idx="279">
                  <c:v>0.15197491546950589</c:v>
                </c:pt>
                <c:pt idx="280">
                  <c:v>0.15497589787516564</c:v>
                </c:pt>
                <c:pt idx="281">
                  <c:v>0.15755135355425726</c:v>
                </c:pt>
                <c:pt idx="282">
                  <c:v>0.15659600514130462</c:v>
                </c:pt>
                <c:pt idx="283">
                  <c:v>0.16177655652645459</c:v>
                </c:pt>
                <c:pt idx="284">
                  <c:v>0.16224592481144645</c:v>
                </c:pt>
                <c:pt idx="285">
                  <c:v>0.15477480875334543</c:v>
                </c:pt>
                <c:pt idx="286">
                  <c:v>0.15268815141769851</c:v>
                </c:pt>
                <c:pt idx="287">
                  <c:v>0.17596946089111595</c:v>
                </c:pt>
                <c:pt idx="288">
                  <c:v>0.16766001474362177</c:v>
                </c:pt>
                <c:pt idx="289">
                  <c:v>0.16979851709602081</c:v>
                </c:pt>
                <c:pt idx="290">
                  <c:v>0.16454024839079312</c:v>
                </c:pt>
                <c:pt idx="291">
                  <c:v>0.16841812815803925</c:v>
                </c:pt>
                <c:pt idx="292">
                  <c:v>0.16864647577687378</c:v>
                </c:pt>
                <c:pt idx="293">
                  <c:v>0.17022042460780357</c:v>
                </c:pt>
                <c:pt idx="294">
                  <c:v>0.16768782228026416</c:v>
                </c:pt>
                <c:pt idx="295">
                  <c:v>0.17415445630659757</c:v>
                </c:pt>
                <c:pt idx="296">
                  <c:v>0.17688182981443235</c:v>
                </c:pt>
                <c:pt idx="297">
                  <c:v>0.15488977291319964</c:v>
                </c:pt>
                <c:pt idx="298">
                  <c:v>0.16524147296562805</c:v>
                </c:pt>
                <c:pt idx="299">
                  <c:v>0.16651363866736155</c:v>
                </c:pt>
                <c:pt idx="300">
                  <c:v>0.16214701166627313</c:v>
                </c:pt>
                <c:pt idx="301">
                  <c:v>0.17490799349123012</c:v>
                </c:pt>
                <c:pt idx="302">
                  <c:v>0.16110715942302301</c:v>
                </c:pt>
                <c:pt idx="303">
                  <c:v>0.16465608784212926</c:v>
                </c:pt>
                <c:pt idx="304">
                  <c:v>0.17639014916277529</c:v>
                </c:pt>
                <c:pt idx="305">
                  <c:v>0.30239257326127755</c:v>
                </c:pt>
                <c:pt idx="306">
                  <c:v>0.1795716672559064</c:v>
                </c:pt>
                <c:pt idx="307">
                  <c:v>0.19185856405228069</c:v>
                </c:pt>
                <c:pt idx="308">
                  <c:v>0.21477247092019414</c:v>
                </c:pt>
                <c:pt idx="309">
                  <c:v>0.20696686267282677</c:v>
                </c:pt>
                <c:pt idx="310">
                  <c:v>0.19431419705544362</c:v>
                </c:pt>
                <c:pt idx="311">
                  <c:v>0.19314954204777784</c:v>
                </c:pt>
                <c:pt idx="312">
                  <c:v>0.1978368899986031</c:v>
                </c:pt>
                <c:pt idx="313">
                  <c:v>0.18437924437122527</c:v>
                </c:pt>
                <c:pt idx="314">
                  <c:v>0.6744360009216841</c:v>
                </c:pt>
                <c:pt idx="315">
                  <c:v>1.0806680738574463</c:v>
                </c:pt>
                <c:pt idx="316">
                  <c:v>1.0293994274748473</c:v>
                </c:pt>
                <c:pt idx="317">
                  <c:v>0.96992269995517477</c:v>
                </c:pt>
                <c:pt idx="318">
                  <c:v>0.91906455111949903</c:v>
                </c:pt>
                <c:pt idx="319">
                  <c:v>0.88287971482693306</c:v>
                </c:pt>
                <c:pt idx="320">
                  <c:v>0.89907741838769994</c:v>
                </c:pt>
                <c:pt idx="321">
                  <c:v>0.85352035516288338</c:v>
                </c:pt>
                <c:pt idx="322">
                  <c:v>0.88527837388833797</c:v>
                </c:pt>
                <c:pt idx="323">
                  <c:v>0.44007547682802317</c:v>
                </c:pt>
                <c:pt idx="324">
                  <c:v>0.22756100149676226</c:v>
                </c:pt>
                <c:pt idx="325">
                  <c:v>0.20720049396897328</c:v>
                </c:pt>
                <c:pt idx="326">
                  <c:v>0.17036992359385258</c:v>
                </c:pt>
                <c:pt idx="327">
                  <c:v>0.19676238396048912</c:v>
                </c:pt>
                <c:pt idx="328">
                  <c:v>0.15455363843933465</c:v>
                </c:pt>
                <c:pt idx="329">
                  <c:v>0.14569339201208714</c:v>
                </c:pt>
                <c:pt idx="330">
                  <c:v>0.18065116861006469</c:v>
                </c:pt>
                <c:pt idx="331">
                  <c:v>0.19275442207909155</c:v>
                </c:pt>
                <c:pt idx="332">
                  <c:v>0.20558355313869731</c:v>
                </c:pt>
                <c:pt idx="333">
                  <c:v>0.22215927094193333</c:v>
                </c:pt>
                <c:pt idx="334">
                  <c:v>0.19369100639704198</c:v>
                </c:pt>
                <c:pt idx="335">
                  <c:v>0.20115317644579825</c:v>
                </c:pt>
                <c:pt idx="336">
                  <c:v>0.55911242448644594</c:v>
                </c:pt>
                <c:pt idx="337">
                  <c:v>0.90047286521366965</c:v>
                </c:pt>
                <c:pt idx="338">
                  <c:v>1.109519865616055</c:v>
                </c:pt>
                <c:pt idx="339">
                  <c:v>1.2410946573961319</c:v>
                </c:pt>
                <c:pt idx="340">
                  <c:v>1.2293804968394664</c:v>
                </c:pt>
                <c:pt idx="341">
                  <c:v>1.206257057867294</c:v>
                </c:pt>
                <c:pt idx="342">
                  <c:v>1.1686062554469929</c:v>
                </c:pt>
                <c:pt idx="343">
                  <c:v>1.1225639598907569</c:v>
                </c:pt>
                <c:pt idx="344">
                  <c:v>1.0015566043934183</c:v>
                </c:pt>
                <c:pt idx="345">
                  <c:v>0.93059923415585655</c:v>
                </c:pt>
                <c:pt idx="346">
                  <c:v>1.0172524411902542</c:v>
                </c:pt>
                <c:pt idx="347">
                  <c:v>1.0222733006914213</c:v>
                </c:pt>
                <c:pt idx="348">
                  <c:v>0.40930625236976298</c:v>
                </c:pt>
                <c:pt idx="349">
                  <c:v>0.14463695257530593</c:v>
                </c:pt>
                <c:pt idx="350">
                  <c:v>0.16558033441795836</c:v>
                </c:pt>
                <c:pt idx="351">
                  <c:v>0.17228448592106355</c:v>
                </c:pt>
                <c:pt idx="352">
                  <c:v>0.16594462016111119</c:v>
                </c:pt>
                <c:pt idx="353">
                  <c:v>0.15760072384815382</c:v>
                </c:pt>
                <c:pt idx="354">
                  <c:v>0.12698701858330927</c:v>
                </c:pt>
                <c:pt idx="355">
                  <c:v>0.18857455666678791</c:v>
                </c:pt>
                <c:pt idx="356">
                  <c:v>0.17951271107225902</c:v>
                </c:pt>
                <c:pt idx="357">
                  <c:v>0.19429757075302914</c:v>
                </c:pt>
                <c:pt idx="358">
                  <c:v>0.21255832225996468</c:v>
                </c:pt>
                <c:pt idx="359">
                  <c:v>0.71262805694658904</c:v>
                </c:pt>
                <c:pt idx="360">
                  <c:v>1.1252043367828264</c:v>
                </c:pt>
                <c:pt idx="361">
                  <c:v>1.1932141685890021</c:v>
                </c:pt>
                <c:pt idx="362">
                  <c:v>1.2203887559687685</c:v>
                </c:pt>
                <c:pt idx="363">
                  <c:v>1.2197430020863151</c:v>
                </c:pt>
                <c:pt idx="364">
                  <c:v>1.0787308388619765</c:v>
                </c:pt>
                <c:pt idx="365">
                  <c:v>1.0235492348610267</c:v>
                </c:pt>
                <c:pt idx="366">
                  <c:v>0.99314826194584149</c:v>
                </c:pt>
                <c:pt idx="367">
                  <c:v>0.96598393641425395</c:v>
                </c:pt>
                <c:pt idx="368">
                  <c:v>0.8993462020055617</c:v>
                </c:pt>
                <c:pt idx="369">
                  <c:v>0.78657464940474064</c:v>
                </c:pt>
                <c:pt idx="370">
                  <c:v>0.76354165236437954</c:v>
                </c:pt>
                <c:pt idx="371">
                  <c:v>0.84463033738489246</c:v>
                </c:pt>
                <c:pt idx="372">
                  <c:v>0.58822111094218232</c:v>
                </c:pt>
                <c:pt idx="373">
                  <c:v>0.19050424776580172</c:v>
                </c:pt>
                <c:pt idx="374">
                  <c:v>0.17921671774834513</c:v>
                </c:pt>
                <c:pt idx="375">
                  <c:v>0.17069231101204962</c:v>
                </c:pt>
                <c:pt idx="376">
                  <c:v>0.1804293744100883</c:v>
                </c:pt>
                <c:pt idx="377">
                  <c:v>0.18695589908076268</c:v>
                </c:pt>
                <c:pt idx="378">
                  <c:v>0.19919501390465</c:v>
                </c:pt>
                <c:pt idx="379">
                  <c:v>0.19290917400722388</c:v>
                </c:pt>
                <c:pt idx="380">
                  <c:v>0.18280640869486572</c:v>
                </c:pt>
                <c:pt idx="381">
                  <c:v>0.19317735207961134</c:v>
                </c:pt>
                <c:pt idx="382">
                  <c:v>0.53613630163339676</c:v>
                </c:pt>
                <c:pt idx="383">
                  <c:v>1.1290805382361124</c:v>
                </c:pt>
                <c:pt idx="384">
                  <c:v>1.1824285086803381</c:v>
                </c:pt>
                <c:pt idx="385">
                  <c:v>1.1958659086100807</c:v>
                </c:pt>
                <c:pt idx="386">
                  <c:v>1.2219309652938712</c:v>
                </c:pt>
                <c:pt idx="387">
                  <c:v>1.1669889716986983</c:v>
                </c:pt>
                <c:pt idx="388">
                  <c:v>1.0825865556279961</c:v>
                </c:pt>
                <c:pt idx="389">
                  <c:v>1.0277911964792055</c:v>
                </c:pt>
                <c:pt idx="390">
                  <c:v>1.00616989047672</c:v>
                </c:pt>
                <c:pt idx="391">
                  <c:v>0.98987088915358135</c:v>
                </c:pt>
                <c:pt idx="392">
                  <c:v>0.93514766297849161</c:v>
                </c:pt>
                <c:pt idx="393">
                  <c:v>0.92813971714652965</c:v>
                </c:pt>
                <c:pt idx="394">
                  <c:v>1.0111202154632302</c:v>
                </c:pt>
                <c:pt idx="395">
                  <c:v>0.76046146934179615</c:v>
                </c:pt>
                <c:pt idx="396">
                  <c:v>0.19807060950700417</c:v>
                </c:pt>
                <c:pt idx="397">
                  <c:v>0.17449570132775702</c:v>
                </c:pt>
                <c:pt idx="398">
                  <c:v>0.17569152860721718</c:v>
                </c:pt>
                <c:pt idx="399">
                  <c:v>0.19670867416021875</c:v>
                </c:pt>
                <c:pt idx="400">
                  <c:v>0.19595322724934058</c:v>
                </c:pt>
                <c:pt idx="401">
                  <c:v>0.23567976810949262</c:v>
                </c:pt>
                <c:pt idx="402">
                  <c:v>0.20305960230672193</c:v>
                </c:pt>
                <c:pt idx="403">
                  <c:v>0.21343267039762057</c:v>
                </c:pt>
                <c:pt idx="404">
                  <c:v>0.19930135262852713</c:v>
                </c:pt>
                <c:pt idx="405">
                  <c:v>0.86163328673082129</c:v>
                </c:pt>
                <c:pt idx="406">
                  <c:v>1.3142059700225164</c:v>
                </c:pt>
                <c:pt idx="407">
                  <c:v>1.344979081414243</c:v>
                </c:pt>
                <c:pt idx="408">
                  <c:v>1.3116346394133891</c:v>
                </c:pt>
                <c:pt idx="409">
                  <c:v>1.3022330615846538</c:v>
                </c:pt>
                <c:pt idx="410">
                  <c:v>1.2522832287064682</c:v>
                </c:pt>
                <c:pt idx="411">
                  <c:v>1.2139150037250706</c:v>
                </c:pt>
                <c:pt idx="412">
                  <c:v>1.1333490683969174</c:v>
                </c:pt>
                <c:pt idx="413">
                  <c:v>1.1074427526647799</c:v>
                </c:pt>
                <c:pt idx="414">
                  <c:v>1.0947252721667311</c:v>
                </c:pt>
                <c:pt idx="415">
                  <c:v>1.0497255675333674</c:v>
                </c:pt>
                <c:pt idx="416">
                  <c:v>0.96720502070696768</c:v>
                </c:pt>
                <c:pt idx="417">
                  <c:v>0.89538491600362047</c:v>
                </c:pt>
                <c:pt idx="418">
                  <c:v>0.7711929682479951</c:v>
                </c:pt>
                <c:pt idx="419">
                  <c:v>0.72961180139499349</c:v>
                </c:pt>
                <c:pt idx="420">
                  <c:v>0.5686778090271416</c:v>
                </c:pt>
                <c:pt idx="421">
                  <c:v>0.59422578948022731</c:v>
                </c:pt>
                <c:pt idx="422">
                  <c:v>0.55169851371218148</c:v>
                </c:pt>
                <c:pt idx="423">
                  <c:v>0.37804516441225983</c:v>
                </c:pt>
                <c:pt idx="424">
                  <c:v>9.9792148472228323E-2</c:v>
                </c:pt>
                <c:pt idx="425">
                  <c:v>0.37917846863950055</c:v>
                </c:pt>
                <c:pt idx="426">
                  <c:v>0.83343519689960266</c:v>
                </c:pt>
                <c:pt idx="427">
                  <c:v>0.80073658147664739</c:v>
                </c:pt>
                <c:pt idx="428">
                  <c:v>0.63562784435415953</c:v>
                </c:pt>
                <c:pt idx="429">
                  <c:v>0.54412832650658349</c:v>
                </c:pt>
                <c:pt idx="430">
                  <c:v>0.52842036338991138</c:v>
                </c:pt>
                <c:pt idx="431">
                  <c:v>0.57351535811136489</c:v>
                </c:pt>
                <c:pt idx="432">
                  <c:v>0.56770856937833791</c:v>
                </c:pt>
                <c:pt idx="433">
                  <c:v>0.56101402282934454</c:v>
                </c:pt>
                <c:pt idx="434">
                  <c:v>0.55531896824016869</c:v>
                </c:pt>
                <c:pt idx="435">
                  <c:v>0.50991856289035031</c:v>
                </c:pt>
                <c:pt idx="436">
                  <c:v>0.53993991878016379</c:v>
                </c:pt>
                <c:pt idx="437">
                  <c:v>0.52484350612059827</c:v>
                </c:pt>
                <c:pt idx="438">
                  <c:v>0.54121690574035752</c:v>
                </c:pt>
                <c:pt idx="439">
                  <c:v>0.53137310536956384</c:v>
                </c:pt>
                <c:pt idx="440">
                  <c:v>0.51676013293525069</c:v>
                </c:pt>
                <c:pt idx="441">
                  <c:v>0.5215377703471008</c:v>
                </c:pt>
                <c:pt idx="442">
                  <c:v>0.53703271033166577</c:v>
                </c:pt>
                <c:pt idx="443">
                  <c:v>0.58578893654907349</c:v>
                </c:pt>
                <c:pt idx="444">
                  <c:v>0.52501270461708271</c:v>
                </c:pt>
                <c:pt idx="445">
                  <c:v>0.53224767527525063</c:v>
                </c:pt>
                <c:pt idx="446">
                  <c:v>0.58017917259671414</c:v>
                </c:pt>
                <c:pt idx="447">
                  <c:v>0.58515416771277351</c:v>
                </c:pt>
                <c:pt idx="448">
                  <c:v>0.57020447513665229</c:v>
                </c:pt>
                <c:pt idx="449">
                  <c:v>0.5751607547451606</c:v>
                </c:pt>
                <c:pt idx="450">
                  <c:v>0.51797398700183472</c:v>
                </c:pt>
                <c:pt idx="451">
                  <c:v>0.50921267123214631</c:v>
                </c:pt>
                <c:pt idx="452">
                  <c:v>0.53895643199344101</c:v>
                </c:pt>
                <c:pt idx="453">
                  <c:v>0.50909940445957758</c:v>
                </c:pt>
                <c:pt idx="454">
                  <c:v>0.51820699106747803</c:v>
                </c:pt>
                <c:pt idx="455">
                  <c:v>0.53063945632981457</c:v>
                </c:pt>
                <c:pt idx="456">
                  <c:v>0.52065949938073253</c:v>
                </c:pt>
                <c:pt idx="457">
                  <c:v>0.51908509497541477</c:v>
                </c:pt>
                <c:pt idx="458">
                  <c:v>0.49143177849297454</c:v>
                </c:pt>
                <c:pt idx="459">
                  <c:v>0.51907971139540088</c:v>
                </c:pt>
                <c:pt idx="460">
                  <c:v>0.49373870695574384</c:v>
                </c:pt>
                <c:pt idx="461">
                  <c:v>0.49927793890535355</c:v>
                </c:pt>
                <c:pt idx="462">
                  <c:v>0.48723325936140272</c:v>
                </c:pt>
                <c:pt idx="463">
                  <c:v>0.48808180352718727</c:v>
                </c:pt>
                <c:pt idx="464">
                  <c:v>0.52373576276156808</c:v>
                </c:pt>
                <c:pt idx="465">
                  <c:v>0.47977190975717143</c:v>
                </c:pt>
                <c:pt idx="466">
                  <c:v>0.562938417788729</c:v>
                </c:pt>
                <c:pt idx="467">
                  <c:v>0.55113146344638009</c:v>
                </c:pt>
                <c:pt idx="468">
                  <c:v>0.53372211745830078</c:v>
                </c:pt>
                <c:pt idx="469">
                  <c:v>0.62000164260759372</c:v>
                </c:pt>
                <c:pt idx="470">
                  <c:v>0.4949371765561465</c:v>
                </c:pt>
                <c:pt idx="471">
                  <c:v>0.51801853292876554</c:v>
                </c:pt>
                <c:pt idx="472">
                  <c:v>0.54128732331417895</c:v>
                </c:pt>
                <c:pt idx="473">
                  <c:v>0.53131382969849072</c:v>
                </c:pt>
                <c:pt idx="474">
                  <c:v>0.53067967807696581</c:v>
                </c:pt>
                <c:pt idx="475">
                  <c:v>0.4907102946882127</c:v>
                </c:pt>
                <c:pt idx="476">
                  <c:v>0.50230430238731927</c:v>
                </c:pt>
                <c:pt idx="477">
                  <c:v>0.50375479441443605</c:v>
                </c:pt>
                <c:pt idx="478">
                  <c:v>0.50405824227325025</c:v>
                </c:pt>
                <c:pt idx="479">
                  <c:v>0.50128294585785405</c:v>
                </c:pt>
                <c:pt idx="480">
                  <c:v>0.51348677505296791</c:v>
                </c:pt>
                <c:pt idx="481">
                  <c:v>0.51330704771442304</c:v>
                </c:pt>
                <c:pt idx="482">
                  <c:v>0.50173920228858992</c:v>
                </c:pt>
                <c:pt idx="483">
                  <c:v>0.54109641272799691</c:v>
                </c:pt>
                <c:pt idx="484">
                  <c:v>0.52361731071279161</c:v>
                </c:pt>
                <c:pt idx="485">
                  <c:v>0.51413526008215127</c:v>
                </c:pt>
                <c:pt idx="486">
                  <c:v>0.49588100617612269</c:v>
                </c:pt>
                <c:pt idx="487">
                  <c:v>0.5222805717216753</c:v>
                </c:pt>
                <c:pt idx="488">
                  <c:v>0.51177177855636524</c:v>
                </c:pt>
                <c:pt idx="489">
                  <c:v>0.67953383185197302</c:v>
                </c:pt>
                <c:pt idx="490">
                  <c:v>0.70297351577973199</c:v>
                </c:pt>
                <c:pt idx="491">
                  <c:v>0.66096295234750679</c:v>
                </c:pt>
                <c:pt idx="492">
                  <c:v>0.38611453860112416</c:v>
                </c:pt>
                <c:pt idx="493">
                  <c:v>0.20558636904442423</c:v>
                </c:pt>
                <c:pt idx="494">
                  <c:v>6.990487168904784E-2</c:v>
                </c:pt>
                <c:pt idx="495">
                  <c:v>0.1088955193566804</c:v>
                </c:pt>
                <c:pt idx="496">
                  <c:v>7.0843941877114791E-2</c:v>
                </c:pt>
                <c:pt idx="497">
                  <c:v>6.2580443135183322E-2</c:v>
                </c:pt>
                <c:pt idx="498">
                  <c:v>6.8922010302535308E-2</c:v>
                </c:pt>
                <c:pt idx="499">
                  <c:v>7.3622712158315368E-2</c:v>
                </c:pt>
                <c:pt idx="500">
                  <c:v>0.47413798558048798</c:v>
                </c:pt>
                <c:pt idx="501">
                  <c:v>0.36025534964142925</c:v>
                </c:pt>
                <c:pt idx="502">
                  <c:v>0.21950397468950486</c:v>
                </c:pt>
                <c:pt idx="503">
                  <c:v>0.21066794275933803</c:v>
                </c:pt>
                <c:pt idx="504">
                  <c:v>0.19581922834592297</c:v>
                </c:pt>
                <c:pt idx="505">
                  <c:v>0.19438246651459073</c:v>
                </c:pt>
                <c:pt idx="506">
                  <c:v>0.16740303649231858</c:v>
                </c:pt>
                <c:pt idx="507">
                  <c:v>0.16822921396765267</c:v>
                </c:pt>
                <c:pt idx="508">
                  <c:v>0.80561777950516844</c:v>
                </c:pt>
                <c:pt idx="509">
                  <c:v>1.1256193683655289</c:v>
                </c:pt>
                <c:pt idx="510">
                  <c:v>0.70253824200532355</c:v>
                </c:pt>
                <c:pt idx="511">
                  <c:v>0.58580652448912962</c:v>
                </c:pt>
                <c:pt idx="512">
                  <c:v>0.53837120835511776</c:v>
                </c:pt>
                <c:pt idx="513">
                  <c:v>0.33277267655926179</c:v>
                </c:pt>
                <c:pt idx="514">
                  <c:v>0.14636141465460706</c:v>
                </c:pt>
                <c:pt idx="515">
                  <c:v>7.127041953921473E-2</c:v>
                </c:pt>
                <c:pt idx="516">
                  <c:v>3.5914948630296817E-2</c:v>
                </c:pt>
                <c:pt idx="517">
                  <c:v>5.4777458690132431E-2</c:v>
                </c:pt>
                <c:pt idx="518">
                  <c:v>6.2317519469037949E-2</c:v>
                </c:pt>
                <c:pt idx="519">
                  <c:v>6.1276073506005897E-2</c:v>
                </c:pt>
                <c:pt idx="520">
                  <c:v>6.2040169048589416E-2</c:v>
                </c:pt>
                <c:pt idx="521">
                  <c:v>6.6482410800434405E-2</c:v>
                </c:pt>
                <c:pt idx="522">
                  <c:v>6.4683918778852947E-2</c:v>
                </c:pt>
                <c:pt idx="523">
                  <c:v>6.4509585189673549E-2</c:v>
                </c:pt>
                <c:pt idx="524">
                  <c:v>4.9212211149615125E-2</c:v>
                </c:pt>
                <c:pt idx="525">
                  <c:v>6.3864759561358758E-2</c:v>
                </c:pt>
                <c:pt idx="526">
                  <c:v>5.633731066511051E-2</c:v>
                </c:pt>
                <c:pt idx="527">
                  <c:v>6.1237923801340799E-2</c:v>
                </c:pt>
                <c:pt idx="528">
                  <c:v>5.7758399935185688E-2</c:v>
                </c:pt>
                <c:pt idx="529">
                  <c:v>6.1414334906579549E-2</c:v>
                </c:pt>
                <c:pt idx="530">
                  <c:v>5.8358266936837572E-2</c:v>
                </c:pt>
                <c:pt idx="531">
                  <c:v>6.5560032763178427E-2</c:v>
                </c:pt>
                <c:pt idx="532">
                  <c:v>6.0109103861082432E-2</c:v>
                </c:pt>
                <c:pt idx="533">
                  <c:v>6.3176141504200062E-2</c:v>
                </c:pt>
                <c:pt idx="534">
                  <c:v>0.19822617083611632</c:v>
                </c:pt>
                <c:pt idx="535">
                  <c:v>0.35935399408076552</c:v>
                </c:pt>
                <c:pt idx="536">
                  <c:v>0.17971910051794232</c:v>
                </c:pt>
                <c:pt idx="537">
                  <c:v>6.9639586878175883E-2</c:v>
                </c:pt>
                <c:pt idx="538">
                  <c:v>5.6537934631011651E-2</c:v>
                </c:pt>
                <c:pt idx="539">
                  <c:v>7.0012903748230326E-2</c:v>
                </c:pt>
                <c:pt idx="540">
                  <c:v>4.2712344158711155E-2</c:v>
                </c:pt>
                <c:pt idx="541">
                  <c:v>6.3287685705056287E-2</c:v>
                </c:pt>
                <c:pt idx="542">
                  <c:v>6.5466211807668817E-2</c:v>
                </c:pt>
                <c:pt idx="543">
                  <c:v>5.9558514371242564E-2</c:v>
                </c:pt>
                <c:pt idx="544">
                  <c:v>6.4317963397713729E-2</c:v>
                </c:pt>
                <c:pt idx="545">
                  <c:v>6.177225705400427E-2</c:v>
                </c:pt>
                <c:pt idx="546">
                  <c:v>6.6166879024658773E-2</c:v>
                </c:pt>
                <c:pt idx="547">
                  <c:v>5.8603538133262495E-2</c:v>
                </c:pt>
                <c:pt idx="548">
                  <c:v>6.072439106871453E-2</c:v>
                </c:pt>
                <c:pt idx="549">
                  <c:v>7.0442562038943224E-2</c:v>
                </c:pt>
                <c:pt idx="550">
                  <c:v>6.3784018171321982E-2</c:v>
                </c:pt>
                <c:pt idx="551">
                  <c:v>5.1188754129976553E-2</c:v>
                </c:pt>
                <c:pt idx="552">
                  <c:v>5.472247663143353E-2</c:v>
                </c:pt>
                <c:pt idx="553">
                  <c:v>5.5790640674108355E-2</c:v>
                </c:pt>
                <c:pt idx="554">
                  <c:v>7.0877978273049189E-2</c:v>
                </c:pt>
                <c:pt idx="555">
                  <c:v>7.8817488238601921E-2</c:v>
                </c:pt>
                <c:pt idx="556">
                  <c:v>6.4103302425672373E-2</c:v>
                </c:pt>
                <c:pt idx="557">
                  <c:v>6.6904680149944565E-2</c:v>
                </c:pt>
                <c:pt idx="558">
                  <c:v>7.4765167005103883E-2</c:v>
                </c:pt>
                <c:pt idx="559">
                  <c:v>7.6607615253732941E-2</c:v>
                </c:pt>
                <c:pt idx="560">
                  <c:v>5.7898654536337073E-2</c:v>
                </c:pt>
                <c:pt idx="561">
                  <c:v>3.6967549241039316E-2</c:v>
                </c:pt>
                <c:pt idx="562">
                  <c:v>9.0782488782817722E-2</c:v>
                </c:pt>
                <c:pt idx="563">
                  <c:v>6.0246288014223638E-2</c:v>
                </c:pt>
                <c:pt idx="564">
                  <c:v>5.9981473068471895E-2</c:v>
                </c:pt>
                <c:pt idx="565">
                  <c:v>7.7564673187855371E-2</c:v>
                </c:pt>
                <c:pt idx="566">
                  <c:v>6.9806596351491765E-2</c:v>
                </c:pt>
                <c:pt idx="567">
                  <c:v>5.5620382173620211E-2</c:v>
                </c:pt>
                <c:pt idx="568">
                  <c:v>6.9084993758458349E-2</c:v>
                </c:pt>
                <c:pt idx="569">
                  <c:v>6.9804818801270652E-2</c:v>
                </c:pt>
                <c:pt idx="570">
                  <c:v>6.7534676621028508E-2</c:v>
                </c:pt>
                <c:pt idx="571">
                  <c:v>6.6617763454826076E-2</c:v>
                </c:pt>
                <c:pt idx="572">
                  <c:v>6.7727871513349858E-2</c:v>
                </c:pt>
                <c:pt idx="573">
                  <c:v>6.7754307214913725E-2</c:v>
                </c:pt>
                <c:pt idx="574">
                  <c:v>7.2758685097877987E-2</c:v>
                </c:pt>
                <c:pt idx="575">
                  <c:v>6.4962576026319011E-2</c:v>
                </c:pt>
                <c:pt idx="576">
                  <c:v>6.5844625905993687E-2</c:v>
                </c:pt>
                <c:pt idx="577">
                  <c:v>6.5497371833262971E-2</c:v>
                </c:pt>
                <c:pt idx="578">
                  <c:v>6.3514445685190532E-2</c:v>
                </c:pt>
                <c:pt idx="579">
                  <c:v>6.2108714300828836E-2</c:v>
                </c:pt>
                <c:pt idx="580">
                  <c:v>6.3680926449321079E-2</c:v>
                </c:pt>
                <c:pt idx="581">
                  <c:v>5.956261317854724E-2</c:v>
                </c:pt>
                <c:pt idx="582">
                  <c:v>6.5163444624646572E-2</c:v>
                </c:pt>
                <c:pt idx="583">
                  <c:v>7.0703597001554278E-2</c:v>
                </c:pt>
                <c:pt idx="584">
                  <c:v>7.7744026707852978E-2</c:v>
                </c:pt>
                <c:pt idx="585">
                  <c:v>7.5523682844519976E-2</c:v>
                </c:pt>
                <c:pt idx="586">
                  <c:v>7.5612243349838015E-2</c:v>
                </c:pt>
                <c:pt idx="587">
                  <c:v>5.1928114724800203E-2</c:v>
                </c:pt>
                <c:pt idx="588">
                  <c:v>5.0934677279659814E-2</c:v>
                </c:pt>
                <c:pt idx="589">
                  <c:v>-1.6197494326879922E-3</c:v>
                </c:pt>
                <c:pt idx="590">
                  <c:v>9.5958227233873455E-2</c:v>
                </c:pt>
                <c:pt idx="591">
                  <c:v>0.27509101835945637</c:v>
                </c:pt>
                <c:pt idx="592">
                  <c:v>0.27770703794205542</c:v>
                </c:pt>
                <c:pt idx="593">
                  <c:v>0.29032770212138237</c:v>
                </c:pt>
                <c:pt idx="594">
                  <c:v>0.23821734745899106</c:v>
                </c:pt>
                <c:pt idx="595">
                  <c:v>0.21669247383351845</c:v>
                </c:pt>
                <c:pt idx="596">
                  <c:v>0.17172722450258462</c:v>
                </c:pt>
                <c:pt idx="597">
                  <c:v>0.21779239892032709</c:v>
                </c:pt>
                <c:pt idx="598">
                  <c:v>0.20303772695195493</c:v>
                </c:pt>
                <c:pt idx="599">
                  <c:v>0.20784205015975085</c:v>
                </c:pt>
                <c:pt idx="600">
                  <c:v>0.17852700701125254</c:v>
                </c:pt>
                <c:pt idx="601">
                  <c:v>0.17585944690079308</c:v>
                </c:pt>
                <c:pt idx="602">
                  <c:v>0.14959407072549233</c:v>
                </c:pt>
                <c:pt idx="603">
                  <c:v>0.12641030320288843</c:v>
                </c:pt>
                <c:pt idx="604">
                  <c:v>0.10743294089694988</c:v>
                </c:pt>
                <c:pt idx="605">
                  <c:v>9.4237659299602455E-2</c:v>
                </c:pt>
                <c:pt idx="606">
                  <c:v>7.5367147593067785E-2</c:v>
                </c:pt>
                <c:pt idx="607">
                  <c:v>6.9736015779387622E-2</c:v>
                </c:pt>
                <c:pt idx="608">
                  <c:v>6.3095269109663038E-2</c:v>
                </c:pt>
                <c:pt idx="609">
                  <c:v>6.9941785704080467E-2</c:v>
                </c:pt>
                <c:pt idx="610">
                  <c:v>9.9135617098930442E-2</c:v>
                </c:pt>
                <c:pt idx="611">
                  <c:v>6.940199768664658E-2</c:v>
                </c:pt>
                <c:pt idx="612">
                  <c:v>9.7245177131893235E-2</c:v>
                </c:pt>
                <c:pt idx="613">
                  <c:v>0.12040478140069975</c:v>
                </c:pt>
                <c:pt idx="614">
                  <c:v>0.21119031504968053</c:v>
                </c:pt>
                <c:pt idx="615">
                  <c:v>0.2369089251095722</c:v>
                </c:pt>
                <c:pt idx="616">
                  <c:v>0.22049118993984274</c:v>
                </c:pt>
                <c:pt idx="617">
                  <c:v>0.21667205948604959</c:v>
                </c:pt>
                <c:pt idx="618">
                  <c:v>0.25264662117252712</c:v>
                </c:pt>
                <c:pt idx="619">
                  <c:v>0.12426978138822137</c:v>
                </c:pt>
                <c:pt idx="620">
                  <c:v>0.24830364892160739</c:v>
                </c:pt>
                <c:pt idx="621">
                  <c:v>0.21547519416816152</c:v>
                </c:pt>
                <c:pt idx="622">
                  <c:v>0.21047390265180446</c:v>
                </c:pt>
                <c:pt idx="623">
                  <c:v>0.21445905140212518</c:v>
                </c:pt>
                <c:pt idx="624">
                  <c:v>0.22131252385170944</c:v>
                </c:pt>
                <c:pt idx="625">
                  <c:v>0.19619403162072829</c:v>
                </c:pt>
                <c:pt idx="626">
                  <c:v>0.18964036834704617</c:v>
                </c:pt>
                <c:pt idx="627">
                  <c:v>0.20919510074164807</c:v>
                </c:pt>
                <c:pt idx="628">
                  <c:v>0.1830386843610608</c:v>
                </c:pt>
                <c:pt idx="629">
                  <c:v>0.22109322354506536</c:v>
                </c:pt>
                <c:pt idx="630">
                  <c:v>0.24488037444700789</c:v>
                </c:pt>
                <c:pt idx="631">
                  <c:v>0.73002721817760752</c:v>
                </c:pt>
                <c:pt idx="632">
                  <c:v>1.1937365830841702</c:v>
                </c:pt>
                <c:pt idx="633">
                  <c:v>1.0962514018761</c:v>
                </c:pt>
                <c:pt idx="634">
                  <c:v>1.140713434329935</c:v>
                </c:pt>
                <c:pt idx="635">
                  <c:v>1.1053715103554018</c:v>
                </c:pt>
                <c:pt idx="636">
                  <c:v>1.0337098337969182</c:v>
                </c:pt>
                <c:pt idx="637">
                  <c:v>1.0405059843166089</c:v>
                </c:pt>
                <c:pt idx="638">
                  <c:v>0.77988166560516603</c:v>
                </c:pt>
                <c:pt idx="639">
                  <c:v>0.69164464309912388</c:v>
                </c:pt>
                <c:pt idx="640">
                  <c:v>0.71414345145415725</c:v>
                </c:pt>
                <c:pt idx="641">
                  <c:v>0.75497502093188629</c:v>
                </c:pt>
                <c:pt idx="642">
                  <c:v>0.75456467898084634</c:v>
                </c:pt>
                <c:pt idx="643">
                  <c:v>0.60806488122356839</c:v>
                </c:pt>
                <c:pt idx="644">
                  <c:v>0.61006966034353582</c:v>
                </c:pt>
                <c:pt idx="645">
                  <c:v>0.57730402891084143</c:v>
                </c:pt>
                <c:pt idx="646">
                  <c:v>0.52734612946488513</c:v>
                </c:pt>
                <c:pt idx="647">
                  <c:v>0.50250834654870347</c:v>
                </c:pt>
                <c:pt idx="648">
                  <c:v>0.49876060337189315</c:v>
                </c:pt>
                <c:pt idx="649">
                  <c:v>0.49373296772098096</c:v>
                </c:pt>
                <c:pt idx="650">
                  <c:v>0.47905946137697908</c:v>
                </c:pt>
                <c:pt idx="651">
                  <c:v>0.50633965691587091</c:v>
                </c:pt>
                <c:pt idx="652">
                  <c:v>0.51056930470306505</c:v>
                </c:pt>
                <c:pt idx="653">
                  <c:v>0.53478933495774938</c:v>
                </c:pt>
                <c:pt idx="654">
                  <c:v>0.52504165570150663</c:v>
                </c:pt>
                <c:pt idx="655">
                  <c:v>0.54496709558882683</c:v>
                </c:pt>
                <c:pt idx="656">
                  <c:v>0.5280880473686459</c:v>
                </c:pt>
                <c:pt idx="657">
                  <c:v>0.37990823744113056</c:v>
                </c:pt>
                <c:pt idx="658">
                  <c:v>0.38278231096601267</c:v>
                </c:pt>
                <c:pt idx="659">
                  <c:v>0.53975074911650578</c:v>
                </c:pt>
                <c:pt idx="660">
                  <c:v>0.51251245877937812</c:v>
                </c:pt>
                <c:pt idx="661">
                  <c:v>0.58654412130859634</c:v>
                </c:pt>
                <c:pt idx="662">
                  <c:v>0.73572410256728005</c:v>
                </c:pt>
                <c:pt idx="663">
                  <c:v>0.64877150745342027</c:v>
                </c:pt>
                <c:pt idx="664">
                  <c:v>0.60009305837900706</c:v>
                </c:pt>
                <c:pt idx="665">
                  <c:v>0.52343512618339061</c:v>
                </c:pt>
                <c:pt idx="666">
                  <c:v>0.51137060975133419</c:v>
                </c:pt>
                <c:pt idx="667">
                  <c:v>0.53952782022798385</c:v>
                </c:pt>
                <c:pt idx="668">
                  <c:v>0.58166205062638066</c:v>
                </c:pt>
                <c:pt idx="669">
                  <c:v>0.53288993887291403</c:v>
                </c:pt>
                <c:pt idx="670">
                  <c:v>0.50623618422131056</c:v>
                </c:pt>
                <c:pt idx="671">
                  <c:v>0.50064251720101427</c:v>
                </c:pt>
                <c:pt idx="672">
                  <c:v>0.51323806672053307</c:v>
                </c:pt>
                <c:pt idx="673">
                  <c:v>0.5219784626504359</c:v>
                </c:pt>
                <c:pt idx="674">
                  <c:v>0.51437812256601401</c:v>
                </c:pt>
                <c:pt idx="675">
                  <c:v>0.48237944838348701</c:v>
                </c:pt>
                <c:pt idx="676">
                  <c:v>0.53232640435232104</c:v>
                </c:pt>
                <c:pt idx="677">
                  <c:v>0.5075608071640324</c:v>
                </c:pt>
                <c:pt idx="678">
                  <c:v>0.53684267603266589</c:v>
                </c:pt>
                <c:pt idx="679">
                  <c:v>0.52729471746639156</c:v>
                </c:pt>
                <c:pt idx="680">
                  <c:v>0.50101434979169879</c:v>
                </c:pt>
                <c:pt idx="681">
                  <c:v>0.39391037569998955</c:v>
                </c:pt>
                <c:pt idx="682">
                  <c:v>0.32600825509067494</c:v>
                </c:pt>
                <c:pt idx="683">
                  <c:v>0.39898660401797664</c:v>
                </c:pt>
                <c:pt idx="684">
                  <c:v>0.33767899960515502</c:v>
                </c:pt>
                <c:pt idx="685">
                  <c:v>0.24531017514327955</c:v>
                </c:pt>
                <c:pt idx="686">
                  <c:v>0.18517291162095803</c:v>
                </c:pt>
                <c:pt idx="687">
                  <c:v>0.12805515424297201</c:v>
                </c:pt>
                <c:pt idx="688">
                  <c:v>5.7201367868227292E-2</c:v>
                </c:pt>
                <c:pt idx="689">
                  <c:v>6.2587955791873706E-2</c:v>
                </c:pt>
                <c:pt idx="690">
                  <c:v>6.9730844212229665E-2</c:v>
                </c:pt>
                <c:pt idx="691">
                  <c:v>0.45199588175776634</c:v>
                </c:pt>
                <c:pt idx="692">
                  <c:v>0.29403876367674336</c:v>
                </c:pt>
                <c:pt idx="693">
                  <c:v>0.20140234725749839</c:v>
                </c:pt>
                <c:pt idx="694">
                  <c:v>0.19259420033423796</c:v>
                </c:pt>
                <c:pt idx="695">
                  <c:v>0.20458076830085895</c:v>
                </c:pt>
                <c:pt idx="696">
                  <c:v>0.21683075816510802</c:v>
                </c:pt>
                <c:pt idx="697">
                  <c:v>0.2011274440055891</c:v>
                </c:pt>
                <c:pt idx="698">
                  <c:v>0.22952981429482722</c:v>
                </c:pt>
                <c:pt idx="699">
                  <c:v>0.37286275353371467</c:v>
                </c:pt>
                <c:pt idx="700">
                  <c:v>1.0899267429766373</c:v>
                </c:pt>
                <c:pt idx="701">
                  <c:v>1.1498963331630252</c:v>
                </c:pt>
                <c:pt idx="702">
                  <c:v>0.88556708231085457</c:v>
                </c:pt>
                <c:pt idx="703">
                  <c:v>0.78248888851773268</c:v>
                </c:pt>
                <c:pt idx="704">
                  <c:v>0.59311261410785798</c:v>
                </c:pt>
                <c:pt idx="705">
                  <c:v>0.5689797534005242</c:v>
                </c:pt>
                <c:pt idx="706">
                  <c:v>0.32885695163551432</c:v>
                </c:pt>
                <c:pt idx="707">
                  <c:v>0.18430371116040378</c:v>
                </c:pt>
                <c:pt idx="708">
                  <c:v>0.11233646167622495</c:v>
                </c:pt>
                <c:pt idx="709">
                  <c:v>5.2597517330538704E-2</c:v>
                </c:pt>
                <c:pt idx="710">
                  <c:v>7.5758541915741218E-2</c:v>
                </c:pt>
                <c:pt idx="711">
                  <c:v>4.9282913320207983E-2</c:v>
                </c:pt>
                <c:pt idx="712">
                  <c:v>5.9253560326543123E-2</c:v>
                </c:pt>
                <c:pt idx="713">
                  <c:v>6.1645399798380275E-2</c:v>
                </c:pt>
                <c:pt idx="714">
                  <c:v>5.8700659811099995E-2</c:v>
                </c:pt>
                <c:pt idx="715">
                  <c:v>5.8069023063555075E-2</c:v>
                </c:pt>
                <c:pt idx="716">
                  <c:v>5.9250941576967087E-2</c:v>
                </c:pt>
                <c:pt idx="717">
                  <c:v>6.6772725135507E-2</c:v>
                </c:pt>
                <c:pt idx="718">
                  <c:v>0.22430405173792509</c:v>
                </c:pt>
                <c:pt idx="719">
                  <c:v>0.47323781580509672</c:v>
                </c:pt>
                <c:pt idx="720">
                  <c:v>0.25671459029871302</c:v>
                </c:pt>
                <c:pt idx="721">
                  <c:v>0.23325741345499032</c:v>
                </c:pt>
                <c:pt idx="722">
                  <c:v>0.20370277078695212</c:v>
                </c:pt>
                <c:pt idx="723">
                  <c:v>0.19940790500178138</c:v>
                </c:pt>
                <c:pt idx="724">
                  <c:v>0.73154746828649808</c:v>
                </c:pt>
                <c:pt idx="725">
                  <c:v>1.0560468266393623</c:v>
                </c:pt>
                <c:pt idx="726">
                  <c:v>0.82566105478844221</c:v>
                </c:pt>
                <c:pt idx="727">
                  <c:v>0.66735277237868218</c:v>
                </c:pt>
                <c:pt idx="728">
                  <c:v>0.66258076475600658</c:v>
                </c:pt>
                <c:pt idx="729">
                  <c:v>0.5551028412699448</c:v>
                </c:pt>
                <c:pt idx="730">
                  <c:v>0.33581897165104185</c:v>
                </c:pt>
                <c:pt idx="731">
                  <c:v>8.7661623141882791E-2</c:v>
                </c:pt>
                <c:pt idx="732">
                  <c:v>5.5704535234145362E-2</c:v>
                </c:pt>
                <c:pt idx="733">
                  <c:v>6.1415220355158832E-2</c:v>
                </c:pt>
                <c:pt idx="734">
                  <c:v>6.8427161540412937E-2</c:v>
                </c:pt>
                <c:pt idx="735">
                  <c:v>5.5825746811903693E-2</c:v>
                </c:pt>
                <c:pt idx="736">
                  <c:v>6.5488927154366994E-2</c:v>
                </c:pt>
                <c:pt idx="737">
                  <c:v>6.9380096740996849E-2</c:v>
                </c:pt>
                <c:pt idx="738">
                  <c:v>6.6975629437208251E-2</c:v>
                </c:pt>
                <c:pt idx="739">
                  <c:v>6.2057643102138974E-2</c:v>
                </c:pt>
                <c:pt idx="740">
                  <c:v>5.6416487805634387E-2</c:v>
                </c:pt>
                <c:pt idx="741">
                  <c:v>6.3448178245905207E-2</c:v>
                </c:pt>
                <c:pt idx="742">
                  <c:v>6.8964915273680413E-2</c:v>
                </c:pt>
                <c:pt idx="743">
                  <c:v>7.2766878687030342E-2</c:v>
                </c:pt>
                <c:pt idx="744">
                  <c:v>6.4070082230208394E-2</c:v>
                </c:pt>
                <c:pt idx="745">
                  <c:v>6.947322480868301E-2</c:v>
                </c:pt>
                <c:pt idx="746">
                  <c:v>6.3653389293627086E-2</c:v>
                </c:pt>
                <c:pt idx="747">
                  <c:v>7.0042777146260768E-2</c:v>
                </c:pt>
                <c:pt idx="748">
                  <c:v>6.2463581916907804E-2</c:v>
                </c:pt>
                <c:pt idx="749">
                  <c:v>1.0786161445011928</c:v>
                </c:pt>
                <c:pt idx="750">
                  <c:v>1.2317529887588334</c:v>
                </c:pt>
                <c:pt idx="751">
                  <c:v>0.74945320550340555</c:v>
                </c:pt>
                <c:pt idx="752">
                  <c:v>0.61218546481133995</c:v>
                </c:pt>
                <c:pt idx="753">
                  <c:v>0.50528266805905275</c:v>
                </c:pt>
                <c:pt idx="754">
                  <c:v>0.40180364975529476</c:v>
                </c:pt>
                <c:pt idx="755">
                  <c:v>0.39138745072553549</c:v>
                </c:pt>
                <c:pt idx="756">
                  <c:v>0.24795490227837402</c:v>
                </c:pt>
                <c:pt idx="757">
                  <c:v>6.3223827647980263E-2</c:v>
                </c:pt>
                <c:pt idx="758">
                  <c:v>6.4959520369896523E-2</c:v>
                </c:pt>
                <c:pt idx="759">
                  <c:v>6.3255858798613979E-2</c:v>
                </c:pt>
                <c:pt idx="760">
                  <c:v>6.0851944908046143E-2</c:v>
                </c:pt>
                <c:pt idx="761">
                  <c:v>6.105700626488695E-2</c:v>
                </c:pt>
                <c:pt idx="762">
                  <c:v>7.0247753672962029E-2</c:v>
                </c:pt>
                <c:pt idx="763">
                  <c:v>6.9470038513488305E-2</c:v>
                </c:pt>
                <c:pt idx="764">
                  <c:v>6.554954536570376E-2</c:v>
                </c:pt>
                <c:pt idx="765">
                  <c:v>7.3171675517760215E-2</c:v>
                </c:pt>
                <c:pt idx="766">
                  <c:v>6.7111987249798041E-2</c:v>
                </c:pt>
                <c:pt idx="767">
                  <c:v>1.0915572508628988</c:v>
                </c:pt>
                <c:pt idx="768">
                  <c:v>0.89533629773740042</c:v>
                </c:pt>
                <c:pt idx="769">
                  <c:v>0.65630489983585105</c:v>
                </c:pt>
                <c:pt idx="770">
                  <c:v>0.62458678897952291</c:v>
                </c:pt>
                <c:pt idx="771">
                  <c:v>0.6347729794733582</c:v>
                </c:pt>
                <c:pt idx="772">
                  <c:v>0.62455036723546287</c:v>
                </c:pt>
                <c:pt idx="773">
                  <c:v>0.50918610686639865</c:v>
                </c:pt>
                <c:pt idx="774">
                  <c:v>0.48871063998816422</c:v>
                </c:pt>
                <c:pt idx="775">
                  <c:v>0.51998545021518339</c:v>
                </c:pt>
                <c:pt idx="776">
                  <c:v>0.47953957561868871</c:v>
                </c:pt>
                <c:pt idx="777">
                  <c:v>0.34877100091208396</c:v>
                </c:pt>
                <c:pt idx="778">
                  <c:v>0.24602584980312989</c:v>
                </c:pt>
                <c:pt idx="779">
                  <c:v>0.20737939415376291</c:v>
                </c:pt>
                <c:pt idx="780">
                  <c:v>0.17056063718323711</c:v>
                </c:pt>
                <c:pt idx="781">
                  <c:v>0.23207704962276035</c:v>
                </c:pt>
                <c:pt idx="782">
                  <c:v>9.5061131786694744E-2</c:v>
                </c:pt>
                <c:pt idx="783">
                  <c:v>7.0774308522486312E-2</c:v>
                </c:pt>
                <c:pt idx="784">
                  <c:v>6.5433420734921616E-2</c:v>
                </c:pt>
                <c:pt idx="785">
                  <c:v>5.0716976564027426E-2</c:v>
                </c:pt>
                <c:pt idx="786">
                  <c:v>6.5449306796882836E-2</c:v>
                </c:pt>
                <c:pt idx="787">
                  <c:v>7.3954044490735754E-2</c:v>
                </c:pt>
                <c:pt idx="788">
                  <c:v>0.39084166560207301</c:v>
                </c:pt>
                <c:pt idx="789">
                  <c:v>0.31241383248642102</c:v>
                </c:pt>
                <c:pt idx="790">
                  <c:v>0.23212020956969098</c:v>
                </c:pt>
                <c:pt idx="791">
                  <c:v>0.21015899589640286</c:v>
                </c:pt>
                <c:pt idx="792">
                  <c:v>0.20186880575818122</c:v>
                </c:pt>
                <c:pt idx="793">
                  <c:v>0.18970025938594601</c:v>
                </c:pt>
                <c:pt idx="794">
                  <c:v>0.21019026423138029</c:v>
                </c:pt>
                <c:pt idx="795">
                  <c:v>1.2977194376366639</c:v>
                </c:pt>
                <c:pt idx="796">
                  <c:v>1.1498456211542567</c:v>
                </c:pt>
                <c:pt idx="797">
                  <c:v>0.90029119932267287</c:v>
                </c:pt>
                <c:pt idx="798">
                  <c:v>0.79568433767290436</c:v>
                </c:pt>
                <c:pt idx="799">
                  <c:v>0.69992249524297845</c:v>
                </c:pt>
                <c:pt idx="800">
                  <c:v>0.59273484844904412</c:v>
                </c:pt>
                <c:pt idx="801">
                  <c:v>0.45449812458635269</c:v>
                </c:pt>
                <c:pt idx="802">
                  <c:v>0.39053405985056316</c:v>
                </c:pt>
                <c:pt idx="803">
                  <c:v>0.2293686460986796</c:v>
                </c:pt>
                <c:pt idx="804">
                  <c:v>7.2693239453081884E-2</c:v>
                </c:pt>
                <c:pt idx="805">
                  <c:v>5.9708040779905068E-2</c:v>
                </c:pt>
                <c:pt idx="806">
                  <c:v>5.3095991405922992E-2</c:v>
                </c:pt>
                <c:pt idx="807">
                  <c:v>7.0303059322770547E-2</c:v>
                </c:pt>
                <c:pt idx="808">
                  <c:v>7.3640353881174542E-2</c:v>
                </c:pt>
                <c:pt idx="809">
                  <c:v>6.4450783988096325E-2</c:v>
                </c:pt>
                <c:pt idx="810">
                  <c:v>5.6426215742718971E-2</c:v>
                </c:pt>
                <c:pt idx="811">
                  <c:v>6.5390088905141891E-2</c:v>
                </c:pt>
                <c:pt idx="812">
                  <c:v>5.6742048750510622E-2</c:v>
                </c:pt>
                <c:pt idx="813">
                  <c:v>6.0928963823688412E-2</c:v>
                </c:pt>
                <c:pt idx="814">
                  <c:v>6.1841790922709423E-2</c:v>
                </c:pt>
                <c:pt idx="815">
                  <c:v>7.5139131193358077E-2</c:v>
                </c:pt>
                <c:pt idx="816">
                  <c:v>8.6326662088243591E-2</c:v>
                </c:pt>
                <c:pt idx="817">
                  <c:v>7.5010115843503505E-2</c:v>
                </c:pt>
                <c:pt idx="818">
                  <c:v>6.7482077778316399E-2</c:v>
                </c:pt>
                <c:pt idx="819">
                  <c:v>6.7428831458690344E-2</c:v>
                </c:pt>
                <c:pt idx="820">
                  <c:v>0.37347784770008396</c:v>
                </c:pt>
                <c:pt idx="821">
                  <c:v>0.95094301458601949</c:v>
                </c:pt>
                <c:pt idx="822">
                  <c:v>0.72846349579028757</c:v>
                </c:pt>
                <c:pt idx="823">
                  <c:v>0.57425488634017441</c:v>
                </c:pt>
                <c:pt idx="824">
                  <c:v>0.50879657433124226</c:v>
                </c:pt>
                <c:pt idx="825">
                  <c:v>0.36007327104064801</c:v>
                </c:pt>
                <c:pt idx="826">
                  <c:v>0.1841363358100041</c:v>
                </c:pt>
                <c:pt idx="827">
                  <c:v>4.2571214953008508E-2</c:v>
                </c:pt>
                <c:pt idx="828">
                  <c:v>4.9747773850424067E-2</c:v>
                </c:pt>
                <c:pt idx="829">
                  <c:v>6.0183042005554445E-2</c:v>
                </c:pt>
                <c:pt idx="830">
                  <c:v>6.9290375170537252E-2</c:v>
                </c:pt>
                <c:pt idx="831">
                  <c:v>7.5988777517913761E-2</c:v>
                </c:pt>
                <c:pt idx="832">
                  <c:v>9.3967540699648355E-2</c:v>
                </c:pt>
                <c:pt idx="833">
                  <c:v>8.0784687486279497E-2</c:v>
                </c:pt>
                <c:pt idx="834">
                  <c:v>5.9921831824647762E-2</c:v>
                </c:pt>
                <c:pt idx="835">
                  <c:v>6.4946396179426477E-2</c:v>
                </c:pt>
                <c:pt idx="836">
                  <c:v>6.5750558491589922E-2</c:v>
                </c:pt>
                <c:pt idx="837">
                  <c:v>6.8481102416681094E-2</c:v>
                </c:pt>
                <c:pt idx="838">
                  <c:v>5.884598510744414E-2</c:v>
                </c:pt>
                <c:pt idx="839">
                  <c:v>6.003004665653941E-2</c:v>
                </c:pt>
                <c:pt idx="840">
                  <c:v>5.5852598561702174E-2</c:v>
                </c:pt>
                <c:pt idx="841">
                  <c:v>5.5404569812863957E-2</c:v>
                </c:pt>
                <c:pt idx="842">
                  <c:v>6.3127811667236022E-2</c:v>
                </c:pt>
                <c:pt idx="843">
                  <c:v>6.8388217821420877E-2</c:v>
                </c:pt>
                <c:pt idx="844">
                  <c:v>6.3041090226639743E-2</c:v>
                </c:pt>
                <c:pt idx="845">
                  <c:v>6.1551322811883767E-2</c:v>
                </c:pt>
                <c:pt idx="846">
                  <c:v>6.1468536181284991E-2</c:v>
                </c:pt>
                <c:pt idx="847">
                  <c:v>5.5543678710249761E-2</c:v>
                </c:pt>
                <c:pt idx="848">
                  <c:v>4.2842156576738795E-2</c:v>
                </c:pt>
                <c:pt idx="849">
                  <c:v>3.5522135455816228E-2</c:v>
                </c:pt>
                <c:pt idx="850">
                  <c:v>2.2169579964334423E-2</c:v>
                </c:pt>
                <c:pt idx="851">
                  <c:v>7.1590038339769185E-3</c:v>
                </c:pt>
                <c:pt idx="852">
                  <c:v>5.8593131175036971E-2</c:v>
                </c:pt>
                <c:pt idx="853">
                  <c:v>5.786764001011041E-2</c:v>
                </c:pt>
                <c:pt idx="854">
                  <c:v>0.11484497611666311</c:v>
                </c:pt>
                <c:pt idx="855">
                  <c:v>0.11417000437692049</c:v>
                </c:pt>
                <c:pt idx="856">
                  <c:v>0.13265389103075542</c:v>
                </c:pt>
                <c:pt idx="857">
                  <c:v>0.13996813658785595</c:v>
                </c:pt>
                <c:pt idx="858">
                  <c:v>0.13372661018648038</c:v>
                </c:pt>
                <c:pt idx="859">
                  <c:v>0.1253699496136424</c:v>
                </c:pt>
                <c:pt idx="860">
                  <c:v>0.12145518376468706</c:v>
                </c:pt>
                <c:pt idx="861">
                  <c:v>0.1217888945870854</c:v>
                </c:pt>
                <c:pt idx="862">
                  <c:v>0.12136319304488717</c:v>
                </c:pt>
                <c:pt idx="863">
                  <c:v>0.11965511714745095</c:v>
                </c:pt>
                <c:pt idx="864">
                  <c:v>0.12645062427776127</c:v>
                </c:pt>
                <c:pt idx="865">
                  <c:v>0.12421952022340382</c:v>
                </c:pt>
                <c:pt idx="866">
                  <c:v>0.11958575206481044</c:v>
                </c:pt>
                <c:pt idx="867">
                  <c:v>0.11313150015870552</c:v>
                </c:pt>
                <c:pt idx="868">
                  <c:v>0.11251845222561273</c:v>
                </c:pt>
                <c:pt idx="869">
                  <c:v>0.10938652617447878</c:v>
                </c:pt>
                <c:pt idx="870">
                  <c:v>0.11489535711624156</c:v>
                </c:pt>
                <c:pt idx="871">
                  <c:v>0.13471615768571207</c:v>
                </c:pt>
                <c:pt idx="872">
                  <c:v>0.11994771470838247</c:v>
                </c:pt>
                <c:pt idx="873">
                  <c:v>8.5256062204946206E-2</c:v>
                </c:pt>
                <c:pt idx="874">
                  <c:v>8.7431347672005805E-2</c:v>
                </c:pt>
                <c:pt idx="875">
                  <c:v>7.7886620604702431E-2</c:v>
                </c:pt>
                <c:pt idx="876">
                  <c:v>7.4731118636860161E-2</c:v>
                </c:pt>
                <c:pt idx="877">
                  <c:v>5.9008052377972936E-2</c:v>
                </c:pt>
                <c:pt idx="878">
                  <c:v>7.8546889650607299E-2</c:v>
                </c:pt>
                <c:pt idx="879">
                  <c:v>8.7700632119815547E-2</c:v>
                </c:pt>
                <c:pt idx="880">
                  <c:v>8.6119617358538555E-2</c:v>
                </c:pt>
                <c:pt idx="881">
                  <c:v>7.98743363481276E-2</c:v>
                </c:pt>
                <c:pt idx="882">
                  <c:v>7.3658358321418538E-2</c:v>
                </c:pt>
                <c:pt idx="883">
                  <c:v>7.4144499381507162E-2</c:v>
                </c:pt>
                <c:pt idx="884">
                  <c:v>6.3529105752083939E-2</c:v>
                </c:pt>
                <c:pt idx="885">
                  <c:v>6.4612485931546712E-2</c:v>
                </c:pt>
                <c:pt idx="886">
                  <c:v>5.8639289126338354E-2</c:v>
                </c:pt>
                <c:pt idx="887">
                  <c:v>6.4083902134660004E-2</c:v>
                </c:pt>
                <c:pt idx="888">
                  <c:v>6.2064266874719776E-2</c:v>
                </c:pt>
                <c:pt idx="889">
                  <c:v>6.6134711782661393E-2</c:v>
                </c:pt>
                <c:pt idx="890">
                  <c:v>6.5933523324949894E-2</c:v>
                </c:pt>
                <c:pt idx="891">
                  <c:v>6.5183014920881008E-2</c:v>
                </c:pt>
                <c:pt idx="892">
                  <c:v>6.7579777916074252E-2</c:v>
                </c:pt>
                <c:pt idx="893">
                  <c:v>6.3414202675329823E-2</c:v>
                </c:pt>
                <c:pt idx="894">
                  <c:v>7.7485795089532322E-2</c:v>
                </c:pt>
                <c:pt idx="895">
                  <c:v>6.8910964749824874E-2</c:v>
                </c:pt>
                <c:pt idx="896">
                  <c:v>4.9936685962814545E-2</c:v>
                </c:pt>
                <c:pt idx="897">
                  <c:v>6.6645570279428079E-2</c:v>
                </c:pt>
                <c:pt idx="898">
                  <c:v>7.4428085048165796E-2</c:v>
                </c:pt>
                <c:pt idx="899">
                  <c:v>6.935240948104493E-2</c:v>
                </c:pt>
                <c:pt idx="900">
                  <c:v>8.447456510882298E-2</c:v>
                </c:pt>
                <c:pt idx="901">
                  <c:v>9.508032935362401E-2</c:v>
                </c:pt>
                <c:pt idx="902">
                  <c:v>8.0427125356536303E-2</c:v>
                </c:pt>
                <c:pt idx="903">
                  <c:v>7.3540674990766039E-2</c:v>
                </c:pt>
                <c:pt idx="904">
                  <c:v>0.34264309435343898</c:v>
                </c:pt>
                <c:pt idx="905">
                  <c:v>0.62689851178268396</c:v>
                </c:pt>
                <c:pt idx="906">
                  <c:v>0.80364127571221622</c:v>
                </c:pt>
                <c:pt idx="907">
                  <c:v>0.67380517886161928</c:v>
                </c:pt>
                <c:pt idx="908">
                  <c:v>0.57228321728612463</c:v>
                </c:pt>
                <c:pt idx="909">
                  <c:v>0.54385734536839359</c:v>
                </c:pt>
                <c:pt idx="910">
                  <c:v>0.58408767310480525</c:v>
                </c:pt>
                <c:pt idx="911">
                  <c:v>0.58940181022863336</c:v>
                </c:pt>
                <c:pt idx="912">
                  <c:v>0.55727785432365717</c:v>
                </c:pt>
                <c:pt idx="913">
                  <c:v>0.54801795638484208</c:v>
                </c:pt>
                <c:pt idx="914">
                  <c:v>0.51912328362666815</c:v>
                </c:pt>
                <c:pt idx="915">
                  <c:v>0.51047947402549176</c:v>
                </c:pt>
                <c:pt idx="916">
                  <c:v>0.51145256063113509</c:v>
                </c:pt>
                <c:pt idx="917">
                  <c:v>0.50149419398785255</c:v>
                </c:pt>
                <c:pt idx="918">
                  <c:v>0.51457692279802925</c:v>
                </c:pt>
                <c:pt idx="919">
                  <c:v>0.53996270058611917</c:v>
                </c:pt>
                <c:pt idx="920">
                  <c:v>0.48569421202408869</c:v>
                </c:pt>
                <c:pt idx="921">
                  <c:v>0.43689325942666696</c:v>
                </c:pt>
                <c:pt idx="922">
                  <c:v>0.44914103177628573</c:v>
                </c:pt>
                <c:pt idx="923">
                  <c:v>0.5543569431793941</c:v>
                </c:pt>
                <c:pt idx="924">
                  <c:v>0.55331341383867461</c:v>
                </c:pt>
                <c:pt idx="925">
                  <c:v>0.64387011451677023</c:v>
                </c:pt>
                <c:pt idx="926">
                  <c:v>0.67396536959442854</c:v>
                </c:pt>
                <c:pt idx="927">
                  <c:v>0.66889437057965062</c:v>
                </c:pt>
                <c:pt idx="928">
                  <c:v>0.60512344085112157</c:v>
                </c:pt>
                <c:pt idx="929">
                  <c:v>0.55877718962152723</c:v>
                </c:pt>
                <c:pt idx="930">
                  <c:v>0.49728795789743019</c:v>
                </c:pt>
                <c:pt idx="931">
                  <c:v>0.50934704123161723</c:v>
                </c:pt>
                <c:pt idx="932">
                  <c:v>0.51375150367722899</c:v>
                </c:pt>
                <c:pt idx="933">
                  <c:v>0.51066541669886834</c:v>
                </c:pt>
                <c:pt idx="934">
                  <c:v>0.52959526224029507</c:v>
                </c:pt>
                <c:pt idx="935">
                  <c:v>0.54881444003472613</c:v>
                </c:pt>
                <c:pt idx="936">
                  <c:v>0.59044081037012963</c:v>
                </c:pt>
                <c:pt idx="937">
                  <c:v>0.57597303214937556</c:v>
                </c:pt>
                <c:pt idx="938">
                  <c:v>0.56540190085646447</c:v>
                </c:pt>
                <c:pt idx="939">
                  <c:v>0.57187379711498321</c:v>
                </c:pt>
                <c:pt idx="940">
                  <c:v>0.59440023197924086</c:v>
                </c:pt>
                <c:pt idx="941">
                  <c:v>0.66382247469865019</c:v>
                </c:pt>
                <c:pt idx="942">
                  <c:v>0.68835098460431787</c:v>
                </c:pt>
                <c:pt idx="943">
                  <c:v>0.63756739704174403</c:v>
                </c:pt>
                <c:pt idx="944">
                  <c:v>0.62257970577697141</c:v>
                </c:pt>
                <c:pt idx="945">
                  <c:v>0.60061767306871316</c:v>
                </c:pt>
                <c:pt idx="946">
                  <c:v>0.51588131241382551</c:v>
                </c:pt>
                <c:pt idx="947">
                  <c:v>0.45138617910587969</c:v>
                </c:pt>
                <c:pt idx="948">
                  <c:v>0.35154650228431567</c:v>
                </c:pt>
                <c:pt idx="949">
                  <c:v>0.25696380610579034</c:v>
                </c:pt>
                <c:pt idx="950">
                  <c:v>0.38985795396473255</c:v>
                </c:pt>
                <c:pt idx="951">
                  <c:v>0.61538819481903406</c:v>
                </c:pt>
                <c:pt idx="952">
                  <c:v>0.60785953675431514</c:v>
                </c:pt>
                <c:pt idx="953">
                  <c:v>0.53095112722705817</c:v>
                </c:pt>
                <c:pt idx="954">
                  <c:v>0.51404012903662455</c:v>
                </c:pt>
                <c:pt idx="955">
                  <c:v>0.5909698524842173</c:v>
                </c:pt>
                <c:pt idx="956">
                  <c:v>0.57797854228554379</c:v>
                </c:pt>
                <c:pt idx="957">
                  <c:v>0.53411256553885289</c:v>
                </c:pt>
                <c:pt idx="958">
                  <c:v>0.55199770257622038</c:v>
                </c:pt>
                <c:pt idx="959">
                  <c:v>0.52195411508618406</c:v>
                </c:pt>
                <c:pt idx="960">
                  <c:v>0.53708172597197246</c:v>
                </c:pt>
                <c:pt idx="961">
                  <c:v>0.57316960319440913</c:v>
                </c:pt>
                <c:pt idx="962">
                  <c:v>0.51632044774600327</c:v>
                </c:pt>
                <c:pt idx="963">
                  <c:v>0.51128829681503762</c:v>
                </c:pt>
                <c:pt idx="964">
                  <c:v>0.57792254895309925</c:v>
                </c:pt>
                <c:pt idx="965">
                  <c:v>0.55457873411756342</c:v>
                </c:pt>
                <c:pt idx="966">
                  <c:v>0.54045532039136923</c:v>
                </c:pt>
                <c:pt idx="967">
                  <c:v>0.52867203759614145</c:v>
                </c:pt>
                <c:pt idx="968">
                  <c:v>0.61088874905224699</c:v>
                </c:pt>
                <c:pt idx="969">
                  <c:v>0.58412388930779735</c:v>
                </c:pt>
                <c:pt idx="970">
                  <c:v>0.53207264335843929</c:v>
                </c:pt>
                <c:pt idx="971">
                  <c:v>0.42712931191896047</c:v>
                </c:pt>
                <c:pt idx="972">
                  <c:v>0.15244144797343537</c:v>
                </c:pt>
                <c:pt idx="973">
                  <c:v>6.4281919404861276E-2</c:v>
                </c:pt>
                <c:pt idx="974">
                  <c:v>5.9728061527231424E-2</c:v>
                </c:pt>
                <c:pt idx="975">
                  <c:v>6.2500865466473779E-2</c:v>
                </c:pt>
                <c:pt idx="976">
                  <c:v>5.2534937798967903E-2</c:v>
                </c:pt>
                <c:pt idx="977">
                  <c:v>6.2303303556032676E-2</c:v>
                </c:pt>
                <c:pt idx="978">
                  <c:v>6.1470179979206105E-2</c:v>
                </c:pt>
                <c:pt idx="979">
                  <c:v>6.1416336934707494E-2</c:v>
                </c:pt>
                <c:pt idx="980">
                  <c:v>6.6513170740399724E-2</c:v>
                </c:pt>
                <c:pt idx="981">
                  <c:v>7.1178451279564334E-2</c:v>
                </c:pt>
                <c:pt idx="982">
                  <c:v>6.3393225159853808E-2</c:v>
                </c:pt>
                <c:pt idx="983">
                  <c:v>7.868082191038063E-2</c:v>
                </c:pt>
                <c:pt idx="984">
                  <c:v>7.3263983052090059E-2</c:v>
                </c:pt>
                <c:pt idx="985">
                  <c:v>0.21569356938311465</c:v>
                </c:pt>
                <c:pt idx="986">
                  <c:v>1.3065718711457892</c:v>
                </c:pt>
                <c:pt idx="987">
                  <c:v>0.75809217671339013</c:v>
                </c:pt>
                <c:pt idx="988">
                  <c:v>0.52036256983466411</c:v>
                </c:pt>
                <c:pt idx="989">
                  <c:v>0.43912013165191116</c:v>
                </c:pt>
                <c:pt idx="990">
                  <c:v>0.41858920639711961</c:v>
                </c:pt>
                <c:pt idx="991">
                  <c:v>0.40229322215177354</c:v>
                </c:pt>
                <c:pt idx="992">
                  <c:v>0.34965096627476017</c:v>
                </c:pt>
                <c:pt idx="993">
                  <c:v>0.24489617998926572</c:v>
                </c:pt>
                <c:pt idx="994">
                  <c:v>0.15079686218147526</c:v>
                </c:pt>
                <c:pt idx="995">
                  <c:v>7.0014754288595563E-2</c:v>
                </c:pt>
                <c:pt idx="996">
                  <c:v>6.0485175289985441E-2</c:v>
                </c:pt>
                <c:pt idx="997">
                  <c:v>7.0298614867813969E-2</c:v>
                </c:pt>
                <c:pt idx="998">
                  <c:v>6.068964753396186E-2</c:v>
                </c:pt>
                <c:pt idx="999">
                  <c:v>5.7616028728362516E-2</c:v>
                </c:pt>
                <c:pt idx="1000">
                  <c:v>5.6888140265942466E-2</c:v>
                </c:pt>
                <c:pt idx="1001">
                  <c:v>6.959001822671862E-2</c:v>
                </c:pt>
                <c:pt idx="1002">
                  <c:v>7.0037619835266504E-2</c:v>
                </c:pt>
                <c:pt idx="1003">
                  <c:v>7.2061346469655049E-2</c:v>
                </c:pt>
                <c:pt idx="1004">
                  <c:v>6.6113097235314347E-2</c:v>
                </c:pt>
                <c:pt idx="1005">
                  <c:v>7.1915347224122378E-2</c:v>
                </c:pt>
                <c:pt idx="1006">
                  <c:v>6.7930153869439222E-2</c:v>
                </c:pt>
                <c:pt idx="1007">
                  <c:v>6.177206520083528E-2</c:v>
                </c:pt>
                <c:pt idx="1008">
                  <c:v>5.7398538548911381E-2</c:v>
                </c:pt>
                <c:pt idx="1009">
                  <c:v>8.5510552428176748E-2</c:v>
                </c:pt>
                <c:pt idx="1010">
                  <c:v>0.68461489110511631</c:v>
                </c:pt>
                <c:pt idx="1011">
                  <c:v>0.91957081029041132</c:v>
                </c:pt>
                <c:pt idx="1012">
                  <c:v>0.73410188709396007</c:v>
                </c:pt>
                <c:pt idx="1013">
                  <c:v>0.59628299222042913</c:v>
                </c:pt>
                <c:pt idx="1014">
                  <c:v>0.58507027092232211</c:v>
                </c:pt>
                <c:pt idx="1015">
                  <c:v>0.52822560639494953</c:v>
                </c:pt>
                <c:pt idx="1016">
                  <c:v>0.57265622024193186</c:v>
                </c:pt>
                <c:pt idx="1017">
                  <c:v>0.4916967316673525</c:v>
                </c:pt>
                <c:pt idx="1018">
                  <c:v>0.53224783890416405</c:v>
                </c:pt>
                <c:pt idx="1019">
                  <c:v>0.50413289517009074</c:v>
                </c:pt>
                <c:pt idx="1020">
                  <c:v>0.36852236607766786</c:v>
                </c:pt>
                <c:pt idx="1021">
                  <c:v>7.2584710308933015E-2</c:v>
                </c:pt>
                <c:pt idx="1022">
                  <c:v>8.2053412672420736E-2</c:v>
                </c:pt>
                <c:pt idx="1023">
                  <c:v>0.33397328962388484</c:v>
                </c:pt>
                <c:pt idx="1024">
                  <c:v>0.43572517537050653</c:v>
                </c:pt>
                <c:pt idx="1025">
                  <c:v>0.28019944035377387</c:v>
                </c:pt>
                <c:pt idx="1026">
                  <c:v>0.74284916762525999</c:v>
                </c:pt>
                <c:pt idx="1027">
                  <c:v>1.1831840038332353</c:v>
                </c:pt>
                <c:pt idx="1028">
                  <c:v>0.80179378350096675</c:v>
                </c:pt>
                <c:pt idx="1029">
                  <c:v>0.65921873859802438</c:v>
                </c:pt>
                <c:pt idx="1030">
                  <c:v>0.61748085993188273</c:v>
                </c:pt>
                <c:pt idx="1031">
                  <c:v>0.56962343832212092</c:v>
                </c:pt>
                <c:pt idx="1032">
                  <c:v>0.57064295423758016</c:v>
                </c:pt>
                <c:pt idx="1033">
                  <c:v>0.55273052330692618</c:v>
                </c:pt>
                <c:pt idx="1034">
                  <c:v>0.52111414436249126</c:v>
                </c:pt>
                <c:pt idx="1035">
                  <c:v>0.53943047759184015</c:v>
                </c:pt>
                <c:pt idx="1036">
                  <c:v>0.52033414189873928</c:v>
                </c:pt>
                <c:pt idx="1037">
                  <c:v>0.5187332380878954</c:v>
                </c:pt>
                <c:pt idx="1038">
                  <c:v>0.50354177064024108</c:v>
                </c:pt>
                <c:pt idx="1039">
                  <c:v>0.49699851193158218</c:v>
                </c:pt>
                <c:pt idx="1040">
                  <c:v>0.48940125718309102</c:v>
                </c:pt>
                <c:pt idx="1041">
                  <c:v>0.49527577670317757</c:v>
                </c:pt>
                <c:pt idx="1042">
                  <c:v>0.47658663272693974</c:v>
                </c:pt>
                <c:pt idx="1043">
                  <c:v>0.50999535303401566</c:v>
                </c:pt>
                <c:pt idx="1044">
                  <c:v>0.51493797932115137</c:v>
                </c:pt>
                <c:pt idx="1045">
                  <c:v>0.51087320114975621</c:v>
                </c:pt>
                <c:pt idx="1046">
                  <c:v>0.49195507464194577</c:v>
                </c:pt>
                <c:pt idx="1047">
                  <c:v>0.50610267268523612</c:v>
                </c:pt>
                <c:pt idx="1048">
                  <c:v>0.48765513530833798</c:v>
                </c:pt>
                <c:pt idx="1049">
                  <c:v>0.57565937732691064</c:v>
                </c:pt>
                <c:pt idx="1050">
                  <c:v>0.61551396866598507</c:v>
                </c:pt>
                <c:pt idx="1051">
                  <c:v>0.63626725366961401</c:v>
                </c:pt>
                <c:pt idx="1052">
                  <c:v>0.66967304474320943</c:v>
                </c:pt>
                <c:pt idx="1053">
                  <c:v>0.66882969904990242</c:v>
                </c:pt>
                <c:pt idx="1054">
                  <c:v>0.65206032932948321</c:v>
                </c:pt>
                <c:pt idx="1055">
                  <c:v>0.6986430097693177</c:v>
                </c:pt>
                <c:pt idx="1056">
                  <c:v>0.71022507221810494</c:v>
                </c:pt>
                <c:pt idx="1057">
                  <c:v>0.6927792105180216</c:v>
                </c:pt>
                <c:pt idx="1058">
                  <c:v>0.7461614228724246</c:v>
                </c:pt>
                <c:pt idx="1059">
                  <c:v>0.73847836576752945</c:v>
                </c:pt>
                <c:pt idx="1060">
                  <c:v>0.75084381741043649</c:v>
                </c:pt>
                <c:pt idx="1061">
                  <c:v>0.77990915315024101</c:v>
                </c:pt>
                <c:pt idx="1062">
                  <c:v>0.77318777034615482</c:v>
                </c:pt>
                <c:pt idx="1063">
                  <c:v>0.73552625969147978</c:v>
                </c:pt>
                <c:pt idx="1064">
                  <c:v>0.7398566692941857</c:v>
                </c:pt>
                <c:pt idx="1065">
                  <c:v>0.69208229837095447</c:v>
                </c:pt>
                <c:pt idx="1066">
                  <c:v>0.65022104620592869</c:v>
                </c:pt>
                <c:pt idx="1067">
                  <c:v>0.55141888098163716</c:v>
                </c:pt>
                <c:pt idx="1068">
                  <c:v>0.50156441754106706</c:v>
                </c:pt>
                <c:pt idx="1069">
                  <c:v>0.50830067571096138</c:v>
                </c:pt>
                <c:pt idx="1070">
                  <c:v>0.54315177071530807</c:v>
                </c:pt>
                <c:pt idx="1071">
                  <c:v>0.54502548690612884</c:v>
                </c:pt>
                <c:pt idx="1072">
                  <c:v>0.56162551776329717</c:v>
                </c:pt>
                <c:pt idx="1073">
                  <c:v>0.55386147241575479</c:v>
                </c:pt>
                <c:pt idx="1074">
                  <c:v>0.57207778846394219</c:v>
                </c:pt>
                <c:pt idx="1075">
                  <c:v>0.54733628280188962</c:v>
                </c:pt>
                <c:pt idx="1076">
                  <c:v>0.56989227232631967</c:v>
                </c:pt>
                <c:pt idx="1077">
                  <c:v>0.56966247496550482</c:v>
                </c:pt>
                <c:pt idx="1078">
                  <c:v>0.58725393232076839</c:v>
                </c:pt>
                <c:pt idx="1079">
                  <c:v>0.57126898584705887</c:v>
                </c:pt>
                <c:pt idx="1080">
                  <c:v>0.61820862284355182</c:v>
                </c:pt>
                <c:pt idx="1081">
                  <c:v>0.62606450007079961</c:v>
                </c:pt>
                <c:pt idx="1082">
                  <c:v>0.63538197492837101</c:v>
                </c:pt>
                <c:pt idx="1083">
                  <c:v>0.62932695933529892</c:v>
                </c:pt>
                <c:pt idx="1084">
                  <c:v>0.67577428935007466</c:v>
                </c:pt>
                <c:pt idx="1085">
                  <c:v>0.7048973202404496</c:v>
                </c:pt>
                <c:pt idx="1086">
                  <c:v>0.75014415411171043</c:v>
                </c:pt>
                <c:pt idx="1087">
                  <c:v>0.76833667252083382</c:v>
                </c:pt>
                <c:pt idx="1088">
                  <c:v>0.64980466225994782</c:v>
                </c:pt>
                <c:pt idx="1089">
                  <c:v>0.58442590592072485</c:v>
                </c:pt>
                <c:pt idx="1090">
                  <c:v>0.55510961269040648</c:v>
                </c:pt>
                <c:pt idx="1091">
                  <c:v>0.58948576159032373</c:v>
                </c:pt>
                <c:pt idx="1092">
                  <c:v>0.56403290609466916</c:v>
                </c:pt>
                <c:pt idx="1093">
                  <c:v>0.64545188167598222</c:v>
                </c:pt>
                <c:pt idx="1094">
                  <c:v>0.6929646934284015</c:v>
                </c:pt>
                <c:pt idx="1095">
                  <c:v>0.64283442905373955</c:v>
                </c:pt>
                <c:pt idx="1096">
                  <c:v>0.63030494557633077</c:v>
                </c:pt>
                <c:pt idx="1097">
                  <c:v>0.62507262293143473</c:v>
                </c:pt>
                <c:pt idx="1098">
                  <c:v>0.60604242870021896</c:v>
                </c:pt>
                <c:pt idx="1099">
                  <c:v>0.61921464120246594</c:v>
                </c:pt>
                <c:pt idx="1100">
                  <c:v>0.63187410029873081</c:v>
                </c:pt>
                <c:pt idx="1101">
                  <c:v>0.55592005253716714</c:v>
                </c:pt>
                <c:pt idx="1102">
                  <c:v>0.5622893942747248</c:v>
                </c:pt>
                <c:pt idx="1103">
                  <c:v>0.60052383098669282</c:v>
                </c:pt>
                <c:pt idx="1104">
                  <c:v>0.63466707851924509</c:v>
                </c:pt>
                <c:pt idx="1105">
                  <c:v>0.65356300912693543</c:v>
                </c:pt>
                <c:pt idx="1106">
                  <c:v>0.67320884336266595</c:v>
                </c:pt>
                <c:pt idx="1107">
                  <c:v>0.68853008478683497</c:v>
                </c:pt>
                <c:pt idx="1108">
                  <c:v>0.72843709166237436</c:v>
                </c:pt>
                <c:pt idx="1109">
                  <c:v>0.74576066346830683</c:v>
                </c:pt>
                <c:pt idx="1110">
                  <c:v>0.7137453019906036</c:v>
                </c:pt>
                <c:pt idx="1111">
                  <c:v>0.70814103862529132</c:v>
                </c:pt>
                <c:pt idx="1112">
                  <c:v>0.76791536453350562</c:v>
                </c:pt>
                <c:pt idx="1113">
                  <c:v>0.75954689722204716</c:v>
                </c:pt>
                <c:pt idx="1114">
                  <c:v>0.80639637679077669</c:v>
                </c:pt>
                <c:pt idx="1115">
                  <c:v>0.72984640511701082</c:v>
                </c:pt>
                <c:pt idx="1116">
                  <c:v>0.69623285816263891</c:v>
                </c:pt>
                <c:pt idx="1117">
                  <c:v>0.64463130735127117</c:v>
                </c:pt>
                <c:pt idx="1118">
                  <c:v>0.66897793814653461</c:v>
                </c:pt>
                <c:pt idx="1119">
                  <c:v>0.60592472364790007</c:v>
                </c:pt>
                <c:pt idx="1120">
                  <c:v>0.63179374995150861</c:v>
                </c:pt>
                <c:pt idx="1121">
                  <c:v>0.62410333093277415</c:v>
                </c:pt>
                <c:pt idx="1122">
                  <c:v>0.57042908739077036</c:v>
                </c:pt>
                <c:pt idx="1123">
                  <c:v>0.622050801091796</c:v>
                </c:pt>
                <c:pt idx="1124">
                  <c:v>0.590869309055708</c:v>
                </c:pt>
                <c:pt idx="1125">
                  <c:v>0.61530495320730239</c:v>
                </c:pt>
                <c:pt idx="1126">
                  <c:v>0.64383815558801594</c:v>
                </c:pt>
                <c:pt idx="1127">
                  <c:v>0.62424792655428052</c:v>
                </c:pt>
                <c:pt idx="1128">
                  <c:v>0.65558368234079212</c:v>
                </c:pt>
                <c:pt idx="1129">
                  <c:v>0.67106693061985845</c:v>
                </c:pt>
                <c:pt idx="1130">
                  <c:v>0.70354999078417213</c:v>
                </c:pt>
                <c:pt idx="1131">
                  <c:v>0.73587196207637728</c:v>
                </c:pt>
                <c:pt idx="1132">
                  <c:v>0.74369638036236718</c:v>
                </c:pt>
                <c:pt idx="1133">
                  <c:v>0.74135776692576361</c:v>
                </c:pt>
                <c:pt idx="1134">
                  <c:v>0.70951090373488646</c:v>
                </c:pt>
                <c:pt idx="1135">
                  <c:v>0.72027658949360418</c:v>
                </c:pt>
                <c:pt idx="1136">
                  <c:v>0.79076043403926166</c:v>
                </c:pt>
                <c:pt idx="1137">
                  <c:v>0.6993523802462972</c:v>
                </c:pt>
                <c:pt idx="1138">
                  <c:v>0.74611499206450416</c:v>
                </c:pt>
                <c:pt idx="1139">
                  <c:v>0.71354669461938147</c:v>
                </c:pt>
                <c:pt idx="1140">
                  <c:v>0.70947655639379492</c:v>
                </c:pt>
                <c:pt idx="1141">
                  <c:v>0.68787761822629068</c:v>
                </c:pt>
                <c:pt idx="1142">
                  <c:v>0.71448521395711939</c:v>
                </c:pt>
                <c:pt idx="1143">
                  <c:v>0.68724034164024006</c:v>
                </c:pt>
                <c:pt idx="1144">
                  <c:v>0.65023124378764252</c:v>
                </c:pt>
                <c:pt idx="1145">
                  <c:v>0.61629685522842037</c:v>
                </c:pt>
                <c:pt idx="1146">
                  <c:v>0.67594706171163321</c:v>
                </c:pt>
                <c:pt idx="1147">
                  <c:v>0.67124668839339607</c:v>
                </c:pt>
                <c:pt idx="1148">
                  <c:v>0.77411565639159274</c:v>
                </c:pt>
                <c:pt idx="1149">
                  <c:v>0.81646196977181573</c:v>
                </c:pt>
                <c:pt idx="1150">
                  <c:v>0.79827729825912419</c:v>
                </c:pt>
                <c:pt idx="1151">
                  <c:v>0.80599292777552967</c:v>
                </c:pt>
                <c:pt idx="1152">
                  <c:v>0.87136806185420324</c:v>
                </c:pt>
                <c:pt idx="1153">
                  <c:v>0.83535595650027805</c:v>
                </c:pt>
                <c:pt idx="1154">
                  <c:v>0.89001959307880263</c:v>
                </c:pt>
                <c:pt idx="1155">
                  <c:v>0.95853909102951096</c:v>
                </c:pt>
                <c:pt idx="1156">
                  <c:v>0.97390764426347465</c:v>
                </c:pt>
                <c:pt idx="1157">
                  <c:v>0.95612534383681569</c:v>
                </c:pt>
                <c:pt idx="1158">
                  <c:v>0.92070523710114571</c:v>
                </c:pt>
                <c:pt idx="1159">
                  <c:v>0.89695345718680664</c:v>
                </c:pt>
                <c:pt idx="1160">
                  <c:v>0.87734739540654205</c:v>
                </c:pt>
                <c:pt idx="1161">
                  <c:v>0.8939083728456555</c:v>
                </c:pt>
                <c:pt idx="1162">
                  <c:v>0.90160200991263317</c:v>
                </c:pt>
                <c:pt idx="1163">
                  <c:v>0.85890271800922502</c:v>
                </c:pt>
                <c:pt idx="1164">
                  <c:v>0.83255826735197225</c:v>
                </c:pt>
                <c:pt idx="1165">
                  <c:v>0.79629131239841011</c:v>
                </c:pt>
                <c:pt idx="1166">
                  <c:v>0.81950773350177264</c:v>
                </c:pt>
                <c:pt idx="1167">
                  <c:v>0.78784507627383171</c:v>
                </c:pt>
                <c:pt idx="1168">
                  <c:v>0.83014533930434131</c:v>
                </c:pt>
                <c:pt idx="1169">
                  <c:v>0.8210893683542273</c:v>
                </c:pt>
                <c:pt idx="1170">
                  <c:v>0.7733678539881349</c:v>
                </c:pt>
                <c:pt idx="1171">
                  <c:v>0.78874007539034319</c:v>
                </c:pt>
                <c:pt idx="1172">
                  <c:v>0.73001115330340438</c:v>
                </c:pt>
                <c:pt idx="1173">
                  <c:v>0.72085707772968854</c:v>
                </c:pt>
                <c:pt idx="1174">
                  <c:v>0.74277791430035534</c:v>
                </c:pt>
                <c:pt idx="1175">
                  <c:v>0.73793265995241819</c:v>
                </c:pt>
                <c:pt idx="1176">
                  <c:v>0.75767313106786505</c:v>
                </c:pt>
                <c:pt idx="1177">
                  <c:v>0.768536693379681</c:v>
                </c:pt>
                <c:pt idx="1178">
                  <c:v>0.79819732878099392</c:v>
                </c:pt>
                <c:pt idx="1179">
                  <c:v>0.73296641573926646</c:v>
                </c:pt>
                <c:pt idx="1180">
                  <c:v>0.73980557279190806</c:v>
                </c:pt>
                <c:pt idx="1181">
                  <c:v>0.74764412259418422</c:v>
                </c:pt>
                <c:pt idx="1182">
                  <c:v>0.68228998282368136</c:v>
                </c:pt>
                <c:pt idx="1183">
                  <c:v>0.645836804303493</c:v>
                </c:pt>
                <c:pt idx="1184">
                  <c:v>0.61232749330382752</c:v>
                </c:pt>
                <c:pt idx="1185">
                  <c:v>0.64371410232738113</c:v>
                </c:pt>
                <c:pt idx="1186">
                  <c:v>0.6473856389921897</c:v>
                </c:pt>
                <c:pt idx="1187">
                  <c:v>0.63398911790847445</c:v>
                </c:pt>
                <c:pt idx="1188">
                  <c:v>0.54824529756951601</c:v>
                </c:pt>
                <c:pt idx="1189">
                  <c:v>0.539959789813793</c:v>
                </c:pt>
                <c:pt idx="1190">
                  <c:v>0.54894258471861923</c:v>
                </c:pt>
                <c:pt idx="1191">
                  <c:v>0.5602821621144658</c:v>
                </c:pt>
                <c:pt idx="1192">
                  <c:v>0.60579164424407883</c:v>
                </c:pt>
                <c:pt idx="1193">
                  <c:v>0.58555111876382637</c:v>
                </c:pt>
                <c:pt idx="1194">
                  <c:v>0.60930407288876054</c:v>
                </c:pt>
                <c:pt idx="1195">
                  <c:v>0.62375044055019124</c:v>
                </c:pt>
                <c:pt idx="1196">
                  <c:v>0.6599077177011734</c:v>
                </c:pt>
                <c:pt idx="1197">
                  <c:v>0.67865628108487963</c:v>
                </c:pt>
                <c:pt idx="1198">
                  <c:v>0.66811291099732051</c:v>
                </c:pt>
                <c:pt idx="1199">
                  <c:v>0.63323228803276876</c:v>
                </c:pt>
                <c:pt idx="1200">
                  <c:v>0.66983015517742583</c:v>
                </c:pt>
                <c:pt idx="1201">
                  <c:v>0.6672624375036883</c:v>
                </c:pt>
                <c:pt idx="1202">
                  <c:v>0.69476590439592234</c:v>
                </c:pt>
                <c:pt idx="1203">
                  <c:v>0.70388867087274287</c:v>
                </c:pt>
                <c:pt idx="1204">
                  <c:v>0.70835476819794285</c:v>
                </c:pt>
                <c:pt idx="1205">
                  <c:v>0.76810553809596616</c:v>
                </c:pt>
                <c:pt idx="1206">
                  <c:v>0.72821309302436787</c:v>
                </c:pt>
                <c:pt idx="1207">
                  <c:v>0.75654404038388945</c:v>
                </c:pt>
                <c:pt idx="1208">
                  <c:v>0.77493952523166576</c:v>
                </c:pt>
                <c:pt idx="1209">
                  <c:v>0.80877655671091486</c:v>
                </c:pt>
                <c:pt idx="1210">
                  <c:v>0.79458228962789557</c:v>
                </c:pt>
                <c:pt idx="1211">
                  <c:v>0.7371873918726416</c:v>
                </c:pt>
                <c:pt idx="1212">
                  <c:v>0.69437954877405883</c:v>
                </c:pt>
                <c:pt idx="1213">
                  <c:v>0.6773919098310679</c:v>
                </c:pt>
                <c:pt idx="1214">
                  <c:v>0.7006283073129278</c:v>
                </c:pt>
                <c:pt idx="1215">
                  <c:v>0.75743136320272875</c:v>
                </c:pt>
                <c:pt idx="1216">
                  <c:v>0.85992707385898137</c:v>
                </c:pt>
                <c:pt idx="1217">
                  <c:v>0.82619339538012782</c:v>
                </c:pt>
                <c:pt idx="1218">
                  <c:v>0.83611232786950906</c:v>
                </c:pt>
                <c:pt idx="1219">
                  <c:v>0.87673194854857395</c:v>
                </c:pt>
                <c:pt idx="1220">
                  <c:v>0.93106249404992014</c:v>
                </c:pt>
                <c:pt idx="1221">
                  <c:v>0.98790891989251073</c:v>
                </c:pt>
                <c:pt idx="1222">
                  <c:v>1.0489303844047384</c:v>
                </c:pt>
                <c:pt idx="1223">
                  <c:v>1.0348416675533305</c:v>
                </c:pt>
                <c:pt idx="1224">
                  <c:v>1.0611986045437922</c:v>
                </c:pt>
                <c:pt idx="1225">
                  <c:v>1.1492013876970701</c:v>
                </c:pt>
                <c:pt idx="1226">
                  <c:v>1.124870090832405</c:v>
                </c:pt>
                <c:pt idx="1227">
                  <c:v>1.0922358731258248</c:v>
                </c:pt>
                <c:pt idx="1228">
                  <c:v>1.1075697565281473</c:v>
                </c:pt>
                <c:pt idx="1229">
                  <c:v>1.1329163453784876</c:v>
                </c:pt>
                <c:pt idx="1230">
                  <c:v>1.0620743546108313</c:v>
                </c:pt>
                <c:pt idx="1231">
                  <c:v>1.0389505537032697</c:v>
                </c:pt>
                <c:pt idx="1232">
                  <c:v>1.0632597176307956</c:v>
                </c:pt>
                <c:pt idx="1233">
                  <c:v>0.91874189283329122</c:v>
                </c:pt>
                <c:pt idx="1234">
                  <c:v>0.87283361408898574</c:v>
                </c:pt>
                <c:pt idx="1235">
                  <c:v>0.81865670905199461</c:v>
                </c:pt>
                <c:pt idx="1236">
                  <c:v>0.74593765450009575</c:v>
                </c:pt>
                <c:pt idx="1237">
                  <c:v>0.72725680978854512</c:v>
                </c:pt>
                <c:pt idx="1238">
                  <c:v>0.75742928763050343</c:v>
                </c:pt>
                <c:pt idx="1239">
                  <c:v>0.74222845699150797</c:v>
                </c:pt>
                <c:pt idx="1240">
                  <c:v>0.72138419827225464</c:v>
                </c:pt>
                <c:pt idx="1241">
                  <c:v>0.68562544476990572</c:v>
                </c:pt>
                <c:pt idx="1242">
                  <c:v>0.66791854343502033</c:v>
                </c:pt>
                <c:pt idx="1243">
                  <c:v>0.62581659662017064</c:v>
                </c:pt>
                <c:pt idx="1244">
                  <c:v>0.54169742032134893</c:v>
                </c:pt>
                <c:pt idx="1245">
                  <c:v>0.50452011279500542</c:v>
                </c:pt>
                <c:pt idx="1246">
                  <c:v>0.4882960160017098</c:v>
                </c:pt>
                <c:pt idx="1247">
                  <c:v>0.5208544420604474</c:v>
                </c:pt>
                <c:pt idx="1248">
                  <c:v>0.56118844178509897</c:v>
                </c:pt>
                <c:pt idx="1249">
                  <c:v>0.64963741767071326</c:v>
                </c:pt>
                <c:pt idx="1250">
                  <c:v>0.71250998544612409</c:v>
                </c:pt>
                <c:pt idx="1251">
                  <c:v>0.8141595223826017</c:v>
                </c:pt>
                <c:pt idx="1252">
                  <c:v>0.86107027072210551</c:v>
                </c:pt>
                <c:pt idx="1253">
                  <c:v>0.95450698872380801</c:v>
                </c:pt>
                <c:pt idx="1254">
                  <c:v>0.96573433672708842</c:v>
                </c:pt>
                <c:pt idx="1255">
                  <c:v>0.95771424430136587</c:v>
                </c:pt>
                <c:pt idx="1256">
                  <c:v>0.85167224683304465</c:v>
                </c:pt>
                <c:pt idx="1257">
                  <c:v>0.73597950737294771</c:v>
                </c:pt>
                <c:pt idx="1258">
                  <c:v>0.70308708423919741</c:v>
                </c:pt>
                <c:pt idx="1259">
                  <c:v>0.72007451260255984</c:v>
                </c:pt>
                <c:pt idx="1260">
                  <c:v>0.67989419542483731</c:v>
                </c:pt>
                <c:pt idx="1261">
                  <c:v>0.68089516257985272</c:v>
                </c:pt>
                <c:pt idx="1262">
                  <c:v>0.68037513857933773</c:v>
                </c:pt>
                <c:pt idx="1263">
                  <c:v>0.64955031835290356</c:v>
                </c:pt>
                <c:pt idx="1264">
                  <c:v>0.64195113442689944</c:v>
                </c:pt>
                <c:pt idx="1265">
                  <c:v>0.66029662438757109</c:v>
                </c:pt>
                <c:pt idx="1266">
                  <c:v>0.63981945251876471</c:v>
                </c:pt>
                <c:pt idx="1267">
                  <c:v>0.66089142875059259</c:v>
                </c:pt>
                <c:pt idx="1268">
                  <c:v>0.68038473764575425</c:v>
                </c:pt>
                <c:pt idx="1269">
                  <c:v>0.6273640056858063</c:v>
                </c:pt>
                <c:pt idx="1270">
                  <c:v>0.65346983228161204</c:v>
                </c:pt>
                <c:pt idx="1271">
                  <c:v>0.59579415836350869</c:v>
                </c:pt>
                <c:pt idx="1272">
                  <c:v>0.63051260656457742</c:v>
                </c:pt>
                <c:pt idx="1273">
                  <c:v>0.69458814513280576</c:v>
                </c:pt>
                <c:pt idx="1274">
                  <c:v>0.70244403656255461</c:v>
                </c:pt>
                <c:pt idx="1275">
                  <c:v>0.72438096994112922</c:v>
                </c:pt>
                <c:pt idx="1276">
                  <c:v>0.67640141122244224</c:v>
                </c:pt>
                <c:pt idx="1277">
                  <c:v>0.70037417161515347</c:v>
                </c:pt>
                <c:pt idx="1278">
                  <c:v>0.6884625053521598</c:v>
                </c:pt>
                <c:pt idx="1279">
                  <c:v>0.70943147947186247</c:v>
                </c:pt>
                <c:pt idx="1280">
                  <c:v>0.405574660091645</c:v>
                </c:pt>
                <c:pt idx="1281">
                  <c:v>0.56654497812794091</c:v>
                </c:pt>
                <c:pt idx="1282">
                  <c:v>0.62858344038949054</c:v>
                </c:pt>
                <c:pt idx="1283">
                  <c:v>0.60911571788983732</c:v>
                </c:pt>
                <c:pt idx="1284">
                  <c:v>0.62540685695313603</c:v>
                </c:pt>
                <c:pt idx="1285">
                  <c:v>0.59145719290118837</c:v>
                </c:pt>
                <c:pt idx="1286">
                  <c:v>0.61019536118511764</c:v>
                </c:pt>
                <c:pt idx="1287">
                  <c:v>0.64531201876640731</c:v>
                </c:pt>
                <c:pt idx="1288">
                  <c:v>0.63251523709004276</c:v>
                </c:pt>
                <c:pt idx="1289">
                  <c:v>0.61326970940689374</c:v>
                </c:pt>
                <c:pt idx="1290">
                  <c:v>0.59282366009777099</c:v>
                </c:pt>
                <c:pt idx="1291">
                  <c:v>0.61486366548129678</c:v>
                </c:pt>
                <c:pt idx="1292">
                  <c:v>0.64151515227062328</c:v>
                </c:pt>
                <c:pt idx="1293">
                  <c:v>0.7106182248502011</c:v>
                </c:pt>
                <c:pt idx="1294">
                  <c:v>0.77013699000288605</c:v>
                </c:pt>
                <c:pt idx="1295">
                  <c:v>0.75531076533713637</c:v>
                </c:pt>
                <c:pt idx="1296">
                  <c:v>0.71399969810464881</c:v>
                </c:pt>
                <c:pt idx="1297">
                  <c:v>0.7340649375538798</c:v>
                </c:pt>
                <c:pt idx="1298">
                  <c:v>0.72343328123306849</c:v>
                </c:pt>
                <c:pt idx="1299">
                  <c:v>0.70993556074196429</c:v>
                </c:pt>
                <c:pt idx="1300">
                  <c:v>0.72172087864963341</c:v>
                </c:pt>
                <c:pt idx="1301">
                  <c:v>0.67060760177699197</c:v>
                </c:pt>
                <c:pt idx="1302">
                  <c:v>0.63457720876619472</c:v>
                </c:pt>
                <c:pt idx="1303">
                  <c:v>0.66071531529548</c:v>
                </c:pt>
                <c:pt idx="1304">
                  <c:v>0.76564877453734237</c:v>
                </c:pt>
                <c:pt idx="1305">
                  <c:v>0.70060321117887692</c:v>
                </c:pt>
                <c:pt idx="1306">
                  <c:v>0.66789208269446354</c:v>
                </c:pt>
                <c:pt idx="1307">
                  <c:v>0.65692083399201362</c:v>
                </c:pt>
                <c:pt idx="1308">
                  <c:v>0.63035557623883343</c:v>
                </c:pt>
                <c:pt idx="1309">
                  <c:v>0.63730505097825552</c:v>
                </c:pt>
                <c:pt idx="1310">
                  <c:v>0.70330268511912997</c:v>
                </c:pt>
                <c:pt idx="1311">
                  <c:v>0.63220590126625209</c:v>
                </c:pt>
                <c:pt idx="1312">
                  <c:v>0.56844845943233702</c:v>
                </c:pt>
                <c:pt idx="1313">
                  <c:v>0.52258399031985492</c:v>
                </c:pt>
                <c:pt idx="1314">
                  <c:v>0.5028067891703929</c:v>
                </c:pt>
                <c:pt idx="1315">
                  <c:v>0.46744162443078019</c:v>
                </c:pt>
                <c:pt idx="1316">
                  <c:v>0.48255997644830034</c:v>
                </c:pt>
                <c:pt idx="1317">
                  <c:v>0.54150152592157319</c:v>
                </c:pt>
                <c:pt idx="1318">
                  <c:v>0.56247871886823786</c:v>
                </c:pt>
                <c:pt idx="1319">
                  <c:v>0.56489491013259829</c:v>
                </c:pt>
                <c:pt idx="1320">
                  <c:v>0.52896373119194839</c:v>
                </c:pt>
                <c:pt idx="1321">
                  <c:v>0.52306701431666247</c:v>
                </c:pt>
                <c:pt idx="1322">
                  <c:v>0.49100189512056541</c:v>
                </c:pt>
                <c:pt idx="1323">
                  <c:v>0.49890295348185604</c:v>
                </c:pt>
                <c:pt idx="1324">
                  <c:v>0.4747212820988056</c:v>
                </c:pt>
                <c:pt idx="1325">
                  <c:v>0.47730069596726937</c:v>
                </c:pt>
                <c:pt idx="1326">
                  <c:v>0.45991327170611451</c:v>
                </c:pt>
                <c:pt idx="1327">
                  <c:v>0.47507646323707931</c:v>
                </c:pt>
                <c:pt idx="1328">
                  <c:v>0.47426692648461771</c:v>
                </c:pt>
                <c:pt idx="1329">
                  <c:v>0.52764746735594681</c:v>
                </c:pt>
                <c:pt idx="1330">
                  <c:v>0.57783230842819422</c:v>
                </c:pt>
                <c:pt idx="1331">
                  <c:v>0.56542770364218653</c:v>
                </c:pt>
                <c:pt idx="1332">
                  <c:v>0.46894763571387915</c:v>
                </c:pt>
                <c:pt idx="1333">
                  <c:v>0.44497082256309145</c:v>
                </c:pt>
                <c:pt idx="1334">
                  <c:v>0.43202739149484992</c:v>
                </c:pt>
                <c:pt idx="1335">
                  <c:v>0.41289107620546567</c:v>
                </c:pt>
                <c:pt idx="1336">
                  <c:v>0.42865255382254658</c:v>
                </c:pt>
                <c:pt idx="1337">
                  <c:v>0.38751594266451261</c:v>
                </c:pt>
                <c:pt idx="1338">
                  <c:v>0.44503591347608046</c:v>
                </c:pt>
                <c:pt idx="1339">
                  <c:v>0.45173659471725403</c:v>
                </c:pt>
                <c:pt idx="1340">
                  <c:v>0.46292526120960215</c:v>
                </c:pt>
                <c:pt idx="1341">
                  <c:v>0.49080543871456073</c:v>
                </c:pt>
                <c:pt idx="1342">
                  <c:v>0.51673365134806626</c:v>
                </c:pt>
                <c:pt idx="1343">
                  <c:v>0.51284341880182105</c:v>
                </c:pt>
                <c:pt idx="1344">
                  <c:v>0.51907650220780088</c:v>
                </c:pt>
                <c:pt idx="1345">
                  <c:v>0.53024974834761462</c:v>
                </c:pt>
                <c:pt idx="1346">
                  <c:v>0.54031385172138724</c:v>
                </c:pt>
                <c:pt idx="1347">
                  <c:v>0.54339800152311368</c:v>
                </c:pt>
                <c:pt idx="1348">
                  <c:v>0.55035724618964732</c:v>
                </c:pt>
                <c:pt idx="1349">
                  <c:v>0.57196509944222851</c:v>
                </c:pt>
                <c:pt idx="1350">
                  <c:v>0.57241071165195201</c:v>
                </c:pt>
                <c:pt idx="1351">
                  <c:v>0.57278396771471951</c:v>
                </c:pt>
                <c:pt idx="1352">
                  <c:v>0.54299088351697167</c:v>
                </c:pt>
                <c:pt idx="1353">
                  <c:v>0.54833107143527837</c:v>
                </c:pt>
                <c:pt idx="1354">
                  <c:v>0.46994353794636812</c:v>
                </c:pt>
                <c:pt idx="1355">
                  <c:v>0.39509663155459274</c:v>
                </c:pt>
                <c:pt idx="1356">
                  <c:v>0.32025178097112111</c:v>
                </c:pt>
                <c:pt idx="1357">
                  <c:v>0.2726086503207063</c:v>
                </c:pt>
                <c:pt idx="1358">
                  <c:v>0.23700821272614414</c:v>
                </c:pt>
                <c:pt idx="1359">
                  <c:v>0.36633110113973738</c:v>
                </c:pt>
                <c:pt idx="1360">
                  <c:v>0.4653290207549578</c:v>
                </c:pt>
                <c:pt idx="1361">
                  <c:v>0.45330755627023955</c:v>
                </c:pt>
                <c:pt idx="1362">
                  <c:v>0.43753193963680992</c:v>
                </c:pt>
                <c:pt idx="1363">
                  <c:v>0.43806326027103182</c:v>
                </c:pt>
                <c:pt idx="1364">
                  <c:v>0.41427814422731973</c:v>
                </c:pt>
                <c:pt idx="1365">
                  <c:v>0.44191727025305361</c:v>
                </c:pt>
                <c:pt idx="1366">
                  <c:v>0.45284938016428056</c:v>
                </c:pt>
                <c:pt idx="1367">
                  <c:v>0.47140815708607731</c:v>
                </c:pt>
                <c:pt idx="1368">
                  <c:v>0.47394743788153559</c:v>
                </c:pt>
                <c:pt idx="1369">
                  <c:v>0.43112597201861469</c:v>
                </c:pt>
                <c:pt idx="1370">
                  <c:v>0.43847229242519281</c:v>
                </c:pt>
                <c:pt idx="1371">
                  <c:v>0.43705897277716793</c:v>
                </c:pt>
                <c:pt idx="1372">
                  <c:v>0.39966526608876751</c:v>
                </c:pt>
                <c:pt idx="1373">
                  <c:v>0.40882259408007304</c:v>
                </c:pt>
                <c:pt idx="1374">
                  <c:v>0.44439472176790851</c:v>
                </c:pt>
                <c:pt idx="1375">
                  <c:v>0.43174436509922354</c:v>
                </c:pt>
                <c:pt idx="1376">
                  <c:v>0.44711606935357051</c:v>
                </c:pt>
                <c:pt idx="1377">
                  <c:v>0.39555263049392708</c:v>
                </c:pt>
                <c:pt idx="1378">
                  <c:v>0.43298092504172853</c:v>
                </c:pt>
                <c:pt idx="1379">
                  <c:v>0.48841364751582678</c:v>
                </c:pt>
                <c:pt idx="1380">
                  <c:v>0.4489285398050229</c:v>
                </c:pt>
                <c:pt idx="1381">
                  <c:v>0.41628844948519317</c:v>
                </c:pt>
                <c:pt idx="1382">
                  <c:v>0.45794139787893851</c:v>
                </c:pt>
                <c:pt idx="1383">
                  <c:v>0.48278651847815496</c:v>
                </c:pt>
                <c:pt idx="1384">
                  <c:v>0.40352457527102065</c:v>
                </c:pt>
                <c:pt idx="1385">
                  <c:v>0.49985302966382278</c:v>
                </c:pt>
                <c:pt idx="1386">
                  <c:v>0.4346901640581961</c:v>
                </c:pt>
                <c:pt idx="1387">
                  <c:v>0.46374990706687308</c:v>
                </c:pt>
                <c:pt idx="1388">
                  <c:v>0.42456322336694957</c:v>
                </c:pt>
                <c:pt idx="1389">
                  <c:v>0.41705822003841181</c:v>
                </c:pt>
                <c:pt idx="1390">
                  <c:v>0.42211976930919964</c:v>
                </c:pt>
                <c:pt idx="1391">
                  <c:v>0.43284758187075811</c:v>
                </c:pt>
                <c:pt idx="1392">
                  <c:v>0.43840615987595927</c:v>
                </c:pt>
                <c:pt idx="1393">
                  <c:v>0.45366330806052013</c:v>
                </c:pt>
                <c:pt idx="1394">
                  <c:v>0.46634042064501968</c:v>
                </c:pt>
                <c:pt idx="1395">
                  <c:v>0.4774151150606904</c:v>
                </c:pt>
                <c:pt idx="1396">
                  <c:v>0.47824504183807176</c:v>
                </c:pt>
                <c:pt idx="1397">
                  <c:v>0.4655824791546293</c:v>
                </c:pt>
                <c:pt idx="1398">
                  <c:v>0.44905551808591199</c:v>
                </c:pt>
                <c:pt idx="1399">
                  <c:v>0.47319798973403437</c:v>
                </c:pt>
                <c:pt idx="1400">
                  <c:v>0.44607162295623032</c:v>
                </c:pt>
                <c:pt idx="1401">
                  <c:v>0.43033004399479441</c:v>
                </c:pt>
                <c:pt idx="1402">
                  <c:v>0.38920461349063229</c:v>
                </c:pt>
                <c:pt idx="1403">
                  <c:v>0.42425720680804457</c:v>
                </c:pt>
                <c:pt idx="1404">
                  <c:v>0.37903014428357407</c:v>
                </c:pt>
                <c:pt idx="1405">
                  <c:v>0.43842354055048882</c:v>
                </c:pt>
                <c:pt idx="1406">
                  <c:v>0.49021367278391004</c:v>
                </c:pt>
                <c:pt idx="1407">
                  <c:v>0.50526407012711494</c:v>
                </c:pt>
                <c:pt idx="1408">
                  <c:v>0.54373107752426164</c:v>
                </c:pt>
                <c:pt idx="1409">
                  <c:v>0.55029010970770165</c:v>
                </c:pt>
                <c:pt idx="1410">
                  <c:v>0.5271973230293302</c:v>
                </c:pt>
                <c:pt idx="1411">
                  <c:v>0.56809203657328255</c:v>
                </c:pt>
                <c:pt idx="1412">
                  <c:v>0.64056292083259192</c:v>
                </c:pt>
                <c:pt idx="1413">
                  <c:v>0.67070406444111408</c:v>
                </c:pt>
                <c:pt idx="1414">
                  <c:v>0.67894626584196749</c:v>
                </c:pt>
                <c:pt idx="1415">
                  <c:v>0.67660699402965807</c:v>
                </c:pt>
                <c:pt idx="1416">
                  <c:v>0.70113855904697964</c:v>
                </c:pt>
                <c:pt idx="1417">
                  <c:v>0.74344102517528421</c:v>
                </c:pt>
                <c:pt idx="1418">
                  <c:v>0.77456267815333169</c:v>
                </c:pt>
                <c:pt idx="1419">
                  <c:v>0.77795635230822224</c:v>
                </c:pt>
                <c:pt idx="1420">
                  <c:v>0.7933409373494591</c:v>
                </c:pt>
                <c:pt idx="1421">
                  <c:v>0.80126709677347885</c:v>
                </c:pt>
                <c:pt idx="1422">
                  <c:v>0.80250766904860271</c:v>
                </c:pt>
                <c:pt idx="1423">
                  <c:v>0.81441770136874714</c:v>
                </c:pt>
                <c:pt idx="1424">
                  <c:v>0.82221677286883532</c:v>
                </c:pt>
                <c:pt idx="1425">
                  <c:v>0.82248417889434933</c:v>
                </c:pt>
                <c:pt idx="1426">
                  <c:v>0.84163775021842058</c:v>
                </c:pt>
                <c:pt idx="1427">
                  <c:v>0.84545685584076469</c:v>
                </c:pt>
                <c:pt idx="1428">
                  <c:v>0.78747055320604986</c:v>
                </c:pt>
                <c:pt idx="1429">
                  <c:v>0.77680568840044451</c:v>
                </c:pt>
                <c:pt idx="1430">
                  <c:v>0.76438366323635731</c:v>
                </c:pt>
                <c:pt idx="1431">
                  <c:v>0.70796934120043986</c:v>
                </c:pt>
                <c:pt idx="1432">
                  <c:v>0.68990515780474593</c:v>
                </c:pt>
                <c:pt idx="1433">
                  <c:v>0.59537440864776392</c:v>
                </c:pt>
                <c:pt idx="1434">
                  <c:v>0.62114740292202031</c:v>
                </c:pt>
                <c:pt idx="1435">
                  <c:v>0.61521105704274559</c:v>
                </c:pt>
                <c:pt idx="1436">
                  <c:v>0.60764121437312979</c:v>
                </c:pt>
                <c:pt idx="1437">
                  <c:v>0.59718822519302384</c:v>
                </c:pt>
                <c:pt idx="1438">
                  <c:v>0.58922914338680732</c:v>
                </c:pt>
                <c:pt idx="1439">
                  <c:v>0.62204936322011339</c:v>
                </c:pt>
                <c:pt idx="1440">
                  <c:v>0.61935235187714122</c:v>
                </c:pt>
                <c:pt idx="1441">
                  <c:v>0.61524517620023544</c:v>
                </c:pt>
                <c:pt idx="1442">
                  <c:v>0.63969687986427815</c:v>
                </c:pt>
                <c:pt idx="1443">
                  <c:v>0.65105908986237104</c:v>
                </c:pt>
                <c:pt idx="1444">
                  <c:v>0.64604106946457662</c:v>
                </c:pt>
                <c:pt idx="1445">
                  <c:v>0.61922981314642012</c:v>
                </c:pt>
                <c:pt idx="1446">
                  <c:v>0.60327020387800701</c:v>
                </c:pt>
                <c:pt idx="1447">
                  <c:v>0.56167911199853626</c:v>
                </c:pt>
                <c:pt idx="1448">
                  <c:v>0.54598032930088192</c:v>
                </c:pt>
                <c:pt idx="1449">
                  <c:v>0.5302743395216688</c:v>
                </c:pt>
                <c:pt idx="1450">
                  <c:v>0.49241724827218086</c:v>
                </c:pt>
                <c:pt idx="1451">
                  <c:v>0.52300329358079112</c:v>
                </c:pt>
                <c:pt idx="1452">
                  <c:v>0.51330533750747154</c:v>
                </c:pt>
                <c:pt idx="1453">
                  <c:v>0.50437818685503555</c:v>
                </c:pt>
                <c:pt idx="1454">
                  <c:v>0.43393829868888539</c:v>
                </c:pt>
                <c:pt idx="1455">
                  <c:v>0.43069942176139042</c:v>
                </c:pt>
                <c:pt idx="1456">
                  <c:v>0.35970668491696872</c:v>
                </c:pt>
                <c:pt idx="1457">
                  <c:v>0.25606017061570391</c:v>
                </c:pt>
                <c:pt idx="1458">
                  <c:v>0.31208320069147949</c:v>
                </c:pt>
                <c:pt idx="1459">
                  <c:v>0.39746124717256903</c:v>
                </c:pt>
                <c:pt idx="1460">
                  <c:v>0.43511996953384308</c:v>
                </c:pt>
                <c:pt idx="1461">
                  <c:v>0.46722558474261455</c:v>
                </c:pt>
                <c:pt idx="1462">
                  <c:v>0.46244907304599303</c:v>
                </c:pt>
                <c:pt idx="1463">
                  <c:v>0.52200065844028953</c:v>
                </c:pt>
                <c:pt idx="1464">
                  <c:v>0.50293959627771911</c:v>
                </c:pt>
                <c:pt idx="1465">
                  <c:v>0.51867219978323564</c:v>
                </c:pt>
                <c:pt idx="1466">
                  <c:v>0.59814609526887563</c:v>
                </c:pt>
                <c:pt idx="1467">
                  <c:v>0.63507141322430471</c:v>
                </c:pt>
                <c:pt idx="1468">
                  <c:v>0.65826184380121866</c:v>
                </c:pt>
                <c:pt idx="1469">
                  <c:v>0.65476874662543649</c:v>
                </c:pt>
                <c:pt idx="1470">
                  <c:v>0.66422476176838907</c:v>
                </c:pt>
                <c:pt idx="1471">
                  <c:v>0.79628820265730438</c:v>
                </c:pt>
                <c:pt idx="1472">
                  <c:v>1.1764384751996422</c:v>
                </c:pt>
                <c:pt idx="1473">
                  <c:v>1.1309438407947563</c:v>
                </c:pt>
                <c:pt idx="1474">
                  <c:v>1.0836475762534772</c:v>
                </c:pt>
                <c:pt idx="1475">
                  <c:v>0.93101617955101135</c:v>
                </c:pt>
                <c:pt idx="1476">
                  <c:v>0.92806066686310174</c:v>
                </c:pt>
                <c:pt idx="1477">
                  <c:v>0.99921143542203039</c:v>
                </c:pt>
                <c:pt idx="1478">
                  <c:v>0.97880731070625593</c:v>
                </c:pt>
                <c:pt idx="1479">
                  <c:v>1.0259002472710974</c:v>
                </c:pt>
                <c:pt idx="1480">
                  <c:v>1.0748232974114316</c:v>
                </c:pt>
                <c:pt idx="1481">
                  <c:v>1.1086608503912936</c:v>
                </c:pt>
                <c:pt idx="1482">
                  <c:v>1.138310674297518</c:v>
                </c:pt>
                <c:pt idx="1483">
                  <c:v>1.1676838980126321</c:v>
                </c:pt>
                <c:pt idx="1484">
                  <c:v>1.1825180432939886</c:v>
                </c:pt>
                <c:pt idx="1485">
                  <c:v>1.2237110374676758</c:v>
                </c:pt>
                <c:pt idx="1486">
                  <c:v>1.219771682370441</c:v>
                </c:pt>
                <c:pt idx="1487">
                  <c:v>1.2336472770393296</c:v>
                </c:pt>
                <c:pt idx="1488">
                  <c:v>1.2740886612008466</c:v>
                </c:pt>
                <c:pt idx="1489">
                  <c:v>1.2517689343840059</c:v>
                </c:pt>
                <c:pt idx="1490">
                  <c:v>1.2792701677096689</c:v>
                </c:pt>
                <c:pt idx="1491">
                  <c:v>1.2871563187261148</c:v>
                </c:pt>
                <c:pt idx="1492">
                  <c:v>1.3160906254889317</c:v>
                </c:pt>
                <c:pt idx="1493">
                  <c:v>1.3415760748337404</c:v>
                </c:pt>
                <c:pt idx="1494">
                  <c:v>1.3795424148494828</c:v>
                </c:pt>
                <c:pt idx="1495">
                  <c:v>1.3646724999772319</c:v>
                </c:pt>
                <c:pt idx="1496">
                  <c:v>1.2847963721658289</c:v>
                </c:pt>
                <c:pt idx="1497">
                  <c:v>1.2175173717629513</c:v>
                </c:pt>
                <c:pt idx="1498">
                  <c:v>1.1479036999141139</c:v>
                </c:pt>
                <c:pt idx="1499">
                  <c:v>1.0063286089859853</c:v>
                </c:pt>
                <c:pt idx="1500">
                  <c:v>0.96777554644960062</c:v>
                </c:pt>
                <c:pt idx="1501">
                  <c:v>0.92590443218854734</c:v>
                </c:pt>
                <c:pt idx="1502">
                  <c:v>0.95108064440556095</c:v>
                </c:pt>
                <c:pt idx="1503">
                  <c:v>0.95714534683365282</c:v>
                </c:pt>
                <c:pt idx="1504">
                  <c:v>0.82031664078263899</c:v>
                </c:pt>
                <c:pt idx="1505">
                  <c:v>0.49261417395702228</c:v>
                </c:pt>
                <c:pt idx="1506">
                  <c:v>0.4932118864477999</c:v>
                </c:pt>
                <c:pt idx="1507">
                  <c:v>0.52961992709201</c:v>
                </c:pt>
                <c:pt idx="1508">
                  <c:v>0.49410214097520133</c:v>
                </c:pt>
                <c:pt idx="1509">
                  <c:v>0.47448778158096799</c:v>
                </c:pt>
                <c:pt idx="1510">
                  <c:v>0.47549005746079992</c:v>
                </c:pt>
                <c:pt idx="1511">
                  <c:v>0.46665448282148397</c:v>
                </c:pt>
                <c:pt idx="1512">
                  <c:v>0.46822674769949629</c:v>
                </c:pt>
                <c:pt idx="1513">
                  <c:v>0.45763966837386416</c:v>
                </c:pt>
                <c:pt idx="1514">
                  <c:v>0.45986632490385571</c:v>
                </c:pt>
                <c:pt idx="1515">
                  <c:v>0.45086694421477147</c:v>
                </c:pt>
                <c:pt idx="1516">
                  <c:v>0.45495783111599231</c:v>
                </c:pt>
                <c:pt idx="1517">
                  <c:v>0.44202482585532354</c:v>
                </c:pt>
                <c:pt idx="1518">
                  <c:v>0.43871594272429359</c:v>
                </c:pt>
                <c:pt idx="1519">
                  <c:v>0.4013146148942468</c:v>
                </c:pt>
                <c:pt idx="1520">
                  <c:v>0.4428904767669386</c:v>
                </c:pt>
                <c:pt idx="1521">
                  <c:v>0.48150764676660041</c:v>
                </c:pt>
                <c:pt idx="1522">
                  <c:v>0.46648403855281778</c:v>
                </c:pt>
                <c:pt idx="1523">
                  <c:v>0.45649997262274844</c:v>
                </c:pt>
                <c:pt idx="1524">
                  <c:v>0.42807716190474271</c:v>
                </c:pt>
                <c:pt idx="1525">
                  <c:v>0.39430868302791888</c:v>
                </c:pt>
                <c:pt idx="1526">
                  <c:v>0.32940292472834987</c:v>
                </c:pt>
                <c:pt idx="1527">
                  <c:v>0.31026577369860375</c:v>
                </c:pt>
                <c:pt idx="1528">
                  <c:v>0.29094174088252134</c:v>
                </c:pt>
                <c:pt idx="1529">
                  <c:v>0.54733326654983294</c:v>
                </c:pt>
                <c:pt idx="1530">
                  <c:v>0.45857197590981502</c:v>
                </c:pt>
                <c:pt idx="1531">
                  <c:v>0.4771351002414701</c:v>
                </c:pt>
                <c:pt idx="1532">
                  <c:v>0.46548060474342362</c:v>
                </c:pt>
                <c:pt idx="1533">
                  <c:v>0.4668518935302669</c:v>
                </c:pt>
                <c:pt idx="1534">
                  <c:v>0.5430908863931504</c:v>
                </c:pt>
                <c:pt idx="1535">
                  <c:v>0.58280933401236013</c:v>
                </c:pt>
                <c:pt idx="1536">
                  <c:v>0.65118498862763841</c:v>
                </c:pt>
                <c:pt idx="1537">
                  <c:v>0.68796602951219699</c:v>
                </c:pt>
                <c:pt idx="1538">
                  <c:v>0.72020925166474259</c:v>
                </c:pt>
                <c:pt idx="1539">
                  <c:v>0.77212638487391372</c:v>
                </c:pt>
                <c:pt idx="1540">
                  <c:v>0.80592711571420261</c:v>
                </c:pt>
                <c:pt idx="1541">
                  <c:v>0.82495523903866241</c:v>
                </c:pt>
                <c:pt idx="1542">
                  <c:v>0.83258745886406083</c:v>
                </c:pt>
                <c:pt idx="1543">
                  <c:v>0.87483940664594695</c:v>
                </c:pt>
                <c:pt idx="1544">
                  <c:v>0.83457866585818441</c:v>
                </c:pt>
                <c:pt idx="1545">
                  <c:v>0.77836057236214817</c:v>
                </c:pt>
                <c:pt idx="1546">
                  <c:v>0.72856731625670745</c:v>
                </c:pt>
                <c:pt idx="1547">
                  <c:v>0.68096549775210535</c:v>
                </c:pt>
                <c:pt idx="1548">
                  <c:v>0.72298089087749662</c:v>
                </c:pt>
                <c:pt idx="1549">
                  <c:v>0.71666091079401884</c:v>
                </c:pt>
                <c:pt idx="1550">
                  <c:v>0.71664209090534947</c:v>
                </c:pt>
                <c:pt idx="1551">
                  <c:v>0.73716878524301599</c:v>
                </c:pt>
                <c:pt idx="1552">
                  <c:v>0.73226997168049623</c:v>
                </c:pt>
                <c:pt idx="1553">
                  <c:v>0.72619980278282426</c:v>
                </c:pt>
                <c:pt idx="1554">
                  <c:v>0.70443746896411086</c:v>
                </c:pt>
                <c:pt idx="1555">
                  <c:v>0.66116456589420425</c:v>
                </c:pt>
                <c:pt idx="1556">
                  <c:v>0.6431894571146044</c:v>
                </c:pt>
                <c:pt idx="1557">
                  <c:v>0.65186977026524862</c:v>
                </c:pt>
                <c:pt idx="1558">
                  <c:v>0.65305865624515713</c:v>
                </c:pt>
                <c:pt idx="1559">
                  <c:v>0.63066048287025134</c:v>
                </c:pt>
                <c:pt idx="1560">
                  <c:v>0.62044443588677667</c:v>
                </c:pt>
                <c:pt idx="1561">
                  <c:v>0.63559384186606327</c:v>
                </c:pt>
                <c:pt idx="1562">
                  <c:v>0.62818646167260839</c:v>
                </c:pt>
                <c:pt idx="1563">
                  <c:v>0.62664811241233609</c:v>
                </c:pt>
                <c:pt idx="1564">
                  <c:v>0.63406358586730871</c:v>
                </c:pt>
                <c:pt idx="1565">
                  <c:v>0.64299813640843062</c:v>
                </c:pt>
                <c:pt idx="1566">
                  <c:v>1.1264873401279496</c:v>
                </c:pt>
                <c:pt idx="1567">
                  <c:v>1.2157413493785654</c:v>
                </c:pt>
                <c:pt idx="1568">
                  <c:v>1.1000469545581644</c:v>
                </c:pt>
                <c:pt idx="1569">
                  <c:v>0.98977557507498815</c:v>
                </c:pt>
                <c:pt idx="1570">
                  <c:v>0.81273395993910369</c:v>
                </c:pt>
                <c:pt idx="1571">
                  <c:v>0.69766869170454704</c:v>
                </c:pt>
                <c:pt idx="1572">
                  <c:v>0.62767300708060114</c:v>
                </c:pt>
                <c:pt idx="1573">
                  <c:v>0.65186193775484502</c:v>
                </c:pt>
                <c:pt idx="1574">
                  <c:v>0.66630549219749891</c:v>
                </c:pt>
                <c:pt idx="1575">
                  <c:v>0.63402093081071398</c:v>
                </c:pt>
                <c:pt idx="1576">
                  <c:v>0.68454622798218934</c:v>
                </c:pt>
                <c:pt idx="1577">
                  <c:v>0.73219705844163074</c:v>
                </c:pt>
                <c:pt idx="1578">
                  <c:v>0.76179240557605676</c:v>
                </c:pt>
                <c:pt idx="1579">
                  <c:v>0.78665733013168315</c:v>
                </c:pt>
                <c:pt idx="1580">
                  <c:v>0.77611901852597087</c:v>
                </c:pt>
                <c:pt idx="1581">
                  <c:v>0.79405524898365143</c:v>
                </c:pt>
                <c:pt idx="1582">
                  <c:v>0.81289273581342469</c:v>
                </c:pt>
                <c:pt idx="1583">
                  <c:v>0.80914087063376994</c:v>
                </c:pt>
                <c:pt idx="1584">
                  <c:v>0.86277592583677054</c:v>
                </c:pt>
                <c:pt idx="1585">
                  <c:v>0.87305236515514295</c:v>
                </c:pt>
                <c:pt idx="1586">
                  <c:v>0.8732997782467582</c:v>
                </c:pt>
                <c:pt idx="1587">
                  <c:v>0.85259054675259727</c:v>
                </c:pt>
                <c:pt idx="1588">
                  <c:v>0.88899177623410408</c:v>
                </c:pt>
                <c:pt idx="1589">
                  <c:v>0.85993045958622694</c:v>
                </c:pt>
                <c:pt idx="1590">
                  <c:v>0.8470104322086115</c:v>
                </c:pt>
                <c:pt idx="1591">
                  <c:v>0.8433743246827663</c:v>
                </c:pt>
                <c:pt idx="1592">
                  <c:v>0.77111139216595059</c:v>
                </c:pt>
                <c:pt idx="1593">
                  <c:v>0.6714671920694899</c:v>
                </c:pt>
                <c:pt idx="1594">
                  <c:v>0.57236897062354442</c:v>
                </c:pt>
                <c:pt idx="1595">
                  <c:v>0.56028085074544509</c:v>
                </c:pt>
                <c:pt idx="1596">
                  <c:v>0.54433773952337017</c:v>
                </c:pt>
                <c:pt idx="1597">
                  <c:v>0.61988661239645282</c:v>
                </c:pt>
                <c:pt idx="1598">
                  <c:v>0.691946326240787</c:v>
                </c:pt>
                <c:pt idx="1599">
                  <c:v>0.70921347605995255</c:v>
                </c:pt>
                <c:pt idx="1600">
                  <c:v>0.77886671384218886</c:v>
                </c:pt>
                <c:pt idx="1601">
                  <c:v>0.82505381729002247</c:v>
                </c:pt>
                <c:pt idx="1602">
                  <c:v>0.84807832432492802</c:v>
                </c:pt>
                <c:pt idx="1603">
                  <c:v>0.85562630024074682</c:v>
                </c:pt>
                <c:pt idx="1604">
                  <c:v>0.8392843436407601</c:v>
                </c:pt>
                <c:pt idx="1605">
                  <c:v>0.68966643672851169</c:v>
                </c:pt>
                <c:pt idx="1606">
                  <c:v>0.64490822677401238</c:v>
                </c:pt>
                <c:pt idx="1607">
                  <c:v>0.62021381772334405</c:v>
                </c:pt>
                <c:pt idx="1608">
                  <c:v>0.59130612212949163</c:v>
                </c:pt>
                <c:pt idx="1609">
                  <c:v>0.58618079469178652</c:v>
                </c:pt>
                <c:pt idx="1610">
                  <c:v>0.60173104759216411</c:v>
                </c:pt>
                <c:pt idx="1611">
                  <c:v>0.65500718075428144</c:v>
                </c:pt>
                <c:pt idx="1612">
                  <c:v>0.79511334276444823</c:v>
                </c:pt>
                <c:pt idx="1613">
                  <c:v>0.87923694923090445</c:v>
                </c:pt>
                <c:pt idx="1614">
                  <c:v>0.86115500014121682</c:v>
                </c:pt>
                <c:pt idx="1615">
                  <c:v>0.80009056415440183</c:v>
                </c:pt>
                <c:pt idx="1616">
                  <c:v>0.7192962890470127</c:v>
                </c:pt>
                <c:pt idx="1617">
                  <c:v>0.66679025727721686</c:v>
                </c:pt>
                <c:pt idx="1618">
                  <c:v>0.6778455339735161</c:v>
                </c:pt>
                <c:pt idx="1619">
                  <c:v>0.82520926587012955</c:v>
                </c:pt>
                <c:pt idx="1620">
                  <c:v>0.99522122006712099</c:v>
                </c:pt>
                <c:pt idx="1621">
                  <c:v>0.86715974938807416</c:v>
                </c:pt>
                <c:pt idx="1622">
                  <c:v>0.72171372146819324</c:v>
                </c:pt>
                <c:pt idx="1623">
                  <c:v>0.79240253243343295</c:v>
                </c:pt>
                <c:pt idx="1624">
                  <c:v>0.72318315280335987</c:v>
                </c:pt>
                <c:pt idx="1625">
                  <c:v>0.77972494443742879</c:v>
                </c:pt>
                <c:pt idx="1626">
                  <c:v>0.79293695810790654</c:v>
                </c:pt>
                <c:pt idx="1627">
                  <c:v>0.790515490518653</c:v>
                </c:pt>
                <c:pt idx="1628">
                  <c:v>0.79311216609400181</c:v>
                </c:pt>
                <c:pt idx="1629">
                  <c:v>0.79012144320219679</c:v>
                </c:pt>
                <c:pt idx="1630">
                  <c:v>0.82747431602556221</c:v>
                </c:pt>
                <c:pt idx="1631">
                  <c:v>0.8049000058447936</c:v>
                </c:pt>
                <c:pt idx="1632">
                  <c:v>0.80295115072280399</c:v>
                </c:pt>
                <c:pt idx="1633">
                  <c:v>0.81678522417586208</c:v>
                </c:pt>
                <c:pt idx="1634">
                  <c:v>0.82010376679334229</c:v>
                </c:pt>
                <c:pt idx="1635">
                  <c:v>0.84442816931951181</c:v>
                </c:pt>
                <c:pt idx="1636">
                  <c:v>0.84295760235577588</c:v>
                </c:pt>
                <c:pt idx="1637">
                  <c:v>0.83103433233088131</c:v>
                </c:pt>
                <c:pt idx="1638">
                  <c:v>0.82364990983113973</c:v>
                </c:pt>
                <c:pt idx="1639">
                  <c:v>0.85558171069438926</c:v>
                </c:pt>
                <c:pt idx="1640">
                  <c:v>0.90332032759871972</c:v>
                </c:pt>
                <c:pt idx="1641">
                  <c:v>0.91148483057047403</c:v>
                </c:pt>
                <c:pt idx="1642">
                  <c:v>0.76868506132462788</c:v>
                </c:pt>
                <c:pt idx="1643">
                  <c:v>0.53359115301476157</c:v>
                </c:pt>
                <c:pt idx="1644">
                  <c:v>0.41564661999114755</c:v>
                </c:pt>
                <c:pt idx="1645">
                  <c:v>0.34254092535620939</c:v>
                </c:pt>
                <c:pt idx="1646">
                  <c:v>0.34326104649462036</c:v>
                </c:pt>
                <c:pt idx="1647">
                  <c:v>0.35711014576881744</c:v>
                </c:pt>
                <c:pt idx="1648">
                  <c:v>0.40816061195663089</c:v>
                </c:pt>
                <c:pt idx="1649">
                  <c:v>0.21334854784992127</c:v>
                </c:pt>
                <c:pt idx="1650">
                  <c:v>0.47641992128884197</c:v>
                </c:pt>
                <c:pt idx="1651">
                  <c:v>0.52694979543371911</c:v>
                </c:pt>
                <c:pt idx="1652">
                  <c:v>0.55460361761267041</c:v>
                </c:pt>
                <c:pt idx="1653">
                  <c:v>0.63045844888120495</c:v>
                </c:pt>
                <c:pt idx="1654">
                  <c:v>1.007056772777253</c:v>
                </c:pt>
                <c:pt idx="1655">
                  <c:v>1.259739919976701</c:v>
                </c:pt>
                <c:pt idx="1656">
                  <c:v>1.3063524224368197</c:v>
                </c:pt>
                <c:pt idx="1657">
                  <c:v>1.37780690216594</c:v>
                </c:pt>
                <c:pt idx="1658">
                  <c:v>1.4281236839756146</c:v>
                </c:pt>
                <c:pt idx="1659">
                  <c:v>1.4814844378935264</c:v>
                </c:pt>
                <c:pt idx="1660">
                  <c:v>1.5107631294897179</c:v>
                </c:pt>
                <c:pt idx="1661">
                  <c:v>1.5772504332497059</c:v>
                </c:pt>
                <c:pt idx="1662">
                  <c:v>1.6507443751773654</c:v>
                </c:pt>
                <c:pt idx="1663">
                  <c:v>1.7063660614095348</c:v>
                </c:pt>
                <c:pt idx="1664">
                  <c:v>1.5469189236736698</c:v>
                </c:pt>
                <c:pt idx="1665">
                  <c:v>1.4977753738447606</c:v>
                </c:pt>
                <c:pt idx="1666">
                  <c:v>1.4812730109148144</c:v>
                </c:pt>
                <c:pt idx="1667">
                  <c:v>1.3856314843599258</c:v>
                </c:pt>
                <c:pt idx="1668">
                  <c:v>1.2375783629789221</c:v>
                </c:pt>
                <c:pt idx="1669">
                  <c:v>1.1900610347663048</c:v>
                </c:pt>
                <c:pt idx="1670">
                  <c:v>1.2079868011522714</c:v>
                </c:pt>
                <c:pt idx="1671">
                  <c:v>1.2158777154824658</c:v>
                </c:pt>
                <c:pt idx="1672">
                  <c:v>1.2282717727705916</c:v>
                </c:pt>
                <c:pt idx="1673">
                  <c:v>1.3820118853216146</c:v>
                </c:pt>
                <c:pt idx="1674">
                  <c:v>1.5758392344381904</c:v>
                </c:pt>
                <c:pt idx="1675">
                  <c:v>1.7052429533259552</c:v>
                </c:pt>
                <c:pt idx="1676">
                  <c:v>1.8933154221402564</c:v>
                </c:pt>
                <c:pt idx="1677">
                  <c:v>1.9877639786234131</c:v>
                </c:pt>
                <c:pt idx="1678">
                  <c:v>2.0437320670472126</c:v>
                </c:pt>
                <c:pt idx="1679">
                  <c:v>2.0422856961214575</c:v>
                </c:pt>
                <c:pt idx="1680">
                  <c:v>2.1388338100245137</c:v>
                </c:pt>
                <c:pt idx="1681">
                  <c:v>2.217093211387136</c:v>
                </c:pt>
                <c:pt idx="1682">
                  <c:v>2.1401521663293259</c:v>
                </c:pt>
                <c:pt idx="1683">
                  <c:v>2.1650470240940511</c:v>
                </c:pt>
                <c:pt idx="1684">
                  <c:v>2.2293655837422972</c:v>
                </c:pt>
                <c:pt idx="1685">
                  <c:v>2.2343796950844075</c:v>
                </c:pt>
                <c:pt idx="1686">
                  <c:v>2.2161704013537764</c:v>
                </c:pt>
                <c:pt idx="1687">
                  <c:v>2.2137394086627236</c:v>
                </c:pt>
                <c:pt idx="1688">
                  <c:v>2.1853867807981091</c:v>
                </c:pt>
                <c:pt idx="1689">
                  <c:v>2.0910975910318315</c:v>
                </c:pt>
                <c:pt idx="1690">
                  <c:v>1.9152467546138237</c:v>
                </c:pt>
                <c:pt idx="1691">
                  <c:v>1.8131722821726142</c:v>
                </c:pt>
                <c:pt idx="1692">
                  <c:v>1.6890932141117243</c:v>
                </c:pt>
                <c:pt idx="1693">
                  <c:v>1.5575539288194391</c:v>
                </c:pt>
                <c:pt idx="1694">
                  <c:v>1.5331245071010873</c:v>
                </c:pt>
                <c:pt idx="1695">
                  <c:v>1.5107781264083504</c:v>
                </c:pt>
                <c:pt idx="1696">
                  <c:v>1.5493649528382278</c:v>
                </c:pt>
                <c:pt idx="1697">
                  <c:v>1.7187083771232958</c:v>
                </c:pt>
                <c:pt idx="1698">
                  <c:v>1.7788562429244612</c:v>
                </c:pt>
                <c:pt idx="1699">
                  <c:v>1.8687188388308378</c:v>
                </c:pt>
                <c:pt idx="1700">
                  <c:v>2.0010134923026666</c:v>
                </c:pt>
                <c:pt idx="1701">
                  <c:v>2.0449378166361796</c:v>
                </c:pt>
                <c:pt idx="1702">
                  <c:v>2.0514942360737205</c:v>
                </c:pt>
                <c:pt idx="1703">
                  <c:v>2.0432164795708117</c:v>
                </c:pt>
                <c:pt idx="1704">
                  <c:v>2.0680089454442134</c:v>
                </c:pt>
                <c:pt idx="1705">
                  <c:v>2.0893566777090773</c:v>
                </c:pt>
                <c:pt idx="1706">
                  <c:v>2.1283792876496035</c:v>
                </c:pt>
                <c:pt idx="1707">
                  <c:v>2.1352319576502325</c:v>
                </c:pt>
                <c:pt idx="1708">
                  <c:v>2.1395794076998897</c:v>
                </c:pt>
                <c:pt idx="1709">
                  <c:v>2.1153986307261512</c:v>
                </c:pt>
                <c:pt idx="1710">
                  <c:v>2.117226091111363</c:v>
                </c:pt>
                <c:pt idx="1711">
                  <c:v>2.0839108956729109</c:v>
                </c:pt>
                <c:pt idx="1712">
                  <c:v>2.0346329728390558</c:v>
                </c:pt>
                <c:pt idx="1713">
                  <c:v>2.0488067965179795</c:v>
                </c:pt>
                <c:pt idx="1714">
                  <c:v>1.9569209546625881</c:v>
                </c:pt>
                <c:pt idx="1715">
                  <c:v>1.9406691169165011</c:v>
                </c:pt>
                <c:pt idx="1716">
                  <c:v>1.9266590741139682</c:v>
                </c:pt>
                <c:pt idx="1717">
                  <c:v>1.8721616123469034</c:v>
                </c:pt>
                <c:pt idx="1718">
                  <c:v>1.8068166911193311</c:v>
                </c:pt>
                <c:pt idx="1719">
                  <c:v>1.6884261918401753</c:v>
                </c:pt>
                <c:pt idx="1720">
                  <c:v>1.7959028059566651</c:v>
                </c:pt>
                <c:pt idx="1721">
                  <c:v>1.7895106847077136</c:v>
                </c:pt>
                <c:pt idx="1722">
                  <c:v>1.7909600238639671</c:v>
                </c:pt>
                <c:pt idx="1723">
                  <c:v>1.8093479862355466</c:v>
                </c:pt>
                <c:pt idx="1724">
                  <c:v>1.8019912830193314</c:v>
                </c:pt>
                <c:pt idx="1725">
                  <c:v>1.7550761501252308</c:v>
                </c:pt>
                <c:pt idx="1726">
                  <c:v>1.7762637721188839</c:v>
                </c:pt>
                <c:pt idx="1727">
                  <c:v>1.8282886744150197</c:v>
                </c:pt>
                <c:pt idx="1728">
                  <c:v>1.8946093103068651</c:v>
                </c:pt>
                <c:pt idx="1729">
                  <c:v>1.9041229192142941</c:v>
                </c:pt>
                <c:pt idx="1730">
                  <c:v>1.9625938884556959</c:v>
                </c:pt>
                <c:pt idx="1731">
                  <c:v>2.0579257868942631</c:v>
                </c:pt>
                <c:pt idx="1732">
                  <c:v>2.1149265146789498</c:v>
                </c:pt>
                <c:pt idx="1733">
                  <c:v>2.1086860522778843</c:v>
                </c:pt>
                <c:pt idx="1734">
                  <c:v>2.0984662672889947</c:v>
                </c:pt>
                <c:pt idx="1735">
                  <c:v>2.1897263015695723</c:v>
                </c:pt>
                <c:pt idx="1736">
                  <c:v>2.0986165843205415</c:v>
                </c:pt>
                <c:pt idx="1737">
                  <c:v>1.9127142548497353</c:v>
                </c:pt>
                <c:pt idx="1738">
                  <c:v>1.7652201388205879</c:v>
                </c:pt>
                <c:pt idx="1739">
                  <c:v>1.6661812700895033</c:v>
                </c:pt>
                <c:pt idx="1740">
                  <c:v>1.5481043872378002</c:v>
                </c:pt>
                <c:pt idx="1741">
                  <c:v>1.389955472107463</c:v>
                </c:pt>
                <c:pt idx="1742">
                  <c:v>1.3479002885552411</c:v>
                </c:pt>
                <c:pt idx="1743">
                  <c:v>1.3674214155397855</c:v>
                </c:pt>
                <c:pt idx="1744">
                  <c:v>1.3283582401778364</c:v>
                </c:pt>
                <c:pt idx="1745">
                  <c:v>1.4118605332397232</c:v>
                </c:pt>
                <c:pt idx="1746">
                  <c:v>1.4670481975547141</c:v>
                </c:pt>
                <c:pt idx="1747">
                  <c:v>1.5328813322268315</c:v>
                </c:pt>
                <c:pt idx="1748">
                  <c:v>1.6203164059597117</c:v>
                </c:pt>
                <c:pt idx="1749">
                  <c:v>1.71262497037815</c:v>
                </c:pt>
                <c:pt idx="1750">
                  <c:v>1.7378413817946288</c:v>
                </c:pt>
                <c:pt idx="1751">
                  <c:v>1.7541815610658933</c:v>
                </c:pt>
                <c:pt idx="1752">
                  <c:v>1.80330405879696</c:v>
                </c:pt>
                <c:pt idx="1753">
                  <c:v>1.8258468952594751</c:v>
                </c:pt>
                <c:pt idx="1754">
                  <c:v>1.9131292453655369</c:v>
                </c:pt>
                <c:pt idx="1755">
                  <c:v>1.9037450521058914</c:v>
                </c:pt>
                <c:pt idx="1756">
                  <c:v>1.9731405684223349</c:v>
                </c:pt>
                <c:pt idx="1757">
                  <c:v>1.949814052290139</c:v>
                </c:pt>
                <c:pt idx="1758">
                  <c:v>1.9660204196558519</c:v>
                </c:pt>
                <c:pt idx="1759">
                  <c:v>2.0380631132284281</c:v>
                </c:pt>
                <c:pt idx="1760">
                  <c:v>2.0361493354152933</c:v>
                </c:pt>
                <c:pt idx="1761">
                  <c:v>1.7785611042713816</c:v>
                </c:pt>
                <c:pt idx="1762">
                  <c:v>1.5478514740465605</c:v>
                </c:pt>
                <c:pt idx="1763">
                  <c:v>1.5057057378236456</c:v>
                </c:pt>
                <c:pt idx="1764">
                  <c:v>1.2791337656604322</c:v>
                </c:pt>
                <c:pt idx="1765">
                  <c:v>1.1912669530625404</c:v>
                </c:pt>
                <c:pt idx="1766">
                  <c:v>1.0847241503973424</c:v>
                </c:pt>
                <c:pt idx="1767">
                  <c:v>1.0365176918520516</c:v>
                </c:pt>
                <c:pt idx="1768">
                  <c:v>1.1303732379355793</c:v>
                </c:pt>
                <c:pt idx="1769">
                  <c:v>1.2110203395134014</c:v>
                </c:pt>
                <c:pt idx="1770">
                  <c:v>1.3292697503777686</c:v>
                </c:pt>
                <c:pt idx="1771">
                  <c:v>1.4490990722295711</c:v>
                </c:pt>
                <c:pt idx="1772">
                  <c:v>1.520778824992028</c:v>
                </c:pt>
                <c:pt idx="1773">
                  <c:v>1.706446703738383</c:v>
                </c:pt>
                <c:pt idx="1774">
                  <c:v>1.9331332774481609</c:v>
                </c:pt>
                <c:pt idx="1775">
                  <c:v>1.8964485991563251</c:v>
                </c:pt>
                <c:pt idx="1776">
                  <c:v>1.9485311564430434</c:v>
                </c:pt>
                <c:pt idx="1777">
                  <c:v>2.0274236343758538</c:v>
                </c:pt>
                <c:pt idx="1778">
                  <c:v>2.0172707259738694</c:v>
                </c:pt>
                <c:pt idx="1779">
                  <c:v>1.9750122542820914</c:v>
                </c:pt>
                <c:pt idx="1780">
                  <c:v>2.0289750280322716</c:v>
                </c:pt>
                <c:pt idx="1781">
                  <c:v>2.0538036078310067</c:v>
                </c:pt>
                <c:pt idx="1782">
                  <c:v>1.9802987328845434</c:v>
                </c:pt>
                <c:pt idx="1783">
                  <c:v>2.5876823801682991</c:v>
                </c:pt>
                <c:pt idx="1784">
                  <c:v>1.1555097887524635</c:v>
                </c:pt>
                <c:pt idx="1785">
                  <c:v>0.86240170004132188</c:v>
                </c:pt>
                <c:pt idx="1786">
                  <c:v>0.86720776781796793</c:v>
                </c:pt>
                <c:pt idx="1787">
                  <c:v>0.81374411076249986</c:v>
                </c:pt>
                <c:pt idx="1788">
                  <c:v>0.68787266386347456</c:v>
                </c:pt>
                <c:pt idx="1789">
                  <c:v>0.56757797997773018</c:v>
                </c:pt>
                <c:pt idx="1790">
                  <c:v>0.54382208409062449</c:v>
                </c:pt>
                <c:pt idx="1791">
                  <c:v>0.53194547421345928</c:v>
                </c:pt>
                <c:pt idx="1792">
                  <c:v>0.59523843460242321</c:v>
                </c:pt>
                <c:pt idx="1793">
                  <c:v>0.54805641633255786</c:v>
                </c:pt>
                <c:pt idx="1794">
                  <c:v>0.51202252866945897</c:v>
                </c:pt>
                <c:pt idx="1795">
                  <c:v>0.46139743967437541</c:v>
                </c:pt>
                <c:pt idx="1796">
                  <c:v>0.48579771253560344</c:v>
                </c:pt>
                <c:pt idx="1797">
                  <c:v>0.48695703015856456</c:v>
                </c:pt>
                <c:pt idx="1798">
                  <c:v>0.47075680875325493</c:v>
                </c:pt>
                <c:pt idx="1799">
                  <c:v>0.4427316757264288</c:v>
                </c:pt>
                <c:pt idx="1800">
                  <c:v>0.47899716558283811</c:v>
                </c:pt>
                <c:pt idx="1801">
                  <c:v>0.53108715879877677</c:v>
                </c:pt>
                <c:pt idx="1802">
                  <c:v>0.55528881978089395</c:v>
                </c:pt>
                <c:pt idx="1803">
                  <c:v>0.56434430107532718</c:v>
                </c:pt>
                <c:pt idx="1804">
                  <c:v>0.56440511491427814</c:v>
                </c:pt>
                <c:pt idx="1805">
                  <c:v>0.57994080996678532</c:v>
                </c:pt>
                <c:pt idx="1806">
                  <c:v>0.62764108791387663</c:v>
                </c:pt>
                <c:pt idx="1807">
                  <c:v>0.70695091767921903</c:v>
                </c:pt>
                <c:pt idx="1808">
                  <c:v>0.59588367614293702</c:v>
                </c:pt>
                <c:pt idx="1809">
                  <c:v>0.55464005993982479</c:v>
                </c:pt>
                <c:pt idx="1810">
                  <c:v>0.52002633228420592</c:v>
                </c:pt>
                <c:pt idx="1811">
                  <c:v>0.45876941251952941</c:v>
                </c:pt>
                <c:pt idx="1812">
                  <c:v>0.41884911900002791</c:v>
                </c:pt>
                <c:pt idx="1813">
                  <c:v>0.42611983964841604</c:v>
                </c:pt>
                <c:pt idx="1814">
                  <c:v>0.37419712641563274</c:v>
                </c:pt>
                <c:pt idx="1815">
                  <c:v>0.40840623370177942</c:v>
                </c:pt>
                <c:pt idx="1816">
                  <c:v>0.41337629018108446</c:v>
                </c:pt>
                <c:pt idx="1817">
                  <c:v>0.44609349500843593</c:v>
                </c:pt>
                <c:pt idx="1818">
                  <c:v>0.49390287578978637</c:v>
                </c:pt>
                <c:pt idx="1819">
                  <c:v>0.5215394816678558</c:v>
                </c:pt>
                <c:pt idx="1820">
                  <c:v>0.53420612849391658</c:v>
                </c:pt>
                <c:pt idx="1821">
                  <c:v>0.54725625566310376</c:v>
                </c:pt>
                <c:pt idx="1822">
                  <c:v>0.54044303876914335</c:v>
                </c:pt>
                <c:pt idx="1823">
                  <c:v>0.52851474911988594</c:v>
                </c:pt>
                <c:pt idx="1824">
                  <c:v>0.55252431147052772</c:v>
                </c:pt>
                <c:pt idx="1825">
                  <c:v>0.56427428334150198</c:v>
                </c:pt>
                <c:pt idx="1826">
                  <c:v>0.5687607814043294</c:v>
                </c:pt>
                <c:pt idx="1827">
                  <c:v>0.56953393154597431</c:v>
                </c:pt>
                <c:pt idx="1828">
                  <c:v>0.5800148716748702</c:v>
                </c:pt>
                <c:pt idx="1829">
                  <c:v>0.58255180784849858</c:v>
                </c:pt>
                <c:pt idx="1830">
                  <c:v>0.58273049220579753</c:v>
                </c:pt>
                <c:pt idx="1831">
                  <c:v>0.61754836986056372</c:v>
                </c:pt>
                <c:pt idx="1832">
                  <c:v>0.68774017425086909</c:v>
                </c:pt>
                <c:pt idx="1833">
                  <c:v>0.71387136835064691</c:v>
                </c:pt>
                <c:pt idx="1834">
                  <c:v>0.70270749043702252</c:v>
                </c:pt>
                <c:pt idx="1835">
                  <c:v>0.71474427829980591</c:v>
                </c:pt>
                <c:pt idx="1836">
                  <c:v>0.68188124367616021</c:v>
                </c:pt>
                <c:pt idx="1837">
                  <c:v>0.6594240431511128</c:v>
                </c:pt>
                <c:pt idx="1838">
                  <c:v>0.65024337138466481</c:v>
                </c:pt>
                <c:pt idx="1839">
                  <c:v>0.58111620393285812</c:v>
                </c:pt>
                <c:pt idx="1840">
                  <c:v>0.61544246602794983</c:v>
                </c:pt>
                <c:pt idx="1841">
                  <c:v>0.63631484770862146</c:v>
                </c:pt>
                <c:pt idx="1842">
                  <c:v>0.64269538819450645</c:v>
                </c:pt>
                <c:pt idx="1843">
                  <c:v>0.63319815888343645</c:v>
                </c:pt>
                <c:pt idx="1844">
                  <c:v>0.65672032904243582</c:v>
                </c:pt>
                <c:pt idx="1845">
                  <c:v>0.66749765513070913</c:v>
                </c:pt>
                <c:pt idx="1846">
                  <c:v>0.68019347438486755</c:v>
                </c:pt>
                <c:pt idx="1847">
                  <c:v>0.67156437128731272</c:v>
                </c:pt>
                <c:pt idx="1848">
                  <c:v>0.68631312474617057</c:v>
                </c:pt>
                <c:pt idx="1849">
                  <c:v>0.69732379676055389</c:v>
                </c:pt>
                <c:pt idx="1850">
                  <c:v>0.70225004347814035</c:v>
                </c:pt>
                <c:pt idx="1851">
                  <c:v>0.68140506326269223</c:v>
                </c:pt>
                <c:pt idx="1852">
                  <c:v>0.69237281741612255</c:v>
                </c:pt>
                <c:pt idx="1853">
                  <c:v>0.69570807613046026</c:v>
                </c:pt>
                <c:pt idx="1854">
                  <c:v>0.70369090786607558</c:v>
                </c:pt>
                <c:pt idx="1855">
                  <c:v>0.71845671107798559</c:v>
                </c:pt>
                <c:pt idx="1856">
                  <c:v>0.7038538544750822</c:v>
                </c:pt>
                <c:pt idx="1857">
                  <c:v>0.69081002538149616</c:v>
                </c:pt>
                <c:pt idx="1858">
                  <c:v>0.66431446993350374</c:v>
                </c:pt>
                <c:pt idx="1859">
                  <c:v>0.66496298412107802</c:v>
                </c:pt>
                <c:pt idx="1860">
                  <c:v>0.65363884200347555</c:v>
                </c:pt>
                <c:pt idx="1861">
                  <c:v>0.66310615286677088</c:v>
                </c:pt>
                <c:pt idx="1862">
                  <c:v>0.63419418212004997</c:v>
                </c:pt>
                <c:pt idx="1863">
                  <c:v>0.62976796638411237</c:v>
                </c:pt>
                <c:pt idx="1864">
                  <c:v>0.65532688949975704</c:v>
                </c:pt>
                <c:pt idx="1865">
                  <c:v>0.64543664734209139</c:v>
                </c:pt>
                <c:pt idx="1866">
                  <c:v>0.62623406683745841</c:v>
                </c:pt>
                <c:pt idx="1867">
                  <c:v>0.64672046870136879</c:v>
                </c:pt>
                <c:pt idx="1868">
                  <c:v>0.65578635206924696</c:v>
                </c:pt>
                <c:pt idx="1869">
                  <c:v>0.64261568727733109</c:v>
                </c:pt>
                <c:pt idx="1870">
                  <c:v>0.63382943859100382</c:v>
                </c:pt>
                <c:pt idx="1871">
                  <c:v>0.63832773650877372</c:v>
                </c:pt>
                <c:pt idx="1872">
                  <c:v>0.63885716331706444</c:v>
                </c:pt>
                <c:pt idx="1873">
                  <c:v>0.64068166163498541</c:v>
                </c:pt>
                <c:pt idx="1874">
                  <c:v>0.6355143624753955</c:v>
                </c:pt>
                <c:pt idx="1875">
                  <c:v>0.65878400876989485</c:v>
                </c:pt>
                <c:pt idx="1876">
                  <c:v>0.66830512547571408</c:v>
                </c:pt>
                <c:pt idx="1877">
                  <c:v>0.65356542564950537</c:v>
                </c:pt>
                <c:pt idx="1878">
                  <c:v>0.66432434821292674</c:v>
                </c:pt>
                <c:pt idx="1879">
                  <c:v>0.67275711438998997</c:v>
                </c:pt>
                <c:pt idx="1880">
                  <c:v>0.68919941018949427</c:v>
                </c:pt>
                <c:pt idx="1881">
                  <c:v>0.71226528074480633</c:v>
                </c:pt>
                <c:pt idx="1882">
                  <c:v>0.67329086417968964</c:v>
                </c:pt>
                <c:pt idx="1883">
                  <c:v>0.62524686190219425</c:v>
                </c:pt>
                <c:pt idx="1884">
                  <c:v>0.59390231626659051</c:v>
                </c:pt>
                <c:pt idx="1885">
                  <c:v>0.53224088734153974</c:v>
                </c:pt>
                <c:pt idx="1886">
                  <c:v>0.50938368647543486</c:v>
                </c:pt>
                <c:pt idx="1887">
                  <c:v>0.51701931216887498</c:v>
                </c:pt>
                <c:pt idx="1888">
                  <c:v>0.56759872229843356</c:v>
                </c:pt>
                <c:pt idx="1889">
                  <c:v>0.56886257654761596</c:v>
                </c:pt>
                <c:pt idx="1890">
                  <c:v>0.59245663059678211</c:v>
                </c:pt>
                <c:pt idx="1891">
                  <c:v>0.63372674799149264</c:v>
                </c:pt>
                <c:pt idx="1892">
                  <c:v>0.6145073561324299</c:v>
                </c:pt>
                <c:pt idx="1893">
                  <c:v>0.69583935684121279</c:v>
                </c:pt>
                <c:pt idx="1894">
                  <c:v>0.71402389650030595</c:v>
                </c:pt>
                <c:pt idx="1895">
                  <c:v>0.71490846549602938</c:v>
                </c:pt>
                <c:pt idx="1896">
                  <c:v>0.70918678779054023</c:v>
                </c:pt>
                <c:pt idx="1897">
                  <c:v>0.71048638113241491</c:v>
                </c:pt>
                <c:pt idx="1898">
                  <c:v>0.70587121726210011</c:v>
                </c:pt>
                <c:pt idx="1899">
                  <c:v>0.72664380961249608</c:v>
                </c:pt>
                <c:pt idx="1900">
                  <c:v>0.71557324024723223</c:v>
                </c:pt>
                <c:pt idx="1901">
                  <c:v>0.75076865403556248</c:v>
                </c:pt>
                <c:pt idx="1902">
                  <c:v>0.74902389372437161</c:v>
                </c:pt>
                <c:pt idx="1903">
                  <c:v>0.73545696668584215</c:v>
                </c:pt>
                <c:pt idx="1904">
                  <c:v>0.76532397483544512</c:v>
                </c:pt>
                <c:pt idx="1905">
                  <c:v>0.6950944680998854</c:v>
                </c:pt>
                <c:pt idx="1906">
                  <c:v>0.70967304471438564</c:v>
                </c:pt>
                <c:pt idx="1907">
                  <c:v>0.66864353950342659</c:v>
                </c:pt>
                <c:pt idx="1908">
                  <c:v>0.64171430062430579</c:v>
                </c:pt>
                <c:pt idx="1909">
                  <c:v>0.58382857155409085</c:v>
                </c:pt>
                <c:pt idx="1910">
                  <c:v>0.53519712036089839</c:v>
                </c:pt>
                <c:pt idx="1911">
                  <c:v>0.58315146758121106</c:v>
                </c:pt>
                <c:pt idx="1912">
                  <c:v>0.5336040461788859</c:v>
                </c:pt>
                <c:pt idx="1913">
                  <c:v>0.53838083118152535</c:v>
                </c:pt>
                <c:pt idx="1914">
                  <c:v>0.54990663564697628</c:v>
                </c:pt>
                <c:pt idx="1915">
                  <c:v>0.56480940178333117</c:v>
                </c:pt>
                <c:pt idx="1916">
                  <c:v>0.5745241297740119</c:v>
                </c:pt>
                <c:pt idx="1917">
                  <c:v>0.65197364175283501</c:v>
                </c:pt>
                <c:pt idx="1918">
                  <c:v>0.66517534954284996</c:v>
                </c:pt>
                <c:pt idx="1919">
                  <c:v>0.67530371826047952</c:v>
                </c:pt>
                <c:pt idx="1920">
                  <c:v>0.65889076923312795</c:v>
                </c:pt>
                <c:pt idx="1921">
                  <c:v>0.6631016681285854</c:v>
                </c:pt>
                <c:pt idx="1922">
                  <c:v>0.65845258951979246</c:v>
                </c:pt>
                <c:pt idx="1923">
                  <c:v>0.72989504471975086</c:v>
                </c:pt>
                <c:pt idx="1924">
                  <c:v>0.77860633262693513</c:v>
                </c:pt>
                <c:pt idx="1925">
                  <c:v>0.77354099688903066</c:v>
                </c:pt>
                <c:pt idx="1926">
                  <c:v>0.76252539075734183</c:v>
                </c:pt>
                <c:pt idx="1927">
                  <c:v>0.75146482663386649</c:v>
                </c:pt>
                <c:pt idx="1928">
                  <c:v>0.74768953718232278</c:v>
                </c:pt>
                <c:pt idx="1929">
                  <c:v>0.78661730710077038</c:v>
                </c:pt>
                <c:pt idx="1930">
                  <c:v>0.78058465604841476</c:v>
                </c:pt>
                <c:pt idx="1931">
                  <c:v>0.75631262869301685</c:v>
                </c:pt>
                <c:pt idx="1932">
                  <c:v>0.73845287394938663</c:v>
                </c:pt>
                <c:pt idx="1933">
                  <c:v>0.65666487926366657</c:v>
                </c:pt>
                <c:pt idx="1934">
                  <c:v>0.79119360622603507</c:v>
                </c:pt>
                <c:pt idx="1935">
                  <c:v>0.7334618193085165</c:v>
                </c:pt>
                <c:pt idx="1936">
                  <c:v>0.70561811129349583</c:v>
                </c:pt>
                <c:pt idx="1937">
                  <c:v>0.67064364031178147</c:v>
                </c:pt>
                <c:pt idx="1938">
                  <c:v>0.73035613072825978</c:v>
                </c:pt>
                <c:pt idx="1939">
                  <c:v>0.68618381638299175</c:v>
                </c:pt>
                <c:pt idx="1940">
                  <c:v>0.70891836360210903</c:v>
                </c:pt>
                <c:pt idx="1941">
                  <c:v>0.82982201372200937</c:v>
                </c:pt>
                <c:pt idx="1942">
                  <c:v>0.87584039819745896</c:v>
                </c:pt>
                <c:pt idx="1943">
                  <c:v>0.86032364668303951</c:v>
                </c:pt>
                <c:pt idx="1944">
                  <c:v>0.88251122393446546</c:v>
                </c:pt>
                <c:pt idx="1945">
                  <c:v>0.85189188473051303</c:v>
                </c:pt>
                <c:pt idx="1946">
                  <c:v>0.86037128736087187</c:v>
                </c:pt>
                <c:pt idx="1947">
                  <c:v>0.918736415155748</c:v>
                </c:pt>
                <c:pt idx="1948">
                  <c:v>0.94073716926347384</c:v>
                </c:pt>
                <c:pt idx="1949">
                  <c:v>0.95517008651683144</c:v>
                </c:pt>
                <c:pt idx="1950">
                  <c:v>0.91339442145601757</c:v>
                </c:pt>
                <c:pt idx="1951">
                  <c:v>0.87562684927229062</c:v>
                </c:pt>
                <c:pt idx="1952">
                  <c:v>0.8348902266325221</c:v>
                </c:pt>
                <c:pt idx="1953">
                  <c:v>0.85038235759800551</c:v>
                </c:pt>
                <c:pt idx="1954">
                  <c:v>0.75390680763662477</c:v>
                </c:pt>
                <c:pt idx="1955">
                  <c:v>0.65769626610543308</c:v>
                </c:pt>
                <c:pt idx="1956">
                  <c:v>0.65583792635217208</c:v>
                </c:pt>
                <c:pt idx="1957">
                  <c:v>0.70553556375310467</c:v>
                </c:pt>
                <c:pt idx="1958">
                  <c:v>0.62927476407232619</c:v>
                </c:pt>
                <c:pt idx="1959">
                  <c:v>0.59114782975890257</c:v>
                </c:pt>
                <c:pt idx="1960">
                  <c:v>0.57020880319945688</c:v>
                </c:pt>
                <c:pt idx="1961">
                  <c:v>0.58620453136944906</c:v>
                </c:pt>
                <c:pt idx="1962">
                  <c:v>0.61502038125884106</c:v>
                </c:pt>
                <c:pt idx="1963">
                  <c:v>0.64787756111152606</c:v>
                </c:pt>
                <c:pt idx="1964">
                  <c:v>0.71334753565033138</c:v>
                </c:pt>
                <c:pt idx="1965">
                  <c:v>0.73357675329022953</c:v>
                </c:pt>
                <c:pt idx="1966">
                  <c:v>0.7802772972236125</c:v>
                </c:pt>
                <c:pt idx="1967">
                  <c:v>0.83553591335743116</c:v>
                </c:pt>
                <c:pt idx="1968">
                  <c:v>0.8445552095398815</c:v>
                </c:pt>
                <c:pt idx="1969">
                  <c:v>0.87566304596570199</c:v>
                </c:pt>
                <c:pt idx="1970">
                  <c:v>0.8591748279953817</c:v>
                </c:pt>
                <c:pt idx="1971">
                  <c:v>0.88854985844694279</c:v>
                </c:pt>
                <c:pt idx="1972">
                  <c:v>0.95506667039548654</c:v>
                </c:pt>
                <c:pt idx="1973">
                  <c:v>0.95673728850271766</c:v>
                </c:pt>
                <c:pt idx="1974">
                  <c:v>0.93745437602288062</c:v>
                </c:pt>
                <c:pt idx="1975">
                  <c:v>0.99255461859182681</c:v>
                </c:pt>
                <c:pt idx="1976">
                  <c:v>1.0268647420804871</c:v>
                </c:pt>
                <c:pt idx="1977">
                  <c:v>1.045868475034007</c:v>
                </c:pt>
                <c:pt idx="1978">
                  <c:v>0.93320608949326245</c:v>
                </c:pt>
                <c:pt idx="1979">
                  <c:v>0.95997507670889881</c:v>
                </c:pt>
                <c:pt idx="1980">
                  <c:v>0.84886121905093026</c:v>
                </c:pt>
                <c:pt idx="1981">
                  <c:v>0.87089324217715092</c:v>
                </c:pt>
                <c:pt idx="1982">
                  <c:v>0.82689285523437384</c:v>
                </c:pt>
                <c:pt idx="1983">
                  <c:v>0.77595491166478314</c:v>
                </c:pt>
                <c:pt idx="1984">
                  <c:v>0.84181229019781723</c:v>
                </c:pt>
                <c:pt idx="1985">
                  <c:v>0.79864364595556814</c:v>
                </c:pt>
                <c:pt idx="1986">
                  <c:v>0.82729067266440559</c:v>
                </c:pt>
                <c:pt idx="1987">
                  <c:v>0.84299539799382617</c:v>
                </c:pt>
                <c:pt idx="1988">
                  <c:v>0.80512869607030291</c:v>
                </c:pt>
                <c:pt idx="1989">
                  <c:v>0.7491123764656018</c:v>
                </c:pt>
                <c:pt idx="1990">
                  <c:v>0.73292039456758162</c:v>
                </c:pt>
                <c:pt idx="1991">
                  <c:v>0.72170051750158637</c:v>
                </c:pt>
                <c:pt idx="1992">
                  <c:v>0.7297602209983951</c:v>
                </c:pt>
                <c:pt idx="1993">
                  <c:v>0.79243540129331991</c:v>
                </c:pt>
                <c:pt idx="1994">
                  <c:v>0.71020371750824696</c:v>
                </c:pt>
                <c:pt idx="1995">
                  <c:v>0.65616665911878091</c:v>
                </c:pt>
                <c:pt idx="1996">
                  <c:v>0.619748593447906</c:v>
                </c:pt>
                <c:pt idx="1997">
                  <c:v>0.64632705620001762</c:v>
                </c:pt>
                <c:pt idx="1998">
                  <c:v>0.65610519304196691</c:v>
                </c:pt>
                <c:pt idx="1999">
                  <c:v>0.60787811074077003</c:v>
                </c:pt>
                <c:pt idx="2000">
                  <c:v>0.57925286037000157</c:v>
                </c:pt>
                <c:pt idx="2001">
                  <c:v>0.55942667349484221</c:v>
                </c:pt>
                <c:pt idx="2002">
                  <c:v>0.45186653107237923</c:v>
                </c:pt>
                <c:pt idx="2003">
                  <c:v>0.3365917678256522</c:v>
                </c:pt>
                <c:pt idx="2004">
                  <c:v>0.32535594311073041</c:v>
                </c:pt>
                <c:pt idx="2005">
                  <c:v>0.32498167632332337</c:v>
                </c:pt>
                <c:pt idx="2006">
                  <c:v>0.32770106855351755</c:v>
                </c:pt>
                <c:pt idx="2007">
                  <c:v>0.44382437617335124</c:v>
                </c:pt>
                <c:pt idx="2008">
                  <c:v>0.60448193402630535</c:v>
                </c:pt>
                <c:pt idx="2009">
                  <c:v>0.70680651596115063</c:v>
                </c:pt>
                <c:pt idx="2010">
                  <c:v>0.80461332290119092</c:v>
                </c:pt>
                <c:pt idx="2011">
                  <c:v>0.85958913418683325</c:v>
                </c:pt>
                <c:pt idx="2012">
                  <c:v>0.96716048906841579</c:v>
                </c:pt>
                <c:pt idx="2013">
                  <c:v>1.0069050252542928</c:v>
                </c:pt>
                <c:pt idx="2014">
                  <c:v>1.109539137338986</c:v>
                </c:pt>
                <c:pt idx="2015">
                  <c:v>1.1244846716196637</c:v>
                </c:pt>
                <c:pt idx="2016">
                  <c:v>1.1847051309621037</c:v>
                </c:pt>
                <c:pt idx="2017">
                  <c:v>1.1932851410985934</c:v>
                </c:pt>
                <c:pt idx="2018">
                  <c:v>1.1875122458817216</c:v>
                </c:pt>
                <c:pt idx="2019">
                  <c:v>1.1590005742140168</c:v>
                </c:pt>
                <c:pt idx="2020">
                  <c:v>1.1631620849351396</c:v>
                </c:pt>
                <c:pt idx="2021">
                  <c:v>1.1674054840809107</c:v>
                </c:pt>
                <c:pt idx="2022">
                  <c:v>1.1311834366809099</c:v>
                </c:pt>
                <c:pt idx="2023">
                  <c:v>1.1895444856239967</c:v>
                </c:pt>
                <c:pt idx="2024">
                  <c:v>1.1977397303740267</c:v>
                </c:pt>
                <c:pt idx="2025">
                  <c:v>1.1773234202370031</c:v>
                </c:pt>
                <c:pt idx="2026">
                  <c:v>1.1626843317687454</c:v>
                </c:pt>
                <c:pt idx="2027">
                  <c:v>1.1202081616101232</c:v>
                </c:pt>
                <c:pt idx="2028">
                  <c:v>1.1600076768261918</c:v>
                </c:pt>
                <c:pt idx="2029">
                  <c:v>0.9704161891652302</c:v>
                </c:pt>
                <c:pt idx="2030">
                  <c:v>0.93828719478037115</c:v>
                </c:pt>
                <c:pt idx="2031">
                  <c:v>0.9814814899690375</c:v>
                </c:pt>
                <c:pt idx="2032">
                  <c:v>1.1139078781680345</c:v>
                </c:pt>
                <c:pt idx="2033">
                  <c:v>1.1265162084347671</c:v>
                </c:pt>
                <c:pt idx="2034">
                  <c:v>1.1102896580410029</c:v>
                </c:pt>
                <c:pt idx="2035">
                  <c:v>1.0858056946580703</c:v>
                </c:pt>
                <c:pt idx="2036">
                  <c:v>1.1040509039233706</c:v>
                </c:pt>
                <c:pt idx="2037">
                  <c:v>1.119614989740312</c:v>
                </c:pt>
                <c:pt idx="2038">
                  <c:v>1.0943531374332147</c:v>
                </c:pt>
                <c:pt idx="2039">
                  <c:v>1.1438325154685902</c:v>
                </c:pt>
                <c:pt idx="2040">
                  <c:v>1.1375812678932054</c:v>
                </c:pt>
                <c:pt idx="2041">
                  <c:v>1.1018816772209881</c:v>
                </c:pt>
                <c:pt idx="2042">
                  <c:v>1.0982447166042164</c:v>
                </c:pt>
                <c:pt idx="2043">
                  <c:v>1.0773660338202913</c:v>
                </c:pt>
                <c:pt idx="2044">
                  <c:v>1.0747360257298362</c:v>
                </c:pt>
                <c:pt idx="2045">
                  <c:v>1.068972288835818</c:v>
                </c:pt>
                <c:pt idx="2046">
                  <c:v>1.0891552106517886</c:v>
                </c:pt>
                <c:pt idx="2047">
                  <c:v>1.0334246407820087</c:v>
                </c:pt>
                <c:pt idx="2048">
                  <c:v>1.0409265127209235</c:v>
                </c:pt>
                <c:pt idx="2049">
                  <c:v>1.0593027638788231</c:v>
                </c:pt>
                <c:pt idx="2050">
                  <c:v>0.94903016379872907</c:v>
                </c:pt>
                <c:pt idx="2051">
                  <c:v>0.83134233387075274</c:v>
                </c:pt>
                <c:pt idx="2052">
                  <c:v>0.82210174746509845</c:v>
                </c:pt>
                <c:pt idx="2053">
                  <c:v>0.89003135438501835</c:v>
                </c:pt>
                <c:pt idx="2054">
                  <c:v>0.8854517884894848</c:v>
                </c:pt>
                <c:pt idx="2055">
                  <c:v>0.88068731676219048</c:v>
                </c:pt>
                <c:pt idx="2056">
                  <c:v>0.91905302174165115</c:v>
                </c:pt>
                <c:pt idx="2057">
                  <c:v>0.95418208150710493</c:v>
                </c:pt>
                <c:pt idx="2058">
                  <c:v>0.96856247239238213</c:v>
                </c:pt>
                <c:pt idx="2059">
                  <c:v>0.93920560813817155</c:v>
                </c:pt>
                <c:pt idx="2060">
                  <c:v>0.91264707025667924</c:v>
                </c:pt>
                <c:pt idx="2061">
                  <c:v>0.90967524423228996</c:v>
                </c:pt>
                <c:pt idx="2062">
                  <c:v>0.9387272852816323</c:v>
                </c:pt>
                <c:pt idx="2063">
                  <c:v>1.0002065059998499</c:v>
                </c:pt>
                <c:pt idx="2064">
                  <c:v>0.99583392370923796</c:v>
                </c:pt>
                <c:pt idx="2065">
                  <c:v>0.99635390332488416</c:v>
                </c:pt>
                <c:pt idx="2066">
                  <c:v>1.032030309781256</c:v>
                </c:pt>
                <c:pt idx="2067">
                  <c:v>1.0436922664914177</c:v>
                </c:pt>
                <c:pt idx="2068">
                  <c:v>1.0355219309288282</c:v>
                </c:pt>
                <c:pt idx="2069">
                  <c:v>1.070747931276564</c:v>
                </c:pt>
                <c:pt idx="2070">
                  <c:v>1.0709174686692635</c:v>
                </c:pt>
                <c:pt idx="2071">
                  <c:v>1.083005210563633</c:v>
                </c:pt>
                <c:pt idx="2072">
                  <c:v>1.1051204271997943</c:v>
                </c:pt>
                <c:pt idx="2073">
                  <c:v>1.2527358424524371</c:v>
                </c:pt>
                <c:pt idx="2074">
                  <c:v>1.2878829413892849</c:v>
                </c:pt>
                <c:pt idx="2075">
                  <c:v>0.98518351822618377</c:v>
                </c:pt>
                <c:pt idx="2076">
                  <c:v>0.94310773962248517</c:v>
                </c:pt>
                <c:pt idx="2077">
                  <c:v>0.92100625699236061</c:v>
                </c:pt>
                <c:pt idx="2078">
                  <c:v>0.89873091098282587</c:v>
                </c:pt>
                <c:pt idx="2079">
                  <c:v>0.87239255445275976</c:v>
                </c:pt>
                <c:pt idx="2080">
                  <c:v>0.84147231211755136</c:v>
                </c:pt>
                <c:pt idx="2081">
                  <c:v>0.83295164170176572</c:v>
                </c:pt>
                <c:pt idx="2082">
                  <c:v>0.833263255336956</c:v>
                </c:pt>
                <c:pt idx="2083">
                  <c:v>0.86427582947625692</c:v>
                </c:pt>
                <c:pt idx="2084">
                  <c:v>0.88150299027191625</c:v>
                </c:pt>
                <c:pt idx="2085">
                  <c:v>0.89327787381107648</c:v>
                </c:pt>
                <c:pt idx="2086">
                  <c:v>0.90790115573041652</c:v>
                </c:pt>
                <c:pt idx="2087">
                  <c:v>0.91552877280252121</c:v>
                </c:pt>
                <c:pt idx="2088">
                  <c:v>0.90455308436638737</c:v>
                </c:pt>
                <c:pt idx="2089">
                  <c:v>0.89897225382393586</c:v>
                </c:pt>
                <c:pt idx="2090">
                  <c:v>0.93126041181668162</c:v>
                </c:pt>
                <c:pt idx="2091">
                  <c:v>0.94518161050797245</c:v>
                </c:pt>
                <c:pt idx="2092">
                  <c:v>0.94026796925672618</c:v>
                </c:pt>
                <c:pt idx="2093">
                  <c:v>0.94852038784073778</c:v>
                </c:pt>
                <c:pt idx="2094">
                  <c:v>0.96220259440578193</c:v>
                </c:pt>
                <c:pt idx="2095">
                  <c:v>0.97131681108461854</c:v>
                </c:pt>
                <c:pt idx="2096">
                  <c:v>1.0268943677850242</c:v>
                </c:pt>
                <c:pt idx="2097">
                  <c:v>1.0869213549024388</c:v>
                </c:pt>
                <c:pt idx="2098">
                  <c:v>1.0519865097412868</c:v>
                </c:pt>
                <c:pt idx="2099">
                  <c:v>0.99668100398296211</c:v>
                </c:pt>
                <c:pt idx="2100">
                  <c:v>0.92541535014624554</c:v>
                </c:pt>
                <c:pt idx="2101">
                  <c:v>0.92909691732549726</c:v>
                </c:pt>
                <c:pt idx="2102">
                  <c:v>0.86938431158897478</c:v>
                </c:pt>
                <c:pt idx="2103">
                  <c:v>0.8779862050849605</c:v>
                </c:pt>
                <c:pt idx="2104">
                  <c:v>0.85289962601902858</c:v>
                </c:pt>
                <c:pt idx="2105">
                  <c:v>0.80969382982023308</c:v>
                </c:pt>
                <c:pt idx="2106">
                  <c:v>0.84802781053753507</c:v>
                </c:pt>
                <c:pt idx="2107">
                  <c:v>0.94383178082742891</c:v>
                </c:pt>
                <c:pt idx="2108">
                  <c:v>0.98769862709367395</c:v>
                </c:pt>
                <c:pt idx="2109">
                  <c:v>0.95577819983339773</c:v>
                </c:pt>
                <c:pt idx="2110">
                  <c:v>0.96614731730623826</c:v>
                </c:pt>
                <c:pt idx="2111">
                  <c:v>0.93215490665446943</c:v>
                </c:pt>
                <c:pt idx="2112">
                  <c:v>0.89948511339194925</c:v>
                </c:pt>
                <c:pt idx="2113">
                  <c:v>0.88746488641535026</c:v>
                </c:pt>
                <c:pt idx="2114">
                  <c:v>0.86408691746247213</c:v>
                </c:pt>
                <c:pt idx="2115">
                  <c:v>0.86752568082886128</c:v>
                </c:pt>
                <c:pt idx="2116">
                  <c:v>0.8793450997523149</c:v>
                </c:pt>
                <c:pt idx="2117">
                  <c:v>0.88706021809151037</c:v>
                </c:pt>
                <c:pt idx="2118">
                  <c:v>0.8997703955456402</c:v>
                </c:pt>
                <c:pt idx="2119">
                  <c:v>0.88680543658524025</c:v>
                </c:pt>
                <c:pt idx="2120">
                  <c:v>0.89657053912711748</c:v>
                </c:pt>
                <c:pt idx="2121">
                  <c:v>0.86987407546084927</c:v>
                </c:pt>
                <c:pt idx="2122">
                  <c:v>0.81902184942270839</c:v>
                </c:pt>
                <c:pt idx="2123">
                  <c:v>0.80138145383428039</c:v>
                </c:pt>
                <c:pt idx="2124">
                  <c:v>0.72006334530086957</c:v>
                </c:pt>
                <c:pt idx="2125">
                  <c:v>0.75108996171217413</c:v>
                </c:pt>
                <c:pt idx="2126">
                  <c:v>0.77438421295172633</c:v>
                </c:pt>
                <c:pt idx="2127">
                  <c:v>0.77534029882308397</c:v>
                </c:pt>
                <c:pt idx="2128">
                  <c:v>0.7241892809267092</c:v>
                </c:pt>
                <c:pt idx="2129">
                  <c:v>0.72936984151412976</c:v>
                </c:pt>
                <c:pt idx="2130">
                  <c:v>0.715379093162409</c:v>
                </c:pt>
                <c:pt idx="2131">
                  <c:v>0.71834891508775522</c:v>
                </c:pt>
                <c:pt idx="2132">
                  <c:v>0.711520131243639</c:v>
                </c:pt>
                <c:pt idx="2133">
                  <c:v>0.70728404224834229</c:v>
                </c:pt>
                <c:pt idx="2134">
                  <c:v>0.69684744417162603</c:v>
                </c:pt>
                <c:pt idx="2135">
                  <c:v>0.68620321196142542</c:v>
                </c:pt>
                <c:pt idx="2136">
                  <c:v>0.6917319449628454</c:v>
                </c:pt>
                <c:pt idx="2137">
                  <c:v>0.68222452270706857</c:v>
                </c:pt>
                <c:pt idx="2138">
                  <c:v>0.65876761445957577</c:v>
                </c:pt>
                <c:pt idx="2139">
                  <c:v>0.65386420913701737</c:v>
                </c:pt>
                <c:pt idx="2140">
                  <c:v>0.65503376066609631</c:v>
                </c:pt>
                <c:pt idx="2141">
                  <c:v>0.62978380505173759</c:v>
                </c:pt>
                <c:pt idx="2142">
                  <c:v>0.63308850350764223</c:v>
                </c:pt>
                <c:pt idx="2143">
                  <c:v>0.61367218214159469</c:v>
                </c:pt>
                <c:pt idx="2144">
                  <c:v>0.61043200103020745</c:v>
                </c:pt>
                <c:pt idx="2145">
                  <c:v>0.57482942668961623</c:v>
                </c:pt>
                <c:pt idx="2146">
                  <c:v>0.47970998084450284</c:v>
                </c:pt>
                <c:pt idx="2147">
                  <c:v>0.42970864617804505</c:v>
                </c:pt>
                <c:pt idx="2148">
                  <c:v>0.36150955344333024</c:v>
                </c:pt>
                <c:pt idx="2149">
                  <c:v>0.30370813597474794</c:v>
                </c:pt>
                <c:pt idx="2150">
                  <c:v>0.28839779278166383</c:v>
                </c:pt>
                <c:pt idx="2151">
                  <c:v>0.36084545439741778</c:v>
                </c:pt>
                <c:pt idx="2152">
                  <c:v>0.43945054546049817</c:v>
                </c:pt>
                <c:pt idx="2153">
                  <c:v>0.42755562871725183</c:v>
                </c:pt>
                <c:pt idx="2154">
                  <c:v>0.39733235673014122</c:v>
                </c:pt>
                <c:pt idx="2155">
                  <c:v>0.40461644673888725</c:v>
                </c:pt>
                <c:pt idx="2156">
                  <c:v>0.42534201055051957</c:v>
                </c:pt>
                <c:pt idx="2157">
                  <c:v>0.41516025420687758</c:v>
                </c:pt>
                <c:pt idx="2158">
                  <c:v>0.45872783459105398</c:v>
                </c:pt>
                <c:pt idx="2159">
                  <c:v>0.44635913586724874</c:v>
                </c:pt>
                <c:pt idx="2160">
                  <c:v>0.37865107258030672</c:v>
                </c:pt>
                <c:pt idx="2161">
                  <c:v>0.4230676028284831</c:v>
                </c:pt>
                <c:pt idx="2162">
                  <c:v>0.47128407663141569</c:v>
                </c:pt>
                <c:pt idx="2163">
                  <c:v>0.42366883999190613</c:v>
                </c:pt>
                <c:pt idx="2164">
                  <c:v>0.42708101318456498</c:v>
                </c:pt>
                <c:pt idx="2165">
                  <c:v>0.42860117761117561</c:v>
                </c:pt>
                <c:pt idx="2166">
                  <c:v>0.40911508604675678</c:v>
                </c:pt>
                <c:pt idx="2167">
                  <c:v>0.41433578936965593</c:v>
                </c:pt>
                <c:pt idx="2168">
                  <c:v>0.41487795074580397</c:v>
                </c:pt>
                <c:pt idx="2169">
                  <c:v>0.42556937385790666</c:v>
                </c:pt>
                <c:pt idx="2170">
                  <c:v>0.43549790732508703</c:v>
                </c:pt>
                <c:pt idx="2171">
                  <c:v>0.43600794528462394</c:v>
                </c:pt>
                <c:pt idx="2172">
                  <c:v>0.49624629286621702</c:v>
                </c:pt>
                <c:pt idx="2173">
                  <c:v>0.47488347995039587</c:v>
                </c:pt>
                <c:pt idx="2174">
                  <c:v>0.45441628559934033</c:v>
                </c:pt>
                <c:pt idx="2175">
                  <c:v>0.41366719901682675</c:v>
                </c:pt>
                <c:pt idx="2176">
                  <c:v>0.4124395503705216</c:v>
                </c:pt>
                <c:pt idx="2177">
                  <c:v>0.53461786064390415</c:v>
                </c:pt>
                <c:pt idx="2178">
                  <c:v>0.43078312654397721</c:v>
                </c:pt>
                <c:pt idx="2179">
                  <c:v>0.45552796025131997</c:v>
                </c:pt>
                <c:pt idx="2180">
                  <c:v>0.47761051346840805</c:v>
                </c:pt>
                <c:pt idx="2181">
                  <c:v>0.4828350315257191</c:v>
                </c:pt>
                <c:pt idx="2182">
                  <c:v>0.46799030072169273</c:v>
                </c:pt>
                <c:pt idx="2183">
                  <c:v>0.47326406915434377</c:v>
                </c:pt>
                <c:pt idx="2184">
                  <c:v>0.52669652324275373</c:v>
                </c:pt>
                <c:pt idx="2185">
                  <c:v>0.44456882041529333</c:v>
                </c:pt>
                <c:pt idx="2186">
                  <c:v>0.46401894622167172</c:v>
                </c:pt>
                <c:pt idx="2187">
                  <c:v>0.49405414793099783</c:v>
                </c:pt>
                <c:pt idx="2188">
                  <c:v>0.49529311768440004</c:v>
                </c:pt>
                <c:pt idx="2189">
                  <c:v>0.48612399878204204</c:v>
                </c:pt>
                <c:pt idx="2190">
                  <c:v>0.49170148364890626</c:v>
                </c:pt>
                <c:pt idx="2191">
                  <c:v>0.49100562919613716</c:v>
                </c:pt>
                <c:pt idx="2192">
                  <c:v>0.50128644574294601</c:v>
                </c:pt>
                <c:pt idx="2193">
                  <c:v>0.44410332688080945</c:v>
                </c:pt>
                <c:pt idx="2194">
                  <c:v>0.46452448850410755</c:v>
                </c:pt>
                <c:pt idx="2195">
                  <c:v>0.40379222908655105</c:v>
                </c:pt>
                <c:pt idx="2196">
                  <c:v>0.52119264063060666</c:v>
                </c:pt>
                <c:pt idx="2197">
                  <c:v>0.44525693106922282</c:v>
                </c:pt>
                <c:pt idx="2198">
                  <c:v>0.5213481923589165</c:v>
                </c:pt>
                <c:pt idx="2199">
                  <c:v>0.44805837542868987</c:v>
                </c:pt>
                <c:pt idx="2200">
                  <c:v>0.43120903963870344</c:v>
                </c:pt>
                <c:pt idx="2201">
                  <c:v>0.47246769962124419</c:v>
                </c:pt>
                <c:pt idx="2202">
                  <c:v>0.49551793600553623</c:v>
                </c:pt>
                <c:pt idx="2203">
                  <c:v>0.44262766214004889</c:v>
                </c:pt>
                <c:pt idx="2204">
                  <c:v>0.42881042151498422</c:v>
                </c:pt>
                <c:pt idx="2205">
                  <c:v>0.43050146248635196</c:v>
                </c:pt>
                <c:pt idx="2206">
                  <c:v>0.43149378863861476</c:v>
                </c:pt>
                <c:pt idx="2207">
                  <c:v>0.46811436012676821</c:v>
                </c:pt>
                <c:pt idx="2208">
                  <c:v>0.44646520849690297</c:v>
                </c:pt>
                <c:pt idx="2209">
                  <c:v>0.43541907254102002</c:v>
                </c:pt>
                <c:pt idx="2210">
                  <c:v>0.40017835472446367</c:v>
                </c:pt>
                <c:pt idx="2211">
                  <c:v>0.40136102259368422</c:v>
                </c:pt>
                <c:pt idx="2212">
                  <c:v>0.39998462884646518</c:v>
                </c:pt>
                <c:pt idx="2213">
                  <c:v>0.42440048913697576</c:v>
                </c:pt>
                <c:pt idx="2214">
                  <c:v>0.43066315669785837</c:v>
                </c:pt>
                <c:pt idx="2215">
                  <c:v>0.44361607897504257</c:v>
                </c:pt>
                <c:pt idx="2216">
                  <c:v>0.41725870570176748</c:v>
                </c:pt>
                <c:pt idx="2217">
                  <c:v>0.41654848357332414</c:v>
                </c:pt>
                <c:pt idx="2218">
                  <c:v>0.42552061541970454</c:v>
                </c:pt>
                <c:pt idx="2219">
                  <c:v>0.41931964691459123</c:v>
                </c:pt>
                <c:pt idx="2220">
                  <c:v>0.43380763488467527</c:v>
                </c:pt>
                <c:pt idx="2221">
                  <c:v>0.42920065553522907</c:v>
                </c:pt>
                <c:pt idx="2222">
                  <c:v>0.43057492812713671</c:v>
                </c:pt>
                <c:pt idx="2223">
                  <c:v>0.42930854940621388</c:v>
                </c:pt>
                <c:pt idx="2224">
                  <c:v>0.42745872455463263</c:v>
                </c:pt>
                <c:pt idx="2225">
                  <c:v>0.43686388604403048</c:v>
                </c:pt>
                <c:pt idx="2226">
                  <c:v>0.44291394170660592</c:v>
                </c:pt>
                <c:pt idx="2227">
                  <c:v>0.46001080743076678</c:v>
                </c:pt>
                <c:pt idx="2228">
                  <c:v>0.47262845160743616</c:v>
                </c:pt>
                <c:pt idx="2229">
                  <c:v>0.53358648679285803</c:v>
                </c:pt>
                <c:pt idx="2230">
                  <c:v>0.54411475051759395</c:v>
                </c:pt>
                <c:pt idx="2231">
                  <c:v>0.55682947320806531</c:v>
                </c:pt>
                <c:pt idx="2232">
                  <c:v>0.57625271741442763</c:v>
                </c:pt>
                <c:pt idx="2233">
                  <c:v>0.58286539986558095</c:v>
                </c:pt>
                <c:pt idx="2234">
                  <c:v>0.58349964307334956</c:v>
                </c:pt>
                <c:pt idx="2235">
                  <c:v>0.58068617837989822</c:v>
                </c:pt>
                <c:pt idx="2236">
                  <c:v>0.57722195149527156</c:v>
                </c:pt>
                <c:pt idx="2237">
                  <c:v>0.58473173721733396</c:v>
                </c:pt>
                <c:pt idx="2238">
                  <c:v>0.58505956372174994</c:v>
                </c:pt>
                <c:pt idx="2239">
                  <c:v>0.5778931266787054</c:v>
                </c:pt>
                <c:pt idx="2240">
                  <c:v>0.58113564816081653</c:v>
                </c:pt>
                <c:pt idx="2241">
                  <c:v>0.60864947603260344</c:v>
                </c:pt>
                <c:pt idx="2242">
                  <c:v>0.56887178821633977</c:v>
                </c:pt>
                <c:pt idx="2243">
                  <c:v>0.53342788541235575</c:v>
                </c:pt>
                <c:pt idx="2244">
                  <c:v>0.48471660691877577</c:v>
                </c:pt>
                <c:pt idx="2245">
                  <c:v>0.43661508197825005</c:v>
                </c:pt>
                <c:pt idx="2246">
                  <c:v>0.41829207544529684</c:v>
                </c:pt>
                <c:pt idx="2247">
                  <c:v>0.39294032746983981</c:v>
                </c:pt>
                <c:pt idx="2248">
                  <c:v>0.40677600615756349</c:v>
                </c:pt>
                <c:pt idx="2249">
                  <c:v>0.39890341039736421</c:v>
                </c:pt>
                <c:pt idx="2250">
                  <c:v>0.42206250119581384</c:v>
                </c:pt>
                <c:pt idx="2251">
                  <c:v>0.41650452504149649</c:v>
                </c:pt>
                <c:pt idx="2252">
                  <c:v>0.43233001153941364</c:v>
                </c:pt>
                <c:pt idx="2253">
                  <c:v>0.46969709788630776</c:v>
                </c:pt>
                <c:pt idx="2254">
                  <c:v>0.4728275570553499</c:v>
                </c:pt>
                <c:pt idx="2255">
                  <c:v>0.49058210275147313</c:v>
                </c:pt>
                <c:pt idx="2256">
                  <c:v>0.50165173409191521</c:v>
                </c:pt>
                <c:pt idx="2257">
                  <c:v>0.51161269768837125</c:v>
                </c:pt>
                <c:pt idx="2258">
                  <c:v>0.50677580787578247</c:v>
                </c:pt>
                <c:pt idx="2259">
                  <c:v>0.51186216769878412</c:v>
                </c:pt>
                <c:pt idx="2260">
                  <c:v>0.51707737355526806</c:v>
                </c:pt>
                <c:pt idx="2261">
                  <c:v>0.49549589544894218</c:v>
                </c:pt>
                <c:pt idx="2262">
                  <c:v>0.49198703370882596</c:v>
                </c:pt>
                <c:pt idx="2263">
                  <c:v>0.48520085319051626</c:v>
                </c:pt>
                <c:pt idx="2264">
                  <c:v>0.48627573970572091</c:v>
                </c:pt>
                <c:pt idx="2265">
                  <c:v>0.53561514456034498</c:v>
                </c:pt>
                <c:pt idx="2266">
                  <c:v>0.55652780826114279</c:v>
                </c:pt>
                <c:pt idx="2267">
                  <c:v>0.54007072507487663</c:v>
                </c:pt>
                <c:pt idx="2268">
                  <c:v>0.5347729787779848</c:v>
                </c:pt>
                <c:pt idx="2269">
                  <c:v>0.51080600250964459</c:v>
                </c:pt>
                <c:pt idx="2270">
                  <c:v>0.47134920513775458</c:v>
                </c:pt>
                <c:pt idx="2271">
                  <c:v>0.44886504113915804</c:v>
                </c:pt>
                <c:pt idx="2272">
                  <c:v>0.49517439051456169</c:v>
                </c:pt>
                <c:pt idx="2273">
                  <c:v>0.51691861825382301</c:v>
                </c:pt>
                <c:pt idx="2274">
                  <c:v>0.52615367082593312</c:v>
                </c:pt>
                <c:pt idx="2275">
                  <c:v>0.55713955859809117</c:v>
                </c:pt>
                <c:pt idx="2276">
                  <c:v>0.53965669425623264</c:v>
                </c:pt>
                <c:pt idx="2277">
                  <c:v>0.53882799656075453</c:v>
                </c:pt>
                <c:pt idx="2278">
                  <c:v>0.54450521649794692</c:v>
                </c:pt>
                <c:pt idx="2279">
                  <c:v>0.5566247111773811</c:v>
                </c:pt>
                <c:pt idx="2280">
                  <c:v>0.54635374996627262</c:v>
                </c:pt>
                <c:pt idx="2281">
                  <c:v>0.5611915029300123</c:v>
                </c:pt>
                <c:pt idx="2282">
                  <c:v>0.57703579776216452</c:v>
                </c:pt>
                <c:pt idx="2283">
                  <c:v>0.57261323761106064</c:v>
                </c:pt>
                <c:pt idx="2284">
                  <c:v>0.59368364942835672</c:v>
                </c:pt>
                <c:pt idx="2285">
                  <c:v>0.56235865179903677</c:v>
                </c:pt>
                <c:pt idx="2286">
                  <c:v>0.59945833900359891</c:v>
                </c:pt>
                <c:pt idx="2287">
                  <c:v>0.56686503482353179</c:v>
                </c:pt>
                <c:pt idx="2288">
                  <c:v>0.55776481810586109</c:v>
                </c:pt>
                <c:pt idx="2289">
                  <c:v>0.53433811944476794</c:v>
                </c:pt>
                <c:pt idx="2290">
                  <c:v>0.52325419739633294</c:v>
                </c:pt>
                <c:pt idx="2291">
                  <c:v>0.52565625679375783</c:v>
                </c:pt>
                <c:pt idx="2292">
                  <c:v>0.54120627918187003</c:v>
                </c:pt>
                <c:pt idx="2293">
                  <c:v>0.53438459943445904</c:v>
                </c:pt>
                <c:pt idx="2294">
                  <c:v>0.51127791776254194</c:v>
                </c:pt>
                <c:pt idx="2295">
                  <c:v>0.50415181951199595</c:v>
                </c:pt>
                <c:pt idx="2296">
                  <c:v>0.5601574430367483</c:v>
                </c:pt>
                <c:pt idx="2297">
                  <c:v>0.56802152741456602</c:v>
                </c:pt>
                <c:pt idx="2298">
                  <c:v>0.58869006496172127</c:v>
                </c:pt>
                <c:pt idx="2299">
                  <c:v>0.60254751293250719</c:v>
                </c:pt>
                <c:pt idx="2300">
                  <c:v>0.67556976358143028</c:v>
                </c:pt>
                <c:pt idx="2301">
                  <c:v>0.75062361748753115</c:v>
                </c:pt>
                <c:pt idx="2302">
                  <c:v>0.80715218342051176</c:v>
                </c:pt>
                <c:pt idx="2303">
                  <c:v>0.85290521383077089</c:v>
                </c:pt>
                <c:pt idx="2304">
                  <c:v>0.90224694997387156</c:v>
                </c:pt>
                <c:pt idx="2305">
                  <c:v>0.90414743985000612</c:v>
                </c:pt>
                <c:pt idx="2306">
                  <c:v>0.88699365567298638</c:v>
                </c:pt>
                <c:pt idx="2307">
                  <c:v>0.87609406109704469</c:v>
                </c:pt>
                <c:pt idx="2308">
                  <c:v>0.85600665119758335</c:v>
                </c:pt>
                <c:pt idx="2309">
                  <c:v>0.8407621924388714</c:v>
                </c:pt>
                <c:pt idx="2310">
                  <c:v>0.83225364490709219</c:v>
                </c:pt>
                <c:pt idx="2311">
                  <c:v>0.83136161295615962</c:v>
                </c:pt>
                <c:pt idx="2312">
                  <c:v>0.84037993747205741</c:v>
                </c:pt>
                <c:pt idx="2313">
                  <c:v>0.83822014435397652</c:v>
                </c:pt>
                <c:pt idx="2314">
                  <c:v>0.83330968840590114</c:v>
                </c:pt>
                <c:pt idx="2315">
                  <c:v>0.85758885606529789</c:v>
                </c:pt>
                <c:pt idx="2316">
                  <c:v>0.89309223649273328</c:v>
                </c:pt>
                <c:pt idx="2317">
                  <c:v>0.91088275274102859</c:v>
                </c:pt>
                <c:pt idx="2318">
                  <c:v>0.9208853565176196</c:v>
                </c:pt>
                <c:pt idx="2319">
                  <c:v>0.90105452763626614</c:v>
                </c:pt>
                <c:pt idx="2320">
                  <c:v>0.9057434812314018</c:v>
                </c:pt>
                <c:pt idx="2321">
                  <c:v>0.88469488512381766</c:v>
                </c:pt>
                <c:pt idx="2322">
                  <c:v>0.88769468243863814</c:v>
                </c:pt>
                <c:pt idx="2323">
                  <c:v>0.89635516039311147</c:v>
                </c:pt>
                <c:pt idx="2324">
                  <c:v>0.88865726199028805</c:v>
                </c:pt>
                <c:pt idx="2325">
                  <c:v>0.87841836935921647</c:v>
                </c:pt>
                <c:pt idx="2326">
                  <c:v>0.86562339191285864</c:v>
                </c:pt>
                <c:pt idx="2327">
                  <c:v>0.86812838037212881</c:v>
                </c:pt>
                <c:pt idx="2328">
                  <c:v>0.88714730055456137</c:v>
                </c:pt>
                <c:pt idx="2329">
                  <c:v>0.89077933852645153</c:v>
                </c:pt>
                <c:pt idx="2330">
                  <c:v>0.8893328531932807</c:v>
                </c:pt>
                <c:pt idx="2331">
                  <c:v>0.86703408549528937</c:v>
                </c:pt>
                <c:pt idx="2332">
                  <c:v>0.85238925150584122</c:v>
                </c:pt>
                <c:pt idx="2333">
                  <c:v>0.87692752785500971</c:v>
                </c:pt>
                <c:pt idx="2334">
                  <c:v>0.86874544474609472</c:v>
                </c:pt>
                <c:pt idx="2335">
                  <c:v>0.83408192248747015</c:v>
                </c:pt>
                <c:pt idx="2336">
                  <c:v>0.82112661605141291</c:v>
                </c:pt>
                <c:pt idx="2337">
                  <c:v>0.80515897152592264</c:v>
                </c:pt>
                <c:pt idx="2338">
                  <c:v>0.75880337186539637</c:v>
                </c:pt>
                <c:pt idx="2339">
                  <c:v>0.72436824424536894</c:v>
                </c:pt>
                <c:pt idx="2340">
                  <c:v>0.67018103335590595</c:v>
                </c:pt>
                <c:pt idx="2341">
                  <c:v>0.63972024005693751</c:v>
                </c:pt>
                <c:pt idx="2342">
                  <c:v>0.64198056093926059</c:v>
                </c:pt>
                <c:pt idx="2343">
                  <c:v>0.67027317720127022</c:v>
                </c:pt>
                <c:pt idx="2344">
                  <c:v>0.68504066793216212</c:v>
                </c:pt>
                <c:pt idx="2345">
                  <c:v>0.65143605977337582</c:v>
                </c:pt>
                <c:pt idx="2346">
                  <c:v>0.6169433923337645</c:v>
                </c:pt>
                <c:pt idx="2347">
                  <c:v>0.63821819686594772</c:v>
                </c:pt>
                <c:pt idx="2348">
                  <c:v>0.57254020651888382</c:v>
                </c:pt>
                <c:pt idx="2349">
                  <c:v>0.60439462768824281</c:v>
                </c:pt>
                <c:pt idx="2350">
                  <c:v>0.57396925391606424</c:v>
                </c:pt>
                <c:pt idx="2351">
                  <c:v>0.57490397564872853</c:v>
                </c:pt>
                <c:pt idx="2352">
                  <c:v>0.57485784763766901</c:v>
                </c:pt>
                <c:pt idx="2353">
                  <c:v>0.58257973333578583</c:v>
                </c:pt>
                <c:pt idx="2354">
                  <c:v>0.62967845680308454</c:v>
                </c:pt>
                <c:pt idx="2355">
                  <c:v>0.56503310068092727</c:v>
                </c:pt>
                <c:pt idx="2356">
                  <c:v>0.58032610724248657</c:v>
                </c:pt>
                <c:pt idx="2357">
                  <c:v>0.60615643049371182</c:v>
                </c:pt>
                <c:pt idx="2358">
                  <c:v>0.74238611320153747</c:v>
                </c:pt>
                <c:pt idx="2359">
                  <c:v>0.785767580092125</c:v>
                </c:pt>
                <c:pt idx="2360">
                  <c:v>0.80318343377663004</c:v>
                </c:pt>
                <c:pt idx="2361">
                  <c:v>0.78717273596446458</c:v>
                </c:pt>
                <c:pt idx="2362">
                  <c:v>0.82064399127393228</c:v>
                </c:pt>
                <c:pt idx="2363">
                  <c:v>0.81958375486014157</c:v>
                </c:pt>
                <c:pt idx="2364">
                  <c:v>0.81155222593930298</c:v>
                </c:pt>
                <c:pt idx="2365">
                  <c:v>0.80431589476585652</c:v>
                </c:pt>
                <c:pt idx="2366">
                  <c:v>0.82676019837340553</c:v>
                </c:pt>
                <c:pt idx="2367">
                  <c:v>0.85256390553837369</c:v>
                </c:pt>
                <c:pt idx="2368">
                  <c:v>0.85762300301248029</c:v>
                </c:pt>
                <c:pt idx="2369">
                  <c:v>0.87460498059639691</c:v>
                </c:pt>
                <c:pt idx="2370">
                  <c:v>0.92434522032831934</c:v>
                </c:pt>
                <c:pt idx="2371">
                  <c:v>1.0049931753142651</c:v>
                </c:pt>
                <c:pt idx="2372">
                  <c:v>1.0373244683410388</c:v>
                </c:pt>
                <c:pt idx="2373">
                  <c:v>1.0435069462083852</c:v>
                </c:pt>
                <c:pt idx="2374">
                  <c:v>1.0352891407364637</c:v>
                </c:pt>
                <c:pt idx="2375">
                  <c:v>1.0672629195041057</c:v>
                </c:pt>
                <c:pt idx="2376">
                  <c:v>1.0556508428884248</c:v>
                </c:pt>
                <c:pt idx="2377">
                  <c:v>1.0902337370448318</c:v>
                </c:pt>
                <c:pt idx="2378">
                  <c:v>1.073136423276605</c:v>
                </c:pt>
                <c:pt idx="2379">
                  <c:v>1.1033551318763344</c:v>
                </c:pt>
                <c:pt idx="2380">
                  <c:v>1.1060486244119188</c:v>
                </c:pt>
                <c:pt idx="2381">
                  <c:v>1.1081122296374233</c:v>
                </c:pt>
                <c:pt idx="2382">
                  <c:v>1.1291397463068911</c:v>
                </c:pt>
                <c:pt idx="2383">
                  <c:v>1.1115942877178728</c:v>
                </c:pt>
                <c:pt idx="2384">
                  <c:v>1.1416635897371925</c:v>
                </c:pt>
                <c:pt idx="2385">
                  <c:v>1.1139900007378005</c:v>
                </c:pt>
                <c:pt idx="2386">
                  <c:v>1.0782043197262567</c:v>
                </c:pt>
                <c:pt idx="2387">
                  <c:v>1.0086188233718314</c:v>
                </c:pt>
                <c:pt idx="2388">
                  <c:v>1.0009570245609756</c:v>
                </c:pt>
                <c:pt idx="2389">
                  <c:v>0.983049923301624</c:v>
                </c:pt>
                <c:pt idx="2390">
                  <c:v>0.97224091802888957</c:v>
                </c:pt>
                <c:pt idx="2391">
                  <c:v>0.96653970937742506</c:v>
                </c:pt>
                <c:pt idx="2392">
                  <c:v>0.97517230803227506</c:v>
                </c:pt>
                <c:pt idx="2393">
                  <c:v>0.93026208286418943</c:v>
                </c:pt>
                <c:pt idx="2394">
                  <c:v>0.90367199282906463</c:v>
                </c:pt>
                <c:pt idx="2395">
                  <c:v>0.91404269892814938</c:v>
                </c:pt>
                <c:pt idx="2396">
                  <c:v>0.88358755920568754</c:v>
                </c:pt>
                <c:pt idx="2397">
                  <c:v>0.88320828393840545</c:v>
                </c:pt>
                <c:pt idx="2398">
                  <c:v>0.87056583988387581</c:v>
                </c:pt>
                <c:pt idx="2399">
                  <c:v>0.84765574453025427</c:v>
                </c:pt>
                <c:pt idx="2400">
                  <c:v>0.83916611660542006</c:v>
                </c:pt>
                <c:pt idx="2401">
                  <c:v>0.86844655521597247</c:v>
                </c:pt>
                <c:pt idx="2402">
                  <c:v>0.85475181060868866</c:v>
                </c:pt>
                <c:pt idx="2403">
                  <c:v>0.8824566363562415</c:v>
                </c:pt>
                <c:pt idx="2404">
                  <c:v>0.88089540046426174</c:v>
                </c:pt>
                <c:pt idx="2405">
                  <c:v>0.88072406437587281</c:v>
                </c:pt>
                <c:pt idx="2406">
                  <c:v>0.88378825242051462</c:v>
                </c:pt>
                <c:pt idx="2407">
                  <c:v>0.85982318483054865</c:v>
                </c:pt>
                <c:pt idx="2408">
                  <c:v>0.8690304868586286</c:v>
                </c:pt>
                <c:pt idx="2409">
                  <c:v>0.87701284162089155</c:v>
                </c:pt>
                <c:pt idx="2410">
                  <c:v>0.87736830783577002</c:v>
                </c:pt>
                <c:pt idx="2411">
                  <c:v>0.79331780387553619</c:v>
                </c:pt>
                <c:pt idx="2412">
                  <c:v>0.70490778202115145</c:v>
                </c:pt>
                <c:pt idx="2413">
                  <c:v>0.73163533012111992</c:v>
                </c:pt>
                <c:pt idx="2414">
                  <c:v>0.78227988725857911</c:v>
                </c:pt>
                <c:pt idx="2415">
                  <c:v>0.70859057172530082</c:v>
                </c:pt>
                <c:pt idx="2416">
                  <c:v>0.68658244930241896</c:v>
                </c:pt>
                <c:pt idx="2417">
                  <c:v>0.67945681822371851</c:v>
                </c:pt>
                <c:pt idx="2418">
                  <c:v>0.64483011474937613</c:v>
                </c:pt>
                <c:pt idx="2419">
                  <c:v>0.67629511460527636</c:v>
                </c:pt>
                <c:pt idx="2420">
                  <c:v>0.67812403270026267</c:v>
                </c:pt>
                <c:pt idx="2421">
                  <c:v>0.68246128226651781</c:v>
                </c:pt>
                <c:pt idx="2422">
                  <c:v>0.66204376189109126</c:v>
                </c:pt>
                <c:pt idx="2423">
                  <c:v>0.66415146809792514</c:v>
                </c:pt>
                <c:pt idx="2424">
                  <c:v>0.74846490342029504</c:v>
                </c:pt>
                <c:pt idx="2425">
                  <c:v>0.79992928451374889</c:v>
                </c:pt>
                <c:pt idx="2426">
                  <c:v>0.84950387205909905</c:v>
                </c:pt>
                <c:pt idx="2427">
                  <c:v>0.87746157505365552</c:v>
                </c:pt>
                <c:pt idx="2428">
                  <c:v>0.94681748678705613</c:v>
                </c:pt>
                <c:pt idx="2429">
                  <c:v>1.014058442132167</c:v>
                </c:pt>
                <c:pt idx="2430">
                  <c:v>1.0878050016319107</c:v>
                </c:pt>
                <c:pt idx="2431">
                  <c:v>1.0968518066803157</c:v>
                </c:pt>
                <c:pt idx="2432">
                  <c:v>1.058479656856234</c:v>
                </c:pt>
                <c:pt idx="2433">
                  <c:v>1.0035341073476469</c:v>
                </c:pt>
                <c:pt idx="2434">
                  <c:v>0.95537760496258028</c:v>
                </c:pt>
                <c:pt idx="2435">
                  <c:v>0.8742989595788847</c:v>
                </c:pt>
                <c:pt idx="2436">
                  <c:v>0.78761014858023937</c:v>
                </c:pt>
                <c:pt idx="2437">
                  <c:v>0.72279112461897221</c:v>
                </c:pt>
                <c:pt idx="2438">
                  <c:v>0.75116665837805818</c:v>
                </c:pt>
                <c:pt idx="2439">
                  <c:v>0.75039786027487965</c:v>
                </c:pt>
                <c:pt idx="2440">
                  <c:v>0.76861454683135277</c:v>
                </c:pt>
                <c:pt idx="2441">
                  <c:v>0.7856868241502335</c:v>
                </c:pt>
                <c:pt idx="2442">
                  <c:v>0.80816556369217551</c:v>
                </c:pt>
                <c:pt idx="2443">
                  <c:v>0.86725907324043994</c:v>
                </c:pt>
                <c:pt idx="2444">
                  <c:v>0.92188701572941112</c:v>
                </c:pt>
                <c:pt idx="2445">
                  <c:v>0.91054898862566536</c:v>
                </c:pt>
                <c:pt idx="2446">
                  <c:v>0.98877240921017517</c:v>
                </c:pt>
                <c:pt idx="2447">
                  <c:v>1.0907069935141389</c:v>
                </c:pt>
                <c:pt idx="2448">
                  <c:v>1.1056621435913803</c:v>
                </c:pt>
                <c:pt idx="2449">
                  <c:v>1.157068416825652</c:v>
                </c:pt>
                <c:pt idx="2450">
                  <c:v>1.1372632441040149</c:v>
                </c:pt>
                <c:pt idx="2451">
                  <c:v>1.16155975626466</c:v>
                </c:pt>
                <c:pt idx="2452">
                  <c:v>1.1982515892444272</c:v>
                </c:pt>
                <c:pt idx="2453">
                  <c:v>1.2283423918964407</c:v>
                </c:pt>
                <c:pt idx="2454">
                  <c:v>1.2094729645320368</c:v>
                </c:pt>
                <c:pt idx="2455">
                  <c:v>1.2163216760863076</c:v>
                </c:pt>
                <c:pt idx="2456">
                  <c:v>1.170382493894514</c:v>
                </c:pt>
                <c:pt idx="2457">
                  <c:v>1.174423390706782</c:v>
                </c:pt>
                <c:pt idx="2458">
                  <c:v>1.1303211465675918</c:v>
                </c:pt>
                <c:pt idx="2459">
                  <c:v>0.99229299653222591</c:v>
                </c:pt>
                <c:pt idx="2460">
                  <c:v>0.87643281164315812</c:v>
                </c:pt>
                <c:pt idx="2461">
                  <c:v>0.88208246507333532</c:v>
                </c:pt>
                <c:pt idx="2462">
                  <c:v>0.99747723079722905</c:v>
                </c:pt>
                <c:pt idx="2463">
                  <c:v>0.89086135370318298</c:v>
                </c:pt>
                <c:pt idx="2464">
                  <c:v>0.85422030442649888</c:v>
                </c:pt>
                <c:pt idx="2465">
                  <c:v>0.86264460741123983</c:v>
                </c:pt>
                <c:pt idx="2466">
                  <c:v>0.82606045084183999</c:v>
                </c:pt>
                <c:pt idx="2467">
                  <c:v>0.84005047130259713</c:v>
                </c:pt>
                <c:pt idx="2468">
                  <c:v>0.78859946295024463</c:v>
                </c:pt>
                <c:pt idx="2469">
                  <c:v>0.74862512760996491</c:v>
                </c:pt>
                <c:pt idx="2470">
                  <c:v>0.85204409524227698</c:v>
                </c:pt>
                <c:pt idx="2471">
                  <c:v>0.91986249785306906</c:v>
                </c:pt>
                <c:pt idx="2472">
                  <c:v>0.92560989999599308</c:v>
                </c:pt>
                <c:pt idx="2473">
                  <c:v>0.95477862954192549</c:v>
                </c:pt>
                <c:pt idx="2474">
                  <c:v>1.0307000256049013</c:v>
                </c:pt>
                <c:pt idx="2475">
                  <c:v>1.0152736857913505</c:v>
                </c:pt>
                <c:pt idx="2476">
                  <c:v>0.99848932822463698</c:v>
                </c:pt>
                <c:pt idx="2477">
                  <c:v>1.0263826262038942</c:v>
                </c:pt>
                <c:pt idx="2478">
                  <c:v>1.0073616913782808</c:v>
                </c:pt>
                <c:pt idx="2479">
                  <c:v>0.7348618816875786</c:v>
                </c:pt>
                <c:pt idx="2480">
                  <c:v>0.86641362725034321</c:v>
                </c:pt>
                <c:pt idx="2481">
                  <c:v>1.0653051176297126</c:v>
                </c:pt>
                <c:pt idx="2482">
                  <c:v>0.73704257918627603</c:v>
                </c:pt>
                <c:pt idx="2483">
                  <c:v>0.72458647777084562</c:v>
                </c:pt>
                <c:pt idx="2484">
                  <c:v>0.67999277659366375</c:v>
                </c:pt>
                <c:pt idx="2485">
                  <c:v>0.66107766088233777</c:v>
                </c:pt>
                <c:pt idx="2486">
                  <c:v>0.62238238592065798</c:v>
                </c:pt>
                <c:pt idx="2487">
                  <c:v>0.56184065734197652</c:v>
                </c:pt>
                <c:pt idx="2488">
                  <c:v>0.50105025836245465</c:v>
                </c:pt>
                <c:pt idx="2489">
                  <c:v>0.52475134646583177</c:v>
                </c:pt>
                <c:pt idx="2490">
                  <c:v>0.57114798984629067</c:v>
                </c:pt>
                <c:pt idx="2491">
                  <c:v>0.54689422538970889</c:v>
                </c:pt>
                <c:pt idx="2492">
                  <c:v>0.52030016102248977</c:v>
                </c:pt>
                <c:pt idx="2493">
                  <c:v>0.50730147436611583</c:v>
                </c:pt>
                <c:pt idx="2494">
                  <c:v>0.53339108525472612</c:v>
                </c:pt>
                <c:pt idx="2495">
                  <c:v>0.51893205055295144</c:v>
                </c:pt>
                <c:pt idx="2496">
                  <c:v>0.55224370791027144</c:v>
                </c:pt>
                <c:pt idx="2497">
                  <c:v>0.59961518809822534</c:v>
                </c:pt>
                <c:pt idx="2498">
                  <c:v>0.64248205628182997</c:v>
                </c:pt>
                <c:pt idx="2499">
                  <c:v>0.69541753920757921</c:v>
                </c:pt>
                <c:pt idx="2500">
                  <c:v>0.70537271970054904</c:v>
                </c:pt>
                <c:pt idx="2501">
                  <c:v>0.7230412755436233</c:v>
                </c:pt>
                <c:pt idx="2502">
                  <c:v>0.73136420969736171</c:v>
                </c:pt>
                <c:pt idx="2503">
                  <c:v>0.72193067675428846</c:v>
                </c:pt>
                <c:pt idx="2504">
                  <c:v>0.70803274481219913</c:v>
                </c:pt>
                <c:pt idx="2505">
                  <c:v>0.69465825207472909</c:v>
                </c:pt>
                <c:pt idx="2506">
                  <c:v>0.66942010339028879</c:v>
                </c:pt>
                <c:pt idx="2507">
                  <c:v>0.69954949362921715</c:v>
                </c:pt>
                <c:pt idx="2508">
                  <c:v>0.73423139774336288</c:v>
                </c:pt>
                <c:pt idx="2509">
                  <c:v>0.77894241028717282</c:v>
                </c:pt>
                <c:pt idx="2510">
                  <c:v>0.80068392536068733</c:v>
                </c:pt>
                <c:pt idx="2511">
                  <c:v>0.78001208790952603</c:v>
                </c:pt>
                <c:pt idx="2512">
                  <c:v>0.79952200872022683</c:v>
                </c:pt>
                <c:pt idx="2513">
                  <c:v>0.75418098124200372</c:v>
                </c:pt>
                <c:pt idx="2514">
                  <c:v>0.77308816135488856</c:v>
                </c:pt>
                <c:pt idx="2515">
                  <c:v>0.77810423289604047</c:v>
                </c:pt>
                <c:pt idx="2516">
                  <c:v>0.78106450024792995</c:v>
                </c:pt>
                <c:pt idx="2517">
                  <c:v>0.77847162742553189</c:v>
                </c:pt>
                <c:pt idx="2518">
                  <c:v>0.83563703234441311</c:v>
                </c:pt>
                <c:pt idx="2519">
                  <c:v>0.86134845639015878</c:v>
                </c:pt>
                <c:pt idx="2520">
                  <c:v>0.87237832736009491</c:v>
                </c:pt>
                <c:pt idx="2521">
                  <c:v>0.88609302730016271</c:v>
                </c:pt>
                <c:pt idx="2522">
                  <c:v>0.89384159496708049</c:v>
                </c:pt>
                <c:pt idx="2523">
                  <c:v>0.88689375907460943</c:v>
                </c:pt>
                <c:pt idx="2524">
                  <c:v>0.91045949793256531</c:v>
                </c:pt>
                <c:pt idx="2525">
                  <c:v>0.94662587785920982</c:v>
                </c:pt>
                <c:pt idx="2526">
                  <c:v>0.93289661430121162</c:v>
                </c:pt>
                <c:pt idx="2527">
                  <c:v>0.93834043029692715</c:v>
                </c:pt>
                <c:pt idx="2528">
                  <c:v>0.94192799677622574</c:v>
                </c:pt>
                <c:pt idx="2529">
                  <c:v>0.94429930122256522</c:v>
                </c:pt>
                <c:pt idx="2530">
                  <c:v>0.94664173743561308</c:v>
                </c:pt>
                <c:pt idx="2531">
                  <c:v>0.85768273509146775</c:v>
                </c:pt>
                <c:pt idx="2532">
                  <c:v>0.80998797183789339</c:v>
                </c:pt>
                <c:pt idx="2533">
                  <c:v>0.83339152790172788</c:v>
                </c:pt>
                <c:pt idx="2534">
                  <c:v>0.76697667622030552</c:v>
                </c:pt>
                <c:pt idx="2535">
                  <c:v>0.74246214186761716</c:v>
                </c:pt>
                <c:pt idx="2536">
                  <c:v>0.77451067437165022</c:v>
                </c:pt>
                <c:pt idx="2537">
                  <c:v>0.85948040438055928</c:v>
                </c:pt>
                <c:pt idx="2538">
                  <c:v>0.91271039131622955</c:v>
                </c:pt>
                <c:pt idx="2539">
                  <c:v>0.9520982229628101</c:v>
                </c:pt>
                <c:pt idx="2540">
                  <c:v>0.93451691711013618</c:v>
                </c:pt>
                <c:pt idx="2541">
                  <c:v>0.95098942722455726</c:v>
                </c:pt>
                <c:pt idx="2542">
                  <c:v>1.0200398075685713</c:v>
                </c:pt>
                <c:pt idx="2543">
                  <c:v>1.0104574225041185</c:v>
                </c:pt>
                <c:pt idx="2544">
                  <c:v>1.0176949980743313</c:v>
                </c:pt>
                <c:pt idx="2545">
                  <c:v>1.0226797595131258</c:v>
                </c:pt>
                <c:pt idx="2546">
                  <c:v>1.043150586244413</c:v>
                </c:pt>
                <c:pt idx="2547">
                  <c:v>1.0184155798058681</c:v>
                </c:pt>
                <c:pt idx="2548">
                  <c:v>0.99444268821427584</c:v>
                </c:pt>
                <c:pt idx="2549">
                  <c:v>1.0308735646672964</c:v>
                </c:pt>
                <c:pt idx="2550">
                  <c:v>1.0473135167143863</c:v>
                </c:pt>
                <c:pt idx="2551">
                  <c:v>1.0219088947329529</c:v>
                </c:pt>
                <c:pt idx="2552">
                  <c:v>0.99838956988076488</c:v>
                </c:pt>
                <c:pt idx="2553">
                  <c:v>0.95551042596553004</c:v>
                </c:pt>
                <c:pt idx="2554">
                  <c:v>0.83012175162312707</c:v>
                </c:pt>
                <c:pt idx="2555">
                  <c:v>0.80061441124816179</c:v>
                </c:pt>
                <c:pt idx="2556">
                  <c:v>0.71282117247778654</c:v>
                </c:pt>
                <c:pt idx="2557">
                  <c:v>0.69898570863896936</c:v>
                </c:pt>
                <c:pt idx="2558">
                  <c:v>0.63996896933629843</c:v>
                </c:pt>
                <c:pt idx="2559">
                  <c:v>0.66368055822314098</c:v>
                </c:pt>
                <c:pt idx="2560">
                  <c:v>0.63855325475431901</c:v>
                </c:pt>
                <c:pt idx="2561">
                  <c:v>0.63511914661304925</c:v>
                </c:pt>
                <c:pt idx="2562">
                  <c:v>0.66353420825979947</c:v>
                </c:pt>
                <c:pt idx="2563">
                  <c:v>0.72403035780378056</c:v>
                </c:pt>
                <c:pt idx="2564">
                  <c:v>0.77220549283607054</c:v>
                </c:pt>
                <c:pt idx="2565">
                  <c:v>0.7620592678390985</c:v>
                </c:pt>
                <c:pt idx="2566">
                  <c:v>0.79566373195922546</c:v>
                </c:pt>
                <c:pt idx="2567">
                  <c:v>0.81353521034028553</c:v>
                </c:pt>
                <c:pt idx="2568">
                  <c:v>0.88992973315376622</c:v>
                </c:pt>
                <c:pt idx="2569">
                  <c:v>0.94019039807854832</c:v>
                </c:pt>
                <c:pt idx="2570">
                  <c:v>0.93341039105221757</c:v>
                </c:pt>
                <c:pt idx="2571">
                  <c:v>0.94852247164310466</c:v>
                </c:pt>
                <c:pt idx="2572">
                  <c:v>0.9656851616899248</c:v>
                </c:pt>
                <c:pt idx="2573">
                  <c:v>0.97337104879090541</c:v>
                </c:pt>
                <c:pt idx="2574">
                  <c:v>0.9713689851159002</c:v>
                </c:pt>
                <c:pt idx="2575">
                  <c:v>0.98603728986780648</c:v>
                </c:pt>
                <c:pt idx="2576">
                  <c:v>1.112005760336467</c:v>
                </c:pt>
                <c:pt idx="2577">
                  <c:v>1.0592354396815067</c:v>
                </c:pt>
                <c:pt idx="2578">
                  <c:v>0.92730198949656351</c:v>
                </c:pt>
                <c:pt idx="2579">
                  <c:v>0.85908652280310649</c:v>
                </c:pt>
                <c:pt idx="2580">
                  <c:v>0.79722566171364495</c:v>
                </c:pt>
                <c:pt idx="2581">
                  <c:v>0.74715454415723592</c:v>
                </c:pt>
                <c:pt idx="2582">
                  <c:v>0.67017858324855251</c:v>
                </c:pt>
                <c:pt idx="2583">
                  <c:v>0.70439959363929772</c:v>
                </c:pt>
                <c:pt idx="2584">
                  <c:v>0.70652638865294493</c:v>
                </c:pt>
                <c:pt idx="2585">
                  <c:v>0.74798308223095156</c:v>
                </c:pt>
                <c:pt idx="2586">
                  <c:v>0.75889882543817611</c:v>
                </c:pt>
                <c:pt idx="2587">
                  <c:v>0.7689181574695686</c:v>
                </c:pt>
                <c:pt idx="2588">
                  <c:v>0.75593442389788112</c:v>
                </c:pt>
                <c:pt idx="2589">
                  <c:v>0.75099827101216976</c:v>
                </c:pt>
                <c:pt idx="2590">
                  <c:v>0.79330545105351202</c:v>
                </c:pt>
                <c:pt idx="2591">
                  <c:v>0.71499432550046782</c:v>
                </c:pt>
                <c:pt idx="2592">
                  <c:v>0.77736877657429415</c:v>
                </c:pt>
                <c:pt idx="2593">
                  <c:v>0.81214381915524281</c:v>
                </c:pt>
                <c:pt idx="2594">
                  <c:v>0.8858129887852666</c:v>
                </c:pt>
                <c:pt idx="2595">
                  <c:v>0.85601849880459602</c:v>
                </c:pt>
                <c:pt idx="2596">
                  <c:v>0.88934511365717328</c:v>
                </c:pt>
                <c:pt idx="2597">
                  <c:v>0.9427374136973693</c:v>
                </c:pt>
                <c:pt idx="2598">
                  <c:v>0.93049485077792438</c:v>
                </c:pt>
                <c:pt idx="2599">
                  <c:v>0.88885223759612775</c:v>
                </c:pt>
                <c:pt idx="2600">
                  <c:v>0.8807390199647781</c:v>
                </c:pt>
                <c:pt idx="2601">
                  <c:v>0.80667683678527757</c:v>
                </c:pt>
                <c:pt idx="2602">
                  <c:v>0.73818082045811195</c:v>
                </c:pt>
                <c:pt idx="2603">
                  <c:v>0.67953835229718618</c:v>
                </c:pt>
                <c:pt idx="2604">
                  <c:v>0.61294025223659154</c:v>
                </c:pt>
                <c:pt idx="2605">
                  <c:v>0.5546173872182486</c:v>
                </c:pt>
                <c:pt idx="2606">
                  <c:v>0.58104291418389031</c:v>
                </c:pt>
                <c:pt idx="2607">
                  <c:v>0.5904535092903459</c:v>
                </c:pt>
                <c:pt idx="2608">
                  <c:v>0.60310722209488909</c:v>
                </c:pt>
                <c:pt idx="2609">
                  <c:v>0.6062130118604151</c:v>
                </c:pt>
                <c:pt idx="2610">
                  <c:v>0.56570912554906316</c:v>
                </c:pt>
                <c:pt idx="2611">
                  <c:v>0.58956762627391468</c:v>
                </c:pt>
                <c:pt idx="2612">
                  <c:v>0.54222930740566</c:v>
                </c:pt>
                <c:pt idx="2613">
                  <c:v>0.56753802081038596</c:v>
                </c:pt>
                <c:pt idx="2614">
                  <c:v>0.58403911496747529</c:v>
                </c:pt>
                <c:pt idx="2615">
                  <c:v>0.56964673935176124</c:v>
                </c:pt>
                <c:pt idx="2616">
                  <c:v>0.58082455644704745</c:v>
                </c:pt>
                <c:pt idx="2617">
                  <c:v>0.55731158997191144</c:v>
                </c:pt>
                <c:pt idx="2618">
                  <c:v>0.58394865675351981</c:v>
                </c:pt>
                <c:pt idx="2619">
                  <c:v>0.61987827584154764</c:v>
                </c:pt>
                <c:pt idx="2620">
                  <c:v>0.62308515124212915</c:v>
                </c:pt>
                <c:pt idx="2621">
                  <c:v>0.60620940228742326</c:v>
                </c:pt>
                <c:pt idx="2622">
                  <c:v>0.59216167651134455</c:v>
                </c:pt>
                <c:pt idx="2623">
                  <c:v>0.5844593300127926</c:v>
                </c:pt>
                <c:pt idx="2624">
                  <c:v>0.58494267862666838</c:v>
                </c:pt>
                <c:pt idx="2625">
                  <c:v>0.58308835722647301</c:v>
                </c:pt>
                <c:pt idx="2626">
                  <c:v>0.57728157504431288</c:v>
                </c:pt>
                <c:pt idx="2627">
                  <c:v>0.56187424631858685</c:v>
                </c:pt>
                <c:pt idx="2628">
                  <c:v>0.56369431945218551</c:v>
                </c:pt>
                <c:pt idx="2629">
                  <c:v>0.52972405009128232</c:v>
                </c:pt>
                <c:pt idx="2630">
                  <c:v>0.49630573617659579</c:v>
                </c:pt>
                <c:pt idx="2631">
                  <c:v>0.52138155683505605</c:v>
                </c:pt>
                <c:pt idx="2632">
                  <c:v>0.49667909597662063</c:v>
                </c:pt>
                <c:pt idx="2633">
                  <c:v>0.51661954602402571</c:v>
                </c:pt>
                <c:pt idx="2634">
                  <c:v>0.47813711372350221</c:v>
                </c:pt>
                <c:pt idx="2635">
                  <c:v>0.52003646443449802</c:v>
                </c:pt>
                <c:pt idx="2636">
                  <c:v>0.5507932681270209</c:v>
                </c:pt>
                <c:pt idx="2637">
                  <c:v>0.5556564031788126</c:v>
                </c:pt>
                <c:pt idx="2638">
                  <c:v>0.56418267066910766</c:v>
                </c:pt>
                <c:pt idx="2639">
                  <c:v>0.58331283819680768</c:v>
                </c:pt>
                <c:pt idx="2640">
                  <c:v>0.64657754114962307</c:v>
                </c:pt>
                <c:pt idx="2641">
                  <c:v>0.69076811801229498</c:v>
                </c:pt>
                <c:pt idx="2642">
                  <c:v>0.70637453906470815</c:v>
                </c:pt>
                <c:pt idx="2643">
                  <c:v>0.67397797526707082</c:v>
                </c:pt>
                <c:pt idx="2644">
                  <c:v>0.6741652275554626</c:v>
                </c:pt>
                <c:pt idx="2645">
                  <c:v>0.68402277144934687</c:v>
                </c:pt>
                <c:pt idx="2646">
                  <c:v>0.68478396043248202</c:v>
                </c:pt>
                <c:pt idx="2647">
                  <c:v>0.67488784529970181</c:v>
                </c:pt>
                <c:pt idx="2648">
                  <c:v>0.66525191059623234</c:v>
                </c:pt>
                <c:pt idx="2649">
                  <c:v>0.6740074216454276</c:v>
                </c:pt>
                <c:pt idx="2650">
                  <c:v>0.69948914869996204</c:v>
                </c:pt>
                <c:pt idx="2651">
                  <c:v>0.72840997386474038</c:v>
                </c:pt>
                <c:pt idx="2652">
                  <c:v>0.66185536566334235</c:v>
                </c:pt>
                <c:pt idx="2653">
                  <c:v>0.72476809501622574</c:v>
                </c:pt>
                <c:pt idx="2654">
                  <c:v>0.72569372952479472</c:v>
                </c:pt>
                <c:pt idx="2655">
                  <c:v>0.68479582000920547</c:v>
                </c:pt>
                <c:pt idx="2656">
                  <c:v>0.72710748584332063</c:v>
                </c:pt>
                <c:pt idx="2657">
                  <c:v>0.67919206415247702</c:v>
                </c:pt>
                <c:pt idx="2658">
                  <c:v>0.69465491919609668</c:v>
                </c:pt>
                <c:pt idx="2659">
                  <c:v>0.72829745041677973</c:v>
                </c:pt>
                <c:pt idx="2660">
                  <c:v>0.74080094239876149</c:v>
                </c:pt>
                <c:pt idx="2661">
                  <c:v>0.74102853538067759</c:v>
                </c:pt>
                <c:pt idx="2662">
                  <c:v>0.76852686546698334</c:v>
                </c:pt>
                <c:pt idx="2663">
                  <c:v>0.7950925601888581</c:v>
                </c:pt>
                <c:pt idx="2664">
                  <c:v>0.77137179919338827</c:v>
                </c:pt>
                <c:pt idx="2665">
                  <c:v>0.78714706174185323</c:v>
                </c:pt>
                <c:pt idx="2666">
                  <c:v>0.74661701969533223</c:v>
                </c:pt>
                <c:pt idx="2667">
                  <c:v>0.74533946996302547</c:v>
                </c:pt>
                <c:pt idx="2668">
                  <c:v>0.73136002220053442</c:v>
                </c:pt>
                <c:pt idx="2669">
                  <c:v>0.72356052576828389</c:v>
                </c:pt>
                <c:pt idx="2670">
                  <c:v>0.72071021732087492</c:v>
                </c:pt>
                <c:pt idx="2671">
                  <c:v>0.72754860832741353</c:v>
                </c:pt>
                <c:pt idx="2672">
                  <c:v>0.72823093003925121</c:v>
                </c:pt>
                <c:pt idx="2673">
                  <c:v>0.82556127010189628</c:v>
                </c:pt>
                <c:pt idx="2674">
                  <c:v>0.81359199550290473</c:v>
                </c:pt>
                <c:pt idx="2675">
                  <c:v>0.85074418802208862</c:v>
                </c:pt>
                <c:pt idx="2676">
                  <c:v>0.71563680185401879</c:v>
                </c:pt>
                <c:pt idx="2677">
                  <c:v>0.81658468048363331</c:v>
                </c:pt>
                <c:pt idx="2678">
                  <c:v>0.83229000304634526</c:v>
                </c:pt>
                <c:pt idx="2679">
                  <c:v>0.7401492130375803</c:v>
                </c:pt>
                <c:pt idx="2680">
                  <c:v>0.78620257983342212</c:v>
                </c:pt>
                <c:pt idx="2681">
                  <c:v>0.73694630307201581</c:v>
                </c:pt>
                <c:pt idx="2682">
                  <c:v>0.73095469392880208</c:v>
                </c:pt>
                <c:pt idx="2683">
                  <c:v>0.77963993899536188</c:v>
                </c:pt>
                <c:pt idx="2684">
                  <c:v>0.78666516659908869</c:v>
                </c:pt>
                <c:pt idx="2685">
                  <c:v>0.80281005128821492</c:v>
                </c:pt>
                <c:pt idx="2686">
                  <c:v>0.82595239133310294</c:v>
                </c:pt>
                <c:pt idx="2687">
                  <c:v>0.77584565006533057</c:v>
                </c:pt>
                <c:pt idx="2688">
                  <c:v>0.78714890552020544</c:v>
                </c:pt>
                <c:pt idx="2689">
                  <c:v>0.76217104992585882</c:v>
                </c:pt>
                <c:pt idx="2690">
                  <c:v>0.82925008553780644</c:v>
                </c:pt>
                <c:pt idx="2691">
                  <c:v>0.86259239040572377</c:v>
                </c:pt>
                <c:pt idx="2692">
                  <c:v>0.86599239336297884</c:v>
                </c:pt>
                <c:pt idx="2693">
                  <c:v>0.8316389871096096</c:v>
                </c:pt>
                <c:pt idx="2694">
                  <c:v>0.86767056172363033</c:v>
                </c:pt>
                <c:pt idx="2695">
                  <c:v>0.90084233285968562</c:v>
                </c:pt>
                <c:pt idx="2696">
                  <c:v>0.90556008298221446</c:v>
                </c:pt>
                <c:pt idx="2697">
                  <c:v>0.91222267446356819</c:v>
                </c:pt>
                <c:pt idx="2698">
                  <c:v>0.88261965933019437</c:v>
                </c:pt>
                <c:pt idx="2699">
                  <c:v>0.75955108741481214</c:v>
                </c:pt>
                <c:pt idx="2700">
                  <c:v>0.76800141341278627</c:v>
                </c:pt>
                <c:pt idx="2701">
                  <c:v>0.78689589574913699</c:v>
                </c:pt>
                <c:pt idx="2702">
                  <c:v>0.77483981354820286</c:v>
                </c:pt>
                <c:pt idx="2703">
                  <c:v>0.73228483295894387</c:v>
                </c:pt>
                <c:pt idx="2704">
                  <c:v>0.7294166284659197</c:v>
                </c:pt>
                <c:pt idx="2705">
                  <c:v>0.7607956915418338</c:v>
                </c:pt>
                <c:pt idx="2706">
                  <c:v>0.80488860132497531</c:v>
                </c:pt>
                <c:pt idx="2707">
                  <c:v>0.78653552969478269</c:v>
                </c:pt>
                <c:pt idx="2708">
                  <c:v>0.77699775754915323</c:v>
                </c:pt>
                <c:pt idx="2709">
                  <c:v>0.77179337883723653</c:v>
                </c:pt>
                <c:pt idx="2710">
                  <c:v>0.75812207189207714</c:v>
                </c:pt>
                <c:pt idx="2711">
                  <c:v>0.76867793911686111</c:v>
                </c:pt>
                <c:pt idx="2712">
                  <c:v>0.77105572188096805</c:v>
                </c:pt>
                <c:pt idx="2713">
                  <c:v>0.7563273217727644</c:v>
                </c:pt>
                <c:pt idx="2714">
                  <c:v>0.79246233347332729</c:v>
                </c:pt>
                <c:pt idx="2715">
                  <c:v>0.80110465927218588</c:v>
                </c:pt>
                <c:pt idx="2716">
                  <c:v>0.80576071953196626</c:v>
                </c:pt>
                <c:pt idx="2717">
                  <c:v>0.76584637180887394</c:v>
                </c:pt>
                <c:pt idx="2718">
                  <c:v>0.79484243675768917</c:v>
                </c:pt>
                <c:pt idx="2719">
                  <c:v>0.7706761727207716</c:v>
                </c:pt>
                <c:pt idx="2720">
                  <c:v>0.79428400958681422</c:v>
                </c:pt>
                <c:pt idx="2721">
                  <c:v>0.72770466721510452</c:v>
                </c:pt>
                <c:pt idx="2722">
                  <c:v>0.75488532628431981</c:v>
                </c:pt>
                <c:pt idx="2723">
                  <c:v>0.74912642236237326</c:v>
                </c:pt>
                <c:pt idx="2724">
                  <c:v>0.72353742752602401</c:v>
                </c:pt>
                <c:pt idx="2725">
                  <c:v>0.73769616340558308</c:v>
                </c:pt>
                <c:pt idx="2726">
                  <c:v>0.72361641722296088</c:v>
                </c:pt>
                <c:pt idx="2727">
                  <c:v>0.66445296694906242</c:v>
                </c:pt>
                <c:pt idx="2728">
                  <c:v>0.66803154302324919</c:v>
                </c:pt>
                <c:pt idx="2729">
                  <c:v>0.68329358013993535</c:v>
                </c:pt>
                <c:pt idx="2730">
                  <c:v>0.69426784074139147</c:v>
                </c:pt>
                <c:pt idx="2731">
                  <c:v>0.68915552610678454</c:v>
                </c:pt>
                <c:pt idx="2732">
                  <c:v>0.72421289477616424</c:v>
                </c:pt>
                <c:pt idx="2733">
                  <c:v>0.74826545837085701</c:v>
                </c:pt>
                <c:pt idx="2734">
                  <c:v>0.71917406092036618</c:v>
                </c:pt>
                <c:pt idx="2735">
                  <c:v>0.73885120376109237</c:v>
                </c:pt>
                <c:pt idx="2736">
                  <c:v>0.69167428273650133</c:v>
                </c:pt>
                <c:pt idx="2737">
                  <c:v>0.69697987772384862</c:v>
                </c:pt>
                <c:pt idx="2738">
                  <c:v>0.70381854286197687</c:v>
                </c:pt>
                <c:pt idx="2739">
                  <c:v>0.73016328299276489</c:v>
                </c:pt>
                <c:pt idx="2740">
                  <c:v>0.71809045419652273</c:v>
                </c:pt>
                <c:pt idx="2741">
                  <c:v>0.74568323047792739</c:v>
                </c:pt>
                <c:pt idx="2742">
                  <c:v>0.74134289582228852</c:v>
                </c:pt>
                <c:pt idx="2743">
                  <c:v>0.74027266631412347</c:v>
                </c:pt>
                <c:pt idx="2744">
                  <c:v>0.75915150648931518</c:v>
                </c:pt>
                <c:pt idx="2745">
                  <c:v>0.75378263885600061</c:v>
                </c:pt>
                <c:pt idx="2746">
                  <c:v>0.80221932324898637</c:v>
                </c:pt>
                <c:pt idx="2747">
                  <c:v>0.83596497072386089</c:v>
                </c:pt>
                <c:pt idx="2748">
                  <c:v>0.68955345561578452</c:v>
                </c:pt>
                <c:pt idx="2749">
                  <c:v>0.61766471637113107</c:v>
                </c:pt>
                <c:pt idx="2750">
                  <c:v>0.54895460661461437</c:v>
                </c:pt>
                <c:pt idx="2751">
                  <c:v>0.55384993789964088</c:v>
                </c:pt>
                <c:pt idx="2752">
                  <c:v>0.552172959438468</c:v>
                </c:pt>
                <c:pt idx="2753">
                  <c:v>0.53958678673132976</c:v>
                </c:pt>
                <c:pt idx="2754">
                  <c:v>0.53233440243843155</c:v>
                </c:pt>
                <c:pt idx="2755">
                  <c:v>0.57209201658932363</c:v>
                </c:pt>
                <c:pt idx="2756">
                  <c:v>0.61426710343146529</c:v>
                </c:pt>
                <c:pt idx="2757">
                  <c:v>0.64518558241646995</c:v>
                </c:pt>
                <c:pt idx="2758">
                  <c:v>0.64607475597457764</c:v>
                </c:pt>
                <c:pt idx="2759">
                  <c:v>0.62481860671259104</c:v>
                </c:pt>
                <c:pt idx="2760">
                  <c:v>0.6138038099739358</c:v>
                </c:pt>
                <c:pt idx="2761">
                  <c:v>0.6248131201798055</c:v>
                </c:pt>
                <c:pt idx="2762">
                  <c:v>0.63996902521914811</c:v>
                </c:pt>
                <c:pt idx="2763">
                  <c:v>0.6473253759058859</c:v>
                </c:pt>
                <c:pt idx="2764">
                  <c:v>0.6207571541891177</c:v>
                </c:pt>
                <c:pt idx="2765">
                  <c:v>0.63882773556245187</c:v>
                </c:pt>
                <c:pt idx="2766">
                  <c:v>0.63517806884150163</c:v>
                </c:pt>
                <c:pt idx="2767">
                  <c:v>0.63598575450940742</c:v>
                </c:pt>
                <c:pt idx="2768">
                  <c:v>0.67299964612494401</c:v>
                </c:pt>
                <c:pt idx="2769">
                  <c:v>0.66805443644750961</c:v>
                </c:pt>
                <c:pt idx="2770">
                  <c:v>0.6079677445938938</c:v>
                </c:pt>
                <c:pt idx="2771">
                  <c:v>0.58880473002346312</c:v>
                </c:pt>
                <c:pt idx="2772">
                  <c:v>0.52899805911434605</c:v>
                </c:pt>
                <c:pt idx="2773">
                  <c:v>0.53321610884764925</c:v>
                </c:pt>
                <c:pt idx="2774">
                  <c:v>0.52626703335729041</c:v>
                </c:pt>
                <c:pt idx="2775">
                  <c:v>0.50500305475106022</c:v>
                </c:pt>
                <c:pt idx="2776">
                  <c:v>0.54227920303997812</c:v>
                </c:pt>
                <c:pt idx="2777">
                  <c:v>0.54129107909200169</c:v>
                </c:pt>
                <c:pt idx="2778">
                  <c:v>0.58630984239118511</c:v>
                </c:pt>
                <c:pt idx="2779">
                  <c:v>0.6410464391597408</c:v>
                </c:pt>
                <c:pt idx="2780">
                  <c:v>0.7031758153101576</c:v>
                </c:pt>
                <c:pt idx="2781">
                  <c:v>0.78544747277270743</c:v>
                </c:pt>
                <c:pt idx="2782">
                  <c:v>0.81315400133394222</c:v>
                </c:pt>
                <c:pt idx="2783">
                  <c:v>0.86193918915943291</c:v>
                </c:pt>
                <c:pt idx="2784">
                  <c:v>0.91160469546004808</c:v>
                </c:pt>
                <c:pt idx="2785">
                  <c:v>0.95678296241418159</c:v>
                </c:pt>
                <c:pt idx="2786">
                  <c:v>1.0492721821417887</c:v>
                </c:pt>
                <c:pt idx="2787">
                  <c:v>1.0683254166108858</c:v>
                </c:pt>
                <c:pt idx="2788">
                  <c:v>1.0922950043227504</c:v>
                </c:pt>
                <c:pt idx="2789">
                  <c:v>1.1769419671144699</c:v>
                </c:pt>
                <c:pt idx="2790">
                  <c:v>1.1954654197891734</c:v>
                </c:pt>
                <c:pt idx="2791">
                  <c:v>1.2118100865325598</c:v>
                </c:pt>
                <c:pt idx="2792">
                  <c:v>1.2535341141263037</c:v>
                </c:pt>
                <c:pt idx="2793">
                  <c:v>1.2645498413947269</c:v>
                </c:pt>
                <c:pt idx="2794">
                  <c:v>1.2005139332153034</c:v>
                </c:pt>
                <c:pt idx="2795">
                  <c:v>1.1901211505394964</c:v>
                </c:pt>
                <c:pt idx="2796">
                  <c:v>1.0803259760836161</c:v>
                </c:pt>
                <c:pt idx="2797">
                  <c:v>1.1843292953473081</c:v>
                </c:pt>
                <c:pt idx="2798">
                  <c:v>1.1698460132430113</c:v>
                </c:pt>
                <c:pt idx="2799">
                  <c:v>1.1473968694619747</c:v>
                </c:pt>
                <c:pt idx="2800">
                  <c:v>1.1783622959282294</c:v>
                </c:pt>
                <c:pt idx="2801">
                  <c:v>1.1103871452089626</c:v>
                </c:pt>
                <c:pt idx="2802">
                  <c:v>1.0300792766226063</c:v>
                </c:pt>
                <c:pt idx="2803">
                  <c:v>1.0404523078122578</c:v>
                </c:pt>
                <c:pt idx="2804">
                  <c:v>1.0976569681975865</c:v>
                </c:pt>
                <c:pt idx="2805">
                  <c:v>1.0320923718958979</c:v>
                </c:pt>
                <c:pt idx="2806">
                  <c:v>1.0031312761094306</c:v>
                </c:pt>
                <c:pt idx="2807">
                  <c:v>0.99224711406931776</c:v>
                </c:pt>
                <c:pt idx="2808">
                  <c:v>0.95950938366092875</c:v>
                </c:pt>
                <c:pt idx="2809">
                  <c:v>0.89463577410298023</c:v>
                </c:pt>
                <c:pt idx="2810">
                  <c:v>0.86583264667785531</c:v>
                </c:pt>
                <c:pt idx="2811">
                  <c:v>0.85099688714426236</c:v>
                </c:pt>
                <c:pt idx="2812">
                  <c:v>0.85477675970244726</c:v>
                </c:pt>
                <c:pt idx="2813">
                  <c:v>0.8580008604914906</c:v>
                </c:pt>
                <c:pt idx="2814">
                  <c:v>0.88203716863031589</c:v>
                </c:pt>
                <c:pt idx="2815">
                  <c:v>0.91140888749773841</c:v>
                </c:pt>
                <c:pt idx="2816">
                  <c:v>0.96141203178193402</c:v>
                </c:pt>
                <c:pt idx="2817">
                  <c:v>0.94987727903705177</c:v>
                </c:pt>
                <c:pt idx="2818">
                  <c:v>0.9660315345223961</c:v>
                </c:pt>
                <c:pt idx="2819">
                  <c:v>0.97669411764170966</c:v>
                </c:pt>
                <c:pt idx="2820">
                  <c:v>0.87145446239733437</c:v>
                </c:pt>
                <c:pt idx="2821">
                  <c:v>0.83587994608488525</c:v>
                </c:pt>
                <c:pt idx="2822">
                  <c:v>0.82952230605401178</c:v>
                </c:pt>
                <c:pt idx="2823">
                  <c:v>0.81953695959106065</c:v>
                </c:pt>
                <c:pt idx="2824">
                  <c:v>0.83979464572671481</c:v>
                </c:pt>
                <c:pt idx="2825">
                  <c:v>0.7933903683610507</c:v>
                </c:pt>
                <c:pt idx="2826">
                  <c:v>0.83589618350300954</c:v>
                </c:pt>
                <c:pt idx="2827">
                  <c:v>0.82632414971865287</c:v>
                </c:pt>
                <c:pt idx="2828">
                  <c:v>0.85129299723730723</c:v>
                </c:pt>
                <c:pt idx="2829">
                  <c:v>0.84365566373008849</c:v>
                </c:pt>
                <c:pt idx="2830">
                  <c:v>0.84401908631025835</c:v>
                </c:pt>
                <c:pt idx="2831">
                  <c:v>0.84875012594599475</c:v>
                </c:pt>
                <c:pt idx="2832">
                  <c:v>0.8904831786721199</c:v>
                </c:pt>
                <c:pt idx="2833">
                  <c:v>0.88089583316137221</c:v>
                </c:pt>
                <c:pt idx="2834">
                  <c:v>0.88292238519328159</c:v>
                </c:pt>
                <c:pt idx="2835">
                  <c:v>0.94305913422014476</c:v>
                </c:pt>
                <c:pt idx="2836">
                  <c:v>0.99171514650426551</c:v>
                </c:pt>
                <c:pt idx="2837">
                  <c:v>1.0483763698005382</c:v>
                </c:pt>
                <c:pt idx="2838">
                  <c:v>1.0124922964934133</c:v>
                </c:pt>
                <c:pt idx="2839">
                  <c:v>1.0452773588174811</c:v>
                </c:pt>
                <c:pt idx="2840">
                  <c:v>1.018995223916175</c:v>
                </c:pt>
                <c:pt idx="2841">
                  <c:v>0.97409275390354411</c:v>
                </c:pt>
                <c:pt idx="2842">
                  <c:v>0.88678309884794293</c:v>
                </c:pt>
                <c:pt idx="2843">
                  <c:v>0.77470231743272799</c:v>
                </c:pt>
                <c:pt idx="2844">
                  <c:v>0.71544564477116523</c:v>
                </c:pt>
                <c:pt idx="2845">
                  <c:v>0.66738673778894242</c:v>
                </c:pt>
                <c:pt idx="2846">
                  <c:v>0.75625150381244455</c:v>
                </c:pt>
                <c:pt idx="2847">
                  <c:v>0.79118218499233461</c:v>
                </c:pt>
                <c:pt idx="2848">
                  <c:v>0.76167080166712853</c:v>
                </c:pt>
                <c:pt idx="2849">
                  <c:v>0.78644567393479392</c:v>
                </c:pt>
                <c:pt idx="2850">
                  <c:v>0.75935928286195065</c:v>
                </c:pt>
                <c:pt idx="2851">
                  <c:v>0.75214011090380128</c:v>
                </c:pt>
                <c:pt idx="2852">
                  <c:v>0.74851384150048328</c:v>
                </c:pt>
                <c:pt idx="2853">
                  <c:v>0.72743084929880952</c:v>
                </c:pt>
                <c:pt idx="2854">
                  <c:v>0.70844769548555742</c:v>
                </c:pt>
                <c:pt idx="2855">
                  <c:v>0.68915409373699299</c:v>
                </c:pt>
                <c:pt idx="2856">
                  <c:v>0.72339376890188489</c:v>
                </c:pt>
                <c:pt idx="2857">
                  <c:v>0.7204662998840633</c:v>
                </c:pt>
                <c:pt idx="2858">
                  <c:v>0.71112681392812549</c:v>
                </c:pt>
                <c:pt idx="2859">
                  <c:v>0.7010774758112478</c:v>
                </c:pt>
                <c:pt idx="2860">
                  <c:v>0.6467300904705664</c:v>
                </c:pt>
                <c:pt idx="2861">
                  <c:v>0.71272561901909559</c:v>
                </c:pt>
                <c:pt idx="2862">
                  <c:v>0.71644488181921218</c:v>
                </c:pt>
                <c:pt idx="2863">
                  <c:v>0.75406681202130454</c:v>
                </c:pt>
                <c:pt idx="2864">
                  <c:v>0.70296012333444136</c:v>
                </c:pt>
                <c:pt idx="2865">
                  <c:v>0.59642742141283789</c:v>
                </c:pt>
                <c:pt idx="2866">
                  <c:v>0.52691875825967216</c:v>
                </c:pt>
                <c:pt idx="2867">
                  <c:v>0.49706498514713587</c:v>
                </c:pt>
                <c:pt idx="2868">
                  <c:v>0.51543117336698918</c:v>
                </c:pt>
                <c:pt idx="2869">
                  <c:v>0.48993376890837392</c:v>
                </c:pt>
                <c:pt idx="2870">
                  <c:v>0.48400118360062783</c:v>
                </c:pt>
                <c:pt idx="2871">
                  <c:v>0.48887720494170456</c:v>
                </c:pt>
                <c:pt idx="2872">
                  <c:v>0.50761638742278725</c:v>
                </c:pt>
                <c:pt idx="2873">
                  <c:v>0.5856924491441875</c:v>
                </c:pt>
                <c:pt idx="2874">
                  <c:v>0.62854646268757952</c:v>
                </c:pt>
                <c:pt idx="2875">
                  <c:v>0.61303026716208076</c:v>
                </c:pt>
                <c:pt idx="2876">
                  <c:v>0.66414782496124158</c:v>
                </c:pt>
                <c:pt idx="2877">
                  <c:v>0.66748904965270039</c:v>
                </c:pt>
                <c:pt idx="2878">
                  <c:v>0.70506315017788979</c:v>
                </c:pt>
                <c:pt idx="2879">
                  <c:v>0.74922988267109769</c:v>
                </c:pt>
                <c:pt idx="2880">
                  <c:v>0.73791142841137269</c:v>
                </c:pt>
                <c:pt idx="2881">
                  <c:v>0.7553087174998615</c:v>
                </c:pt>
                <c:pt idx="2882">
                  <c:v>0.75967243233668225</c:v>
                </c:pt>
                <c:pt idx="2883">
                  <c:v>0.8481408433484493</c:v>
                </c:pt>
                <c:pt idx="2884">
                  <c:v>0.94638998790085282</c:v>
                </c:pt>
                <c:pt idx="2885">
                  <c:v>1.0158957260075356</c:v>
                </c:pt>
                <c:pt idx="2886">
                  <c:v>0.95906653349375393</c:v>
                </c:pt>
                <c:pt idx="2887">
                  <c:v>0.98192521420398982</c:v>
                </c:pt>
                <c:pt idx="2888">
                  <c:v>1.0168836603178011</c:v>
                </c:pt>
                <c:pt idx="2889">
                  <c:v>1.0525178008297353</c:v>
                </c:pt>
                <c:pt idx="2890">
                  <c:v>1.1089989447079867</c:v>
                </c:pt>
                <c:pt idx="2891">
                  <c:v>1.1092537348410971</c:v>
                </c:pt>
                <c:pt idx="2892">
                  <c:v>1.0699998808552673</c:v>
                </c:pt>
                <c:pt idx="2893">
                  <c:v>1.1082390231166277</c:v>
                </c:pt>
                <c:pt idx="2894">
                  <c:v>1.0871305817670258</c:v>
                </c:pt>
                <c:pt idx="2895">
                  <c:v>1.067209480439715</c:v>
                </c:pt>
                <c:pt idx="2896">
                  <c:v>1.0988124994058042</c:v>
                </c:pt>
                <c:pt idx="2897">
                  <c:v>1.05248365647686</c:v>
                </c:pt>
                <c:pt idx="2898">
                  <c:v>1.0783771974288663</c:v>
                </c:pt>
                <c:pt idx="2899">
                  <c:v>1.072237549427665</c:v>
                </c:pt>
                <c:pt idx="2900">
                  <c:v>1.0522882460620284</c:v>
                </c:pt>
                <c:pt idx="2901">
                  <c:v>1.0407663789707406</c:v>
                </c:pt>
                <c:pt idx="2902">
                  <c:v>1.0120096824590843</c:v>
                </c:pt>
                <c:pt idx="2903">
                  <c:v>1.028890435979769</c:v>
                </c:pt>
                <c:pt idx="2904">
                  <c:v>1.0188899349789342</c:v>
                </c:pt>
                <c:pt idx="2905">
                  <c:v>1.021512436537884</c:v>
                </c:pt>
                <c:pt idx="2906">
                  <c:v>1.0319310884511508</c:v>
                </c:pt>
                <c:pt idx="2907">
                  <c:v>1.0063898242248002</c:v>
                </c:pt>
                <c:pt idx="2908">
                  <c:v>0.98680700294344126</c:v>
                </c:pt>
                <c:pt idx="2909">
                  <c:v>1.0017394720226909</c:v>
                </c:pt>
                <c:pt idx="2910">
                  <c:v>0.99019756035292006</c:v>
                </c:pt>
                <c:pt idx="2911">
                  <c:v>0.98009429338634479</c:v>
                </c:pt>
                <c:pt idx="2912">
                  <c:v>0.9957688888488514</c:v>
                </c:pt>
                <c:pt idx="2913">
                  <c:v>1.0439437506266021</c:v>
                </c:pt>
                <c:pt idx="2914">
                  <c:v>1.056192924584278</c:v>
                </c:pt>
                <c:pt idx="2915">
                  <c:v>1.0371921494210616</c:v>
                </c:pt>
                <c:pt idx="2916">
                  <c:v>1.0770759370857501</c:v>
                </c:pt>
                <c:pt idx="2917">
                  <c:v>1.1354285630817516</c:v>
                </c:pt>
                <c:pt idx="2918">
                  <c:v>1.1553936868075416</c:v>
                </c:pt>
                <c:pt idx="2919">
                  <c:v>1.1421838335829451</c:v>
                </c:pt>
                <c:pt idx="2920">
                  <c:v>1.1261759451563078</c:v>
                </c:pt>
                <c:pt idx="2921">
                  <c:v>1.0741713977230674</c:v>
                </c:pt>
                <c:pt idx="2922">
                  <c:v>1.0889534784333188</c:v>
                </c:pt>
                <c:pt idx="2923">
                  <c:v>1.1257935673240393</c:v>
                </c:pt>
                <c:pt idx="2924">
                  <c:v>1.1490725053495949</c:v>
                </c:pt>
                <c:pt idx="2925">
                  <c:v>1.1475338655210781</c:v>
                </c:pt>
                <c:pt idx="2926">
                  <c:v>1.0997660579262267</c:v>
                </c:pt>
                <c:pt idx="2927">
                  <c:v>1.0714255084441979</c:v>
                </c:pt>
                <c:pt idx="2928">
                  <c:v>1.0828187494031651</c:v>
                </c:pt>
                <c:pt idx="2929">
                  <c:v>1.0395676209253848</c:v>
                </c:pt>
                <c:pt idx="2930">
                  <c:v>1.0061394562884718</c:v>
                </c:pt>
                <c:pt idx="2931">
                  <c:v>1.0432113256593993</c:v>
                </c:pt>
                <c:pt idx="2932">
                  <c:v>1.0617545278366947</c:v>
                </c:pt>
                <c:pt idx="2933">
                  <c:v>1.1105275780462835</c:v>
                </c:pt>
                <c:pt idx="2934">
                  <c:v>1.1857368405010118</c:v>
                </c:pt>
                <c:pt idx="2935">
                  <c:v>1.2727998684701423</c:v>
                </c:pt>
                <c:pt idx="2936">
                  <c:v>1.2417336676178603</c:v>
                </c:pt>
                <c:pt idx="2937">
                  <c:v>1.253540993379235</c:v>
                </c:pt>
                <c:pt idx="2938">
                  <c:v>1.1636497965617039</c:v>
                </c:pt>
                <c:pt idx="2939">
                  <c:v>1.0851424445118658</c:v>
                </c:pt>
                <c:pt idx="2940">
                  <c:v>0.95743911647024271</c:v>
                </c:pt>
                <c:pt idx="2941">
                  <c:v>0.6285192416426898</c:v>
                </c:pt>
                <c:pt idx="2942">
                  <c:v>0.99650907753500662</c:v>
                </c:pt>
                <c:pt idx="2943">
                  <c:v>1.2324784112221183</c:v>
                </c:pt>
                <c:pt idx="2944">
                  <c:v>0.9770259382631924</c:v>
                </c:pt>
                <c:pt idx="2945">
                  <c:v>0.95831939918990072</c:v>
                </c:pt>
                <c:pt idx="2946">
                  <c:v>0.92204690651126819</c:v>
                </c:pt>
                <c:pt idx="2947">
                  <c:v>0.94252451356927969</c:v>
                </c:pt>
                <c:pt idx="2948">
                  <c:v>0.97501039839118397</c:v>
                </c:pt>
                <c:pt idx="2949">
                  <c:v>1.0192143873280315</c:v>
                </c:pt>
                <c:pt idx="2950">
                  <c:v>1.0572319256772067</c:v>
                </c:pt>
                <c:pt idx="2951">
                  <c:v>1.01428662650104</c:v>
                </c:pt>
                <c:pt idx="2952">
                  <c:v>1.0425604346700164</c:v>
                </c:pt>
                <c:pt idx="2953">
                  <c:v>1.142957134783068</c:v>
                </c:pt>
                <c:pt idx="2954">
                  <c:v>1.2095654876024469</c:v>
                </c:pt>
                <c:pt idx="2955">
                  <c:v>1.1822559683953655</c:v>
                </c:pt>
                <c:pt idx="2956">
                  <c:v>1.1840746311042134</c:v>
                </c:pt>
                <c:pt idx="2957">
                  <c:v>1.1955610725214596</c:v>
                </c:pt>
                <c:pt idx="2958">
                  <c:v>1.1662620465907914</c:v>
                </c:pt>
                <c:pt idx="2959">
                  <c:v>1.1426641040945122</c:v>
                </c:pt>
                <c:pt idx="2960">
                  <c:v>1.088312912999289</c:v>
                </c:pt>
                <c:pt idx="2961">
                  <c:v>1.1021041465379866</c:v>
                </c:pt>
                <c:pt idx="2962">
                  <c:v>1.2131959749634464</c:v>
                </c:pt>
                <c:pt idx="2963">
                  <c:v>1.2663325657487241</c:v>
                </c:pt>
                <c:pt idx="2964">
                  <c:v>1.1784529971652975</c:v>
                </c:pt>
                <c:pt idx="2965">
                  <c:v>1.0859775169864485</c:v>
                </c:pt>
                <c:pt idx="2966">
                  <c:v>0.9607871069091396</c:v>
                </c:pt>
                <c:pt idx="2967">
                  <c:v>0.94471956217685615</c:v>
                </c:pt>
                <c:pt idx="2968">
                  <c:v>0.92482669844506493</c:v>
                </c:pt>
                <c:pt idx="2969">
                  <c:v>0.98917254785806674</c:v>
                </c:pt>
                <c:pt idx="2970">
                  <c:v>0.94597512649816484</c:v>
                </c:pt>
                <c:pt idx="2971">
                  <c:v>0.95828597422355766</c:v>
                </c:pt>
                <c:pt idx="2972">
                  <c:v>0.96447883865916162</c:v>
                </c:pt>
                <c:pt idx="2973">
                  <c:v>0.98336642836222155</c:v>
                </c:pt>
                <c:pt idx="2974">
                  <c:v>0.91418327098221963</c:v>
                </c:pt>
                <c:pt idx="2975">
                  <c:v>0.91957910884606575</c:v>
                </c:pt>
                <c:pt idx="2976">
                  <c:v>0.93233116130181781</c:v>
                </c:pt>
                <c:pt idx="2977">
                  <c:v>0.91970369597880197</c:v>
                </c:pt>
                <c:pt idx="2978">
                  <c:v>0.89308751217434978</c:v>
                </c:pt>
                <c:pt idx="2979">
                  <c:v>0.86923473298848064</c:v>
                </c:pt>
                <c:pt idx="2980">
                  <c:v>0.86837194433595555</c:v>
                </c:pt>
                <c:pt idx="2981">
                  <c:v>0.86913209549644821</c:v>
                </c:pt>
                <c:pt idx="2982">
                  <c:v>0.85865780616005261</c:v>
                </c:pt>
                <c:pt idx="2983">
                  <c:v>0.84913777372253807</c:v>
                </c:pt>
                <c:pt idx="2984">
                  <c:v>0.8860397188573591</c:v>
                </c:pt>
                <c:pt idx="2985">
                  <c:v>0.89001455213537661</c:v>
                </c:pt>
                <c:pt idx="2986">
                  <c:v>0.77781095878756845</c:v>
                </c:pt>
                <c:pt idx="2987">
                  <c:v>0.84551694692074797</c:v>
                </c:pt>
                <c:pt idx="2988">
                  <c:v>0.78051232757714151</c:v>
                </c:pt>
                <c:pt idx="2989">
                  <c:v>0.73372005625588632</c:v>
                </c:pt>
                <c:pt idx="2990">
                  <c:v>0.741430415062721</c:v>
                </c:pt>
                <c:pt idx="2991">
                  <c:v>0.71278955049241999</c:v>
                </c:pt>
                <c:pt idx="2992">
                  <c:v>0.78487532895809831</c:v>
                </c:pt>
                <c:pt idx="2993">
                  <c:v>0.66401154252475358</c:v>
                </c:pt>
                <c:pt idx="2994">
                  <c:v>0.69026291819513119</c:v>
                </c:pt>
                <c:pt idx="2995">
                  <c:v>0.74444167880291356</c:v>
                </c:pt>
                <c:pt idx="2996">
                  <c:v>0.72711063569069478</c:v>
                </c:pt>
                <c:pt idx="2997">
                  <c:v>0.75255109973957135</c:v>
                </c:pt>
                <c:pt idx="2998">
                  <c:v>0.82949673346101116</c:v>
                </c:pt>
                <c:pt idx="2999">
                  <c:v>1.0078308895385457</c:v>
                </c:pt>
                <c:pt idx="3000">
                  <c:v>1.1459107758301894</c:v>
                </c:pt>
                <c:pt idx="3001">
                  <c:v>1.896597443820164</c:v>
                </c:pt>
                <c:pt idx="3002">
                  <c:v>2.4257958981386905</c:v>
                </c:pt>
                <c:pt idx="3003">
                  <c:v>2.5289061755448792</c:v>
                </c:pt>
                <c:pt idx="3004">
                  <c:v>2.6592859494155712</c:v>
                </c:pt>
                <c:pt idx="3005">
                  <c:v>2.7552496449577095</c:v>
                </c:pt>
                <c:pt idx="3006">
                  <c:v>2.9235146379011776</c:v>
                </c:pt>
                <c:pt idx="3007">
                  <c:v>3.0774720572859877</c:v>
                </c:pt>
                <c:pt idx="3008">
                  <c:v>3.127096096235102</c:v>
                </c:pt>
                <c:pt idx="3009">
                  <c:v>3.2363301062022254</c:v>
                </c:pt>
                <c:pt idx="3010">
                  <c:v>3.6568445271023431</c:v>
                </c:pt>
                <c:pt idx="3011">
                  <c:v>2.743046880283559</c:v>
                </c:pt>
                <c:pt idx="3012">
                  <c:v>2.7011114357533064</c:v>
                </c:pt>
                <c:pt idx="3013">
                  <c:v>2.5080106763713048</c:v>
                </c:pt>
                <c:pt idx="3014">
                  <c:v>2.472640317030661</c:v>
                </c:pt>
                <c:pt idx="3015">
                  <c:v>1.6938286062531884</c:v>
                </c:pt>
                <c:pt idx="3016">
                  <c:v>4.5798424072552614E-2</c:v>
                </c:pt>
                <c:pt idx="3017">
                  <c:v>2.26199844490808E-2</c:v>
                </c:pt>
                <c:pt idx="3018">
                  <c:v>7.8473798545391354E-3</c:v>
                </c:pt>
                <c:pt idx="3019">
                  <c:v>3.3404647548378355E-3</c:v>
                </c:pt>
                <c:pt idx="3020">
                  <c:v>2.3159543224887291E-3</c:v>
                </c:pt>
                <c:pt idx="3021">
                  <c:v>1.1655809669262268E-3</c:v>
                </c:pt>
                <c:pt idx="3022">
                  <c:v>1.6801843182015412E-3</c:v>
                </c:pt>
                <c:pt idx="3023">
                  <c:v>2.499949211275177E-3</c:v>
                </c:pt>
                <c:pt idx="3024">
                  <c:v>1.616600245401335E-3</c:v>
                </c:pt>
                <c:pt idx="3025">
                  <c:v>1.163315459254918E-3</c:v>
                </c:pt>
                <c:pt idx="3026">
                  <c:v>8.006392479083564E-4</c:v>
                </c:pt>
                <c:pt idx="3027">
                  <c:v>6.1895497538813735E-4</c:v>
                </c:pt>
                <c:pt idx="3028">
                  <c:v>4.288769284542355E-4</c:v>
                </c:pt>
                <c:pt idx="3029">
                  <c:v>3.1042610788206958E-4</c:v>
                </c:pt>
                <c:pt idx="3030">
                  <c:v>-2.1992825631454608E-5</c:v>
                </c:pt>
                <c:pt idx="3031">
                  <c:v>-4.4133539055880915E-4</c:v>
                </c:pt>
                <c:pt idx="3032">
                  <c:v>-5.0972377820344174E-3</c:v>
                </c:pt>
                <c:pt idx="3033">
                  <c:v>-9.7736045651193836E-3</c:v>
                </c:pt>
                <c:pt idx="3034">
                  <c:v>-9.3587319926869174E-3</c:v>
                </c:pt>
                <c:pt idx="3035">
                  <c:v>-8.78083686549163E-3</c:v>
                </c:pt>
                <c:pt idx="3036">
                  <c:v>-8.4202392549903773E-3</c:v>
                </c:pt>
                <c:pt idx="3037">
                  <c:v>-8.3290229750565409E-3</c:v>
                </c:pt>
                <c:pt idx="3038">
                  <c:v>-7.552620868445676E-3</c:v>
                </c:pt>
                <c:pt idx="3039">
                  <c:v>-6.8216450692779648E-3</c:v>
                </c:pt>
                <c:pt idx="3040">
                  <c:v>-6.4864980548060714E-3</c:v>
                </c:pt>
                <c:pt idx="3041">
                  <c:v>1.6602368470350604E-3</c:v>
                </c:pt>
                <c:pt idx="3042">
                  <c:v>2.5924970605464728E-3</c:v>
                </c:pt>
                <c:pt idx="3043">
                  <c:v>1.721845860036268E-3</c:v>
                </c:pt>
                <c:pt idx="3044">
                  <c:v>1.1972703954254615E-3</c:v>
                </c:pt>
                <c:pt idx="3045">
                  <c:v>8.5577676222915917E-4</c:v>
                </c:pt>
                <c:pt idx="3046">
                  <c:v>8.184000586424848E-4</c:v>
                </c:pt>
                <c:pt idx="3047">
                  <c:v>6.4792789187964302E-4</c:v>
                </c:pt>
                <c:pt idx="3048">
                  <c:v>7.0118933807680056E-4</c:v>
                </c:pt>
                <c:pt idx="3049">
                  <c:v>7.5182329232694725E-4</c:v>
                </c:pt>
                <c:pt idx="3050">
                  <c:v>6.3243240038638251E-4</c:v>
                </c:pt>
                <c:pt idx="3051">
                  <c:v>7.0405071222827821E-4</c:v>
                </c:pt>
                <c:pt idx="3052">
                  <c:v>5.571299966950266E-4</c:v>
                </c:pt>
                <c:pt idx="3053">
                  <c:v>6.2038298838275178E-4</c:v>
                </c:pt>
                <c:pt idx="3054">
                  <c:v>7.5969673351180568E-4</c:v>
                </c:pt>
                <c:pt idx="3055">
                  <c:v>6.8394272042322974E-4</c:v>
                </c:pt>
                <c:pt idx="3056">
                  <c:v>-1.1771749904763193E-3</c:v>
                </c:pt>
                <c:pt idx="3057">
                  <c:v>-5.6060421630498335E-3</c:v>
                </c:pt>
                <c:pt idx="3058">
                  <c:v>-5.283599072718098E-3</c:v>
                </c:pt>
                <c:pt idx="3059">
                  <c:v>-5.0449512778101297E-3</c:v>
                </c:pt>
                <c:pt idx="3060">
                  <c:v>-5.1331518307686803E-3</c:v>
                </c:pt>
                <c:pt idx="3061">
                  <c:v>-6.1696287554746229E-3</c:v>
                </c:pt>
                <c:pt idx="3062">
                  <c:v>-4.9184949690949612E-3</c:v>
                </c:pt>
                <c:pt idx="3063">
                  <c:v>-4.6836602648512261E-3</c:v>
                </c:pt>
                <c:pt idx="3064">
                  <c:v>-4.7094545293197444E-3</c:v>
                </c:pt>
                <c:pt idx="3065">
                  <c:v>7.9434775199651567E-4</c:v>
                </c:pt>
                <c:pt idx="3066">
                  <c:v>1.3083914758028974E-3</c:v>
                </c:pt>
                <c:pt idx="3067">
                  <c:v>8.7835095841225968E-4</c:v>
                </c:pt>
                <c:pt idx="3068">
                  <c:v>7.7209678870916547E-4</c:v>
                </c:pt>
                <c:pt idx="3069">
                  <c:v>7.3813755557852018E-4</c:v>
                </c:pt>
                <c:pt idx="3070">
                  <c:v>4.6112706087772927E-4</c:v>
                </c:pt>
                <c:pt idx="3071">
                  <c:v>6.1512740836648389E-4</c:v>
                </c:pt>
                <c:pt idx="3072">
                  <c:v>4.687164470091963E-4</c:v>
                </c:pt>
                <c:pt idx="3073">
                  <c:v>6.7097911513133073E-4</c:v>
                </c:pt>
                <c:pt idx="3074">
                  <c:v>4.5043440429401373E-4</c:v>
                </c:pt>
                <c:pt idx="3075">
                  <c:v>6.3777505988526183E-4</c:v>
                </c:pt>
                <c:pt idx="3076">
                  <c:v>5.3976677349326272E-4</c:v>
                </c:pt>
                <c:pt idx="3077">
                  <c:v>5.5418973294528299E-4</c:v>
                </c:pt>
                <c:pt idx="3078">
                  <c:v>5.1012211680060197E-4</c:v>
                </c:pt>
                <c:pt idx="3079">
                  <c:v>2.215525910973002E-4</c:v>
                </c:pt>
                <c:pt idx="3080">
                  <c:v>-9.6353666950059686E-4</c:v>
                </c:pt>
                <c:pt idx="3081">
                  <c:v>1.2105374064664445E-3</c:v>
                </c:pt>
                <c:pt idx="3082">
                  <c:v>-1.4187521763214623E-3</c:v>
                </c:pt>
                <c:pt idx="3083">
                  <c:v>-8.5395040866767242E-4</c:v>
                </c:pt>
                <c:pt idx="3084">
                  <c:v>1.2933323723566989E-4</c:v>
                </c:pt>
                <c:pt idx="3085">
                  <c:v>1.0566942942916828E-3</c:v>
                </c:pt>
                <c:pt idx="3086">
                  <c:v>1.1650104303666826E-3</c:v>
                </c:pt>
                <c:pt idx="3087">
                  <c:v>1.7665527083303362E-3</c:v>
                </c:pt>
                <c:pt idx="3088">
                  <c:v>2.0876239565000955E-3</c:v>
                </c:pt>
                <c:pt idx="3089">
                  <c:v>1.2298931275890991E-3</c:v>
                </c:pt>
                <c:pt idx="3090">
                  <c:v>2.8176707279020511E-4</c:v>
                </c:pt>
                <c:pt idx="3091">
                  <c:v>-2.9484102633260899E-3</c:v>
                </c:pt>
                <c:pt idx="3092">
                  <c:v>-4.5728616547541893E-3</c:v>
                </c:pt>
                <c:pt idx="3093">
                  <c:v>-5.0909080986879978E-3</c:v>
                </c:pt>
                <c:pt idx="3094">
                  <c:v>-5.1815770848767486E-3</c:v>
                </c:pt>
                <c:pt idx="3095">
                  <c:v>1.7913265906613845E-4</c:v>
                </c:pt>
                <c:pt idx="3096">
                  <c:v>9.8156272724646515E-4</c:v>
                </c:pt>
                <c:pt idx="3097">
                  <c:v>7.8284054485347422E-4</c:v>
                </c:pt>
                <c:pt idx="3098">
                  <c:v>8.47647659426775E-4</c:v>
                </c:pt>
                <c:pt idx="3099">
                  <c:v>7.2371808945943317E-4</c:v>
                </c:pt>
                <c:pt idx="3100">
                  <c:v>7.0800277285507009E-4</c:v>
                </c:pt>
                <c:pt idx="3101">
                  <c:v>6.7449399855488707E-4</c:v>
                </c:pt>
                <c:pt idx="3102">
                  <c:v>7.3939952376553297E-4</c:v>
                </c:pt>
                <c:pt idx="3103">
                  <c:v>5.5720385850346486E-4</c:v>
                </c:pt>
                <c:pt idx="3104">
                  <c:v>-1.8594491562429567E-3</c:v>
                </c:pt>
                <c:pt idx="3105">
                  <c:v>-5.3595256802835972E-3</c:v>
                </c:pt>
                <c:pt idx="3106">
                  <c:v>-5.2298136959792419E-3</c:v>
                </c:pt>
                <c:pt idx="3107">
                  <c:v>-3.5993488549119503E-3</c:v>
                </c:pt>
                <c:pt idx="3108">
                  <c:v>-1.3128756959869686E-3</c:v>
                </c:pt>
                <c:pt idx="3109">
                  <c:v>-7.2626524788053991E-4</c:v>
                </c:pt>
                <c:pt idx="3110">
                  <c:v>8.8047872204938191E-2</c:v>
                </c:pt>
                <c:pt idx="3111">
                  <c:v>1.0939520444400348</c:v>
                </c:pt>
                <c:pt idx="3112">
                  <c:v>0.47886533773784351</c:v>
                </c:pt>
                <c:pt idx="3113">
                  <c:v>0.52144129882366108</c:v>
                </c:pt>
                <c:pt idx="3114">
                  <c:v>0.56265346486114254</c:v>
                </c:pt>
                <c:pt idx="3115">
                  <c:v>0.52633046229603575</c:v>
                </c:pt>
                <c:pt idx="3116">
                  <c:v>0.52680368501804853</c:v>
                </c:pt>
                <c:pt idx="3117">
                  <c:v>0.50895574889651041</c:v>
                </c:pt>
                <c:pt idx="3118">
                  <c:v>0.50708885477826293</c:v>
                </c:pt>
                <c:pt idx="3119">
                  <c:v>0.46694180829353521</c:v>
                </c:pt>
                <c:pt idx="3120">
                  <c:v>0.47050620271130222</c:v>
                </c:pt>
                <c:pt idx="3121">
                  <c:v>0.47982769015052179</c:v>
                </c:pt>
                <c:pt idx="3122">
                  <c:v>0.47963996511355123</c:v>
                </c:pt>
                <c:pt idx="3123">
                  <c:v>0.49143495359683181</c:v>
                </c:pt>
                <c:pt idx="3124">
                  <c:v>0.48336765379389779</c:v>
                </c:pt>
                <c:pt idx="3125">
                  <c:v>0.514287470474728</c:v>
                </c:pt>
                <c:pt idx="3126">
                  <c:v>0.517923639397598</c:v>
                </c:pt>
                <c:pt idx="3127">
                  <c:v>0.53432682868119297</c:v>
                </c:pt>
                <c:pt idx="3128">
                  <c:v>0.70438505338400836</c:v>
                </c:pt>
                <c:pt idx="3129">
                  <c:v>0.414716276634368</c:v>
                </c:pt>
                <c:pt idx="3130">
                  <c:v>0.38743423240344282</c:v>
                </c:pt>
                <c:pt idx="3131">
                  <c:v>0.32646254204125369</c:v>
                </c:pt>
                <c:pt idx="3132">
                  <c:v>0.34696859635755861</c:v>
                </c:pt>
                <c:pt idx="3133">
                  <c:v>0.39181229143045726</c:v>
                </c:pt>
                <c:pt idx="3134">
                  <c:v>0.41175011588668242</c:v>
                </c:pt>
                <c:pt idx="3135">
                  <c:v>0.47620573853306741</c:v>
                </c:pt>
                <c:pt idx="3136">
                  <c:v>0.44864460944054746</c:v>
                </c:pt>
                <c:pt idx="3137">
                  <c:v>0.45028262588021906</c:v>
                </c:pt>
                <c:pt idx="3138">
                  <c:v>0.43602364699568436</c:v>
                </c:pt>
                <c:pt idx="3139">
                  <c:v>0.44436442666831999</c:v>
                </c:pt>
                <c:pt idx="3140">
                  <c:v>0.45239442893293647</c:v>
                </c:pt>
                <c:pt idx="3141">
                  <c:v>0.45084719565170195</c:v>
                </c:pt>
                <c:pt idx="3142">
                  <c:v>0.44003380937693976</c:v>
                </c:pt>
                <c:pt idx="3143">
                  <c:v>0.46206414597328888</c:v>
                </c:pt>
                <c:pt idx="3144">
                  <c:v>0.49409113078318012</c:v>
                </c:pt>
                <c:pt idx="3145">
                  <c:v>0.56757609499187744</c:v>
                </c:pt>
                <c:pt idx="3146">
                  <c:v>0.6054463250122708</c:v>
                </c:pt>
                <c:pt idx="3147">
                  <c:v>0.60769509503431163</c:v>
                </c:pt>
                <c:pt idx="3148">
                  <c:v>0.61257100050437641</c:v>
                </c:pt>
                <c:pt idx="3149">
                  <c:v>0.61404806684465174</c:v>
                </c:pt>
                <c:pt idx="3150">
                  <c:v>0.6621409090589857</c:v>
                </c:pt>
                <c:pt idx="3151">
                  <c:v>0.66033804971950649</c:v>
                </c:pt>
                <c:pt idx="3152">
                  <c:v>0.70570542825563265</c:v>
                </c:pt>
                <c:pt idx="3153">
                  <c:v>0.72777532807146395</c:v>
                </c:pt>
                <c:pt idx="3154">
                  <c:v>0.64195369327929197</c:v>
                </c:pt>
                <c:pt idx="3155">
                  <c:v>0.52954991086820569</c:v>
                </c:pt>
                <c:pt idx="3156">
                  <c:v>0.54721695548309901</c:v>
                </c:pt>
                <c:pt idx="3157">
                  <c:v>0.59257748680053468</c:v>
                </c:pt>
                <c:pt idx="3158">
                  <c:v>0.56984079557222811</c:v>
                </c:pt>
                <c:pt idx="3159">
                  <c:v>0.62295120226693335</c:v>
                </c:pt>
                <c:pt idx="3160">
                  <c:v>0.63075840089790958</c:v>
                </c:pt>
                <c:pt idx="3161">
                  <c:v>0.60884127124397136</c:v>
                </c:pt>
                <c:pt idx="3162">
                  <c:v>0.59066086355890268</c:v>
                </c:pt>
                <c:pt idx="3163">
                  <c:v>0.56261702188210494</c:v>
                </c:pt>
                <c:pt idx="3164">
                  <c:v>0.56339973499372953</c:v>
                </c:pt>
                <c:pt idx="3165">
                  <c:v>0.52736511977336686</c:v>
                </c:pt>
                <c:pt idx="3166">
                  <c:v>0.49937523058183431</c:v>
                </c:pt>
                <c:pt idx="3167">
                  <c:v>0.4992204723372875</c:v>
                </c:pt>
                <c:pt idx="3168">
                  <c:v>0.51108644027316374</c:v>
                </c:pt>
                <c:pt idx="3169">
                  <c:v>0.49896807137275567</c:v>
                </c:pt>
                <c:pt idx="3170">
                  <c:v>0.44720336867012112</c:v>
                </c:pt>
                <c:pt idx="3171">
                  <c:v>0.41947956294893912</c:v>
                </c:pt>
                <c:pt idx="3172">
                  <c:v>0.41466287641898048</c:v>
                </c:pt>
                <c:pt idx="3173">
                  <c:v>0.38838193827635148</c:v>
                </c:pt>
                <c:pt idx="3174">
                  <c:v>0.37142667953181407</c:v>
                </c:pt>
                <c:pt idx="3175">
                  <c:v>0.38150497083800139</c:v>
                </c:pt>
                <c:pt idx="3176">
                  <c:v>0.39466210927043333</c:v>
                </c:pt>
                <c:pt idx="3177">
                  <c:v>0.42540455109849334</c:v>
                </c:pt>
                <c:pt idx="3178">
                  <c:v>0.49509809134646909</c:v>
                </c:pt>
                <c:pt idx="3179">
                  <c:v>0.51379698402539942</c:v>
                </c:pt>
                <c:pt idx="3180">
                  <c:v>0.4882788543818975</c:v>
                </c:pt>
                <c:pt idx="3181">
                  <c:v>0.47465341883595791</c:v>
                </c:pt>
                <c:pt idx="3182">
                  <c:v>0.44225430918231745</c:v>
                </c:pt>
                <c:pt idx="3183">
                  <c:v>0.46638242333057511</c:v>
                </c:pt>
                <c:pt idx="3184">
                  <c:v>0.51657043532296432</c:v>
                </c:pt>
                <c:pt idx="3185">
                  <c:v>0.47011521208372625</c:v>
                </c:pt>
                <c:pt idx="3186">
                  <c:v>0.53878141111154965</c:v>
                </c:pt>
                <c:pt idx="3187">
                  <c:v>0.53097297957177325</c:v>
                </c:pt>
                <c:pt idx="3188">
                  <c:v>0.55888958955141288</c:v>
                </c:pt>
                <c:pt idx="3189">
                  <c:v>0.62481060970311209</c:v>
                </c:pt>
                <c:pt idx="3190">
                  <c:v>0.66627917785557134</c:v>
                </c:pt>
                <c:pt idx="3191">
                  <c:v>0.70567824203096408</c:v>
                </c:pt>
                <c:pt idx="3192">
                  <c:v>0.73135859615256782</c:v>
                </c:pt>
                <c:pt idx="3193">
                  <c:v>0.7632386279349378</c:v>
                </c:pt>
                <c:pt idx="3194">
                  <c:v>0.7811994821010948</c:v>
                </c:pt>
                <c:pt idx="3195">
                  <c:v>0.79665347883877657</c:v>
                </c:pt>
                <c:pt idx="3196">
                  <c:v>0.83113545363202379</c:v>
                </c:pt>
                <c:pt idx="3197">
                  <c:v>0.85719442026467418</c:v>
                </c:pt>
                <c:pt idx="3198">
                  <c:v>0.89974453523066145</c:v>
                </c:pt>
                <c:pt idx="3199">
                  <c:v>0.95059890714210837</c:v>
                </c:pt>
                <c:pt idx="3200">
                  <c:v>0.83502859582211053</c:v>
                </c:pt>
                <c:pt idx="3201">
                  <c:v>0.78801551242898094</c:v>
                </c:pt>
                <c:pt idx="3202">
                  <c:v>0.73413273771961007</c:v>
                </c:pt>
                <c:pt idx="3203">
                  <c:v>0.69766442131774342</c:v>
                </c:pt>
                <c:pt idx="3204">
                  <c:v>0.64389355459049169</c:v>
                </c:pt>
                <c:pt idx="3205">
                  <c:v>0.65021934345155763</c:v>
                </c:pt>
                <c:pt idx="3206">
                  <c:v>0.6260599633810694</c:v>
                </c:pt>
                <c:pt idx="3207">
                  <c:v>0.6092387739169427</c:v>
                </c:pt>
                <c:pt idx="3208">
                  <c:v>0.60732597454200543</c:v>
                </c:pt>
                <c:pt idx="3209">
                  <c:v>0.61092267468096784</c:v>
                </c:pt>
                <c:pt idx="3210">
                  <c:v>0.59267525942887922</c:v>
                </c:pt>
                <c:pt idx="3211">
                  <c:v>0.57238957506620236</c:v>
                </c:pt>
                <c:pt idx="3212">
                  <c:v>0.56214649129430427</c:v>
                </c:pt>
                <c:pt idx="3213">
                  <c:v>0.64416160919227139</c:v>
                </c:pt>
                <c:pt idx="3214">
                  <c:v>0.69663142735469119</c:v>
                </c:pt>
                <c:pt idx="3215">
                  <c:v>0.70599241950456459</c:v>
                </c:pt>
                <c:pt idx="3216">
                  <c:v>0.72629414745675958</c:v>
                </c:pt>
                <c:pt idx="3217">
                  <c:v>0.73558763420513573</c:v>
                </c:pt>
                <c:pt idx="3218">
                  <c:v>0.72714717392192685</c:v>
                </c:pt>
                <c:pt idx="3219">
                  <c:v>0.66761417075188723</c:v>
                </c:pt>
                <c:pt idx="3220">
                  <c:v>0.65435798269809042</c:v>
                </c:pt>
                <c:pt idx="3221">
                  <c:v>0.65682954811524974</c:v>
                </c:pt>
                <c:pt idx="3222">
                  <c:v>0.6617173805110822</c:v>
                </c:pt>
                <c:pt idx="3223">
                  <c:v>0.65309071066125046</c:v>
                </c:pt>
                <c:pt idx="3224">
                  <c:v>0.62789138982306636</c:v>
                </c:pt>
                <c:pt idx="3225">
                  <c:v>0.61255829525838634</c:v>
                </c:pt>
                <c:pt idx="3226">
                  <c:v>0.60165024182452842</c:v>
                </c:pt>
                <c:pt idx="3227">
                  <c:v>0.58644462507105</c:v>
                </c:pt>
                <c:pt idx="3228">
                  <c:v>0.55659127479063797</c:v>
                </c:pt>
                <c:pt idx="3229">
                  <c:v>0.51907713102999054</c:v>
                </c:pt>
                <c:pt idx="3230">
                  <c:v>0.52117433417115622</c:v>
                </c:pt>
                <c:pt idx="3231">
                  <c:v>0.51739933244538128</c:v>
                </c:pt>
                <c:pt idx="3232">
                  <c:v>0.50776313798030881</c:v>
                </c:pt>
                <c:pt idx="3233">
                  <c:v>0.53631304126749813</c:v>
                </c:pt>
                <c:pt idx="3234">
                  <c:v>0.52231058568582112</c:v>
                </c:pt>
                <c:pt idx="3235">
                  <c:v>0.55420645399173307</c:v>
                </c:pt>
                <c:pt idx="3236">
                  <c:v>0.53551216714314687</c:v>
                </c:pt>
                <c:pt idx="3237">
                  <c:v>0.53124212299522655</c:v>
                </c:pt>
                <c:pt idx="3238">
                  <c:v>0.58006031242444633</c:v>
                </c:pt>
                <c:pt idx="3239">
                  <c:v>0.57850150129965061</c:v>
                </c:pt>
                <c:pt idx="3240">
                  <c:v>0.57044033593637988</c:v>
                </c:pt>
                <c:pt idx="3241">
                  <c:v>0.60933121481018915</c:v>
                </c:pt>
                <c:pt idx="3242">
                  <c:v>0.60944234361310679</c:v>
                </c:pt>
                <c:pt idx="3243">
                  <c:v>0.63146272059739383</c:v>
                </c:pt>
                <c:pt idx="3244">
                  <c:v>0.65277214713536891</c:v>
                </c:pt>
                <c:pt idx="3245">
                  <c:v>0.66756977193956923</c:v>
                </c:pt>
                <c:pt idx="3246">
                  <c:v>0.66004110027314722</c:v>
                </c:pt>
                <c:pt idx="3247">
                  <c:v>0.63583427289930261</c:v>
                </c:pt>
                <c:pt idx="3248">
                  <c:v>0.58658872935572903</c:v>
                </c:pt>
                <c:pt idx="3249">
                  <c:v>0.5513321527450542</c:v>
                </c:pt>
                <c:pt idx="3250">
                  <c:v>0.47384377065433742</c:v>
                </c:pt>
                <c:pt idx="3251">
                  <c:v>0.40676556979788464</c:v>
                </c:pt>
                <c:pt idx="3252">
                  <c:v>0.30602386434658291</c:v>
                </c:pt>
                <c:pt idx="3253">
                  <c:v>0.23503261392300503</c:v>
                </c:pt>
                <c:pt idx="3254">
                  <c:v>0.28902922047364427</c:v>
                </c:pt>
                <c:pt idx="3255">
                  <c:v>0.37207979147772341</c:v>
                </c:pt>
                <c:pt idx="3256">
                  <c:v>0.3840889872877235</c:v>
                </c:pt>
                <c:pt idx="3257">
                  <c:v>0.408851263423544</c:v>
                </c:pt>
                <c:pt idx="3258">
                  <c:v>0.41761601631789796</c:v>
                </c:pt>
                <c:pt idx="3259">
                  <c:v>0.4709620765259479</c:v>
                </c:pt>
                <c:pt idx="3260">
                  <c:v>0.50118610668781371</c:v>
                </c:pt>
                <c:pt idx="3261">
                  <c:v>0.53014072453102656</c:v>
                </c:pt>
                <c:pt idx="3262">
                  <c:v>0.53223756638392605</c:v>
                </c:pt>
                <c:pt idx="3263">
                  <c:v>0.54848484255961838</c:v>
                </c:pt>
                <c:pt idx="3264">
                  <c:v>0.62459175030779468</c:v>
                </c:pt>
                <c:pt idx="3265">
                  <c:v>0.67508220305104427</c:v>
                </c:pt>
                <c:pt idx="3266">
                  <c:v>0.64379240650962422</c:v>
                </c:pt>
                <c:pt idx="3267">
                  <c:v>0.62632616131196184</c:v>
                </c:pt>
                <c:pt idx="3268">
                  <c:v>0.58991200831602708</c:v>
                </c:pt>
                <c:pt idx="3269">
                  <c:v>0.54316474377594537</c:v>
                </c:pt>
                <c:pt idx="3270">
                  <c:v>0.50712516409681274</c:v>
                </c:pt>
                <c:pt idx="3271">
                  <c:v>0.47907954920068258</c:v>
                </c:pt>
                <c:pt idx="3272">
                  <c:v>0.52152499634750527</c:v>
                </c:pt>
                <c:pt idx="3273">
                  <c:v>0.47925916794291523</c:v>
                </c:pt>
                <c:pt idx="3274">
                  <c:v>0.30407777783110362</c:v>
                </c:pt>
                <c:pt idx="3275">
                  <c:v>0.24769745493890982</c:v>
                </c:pt>
                <c:pt idx="3276">
                  <c:v>0.23459675988490278</c:v>
                </c:pt>
                <c:pt idx="3277">
                  <c:v>0.42058679081058825</c:v>
                </c:pt>
                <c:pt idx="3278">
                  <c:v>0.42281090222344242</c:v>
                </c:pt>
                <c:pt idx="3279">
                  <c:v>0.36595734792430423</c:v>
                </c:pt>
                <c:pt idx="3280">
                  <c:v>0.3793241391878685</c:v>
                </c:pt>
                <c:pt idx="3281">
                  <c:v>0.40332456537582234</c:v>
                </c:pt>
                <c:pt idx="3282">
                  <c:v>0.41773532546877817</c:v>
                </c:pt>
                <c:pt idx="3283">
                  <c:v>0.37772091605450009</c:v>
                </c:pt>
                <c:pt idx="3284">
                  <c:v>0.39634388373605695</c:v>
                </c:pt>
                <c:pt idx="3285">
                  <c:v>0.42289803604203896</c:v>
                </c:pt>
                <c:pt idx="3286">
                  <c:v>0.44610470937842289</c:v>
                </c:pt>
                <c:pt idx="3287">
                  <c:v>0.45202815939430735</c:v>
                </c:pt>
                <c:pt idx="3288">
                  <c:v>0.43838790964111091</c:v>
                </c:pt>
                <c:pt idx="3289">
                  <c:v>0.49264619523903236</c:v>
                </c:pt>
                <c:pt idx="3290">
                  <c:v>0.53882109549852908</c:v>
                </c:pt>
                <c:pt idx="3291">
                  <c:v>0.57380311225710279</c:v>
                </c:pt>
                <c:pt idx="3292">
                  <c:v>0.56876982409165278</c:v>
                </c:pt>
                <c:pt idx="3293">
                  <c:v>0.5497967634944334</c:v>
                </c:pt>
                <c:pt idx="3294">
                  <c:v>0.53333750574262506</c:v>
                </c:pt>
                <c:pt idx="3295">
                  <c:v>0.49990192378732573</c:v>
                </c:pt>
                <c:pt idx="3296">
                  <c:v>0.473869082320302</c:v>
                </c:pt>
                <c:pt idx="3297">
                  <c:v>0.40816417011627876</c:v>
                </c:pt>
                <c:pt idx="3298">
                  <c:v>0.39835141499285492</c:v>
                </c:pt>
                <c:pt idx="3299">
                  <c:v>0.33835342645970834</c:v>
                </c:pt>
                <c:pt idx="3300">
                  <c:v>0.30029430016676856</c:v>
                </c:pt>
                <c:pt idx="3301">
                  <c:v>0.35585374126724018</c:v>
                </c:pt>
                <c:pt idx="3302">
                  <c:v>0.44730879338882157</c:v>
                </c:pt>
                <c:pt idx="3303">
                  <c:v>0.50491906307451517</c:v>
                </c:pt>
                <c:pt idx="3304">
                  <c:v>0.60862203200695919</c:v>
                </c:pt>
                <c:pt idx="3305">
                  <c:v>0.48413128222267321</c:v>
                </c:pt>
                <c:pt idx="3306">
                  <c:v>0.44059414557842119</c:v>
                </c:pt>
                <c:pt idx="3307">
                  <c:v>0.41965711746344608</c:v>
                </c:pt>
                <c:pt idx="3308">
                  <c:v>0.41175709951207229</c:v>
                </c:pt>
                <c:pt idx="3309">
                  <c:v>0.37273629670481379</c:v>
                </c:pt>
                <c:pt idx="3310">
                  <c:v>0.36843465460702929</c:v>
                </c:pt>
                <c:pt idx="3311">
                  <c:v>0.53652066819186295</c:v>
                </c:pt>
                <c:pt idx="3312">
                  <c:v>0.45117828274830335</c:v>
                </c:pt>
                <c:pt idx="3313">
                  <c:v>0.48105570957280896</c:v>
                </c:pt>
                <c:pt idx="3314">
                  <c:v>0.44717737841099747</c:v>
                </c:pt>
                <c:pt idx="3315">
                  <c:v>0.43779329642398673</c:v>
                </c:pt>
                <c:pt idx="3316">
                  <c:v>0.43526768278511918</c:v>
                </c:pt>
                <c:pt idx="3317">
                  <c:v>0.42857470354462018</c:v>
                </c:pt>
                <c:pt idx="3318">
                  <c:v>0.42722486420565681</c:v>
                </c:pt>
                <c:pt idx="3319">
                  <c:v>0.42740557674829593</c:v>
                </c:pt>
                <c:pt idx="3320">
                  <c:v>0.43958447642925041</c:v>
                </c:pt>
                <c:pt idx="3321">
                  <c:v>0.45754648053262675</c:v>
                </c:pt>
                <c:pt idx="3322">
                  <c:v>0.45345509786796057</c:v>
                </c:pt>
                <c:pt idx="3323">
                  <c:v>0.47558166575723448</c:v>
                </c:pt>
                <c:pt idx="3324">
                  <c:v>0.46529392546464743</c:v>
                </c:pt>
                <c:pt idx="3325">
                  <c:v>0.46274057057443946</c:v>
                </c:pt>
                <c:pt idx="3326">
                  <c:v>0.49097243462029128</c:v>
                </c:pt>
                <c:pt idx="3327">
                  <c:v>0.48463532965853101</c:v>
                </c:pt>
                <c:pt idx="3328">
                  <c:v>0.49412028459423318</c:v>
                </c:pt>
                <c:pt idx="3329">
                  <c:v>0.5119399231064663</c:v>
                </c:pt>
                <c:pt idx="3330">
                  <c:v>0.50226525123860843</c:v>
                </c:pt>
                <c:pt idx="3331">
                  <c:v>0.52338184458287895</c:v>
                </c:pt>
                <c:pt idx="3332">
                  <c:v>0.52315228832318994</c:v>
                </c:pt>
                <c:pt idx="3333">
                  <c:v>0.53900645608658537</c:v>
                </c:pt>
                <c:pt idx="3334">
                  <c:v>0.55618663471200669</c:v>
                </c:pt>
                <c:pt idx="3335">
                  <c:v>0.35761802314583857</c:v>
                </c:pt>
                <c:pt idx="3336">
                  <c:v>8.7609823043903454E-2</c:v>
                </c:pt>
                <c:pt idx="3337">
                  <c:v>2.0907362637237205E-3</c:v>
                </c:pt>
                <c:pt idx="3338">
                  <c:v>2.7498812141233515E-2</c:v>
                </c:pt>
                <c:pt idx="3339">
                  <c:v>2.5967197572797793E-2</c:v>
                </c:pt>
                <c:pt idx="3340">
                  <c:v>2.7500047528964761E-2</c:v>
                </c:pt>
                <c:pt idx="3341">
                  <c:v>4.8400457255599251E-2</c:v>
                </c:pt>
                <c:pt idx="3342">
                  <c:v>-4.245184243301349E-2</c:v>
                </c:pt>
                <c:pt idx="3343">
                  <c:v>5.0097201593547455E-2</c:v>
                </c:pt>
                <c:pt idx="3344">
                  <c:v>2.3101193332279443E-2</c:v>
                </c:pt>
                <c:pt idx="3345">
                  <c:v>1.781428885080592E-2</c:v>
                </c:pt>
                <c:pt idx="3346">
                  <c:v>1.9123273504883354E-2</c:v>
                </c:pt>
                <c:pt idx="3347">
                  <c:v>1.6614286096863669E-2</c:v>
                </c:pt>
                <c:pt idx="3348">
                  <c:v>3.4215296614840587E-2</c:v>
                </c:pt>
                <c:pt idx="3349">
                  <c:v>4.1232498301852979E-2</c:v>
                </c:pt>
                <c:pt idx="3350">
                  <c:v>1.8430194735081156E-2</c:v>
                </c:pt>
                <c:pt idx="3351">
                  <c:v>2.5830350429602033E-2</c:v>
                </c:pt>
                <c:pt idx="3352">
                  <c:v>2.0947801796075392E-2</c:v>
                </c:pt>
                <c:pt idx="3353">
                  <c:v>1.4011631642138701E-3</c:v>
                </c:pt>
                <c:pt idx="3354">
                  <c:v>-2.4872712354263388E-2</c:v>
                </c:pt>
                <c:pt idx="3355">
                  <c:v>-4.6688254148348103E-2</c:v>
                </c:pt>
                <c:pt idx="3356">
                  <c:v>-5.2142170060056448E-2</c:v>
                </c:pt>
                <c:pt idx="3357">
                  <c:v>-6.38571272108691E-2</c:v>
                </c:pt>
                <c:pt idx="3358">
                  <c:v>-6.4714217123594181E-2</c:v>
                </c:pt>
                <c:pt idx="3359">
                  <c:v>-3.0815895733717489E-2</c:v>
                </c:pt>
                <c:pt idx="3360">
                  <c:v>-3.6163255187927429E-2</c:v>
                </c:pt>
                <c:pt idx="3361">
                  <c:v>-3.8268299541126503E-2</c:v>
                </c:pt>
                <c:pt idx="3362">
                  <c:v>-3.6849271513992352E-2</c:v>
                </c:pt>
                <c:pt idx="3363">
                  <c:v>-4.3994051638134517E-2</c:v>
                </c:pt>
                <c:pt idx="3364">
                  <c:v>-4.0178940853944738E-2</c:v>
                </c:pt>
                <c:pt idx="3365">
                  <c:v>-3.4913447821805735E-2</c:v>
                </c:pt>
                <c:pt idx="3366">
                  <c:v>-3.292565580575816E-2</c:v>
                </c:pt>
                <c:pt idx="3367">
                  <c:v>-2.3013528312981073E-2</c:v>
                </c:pt>
                <c:pt idx="3368">
                  <c:v>-1.3864589149594821E-2</c:v>
                </c:pt>
                <c:pt idx="3369">
                  <c:v>-1.9801341556533892E-2</c:v>
                </c:pt>
                <c:pt idx="3370">
                  <c:v>-9.8899692324958599E-2</c:v>
                </c:pt>
                <c:pt idx="3371">
                  <c:v>-7.8938243506649353E-2</c:v>
                </c:pt>
                <c:pt idx="3372">
                  <c:v>-7.4842708242080891E-2</c:v>
                </c:pt>
                <c:pt idx="3373">
                  <c:v>-9.2631893433237869E-2</c:v>
                </c:pt>
                <c:pt idx="3374">
                  <c:v>-7.9903173137406414E-2</c:v>
                </c:pt>
                <c:pt idx="3375">
                  <c:v>-2.3011203136291718E-2</c:v>
                </c:pt>
                <c:pt idx="3376">
                  <c:v>-4.9921730668037914E-2</c:v>
                </c:pt>
                <c:pt idx="3377">
                  <c:v>-8.4580696563799046E-2</c:v>
                </c:pt>
                <c:pt idx="3378">
                  <c:v>-2.5278246062356107E-2</c:v>
                </c:pt>
                <c:pt idx="3379">
                  <c:v>-4.8564092533407779E-2</c:v>
                </c:pt>
                <c:pt idx="3380">
                  <c:v>-4.3587441229277067E-2</c:v>
                </c:pt>
                <c:pt idx="3381">
                  <c:v>-6.2302073209731343E-2</c:v>
                </c:pt>
                <c:pt idx="3382">
                  <c:v>-4.9422998056173041E-2</c:v>
                </c:pt>
                <c:pt idx="3383">
                  <c:v>-4.3695772390307391E-2</c:v>
                </c:pt>
                <c:pt idx="3384">
                  <c:v>-7.799603015889961E-2</c:v>
                </c:pt>
                <c:pt idx="3385">
                  <c:v>-4.0758407977675042E-2</c:v>
                </c:pt>
                <c:pt idx="3386">
                  <c:v>-9.7648136196680668E-2</c:v>
                </c:pt>
                <c:pt idx="3387">
                  <c:v>-4.9285989668332081E-5</c:v>
                </c:pt>
                <c:pt idx="3388">
                  <c:v>-8.8307495787657161E-2</c:v>
                </c:pt>
                <c:pt idx="3389">
                  <c:v>-5.7982188924308384E-2</c:v>
                </c:pt>
                <c:pt idx="3390">
                  <c:v>-1.8425070625217106E-2</c:v>
                </c:pt>
                <c:pt idx="3391">
                  <c:v>-5.4175995139210564E-2</c:v>
                </c:pt>
                <c:pt idx="3392">
                  <c:v>-5.232133503562611E-2</c:v>
                </c:pt>
                <c:pt idx="3393">
                  <c:v>-6.4419881043826135E-2</c:v>
                </c:pt>
                <c:pt idx="3394">
                  <c:v>-5.8948135110305472E-2</c:v>
                </c:pt>
                <c:pt idx="3395">
                  <c:v>-4.6385732583785075E-2</c:v>
                </c:pt>
                <c:pt idx="3396">
                  <c:v>-4.5264365441174598E-2</c:v>
                </c:pt>
                <c:pt idx="3397">
                  <c:v>-6.1612791556233552E-2</c:v>
                </c:pt>
                <c:pt idx="3398">
                  <c:v>-4.2438341544369179E-2</c:v>
                </c:pt>
                <c:pt idx="3399">
                  <c:v>-5.579263327847709E-2</c:v>
                </c:pt>
                <c:pt idx="3400">
                  <c:v>-5.5193715457396458E-2</c:v>
                </c:pt>
                <c:pt idx="3401">
                  <c:v>-2.6427497702094703E-2</c:v>
                </c:pt>
                <c:pt idx="3402">
                  <c:v>-2.2058460335052821E-2</c:v>
                </c:pt>
                <c:pt idx="3403">
                  <c:v>-4.5942971264241565E-2</c:v>
                </c:pt>
                <c:pt idx="3404">
                  <c:v>-4.2143971088881065E-2</c:v>
                </c:pt>
                <c:pt idx="3405">
                  <c:v>-3.1853293750365656E-2</c:v>
                </c:pt>
                <c:pt idx="3406">
                  <c:v>-2.8370402891610146E-2</c:v>
                </c:pt>
                <c:pt idx="3407">
                  <c:v>-3.7691362095580098E-2</c:v>
                </c:pt>
                <c:pt idx="3408">
                  <c:v>-2.6644206355826622E-2</c:v>
                </c:pt>
                <c:pt idx="3409">
                  <c:v>-2.1412771972183973E-2</c:v>
                </c:pt>
                <c:pt idx="3410">
                  <c:v>4.2640177454588511E-3</c:v>
                </c:pt>
                <c:pt idx="3411">
                  <c:v>-2.9220173996708902E-2</c:v>
                </c:pt>
                <c:pt idx="3412">
                  <c:v>-3.1382701507319019E-2</c:v>
                </c:pt>
                <c:pt idx="3413">
                  <c:v>-4.2739977685222828E-2</c:v>
                </c:pt>
                <c:pt idx="3414">
                  <c:v>-5.2514906941699246E-2</c:v>
                </c:pt>
                <c:pt idx="3415">
                  <c:v>-3.5210078867933869E-2</c:v>
                </c:pt>
                <c:pt idx="3416">
                  <c:v>-4.5183328273950253E-2</c:v>
                </c:pt>
                <c:pt idx="3417">
                  <c:v>1.5117323300807412E-2</c:v>
                </c:pt>
                <c:pt idx="3418">
                  <c:v>1.7550634129994074E-2</c:v>
                </c:pt>
                <c:pt idx="3419">
                  <c:v>-1.5015960185768054E-2</c:v>
                </c:pt>
                <c:pt idx="3420">
                  <c:v>-6.0535252619723715E-2</c:v>
                </c:pt>
                <c:pt idx="3421">
                  <c:v>-4.18045352899633E-2</c:v>
                </c:pt>
                <c:pt idx="3422">
                  <c:v>-0.12013698093032132</c:v>
                </c:pt>
                <c:pt idx="3423">
                  <c:v>-2.9630060989255046E-2</c:v>
                </c:pt>
                <c:pt idx="3424">
                  <c:v>-4.5329100747158318E-2</c:v>
                </c:pt>
                <c:pt idx="3425">
                  <c:v>-5.7055270534385305E-2</c:v>
                </c:pt>
                <c:pt idx="3426">
                  <c:v>-4.46919129942027E-2</c:v>
                </c:pt>
                <c:pt idx="3427">
                  <c:v>-4.2673153152909017E-2</c:v>
                </c:pt>
                <c:pt idx="3428">
                  <c:v>-5.1457606246786802E-2</c:v>
                </c:pt>
                <c:pt idx="3429">
                  <c:v>-4.1876253172894173E-2</c:v>
                </c:pt>
                <c:pt idx="3430">
                  <c:v>-5.2797520812324257E-2</c:v>
                </c:pt>
                <c:pt idx="3431">
                  <c:v>-3.1653094525083442E-2</c:v>
                </c:pt>
                <c:pt idx="3432">
                  <c:v>-2.1358830545081271E-2</c:v>
                </c:pt>
                <c:pt idx="3433">
                  <c:v>7.0675954924891947E-3</c:v>
                </c:pt>
                <c:pt idx="3434">
                  <c:v>1.7641064396340719E-2</c:v>
                </c:pt>
                <c:pt idx="3435">
                  <c:v>1.808020350093895E-2</c:v>
                </c:pt>
                <c:pt idx="3436">
                  <c:v>1.4407968859129365E-2</c:v>
                </c:pt>
                <c:pt idx="3437">
                  <c:v>1.3338621482468282E-2</c:v>
                </c:pt>
                <c:pt idx="3438">
                  <c:v>8.0113318182664893E-3</c:v>
                </c:pt>
                <c:pt idx="3439">
                  <c:v>9.6656678659917967E-3</c:v>
                </c:pt>
                <c:pt idx="3440">
                  <c:v>3.3315521450361221E-2</c:v>
                </c:pt>
                <c:pt idx="3441">
                  <c:v>2.5357607016880689E-2</c:v>
                </c:pt>
                <c:pt idx="3442">
                  <c:v>3.9561809580895252E-2</c:v>
                </c:pt>
                <c:pt idx="3443">
                  <c:v>4.7962051702950897E-2</c:v>
                </c:pt>
                <c:pt idx="3444">
                  <c:v>4.0857253687952767E-2</c:v>
                </c:pt>
                <c:pt idx="3445">
                  <c:v>4.9668469159047497E-2</c:v>
                </c:pt>
                <c:pt idx="3446">
                  <c:v>4.4001601863165735E-2</c:v>
                </c:pt>
                <c:pt idx="3447">
                  <c:v>5.020618892415208E-2</c:v>
                </c:pt>
                <c:pt idx="3448">
                  <c:v>4.7502424322283202E-2</c:v>
                </c:pt>
                <c:pt idx="3449">
                  <c:v>3.8675225123828143E-2</c:v>
                </c:pt>
                <c:pt idx="3450">
                  <c:v>3.7546523491753171E-2</c:v>
                </c:pt>
                <c:pt idx="3451">
                  <c:v>-4.9771481345404461E-2</c:v>
                </c:pt>
                <c:pt idx="3452">
                  <c:v>-4.9827777821014406E-2</c:v>
                </c:pt>
                <c:pt idx="3453">
                  <c:v>-4.9856438442193923E-2</c:v>
                </c:pt>
                <c:pt idx="3454">
                  <c:v>-4.4343751421207653E-2</c:v>
                </c:pt>
                <c:pt idx="3455">
                  <c:v>-4.0652444413634962E-2</c:v>
                </c:pt>
                <c:pt idx="3456">
                  <c:v>-7.3219876283060661E-2</c:v>
                </c:pt>
                <c:pt idx="3457">
                  <c:v>-6.5448176603644201E-2</c:v>
                </c:pt>
                <c:pt idx="3458">
                  <c:v>-7.9254124658782704E-2</c:v>
                </c:pt>
                <c:pt idx="3459">
                  <c:v>-6.062374102224783E-2</c:v>
                </c:pt>
                <c:pt idx="3460">
                  <c:v>-5.9095382538470333E-2</c:v>
                </c:pt>
                <c:pt idx="3461">
                  <c:v>-5.800966227152312E-2</c:v>
                </c:pt>
                <c:pt idx="3462">
                  <c:v>-7.0236284446276692E-2</c:v>
                </c:pt>
                <c:pt idx="3463">
                  <c:v>-8.627916391225908E-2</c:v>
                </c:pt>
                <c:pt idx="3464">
                  <c:v>-5.888200138749268E-2</c:v>
                </c:pt>
                <c:pt idx="3465">
                  <c:v>-4.7582072915155524E-2</c:v>
                </c:pt>
                <c:pt idx="3466">
                  <c:v>-4.6232338677739272E-2</c:v>
                </c:pt>
                <c:pt idx="3467">
                  <c:v>-6.0473839938595987E-2</c:v>
                </c:pt>
                <c:pt idx="3468">
                  <c:v>-4.8947146280419657E-2</c:v>
                </c:pt>
                <c:pt idx="3469">
                  <c:v>-3.0918305398733047E-2</c:v>
                </c:pt>
                <c:pt idx="3470">
                  <c:v>-8.9011050485037754E-2</c:v>
                </c:pt>
                <c:pt idx="3471">
                  <c:v>-5.1858823483624063E-2</c:v>
                </c:pt>
                <c:pt idx="3472">
                  <c:v>-4.2827150164467663E-2</c:v>
                </c:pt>
                <c:pt idx="3473">
                  <c:v>-4.4404474776974068E-2</c:v>
                </c:pt>
                <c:pt idx="3474">
                  <c:v>-5.076397120101394E-2</c:v>
                </c:pt>
                <c:pt idx="3475">
                  <c:v>-6.0641550457522446E-2</c:v>
                </c:pt>
                <c:pt idx="3476">
                  <c:v>-6.4680193107194667E-2</c:v>
                </c:pt>
                <c:pt idx="3477">
                  <c:v>-6.6608353096939341E-2</c:v>
                </c:pt>
                <c:pt idx="3478">
                  <c:v>-5.3644081288633245E-2</c:v>
                </c:pt>
                <c:pt idx="3479">
                  <c:v>-5.7508355071000133E-2</c:v>
                </c:pt>
                <c:pt idx="3480">
                  <c:v>-5.2647256829563761E-2</c:v>
                </c:pt>
                <c:pt idx="3481">
                  <c:v>-5.5178731983997802E-2</c:v>
                </c:pt>
                <c:pt idx="3482">
                  <c:v>-5.6612028080299179E-2</c:v>
                </c:pt>
                <c:pt idx="3483">
                  <c:v>-6.0980185707888532E-2</c:v>
                </c:pt>
                <c:pt idx="3484">
                  <c:v>-5.5716403134338184E-2</c:v>
                </c:pt>
                <c:pt idx="3485">
                  <c:v>-5.2162400667918607E-2</c:v>
                </c:pt>
                <c:pt idx="3486">
                  <c:v>-4.5457783004972087E-2</c:v>
                </c:pt>
                <c:pt idx="3487">
                  <c:v>-7.2183649336438449E-2</c:v>
                </c:pt>
                <c:pt idx="3488">
                  <c:v>-7.8039448723739954E-2</c:v>
                </c:pt>
                <c:pt idx="3489">
                  <c:v>-1.7903915297016793E-2</c:v>
                </c:pt>
                <c:pt idx="3490">
                  <c:v>2.6134859519715156E-2</c:v>
                </c:pt>
                <c:pt idx="3491">
                  <c:v>3.4720318236142106E-2</c:v>
                </c:pt>
                <c:pt idx="3492">
                  <c:v>5.1652312423683521E-3</c:v>
                </c:pt>
                <c:pt idx="3493">
                  <c:v>-2.370035148807224E-2</c:v>
                </c:pt>
                <c:pt idx="3494">
                  <c:v>-6.3806338406399418E-2</c:v>
                </c:pt>
                <c:pt idx="3495">
                  <c:v>-7.1916279076196576E-2</c:v>
                </c:pt>
                <c:pt idx="3496">
                  <c:v>-7.9557292826576489E-2</c:v>
                </c:pt>
                <c:pt idx="3497">
                  <c:v>-7.8133246263449752E-2</c:v>
                </c:pt>
                <c:pt idx="3498">
                  <c:v>-8.4437501434666704E-2</c:v>
                </c:pt>
                <c:pt idx="3499">
                  <c:v>-8.820420457325405E-2</c:v>
                </c:pt>
                <c:pt idx="3500">
                  <c:v>-8.1963553176423315E-2</c:v>
                </c:pt>
                <c:pt idx="3501">
                  <c:v>-7.8811614957216919E-2</c:v>
                </c:pt>
                <c:pt idx="3502">
                  <c:v>-7.5811605440078908E-2</c:v>
                </c:pt>
                <c:pt idx="3503">
                  <c:v>-7.2150794451000783E-2</c:v>
                </c:pt>
                <c:pt idx="3504">
                  <c:v>-5.979413111484725E-2</c:v>
                </c:pt>
                <c:pt idx="3505">
                  <c:v>-5.8959457139014237E-2</c:v>
                </c:pt>
                <c:pt idx="3506">
                  <c:v>-5.8296697236998443E-2</c:v>
                </c:pt>
                <c:pt idx="3507">
                  <c:v>-6.1354137346129024E-2</c:v>
                </c:pt>
                <c:pt idx="3508">
                  <c:v>-6.0207920118739433E-2</c:v>
                </c:pt>
                <c:pt idx="3509">
                  <c:v>-6.4705821232044741E-2</c:v>
                </c:pt>
                <c:pt idx="3510">
                  <c:v>-5.5033412438674434E-2</c:v>
                </c:pt>
                <c:pt idx="3511">
                  <c:v>-7.5859051212045295E-2</c:v>
                </c:pt>
                <c:pt idx="3512">
                  <c:v>-6.0133883199369326E-2</c:v>
                </c:pt>
                <c:pt idx="3513">
                  <c:v>-8.4916746888763731E-2</c:v>
                </c:pt>
                <c:pt idx="3514">
                  <c:v>-7.9842165406247875E-2</c:v>
                </c:pt>
                <c:pt idx="3515">
                  <c:v>-6.2868143657070469E-2</c:v>
                </c:pt>
                <c:pt idx="3516">
                  <c:v>-6.8296721881792657E-2</c:v>
                </c:pt>
                <c:pt idx="3517">
                  <c:v>-6.543568855995914E-2</c:v>
                </c:pt>
                <c:pt idx="3518">
                  <c:v>-5.2736057932832425E-2</c:v>
                </c:pt>
                <c:pt idx="3519">
                  <c:v>-5.5336786924413989E-2</c:v>
                </c:pt>
                <c:pt idx="3520">
                  <c:v>-5.5128106977867151E-2</c:v>
                </c:pt>
                <c:pt idx="3521">
                  <c:v>-6.6508186449088375E-2</c:v>
                </c:pt>
                <c:pt idx="3522">
                  <c:v>-7.3325952975475145E-2</c:v>
                </c:pt>
                <c:pt idx="3523">
                  <c:v>-7.8261687762279347E-2</c:v>
                </c:pt>
                <c:pt idx="3524">
                  <c:v>-6.979103507375109E-2</c:v>
                </c:pt>
                <c:pt idx="3525">
                  <c:v>-6.3757222788301315E-2</c:v>
                </c:pt>
                <c:pt idx="3526">
                  <c:v>-5.3235371187169388E-2</c:v>
                </c:pt>
                <c:pt idx="3527">
                  <c:v>-5.6120871075627354E-2</c:v>
                </c:pt>
                <c:pt idx="3528">
                  <c:v>-5.7072763094191105E-2</c:v>
                </c:pt>
                <c:pt idx="3529">
                  <c:v>-6.320705474608132E-2</c:v>
                </c:pt>
                <c:pt idx="3530">
                  <c:v>-7.2199567978716725E-2</c:v>
                </c:pt>
                <c:pt idx="3531">
                  <c:v>-8.1874676164936711E-2</c:v>
                </c:pt>
                <c:pt idx="3532">
                  <c:v>-7.4547828038765501E-2</c:v>
                </c:pt>
                <c:pt idx="3533">
                  <c:v>-6.0504922618213344E-2</c:v>
                </c:pt>
                <c:pt idx="3534">
                  <c:v>-6.08064683123897E-2</c:v>
                </c:pt>
                <c:pt idx="3535">
                  <c:v>-5.8198662822735989E-2</c:v>
                </c:pt>
                <c:pt idx="3536">
                  <c:v>-6.0513207128030502E-2</c:v>
                </c:pt>
                <c:pt idx="3537">
                  <c:v>-6.8723741172198288E-2</c:v>
                </c:pt>
                <c:pt idx="3538">
                  <c:v>-6.8668170214583504E-2</c:v>
                </c:pt>
                <c:pt idx="3539">
                  <c:v>-6.5327533586774456E-2</c:v>
                </c:pt>
                <c:pt idx="3540">
                  <c:v>-6.8488536553754767E-2</c:v>
                </c:pt>
                <c:pt idx="3541">
                  <c:v>-7.2743241083513002E-2</c:v>
                </c:pt>
                <c:pt idx="3542">
                  <c:v>-5.9003152170194764E-2</c:v>
                </c:pt>
                <c:pt idx="3543">
                  <c:v>-6.6087766299690223E-2</c:v>
                </c:pt>
                <c:pt idx="3544">
                  <c:v>-6.4530578031585739E-2</c:v>
                </c:pt>
                <c:pt idx="3545">
                  <c:v>-4.9025519464772953E-2</c:v>
                </c:pt>
                <c:pt idx="3546">
                  <c:v>-5.395978741457301E-2</c:v>
                </c:pt>
                <c:pt idx="3547">
                  <c:v>-4.6268797135424519E-2</c:v>
                </c:pt>
                <c:pt idx="3548">
                  <c:v>-4.6016037795265537E-2</c:v>
                </c:pt>
                <c:pt idx="3549">
                  <c:v>-6.6287198145176765E-2</c:v>
                </c:pt>
                <c:pt idx="3550">
                  <c:v>-9.2530307897758651E-2</c:v>
                </c:pt>
                <c:pt idx="3551">
                  <c:v>-6.5988145059204598E-2</c:v>
                </c:pt>
                <c:pt idx="3552">
                  <c:v>-5.8647616266563535E-2</c:v>
                </c:pt>
                <c:pt idx="3553">
                  <c:v>-7.023675328148643E-2</c:v>
                </c:pt>
                <c:pt idx="3554">
                  <c:v>-7.2643750893803524E-2</c:v>
                </c:pt>
                <c:pt idx="3555">
                  <c:v>-5.8883487876376178E-2</c:v>
                </c:pt>
                <c:pt idx="3556">
                  <c:v>-0.12471478437006836</c:v>
                </c:pt>
                <c:pt idx="3557">
                  <c:v>-6.6558026363309139E-2</c:v>
                </c:pt>
                <c:pt idx="3558">
                  <c:v>2.0815397171627826E-3</c:v>
                </c:pt>
                <c:pt idx="3559">
                  <c:v>4.5162638799639727E-3</c:v>
                </c:pt>
                <c:pt idx="3560">
                  <c:v>1.8062268390415127E-2</c:v>
                </c:pt>
                <c:pt idx="3561">
                  <c:v>2.2061116655328911E-2</c:v>
                </c:pt>
                <c:pt idx="3562">
                  <c:v>1.5414458408870371E-2</c:v>
                </c:pt>
                <c:pt idx="3563">
                  <c:v>1.2977732467655167E-2</c:v>
                </c:pt>
                <c:pt idx="3564">
                  <c:v>9.19656230263316E-3</c:v>
                </c:pt>
                <c:pt idx="3565">
                  <c:v>7.9041823005499834E-3</c:v>
                </c:pt>
                <c:pt idx="3566">
                  <c:v>6.1993754606418051E-3</c:v>
                </c:pt>
                <c:pt idx="3567">
                  <c:v>4.5446686729867262E-3</c:v>
                </c:pt>
                <c:pt idx="3568">
                  <c:v>4.1093574632070223E-3</c:v>
                </c:pt>
                <c:pt idx="3569">
                  <c:v>5.4010540581949954E-3</c:v>
                </c:pt>
                <c:pt idx="3570">
                  <c:v>3.1874772208480367E-3</c:v>
                </c:pt>
                <c:pt idx="3571">
                  <c:v>2.8268465753313664E-3</c:v>
                </c:pt>
                <c:pt idx="3572">
                  <c:v>2.0147427736740614E-3</c:v>
                </c:pt>
                <c:pt idx="3573">
                  <c:v>1.8287542813532059E-3</c:v>
                </c:pt>
                <c:pt idx="3574">
                  <c:v>1.0915879038845297E-3</c:v>
                </c:pt>
                <c:pt idx="3575">
                  <c:v>7.4532778101205695E-4</c:v>
                </c:pt>
                <c:pt idx="3576">
                  <c:v>4.6538422979570574E-4</c:v>
                </c:pt>
                <c:pt idx="3577">
                  <c:v>8.854934608918684E-4</c:v>
                </c:pt>
                <c:pt idx="3578">
                  <c:v>8.5704342147238091E-4</c:v>
                </c:pt>
                <c:pt idx="3579">
                  <c:v>6.8291712045560459E-4</c:v>
                </c:pt>
                <c:pt idx="3580">
                  <c:v>-0.10290821086938588</c:v>
                </c:pt>
                <c:pt idx="3581">
                  <c:v>-0.13343550069854554</c:v>
                </c:pt>
                <c:pt idx="3582">
                  <c:v>-0.130604598614429</c:v>
                </c:pt>
                <c:pt idx="3583">
                  <c:v>-0.15715085099588083</c:v>
                </c:pt>
                <c:pt idx="3584">
                  <c:v>-0.11856403635232669</c:v>
                </c:pt>
                <c:pt idx="3585">
                  <c:v>-0.15252236965875551</c:v>
                </c:pt>
                <c:pt idx="3586">
                  <c:v>3.1366268004674284E-2</c:v>
                </c:pt>
                <c:pt idx="3587">
                  <c:v>-0.13549166515636862</c:v>
                </c:pt>
                <c:pt idx="3588">
                  <c:v>1.2611385790449358E-2</c:v>
                </c:pt>
                <c:pt idx="3589">
                  <c:v>-1.1134509836548238E-2</c:v>
                </c:pt>
                <c:pt idx="3590">
                  <c:v>-0.15065277793503692</c:v>
                </c:pt>
                <c:pt idx="3591">
                  <c:v>-1.9468938887926539E-2</c:v>
                </c:pt>
                <c:pt idx="3592">
                  <c:v>-0.15846173434261723</c:v>
                </c:pt>
                <c:pt idx="3593">
                  <c:v>-2.0645771395116599E-2</c:v>
                </c:pt>
                <c:pt idx="3594">
                  <c:v>4.9477284170771595E-2</c:v>
                </c:pt>
                <c:pt idx="3595">
                  <c:v>5.3905092718021755E-2</c:v>
                </c:pt>
                <c:pt idx="3596">
                  <c:v>-8.462269326039093E-2</c:v>
                </c:pt>
                <c:pt idx="3597">
                  <c:v>-5.162100712426191E-2</c:v>
                </c:pt>
                <c:pt idx="3598">
                  <c:v>-0.16117874173841867</c:v>
                </c:pt>
                <c:pt idx="3599">
                  <c:v>-4.203340301851053E-2</c:v>
                </c:pt>
                <c:pt idx="3600">
                  <c:v>-0.12166844520228445</c:v>
                </c:pt>
                <c:pt idx="3601">
                  <c:v>-0.12833506603024983</c:v>
                </c:pt>
                <c:pt idx="3602">
                  <c:v>-6.331400861201987E-2</c:v>
                </c:pt>
                <c:pt idx="3603">
                  <c:v>-5.7108456370981088E-2</c:v>
                </c:pt>
                <c:pt idx="3604">
                  <c:v>5.6483383510956692E-3</c:v>
                </c:pt>
                <c:pt idx="3605">
                  <c:v>-6.243388748016717E-2</c:v>
                </c:pt>
                <c:pt idx="3606">
                  <c:v>-8.2801523894953412E-3</c:v>
                </c:pt>
                <c:pt idx="3607">
                  <c:v>-8.2011690033475013E-2</c:v>
                </c:pt>
                <c:pt idx="3608">
                  <c:v>-0.13708834506146234</c:v>
                </c:pt>
                <c:pt idx="3609">
                  <c:v>-6.404997087315778E-2</c:v>
                </c:pt>
                <c:pt idx="3610">
                  <c:v>-2.1125258009123127E-2</c:v>
                </c:pt>
                <c:pt idx="3611">
                  <c:v>-8.3412108758083497E-2</c:v>
                </c:pt>
                <c:pt idx="3612">
                  <c:v>-8.1361600724852531E-2</c:v>
                </c:pt>
                <c:pt idx="3613">
                  <c:v>1.212365726205374E-3</c:v>
                </c:pt>
                <c:pt idx="3614">
                  <c:v>-0.10664350167194055</c:v>
                </c:pt>
                <c:pt idx="3615">
                  <c:v>3.0681081712045255E-2</c:v>
                </c:pt>
                <c:pt idx="3616">
                  <c:v>-2.2291030594018751E-2</c:v>
                </c:pt>
                <c:pt idx="3617">
                  <c:v>-2.5541556172906883E-2</c:v>
                </c:pt>
                <c:pt idx="3618">
                  <c:v>-3.9776607325554519E-2</c:v>
                </c:pt>
                <c:pt idx="3619">
                  <c:v>-9.9231389928908148E-2</c:v>
                </c:pt>
                <c:pt idx="3620">
                  <c:v>-6.6509136406601777E-2</c:v>
                </c:pt>
                <c:pt idx="3621">
                  <c:v>-4.0344730889668882E-2</c:v>
                </c:pt>
                <c:pt idx="3622">
                  <c:v>-3.068891430104902E-2</c:v>
                </c:pt>
                <c:pt idx="3623">
                  <c:v>-3.4273393724545431E-3</c:v>
                </c:pt>
                <c:pt idx="3624">
                  <c:v>-5.4958974442284363E-2</c:v>
                </c:pt>
                <c:pt idx="3625">
                  <c:v>-5.4045540280664099E-2</c:v>
                </c:pt>
                <c:pt idx="3626">
                  <c:v>-6.6478252499256305E-2</c:v>
                </c:pt>
                <c:pt idx="3627">
                  <c:v>-6.2973915690859028E-2</c:v>
                </c:pt>
                <c:pt idx="3628">
                  <c:v>-7.0616031909781413E-2</c:v>
                </c:pt>
                <c:pt idx="3629">
                  <c:v>-6.7946380742566037E-2</c:v>
                </c:pt>
                <c:pt idx="3630">
                  <c:v>-6.6734901936144106E-2</c:v>
                </c:pt>
                <c:pt idx="3631">
                  <c:v>-5.1410470120224143E-2</c:v>
                </c:pt>
                <c:pt idx="3632">
                  <c:v>-7.8073390574701446E-2</c:v>
                </c:pt>
                <c:pt idx="3633">
                  <c:v>-3.5572218407323802E-2</c:v>
                </c:pt>
                <c:pt idx="3634">
                  <c:v>2.6422677693411306E-2</c:v>
                </c:pt>
                <c:pt idx="3635">
                  <c:v>2.5851433055634851E-2</c:v>
                </c:pt>
                <c:pt idx="3636">
                  <c:v>-3.4470675762565801E-2</c:v>
                </c:pt>
                <c:pt idx="3637">
                  <c:v>-1.972488544540835E-2</c:v>
                </c:pt>
                <c:pt idx="3638">
                  <c:v>7.1533117079448224E-3</c:v>
                </c:pt>
                <c:pt idx="3639">
                  <c:v>-2.5403212985985194E-2</c:v>
                </c:pt>
                <c:pt idx="3640">
                  <c:v>-3.1593264428884195E-2</c:v>
                </c:pt>
                <c:pt idx="3641">
                  <c:v>7.586427128087281E-3</c:v>
                </c:pt>
                <c:pt idx="3642">
                  <c:v>-3.5975326062567106E-2</c:v>
                </c:pt>
                <c:pt idx="3643">
                  <c:v>-7.6429981370238459E-2</c:v>
                </c:pt>
                <c:pt idx="3644">
                  <c:v>-7.2785189653148757E-2</c:v>
                </c:pt>
                <c:pt idx="3645">
                  <c:v>-2.2650955590293863E-2</c:v>
                </c:pt>
                <c:pt idx="3646">
                  <c:v>-1.1955067739103865E-2</c:v>
                </c:pt>
                <c:pt idx="3647">
                  <c:v>-5.5104361905659136E-2</c:v>
                </c:pt>
                <c:pt idx="3648">
                  <c:v>-5.2842646858690341E-2</c:v>
                </c:pt>
                <c:pt idx="3649">
                  <c:v>-4.6260589650277475E-2</c:v>
                </c:pt>
                <c:pt idx="3650">
                  <c:v>-4.5289571876239769E-2</c:v>
                </c:pt>
                <c:pt idx="3651">
                  <c:v>-4.9794353144610247E-2</c:v>
                </c:pt>
                <c:pt idx="3652">
                  <c:v>-5.0774411085733495E-2</c:v>
                </c:pt>
                <c:pt idx="3653">
                  <c:v>-5.2414314132065855E-2</c:v>
                </c:pt>
                <c:pt idx="3654">
                  <c:v>-5.8001035403032829E-2</c:v>
                </c:pt>
                <c:pt idx="3655">
                  <c:v>-8.3235075534650343E-2</c:v>
                </c:pt>
                <c:pt idx="3656">
                  <c:v>-1.270218690503982E-2</c:v>
                </c:pt>
                <c:pt idx="3657">
                  <c:v>-6.4182651599628729E-2</c:v>
                </c:pt>
                <c:pt idx="3658">
                  <c:v>-1.1091192981090193E-2</c:v>
                </c:pt>
                <c:pt idx="3659">
                  <c:v>-8.9742267652807545E-2</c:v>
                </c:pt>
                <c:pt idx="3660">
                  <c:v>6.0533593628396054E-2</c:v>
                </c:pt>
                <c:pt idx="3661">
                  <c:v>-1.3852374899806764E-2</c:v>
                </c:pt>
                <c:pt idx="3662">
                  <c:v>-2.6535118059330721E-2</c:v>
                </c:pt>
                <c:pt idx="3663">
                  <c:v>-4.0108734374362284E-2</c:v>
                </c:pt>
                <c:pt idx="3664">
                  <c:v>1.0739542619278254E-3</c:v>
                </c:pt>
                <c:pt idx="3665">
                  <c:v>1.1814136320288075E-2</c:v>
                </c:pt>
                <c:pt idx="3666">
                  <c:v>-6.5208077406833487E-2</c:v>
                </c:pt>
                <c:pt idx="3667">
                  <c:v>-5.4560823745349721E-2</c:v>
                </c:pt>
                <c:pt idx="3668">
                  <c:v>-2.7545798088852377E-2</c:v>
                </c:pt>
                <c:pt idx="3669">
                  <c:v>-1.4685161772253269E-2</c:v>
                </c:pt>
                <c:pt idx="3670">
                  <c:v>-6.3506699871524311E-2</c:v>
                </c:pt>
                <c:pt idx="3671">
                  <c:v>-4.2419689595300569E-2</c:v>
                </c:pt>
                <c:pt idx="3672">
                  <c:v>-6.4953494767997944E-2</c:v>
                </c:pt>
                <c:pt idx="3673">
                  <c:v>-9.0746439043044025E-2</c:v>
                </c:pt>
                <c:pt idx="3674">
                  <c:v>-7.403663667338764E-2</c:v>
                </c:pt>
                <c:pt idx="3675">
                  <c:v>-5.2895281727964004E-3</c:v>
                </c:pt>
                <c:pt idx="3676">
                  <c:v>-0.14889839121364712</c:v>
                </c:pt>
                <c:pt idx="3677">
                  <c:v>-0.16218171615363519</c:v>
                </c:pt>
                <c:pt idx="3678">
                  <c:v>-0.15103206512736905</c:v>
                </c:pt>
                <c:pt idx="3679">
                  <c:v>-9.3984535212150555E-2</c:v>
                </c:pt>
                <c:pt idx="3680">
                  <c:v>1.8453258534515383E-3</c:v>
                </c:pt>
                <c:pt idx="3681">
                  <c:v>1.1670862498415268E-2</c:v>
                </c:pt>
                <c:pt idx="3682">
                  <c:v>-2.6716600268795381E-4</c:v>
                </c:pt>
                <c:pt idx="3683">
                  <c:v>-9.3511058939731787E-3</c:v>
                </c:pt>
                <c:pt idx="3684">
                  <c:v>-1.3103624972296621E-2</c:v>
                </c:pt>
                <c:pt idx="3685">
                  <c:v>-0.11899656926119635</c:v>
                </c:pt>
                <c:pt idx="3686">
                  <c:v>-0.13499012163826407</c:v>
                </c:pt>
                <c:pt idx="3687">
                  <c:v>-8.7937579381283673E-2</c:v>
                </c:pt>
                <c:pt idx="3688">
                  <c:v>-0.11387759635288323</c:v>
                </c:pt>
                <c:pt idx="3689">
                  <c:v>-2.461209063518937E-2</c:v>
                </c:pt>
                <c:pt idx="3690">
                  <c:v>1.0734982662970721E-2</c:v>
                </c:pt>
                <c:pt idx="3691">
                  <c:v>2.2224290504129027E-2</c:v>
                </c:pt>
                <c:pt idx="3692">
                  <c:v>2.1198166665044652E-2</c:v>
                </c:pt>
                <c:pt idx="3693">
                  <c:v>1.675057926940321E-2</c:v>
                </c:pt>
                <c:pt idx="3694">
                  <c:v>1.3289324564310081E-2</c:v>
                </c:pt>
                <c:pt idx="3695">
                  <c:v>3.9469561523872033E-3</c:v>
                </c:pt>
                <c:pt idx="3696">
                  <c:v>1.1576049019201115E-3</c:v>
                </c:pt>
                <c:pt idx="3697">
                  <c:v>5.0109935664137092E-4</c:v>
                </c:pt>
                <c:pt idx="3698">
                  <c:v>2.3501329688950089E-4</c:v>
                </c:pt>
                <c:pt idx="3699">
                  <c:v>2.470751964044529E-4</c:v>
                </c:pt>
                <c:pt idx="3700">
                  <c:v>9.3101160896860973E-4</c:v>
                </c:pt>
                <c:pt idx="3701">
                  <c:v>8.7838059027532894E-4</c:v>
                </c:pt>
                <c:pt idx="3702">
                  <c:v>3.3448021988625714E-3</c:v>
                </c:pt>
                <c:pt idx="3703">
                  <c:v>1.8172553408982554E-3</c:v>
                </c:pt>
                <c:pt idx="3704">
                  <c:v>6.6193879073993848E-3</c:v>
                </c:pt>
                <c:pt idx="3705">
                  <c:v>4.4733543457171092E-3</c:v>
                </c:pt>
                <c:pt idx="3706">
                  <c:v>2.2093289181743252E-3</c:v>
                </c:pt>
                <c:pt idx="3707">
                  <c:v>8.7144585566017053E-4</c:v>
                </c:pt>
                <c:pt idx="3708">
                  <c:v>4.416080097818888E-4</c:v>
                </c:pt>
                <c:pt idx="3709">
                  <c:v>6.7024995611904715E-4</c:v>
                </c:pt>
                <c:pt idx="3710">
                  <c:v>8.4329813816422152E-4</c:v>
                </c:pt>
                <c:pt idx="3711">
                  <c:v>1.0140688448344352E-3</c:v>
                </c:pt>
                <c:pt idx="3712">
                  <c:v>6.9669599133570905E-4</c:v>
                </c:pt>
                <c:pt idx="3713">
                  <c:v>2.7538122172426041E-3</c:v>
                </c:pt>
                <c:pt idx="3714">
                  <c:v>1.3607155667631834E-3</c:v>
                </c:pt>
                <c:pt idx="3715">
                  <c:v>5.0627246562042817E-4</c:v>
                </c:pt>
                <c:pt idx="3716">
                  <c:v>1.9309830017178015E-4</c:v>
                </c:pt>
                <c:pt idx="3717">
                  <c:v>4.5947711145244111E-5</c:v>
                </c:pt>
                <c:pt idx="3718">
                  <c:v>-2.2871204326809511E-4</c:v>
                </c:pt>
                <c:pt idx="3719">
                  <c:v>-4.0351007559515854E-4</c:v>
                </c:pt>
                <c:pt idx="3720">
                  <c:v>-3.2558183210162136E-4</c:v>
                </c:pt>
                <c:pt idx="3721">
                  <c:v>-3.9195325407352975E-4</c:v>
                </c:pt>
                <c:pt idx="3722">
                  <c:v>-4.2850995166718347E-4</c:v>
                </c:pt>
                <c:pt idx="3723">
                  <c:v>-2.6477656442064698E-4</c:v>
                </c:pt>
                <c:pt idx="3724">
                  <c:v>-1.7089850918679324E-4</c:v>
                </c:pt>
                <c:pt idx="3725">
                  <c:v>-2.3489704935142805E-4</c:v>
                </c:pt>
                <c:pt idx="3726">
                  <c:v>-3.4001504310469255E-5</c:v>
                </c:pt>
                <c:pt idx="3727">
                  <c:v>5.9268035904510772E-5</c:v>
                </c:pt>
                <c:pt idx="3728">
                  <c:v>-2.2540814966537625E-4</c:v>
                </c:pt>
                <c:pt idx="3729">
                  <c:v>-8.8823310005516055E-4</c:v>
                </c:pt>
                <c:pt idx="3730">
                  <c:v>-1.3115614387189073E-3</c:v>
                </c:pt>
                <c:pt idx="3731">
                  <c:v>-1.6452907576780321E-3</c:v>
                </c:pt>
                <c:pt idx="3732">
                  <c:v>-1.4844031836348014E-3</c:v>
                </c:pt>
                <c:pt idx="3733">
                  <c:v>-1.1789130120576175E-3</c:v>
                </c:pt>
                <c:pt idx="3734">
                  <c:v>-1.0823221529344283E-3</c:v>
                </c:pt>
                <c:pt idx="3735">
                  <c:v>-1.3811038423714563E-3</c:v>
                </c:pt>
                <c:pt idx="3736">
                  <c:v>-1.2260612856322952E-3</c:v>
                </c:pt>
                <c:pt idx="3737">
                  <c:v>1.2505727800459165E-3</c:v>
                </c:pt>
                <c:pt idx="3738">
                  <c:v>3.7520114242704583E-4</c:v>
                </c:pt>
                <c:pt idx="3739">
                  <c:v>8.2511049504529132E-4</c:v>
                </c:pt>
                <c:pt idx="3740">
                  <c:v>1.9312271660595093E-4</c:v>
                </c:pt>
                <c:pt idx="3741">
                  <c:v>4.5428779884111561E-5</c:v>
                </c:pt>
                <c:pt idx="3742">
                  <c:v>-2.6712458738829429E-5</c:v>
                </c:pt>
                <c:pt idx="3743">
                  <c:v>2.2283747656345278E-5</c:v>
                </c:pt>
                <c:pt idx="3744">
                  <c:v>6.7646468431310921E-5</c:v>
                </c:pt>
                <c:pt idx="3745">
                  <c:v>3.6742969971257063E-5</c:v>
                </c:pt>
                <c:pt idx="3746">
                  <c:v>4.7541820784254864E-5</c:v>
                </c:pt>
                <c:pt idx="3747">
                  <c:v>5.6919117711115596E-5</c:v>
                </c:pt>
                <c:pt idx="3748">
                  <c:v>4.4541330041466534E-5</c:v>
                </c:pt>
                <c:pt idx="3749">
                  <c:v>3.6815877604777816E-5</c:v>
                </c:pt>
                <c:pt idx="3750">
                  <c:v>6.8323042150835275E-5</c:v>
                </c:pt>
                <c:pt idx="3751">
                  <c:v>2.6253591145734839E-4</c:v>
                </c:pt>
                <c:pt idx="3752">
                  <c:v>-6.0418811724247297E-4</c:v>
                </c:pt>
                <c:pt idx="3753">
                  <c:v>-1.8917802159225151E-3</c:v>
                </c:pt>
                <c:pt idx="3754">
                  <c:v>-2.8154601170643917E-3</c:v>
                </c:pt>
                <c:pt idx="3755">
                  <c:v>-2.5819266109505441E-3</c:v>
                </c:pt>
                <c:pt idx="3756">
                  <c:v>-2.7732761535669967E-3</c:v>
                </c:pt>
                <c:pt idx="3757">
                  <c:v>-2.3642097813888481E-3</c:v>
                </c:pt>
                <c:pt idx="3758">
                  <c:v>-1.4796071270210445E-3</c:v>
                </c:pt>
                <c:pt idx="3759">
                  <c:v>-1.4194933478132974E-3</c:v>
                </c:pt>
                <c:pt idx="3760">
                  <c:v>-1.6386835983481277E-3</c:v>
                </c:pt>
                <c:pt idx="3761">
                  <c:v>-1.7113114211357962E-3</c:v>
                </c:pt>
                <c:pt idx="3762">
                  <c:v>-1.8841086296651521E-3</c:v>
                </c:pt>
                <c:pt idx="3763">
                  <c:v>-2.4425902866498828E-3</c:v>
                </c:pt>
                <c:pt idx="3764">
                  <c:v>-2.4194433231448111E-3</c:v>
                </c:pt>
                <c:pt idx="3765">
                  <c:v>-2.1222983211350251E-3</c:v>
                </c:pt>
                <c:pt idx="3766">
                  <c:v>-2.5618448707458185E-3</c:v>
                </c:pt>
                <c:pt idx="3767">
                  <c:v>1.6918911314757208E-3</c:v>
                </c:pt>
                <c:pt idx="3768">
                  <c:v>6.4112870143720067E-4</c:v>
                </c:pt>
                <c:pt idx="3769">
                  <c:v>4.4291353389841118E-4</c:v>
                </c:pt>
                <c:pt idx="3770">
                  <c:v>4.3051437333482042E-4</c:v>
                </c:pt>
                <c:pt idx="3771">
                  <c:v>1.7919977006723549E-4</c:v>
                </c:pt>
                <c:pt idx="3772">
                  <c:v>2.3348563320077981E-4</c:v>
                </c:pt>
                <c:pt idx="3773">
                  <c:v>1.7111994580416631E-4</c:v>
                </c:pt>
                <c:pt idx="3774">
                  <c:v>1.0070640854909968E-4</c:v>
                </c:pt>
                <c:pt idx="3775">
                  <c:v>6.2281314818127113E-4</c:v>
                </c:pt>
                <c:pt idx="3776">
                  <c:v>1.7737023588612919E-3</c:v>
                </c:pt>
                <c:pt idx="3777">
                  <c:v>1.1975232898803389E-4</c:v>
                </c:pt>
                <c:pt idx="3778">
                  <c:v>-1.0709092564286204E-3</c:v>
                </c:pt>
                <c:pt idx="3779">
                  <c:v>-1.0743712370768629E-3</c:v>
                </c:pt>
                <c:pt idx="3780">
                  <c:v>-8.1607762192593882E-4</c:v>
                </c:pt>
                <c:pt idx="3781">
                  <c:v>-8.5287123948610754E-4</c:v>
                </c:pt>
                <c:pt idx="3782">
                  <c:v>-1.1052694111042228E-3</c:v>
                </c:pt>
                <c:pt idx="3783">
                  <c:v>-1.3420140083646259E-3</c:v>
                </c:pt>
                <c:pt idx="3784">
                  <c:v>-1.2626068702038696E-3</c:v>
                </c:pt>
                <c:pt idx="3785">
                  <c:v>-1.0276734967512055E-3</c:v>
                </c:pt>
                <c:pt idx="3786">
                  <c:v>-1.053888711210963E-3</c:v>
                </c:pt>
                <c:pt idx="3787">
                  <c:v>-9.0860219971061458E-4</c:v>
                </c:pt>
                <c:pt idx="3788">
                  <c:v>-1.0764670345624833E-3</c:v>
                </c:pt>
                <c:pt idx="3789">
                  <c:v>-1.3919362873816802E-3</c:v>
                </c:pt>
                <c:pt idx="3790">
                  <c:v>-1.4638548834575056E-3</c:v>
                </c:pt>
                <c:pt idx="3791">
                  <c:v>2.0066758970972058E-3</c:v>
                </c:pt>
                <c:pt idx="3792">
                  <c:v>7.2556191833248623E-4</c:v>
                </c:pt>
                <c:pt idx="3793">
                  <c:v>2.5590858827165768E-4</c:v>
                </c:pt>
                <c:pt idx="3794">
                  <c:v>2.5428724009408585E-4</c:v>
                </c:pt>
                <c:pt idx="3795">
                  <c:v>-5.6759862650098795E-2</c:v>
                </c:pt>
                <c:pt idx="3796">
                  <c:v>-0.1437820573112584</c:v>
                </c:pt>
                <c:pt idx="3797">
                  <c:v>-0.20827314974901753</c:v>
                </c:pt>
                <c:pt idx="3798">
                  <c:v>-8.5170214003843947E-2</c:v>
                </c:pt>
                <c:pt idx="3799">
                  <c:v>-0.12749056827583372</c:v>
                </c:pt>
                <c:pt idx="3800">
                  <c:v>6.7647204273788867E-3</c:v>
                </c:pt>
                <c:pt idx="3801">
                  <c:v>-0.14754321767664813</c:v>
                </c:pt>
                <c:pt idx="3802">
                  <c:v>-0.13660562243330185</c:v>
                </c:pt>
                <c:pt idx="3803">
                  <c:v>-9.8373414413989585E-2</c:v>
                </c:pt>
                <c:pt idx="3804">
                  <c:v>-0.11601358341838913</c:v>
                </c:pt>
                <c:pt idx="3805">
                  <c:v>-0.16965365027104357</c:v>
                </c:pt>
                <c:pt idx="3806">
                  <c:v>-0.20513499972963939</c:v>
                </c:pt>
                <c:pt idx="3807">
                  <c:v>-0.17628460981997457</c:v>
                </c:pt>
                <c:pt idx="3808">
                  <c:v>-0.17047949820498284</c:v>
                </c:pt>
                <c:pt idx="3809">
                  <c:v>-7.5306550814050507E-2</c:v>
                </c:pt>
                <c:pt idx="3810">
                  <c:v>-8.9484734829568022E-2</c:v>
                </c:pt>
                <c:pt idx="3811">
                  <c:v>-0.11944894852232502</c:v>
                </c:pt>
                <c:pt idx="3812">
                  <c:v>-0.12034643797974519</c:v>
                </c:pt>
                <c:pt idx="3813">
                  <c:v>-6.2418709829001655E-2</c:v>
                </c:pt>
                <c:pt idx="3814">
                  <c:v>-0.14499355870744354</c:v>
                </c:pt>
                <c:pt idx="3815">
                  <c:v>-0.11845876318356327</c:v>
                </c:pt>
                <c:pt idx="3816">
                  <c:v>-3.1260115768620061E-2</c:v>
                </c:pt>
                <c:pt idx="3817">
                  <c:v>-8.6809789896930667E-2</c:v>
                </c:pt>
                <c:pt idx="3818">
                  <c:v>-5.7408301112389391E-2</c:v>
                </c:pt>
                <c:pt idx="3819">
                  <c:v>-6.4714711888775159E-2</c:v>
                </c:pt>
                <c:pt idx="3820">
                  <c:v>-0.11413758846614633</c:v>
                </c:pt>
                <c:pt idx="3821">
                  <c:v>-4.5739945617873076E-2</c:v>
                </c:pt>
                <c:pt idx="3822">
                  <c:v>-0.17043289671212444</c:v>
                </c:pt>
                <c:pt idx="3823">
                  <c:v>-6.9761776122403807E-2</c:v>
                </c:pt>
                <c:pt idx="3824">
                  <c:v>-0.12659668441102345</c:v>
                </c:pt>
                <c:pt idx="3825">
                  <c:v>-0.15159030997441289</c:v>
                </c:pt>
                <c:pt idx="3826">
                  <c:v>-0.12999422109675951</c:v>
                </c:pt>
                <c:pt idx="3827">
                  <c:v>-3.5877240346521455E-2</c:v>
                </c:pt>
                <c:pt idx="3828">
                  <c:v>-5.195604825235401E-2</c:v>
                </c:pt>
                <c:pt idx="3829">
                  <c:v>-0.14268043886916335</c:v>
                </c:pt>
                <c:pt idx="3830">
                  <c:v>-0.12859393593563473</c:v>
                </c:pt>
                <c:pt idx="3831">
                  <c:v>-0.21770349107412307</c:v>
                </c:pt>
                <c:pt idx="3832">
                  <c:v>-9.1930358685932384E-2</c:v>
                </c:pt>
                <c:pt idx="3833">
                  <c:v>-0.10719327952426018</c:v>
                </c:pt>
                <c:pt idx="3834">
                  <c:v>-6.7745609509772639E-2</c:v>
                </c:pt>
                <c:pt idx="3835">
                  <c:v>-2.372122930298675E-2</c:v>
                </c:pt>
                <c:pt idx="3836">
                  <c:v>4.0370244806441788E-2</c:v>
                </c:pt>
                <c:pt idx="3837">
                  <c:v>-0.17066427284784511</c:v>
                </c:pt>
                <c:pt idx="3838">
                  <c:v>-8.0271278120836884E-2</c:v>
                </c:pt>
                <c:pt idx="3839">
                  <c:v>-5.7871805426340323E-2</c:v>
                </c:pt>
                <c:pt idx="3840">
                  <c:v>-4.9653747979044226E-2</c:v>
                </c:pt>
                <c:pt idx="3841">
                  <c:v>-0.106817695461652</c:v>
                </c:pt>
                <c:pt idx="3842">
                  <c:v>-0.10352459046447278</c:v>
                </c:pt>
                <c:pt idx="3843">
                  <c:v>-8.3761169248132442E-2</c:v>
                </c:pt>
                <c:pt idx="3844">
                  <c:v>-8.3358787517417987E-2</c:v>
                </c:pt>
                <c:pt idx="3845">
                  <c:v>-7.2907452976340922E-2</c:v>
                </c:pt>
                <c:pt idx="3846">
                  <c:v>-6.2811075374201761E-2</c:v>
                </c:pt>
                <c:pt idx="3847">
                  <c:v>-8.3310663810312269E-2</c:v>
                </c:pt>
                <c:pt idx="3848">
                  <c:v>-9.2224417401098255E-2</c:v>
                </c:pt>
                <c:pt idx="3849">
                  <c:v>-7.7517030485946548E-2</c:v>
                </c:pt>
                <c:pt idx="3850">
                  <c:v>-6.6034698347648815E-2</c:v>
                </c:pt>
                <c:pt idx="3851">
                  <c:v>-7.5331927981937788E-2</c:v>
                </c:pt>
                <c:pt idx="3852">
                  <c:v>-6.6105114491761818E-2</c:v>
                </c:pt>
                <c:pt idx="3853">
                  <c:v>-5.191590757487332E-2</c:v>
                </c:pt>
                <c:pt idx="3854">
                  <c:v>-6.6567083815581088E-2</c:v>
                </c:pt>
                <c:pt idx="3855">
                  <c:v>-9.6467138519705148E-2</c:v>
                </c:pt>
                <c:pt idx="3856">
                  <c:v>-0.1150123569601096</c:v>
                </c:pt>
                <c:pt idx="3857">
                  <c:v>-0.10868489204147253</c:v>
                </c:pt>
                <c:pt idx="3858">
                  <c:v>-8.3024748508061602E-2</c:v>
                </c:pt>
                <c:pt idx="3859">
                  <c:v>-6.4908312720334441E-2</c:v>
                </c:pt>
                <c:pt idx="3860">
                  <c:v>-5.6746674494556434E-2</c:v>
                </c:pt>
                <c:pt idx="3861">
                  <c:v>-5.8470911884621932E-2</c:v>
                </c:pt>
                <c:pt idx="3862">
                  <c:v>-5.240280671960925E-2</c:v>
                </c:pt>
                <c:pt idx="3863">
                  <c:v>-3.781782597555107E-2</c:v>
                </c:pt>
                <c:pt idx="3864">
                  <c:v>-7.422402482433578E-2</c:v>
                </c:pt>
                <c:pt idx="3865">
                  <c:v>-5.1651867572957991E-2</c:v>
                </c:pt>
                <c:pt idx="3866">
                  <c:v>-4.7219786767057667E-2</c:v>
                </c:pt>
                <c:pt idx="3867">
                  <c:v>-3.9559985872665702E-2</c:v>
                </c:pt>
                <c:pt idx="3868">
                  <c:v>-4.7992717120919674E-2</c:v>
                </c:pt>
                <c:pt idx="3869">
                  <c:v>-5.2261096571789588E-2</c:v>
                </c:pt>
                <c:pt idx="3870">
                  <c:v>-7.9346229851215866E-2</c:v>
                </c:pt>
                <c:pt idx="3871">
                  <c:v>-6.8604232214080477E-2</c:v>
                </c:pt>
                <c:pt idx="3872">
                  <c:v>-0.10890771309680179</c:v>
                </c:pt>
                <c:pt idx="3873">
                  <c:v>-0.11740163156947596</c:v>
                </c:pt>
                <c:pt idx="3874">
                  <c:v>-3.2218045577450435E-2</c:v>
                </c:pt>
                <c:pt idx="3875">
                  <c:v>-8.0258787632537923E-2</c:v>
                </c:pt>
                <c:pt idx="3876">
                  <c:v>-0.12587565999910308</c:v>
                </c:pt>
                <c:pt idx="3877">
                  <c:v>-6.1672812325560274E-2</c:v>
                </c:pt>
                <c:pt idx="3878">
                  <c:v>-0.13390319658928984</c:v>
                </c:pt>
                <c:pt idx="3879">
                  <c:v>-1.0378704002756586E-2</c:v>
                </c:pt>
                <c:pt idx="3880">
                  <c:v>-0.16701938216865986</c:v>
                </c:pt>
                <c:pt idx="3881">
                  <c:v>-3.2379867417504538E-2</c:v>
                </c:pt>
                <c:pt idx="3882">
                  <c:v>-6.3349385552469731E-2</c:v>
                </c:pt>
                <c:pt idx="3883">
                  <c:v>-7.1762047258827233E-2</c:v>
                </c:pt>
                <c:pt idx="3884">
                  <c:v>2.3391270411168212E-3</c:v>
                </c:pt>
                <c:pt idx="3885">
                  <c:v>-0.10872081589372266</c:v>
                </c:pt>
                <c:pt idx="3886">
                  <c:v>-8.9402814439520945E-2</c:v>
                </c:pt>
                <c:pt idx="3887">
                  <c:v>-2.4602009642096807E-2</c:v>
                </c:pt>
                <c:pt idx="3888">
                  <c:v>-0.11508034073649495</c:v>
                </c:pt>
                <c:pt idx="3889">
                  <c:v>-7.8451117237165371E-2</c:v>
                </c:pt>
                <c:pt idx="3890">
                  <c:v>-9.9192170242682481E-2</c:v>
                </c:pt>
                <c:pt idx="3891">
                  <c:v>-0.11963075364225315</c:v>
                </c:pt>
                <c:pt idx="3892">
                  <c:v>-0.1072582732090375</c:v>
                </c:pt>
                <c:pt idx="3893">
                  <c:v>-0.17242848514815781</c:v>
                </c:pt>
                <c:pt idx="3894">
                  <c:v>-9.3140702941012329E-2</c:v>
                </c:pt>
                <c:pt idx="3895">
                  <c:v>-0.10359996547887905</c:v>
                </c:pt>
                <c:pt idx="3896">
                  <c:v>-7.0649244478891482E-2</c:v>
                </c:pt>
                <c:pt idx="3897">
                  <c:v>-6.9844425350514619E-2</c:v>
                </c:pt>
                <c:pt idx="3898">
                  <c:v>-3.8959900537493222E-2</c:v>
                </c:pt>
                <c:pt idx="3899">
                  <c:v>-0.14083438437130094</c:v>
                </c:pt>
                <c:pt idx="3900">
                  <c:v>-0.14973255173992051</c:v>
                </c:pt>
                <c:pt idx="3901">
                  <c:v>1.1240252984190372E-3</c:v>
                </c:pt>
                <c:pt idx="3902">
                  <c:v>-0.10026597645265981</c:v>
                </c:pt>
                <c:pt idx="3903">
                  <c:v>-3.9239772596055905E-2</c:v>
                </c:pt>
                <c:pt idx="3904">
                  <c:v>-0.15230046988669518</c:v>
                </c:pt>
                <c:pt idx="3905">
                  <c:v>-5.0682566918352039E-3</c:v>
                </c:pt>
                <c:pt idx="3906">
                  <c:v>-3.6228883071976574E-3</c:v>
                </c:pt>
                <c:pt idx="3907">
                  <c:v>-8.6210457209862618E-2</c:v>
                </c:pt>
                <c:pt idx="3908">
                  <c:v>-5.8160775623804575E-2</c:v>
                </c:pt>
                <c:pt idx="3909">
                  <c:v>-4.7220751454388185E-2</c:v>
                </c:pt>
                <c:pt idx="3910">
                  <c:v>-7.8232122013591962E-2</c:v>
                </c:pt>
                <c:pt idx="3911">
                  <c:v>-7.1107154602026545E-2</c:v>
                </c:pt>
                <c:pt idx="3912">
                  <c:v>-5.1033829423492487E-2</c:v>
                </c:pt>
                <c:pt idx="3913">
                  <c:v>-8.1566776427292612E-2</c:v>
                </c:pt>
                <c:pt idx="3914">
                  <c:v>-9.2595743624893104E-2</c:v>
                </c:pt>
                <c:pt idx="3915">
                  <c:v>-1.552671162659092E-2</c:v>
                </c:pt>
                <c:pt idx="3916">
                  <c:v>-0.1270780352020815</c:v>
                </c:pt>
                <c:pt idx="3917">
                  <c:v>1.3864700414908001E-2</c:v>
                </c:pt>
                <c:pt idx="3918">
                  <c:v>-0.13814383208693976</c:v>
                </c:pt>
                <c:pt idx="3919">
                  <c:v>-0.10526478023551859</c:v>
                </c:pt>
                <c:pt idx="3920">
                  <c:v>-0.16697827511662616</c:v>
                </c:pt>
                <c:pt idx="3921">
                  <c:v>-0.18453994289350703</c:v>
                </c:pt>
                <c:pt idx="3922">
                  <c:v>-0.19660439039414851</c:v>
                </c:pt>
                <c:pt idx="3923">
                  <c:v>-0.19904174971843286</c:v>
                </c:pt>
                <c:pt idx="3924">
                  <c:v>-0.16245204546819855</c:v>
                </c:pt>
                <c:pt idx="3925">
                  <c:v>-0.10279371495172196</c:v>
                </c:pt>
                <c:pt idx="3926">
                  <c:v>-9.0231488050608044E-2</c:v>
                </c:pt>
                <c:pt idx="3927">
                  <c:v>-1.0670578277163613E-2</c:v>
                </c:pt>
                <c:pt idx="3928">
                  <c:v>-7.3227761670460551E-2</c:v>
                </c:pt>
                <c:pt idx="3929">
                  <c:v>-0.17242202805078904</c:v>
                </c:pt>
                <c:pt idx="3930">
                  <c:v>-0.13282601327486529</c:v>
                </c:pt>
                <c:pt idx="3931">
                  <c:v>-8.4671254990290962E-2</c:v>
                </c:pt>
                <c:pt idx="3932">
                  <c:v>-3.1011368034736281E-2</c:v>
                </c:pt>
                <c:pt idx="3933">
                  <c:v>-6.8100926591755942E-2</c:v>
                </c:pt>
                <c:pt idx="3934">
                  <c:v>-6.7443645172443445E-2</c:v>
                </c:pt>
                <c:pt idx="3935">
                  <c:v>-3.201785716533162E-2</c:v>
                </c:pt>
                <c:pt idx="3936">
                  <c:v>-0.15674093321108606</c:v>
                </c:pt>
                <c:pt idx="3937">
                  <c:v>-6.3291504111622043E-2</c:v>
                </c:pt>
                <c:pt idx="3938">
                  <c:v>-0.11073462393739654</c:v>
                </c:pt>
                <c:pt idx="3939">
                  <c:v>-0.17361722966393872</c:v>
                </c:pt>
                <c:pt idx="3940">
                  <c:v>-6.4469955467015019E-2</c:v>
                </c:pt>
                <c:pt idx="3941">
                  <c:v>-2.6440567636308091E-2</c:v>
                </c:pt>
                <c:pt idx="3942">
                  <c:v>-0.10162604054107448</c:v>
                </c:pt>
                <c:pt idx="3943">
                  <c:v>-0.1884427465148599</c:v>
                </c:pt>
                <c:pt idx="3944">
                  <c:v>-0.18765218817121473</c:v>
                </c:pt>
                <c:pt idx="3945">
                  <c:v>-7.723541464789925E-2</c:v>
                </c:pt>
                <c:pt idx="3946">
                  <c:v>-4.9690472581304962E-2</c:v>
                </c:pt>
                <c:pt idx="3947">
                  <c:v>-8.934208445823634E-2</c:v>
                </c:pt>
                <c:pt idx="3948">
                  <c:v>-0.21757225255227164</c:v>
                </c:pt>
                <c:pt idx="3949">
                  <c:v>-0.21820284038868501</c:v>
                </c:pt>
                <c:pt idx="3950">
                  <c:v>-9.9062993616394798E-2</c:v>
                </c:pt>
                <c:pt idx="3951">
                  <c:v>-7.3628472991559321E-2</c:v>
                </c:pt>
                <c:pt idx="3952">
                  <c:v>-6.6852886324373945E-2</c:v>
                </c:pt>
                <c:pt idx="3953">
                  <c:v>4.2166669150081264E-2</c:v>
                </c:pt>
                <c:pt idx="3954">
                  <c:v>-5.809821936534669E-2</c:v>
                </c:pt>
                <c:pt idx="3955">
                  <c:v>-0.11163247439447511</c:v>
                </c:pt>
                <c:pt idx="3956">
                  <c:v>-0.16576212822751907</c:v>
                </c:pt>
                <c:pt idx="3957">
                  <c:v>-0.13028794666014215</c:v>
                </c:pt>
                <c:pt idx="3958">
                  <c:v>-1.496677065897551E-2</c:v>
                </c:pt>
                <c:pt idx="3959">
                  <c:v>-0.10279775664541689</c:v>
                </c:pt>
                <c:pt idx="3960">
                  <c:v>-9.9071862016996165E-2</c:v>
                </c:pt>
                <c:pt idx="3961">
                  <c:v>-9.532502215083942E-2</c:v>
                </c:pt>
                <c:pt idx="3962">
                  <c:v>-7.8919543379810539E-2</c:v>
                </c:pt>
                <c:pt idx="3963">
                  <c:v>-4.6458883754714859E-2</c:v>
                </c:pt>
                <c:pt idx="3964">
                  <c:v>-8.9128715857411403E-2</c:v>
                </c:pt>
                <c:pt idx="3965">
                  <c:v>-6.0444981805231161E-3</c:v>
                </c:pt>
                <c:pt idx="3966">
                  <c:v>-6.9736226726170705E-2</c:v>
                </c:pt>
                <c:pt idx="3967">
                  <c:v>-0.15548701023120942</c:v>
                </c:pt>
                <c:pt idx="3968">
                  <c:v>-0.17086801676608737</c:v>
                </c:pt>
                <c:pt idx="3969">
                  <c:v>-0.22285002289581482</c:v>
                </c:pt>
                <c:pt idx="3970">
                  <c:v>-9.2240344970735175E-2</c:v>
                </c:pt>
                <c:pt idx="3971">
                  <c:v>-7.4755388849480381E-2</c:v>
                </c:pt>
                <c:pt idx="3972">
                  <c:v>4.3692537593055265E-3</c:v>
                </c:pt>
                <c:pt idx="3973">
                  <c:v>-5.0179470911909274E-2</c:v>
                </c:pt>
                <c:pt idx="3974">
                  <c:v>-7.5356376984973203E-2</c:v>
                </c:pt>
                <c:pt idx="3975">
                  <c:v>-0.10093979249059847</c:v>
                </c:pt>
                <c:pt idx="3976">
                  <c:v>-8.7763643420419396E-2</c:v>
                </c:pt>
                <c:pt idx="3977">
                  <c:v>-7.898769556929236E-2</c:v>
                </c:pt>
                <c:pt idx="3978">
                  <c:v>-5.5343028115564782E-2</c:v>
                </c:pt>
                <c:pt idx="3979">
                  <c:v>-6.1873808248865181E-2</c:v>
                </c:pt>
                <c:pt idx="3980">
                  <c:v>-5.9273788883809665E-2</c:v>
                </c:pt>
                <c:pt idx="3981">
                  <c:v>-7.9732200400727524E-2</c:v>
                </c:pt>
                <c:pt idx="3982">
                  <c:v>-4.7398187992496732E-2</c:v>
                </c:pt>
                <c:pt idx="3983">
                  <c:v>-7.5313618399780485E-2</c:v>
                </c:pt>
                <c:pt idx="3984">
                  <c:v>-1.1720305326022461E-2</c:v>
                </c:pt>
                <c:pt idx="3985">
                  <c:v>-0.11864046670272271</c:v>
                </c:pt>
                <c:pt idx="3986">
                  <c:v>-0.12418293607046126</c:v>
                </c:pt>
                <c:pt idx="3987">
                  <c:v>-9.2409232995529847E-2</c:v>
                </c:pt>
                <c:pt idx="3988">
                  <c:v>-2.1916064802380156E-3</c:v>
                </c:pt>
                <c:pt idx="3989">
                  <c:v>1.9421078338892325E-2</c:v>
                </c:pt>
                <c:pt idx="3990">
                  <c:v>-9.2773457346954427E-2</c:v>
                </c:pt>
                <c:pt idx="3991">
                  <c:v>-0.15600311725451466</c:v>
                </c:pt>
                <c:pt idx="3992">
                  <c:v>-0.1963379280063097</c:v>
                </c:pt>
                <c:pt idx="3993">
                  <c:v>-0.25442771847604034</c:v>
                </c:pt>
                <c:pt idx="3994">
                  <c:v>-0.19426807479313812</c:v>
                </c:pt>
                <c:pt idx="3995">
                  <c:v>-0.10821668530618044</c:v>
                </c:pt>
                <c:pt idx="3996">
                  <c:v>-9.5989177744690637E-2</c:v>
                </c:pt>
                <c:pt idx="3997">
                  <c:v>-0.11302107808064533</c:v>
                </c:pt>
                <c:pt idx="3998">
                  <c:v>-0.15283267591731226</c:v>
                </c:pt>
                <c:pt idx="3999">
                  <c:v>-0.11741295380858223</c:v>
                </c:pt>
                <c:pt idx="4000">
                  <c:v>2.1725674357079165E-2</c:v>
                </c:pt>
                <c:pt idx="4001">
                  <c:v>2.9062532936622474E-3</c:v>
                </c:pt>
                <c:pt idx="4002">
                  <c:v>-9.13325755984776E-2</c:v>
                </c:pt>
                <c:pt idx="4003">
                  <c:v>-5.8766965225310511E-2</c:v>
                </c:pt>
                <c:pt idx="4004">
                  <c:v>-2.7997165976626923E-2</c:v>
                </c:pt>
                <c:pt idx="4005">
                  <c:v>-5.8228356827521727E-3</c:v>
                </c:pt>
                <c:pt idx="4006">
                  <c:v>-4.6715220034104034E-2</c:v>
                </c:pt>
                <c:pt idx="4007">
                  <c:v>-2.7061904153763021E-2</c:v>
                </c:pt>
                <c:pt idx="4008">
                  <c:v>-6.5169606954695342E-2</c:v>
                </c:pt>
                <c:pt idx="4009">
                  <c:v>-0.16840571748534625</c:v>
                </c:pt>
                <c:pt idx="4010">
                  <c:v>-5.0073741895837326E-2</c:v>
                </c:pt>
                <c:pt idx="4011">
                  <c:v>-0.16603661850919815</c:v>
                </c:pt>
                <c:pt idx="4012">
                  <c:v>-5.7980649766893211E-2</c:v>
                </c:pt>
                <c:pt idx="4013">
                  <c:v>-8.9910147911164209E-2</c:v>
                </c:pt>
                <c:pt idx="4014">
                  <c:v>4.5248499164403087E-5</c:v>
                </c:pt>
                <c:pt idx="4015">
                  <c:v>-0.16078525291798768</c:v>
                </c:pt>
                <c:pt idx="4016">
                  <c:v>-0.17358585213652694</c:v>
                </c:pt>
                <c:pt idx="4017">
                  <c:v>-7.200788257716445E-2</c:v>
                </c:pt>
                <c:pt idx="4018">
                  <c:v>-0.1033075232884159</c:v>
                </c:pt>
                <c:pt idx="4019">
                  <c:v>5.4099033631491468E-2</c:v>
                </c:pt>
                <c:pt idx="4020">
                  <c:v>2.1879720939084194E-2</c:v>
                </c:pt>
                <c:pt idx="4021">
                  <c:v>5.2967984299066321E-3</c:v>
                </c:pt>
                <c:pt idx="4022">
                  <c:v>-8.8821850079477155E-2</c:v>
                </c:pt>
                <c:pt idx="4023">
                  <c:v>-9.5061304324015536E-2</c:v>
                </c:pt>
                <c:pt idx="4024">
                  <c:v>-6.4294830811976997E-2</c:v>
                </c:pt>
                <c:pt idx="4025">
                  <c:v>6.516247231592974E-2</c:v>
                </c:pt>
                <c:pt idx="4026">
                  <c:v>-7.6186924803643266E-2</c:v>
                </c:pt>
                <c:pt idx="4027">
                  <c:v>-0.12267123133612627</c:v>
                </c:pt>
                <c:pt idx="4028">
                  <c:v>-1.9060593002920036E-2</c:v>
                </c:pt>
                <c:pt idx="4029">
                  <c:v>-9.0479645568460165E-2</c:v>
                </c:pt>
                <c:pt idx="4030">
                  <c:v>3.012679808326943E-3</c:v>
                </c:pt>
                <c:pt idx="4031">
                  <c:v>-3.740380703554539E-2</c:v>
                </c:pt>
                <c:pt idx="4032">
                  <c:v>-6.0704015259723403E-2</c:v>
                </c:pt>
                <c:pt idx="4033">
                  <c:v>-4.528867278828002E-2</c:v>
                </c:pt>
                <c:pt idx="4034">
                  <c:v>-1.1636859933805558E-3</c:v>
                </c:pt>
                <c:pt idx="4035">
                  <c:v>-0.10799941570266859</c:v>
                </c:pt>
                <c:pt idx="4036">
                  <c:v>-2.3466218503594732E-2</c:v>
                </c:pt>
                <c:pt idx="4037">
                  <c:v>-0.13098845101896561</c:v>
                </c:pt>
                <c:pt idx="4038">
                  <c:v>-8.406573557297542E-2</c:v>
                </c:pt>
                <c:pt idx="4039">
                  <c:v>-7.049656361336064E-3</c:v>
                </c:pt>
                <c:pt idx="4040">
                  <c:v>-0.16126901137088129</c:v>
                </c:pt>
                <c:pt idx="4041">
                  <c:v>-9.5798576523300913E-2</c:v>
                </c:pt>
                <c:pt idx="4042">
                  <c:v>-3.7881013511069345E-2</c:v>
                </c:pt>
                <c:pt idx="4043">
                  <c:v>-2.9431801430404528E-2</c:v>
                </c:pt>
                <c:pt idx="4044">
                  <c:v>-0.12148198761571891</c:v>
                </c:pt>
                <c:pt idx="4045">
                  <c:v>-4.0977682107153503E-2</c:v>
                </c:pt>
                <c:pt idx="4046">
                  <c:v>-7.5165534955772106E-2</c:v>
                </c:pt>
                <c:pt idx="4047">
                  <c:v>-5.9951558193923858E-2</c:v>
                </c:pt>
                <c:pt idx="4048">
                  <c:v>-5.084713376695154E-2</c:v>
                </c:pt>
                <c:pt idx="4049">
                  <c:v>-9.2881244707478331E-3</c:v>
                </c:pt>
                <c:pt idx="4050">
                  <c:v>-4.2706538156000569E-2</c:v>
                </c:pt>
                <c:pt idx="4051">
                  <c:v>-0.13533766672912384</c:v>
                </c:pt>
                <c:pt idx="4052">
                  <c:v>-3.9709812988630348E-2</c:v>
                </c:pt>
                <c:pt idx="4053">
                  <c:v>-0.15266320789172041</c:v>
                </c:pt>
                <c:pt idx="4054">
                  <c:v>-2.7406850152872402E-2</c:v>
                </c:pt>
                <c:pt idx="4055">
                  <c:v>-3.0653549275169754E-2</c:v>
                </c:pt>
                <c:pt idx="4056">
                  <c:v>-0.13606488712148504</c:v>
                </c:pt>
                <c:pt idx="4057">
                  <c:v>-9.7490401249498912E-2</c:v>
                </c:pt>
                <c:pt idx="4058">
                  <c:v>-0.11939311062089474</c:v>
                </c:pt>
                <c:pt idx="4059">
                  <c:v>-6.0974651023003465E-2</c:v>
                </c:pt>
                <c:pt idx="4060">
                  <c:v>-5.1098653868451319E-2</c:v>
                </c:pt>
                <c:pt idx="4061">
                  <c:v>-5.5942268145693017E-2</c:v>
                </c:pt>
                <c:pt idx="4062">
                  <c:v>-5.8062729885976674E-2</c:v>
                </c:pt>
                <c:pt idx="4063">
                  <c:v>-5.5397259937490319E-2</c:v>
                </c:pt>
                <c:pt idx="4064">
                  <c:v>-4.5637642729361334E-2</c:v>
                </c:pt>
                <c:pt idx="4065">
                  <c:v>-7.1031512125804067E-2</c:v>
                </c:pt>
                <c:pt idx="4066">
                  <c:v>-5.8969148858456E-2</c:v>
                </c:pt>
                <c:pt idx="4067">
                  <c:v>-5.0407943161860418E-2</c:v>
                </c:pt>
                <c:pt idx="4068">
                  <c:v>-8.8757196980377276E-2</c:v>
                </c:pt>
                <c:pt idx="4069">
                  <c:v>-6.9252996807213543E-2</c:v>
                </c:pt>
                <c:pt idx="4070">
                  <c:v>-8.7423252086391096E-2</c:v>
                </c:pt>
                <c:pt idx="4071">
                  <c:v>-8.9922558755842888E-2</c:v>
                </c:pt>
                <c:pt idx="4072">
                  <c:v>-7.5674992327175741E-2</c:v>
                </c:pt>
                <c:pt idx="4073">
                  <c:v>-4.6106500848672308E-2</c:v>
                </c:pt>
                <c:pt idx="4074">
                  <c:v>-0.11212420164203332</c:v>
                </c:pt>
                <c:pt idx="4075">
                  <c:v>-0.11996122884694752</c:v>
                </c:pt>
                <c:pt idx="4076">
                  <c:v>-0.10353466653311359</c:v>
                </c:pt>
                <c:pt idx="4077">
                  <c:v>-6.8757765692210607E-2</c:v>
                </c:pt>
                <c:pt idx="4078">
                  <c:v>-6.9456161644698713E-2</c:v>
                </c:pt>
                <c:pt idx="4079">
                  <c:v>-5.8913130283655503E-2</c:v>
                </c:pt>
                <c:pt idx="4080">
                  <c:v>-4.7352352711034454E-2</c:v>
                </c:pt>
                <c:pt idx="4081">
                  <c:v>-5.1841177998467096E-2</c:v>
                </c:pt>
                <c:pt idx="4082">
                  <c:v>-5.2815147880368486E-2</c:v>
                </c:pt>
                <c:pt idx="4083">
                  <c:v>-6.2265463650271864E-2</c:v>
                </c:pt>
                <c:pt idx="4084">
                  <c:v>-5.9722236178715922E-2</c:v>
                </c:pt>
                <c:pt idx="4085">
                  <c:v>-3.8836526268003914E-2</c:v>
                </c:pt>
                <c:pt idx="4086">
                  <c:v>-0.15051576998234314</c:v>
                </c:pt>
                <c:pt idx="4087">
                  <c:v>-8.9288080019676822E-2</c:v>
                </c:pt>
                <c:pt idx="4088">
                  <c:v>2.0583318832108174E-2</c:v>
                </c:pt>
                <c:pt idx="4089">
                  <c:v>4.5294210882942672E-2</c:v>
                </c:pt>
                <c:pt idx="4090">
                  <c:v>-8.5285099034298789E-2</c:v>
                </c:pt>
                <c:pt idx="4091">
                  <c:v>-1.2168820763249216E-2</c:v>
                </c:pt>
                <c:pt idx="4092">
                  <c:v>3.0296584846958203E-2</c:v>
                </c:pt>
                <c:pt idx="4093">
                  <c:v>-8.090172279537397E-2</c:v>
                </c:pt>
                <c:pt idx="4094">
                  <c:v>-1.4536712490223473E-2</c:v>
                </c:pt>
                <c:pt idx="4095">
                  <c:v>-6.4785196403744139E-2</c:v>
                </c:pt>
                <c:pt idx="4096">
                  <c:v>-3.6954239961271347E-2</c:v>
                </c:pt>
                <c:pt idx="4097">
                  <c:v>-6.1452428816472046E-2</c:v>
                </c:pt>
                <c:pt idx="4098">
                  <c:v>-2.7698453784553684E-2</c:v>
                </c:pt>
                <c:pt idx="4099">
                  <c:v>-0.1332534846134692</c:v>
                </c:pt>
                <c:pt idx="4100">
                  <c:v>-7.3786077106797368E-2</c:v>
                </c:pt>
                <c:pt idx="4101">
                  <c:v>-0.1453208251438543</c:v>
                </c:pt>
                <c:pt idx="4102">
                  <c:v>-3.2919537907040997E-2</c:v>
                </c:pt>
                <c:pt idx="4103">
                  <c:v>-0.10515057649583845</c:v>
                </c:pt>
                <c:pt idx="4104">
                  <c:v>-1.0470973010676919E-2</c:v>
                </c:pt>
                <c:pt idx="4105">
                  <c:v>-7.9422257584994674E-2</c:v>
                </c:pt>
                <c:pt idx="4106">
                  <c:v>-7.62615184562839E-2</c:v>
                </c:pt>
                <c:pt idx="4107">
                  <c:v>2.3165525666239944E-4</c:v>
                </c:pt>
                <c:pt idx="4108">
                  <c:v>-0.12541073081812024</c:v>
                </c:pt>
                <c:pt idx="4109">
                  <c:v>-4.213314467344325E-2</c:v>
                </c:pt>
                <c:pt idx="4110">
                  <c:v>-3.8291741786046531E-2</c:v>
                </c:pt>
                <c:pt idx="4111">
                  <c:v>-0.11285207142221937</c:v>
                </c:pt>
                <c:pt idx="4112">
                  <c:v>-2.6427150410427265E-2</c:v>
                </c:pt>
                <c:pt idx="4113">
                  <c:v>-0.12261446586055476</c:v>
                </c:pt>
                <c:pt idx="4114">
                  <c:v>-4.720978358145092E-2</c:v>
                </c:pt>
                <c:pt idx="4115">
                  <c:v>-8.3401786823811247E-2</c:v>
                </c:pt>
                <c:pt idx="4116">
                  <c:v>-8.790627172745083E-2</c:v>
                </c:pt>
                <c:pt idx="4117">
                  <c:v>-0.12050572533505277</c:v>
                </c:pt>
                <c:pt idx="4118">
                  <c:v>-8.4140529528135236E-2</c:v>
                </c:pt>
                <c:pt idx="4119">
                  <c:v>1.065471964017937E-2</c:v>
                </c:pt>
                <c:pt idx="4120">
                  <c:v>-7.1771709640950893E-2</c:v>
                </c:pt>
                <c:pt idx="4121">
                  <c:v>-6.1472538460882784E-2</c:v>
                </c:pt>
                <c:pt idx="4122">
                  <c:v>-3.4705646441798001E-2</c:v>
                </c:pt>
                <c:pt idx="4123">
                  <c:v>-4.9298938003206477E-2</c:v>
                </c:pt>
                <c:pt idx="4124">
                  <c:v>-9.9767377087742484E-2</c:v>
                </c:pt>
                <c:pt idx="4125">
                  <c:v>-0.11174883981745407</c:v>
                </c:pt>
                <c:pt idx="4126">
                  <c:v>-8.6966559024436216E-2</c:v>
                </c:pt>
                <c:pt idx="4127">
                  <c:v>-9.5712356710834695E-2</c:v>
                </c:pt>
                <c:pt idx="4128">
                  <c:v>-0.10006997019878382</c:v>
                </c:pt>
                <c:pt idx="4129">
                  <c:v>-8.3376579342028093E-2</c:v>
                </c:pt>
                <c:pt idx="4130">
                  <c:v>-0.14145399100747669</c:v>
                </c:pt>
                <c:pt idx="4131">
                  <c:v>-0.15824285233843716</c:v>
                </c:pt>
                <c:pt idx="4132">
                  <c:v>-0.10101155882572008</c:v>
                </c:pt>
                <c:pt idx="4133">
                  <c:v>-6.4921720663372595E-2</c:v>
                </c:pt>
                <c:pt idx="4134">
                  <c:v>-6.3619031468536202E-2</c:v>
                </c:pt>
                <c:pt idx="4135">
                  <c:v>-5.8072568387958476E-2</c:v>
                </c:pt>
                <c:pt idx="4136">
                  <c:v>-6.6302965738144315E-2</c:v>
                </c:pt>
                <c:pt idx="4137">
                  <c:v>-6.9545922033850877E-2</c:v>
                </c:pt>
                <c:pt idx="4138">
                  <c:v>-5.511864360877395E-2</c:v>
                </c:pt>
                <c:pt idx="4139">
                  <c:v>-8.2578987412084914E-2</c:v>
                </c:pt>
                <c:pt idx="4140">
                  <c:v>-2.2150334398361754E-2</c:v>
                </c:pt>
                <c:pt idx="4141">
                  <c:v>-4.6921763288308348E-2</c:v>
                </c:pt>
                <c:pt idx="4142">
                  <c:v>-0.13928978452075366</c:v>
                </c:pt>
                <c:pt idx="4143">
                  <c:v>-0.10373595034414755</c:v>
                </c:pt>
                <c:pt idx="4144">
                  <c:v>-7.2543583624717883E-2</c:v>
                </c:pt>
                <c:pt idx="4145">
                  <c:v>-7.9349616395097772E-2</c:v>
                </c:pt>
                <c:pt idx="4146">
                  <c:v>-1.8567099779001995E-2</c:v>
                </c:pt>
                <c:pt idx="4147">
                  <c:v>-0.13418923450038317</c:v>
                </c:pt>
                <c:pt idx="4148">
                  <c:v>-0.11051984336171639</c:v>
                </c:pt>
                <c:pt idx="4149">
                  <c:v>-5.2582556902145437E-2</c:v>
                </c:pt>
                <c:pt idx="4150">
                  <c:v>-0.10266402136241448</c:v>
                </c:pt>
                <c:pt idx="4151">
                  <c:v>-7.3778193545407836E-2</c:v>
                </c:pt>
                <c:pt idx="4152">
                  <c:v>-0.12371067725743422</c:v>
                </c:pt>
                <c:pt idx="4153">
                  <c:v>-6.995076353662831E-2</c:v>
                </c:pt>
                <c:pt idx="4154">
                  <c:v>-0.15892653884827104</c:v>
                </c:pt>
                <c:pt idx="4155">
                  <c:v>-4.8041699004077433E-2</c:v>
                </c:pt>
                <c:pt idx="4156">
                  <c:v>-0.13352512482707765</c:v>
                </c:pt>
                <c:pt idx="4157">
                  <c:v>-0.13371230446233651</c:v>
                </c:pt>
                <c:pt idx="4158">
                  <c:v>-4.4379643246572675E-2</c:v>
                </c:pt>
                <c:pt idx="4159">
                  <c:v>-0.15829622563099985</c:v>
                </c:pt>
                <c:pt idx="4160">
                  <c:v>-0.12311856336935056</c:v>
                </c:pt>
                <c:pt idx="4161">
                  <c:v>-0.16489818143980001</c:v>
                </c:pt>
                <c:pt idx="4162">
                  <c:v>-0.10903710867596428</c:v>
                </c:pt>
                <c:pt idx="4163">
                  <c:v>-5.8350962726019043E-2</c:v>
                </c:pt>
                <c:pt idx="4164">
                  <c:v>-0.11004298818423874</c:v>
                </c:pt>
                <c:pt idx="4165">
                  <c:v>-0.14933490954944825</c:v>
                </c:pt>
                <c:pt idx="4166">
                  <c:v>-0.1552240901456893</c:v>
                </c:pt>
                <c:pt idx="4167">
                  <c:v>-0.19342110396962486</c:v>
                </c:pt>
                <c:pt idx="4168">
                  <c:v>-6.4439647306308481E-2</c:v>
                </c:pt>
                <c:pt idx="4169">
                  <c:v>1.1919891870919602E-2</c:v>
                </c:pt>
                <c:pt idx="4170">
                  <c:v>3.4483883791583396E-2</c:v>
                </c:pt>
                <c:pt idx="4171">
                  <c:v>-0.14379136737717615</c:v>
                </c:pt>
                <c:pt idx="4172">
                  <c:v>-7.0518965730740193E-2</c:v>
                </c:pt>
                <c:pt idx="4173">
                  <c:v>9.8586427131122038E-3</c:v>
                </c:pt>
                <c:pt idx="4174">
                  <c:v>-7.8109086286385118E-2</c:v>
                </c:pt>
                <c:pt idx="4175">
                  <c:v>-2.0916619312885562E-2</c:v>
                </c:pt>
                <c:pt idx="4176">
                  <c:v>-7.6798771560147611E-2</c:v>
                </c:pt>
                <c:pt idx="4177">
                  <c:v>-6.9581515568367905E-2</c:v>
                </c:pt>
                <c:pt idx="4178">
                  <c:v>-5.8915041544255621E-2</c:v>
                </c:pt>
                <c:pt idx="4179">
                  <c:v>-8.396825748297634E-3</c:v>
                </c:pt>
                <c:pt idx="4180">
                  <c:v>-0.15212576889732882</c:v>
                </c:pt>
                <c:pt idx="4181">
                  <c:v>-2.7129328767489743E-2</c:v>
                </c:pt>
                <c:pt idx="4182">
                  <c:v>-1.8729602090750263E-2</c:v>
                </c:pt>
                <c:pt idx="4183">
                  <c:v>-0.1303104452417041</c:v>
                </c:pt>
                <c:pt idx="4184">
                  <c:v>-0.13861751119352148</c:v>
                </c:pt>
                <c:pt idx="4185">
                  <c:v>-8.0059376401424562E-2</c:v>
                </c:pt>
                <c:pt idx="4186">
                  <c:v>6.5783792405647759E-2</c:v>
                </c:pt>
                <c:pt idx="4187">
                  <c:v>-4.5186096013879448E-2</c:v>
                </c:pt>
                <c:pt idx="4188">
                  <c:v>-7.032686444100758E-2</c:v>
                </c:pt>
                <c:pt idx="4189">
                  <c:v>-7.6030320371920687E-2</c:v>
                </c:pt>
                <c:pt idx="4190">
                  <c:v>-6.9692285796440712E-2</c:v>
                </c:pt>
                <c:pt idx="4191">
                  <c:v>-3.8250968219086655E-2</c:v>
                </c:pt>
                <c:pt idx="4192">
                  <c:v>-3.3939095217049749E-2</c:v>
                </c:pt>
                <c:pt idx="4193">
                  <c:v>-6.9394477274934779E-2</c:v>
                </c:pt>
                <c:pt idx="4194">
                  <c:v>2.0236907698656412E-2</c:v>
                </c:pt>
                <c:pt idx="4195">
                  <c:v>-0.12384176410819718</c:v>
                </c:pt>
                <c:pt idx="4196">
                  <c:v>-3.6062168426063829E-2</c:v>
                </c:pt>
                <c:pt idx="4197">
                  <c:v>-0.15081086689994902</c:v>
                </c:pt>
                <c:pt idx="4198">
                  <c:v>-9.59832956922195E-2</c:v>
                </c:pt>
                <c:pt idx="4199">
                  <c:v>-0.10151577229136766</c:v>
                </c:pt>
                <c:pt idx="4200">
                  <c:v>-5.7847798488651687E-2</c:v>
                </c:pt>
                <c:pt idx="4201">
                  <c:v>-9.0440482923378987E-2</c:v>
                </c:pt>
                <c:pt idx="4202">
                  <c:v>-0.12097533099683089</c:v>
                </c:pt>
                <c:pt idx="4203">
                  <c:v>-0.12390540395802807</c:v>
                </c:pt>
                <c:pt idx="4204">
                  <c:v>-7.5860835113280026E-2</c:v>
                </c:pt>
                <c:pt idx="4205">
                  <c:v>-0.15091436452526949</c:v>
                </c:pt>
                <c:pt idx="4206">
                  <c:v>-7.693808551476107E-2</c:v>
                </c:pt>
                <c:pt idx="4207">
                  <c:v>-8.6952549684505928E-2</c:v>
                </c:pt>
                <c:pt idx="4208">
                  <c:v>-0.108744319704318</c:v>
                </c:pt>
                <c:pt idx="4209">
                  <c:v>-7.1841998019732081E-2</c:v>
                </c:pt>
                <c:pt idx="4210">
                  <c:v>-0.1205802092373421</c:v>
                </c:pt>
                <c:pt idx="4211">
                  <c:v>-5.5379160711227227E-2</c:v>
                </c:pt>
                <c:pt idx="4212">
                  <c:v>-9.9881243716067325E-2</c:v>
                </c:pt>
                <c:pt idx="4213">
                  <c:v>-3.6229101095093634E-2</c:v>
                </c:pt>
                <c:pt idx="4214">
                  <c:v>-5.7576202857042021E-2</c:v>
                </c:pt>
                <c:pt idx="4215">
                  <c:v>-0.13891121433850259</c:v>
                </c:pt>
                <c:pt idx="4216">
                  <c:v>-6.0705465371534033E-2</c:v>
                </c:pt>
                <c:pt idx="4217">
                  <c:v>1.4574776417858077E-2</c:v>
                </c:pt>
                <c:pt idx="4218">
                  <c:v>-0.1053051706786407</c:v>
                </c:pt>
                <c:pt idx="4219">
                  <c:v>-9.8711312037038521E-2</c:v>
                </c:pt>
                <c:pt idx="4220">
                  <c:v>-0.14139371754215202</c:v>
                </c:pt>
                <c:pt idx="4221">
                  <c:v>-0.16754623033657559</c:v>
                </c:pt>
                <c:pt idx="4222">
                  <c:v>-3.7270258076897274E-2</c:v>
                </c:pt>
                <c:pt idx="4223">
                  <c:v>-0.11557457531699161</c:v>
                </c:pt>
                <c:pt idx="4224">
                  <c:v>-3.0501231830390108E-2</c:v>
                </c:pt>
                <c:pt idx="4225">
                  <c:v>-0.15864010371711157</c:v>
                </c:pt>
                <c:pt idx="4226">
                  <c:v>-8.5435699974253987E-2</c:v>
                </c:pt>
                <c:pt idx="4227">
                  <c:v>-7.2750390277250582E-2</c:v>
                </c:pt>
                <c:pt idx="4228">
                  <c:v>-3.7645280403037205E-3</c:v>
                </c:pt>
                <c:pt idx="4229">
                  <c:v>-2.900444029404069E-2</c:v>
                </c:pt>
                <c:pt idx="4230">
                  <c:v>-8.3866693046423288E-2</c:v>
                </c:pt>
                <c:pt idx="4231">
                  <c:v>-9.0930041542051879E-2</c:v>
                </c:pt>
                <c:pt idx="4232">
                  <c:v>-9.6584863224107073E-2</c:v>
                </c:pt>
                <c:pt idx="4233">
                  <c:v>-4.9101685038555686E-2</c:v>
                </c:pt>
                <c:pt idx="4234">
                  <c:v>-7.5940389443390682E-2</c:v>
                </c:pt>
                <c:pt idx="4235">
                  <c:v>0.26143561292950729</c:v>
                </c:pt>
                <c:pt idx="4236">
                  <c:v>-8.6714569748433112E-3</c:v>
                </c:pt>
                <c:pt idx="4237">
                  <c:v>4.2684444991780209E-2</c:v>
                </c:pt>
                <c:pt idx="4238">
                  <c:v>-6.7705838030946097E-2</c:v>
                </c:pt>
                <c:pt idx="4239">
                  <c:v>-8.834797038720231E-2</c:v>
                </c:pt>
                <c:pt idx="4240">
                  <c:v>-6.4323523402246396E-2</c:v>
                </c:pt>
                <c:pt idx="4241">
                  <c:v>-4.6047084327459971E-2</c:v>
                </c:pt>
                <c:pt idx="4242">
                  <c:v>-2.7043592301625927E-2</c:v>
                </c:pt>
                <c:pt idx="4243">
                  <c:v>-7.6227938860824351E-2</c:v>
                </c:pt>
                <c:pt idx="4244">
                  <c:v>-5.5476368501565849E-2</c:v>
                </c:pt>
                <c:pt idx="4245">
                  <c:v>-4.3557904023069791E-2</c:v>
                </c:pt>
                <c:pt idx="4246">
                  <c:v>-7.8111756809423005E-2</c:v>
                </c:pt>
                <c:pt idx="4247">
                  <c:v>-1.9568167865256832E-2</c:v>
                </c:pt>
                <c:pt idx="4248">
                  <c:v>-0.12731581096511607</c:v>
                </c:pt>
                <c:pt idx="4249">
                  <c:v>-9.4949971520102899E-2</c:v>
                </c:pt>
                <c:pt idx="4250">
                  <c:v>-2.7578817113530007E-2</c:v>
                </c:pt>
                <c:pt idx="4251">
                  <c:v>-6.5963434935652016E-2</c:v>
                </c:pt>
                <c:pt idx="4252">
                  <c:v>-1.7656331214894377E-2</c:v>
                </c:pt>
                <c:pt idx="4253">
                  <c:v>-0.14560390199614265</c:v>
                </c:pt>
                <c:pt idx="4254">
                  <c:v>-0.14672593381452223</c:v>
                </c:pt>
                <c:pt idx="4255">
                  <c:v>-2.2516435670555356E-2</c:v>
                </c:pt>
                <c:pt idx="4256">
                  <c:v>-0.10867809506161172</c:v>
                </c:pt>
                <c:pt idx="4257">
                  <c:v>-6.2459891845988103E-2</c:v>
                </c:pt>
                <c:pt idx="4258">
                  <c:v>-0.10629162244348274</c:v>
                </c:pt>
                <c:pt idx="4259">
                  <c:v>-4.4922179660998193E-2</c:v>
                </c:pt>
                <c:pt idx="4260">
                  <c:v>-7.7800200580112791E-2</c:v>
                </c:pt>
                <c:pt idx="4261">
                  <c:v>-7.9349129147705103E-2</c:v>
                </c:pt>
                <c:pt idx="4262">
                  <c:v>-8.7054426363209453E-2</c:v>
                </c:pt>
                <c:pt idx="4263">
                  <c:v>-9.2468368702272874E-2</c:v>
                </c:pt>
                <c:pt idx="4264">
                  <c:v>-8.0091728555539449E-2</c:v>
                </c:pt>
                <c:pt idx="4265">
                  <c:v>-7.6135084500806194E-2</c:v>
                </c:pt>
                <c:pt idx="4266">
                  <c:v>4.9464421456689505E-3</c:v>
                </c:pt>
                <c:pt idx="4267">
                  <c:v>-8.5747544844952894E-2</c:v>
                </c:pt>
                <c:pt idx="4268">
                  <c:v>-0.1068642208361386</c:v>
                </c:pt>
                <c:pt idx="4269">
                  <c:v>-3.8327704195129854E-2</c:v>
                </c:pt>
                <c:pt idx="4270">
                  <c:v>-9.3676778688908141E-2</c:v>
                </c:pt>
                <c:pt idx="4271">
                  <c:v>-2.2056008909701958E-2</c:v>
                </c:pt>
                <c:pt idx="4272">
                  <c:v>-9.0241236162861435E-2</c:v>
                </c:pt>
                <c:pt idx="4273">
                  <c:v>-6.6154100248269052E-2</c:v>
                </c:pt>
                <c:pt idx="4274">
                  <c:v>-0.1270418273574673</c:v>
                </c:pt>
                <c:pt idx="4275">
                  <c:v>4.0449637214136261E-2</c:v>
                </c:pt>
                <c:pt idx="4276">
                  <c:v>-9.3911346192061929E-2</c:v>
                </c:pt>
                <c:pt idx="4277">
                  <c:v>-4.1196828535798292E-2</c:v>
                </c:pt>
                <c:pt idx="4278">
                  <c:v>-9.7888971786155507E-2</c:v>
                </c:pt>
                <c:pt idx="4279">
                  <c:v>-0.19995187762702876</c:v>
                </c:pt>
                <c:pt idx="4280">
                  <c:v>-7.7864875206245091E-2</c:v>
                </c:pt>
                <c:pt idx="4281">
                  <c:v>-7.2298100744602578E-2</c:v>
                </c:pt>
                <c:pt idx="4282">
                  <c:v>-9.5181437075262498E-2</c:v>
                </c:pt>
                <c:pt idx="4283">
                  <c:v>-0.10293615223689841</c:v>
                </c:pt>
                <c:pt idx="4284">
                  <c:v>-3.2400024194653376E-2</c:v>
                </c:pt>
                <c:pt idx="4285">
                  <c:v>-1.965093030887621E-2</c:v>
                </c:pt>
                <c:pt idx="4286">
                  <c:v>-0.14095060213235655</c:v>
                </c:pt>
                <c:pt idx="4287">
                  <c:v>-8.0584318871821534E-2</c:v>
                </c:pt>
                <c:pt idx="4288">
                  <c:v>-8.4184168994448721E-2</c:v>
                </c:pt>
                <c:pt idx="4289">
                  <c:v>-1.6258908427837605E-2</c:v>
                </c:pt>
                <c:pt idx="4290">
                  <c:v>-0.13700663453871276</c:v>
                </c:pt>
                <c:pt idx="4291">
                  <c:v>9.065792301658826E-3</c:v>
                </c:pt>
                <c:pt idx="4292">
                  <c:v>-0.13351094523877469</c:v>
                </c:pt>
                <c:pt idx="4293">
                  <c:v>-7.9562265915523941E-2</c:v>
                </c:pt>
                <c:pt idx="4294">
                  <c:v>-0.12476989059251602</c:v>
                </c:pt>
                <c:pt idx="4295">
                  <c:v>-9.5981898160679646E-2</c:v>
                </c:pt>
                <c:pt idx="4296">
                  <c:v>-4.0519601270371207E-2</c:v>
                </c:pt>
                <c:pt idx="4297">
                  <c:v>-7.9077294127657974E-2</c:v>
                </c:pt>
                <c:pt idx="4298">
                  <c:v>-3.5304988738511858E-2</c:v>
                </c:pt>
                <c:pt idx="4299">
                  <c:v>-0.12047419000942705</c:v>
                </c:pt>
                <c:pt idx="4300">
                  <c:v>-0.14017040465109132</c:v>
                </c:pt>
                <c:pt idx="4301">
                  <c:v>-0.13892265298591572</c:v>
                </c:pt>
                <c:pt idx="4302">
                  <c:v>-8.1540643463100179E-2</c:v>
                </c:pt>
                <c:pt idx="4303">
                  <c:v>-6.8033497734541107E-2</c:v>
                </c:pt>
                <c:pt idx="4304">
                  <c:v>-0.11018731476779227</c:v>
                </c:pt>
                <c:pt idx="4305">
                  <c:v>-6.5168299261340115E-2</c:v>
                </c:pt>
                <c:pt idx="4306">
                  <c:v>1.746330041410106E-2</c:v>
                </c:pt>
                <c:pt idx="4307">
                  <c:v>-7.931731004225398E-2</c:v>
                </c:pt>
                <c:pt idx="4308">
                  <c:v>-7.1187930851539363E-2</c:v>
                </c:pt>
                <c:pt idx="4309">
                  <c:v>-7.2988413374150782E-2</c:v>
                </c:pt>
                <c:pt idx="4310">
                  <c:v>-7.5685711448258572E-2</c:v>
                </c:pt>
                <c:pt idx="4311">
                  <c:v>-7.5926519980480445E-2</c:v>
                </c:pt>
                <c:pt idx="4312">
                  <c:v>-6.782337069752753E-2</c:v>
                </c:pt>
                <c:pt idx="4313">
                  <c:v>-6.9732405979238854E-2</c:v>
                </c:pt>
                <c:pt idx="4314">
                  <c:v>-6.050946671467488E-2</c:v>
                </c:pt>
                <c:pt idx="4315">
                  <c:v>-6.389752120753707E-2</c:v>
                </c:pt>
                <c:pt idx="4316">
                  <c:v>-4.9179759027183238E-2</c:v>
                </c:pt>
                <c:pt idx="4317">
                  <c:v>-0.20434406144130274</c:v>
                </c:pt>
                <c:pt idx="4318">
                  <c:v>-0.23685794582843586</c:v>
                </c:pt>
                <c:pt idx="4319">
                  <c:v>-9.484109868682962E-2</c:v>
                </c:pt>
                <c:pt idx="4320">
                  <c:v>-5.8611095565039732E-2</c:v>
                </c:pt>
                <c:pt idx="4321">
                  <c:v>-9.1582072331545833E-2</c:v>
                </c:pt>
                <c:pt idx="4322">
                  <c:v>-8.6720610334783538E-2</c:v>
                </c:pt>
                <c:pt idx="4323">
                  <c:v>-0.10882173530528565</c:v>
                </c:pt>
                <c:pt idx="4324">
                  <c:v>-5.0352841654930092E-2</c:v>
                </c:pt>
                <c:pt idx="4325">
                  <c:v>-2.4922154237315433E-2</c:v>
                </c:pt>
                <c:pt idx="4326">
                  <c:v>-4.5071961856830461E-2</c:v>
                </c:pt>
                <c:pt idx="4327">
                  <c:v>-2.8077106412231996E-2</c:v>
                </c:pt>
                <c:pt idx="4328">
                  <c:v>-7.7369963056019828E-2</c:v>
                </c:pt>
                <c:pt idx="4329">
                  <c:v>-6.5110344354297883E-2</c:v>
                </c:pt>
                <c:pt idx="4330">
                  <c:v>-6.019430445566732E-2</c:v>
                </c:pt>
                <c:pt idx="4331">
                  <c:v>-5.3479686879837014E-2</c:v>
                </c:pt>
                <c:pt idx="4332">
                  <c:v>-5.5798529507512955E-2</c:v>
                </c:pt>
                <c:pt idx="4333">
                  <c:v>-7.4408095205838506E-2</c:v>
                </c:pt>
                <c:pt idx="4334">
                  <c:v>-5.7218301213389645E-2</c:v>
                </c:pt>
                <c:pt idx="4335">
                  <c:v>-4.0465702126899337E-2</c:v>
                </c:pt>
                <c:pt idx="4336">
                  <c:v>1.8435337768957581E-2</c:v>
                </c:pt>
                <c:pt idx="4337">
                  <c:v>-4.1210508365411284E-2</c:v>
                </c:pt>
                <c:pt idx="4338">
                  <c:v>-6.3807014075039095E-2</c:v>
                </c:pt>
                <c:pt idx="4339">
                  <c:v>-6.7689694343322268E-2</c:v>
                </c:pt>
                <c:pt idx="4340">
                  <c:v>-9.7411998265451785E-2</c:v>
                </c:pt>
                <c:pt idx="4341">
                  <c:v>-4.9701532051889208E-2</c:v>
                </c:pt>
                <c:pt idx="4342">
                  <c:v>-4.5069144702991282E-2</c:v>
                </c:pt>
                <c:pt idx="4343">
                  <c:v>-1.5176323895590324E-2</c:v>
                </c:pt>
                <c:pt idx="4344">
                  <c:v>-3.2044126314027081E-2</c:v>
                </c:pt>
                <c:pt idx="4345">
                  <c:v>-4.0767334461599532E-2</c:v>
                </c:pt>
                <c:pt idx="4346">
                  <c:v>-4.6079567981791407E-2</c:v>
                </c:pt>
                <c:pt idx="4347">
                  <c:v>-7.4736882320923528E-2</c:v>
                </c:pt>
                <c:pt idx="4348">
                  <c:v>-1.1274703117295908E-2</c:v>
                </c:pt>
                <c:pt idx="4349">
                  <c:v>-9.8168831178710309E-2</c:v>
                </c:pt>
                <c:pt idx="4350">
                  <c:v>-6.1732419927336364E-2</c:v>
                </c:pt>
                <c:pt idx="4351">
                  <c:v>-1.4893952898667691E-2</c:v>
                </c:pt>
                <c:pt idx="4352">
                  <c:v>-0.10940501175335507</c:v>
                </c:pt>
                <c:pt idx="4353">
                  <c:v>-8.5977495242189519E-2</c:v>
                </c:pt>
                <c:pt idx="4354">
                  <c:v>-8.2203213886762744E-2</c:v>
                </c:pt>
                <c:pt idx="4355">
                  <c:v>-8.9044187340130448E-2</c:v>
                </c:pt>
                <c:pt idx="4356">
                  <c:v>-0.12743414749162418</c:v>
                </c:pt>
                <c:pt idx="4357">
                  <c:v>-8.4247495004813502E-2</c:v>
                </c:pt>
                <c:pt idx="4358">
                  <c:v>-7.6461197691595623E-2</c:v>
                </c:pt>
                <c:pt idx="4359">
                  <c:v>-4.8069996329953173E-2</c:v>
                </c:pt>
                <c:pt idx="4360">
                  <c:v>6.1668770862604312E-2</c:v>
                </c:pt>
                <c:pt idx="4361">
                  <c:v>-3.2278750797362046E-2</c:v>
                </c:pt>
                <c:pt idx="4362">
                  <c:v>-0.1139933738069298</c:v>
                </c:pt>
                <c:pt idx="4363">
                  <c:v>-0.15779258011441055</c:v>
                </c:pt>
                <c:pt idx="4364">
                  <c:v>-3.3701412744281581E-2</c:v>
                </c:pt>
                <c:pt idx="4365">
                  <c:v>-2.9526161282645322E-2</c:v>
                </c:pt>
                <c:pt idx="4366">
                  <c:v>-2.7687213317427871E-2</c:v>
                </c:pt>
                <c:pt idx="4367">
                  <c:v>-7.3155766157577143E-2</c:v>
                </c:pt>
                <c:pt idx="4368">
                  <c:v>-1.7574806467794291E-2</c:v>
                </c:pt>
                <c:pt idx="4369">
                  <c:v>-4.5446819765893987E-2</c:v>
                </c:pt>
                <c:pt idx="4370">
                  <c:v>-7.9768338817467546E-2</c:v>
                </c:pt>
                <c:pt idx="4371">
                  <c:v>1.2238524647248986E-2</c:v>
                </c:pt>
                <c:pt idx="4372">
                  <c:v>-3.4573856633483717E-2</c:v>
                </c:pt>
                <c:pt idx="4373">
                  <c:v>-0.12250020211611577</c:v>
                </c:pt>
                <c:pt idx="4374">
                  <c:v>-3.1163249888878381E-3</c:v>
                </c:pt>
                <c:pt idx="4375">
                  <c:v>-4.0056971831653458E-2</c:v>
                </c:pt>
                <c:pt idx="4376">
                  <c:v>-0.15193888965880581</c:v>
                </c:pt>
                <c:pt idx="4377">
                  <c:v>-4.0154491300230383E-2</c:v>
                </c:pt>
                <c:pt idx="4378">
                  <c:v>-1.6307407589256879E-2</c:v>
                </c:pt>
                <c:pt idx="4379">
                  <c:v>-8.6191341725453521E-2</c:v>
                </c:pt>
                <c:pt idx="4380">
                  <c:v>-5.9927565102287292E-2</c:v>
                </c:pt>
                <c:pt idx="4381">
                  <c:v>-5.3261326783035752E-2</c:v>
                </c:pt>
                <c:pt idx="4382">
                  <c:v>-6.383667632506608E-2</c:v>
                </c:pt>
                <c:pt idx="4383">
                  <c:v>-5.3374569445864731E-2</c:v>
                </c:pt>
                <c:pt idx="4384">
                  <c:v>-4.0694104010164281E-2</c:v>
                </c:pt>
                <c:pt idx="4385">
                  <c:v>-1.6395426481479319E-2</c:v>
                </c:pt>
                <c:pt idx="4386">
                  <c:v>-3.4187251785068214E-2</c:v>
                </c:pt>
                <c:pt idx="4387">
                  <c:v>-4.3179161331957469E-2</c:v>
                </c:pt>
                <c:pt idx="4388">
                  <c:v>-4.9304126291588833E-2</c:v>
                </c:pt>
                <c:pt idx="4389">
                  <c:v>-3.6305026525572909E-2</c:v>
                </c:pt>
                <c:pt idx="4390">
                  <c:v>-7.0932392437531688E-2</c:v>
                </c:pt>
                <c:pt idx="4391">
                  <c:v>-9.0801989974946276E-2</c:v>
                </c:pt>
                <c:pt idx="4392">
                  <c:v>-2.457943133785807E-2</c:v>
                </c:pt>
                <c:pt idx="4393">
                  <c:v>-8.2724876554206975E-2</c:v>
                </c:pt>
                <c:pt idx="4394">
                  <c:v>-0.11920809769974024</c:v>
                </c:pt>
                <c:pt idx="4395">
                  <c:v>-3.0624258338965149E-2</c:v>
                </c:pt>
                <c:pt idx="4396">
                  <c:v>-6.6738582398569335E-2</c:v>
                </c:pt>
                <c:pt idx="4397">
                  <c:v>-3.5287263527910388E-2</c:v>
                </c:pt>
                <c:pt idx="4398">
                  <c:v>-5.1858598722439586E-2</c:v>
                </c:pt>
                <c:pt idx="4399">
                  <c:v>-3.8822771644819121E-2</c:v>
                </c:pt>
                <c:pt idx="4400">
                  <c:v>-4.4183908504358181E-2</c:v>
                </c:pt>
                <c:pt idx="4401">
                  <c:v>-5.9767806136150715E-2</c:v>
                </c:pt>
                <c:pt idx="4402">
                  <c:v>-5.4752994604504404E-2</c:v>
                </c:pt>
                <c:pt idx="4403">
                  <c:v>-4.6103000749197334E-2</c:v>
                </c:pt>
                <c:pt idx="4404">
                  <c:v>-7.4573108495522317E-2</c:v>
                </c:pt>
                <c:pt idx="4405">
                  <c:v>-9.2105247132546475E-2</c:v>
                </c:pt>
                <c:pt idx="4406">
                  <c:v>-4.3978963053028799E-2</c:v>
                </c:pt>
                <c:pt idx="4407">
                  <c:v>-0.14504589968664272</c:v>
                </c:pt>
                <c:pt idx="4408">
                  <c:v>-5.3584129365817183E-2</c:v>
                </c:pt>
                <c:pt idx="4409">
                  <c:v>4.1195586721539328E-2</c:v>
                </c:pt>
                <c:pt idx="4410">
                  <c:v>-4.930736581050197E-2</c:v>
                </c:pt>
                <c:pt idx="4411">
                  <c:v>-4.032848578934544E-2</c:v>
                </c:pt>
                <c:pt idx="4412">
                  <c:v>-9.1194882410001524E-2</c:v>
                </c:pt>
                <c:pt idx="4413">
                  <c:v>-5.7630008154946483E-2</c:v>
                </c:pt>
                <c:pt idx="4414">
                  <c:v>1.4671387522158144E-2</c:v>
                </c:pt>
                <c:pt idx="4415">
                  <c:v>-0.1289347355384397</c:v>
                </c:pt>
                <c:pt idx="4416">
                  <c:v>-4.1312728657385465E-2</c:v>
                </c:pt>
                <c:pt idx="4417">
                  <c:v>-4.9024433081029696E-2</c:v>
                </c:pt>
                <c:pt idx="4418">
                  <c:v>-4.9814696750656993E-2</c:v>
                </c:pt>
                <c:pt idx="4419">
                  <c:v>-6.5993883614797175E-2</c:v>
                </c:pt>
                <c:pt idx="4420">
                  <c:v>-4.6272285246197781E-2</c:v>
                </c:pt>
                <c:pt idx="4421">
                  <c:v>-7.052237332442185E-2</c:v>
                </c:pt>
                <c:pt idx="4422">
                  <c:v>-5.5422624429910895E-2</c:v>
                </c:pt>
                <c:pt idx="4423">
                  <c:v>-1.6775340747410904E-2</c:v>
                </c:pt>
                <c:pt idx="4424">
                  <c:v>-4.0088929112630463E-2</c:v>
                </c:pt>
                <c:pt idx="4425">
                  <c:v>-6.2719245117761724E-2</c:v>
                </c:pt>
                <c:pt idx="4426">
                  <c:v>-6.3495119921600965E-2</c:v>
                </c:pt>
                <c:pt idx="4427">
                  <c:v>-8.2134655639685486E-2</c:v>
                </c:pt>
                <c:pt idx="4428">
                  <c:v>-0.13104174240607425</c:v>
                </c:pt>
                <c:pt idx="4429">
                  <c:v>-0.11296905620684478</c:v>
                </c:pt>
                <c:pt idx="4430">
                  <c:v>-0.10684229768532461</c:v>
                </c:pt>
                <c:pt idx="4431">
                  <c:v>-6.9554210173599848E-2</c:v>
                </c:pt>
                <c:pt idx="4432">
                  <c:v>-0.10702180481183775</c:v>
                </c:pt>
                <c:pt idx="4433">
                  <c:v>-8.3195910022524161E-2</c:v>
                </c:pt>
                <c:pt idx="4434">
                  <c:v>-8.9309718105015298E-2</c:v>
                </c:pt>
                <c:pt idx="4435">
                  <c:v>-6.517178847545245E-2</c:v>
                </c:pt>
                <c:pt idx="4436">
                  <c:v>-7.6079858102705858E-2</c:v>
                </c:pt>
                <c:pt idx="4437">
                  <c:v>-7.3166569229565048E-2</c:v>
                </c:pt>
                <c:pt idx="4438">
                  <c:v>-6.9226510313107031E-2</c:v>
                </c:pt>
                <c:pt idx="4439">
                  <c:v>-6.300676814651851E-2</c:v>
                </c:pt>
                <c:pt idx="4440">
                  <c:v>-4.3553517864575959E-2</c:v>
                </c:pt>
                <c:pt idx="4441">
                  <c:v>-8.1949975528713886E-2</c:v>
                </c:pt>
                <c:pt idx="4442">
                  <c:v>-4.2599016377492381E-2</c:v>
                </c:pt>
                <c:pt idx="4443">
                  <c:v>-6.7342387166010639E-2</c:v>
                </c:pt>
                <c:pt idx="4444">
                  <c:v>-8.249457003456255E-2</c:v>
                </c:pt>
                <c:pt idx="4445">
                  <c:v>-2.0867011681505274E-2</c:v>
                </c:pt>
                <c:pt idx="4446">
                  <c:v>-0.11827779839477982</c:v>
                </c:pt>
                <c:pt idx="4447">
                  <c:v>-6.882348855246008E-2</c:v>
                </c:pt>
                <c:pt idx="4448">
                  <c:v>-4.2514629227574048E-2</c:v>
                </c:pt>
                <c:pt idx="4449">
                  <c:v>-6.7893896910098145E-2</c:v>
                </c:pt>
                <c:pt idx="4450">
                  <c:v>-7.475207911476936E-2</c:v>
                </c:pt>
                <c:pt idx="4451">
                  <c:v>-7.6387145671681589E-2</c:v>
                </c:pt>
                <c:pt idx="4452">
                  <c:v>-5.4894212259102321E-2</c:v>
                </c:pt>
                <c:pt idx="4453">
                  <c:v>-5.0521803775586856E-2</c:v>
                </c:pt>
                <c:pt idx="4454">
                  <c:v>-6.1104339554901674E-2</c:v>
                </c:pt>
                <c:pt idx="4455">
                  <c:v>-6.7429638382641113E-2</c:v>
                </c:pt>
                <c:pt idx="4456">
                  <c:v>-6.5552890007607736E-2</c:v>
                </c:pt>
                <c:pt idx="4457">
                  <c:v>-7.2454423512391786E-2</c:v>
                </c:pt>
                <c:pt idx="4458">
                  <c:v>-9.1928807672095089E-2</c:v>
                </c:pt>
                <c:pt idx="4459">
                  <c:v>-5.2651326992259183E-2</c:v>
                </c:pt>
                <c:pt idx="4460">
                  <c:v>-5.5820815434481974E-2</c:v>
                </c:pt>
                <c:pt idx="4461">
                  <c:v>-7.3118814540697963E-2</c:v>
                </c:pt>
                <c:pt idx="4462">
                  <c:v>-1.1596055135269977E-2</c:v>
                </c:pt>
                <c:pt idx="4463">
                  <c:v>-7.0719889508125661E-2</c:v>
                </c:pt>
                <c:pt idx="4464">
                  <c:v>-0.21002083628752347</c:v>
                </c:pt>
                <c:pt idx="4465">
                  <c:v>-9.0653909593418097E-2</c:v>
                </c:pt>
                <c:pt idx="4466">
                  <c:v>-0.12086026543278837</c:v>
                </c:pt>
                <c:pt idx="4467">
                  <c:v>-0.10375669367420791</c:v>
                </c:pt>
                <c:pt idx="4468">
                  <c:v>-0.14034519765988374</c:v>
                </c:pt>
                <c:pt idx="4469">
                  <c:v>-5.7015196164364963E-2</c:v>
                </c:pt>
                <c:pt idx="4470">
                  <c:v>-0.10418402800231798</c:v>
                </c:pt>
                <c:pt idx="4471">
                  <c:v>-4.3083825986402376E-2</c:v>
                </c:pt>
                <c:pt idx="4472">
                  <c:v>-0.107981928934511</c:v>
                </c:pt>
                <c:pt idx="4473">
                  <c:v>-4.2489912692350057E-2</c:v>
                </c:pt>
                <c:pt idx="4474">
                  <c:v>-6.5254516618174691E-2</c:v>
                </c:pt>
                <c:pt idx="4475">
                  <c:v>-1.6304452049526866E-2</c:v>
                </c:pt>
                <c:pt idx="4476">
                  <c:v>-7.8458862966761661E-2</c:v>
                </c:pt>
                <c:pt idx="4477">
                  <c:v>-0.23406753355082399</c:v>
                </c:pt>
                <c:pt idx="4478">
                  <c:v>-0.13406240871308994</c:v>
                </c:pt>
                <c:pt idx="4479">
                  <c:v>-3.6463257179493995E-2</c:v>
                </c:pt>
                <c:pt idx="4480">
                  <c:v>-0.1099928782135448</c:v>
                </c:pt>
                <c:pt idx="4481">
                  <c:v>-0.22149389349570692</c:v>
                </c:pt>
                <c:pt idx="4482">
                  <c:v>-0.12021109871418104</c:v>
                </c:pt>
                <c:pt idx="4483">
                  <c:v>-0.10296543641751464</c:v>
                </c:pt>
                <c:pt idx="4484">
                  <c:v>-8.3497932303211897E-2</c:v>
                </c:pt>
                <c:pt idx="4485">
                  <c:v>-6.1340589097778661E-2</c:v>
                </c:pt>
                <c:pt idx="4486">
                  <c:v>-5.3389434406945824E-2</c:v>
                </c:pt>
                <c:pt idx="4487">
                  <c:v>-8.3507821616460795E-3</c:v>
                </c:pt>
                <c:pt idx="4488">
                  <c:v>-9.9526935708303552E-2</c:v>
                </c:pt>
                <c:pt idx="4489">
                  <c:v>-7.6110708221986248E-2</c:v>
                </c:pt>
                <c:pt idx="4490">
                  <c:v>-0.13426201804294433</c:v>
                </c:pt>
                <c:pt idx="4491">
                  <c:v>-8.6600779595377292E-3</c:v>
                </c:pt>
                <c:pt idx="4492">
                  <c:v>-0.10628655848358708</c:v>
                </c:pt>
                <c:pt idx="4493">
                  <c:v>-5.1229493203983567E-2</c:v>
                </c:pt>
                <c:pt idx="4494">
                  <c:v>-4.6521275705869551E-2</c:v>
                </c:pt>
                <c:pt idx="4495">
                  <c:v>-1.3336069467803783E-2</c:v>
                </c:pt>
                <c:pt idx="4496">
                  <c:v>1.1036139016782172E-3</c:v>
                </c:pt>
                <c:pt idx="4497">
                  <c:v>-6.2220955366104461E-2</c:v>
                </c:pt>
                <c:pt idx="4498">
                  <c:v>-6.9383751251810274E-2</c:v>
                </c:pt>
                <c:pt idx="4499">
                  <c:v>-9.253845392779167E-2</c:v>
                </c:pt>
                <c:pt idx="4500">
                  <c:v>1.6198049126912795E-2</c:v>
                </c:pt>
                <c:pt idx="4501">
                  <c:v>-7.9526312694843865E-2</c:v>
                </c:pt>
                <c:pt idx="4502">
                  <c:v>-6.804066271057263E-2</c:v>
                </c:pt>
                <c:pt idx="4503">
                  <c:v>-7.6919583076398942E-2</c:v>
                </c:pt>
                <c:pt idx="4504">
                  <c:v>-5.9979134735772918E-2</c:v>
                </c:pt>
                <c:pt idx="4505">
                  <c:v>-3.9147618128694675E-2</c:v>
                </c:pt>
                <c:pt idx="4506">
                  <c:v>-5.1267183775745628E-2</c:v>
                </c:pt>
                <c:pt idx="4507">
                  <c:v>-4.1441797409469634E-2</c:v>
                </c:pt>
                <c:pt idx="4508">
                  <c:v>-3.7265822804734644E-2</c:v>
                </c:pt>
                <c:pt idx="4509">
                  <c:v>-5.7088257880377018E-2</c:v>
                </c:pt>
                <c:pt idx="4510">
                  <c:v>-5.9255183849073655E-2</c:v>
                </c:pt>
                <c:pt idx="4511">
                  <c:v>-2.310267277095451E-2</c:v>
                </c:pt>
                <c:pt idx="4512">
                  <c:v>-5.1818555256304445E-2</c:v>
                </c:pt>
                <c:pt idx="4513">
                  <c:v>-5.03780327890525E-2</c:v>
                </c:pt>
                <c:pt idx="4514">
                  <c:v>-2.6012305057478747E-2</c:v>
                </c:pt>
                <c:pt idx="4515">
                  <c:v>-4.1233618003194035E-2</c:v>
                </c:pt>
                <c:pt idx="4516">
                  <c:v>-5.989992728322608E-2</c:v>
                </c:pt>
                <c:pt idx="4517">
                  <c:v>-3.59349520445418E-2</c:v>
                </c:pt>
                <c:pt idx="4518">
                  <c:v>-4.4528286270627306E-2</c:v>
                </c:pt>
                <c:pt idx="4519">
                  <c:v>-9.4225854294129635E-2</c:v>
                </c:pt>
                <c:pt idx="4520">
                  <c:v>-1.5677594517735538E-2</c:v>
                </c:pt>
                <c:pt idx="4521">
                  <c:v>-4.9675971417766251E-2</c:v>
                </c:pt>
                <c:pt idx="4522">
                  <c:v>-4.0865373642306094E-2</c:v>
                </c:pt>
                <c:pt idx="4523">
                  <c:v>-5.6586763229988159E-2</c:v>
                </c:pt>
                <c:pt idx="4524">
                  <c:v>-5.1759502998170066E-2</c:v>
                </c:pt>
                <c:pt idx="4525">
                  <c:v>-2.8585672762912264E-2</c:v>
                </c:pt>
                <c:pt idx="4526">
                  <c:v>-8.6992808360942496E-3</c:v>
                </c:pt>
                <c:pt idx="4527">
                  <c:v>-6.0400274117823755E-2</c:v>
                </c:pt>
                <c:pt idx="4528">
                  <c:v>4.5835613602962944E-3</c:v>
                </c:pt>
                <c:pt idx="4529">
                  <c:v>-5.7938549003294072E-2</c:v>
                </c:pt>
                <c:pt idx="4530">
                  <c:v>-7.3038242265511075E-2</c:v>
                </c:pt>
                <c:pt idx="4531">
                  <c:v>-6.5813427280665901E-2</c:v>
                </c:pt>
                <c:pt idx="4532">
                  <c:v>-6.4464177378799961E-2</c:v>
                </c:pt>
                <c:pt idx="4533">
                  <c:v>-0.1178317432926152</c:v>
                </c:pt>
                <c:pt idx="4534">
                  <c:v>-0.11345151172880222</c:v>
                </c:pt>
                <c:pt idx="4535">
                  <c:v>-4.399766134941132E-2</c:v>
                </c:pt>
                <c:pt idx="4536">
                  <c:v>-9.9058029790788163E-2</c:v>
                </c:pt>
                <c:pt idx="4537">
                  <c:v>-7.0447568722761811E-2</c:v>
                </c:pt>
                <c:pt idx="4538">
                  <c:v>-6.1569674182501311E-2</c:v>
                </c:pt>
                <c:pt idx="4539">
                  <c:v>-4.7009336481771739E-2</c:v>
                </c:pt>
                <c:pt idx="4540">
                  <c:v>-0.15037972790926393</c:v>
                </c:pt>
                <c:pt idx="4541">
                  <c:v>-0.1013333774098034</c:v>
                </c:pt>
                <c:pt idx="4542">
                  <c:v>-8.9067813575262875E-2</c:v>
                </c:pt>
                <c:pt idx="4543">
                  <c:v>-5.3295872107834631E-2</c:v>
                </c:pt>
                <c:pt idx="4544">
                  <c:v>-6.3598738470795599E-2</c:v>
                </c:pt>
                <c:pt idx="4545">
                  <c:v>-0.10570261259343285</c:v>
                </c:pt>
                <c:pt idx="4546">
                  <c:v>-9.7322352106119586E-2</c:v>
                </c:pt>
                <c:pt idx="4547">
                  <c:v>-4.7148979164027514E-2</c:v>
                </c:pt>
                <c:pt idx="4548">
                  <c:v>-6.8821518798602932E-2</c:v>
                </c:pt>
                <c:pt idx="4549">
                  <c:v>-6.7649188295767146E-2</c:v>
                </c:pt>
                <c:pt idx="4550">
                  <c:v>-5.5839257330869752E-2</c:v>
                </c:pt>
                <c:pt idx="4551">
                  <c:v>-4.4807778519193993E-2</c:v>
                </c:pt>
                <c:pt idx="4552">
                  <c:v>-5.4443554726857989E-2</c:v>
                </c:pt>
                <c:pt idx="4553">
                  <c:v>-5.5871417228687582E-2</c:v>
                </c:pt>
                <c:pt idx="4554">
                  <c:v>-4.0969490956244532E-2</c:v>
                </c:pt>
                <c:pt idx="4555">
                  <c:v>-3.7688945063277461E-2</c:v>
                </c:pt>
                <c:pt idx="4556">
                  <c:v>-2.0142369514005422E-2</c:v>
                </c:pt>
                <c:pt idx="4557">
                  <c:v>-5.4661794096860505E-2</c:v>
                </c:pt>
                <c:pt idx="4558">
                  <c:v>-3.0476588664515972E-2</c:v>
                </c:pt>
                <c:pt idx="4559">
                  <c:v>-6.1539400111871805E-2</c:v>
                </c:pt>
                <c:pt idx="4560">
                  <c:v>-0.12862312988342384</c:v>
                </c:pt>
                <c:pt idx="4561">
                  <c:v>-4.5905742536766915E-2</c:v>
                </c:pt>
                <c:pt idx="4562">
                  <c:v>-4.9855990307853849E-2</c:v>
                </c:pt>
                <c:pt idx="4563">
                  <c:v>-0.10027376017328664</c:v>
                </c:pt>
                <c:pt idx="4564">
                  <c:v>-4.1283867569260981E-2</c:v>
                </c:pt>
                <c:pt idx="4565">
                  <c:v>-0.11778075327923426</c:v>
                </c:pt>
                <c:pt idx="4566">
                  <c:v>-1.8064046210860798E-2</c:v>
                </c:pt>
                <c:pt idx="4567">
                  <c:v>-4.9724316123806303E-2</c:v>
                </c:pt>
                <c:pt idx="4568">
                  <c:v>-3.3521297141462722E-2</c:v>
                </c:pt>
                <c:pt idx="4569">
                  <c:v>-3.3525135074486165E-2</c:v>
                </c:pt>
                <c:pt idx="4570">
                  <c:v>-6.2626178577643007E-2</c:v>
                </c:pt>
                <c:pt idx="4571">
                  <c:v>-4.6031828072028005E-2</c:v>
                </c:pt>
                <c:pt idx="4572">
                  <c:v>-4.3607617012427234E-2</c:v>
                </c:pt>
                <c:pt idx="4573">
                  <c:v>-4.5196319822278466E-2</c:v>
                </c:pt>
                <c:pt idx="4574">
                  <c:v>-4.3560306553366304E-2</c:v>
                </c:pt>
                <c:pt idx="4575">
                  <c:v>-4.7076384226504973E-2</c:v>
                </c:pt>
                <c:pt idx="4576">
                  <c:v>-4.2180215588880493E-2</c:v>
                </c:pt>
                <c:pt idx="4577">
                  <c:v>-9.9642651327290811E-3</c:v>
                </c:pt>
                <c:pt idx="4578">
                  <c:v>-4.0163484199050963E-2</c:v>
                </c:pt>
                <c:pt idx="4579">
                  <c:v>-4.2209507339802319E-2</c:v>
                </c:pt>
                <c:pt idx="4580">
                  <c:v>-4.7384991291519331E-2</c:v>
                </c:pt>
                <c:pt idx="4581">
                  <c:v>-5.0220987230840432E-2</c:v>
                </c:pt>
                <c:pt idx="4582">
                  <c:v>-6.412866874487301E-2</c:v>
                </c:pt>
                <c:pt idx="4583">
                  <c:v>-6.0676913220625121E-2</c:v>
                </c:pt>
                <c:pt idx="4584">
                  <c:v>-7.0015315976301062E-2</c:v>
                </c:pt>
                <c:pt idx="4585">
                  <c:v>-7.0076836006909768E-3</c:v>
                </c:pt>
                <c:pt idx="4586">
                  <c:v>-3.7301262233421541E-2</c:v>
                </c:pt>
                <c:pt idx="4587">
                  <c:v>-4.1725561930416842E-2</c:v>
                </c:pt>
                <c:pt idx="4588">
                  <c:v>-5.5814208472750634E-2</c:v>
                </c:pt>
                <c:pt idx="4589">
                  <c:v>-5.9196415426933109E-2</c:v>
                </c:pt>
                <c:pt idx="4590">
                  <c:v>-8.9351974888615071E-2</c:v>
                </c:pt>
                <c:pt idx="4591">
                  <c:v>-6.7405088640068195E-2</c:v>
                </c:pt>
                <c:pt idx="4592">
                  <c:v>-6.6406180507190618E-2</c:v>
                </c:pt>
                <c:pt idx="4593">
                  <c:v>-4.9492630818743118E-2</c:v>
                </c:pt>
                <c:pt idx="4594">
                  <c:v>-3.5017388301147055E-2</c:v>
                </c:pt>
                <c:pt idx="4595">
                  <c:v>-2.3929701983202566E-2</c:v>
                </c:pt>
                <c:pt idx="4596">
                  <c:v>-7.3681701743714897E-3</c:v>
                </c:pt>
                <c:pt idx="4597">
                  <c:v>5.2089683607864619E-3</c:v>
                </c:pt>
                <c:pt idx="4598">
                  <c:v>1.6773597278976116E-3</c:v>
                </c:pt>
                <c:pt idx="4599">
                  <c:v>8.9342996465035605E-3</c:v>
                </c:pt>
                <c:pt idx="4600">
                  <c:v>9.4193541853864002E-3</c:v>
                </c:pt>
                <c:pt idx="4601">
                  <c:v>8.3848876720725475E-3</c:v>
                </c:pt>
                <c:pt idx="4602">
                  <c:v>-8.1428688793595773E-4</c:v>
                </c:pt>
                <c:pt idx="4603">
                  <c:v>-7.5239761113323027E-3</c:v>
                </c:pt>
                <c:pt idx="4604">
                  <c:v>-8.5124632522908909E-3</c:v>
                </c:pt>
                <c:pt idx="4605">
                  <c:v>-1.6443520808246362E-2</c:v>
                </c:pt>
                <c:pt idx="4606">
                  <c:v>-2.1307270288582796E-2</c:v>
                </c:pt>
                <c:pt idx="4607">
                  <c:v>2.106319537950417E-3</c:v>
                </c:pt>
                <c:pt idx="4608">
                  <c:v>-1.5324740740034287E-2</c:v>
                </c:pt>
                <c:pt idx="4609">
                  <c:v>-2.1575954048030976E-2</c:v>
                </c:pt>
                <c:pt idx="4610">
                  <c:v>-1.4487758229295586E-2</c:v>
                </c:pt>
                <c:pt idx="4611">
                  <c:v>-1.8341828366059579E-2</c:v>
                </c:pt>
                <c:pt idx="4612">
                  <c:v>-2.3870713931612737E-2</c:v>
                </c:pt>
                <c:pt idx="4613">
                  <c:v>-2.7551906490453394E-2</c:v>
                </c:pt>
                <c:pt idx="4614">
                  <c:v>-2.5980748236592913E-2</c:v>
                </c:pt>
                <c:pt idx="4615">
                  <c:v>-3.9754208118144736E-2</c:v>
                </c:pt>
                <c:pt idx="4616">
                  <c:v>-2.6760542909091838E-2</c:v>
                </c:pt>
                <c:pt idx="4617">
                  <c:v>-2.2752646306110794E-2</c:v>
                </c:pt>
                <c:pt idx="4618">
                  <c:v>-1.9533743290739872E-2</c:v>
                </c:pt>
                <c:pt idx="4619">
                  <c:v>-9.9885806018336354E-3</c:v>
                </c:pt>
                <c:pt idx="4620">
                  <c:v>-8.9260296448786906E-4</c:v>
                </c:pt>
                <c:pt idx="4621">
                  <c:v>6.9524211883234856E-3</c:v>
                </c:pt>
                <c:pt idx="4622">
                  <c:v>1.1232616400378778E-2</c:v>
                </c:pt>
                <c:pt idx="4623">
                  <c:v>-1.4098810671942202E-3</c:v>
                </c:pt>
                <c:pt idx="4624">
                  <c:v>1.0194988929776985E-2</c:v>
                </c:pt>
                <c:pt idx="4625">
                  <c:v>1.415180317436798E-3</c:v>
                </c:pt>
                <c:pt idx="4626">
                  <c:v>1.1009500345641142E-3</c:v>
                </c:pt>
                <c:pt idx="4627">
                  <c:v>6.4525783242645813E-5</c:v>
                </c:pt>
                <c:pt idx="4628">
                  <c:v>1.3323437723643677E-3</c:v>
                </c:pt>
                <c:pt idx="4629">
                  <c:v>-2.3309396947823252E-3</c:v>
                </c:pt>
                <c:pt idx="4630">
                  <c:v>-7.2117510134998572E-3</c:v>
                </c:pt>
                <c:pt idx="4631">
                  <c:v>1.2386567225126332E-2</c:v>
                </c:pt>
                <c:pt idx="4632">
                  <c:v>-5.0682011496129137E-3</c:v>
                </c:pt>
                <c:pt idx="4633">
                  <c:v>-1.9494447320986014E-2</c:v>
                </c:pt>
                <c:pt idx="4634">
                  <c:v>-3.4111477045421869E-2</c:v>
                </c:pt>
                <c:pt idx="4635">
                  <c:v>-3.497933875925438E-2</c:v>
                </c:pt>
                <c:pt idx="4636">
                  <c:v>-3.9960863149969925E-2</c:v>
                </c:pt>
                <c:pt idx="4637">
                  <c:v>-4.4058198631111226E-2</c:v>
                </c:pt>
                <c:pt idx="4638">
                  <c:v>-5.6385283735337563E-2</c:v>
                </c:pt>
                <c:pt idx="4639">
                  <c:v>-4.2182142626028978E-2</c:v>
                </c:pt>
                <c:pt idx="4640">
                  <c:v>-6.0458299246492722E-2</c:v>
                </c:pt>
                <c:pt idx="4641">
                  <c:v>-6.9695168426521514E-2</c:v>
                </c:pt>
                <c:pt idx="4642">
                  <c:v>-7.7281614977867355E-2</c:v>
                </c:pt>
                <c:pt idx="4643">
                  <c:v>-6.116319016709134E-2</c:v>
                </c:pt>
                <c:pt idx="4644">
                  <c:v>-5.3976543679245946E-2</c:v>
                </c:pt>
                <c:pt idx="4645">
                  <c:v>-2.8766611620692991E-2</c:v>
                </c:pt>
                <c:pt idx="4646">
                  <c:v>-1.5659679756424013E-2</c:v>
                </c:pt>
                <c:pt idx="4647">
                  <c:v>-5.9998539379278511E-3</c:v>
                </c:pt>
                <c:pt idx="4648">
                  <c:v>-1.3663986816507677E-2</c:v>
                </c:pt>
                <c:pt idx="4649">
                  <c:v>-6.0240254313706021E-3</c:v>
                </c:pt>
                <c:pt idx="4650">
                  <c:v>-7.0827654057108161E-3</c:v>
                </c:pt>
                <c:pt idx="4651">
                  <c:v>-7.7319259910544188E-3</c:v>
                </c:pt>
                <c:pt idx="4652">
                  <c:v>-9.4289365853273393E-3</c:v>
                </c:pt>
                <c:pt idx="4653">
                  <c:v>-1.9828082912136096E-2</c:v>
                </c:pt>
                <c:pt idx="4654">
                  <c:v>-1.748190259544714E-2</c:v>
                </c:pt>
                <c:pt idx="4655">
                  <c:v>-2.8981980377322096E-3</c:v>
                </c:pt>
                <c:pt idx="4656">
                  <c:v>-2.3618768041119377E-2</c:v>
                </c:pt>
                <c:pt idx="4657">
                  <c:v>-1.5973678283763726E-2</c:v>
                </c:pt>
                <c:pt idx="4658">
                  <c:v>-2.2963893357258937E-2</c:v>
                </c:pt>
                <c:pt idx="4659">
                  <c:v>-2.0166429382111061E-2</c:v>
                </c:pt>
                <c:pt idx="4660">
                  <c:v>-4.016145438757994E-2</c:v>
                </c:pt>
                <c:pt idx="4661">
                  <c:v>-5.4776035973781924E-2</c:v>
                </c:pt>
                <c:pt idx="4662">
                  <c:v>-4.3142737903124326E-2</c:v>
                </c:pt>
                <c:pt idx="4663">
                  <c:v>-3.6178757035365744E-2</c:v>
                </c:pt>
                <c:pt idx="4664">
                  <c:v>-4.0589657016506055E-2</c:v>
                </c:pt>
                <c:pt idx="4665">
                  <c:v>1.4337222908729854E-2</c:v>
                </c:pt>
                <c:pt idx="4666">
                  <c:v>2.6033879270550488E-2</c:v>
                </c:pt>
                <c:pt idx="4667">
                  <c:v>-0.15683372436734053</c:v>
                </c:pt>
                <c:pt idx="4668">
                  <c:v>6.0667788626543949E-2</c:v>
                </c:pt>
                <c:pt idx="4669">
                  <c:v>0.11322488894647674</c:v>
                </c:pt>
                <c:pt idx="4670">
                  <c:v>0.1678146319403227</c:v>
                </c:pt>
                <c:pt idx="4671">
                  <c:v>0.36340974184572505</c:v>
                </c:pt>
                <c:pt idx="4672">
                  <c:v>0.51429679100248538</c:v>
                </c:pt>
                <c:pt idx="4673">
                  <c:v>0.50149137523089404</c:v>
                </c:pt>
                <c:pt idx="4674">
                  <c:v>0.46638788584876062</c:v>
                </c:pt>
                <c:pt idx="4675">
                  <c:v>0.44467656911596271</c:v>
                </c:pt>
                <c:pt idx="4676">
                  <c:v>0.42606060726618367</c:v>
                </c:pt>
                <c:pt idx="4677">
                  <c:v>0.41649614019492831</c:v>
                </c:pt>
                <c:pt idx="4678">
                  <c:v>0.40411104240229573</c:v>
                </c:pt>
                <c:pt idx="4679">
                  <c:v>0.41537983362427139</c:v>
                </c:pt>
                <c:pt idx="4680">
                  <c:v>0.4308103520780846</c:v>
                </c:pt>
                <c:pt idx="4681">
                  <c:v>0.24646957063048908</c:v>
                </c:pt>
                <c:pt idx="4682">
                  <c:v>0.24918976766888984</c:v>
                </c:pt>
                <c:pt idx="4683">
                  <c:v>0.35851796789582013</c:v>
                </c:pt>
                <c:pt idx="4684">
                  <c:v>0.30589724191136203</c:v>
                </c:pt>
                <c:pt idx="4685">
                  <c:v>0.19146407879166644</c:v>
                </c:pt>
                <c:pt idx="4686">
                  <c:v>0.17344681833987874</c:v>
                </c:pt>
                <c:pt idx="4687">
                  <c:v>9.5048869987611001E-2</c:v>
                </c:pt>
                <c:pt idx="4688">
                  <c:v>9.1956208156471334E-2</c:v>
                </c:pt>
                <c:pt idx="4689">
                  <c:v>0.12193006533445873</c:v>
                </c:pt>
                <c:pt idx="4690">
                  <c:v>0.24799446028922612</c:v>
                </c:pt>
                <c:pt idx="4691">
                  <c:v>0.28047656790433001</c:v>
                </c:pt>
                <c:pt idx="4692">
                  <c:v>0.24589275674804739</c:v>
                </c:pt>
                <c:pt idx="4693">
                  <c:v>0.27742359268571215</c:v>
                </c:pt>
                <c:pt idx="4694">
                  <c:v>0.25332899631079975</c:v>
                </c:pt>
                <c:pt idx="4695">
                  <c:v>0.27226611092787023</c:v>
                </c:pt>
                <c:pt idx="4696">
                  <c:v>0.32006114690053916</c:v>
                </c:pt>
                <c:pt idx="4697">
                  <c:v>0.32192339950158516</c:v>
                </c:pt>
                <c:pt idx="4698">
                  <c:v>0.2903582924099814</c:v>
                </c:pt>
                <c:pt idx="4699">
                  <c:v>0.26348686663310605</c:v>
                </c:pt>
                <c:pt idx="4700">
                  <c:v>0.26384044698271208</c:v>
                </c:pt>
                <c:pt idx="4701">
                  <c:v>0.27431936662851264</c:v>
                </c:pt>
                <c:pt idx="4702">
                  <c:v>0.23165742442872478</c:v>
                </c:pt>
                <c:pt idx="4703">
                  <c:v>0.22524683785785962</c:v>
                </c:pt>
                <c:pt idx="4704">
                  <c:v>0.10616847434780331</c:v>
                </c:pt>
                <c:pt idx="4705">
                  <c:v>0.10982430010602817</c:v>
                </c:pt>
                <c:pt idx="4706">
                  <c:v>9.8532175356633347E-2</c:v>
                </c:pt>
                <c:pt idx="4707">
                  <c:v>9.2806070971937049E-2</c:v>
                </c:pt>
                <c:pt idx="4708">
                  <c:v>3.3467994419931771E-2</c:v>
                </c:pt>
                <c:pt idx="4709">
                  <c:v>5.5903773526661114E-2</c:v>
                </c:pt>
                <c:pt idx="4710">
                  <c:v>0.19149782141442492</c:v>
                </c:pt>
                <c:pt idx="4711">
                  <c:v>6.2536847679636021E-2</c:v>
                </c:pt>
                <c:pt idx="4712">
                  <c:v>9.2940406959579711E-2</c:v>
                </c:pt>
                <c:pt idx="4713">
                  <c:v>5.5929086502651569E-2</c:v>
                </c:pt>
                <c:pt idx="4714">
                  <c:v>2.4965904593415616E-2</c:v>
                </c:pt>
                <c:pt idx="4715">
                  <c:v>3.5167065994066722E-2</c:v>
                </c:pt>
                <c:pt idx="4716">
                  <c:v>4.8715899540585174E-2</c:v>
                </c:pt>
                <c:pt idx="4717">
                  <c:v>6.6848263897345481E-2</c:v>
                </c:pt>
                <c:pt idx="4718">
                  <c:v>0.16637719486956831</c:v>
                </c:pt>
                <c:pt idx="4719">
                  <c:v>0.25194711569140404</c:v>
                </c:pt>
                <c:pt idx="4720">
                  <c:v>0.2428438527357315</c:v>
                </c:pt>
                <c:pt idx="4721">
                  <c:v>0.27084839474599742</c:v>
                </c:pt>
                <c:pt idx="4722">
                  <c:v>0.27129576494065227</c:v>
                </c:pt>
                <c:pt idx="4723">
                  <c:v>0.32400669946867061</c:v>
                </c:pt>
                <c:pt idx="4724">
                  <c:v>0.3368687464033665</c:v>
                </c:pt>
                <c:pt idx="4725">
                  <c:v>0.27203507801675347</c:v>
                </c:pt>
                <c:pt idx="4726">
                  <c:v>0.26294391861251321</c:v>
                </c:pt>
                <c:pt idx="4727">
                  <c:v>0.1553979427490802</c:v>
                </c:pt>
                <c:pt idx="4728">
                  <c:v>0.12088541042573607</c:v>
                </c:pt>
                <c:pt idx="4729">
                  <c:v>0.11234757702427417</c:v>
                </c:pt>
                <c:pt idx="4730">
                  <c:v>0.10757489247809295</c:v>
                </c:pt>
                <c:pt idx="4731">
                  <c:v>0.15503209439006763</c:v>
                </c:pt>
                <c:pt idx="4732">
                  <c:v>2.9148374178317307E-2</c:v>
                </c:pt>
                <c:pt idx="4733">
                  <c:v>8.2561415650550501E-2</c:v>
                </c:pt>
                <c:pt idx="4734">
                  <c:v>0.18440440989444062</c:v>
                </c:pt>
                <c:pt idx="4735">
                  <c:v>3.5869658903144253E-2</c:v>
                </c:pt>
                <c:pt idx="4736">
                  <c:v>0.11633333043018219</c:v>
                </c:pt>
                <c:pt idx="4737">
                  <c:v>6.3651208252254884E-2</c:v>
                </c:pt>
                <c:pt idx="4738">
                  <c:v>5.0292322070621363E-2</c:v>
                </c:pt>
                <c:pt idx="4739">
                  <c:v>0.11650884982072565</c:v>
                </c:pt>
                <c:pt idx="4740">
                  <c:v>4.6422943413355941E-2</c:v>
                </c:pt>
                <c:pt idx="4741">
                  <c:v>6.9270450125105493E-2</c:v>
                </c:pt>
                <c:pt idx="4742">
                  <c:v>0.13702941894234463</c:v>
                </c:pt>
                <c:pt idx="4743">
                  <c:v>0.2735019249569291</c:v>
                </c:pt>
                <c:pt idx="4744">
                  <c:v>0.22884093717455578</c:v>
                </c:pt>
                <c:pt idx="4745">
                  <c:v>0.25843489296432781</c:v>
                </c:pt>
                <c:pt idx="4746">
                  <c:v>0.2667462964966007</c:v>
                </c:pt>
                <c:pt idx="4747">
                  <c:v>0.26476680067502883</c:v>
                </c:pt>
                <c:pt idx="4748">
                  <c:v>0.25702910840677717</c:v>
                </c:pt>
                <c:pt idx="4749">
                  <c:v>0.27835978893343033</c:v>
                </c:pt>
                <c:pt idx="4750">
                  <c:v>0.29515271730843462</c:v>
                </c:pt>
                <c:pt idx="4751">
                  <c:v>0.19266936743925153</c:v>
                </c:pt>
                <c:pt idx="4752">
                  <c:v>0.11327805462604229</c:v>
                </c:pt>
                <c:pt idx="4753">
                  <c:v>0.1102941756406718</c:v>
                </c:pt>
                <c:pt idx="4754">
                  <c:v>9.2097022996592351E-2</c:v>
                </c:pt>
                <c:pt idx="4755">
                  <c:v>9.2397681597729001E-2</c:v>
                </c:pt>
                <c:pt idx="4756">
                  <c:v>0.10186621412222872</c:v>
                </c:pt>
                <c:pt idx="4757">
                  <c:v>9.945401765769217E-2</c:v>
                </c:pt>
                <c:pt idx="4758">
                  <c:v>9.799607829647744E-2</c:v>
                </c:pt>
                <c:pt idx="4759">
                  <c:v>8.9091744677781526E-2</c:v>
                </c:pt>
                <c:pt idx="4760">
                  <c:v>0.15384319089375012</c:v>
                </c:pt>
                <c:pt idx="4761">
                  <c:v>0.14886220775485196</c:v>
                </c:pt>
                <c:pt idx="4762">
                  <c:v>0.13876614992567629</c:v>
                </c:pt>
                <c:pt idx="4763">
                  <c:v>0.10536438231551806</c:v>
                </c:pt>
                <c:pt idx="4764">
                  <c:v>8.0943231043613534E-2</c:v>
                </c:pt>
                <c:pt idx="4765">
                  <c:v>0.1332169994031506</c:v>
                </c:pt>
                <c:pt idx="4766">
                  <c:v>0.15634950927527283</c:v>
                </c:pt>
                <c:pt idx="4767">
                  <c:v>8.8971975040297871E-2</c:v>
                </c:pt>
                <c:pt idx="4768">
                  <c:v>9.9972695585607285E-2</c:v>
                </c:pt>
                <c:pt idx="4769">
                  <c:v>8.1736338640535838E-2</c:v>
                </c:pt>
                <c:pt idx="4770">
                  <c:v>4.159668557780509E-2</c:v>
                </c:pt>
                <c:pt idx="4771">
                  <c:v>0.11315758018944115</c:v>
                </c:pt>
                <c:pt idx="4772">
                  <c:v>0.10168242627437021</c:v>
                </c:pt>
                <c:pt idx="4773">
                  <c:v>0.14890317170395359</c:v>
                </c:pt>
                <c:pt idx="4774">
                  <c:v>0.12605899169368548</c:v>
                </c:pt>
                <c:pt idx="4775">
                  <c:v>0.11887771754862012</c:v>
                </c:pt>
                <c:pt idx="4776">
                  <c:v>0.1102119647689738</c:v>
                </c:pt>
                <c:pt idx="4777">
                  <c:v>0.16540158856225437</c:v>
                </c:pt>
                <c:pt idx="4778">
                  <c:v>0.11236148952536487</c:v>
                </c:pt>
                <c:pt idx="4779">
                  <c:v>0.17221732187938926</c:v>
                </c:pt>
                <c:pt idx="4780">
                  <c:v>0.17405559068710677</c:v>
                </c:pt>
                <c:pt idx="4781">
                  <c:v>0.1672606978523595</c:v>
                </c:pt>
                <c:pt idx="4782">
                  <c:v>0.16096366769510456</c:v>
                </c:pt>
                <c:pt idx="4783">
                  <c:v>0.17551566578341898</c:v>
                </c:pt>
                <c:pt idx="4784">
                  <c:v>0.38222149556811758</c:v>
                </c:pt>
                <c:pt idx="4785">
                  <c:v>0.5143086401909982</c:v>
                </c:pt>
                <c:pt idx="4786">
                  <c:v>0.30193232882405086</c:v>
                </c:pt>
                <c:pt idx="4787">
                  <c:v>0.18422960376223677</c:v>
                </c:pt>
                <c:pt idx="4788">
                  <c:v>0.28792808440133605</c:v>
                </c:pt>
                <c:pt idx="4789">
                  <c:v>0.23422712864343084</c:v>
                </c:pt>
                <c:pt idx="4790">
                  <c:v>0.22024602888552156</c:v>
                </c:pt>
                <c:pt idx="4791">
                  <c:v>0.22711961874253495</c:v>
                </c:pt>
                <c:pt idx="4792">
                  <c:v>0.19455475160286401</c:v>
                </c:pt>
                <c:pt idx="4793">
                  <c:v>0.2261803372064356</c:v>
                </c:pt>
                <c:pt idx="4794">
                  <c:v>0.20852938676029092</c:v>
                </c:pt>
                <c:pt idx="4795">
                  <c:v>0.25400490527115738</c:v>
                </c:pt>
                <c:pt idx="4796">
                  <c:v>0.26581776964450066</c:v>
                </c:pt>
                <c:pt idx="4797">
                  <c:v>0.24379311129556874</c:v>
                </c:pt>
                <c:pt idx="4798">
                  <c:v>0.23397877152450675</c:v>
                </c:pt>
                <c:pt idx="4799">
                  <c:v>0.26554290074088105</c:v>
                </c:pt>
                <c:pt idx="4800">
                  <c:v>0.26484711102061442</c:v>
                </c:pt>
                <c:pt idx="4801">
                  <c:v>0.27260291970076039</c:v>
                </c:pt>
                <c:pt idx="4802">
                  <c:v>0.25847509885427539</c:v>
                </c:pt>
                <c:pt idx="4803">
                  <c:v>0.25969374486469343</c:v>
                </c:pt>
                <c:pt idx="4804">
                  <c:v>0.29080469653783236</c:v>
                </c:pt>
                <c:pt idx="4805">
                  <c:v>0.27202616471850982</c:v>
                </c:pt>
                <c:pt idx="4806">
                  <c:v>0.28129136799195953</c:v>
                </c:pt>
                <c:pt idx="4807">
                  <c:v>0.31170770288189753</c:v>
                </c:pt>
                <c:pt idx="4808">
                  <c:v>0.32074790936848557</c:v>
                </c:pt>
                <c:pt idx="4809">
                  <c:v>0.30695868749259558</c:v>
                </c:pt>
                <c:pt idx="4810">
                  <c:v>0.29968156612787178</c:v>
                </c:pt>
                <c:pt idx="4811">
                  <c:v>0.52310790182347011</c:v>
                </c:pt>
                <c:pt idx="4812">
                  <c:v>0.66283288006395713</c:v>
                </c:pt>
                <c:pt idx="4813">
                  <c:v>0.71621932550450007</c:v>
                </c:pt>
                <c:pt idx="4814">
                  <c:v>0.62597159519781254</c:v>
                </c:pt>
                <c:pt idx="4815">
                  <c:v>0.62311930054028442</c:v>
                </c:pt>
                <c:pt idx="4816">
                  <c:v>0.56168462799669117</c:v>
                </c:pt>
                <c:pt idx="4817">
                  <c:v>0.59517786595429611</c:v>
                </c:pt>
                <c:pt idx="4818">
                  <c:v>0.59534962883645948</c:v>
                </c:pt>
                <c:pt idx="4819">
                  <c:v>0.57925295727570414</c:v>
                </c:pt>
                <c:pt idx="4820">
                  <c:v>0.56807601879298009</c:v>
                </c:pt>
                <c:pt idx="4821">
                  <c:v>0.59106687749220288</c:v>
                </c:pt>
                <c:pt idx="4822">
                  <c:v>0.5772323580049773</c:v>
                </c:pt>
                <c:pt idx="4823">
                  <c:v>0.56223369841333748</c:v>
                </c:pt>
                <c:pt idx="4824">
                  <c:v>0.57131488491958893</c:v>
                </c:pt>
                <c:pt idx="4825">
                  <c:v>0.5575367743105365</c:v>
                </c:pt>
                <c:pt idx="4826">
                  <c:v>0.56068080026753242</c:v>
                </c:pt>
                <c:pt idx="4827">
                  <c:v>0.54188513980238584</c:v>
                </c:pt>
                <c:pt idx="4828">
                  <c:v>0.62012473697962689</c:v>
                </c:pt>
                <c:pt idx="4829">
                  <c:v>0.6962190031521297</c:v>
                </c:pt>
                <c:pt idx="4830">
                  <c:v>0.70431087966407413</c:v>
                </c:pt>
                <c:pt idx="4831">
                  <c:v>0.74691192496413805</c:v>
                </c:pt>
                <c:pt idx="4832">
                  <c:v>0.71738093854680529</c:v>
                </c:pt>
                <c:pt idx="4833">
                  <c:v>0.74583316142595801</c:v>
                </c:pt>
                <c:pt idx="4834">
                  <c:v>0.80557439423332289</c:v>
                </c:pt>
                <c:pt idx="4835">
                  <c:v>0.78220089714085272</c:v>
                </c:pt>
                <c:pt idx="4836">
                  <c:v>0.80769335719415269</c:v>
                </c:pt>
                <c:pt idx="4837">
                  <c:v>0.79870025647943133</c:v>
                </c:pt>
                <c:pt idx="4838">
                  <c:v>0.78666289170503079</c:v>
                </c:pt>
                <c:pt idx="4839">
                  <c:v>0.70641360062757763</c:v>
                </c:pt>
                <c:pt idx="4840">
                  <c:v>0.55504095857530844</c:v>
                </c:pt>
                <c:pt idx="4841">
                  <c:v>0.54962415666930209</c:v>
                </c:pt>
                <c:pt idx="4842">
                  <c:v>0.60447645425541607</c:v>
                </c:pt>
                <c:pt idx="4843">
                  <c:v>0.59949658812455653</c:v>
                </c:pt>
                <c:pt idx="4844">
                  <c:v>0.61151095217985063</c:v>
                </c:pt>
                <c:pt idx="4845">
                  <c:v>0.65005647015982793</c:v>
                </c:pt>
                <c:pt idx="4846">
                  <c:v>0.63426539429544149</c:v>
                </c:pt>
                <c:pt idx="4847">
                  <c:v>0.66946851646791827</c:v>
                </c:pt>
                <c:pt idx="4848">
                  <c:v>0.58181083746365303</c:v>
                </c:pt>
                <c:pt idx="4849">
                  <c:v>0.54572237048460093</c:v>
                </c:pt>
                <c:pt idx="4850">
                  <c:v>0.63632100454501406</c:v>
                </c:pt>
                <c:pt idx="4851">
                  <c:v>0.62967138467629324</c:v>
                </c:pt>
                <c:pt idx="4852">
                  <c:v>0.60883459533043949</c:v>
                </c:pt>
                <c:pt idx="4853">
                  <c:v>0.67436058696644585</c:v>
                </c:pt>
                <c:pt idx="4854">
                  <c:v>0.67298518402066831</c:v>
                </c:pt>
                <c:pt idx="4855">
                  <c:v>0.68551819987995266</c:v>
                </c:pt>
                <c:pt idx="4856">
                  <c:v>0.70493115685494856</c:v>
                </c:pt>
                <c:pt idx="4857">
                  <c:v>0.75422671279386</c:v>
                </c:pt>
                <c:pt idx="4858">
                  <c:v>0.76521307271568062</c:v>
                </c:pt>
                <c:pt idx="4859">
                  <c:v>0.73367874716389081</c:v>
                </c:pt>
                <c:pt idx="4860">
                  <c:v>0.65602433452805609</c:v>
                </c:pt>
                <c:pt idx="4861">
                  <c:v>0.67672864241719499</c:v>
                </c:pt>
                <c:pt idx="4862">
                  <c:v>0.51330710909576105</c:v>
                </c:pt>
                <c:pt idx="4863">
                  <c:v>0.29444782795359975</c:v>
                </c:pt>
                <c:pt idx="4864">
                  <c:v>0.23839969251163634</c:v>
                </c:pt>
                <c:pt idx="4865">
                  <c:v>0.18620035073372809</c:v>
                </c:pt>
                <c:pt idx="4866">
                  <c:v>0.19547623661062111</c:v>
                </c:pt>
                <c:pt idx="4867">
                  <c:v>0.16434997670888013</c:v>
                </c:pt>
                <c:pt idx="4868">
                  <c:v>0.12952449297787838</c:v>
                </c:pt>
                <c:pt idx="4869">
                  <c:v>0.12830984871052586</c:v>
                </c:pt>
                <c:pt idx="4870">
                  <c:v>9.2759567829114847E-2</c:v>
                </c:pt>
                <c:pt idx="4871">
                  <c:v>0.12891846344290506</c:v>
                </c:pt>
                <c:pt idx="4872">
                  <c:v>0.16289650813786202</c:v>
                </c:pt>
                <c:pt idx="4873">
                  <c:v>0.16211698217845605</c:v>
                </c:pt>
                <c:pt idx="4874">
                  <c:v>0.1932561175992327</c:v>
                </c:pt>
                <c:pt idx="4875">
                  <c:v>0.19262367433186697</c:v>
                </c:pt>
                <c:pt idx="4876">
                  <c:v>0.19763541554820546</c:v>
                </c:pt>
                <c:pt idx="4877">
                  <c:v>0.19408164297462913</c:v>
                </c:pt>
                <c:pt idx="4878">
                  <c:v>0.20082381135976618</c:v>
                </c:pt>
                <c:pt idx="4879">
                  <c:v>0.19334263461838536</c:v>
                </c:pt>
                <c:pt idx="4880">
                  <c:v>0.20255060040524611</c:v>
                </c:pt>
                <c:pt idx="4881">
                  <c:v>0.15592267583152389</c:v>
                </c:pt>
                <c:pt idx="4882">
                  <c:v>0.12889153959420704</c:v>
                </c:pt>
                <c:pt idx="4883">
                  <c:v>9.7544252618232866E-2</c:v>
                </c:pt>
                <c:pt idx="4884">
                  <c:v>0.10274988608914716</c:v>
                </c:pt>
                <c:pt idx="4885">
                  <c:v>6.1424385427007393E-2</c:v>
                </c:pt>
                <c:pt idx="4886">
                  <c:v>6.2704490323904849E-2</c:v>
                </c:pt>
                <c:pt idx="4887">
                  <c:v>7.5416953442499754E-2</c:v>
                </c:pt>
                <c:pt idx="4888">
                  <c:v>7.8210605192020055E-2</c:v>
                </c:pt>
                <c:pt idx="4889">
                  <c:v>6.694403771575419E-2</c:v>
                </c:pt>
                <c:pt idx="4890">
                  <c:v>8.3213604421440698E-2</c:v>
                </c:pt>
                <c:pt idx="4891">
                  <c:v>8.3645349233592542E-2</c:v>
                </c:pt>
                <c:pt idx="4892">
                  <c:v>7.7238054474508142E-2</c:v>
                </c:pt>
                <c:pt idx="4893">
                  <c:v>8.2848176953546265E-2</c:v>
                </c:pt>
                <c:pt idx="4894">
                  <c:v>8.7099042065516524E-2</c:v>
                </c:pt>
                <c:pt idx="4895">
                  <c:v>8.5869481505607193E-2</c:v>
                </c:pt>
                <c:pt idx="4896">
                  <c:v>7.6523715093007982E-2</c:v>
                </c:pt>
                <c:pt idx="4897">
                  <c:v>8.8656332163314033E-2</c:v>
                </c:pt>
                <c:pt idx="4898">
                  <c:v>7.6889218306099627E-2</c:v>
                </c:pt>
                <c:pt idx="4899">
                  <c:v>8.6016328357708519E-2</c:v>
                </c:pt>
                <c:pt idx="4900">
                  <c:v>8.9732009498474957E-2</c:v>
                </c:pt>
                <c:pt idx="4901">
                  <c:v>8.7712596940978049E-2</c:v>
                </c:pt>
                <c:pt idx="4902">
                  <c:v>8.5079896636679794E-2</c:v>
                </c:pt>
                <c:pt idx="4903">
                  <c:v>3.9601503368248067E-2</c:v>
                </c:pt>
                <c:pt idx="4904">
                  <c:v>0.16109130813295472</c:v>
                </c:pt>
                <c:pt idx="4905">
                  <c:v>2.479577374896353E-2</c:v>
                </c:pt>
                <c:pt idx="4906">
                  <c:v>0.17424730861482102</c:v>
                </c:pt>
                <c:pt idx="4907">
                  <c:v>3.4643672064131853E-2</c:v>
                </c:pt>
                <c:pt idx="4908">
                  <c:v>8.4188240297753819E-2</c:v>
                </c:pt>
                <c:pt idx="4909">
                  <c:v>0.12201032776869331</c:v>
                </c:pt>
                <c:pt idx="4910">
                  <c:v>0.1559237294351509</c:v>
                </c:pt>
                <c:pt idx="4911">
                  <c:v>0.12296654996691087</c:v>
                </c:pt>
                <c:pt idx="4912">
                  <c:v>0.20058900185925846</c:v>
                </c:pt>
                <c:pt idx="4913">
                  <c:v>6.4794067677877321E-2</c:v>
                </c:pt>
                <c:pt idx="4914">
                  <c:v>0.23069369681030566</c:v>
                </c:pt>
                <c:pt idx="4915">
                  <c:v>6.5266834882781663E-2</c:v>
                </c:pt>
                <c:pt idx="4916">
                  <c:v>0.16796401976501243</c:v>
                </c:pt>
                <c:pt idx="4917">
                  <c:v>0.16623836678247486</c:v>
                </c:pt>
                <c:pt idx="4918">
                  <c:v>0.18107025008715888</c:v>
                </c:pt>
                <c:pt idx="4919">
                  <c:v>0.17481474322643992</c:v>
                </c:pt>
                <c:pt idx="4920">
                  <c:v>0.18214934086715337</c:v>
                </c:pt>
                <c:pt idx="4921">
                  <c:v>0.19459571628552455</c:v>
                </c:pt>
                <c:pt idx="4922">
                  <c:v>0.17507452071032067</c:v>
                </c:pt>
                <c:pt idx="4923">
                  <c:v>0.1920433290745146</c:v>
                </c:pt>
                <c:pt idx="4924">
                  <c:v>0.18623823912364734</c:v>
                </c:pt>
                <c:pt idx="4925">
                  <c:v>0.18629171810277564</c:v>
                </c:pt>
                <c:pt idx="4926">
                  <c:v>0.27519719142971605</c:v>
                </c:pt>
                <c:pt idx="4927">
                  <c:v>0.26177445423666423</c:v>
                </c:pt>
                <c:pt idx="4928">
                  <c:v>0.32919689119048717</c:v>
                </c:pt>
                <c:pt idx="4929">
                  <c:v>0.36926785035215942</c:v>
                </c:pt>
                <c:pt idx="4930">
                  <c:v>0.38430285705384409</c:v>
                </c:pt>
                <c:pt idx="4931">
                  <c:v>0.3968128901655214</c:v>
                </c:pt>
                <c:pt idx="4932">
                  <c:v>0.36361384649769524</c:v>
                </c:pt>
                <c:pt idx="4933">
                  <c:v>0.35479400663946686</c:v>
                </c:pt>
                <c:pt idx="4934">
                  <c:v>0.35629254046866943</c:v>
                </c:pt>
                <c:pt idx="4935">
                  <c:v>0.32923215115683707</c:v>
                </c:pt>
                <c:pt idx="4936">
                  <c:v>0.40846373551472787</c:v>
                </c:pt>
                <c:pt idx="4937">
                  <c:v>0.2974272809316762</c:v>
                </c:pt>
                <c:pt idx="4938">
                  <c:v>0.31708915524964532</c:v>
                </c:pt>
                <c:pt idx="4939">
                  <c:v>0.3264633134608807</c:v>
                </c:pt>
                <c:pt idx="4940">
                  <c:v>0.2805764213583104</c:v>
                </c:pt>
                <c:pt idx="4941">
                  <c:v>0.29181964298381691</c:v>
                </c:pt>
                <c:pt idx="4942">
                  <c:v>0.34026022897956132</c:v>
                </c:pt>
                <c:pt idx="4943">
                  <c:v>0.34884696711644775</c:v>
                </c:pt>
                <c:pt idx="4944">
                  <c:v>0.35653081757707161</c:v>
                </c:pt>
                <c:pt idx="4945">
                  <c:v>0.3684163714974632</c:v>
                </c:pt>
                <c:pt idx="4946">
                  <c:v>0.36610037213365459</c:v>
                </c:pt>
                <c:pt idx="4947">
                  <c:v>0.37254009384270914</c:v>
                </c:pt>
                <c:pt idx="4948">
                  <c:v>0.34797880996737773</c:v>
                </c:pt>
                <c:pt idx="4949">
                  <c:v>0.34095339631662763</c:v>
                </c:pt>
                <c:pt idx="4950">
                  <c:v>0.33213290874025453</c:v>
                </c:pt>
                <c:pt idx="4951">
                  <c:v>0.33460000620811708</c:v>
                </c:pt>
                <c:pt idx="4952">
                  <c:v>0.32271088782110829</c:v>
                </c:pt>
                <c:pt idx="4953">
                  <c:v>0.24375729984907304</c:v>
                </c:pt>
                <c:pt idx="4954">
                  <c:v>0.36479567651790362</c:v>
                </c:pt>
                <c:pt idx="4955">
                  <c:v>0.40932181228513731</c:v>
                </c:pt>
                <c:pt idx="4956">
                  <c:v>0.34827808888023226</c:v>
                </c:pt>
                <c:pt idx="4957">
                  <c:v>0.40740491261501788</c:v>
                </c:pt>
                <c:pt idx="4958">
                  <c:v>0.20708019946358971</c:v>
                </c:pt>
                <c:pt idx="4959">
                  <c:v>0.18279072233027313</c:v>
                </c:pt>
                <c:pt idx="4960">
                  <c:v>0.21164327844670502</c:v>
                </c:pt>
                <c:pt idx="4961">
                  <c:v>0.14901569960780658</c:v>
                </c:pt>
                <c:pt idx="4962">
                  <c:v>0.13844908102694345</c:v>
                </c:pt>
                <c:pt idx="4963">
                  <c:v>0.16302897006036057</c:v>
                </c:pt>
                <c:pt idx="4964">
                  <c:v>0.19312635855226662</c:v>
                </c:pt>
                <c:pt idx="4965">
                  <c:v>0.12190136175702615</c:v>
                </c:pt>
                <c:pt idx="4966">
                  <c:v>0.11437105519415172</c:v>
                </c:pt>
                <c:pt idx="4967">
                  <c:v>0.21450231896129751</c:v>
                </c:pt>
                <c:pt idx="4968">
                  <c:v>0.30617503241199567</c:v>
                </c:pt>
                <c:pt idx="4969">
                  <c:v>0.28370395032180007</c:v>
                </c:pt>
                <c:pt idx="4970">
                  <c:v>0.30372243228791573</c:v>
                </c:pt>
                <c:pt idx="4971">
                  <c:v>0.29784309970884038</c:v>
                </c:pt>
                <c:pt idx="4972">
                  <c:v>0.30027540628535876</c:v>
                </c:pt>
                <c:pt idx="4973">
                  <c:v>0.32631808916759325</c:v>
                </c:pt>
                <c:pt idx="4974">
                  <c:v>0.34775442511498061</c:v>
                </c:pt>
                <c:pt idx="4975">
                  <c:v>0.35675434871678097</c:v>
                </c:pt>
                <c:pt idx="4976">
                  <c:v>0.40688981312544059</c:v>
                </c:pt>
                <c:pt idx="4977">
                  <c:v>0.41112747295632857</c:v>
                </c:pt>
                <c:pt idx="4978">
                  <c:v>0.52014974928130009</c:v>
                </c:pt>
                <c:pt idx="4979">
                  <c:v>0.47064005557638955</c:v>
                </c:pt>
                <c:pt idx="4980">
                  <c:v>0.42341308489674034</c:v>
                </c:pt>
                <c:pt idx="4981">
                  <c:v>0.50261931890543621</c:v>
                </c:pt>
                <c:pt idx="4982">
                  <c:v>0.47894940800740299</c:v>
                </c:pt>
                <c:pt idx="4983">
                  <c:v>0.48414946556531602</c:v>
                </c:pt>
                <c:pt idx="4984">
                  <c:v>0.50198587263484262</c:v>
                </c:pt>
                <c:pt idx="4985">
                  <c:v>0.54831371333015655</c:v>
                </c:pt>
                <c:pt idx="4986">
                  <c:v>0.47610700837457648</c:v>
                </c:pt>
                <c:pt idx="4987">
                  <c:v>0.41493553050849558</c:v>
                </c:pt>
                <c:pt idx="4988">
                  <c:v>0.44512143916134439</c:v>
                </c:pt>
                <c:pt idx="4989">
                  <c:v>0.44078690249411467</c:v>
                </c:pt>
                <c:pt idx="4990">
                  <c:v>0.43281926178174157</c:v>
                </c:pt>
                <c:pt idx="4991">
                  <c:v>0.42407805085298084</c:v>
                </c:pt>
                <c:pt idx="4992">
                  <c:v>0.42889799216877506</c:v>
                </c:pt>
                <c:pt idx="4993">
                  <c:v>0.4479027889268013</c:v>
                </c:pt>
                <c:pt idx="4994">
                  <c:v>0.43413958939691777</c:v>
                </c:pt>
                <c:pt idx="4995">
                  <c:v>0.41416605260874295</c:v>
                </c:pt>
                <c:pt idx="4996">
                  <c:v>0.42541205868353649</c:v>
                </c:pt>
                <c:pt idx="4997">
                  <c:v>0.41804959019252236</c:v>
                </c:pt>
                <c:pt idx="4998">
                  <c:v>0.42979327092443226</c:v>
                </c:pt>
                <c:pt idx="4999">
                  <c:v>0.46228696054009505</c:v>
                </c:pt>
                <c:pt idx="5000">
                  <c:v>0.4580696317565579</c:v>
                </c:pt>
                <c:pt idx="5001">
                  <c:v>0.47455173040304077</c:v>
                </c:pt>
                <c:pt idx="5002">
                  <c:v>0.49546873128240609</c:v>
                </c:pt>
                <c:pt idx="5003">
                  <c:v>0.45110417838337452</c:v>
                </c:pt>
                <c:pt idx="5004">
                  <c:v>0.42355352077372149</c:v>
                </c:pt>
                <c:pt idx="5005">
                  <c:v>0.51858993768318662</c:v>
                </c:pt>
                <c:pt idx="5006">
                  <c:v>0.46984786078540786</c:v>
                </c:pt>
                <c:pt idx="5007">
                  <c:v>0.42644077658583907</c:v>
                </c:pt>
                <c:pt idx="5008">
                  <c:v>0.40282758585983774</c:v>
                </c:pt>
                <c:pt idx="5009">
                  <c:v>0.35655022222272775</c:v>
                </c:pt>
                <c:pt idx="5010">
                  <c:v>0.20616042428207085</c:v>
                </c:pt>
                <c:pt idx="5011">
                  <c:v>0.22312595733725507</c:v>
                </c:pt>
                <c:pt idx="5012">
                  <c:v>0.22409124830764657</c:v>
                </c:pt>
                <c:pt idx="5013">
                  <c:v>0.21869583060662365</c:v>
                </c:pt>
                <c:pt idx="5014">
                  <c:v>0.377924312775205</c:v>
                </c:pt>
                <c:pt idx="5015">
                  <c:v>0.38034557648060885</c:v>
                </c:pt>
                <c:pt idx="5016">
                  <c:v>0.3804708150930658</c:v>
                </c:pt>
                <c:pt idx="5017">
                  <c:v>0.43248017917096632</c:v>
                </c:pt>
                <c:pt idx="5018">
                  <c:v>0.43026857358673914</c:v>
                </c:pt>
                <c:pt idx="5019">
                  <c:v>0.44227752920724211</c:v>
                </c:pt>
                <c:pt idx="5020">
                  <c:v>0.4545107375955052</c:v>
                </c:pt>
                <c:pt idx="5021">
                  <c:v>0.46786061197442597</c:v>
                </c:pt>
                <c:pt idx="5022">
                  <c:v>0.4623328738211443</c:v>
                </c:pt>
                <c:pt idx="5023">
                  <c:v>0.47416592150360559</c:v>
                </c:pt>
                <c:pt idx="5024">
                  <c:v>0.4959964070354248</c:v>
                </c:pt>
                <c:pt idx="5025">
                  <c:v>0.45621964737021453</c:v>
                </c:pt>
                <c:pt idx="5026">
                  <c:v>0.45955197285034255</c:v>
                </c:pt>
                <c:pt idx="5027">
                  <c:v>0.25904984267462272</c:v>
                </c:pt>
                <c:pt idx="5028">
                  <c:v>0.19613514143347199</c:v>
                </c:pt>
                <c:pt idx="5029">
                  <c:v>0.13210873031860984</c:v>
                </c:pt>
                <c:pt idx="5030">
                  <c:v>0.12165415719891332</c:v>
                </c:pt>
                <c:pt idx="5031">
                  <c:v>0.10168834665495415</c:v>
                </c:pt>
                <c:pt idx="5032">
                  <c:v>8.1485868114006613E-2</c:v>
                </c:pt>
                <c:pt idx="5033">
                  <c:v>7.3010926841806739E-2</c:v>
                </c:pt>
                <c:pt idx="5034">
                  <c:v>7.3748163402964639E-2</c:v>
                </c:pt>
                <c:pt idx="5035">
                  <c:v>7.555050127466735E-2</c:v>
                </c:pt>
                <c:pt idx="5036">
                  <c:v>8.9884671520996495E-2</c:v>
                </c:pt>
                <c:pt idx="5037">
                  <c:v>8.1951017887640656E-2</c:v>
                </c:pt>
                <c:pt idx="5038">
                  <c:v>7.8948763425703311E-2</c:v>
                </c:pt>
                <c:pt idx="5039">
                  <c:v>7.8864618237407827E-2</c:v>
                </c:pt>
                <c:pt idx="5040">
                  <c:v>7.8255621918635596E-2</c:v>
                </c:pt>
                <c:pt idx="5041">
                  <c:v>7.5037532918504249E-2</c:v>
                </c:pt>
                <c:pt idx="5042">
                  <c:v>8.0228152748705886E-2</c:v>
                </c:pt>
                <c:pt idx="5043">
                  <c:v>7.9625978585597057E-2</c:v>
                </c:pt>
                <c:pt idx="5044">
                  <c:v>7.7596360408733411E-2</c:v>
                </c:pt>
                <c:pt idx="5045">
                  <c:v>8.5254054845530156E-2</c:v>
                </c:pt>
                <c:pt idx="5046">
                  <c:v>7.7096520844768771E-2</c:v>
                </c:pt>
                <c:pt idx="5047">
                  <c:v>7.7576262441945723E-2</c:v>
                </c:pt>
                <c:pt idx="5048">
                  <c:v>5.4350224641709612E-2</c:v>
                </c:pt>
                <c:pt idx="5049">
                  <c:v>5.5735390670140945E-2</c:v>
                </c:pt>
                <c:pt idx="5050">
                  <c:v>7.4640906453785641E-2</c:v>
                </c:pt>
                <c:pt idx="5051">
                  <c:v>7.4787754115546917E-2</c:v>
                </c:pt>
                <c:pt idx="5052">
                  <c:v>6.9573316521363865E-2</c:v>
                </c:pt>
                <c:pt idx="5053">
                  <c:v>7.09733336859735E-2</c:v>
                </c:pt>
                <c:pt idx="5054">
                  <c:v>8.4497361960938405E-2</c:v>
                </c:pt>
                <c:pt idx="5055">
                  <c:v>6.086210248489158E-2</c:v>
                </c:pt>
                <c:pt idx="5056">
                  <c:v>0.11595031058249068</c:v>
                </c:pt>
                <c:pt idx="5057">
                  <c:v>7.0991062439946157E-2</c:v>
                </c:pt>
                <c:pt idx="5058">
                  <c:v>0.14307413034819755</c:v>
                </c:pt>
                <c:pt idx="5059">
                  <c:v>0.11884137018765774</c:v>
                </c:pt>
                <c:pt idx="5060">
                  <c:v>8.24101213532792E-2</c:v>
                </c:pt>
                <c:pt idx="5061">
                  <c:v>0.12485681190570493</c:v>
                </c:pt>
                <c:pt idx="5062">
                  <c:v>0.11444908080984623</c:v>
                </c:pt>
                <c:pt idx="5063">
                  <c:v>0.10399375574287149</c:v>
                </c:pt>
                <c:pt idx="5064">
                  <c:v>0.1409763495609673</c:v>
                </c:pt>
                <c:pt idx="5065">
                  <c:v>0.13185146050392524</c:v>
                </c:pt>
                <c:pt idx="5066">
                  <c:v>0.15138490200401519</c:v>
                </c:pt>
                <c:pt idx="5067">
                  <c:v>0.17749841442293238</c:v>
                </c:pt>
                <c:pt idx="5068">
                  <c:v>5.0955673351651846E-2</c:v>
                </c:pt>
                <c:pt idx="5069">
                  <c:v>0.1298116532662543</c:v>
                </c:pt>
                <c:pt idx="5070">
                  <c:v>0.11991848495798041</c:v>
                </c:pt>
                <c:pt idx="5071">
                  <c:v>0.14144297591315305</c:v>
                </c:pt>
                <c:pt idx="5072">
                  <c:v>0.12469899246536567</c:v>
                </c:pt>
                <c:pt idx="5073">
                  <c:v>0.14495990314208154</c:v>
                </c:pt>
                <c:pt idx="5074">
                  <c:v>0.10027260768939976</c:v>
                </c:pt>
                <c:pt idx="5075">
                  <c:v>6.2215478270553057E-2</c:v>
                </c:pt>
                <c:pt idx="5076">
                  <c:v>7.5131307790051075E-2</c:v>
                </c:pt>
                <c:pt idx="5077">
                  <c:v>8.0528944241327699E-2</c:v>
                </c:pt>
                <c:pt idx="5078">
                  <c:v>8.6076693113366354E-2</c:v>
                </c:pt>
                <c:pt idx="5079">
                  <c:v>6.7269159916626187E-2</c:v>
                </c:pt>
                <c:pt idx="5080">
                  <c:v>7.9381415266699715E-2</c:v>
                </c:pt>
                <c:pt idx="5081">
                  <c:v>9.4296434268363566E-2</c:v>
                </c:pt>
                <c:pt idx="5082">
                  <c:v>9.685498803103465E-2</c:v>
                </c:pt>
                <c:pt idx="5083">
                  <c:v>9.6463834153146188E-2</c:v>
                </c:pt>
                <c:pt idx="5084">
                  <c:v>8.7147678272868734E-2</c:v>
                </c:pt>
                <c:pt idx="5085">
                  <c:v>0.10754442890730011</c:v>
                </c:pt>
                <c:pt idx="5086">
                  <c:v>0.11155798643415878</c:v>
                </c:pt>
                <c:pt idx="5087">
                  <c:v>0.10257152234324957</c:v>
                </c:pt>
                <c:pt idx="5088">
                  <c:v>0.10414917516589264</c:v>
                </c:pt>
                <c:pt idx="5089">
                  <c:v>0.12175771293034734</c:v>
                </c:pt>
                <c:pt idx="5090">
                  <c:v>0.13165192479176896</c:v>
                </c:pt>
                <c:pt idx="5091">
                  <c:v>0.14527484486119754</c:v>
                </c:pt>
                <c:pt idx="5092">
                  <c:v>0.11687408976241029</c:v>
                </c:pt>
                <c:pt idx="5093">
                  <c:v>0.14099133627048413</c:v>
                </c:pt>
                <c:pt idx="5094">
                  <c:v>0.10327879562141379</c:v>
                </c:pt>
                <c:pt idx="5095">
                  <c:v>0.11784517010178869</c:v>
                </c:pt>
                <c:pt idx="5096">
                  <c:v>0.17719146223928478</c:v>
                </c:pt>
                <c:pt idx="5097">
                  <c:v>0.23188224031611704</c:v>
                </c:pt>
                <c:pt idx="5098">
                  <c:v>0.23758820073894341</c:v>
                </c:pt>
                <c:pt idx="5099">
                  <c:v>0.17006883807996875</c:v>
                </c:pt>
                <c:pt idx="5100">
                  <c:v>0.2149346829215574</c:v>
                </c:pt>
                <c:pt idx="5101">
                  <c:v>0.24756625251729869</c:v>
                </c:pt>
                <c:pt idx="5102">
                  <c:v>0.31543599301828085</c:v>
                </c:pt>
                <c:pt idx="5103">
                  <c:v>0.33985645715539875</c:v>
                </c:pt>
                <c:pt idx="5104">
                  <c:v>0.31889961440274561</c:v>
                </c:pt>
                <c:pt idx="5105">
                  <c:v>0.26911335248813378</c:v>
                </c:pt>
                <c:pt idx="5106">
                  <c:v>0.15149592636764328</c:v>
                </c:pt>
                <c:pt idx="5107">
                  <c:v>7.9285194718092936E-2</c:v>
                </c:pt>
                <c:pt idx="5108">
                  <c:v>0.10035796438972558</c:v>
                </c:pt>
                <c:pt idx="5109">
                  <c:v>8.2206375788250144E-2</c:v>
                </c:pt>
                <c:pt idx="5110">
                  <c:v>3.5385214402893501E-2</c:v>
                </c:pt>
                <c:pt idx="5111">
                  <c:v>1.2066471892780454E-2</c:v>
                </c:pt>
                <c:pt idx="5112">
                  <c:v>1.9829923786740165E-2</c:v>
                </c:pt>
                <c:pt idx="5113">
                  <c:v>8.4976540880788765E-2</c:v>
                </c:pt>
                <c:pt idx="5114">
                  <c:v>8.6407639376125014E-2</c:v>
                </c:pt>
                <c:pt idx="5115">
                  <c:v>0.27006442693038474</c:v>
                </c:pt>
                <c:pt idx="5116">
                  <c:v>0.26947857819867005</c:v>
                </c:pt>
                <c:pt idx="5117">
                  <c:v>0.29200589525028459</c:v>
                </c:pt>
                <c:pt idx="5118">
                  <c:v>0.31170419956376144</c:v>
                </c:pt>
                <c:pt idx="5119">
                  <c:v>0.29948544546021522</c:v>
                </c:pt>
                <c:pt idx="5120">
                  <c:v>0.29461691021674669</c:v>
                </c:pt>
                <c:pt idx="5121">
                  <c:v>0.33994889391622407</c:v>
                </c:pt>
                <c:pt idx="5122">
                  <c:v>0.30362840752047549</c:v>
                </c:pt>
                <c:pt idx="5123">
                  <c:v>0.25334331628713097</c:v>
                </c:pt>
                <c:pt idx="5124">
                  <c:v>0.34385312969978138</c:v>
                </c:pt>
                <c:pt idx="5125">
                  <c:v>0.25208295505796519</c:v>
                </c:pt>
                <c:pt idx="5126">
                  <c:v>0.27338889090155044</c:v>
                </c:pt>
                <c:pt idx="5127">
                  <c:v>0.2769021023257997</c:v>
                </c:pt>
                <c:pt idx="5128">
                  <c:v>0.26490492319055414</c:v>
                </c:pt>
                <c:pt idx="5129">
                  <c:v>0.15532130224457763</c:v>
                </c:pt>
                <c:pt idx="5130">
                  <c:v>0.10546761173389904</c:v>
                </c:pt>
                <c:pt idx="5131">
                  <c:v>0.12961384948816837</c:v>
                </c:pt>
                <c:pt idx="5132">
                  <c:v>0.12979671192004855</c:v>
                </c:pt>
                <c:pt idx="5133">
                  <c:v>0.14024885843647147</c:v>
                </c:pt>
                <c:pt idx="5134">
                  <c:v>0.15533235271438725</c:v>
                </c:pt>
                <c:pt idx="5135">
                  <c:v>0.14908052237487329</c:v>
                </c:pt>
                <c:pt idx="5136">
                  <c:v>0.10907597340244837</c:v>
                </c:pt>
                <c:pt idx="5137">
                  <c:v>0.11531421614898331</c:v>
                </c:pt>
                <c:pt idx="5138">
                  <c:v>0.14821565106340465</c:v>
                </c:pt>
                <c:pt idx="5139">
                  <c:v>0.16494075984359843</c:v>
                </c:pt>
                <c:pt idx="5140">
                  <c:v>0.17425441867677591</c:v>
                </c:pt>
                <c:pt idx="5141">
                  <c:v>0.19046672894023736</c:v>
                </c:pt>
                <c:pt idx="5142">
                  <c:v>0.30730898498478859</c:v>
                </c:pt>
                <c:pt idx="5143">
                  <c:v>0.30531630854203695</c:v>
                </c:pt>
                <c:pt idx="5144">
                  <c:v>0.35057131487944621</c:v>
                </c:pt>
                <c:pt idx="5145">
                  <c:v>0.33213827721823658</c:v>
                </c:pt>
                <c:pt idx="5146">
                  <c:v>0.41446082886253544</c:v>
                </c:pt>
                <c:pt idx="5147">
                  <c:v>0.34487752673041749</c:v>
                </c:pt>
                <c:pt idx="5148">
                  <c:v>0.37775552594833095</c:v>
                </c:pt>
                <c:pt idx="5149">
                  <c:v>0.31577407717731459</c:v>
                </c:pt>
                <c:pt idx="5150">
                  <c:v>0.34030008381212007</c:v>
                </c:pt>
                <c:pt idx="5151">
                  <c:v>0.31218359572411875</c:v>
                </c:pt>
                <c:pt idx="5152">
                  <c:v>0.35836640067257786</c:v>
                </c:pt>
                <c:pt idx="5153">
                  <c:v>0.40170932134833082</c:v>
                </c:pt>
                <c:pt idx="5154">
                  <c:v>0.41454914029755946</c:v>
                </c:pt>
                <c:pt idx="5155">
                  <c:v>0.35060409216546295</c:v>
                </c:pt>
                <c:pt idx="5156">
                  <c:v>0.32163514002179128</c:v>
                </c:pt>
                <c:pt idx="5157">
                  <c:v>0.32861526278565367</c:v>
                </c:pt>
                <c:pt idx="5158">
                  <c:v>0.32299268977925266</c:v>
                </c:pt>
                <c:pt idx="5159">
                  <c:v>0.345221015966718</c:v>
                </c:pt>
                <c:pt idx="5160">
                  <c:v>0.36039081450191757</c:v>
                </c:pt>
                <c:pt idx="5161">
                  <c:v>0.38200163776466561</c:v>
                </c:pt>
                <c:pt idx="5162">
                  <c:v>0.35774941914742897</c:v>
                </c:pt>
                <c:pt idx="5163">
                  <c:v>0.37098264171414425</c:v>
                </c:pt>
                <c:pt idx="5164">
                  <c:v>0.29748313758628414</c:v>
                </c:pt>
                <c:pt idx="5165">
                  <c:v>0.35931443478017655</c:v>
                </c:pt>
                <c:pt idx="5166">
                  <c:v>0.33688553425262235</c:v>
                </c:pt>
                <c:pt idx="5167">
                  <c:v>0.37008679351201434</c:v>
                </c:pt>
                <c:pt idx="5168">
                  <c:v>0.3302949383167722</c:v>
                </c:pt>
                <c:pt idx="5169">
                  <c:v>0.34543279085631196</c:v>
                </c:pt>
                <c:pt idx="5170">
                  <c:v>0.35899093990700254</c:v>
                </c:pt>
                <c:pt idx="5171">
                  <c:v>0.39120940476946287</c:v>
                </c:pt>
                <c:pt idx="5172">
                  <c:v>0.3629616536721364</c:v>
                </c:pt>
                <c:pt idx="5173">
                  <c:v>0.42028681077637869</c:v>
                </c:pt>
                <c:pt idx="5174">
                  <c:v>0.36603601402855118</c:v>
                </c:pt>
                <c:pt idx="5175">
                  <c:v>0.39672480204717969</c:v>
                </c:pt>
                <c:pt idx="5176">
                  <c:v>0.36698962391414608</c:v>
                </c:pt>
                <c:pt idx="5177">
                  <c:v>0.3472401887466699</c:v>
                </c:pt>
                <c:pt idx="5178">
                  <c:v>0.30524092369860956</c:v>
                </c:pt>
                <c:pt idx="5179">
                  <c:v>0.19991004771188103</c:v>
                </c:pt>
                <c:pt idx="5180">
                  <c:v>0.21197513433594373</c:v>
                </c:pt>
                <c:pt idx="5181">
                  <c:v>0.20620941944135598</c:v>
                </c:pt>
                <c:pt idx="5182">
                  <c:v>0.2154429723308168</c:v>
                </c:pt>
                <c:pt idx="5183">
                  <c:v>0.16852971103373007</c:v>
                </c:pt>
                <c:pt idx="5184">
                  <c:v>0.2517383144172915</c:v>
                </c:pt>
                <c:pt idx="5185">
                  <c:v>0.40166815468952227</c:v>
                </c:pt>
                <c:pt idx="5186">
                  <c:v>0.40439372410179664</c:v>
                </c:pt>
                <c:pt idx="5187">
                  <c:v>0.40953163741225823</c:v>
                </c:pt>
                <c:pt idx="5188">
                  <c:v>0.4425452731245908</c:v>
                </c:pt>
                <c:pt idx="5189">
                  <c:v>0.43177870673939439</c:v>
                </c:pt>
                <c:pt idx="5190">
                  <c:v>0.45241024487244691</c:v>
                </c:pt>
                <c:pt idx="5191">
                  <c:v>0.42612965068408859</c:v>
                </c:pt>
                <c:pt idx="5192">
                  <c:v>0.4445928396911083</c:v>
                </c:pt>
                <c:pt idx="5193">
                  <c:v>0.4596006392831698</c:v>
                </c:pt>
                <c:pt idx="5194">
                  <c:v>0.50712199033138017</c:v>
                </c:pt>
                <c:pt idx="5195">
                  <c:v>0.30966774926718044</c:v>
                </c:pt>
                <c:pt idx="5196">
                  <c:v>0.26356366007203474</c:v>
                </c:pt>
                <c:pt idx="5197">
                  <c:v>0.16547986503569917</c:v>
                </c:pt>
                <c:pt idx="5198">
                  <c:v>0.17148831350358071</c:v>
                </c:pt>
                <c:pt idx="5199">
                  <c:v>7.8563704268846166E-2</c:v>
                </c:pt>
                <c:pt idx="5200">
                  <c:v>9.3951435682381526E-2</c:v>
                </c:pt>
                <c:pt idx="5201">
                  <c:v>8.253625554736177E-2</c:v>
                </c:pt>
                <c:pt idx="5202">
                  <c:v>6.9487802353072933E-2</c:v>
                </c:pt>
                <c:pt idx="5203">
                  <c:v>7.1281585153114932E-2</c:v>
                </c:pt>
                <c:pt idx="5204">
                  <c:v>8.5445303952679311E-2</c:v>
                </c:pt>
                <c:pt idx="5205">
                  <c:v>8.0343621884555447E-2</c:v>
                </c:pt>
                <c:pt idx="5206">
                  <c:v>8.8285971571507554E-2</c:v>
                </c:pt>
                <c:pt idx="5207">
                  <c:v>8.7326878723968063E-2</c:v>
                </c:pt>
                <c:pt idx="5208">
                  <c:v>8.4344289517939972E-2</c:v>
                </c:pt>
                <c:pt idx="5209">
                  <c:v>8.8773343323444526E-2</c:v>
                </c:pt>
                <c:pt idx="5210">
                  <c:v>8.6056431264063094E-2</c:v>
                </c:pt>
                <c:pt idx="5211">
                  <c:v>0.10039400172199403</c:v>
                </c:pt>
                <c:pt idx="5212">
                  <c:v>9.1748782879202892E-2</c:v>
                </c:pt>
                <c:pt idx="5213">
                  <c:v>0.12518990710044717</c:v>
                </c:pt>
                <c:pt idx="5214">
                  <c:v>0.12340588609581507</c:v>
                </c:pt>
                <c:pt idx="5215">
                  <c:v>6.2884694047157588E-2</c:v>
                </c:pt>
                <c:pt idx="5216">
                  <c:v>4.1543974767945344E-2</c:v>
                </c:pt>
                <c:pt idx="5217">
                  <c:v>4.018311632423411E-2</c:v>
                </c:pt>
                <c:pt idx="5218">
                  <c:v>4.733961057932376E-2</c:v>
                </c:pt>
                <c:pt idx="5219">
                  <c:v>6.7025858862685764E-2</c:v>
                </c:pt>
                <c:pt idx="5220">
                  <c:v>1.9268316821432516E-2</c:v>
                </c:pt>
                <c:pt idx="5221">
                  <c:v>5.6510790254116303E-2</c:v>
                </c:pt>
                <c:pt idx="5222">
                  <c:v>9.3297262236055403E-2</c:v>
                </c:pt>
                <c:pt idx="5223">
                  <c:v>8.3146414623751719E-2</c:v>
                </c:pt>
                <c:pt idx="5224">
                  <c:v>9.7515948484506523E-2</c:v>
                </c:pt>
                <c:pt idx="5225">
                  <c:v>8.6066665562150882E-2</c:v>
                </c:pt>
                <c:pt idx="5226">
                  <c:v>8.4959722841463595E-2</c:v>
                </c:pt>
                <c:pt idx="5227">
                  <c:v>9.8260399759328654E-2</c:v>
                </c:pt>
                <c:pt idx="5228">
                  <c:v>0.10185615418188534</c:v>
                </c:pt>
                <c:pt idx="5229">
                  <c:v>8.8483425966747367E-2</c:v>
                </c:pt>
                <c:pt idx="5230">
                  <c:v>7.9313469385459412E-2</c:v>
                </c:pt>
                <c:pt idx="5231">
                  <c:v>7.5535799013618163E-2</c:v>
                </c:pt>
                <c:pt idx="5232">
                  <c:v>7.920554022218082E-2</c:v>
                </c:pt>
                <c:pt idx="5233">
                  <c:v>0.10725029618300222</c:v>
                </c:pt>
                <c:pt idx="5234">
                  <c:v>7.8520148554392336E-2</c:v>
                </c:pt>
                <c:pt idx="5235">
                  <c:v>9.1873622195436933E-2</c:v>
                </c:pt>
                <c:pt idx="5236">
                  <c:v>0.10123597623958965</c:v>
                </c:pt>
                <c:pt idx="5237">
                  <c:v>0.10306183142166582</c:v>
                </c:pt>
                <c:pt idx="5238">
                  <c:v>9.8091402356234161E-2</c:v>
                </c:pt>
                <c:pt idx="5239">
                  <c:v>6.401639661262444E-2</c:v>
                </c:pt>
                <c:pt idx="5240">
                  <c:v>3.0166722606684498E-2</c:v>
                </c:pt>
                <c:pt idx="5241">
                  <c:v>4.7844565430644047E-2</c:v>
                </c:pt>
                <c:pt idx="5242">
                  <c:v>3.8604300710951243E-2</c:v>
                </c:pt>
                <c:pt idx="5243">
                  <c:v>5.9359186692719723E-2</c:v>
                </c:pt>
                <c:pt idx="5244">
                  <c:v>6.4798565190663862E-2</c:v>
                </c:pt>
                <c:pt idx="5245">
                  <c:v>4.1519167339433463E-2</c:v>
                </c:pt>
                <c:pt idx="5246">
                  <c:v>0.10117222591695284</c:v>
                </c:pt>
                <c:pt idx="5247">
                  <c:v>9.9701822098993434E-2</c:v>
                </c:pt>
                <c:pt idx="5248">
                  <c:v>0.11187590285982024</c:v>
                </c:pt>
                <c:pt idx="5249">
                  <c:v>0.12998456625520616</c:v>
                </c:pt>
                <c:pt idx="5250">
                  <c:v>0.11366941775692534</c:v>
                </c:pt>
                <c:pt idx="5251">
                  <c:v>0.12913920157926367</c:v>
                </c:pt>
                <c:pt idx="5252">
                  <c:v>0.10793203998617637</c:v>
                </c:pt>
                <c:pt idx="5253">
                  <c:v>0.1055004438702515</c:v>
                </c:pt>
                <c:pt idx="5254">
                  <c:v>0.10098990147361853</c:v>
                </c:pt>
                <c:pt idx="5255">
                  <c:v>9.574441142907085E-2</c:v>
                </c:pt>
                <c:pt idx="5256">
                  <c:v>0.10009722551333079</c:v>
                </c:pt>
                <c:pt idx="5257">
                  <c:v>9.4183031279321774E-2</c:v>
                </c:pt>
                <c:pt idx="5258">
                  <c:v>8.9984665918788606E-2</c:v>
                </c:pt>
                <c:pt idx="5259">
                  <c:v>8.6783589711290618E-2</c:v>
                </c:pt>
                <c:pt idx="5260">
                  <c:v>0.10487294543223616</c:v>
                </c:pt>
                <c:pt idx="5261">
                  <c:v>9.8345046355144808E-2</c:v>
                </c:pt>
                <c:pt idx="5262">
                  <c:v>9.9767720256686773E-2</c:v>
                </c:pt>
                <c:pt idx="5263">
                  <c:v>6.1726176136024026E-2</c:v>
                </c:pt>
                <c:pt idx="5264">
                  <c:v>9.2198991307960984E-2</c:v>
                </c:pt>
                <c:pt idx="5265">
                  <c:v>0.1673287750057938</c:v>
                </c:pt>
                <c:pt idx="5266">
                  <c:v>8.7512574892065181E-2</c:v>
                </c:pt>
                <c:pt idx="5267">
                  <c:v>0.14348804276271121</c:v>
                </c:pt>
                <c:pt idx="5268">
                  <c:v>0.12571965620777648</c:v>
                </c:pt>
                <c:pt idx="5269">
                  <c:v>0.14151060595362971</c:v>
                </c:pt>
                <c:pt idx="5270">
                  <c:v>0.13398975810813932</c:v>
                </c:pt>
                <c:pt idx="5271">
                  <c:v>0.12611177147046074</c:v>
                </c:pt>
                <c:pt idx="5272">
                  <c:v>0.11506568195798826</c:v>
                </c:pt>
                <c:pt idx="5273">
                  <c:v>9.5709276448893571E-2</c:v>
                </c:pt>
                <c:pt idx="5274">
                  <c:v>0.12624874948964324</c:v>
                </c:pt>
                <c:pt idx="5275">
                  <c:v>9.293075886919501E-2</c:v>
                </c:pt>
                <c:pt idx="5276">
                  <c:v>9.5310294834467679E-2</c:v>
                </c:pt>
                <c:pt idx="5277">
                  <c:v>0.13540859841964742</c:v>
                </c:pt>
                <c:pt idx="5278">
                  <c:v>0.10534336886410048</c:v>
                </c:pt>
                <c:pt idx="5279">
                  <c:v>0.10692492578876812</c:v>
                </c:pt>
                <c:pt idx="5280">
                  <c:v>0.10138030278979906</c:v>
                </c:pt>
                <c:pt idx="5281">
                  <c:v>9.708386202142473E-2</c:v>
                </c:pt>
                <c:pt idx="5282">
                  <c:v>9.818492747301294E-2</c:v>
                </c:pt>
                <c:pt idx="5283">
                  <c:v>5.8426270598618255E-2</c:v>
                </c:pt>
                <c:pt idx="5284">
                  <c:v>7.8038682354088493E-2</c:v>
                </c:pt>
                <c:pt idx="5285">
                  <c:v>6.9258769040177803E-2</c:v>
                </c:pt>
                <c:pt idx="5286">
                  <c:v>9.5223131103544231E-2</c:v>
                </c:pt>
                <c:pt idx="5287">
                  <c:v>0.1188206225547116</c:v>
                </c:pt>
                <c:pt idx="5288">
                  <c:v>0.12577308105087562</c:v>
                </c:pt>
                <c:pt idx="5289">
                  <c:v>0.16734600024434404</c:v>
                </c:pt>
                <c:pt idx="5290">
                  <c:v>0.15147252924892782</c:v>
                </c:pt>
                <c:pt idx="5291">
                  <c:v>0.16805316198801673</c:v>
                </c:pt>
                <c:pt idx="5292">
                  <c:v>0.12132566783170592</c:v>
                </c:pt>
                <c:pt idx="5293">
                  <c:v>0.10213138763636878</c:v>
                </c:pt>
                <c:pt idx="5294">
                  <c:v>0.12476106125895282</c:v>
                </c:pt>
                <c:pt idx="5295">
                  <c:v>0.1198224807940891</c:v>
                </c:pt>
                <c:pt idx="5296">
                  <c:v>6.8938166672255025E-2</c:v>
                </c:pt>
                <c:pt idx="5297">
                  <c:v>9.0619068083106422E-2</c:v>
                </c:pt>
                <c:pt idx="5298">
                  <c:v>6.2709076304789862E-2</c:v>
                </c:pt>
                <c:pt idx="5299">
                  <c:v>7.6636201061009185E-2</c:v>
                </c:pt>
                <c:pt idx="5300">
                  <c:v>8.7769436850195337E-2</c:v>
                </c:pt>
                <c:pt idx="5301">
                  <c:v>8.0566448056299575E-2</c:v>
                </c:pt>
                <c:pt idx="5302">
                  <c:v>8.1300569665881367E-2</c:v>
                </c:pt>
                <c:pt idx="5303">
                  <c:v>8.1669533882190448E-2</c:v>
                </c:pt>
                <c:pt idx="5304">
                  <c:v>8.9551558429282363E-2</c:v>
                </c:pt>
                <c:pt idx="5305">
                  <c:v>8.0973998980593639E-2</c:v>
                </c:pt>
                <c:pt idx="5306">
                  <c:v>8.9886160113901784E-2</c:v>
                </c:pt>
                <c:pt idx="5307">
                  <c:v>0.12400261269895109</c:v>
                </c:pt>
                <c:pt idx="5308">
                  <c:v>0.10844982033864942</c:v>
                </c:pt>
                <c:pt idx="5309">
                  <c:v>8.7063782681389396E-2</c:v>
                </c:pt>
                <c:pt idx="5310">
                  <c:v>4.9194142174916952E-2</c:v>
                </c:pt>
                <c:pt idx="5311">
                  <c:v>5.8019855160435743E-2</c:v>
                </c:pt>
                <c:pt idx="5312">
                  <c:v>4.951888923781269E-2</c:v>
                </c:pt>
                <c:pt idx="5313">
                  <c:v>6.3621375083776965E-2</c:v>
                </c:pt>
                <c:pt idx="5314">
                  <c:v>7.8891162795889674E-2</c:v>
                </c:pt>
                <c:pt idx="5315">
                  <c:v>5.9151140982987363E-2</c:v>
                </c:pt>
                <c:pt idx="5316">
                  <c:v>7.6565702795174662E-2</c:v>
                </c:pt>
                <c:pt idx="5317">
                  <c:v>9.8441132401170472E-2</c:v>
                </c:pt>
                <c:pt idx="5318">
                  <c:v>0.11325166628540773</c:v>
                </c:pt>
                <c:pt idx="5319">
                  <c:v>0.11701997009356523</c:v>
                </c:pt>
                <c:pt idx="5320">
                  <c:v>0.12058019035820787</c:v>
                </c:pt>
                <c:pt idx="5321">
                  <c:v>9.3365301485308236E-2</c:v>
                </c:pt>
                <c:pt idx="5322">
                  <c:v>0.10773779795310211</c:v>
                </c:pt>
                <c:pt idx="5323">
                  <c:v>0.11728357794025784</c:v>
                </c:pt>
                <c:pt idx="5324">
                  <c:v>0.14508399089874668</c:v>
                </c:pt>
                <c:pt idx="5325">
                  <c:v>0.11598271716720135</c:v>
                </c:pt>
                <c:pt idx="5326">
                  <c:v>0.10845979021605233</c:v>
                </c:pt>
                <c:pt idx="5327">
                  <c:v>0.12290414298080173</c:v>
                </c:pt>
                <c:pt idx="5328">
                  <c:v>9.6585201007830052E-2</c:v>
                </c:pt>
                <c:pt idx="5329">
                  <c:v>9.1508689722269138E-2</c:v>
                </c:pt>
                <c:pt idx="5330">
                  <c:v>8.7491259446822622E-2</c:v>
                </c:pt>
                <c:pt idx="5331">
                  <c:v>8.8430997236247283E-2</c:v>
                </c:pt>
                <c:pt idx="5332">
                  <c:v>7.9676795825478611E-2</c:v>
                </c:pt>
                <c:pt idx="5333">
                  <c:v>7.898784004528378E-2</c:v>
                </c:pt>
                <c:pt idx="5334">
                  <c:v>8.0708290657172652E-2</c:v>
                </c:pt>
                <c:pt idx="5335">
                  <c:v>2.7982406388122865E-2</c:v>
                </c:pt>
                <c:pt idx="5336">
                  <c:v>4.0582898691951842E-2</c:v>
                </c:pt>
                <c:pt idx="5337">
                  <c:v>6.0328457036584342E-2</c:v>
                </c:pt>
                <c:pt idx="5338">
                  <c:v>0.10474714623350707</c:v>
                </c:pt>
                <c:pt idx="5339">
                  <c:v>5.5642537984047627E-2</c:v>
                </c:pt>
                <c:pt idx="5340">
                  <c:v>6.9382821845733897E-2</c:v>
                </c:pt>
                <c:pt idx="5341">
                  <c:v>-0.67557974574904189</c:v>
                </c:pt>
                <c:pt idx="5342">
                  <c:v>-1.7544768917201554</c:v>
                </c:pt>
                <c:pt idx="5343">
                  <c:v>-1.389430308929219</c:v>
                </c:pt>
                <c:pt idx="5344">
                  <c:v>-1.2637479878732489</c:v>
                </c:pt>
                <c:pt idx="5345">
                  <c:v>-1.0118196366365044</c:v>
                </c:pt>
                <c:pt idx="5346">
                  <c:v>-0.73520493623359873</c:v>
                </c:pt>
                <c:pt idx="5347">
                  <c:v>-0.71687304177253253</c:v>
                </c:pt>
                <c:pt idx="5348">
                  <c:v>-0.37146580408069013</c:v>
                </c:pt>
                <c:pt idx="5349">
                  <c:v>-1.0683721101787417E-2</c:v>
                </c:pt>
                <c:pt idx="5350">
                  <c:v>-0.39949911018616341</c:v>
                </c:pt>
                <c:pt idx="5351">
                  <c:v>-8.692591882589723E-2</c:v>
                </c:pt>
                <c:pt idx="5352">
                  <c:v>-1.2074532273488035E-2</c:v>
                </c:pt>
                <c:pt idx="5353">
                  <c:v>3.5594506393956837E-2</c:v>
                </c:pt>
                <c:pt idx="5354">
                  <c:v>4.0556891606739399E-2</c:v>
                </c:pt>
                <c:pt idx="5355">
                  <c:v>5.6127871805748408E-2</c:v>
                </c:pt>
                <c:pt idx="5356">
                  <c:v>8.6000324273529369E-2</c:v>
                </c:pt>
                <c:pt idx="5357">
                  <c:v>7.5562244867480546E-2</c:v>
                </c:pt>
                <c:pt idx="5358">
                  <c:v>8.2893787071886091E-2</c:v>
                </c:pt>
                <c:pt idx="5359">
                  <c:v>6.973106621707241E-2</c:v>
                </c:pt>
                <c:pt idx="5360">
                  <c:v>1.903269061854929E-2</c:v>
                </c:pt>
                <c:pt idx="5361">
                  <c:v>-1.1466419493339468</c:v>
                </c:pt>
                <c:pt idx="5362">
                  <c:v>-1.1801323184305459</c:v>
                </c:pt>
                <c:pt idx="5363">
                  <c:v>-1.1851588458829794</c:v>
                </c:pt>
                <c:pt idx="5364">
                  <c:v>-1.2918191325624051</c:v>
                </c:pt>
                <c:pt idx="5365">
                  <c:v>-1.0006824117307849</c:v>
                </c:pt>
                <c:pt idx="5366">
                  <c:v>-1.3867659856126788</c:v>
                </c:pt>
                <c:pt idx="5367">
                  <c:v>-1.3067053137329652</c:v>
                </c:pt>
                <c:pt idx="5368">
                  <c:v>-1.0518625007211155</c:v>
                </c:pt>
                <c:pt idx="5369">
                  <c:v>-1.0097990414054974</c:v>
                </c:pt>
                <c:pt idx="5370">
                  <c:v>-0.95553743203845842</c:v>
                </c:pt>
                <c:pt idx="5371">
                  <c:v>-0.90357021317156361</c:v>
                </c:pt>
                <c:pt idx="5372">
                  <c:v>-0.71775176012977471</c:v>
                </c:pt>
                <c:pt idx="5373">
                  <c:v>-0.7107231383587318</c:v>
                </c:pt>
                <c:pt idx="5374">
                  <c:v>-0.13103714443240119</c:v>
                </c:pt>
                <c:pt idx="5375">
                  <c:v>-0.10468894938131738</c:v>
                </c:pt>
                <c:pt idx="5376">
                  <c:v>-7.8184103228887872E-2</c:v>
                </c:pt>
                <c:pt idx="5377">
                  <c:v>-5.1522605975111629E-2</c:v>
                </c:pt>
                <c:pt idx="5378">
                  <c:v>-2.4704457619989684E-2</c:v>
                </c:pt>
                <c:pt idx="5379">
                  <c:v>2.2703418364808828E-3</c:v>
                </c:pt>
                <c:pt idx="5380">
                  <c:v>2.9401792394297178E-2</c:v>
                </c:pt>
                <c:pt idx="5381">
                  <c:v>5.6689894053460504E-2</c:v>
                </c:pt>
                <c:pt idx="5382">
                  <c:v>8.4134646813969857E-2</c:v>
                </c:pt>
                <c:pt idx="5383">
                  <c:v>0.11173605067582658</c:v>
                </c:pt>
                <c:pt idx="5384">
                  <c:v>0.13949410563902959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-0.32248116576216457</c:v>
                </c:pt>
                <c:pt idx="5440">
                  <c:v>-0.41736949291485637</c:v>
                </c:pt>
                <c:pt idx="5441">
                  <c:v>-0.38421558254379229</c:v>
                </c:pt>
                <c:pt idx="5442">
                  <c:v>-0.26307603460613355</c:v>
                </c:pt>
                <c:pt idx="5443">
                  <c:v>-2.7149470719273445E-2</c:v>
                </c:pt>
                <c:pt idx="5444">
                  <c:v>-0.1881249402616669</c:v>
                </c:pt>
                <c:pt idx="5445">
                  <c:v>-0.13819032249807767</c:v>
                </c:pt>
                <c:pt idx="5446">
                  <c:v>1.8292659259170695E-2</c:v>
                </c:pt>
                <c:pt idx="5447">
                  <c:v>-4.1417956933979226E-2</c:v>
                </c:pt>
                <c:pt idx="5448">
                  <c:v>2.6170196536295199E-2</c:v>
                </c:pt>
                <c:pt idx="5449">
                  <c:v>3.4220212533186536E-2</c:v>
                </c:pt>
                <c:pt idx="5450">
                  <c:v>3.8350395695091515E-2</c:v>
                </c:pt>
                <c:pt idx="5451">
                  <c:v>5.455130606069572E-2</c:v>
                </c:pt>
                <c:pt idx="5452">
                  <c:v>5.6792433907460943E-2</c:v>
                </c:pt>
                <c:pt idx="5453">
                  <c:v>6.2152466617470849E-2</c:v>
                </c:pt>
                <c:pt idx="5454">
                  <c:v>5.5374359994853496E-2</c:v>
                </c:pt>
                <c:pt idx="5455">
                  <c:v>5.1194316635940991E-2</c:v>
                </c:pt>
                <c:pt idx="5456">
                  <c:v>6.0875092383783358E-2</c:v>
                </c:pt>
                <c:pt idx="5457">
                  <c:v>6.853061451774263E-2</c:v>
                </c:pt>
                <c:pt idx="5458">
                  <c:v>8.1965449059242926E-2</c:v>
                </c:pt>
                <c:pt idx="5459">
                  <c:v>6.1746857402125932E-2</c:v>
                </c:pt>
                <c:pt idx="5460">
                  <c:v>9.9003276294882217E-2</c:v>
                </c:pt>
                <c:pt idx="5461">
                  <c:v>0.10501781318276068</c:v>
                </c:pt>
                <c:pt idx="5462">
                  <c:v>2.6145376681596947E-2</c:v>
                </c:pt>
                <c:pt idx="5463">
                  <c:v>5.9128261421390597E-2</c:v>
                </c:pt>
                <c:pt idx="5464">
                  <c:v>4.5478753799831524E-2</c:v>
                </c:pt>
                <c:pt idx="5465">
                  <c:v>6.7904184840371667E-2</c:v>
                </c:pt>
                <c:pt idx="5466">
                  <c:v>4.8789935093389955E-2</c:v>
                </c:pt>
                <c:pt idx="5467">
                  <c:v>6.1240195842746668E-2</c:v>
                </c:pt>
                <c:pt idx="5468">
                  <c:v>6.5909973279852402E-2</c:v>
                </c:pt>
                <c:pt idx="5469">
                  <c:v>7.6774065313918685E-2</c:v>
                </c:pt>
                <c:pt idx="5470">
                  <c:v>8.442387164089607E-2</c:v>
                </c:pt>
                <c:pt idx="5471">
                  <c:v>0.13813232160462116</c:v>
                </c:pt>
                <c:pt idx="5472">
                  <c:v>0.13051980878722599</c:v>
                </c:pt>
                <c:pt idx="5473">
                  <c:v>0.15741854793945984</c:v>
                </c:pt>
                <c:pt idx="5474">
                  <c:v>0.14093416570801001</c:v>
                </c:pt>
                <c:pt idx="5475">
                  <c:v>0.13996584709884036</c:v>
                </c:pt>
                <c:pt idx="5476">
                  <c:v>0.13275180738922243</c:v>
                </c:pt>
                <c:pt idx="5477">
                  <c:v>0.22223421872819474</c:v>
                </c:pt>
                <c:pt idx="5478">
                  <c:v>0.27177035815154094</c:v>
                </c:pt>
                <c:pt idx="5479">
                  <c:v>0.25918748529845215</c:v>
                </c:pt>
                <c:pt idx="5480">
                  <c:v>0.31431025803122264</c:v>
                </c:pt>
                <c:pt idx="5481">
                  <c:v>0.34641099265595821</c:v>
                </c:pt>
                <c:pt idx="5482">
                  <c:v>0.40063231987120312</c:v>
                </c:pt>
                <c:pt idx="5483">
                  <c:v>0.38578927559422754</c:v>
                </c:pt>
                <c:pt idx="5484">
                  <c:v>0.46565377849029277</c:v>
                </c:pt>
                <c:pt idx="5485">
                  <c:v>0.47374697200146593</c:v>
                </c:pt>
                <c:pt idx="5486">
                  <c:v>0.50138596722223472</c:v>
                </c:pt>
                <c:pt idx="5487">
                  <c:v>0.50687785356639226</c:v>
                </c:pt>
                <c:pt idx="5488">
                  <c:v>0.50053186288563689</c:v>
                </c:pt>
                <c:pt idx="5489">
                  <c:v>0.49929237350767103</c:v>
                </c:pt>
                <c:pt idx="5490">
                  <c:v>0.48763892290132849</c:v>
                </c:pt>
                <c:pt idx="5491">
                  <c:v>0.46338032483344516</c:v>
                </c:pt>
                <c:pt idx="5492">
                  <c:v>0.49091839371164181</c:v>
                </c:pt>
                <c:pt idx="5493">
                  <c:v>0.51026240946032309</c:v>
                </c:pt>
                <c:pt idx="5494">
                  <c:v>0.55722179275955408</c:v>
                </c:pt>
                <c:pt idx="5495">
                  <c:v>0.54426563946717044</c:v>
                </c:pt>
                <c:pt idx="5496">
                  <c:v>0.54974776801064362</c:v>
                </c:pt>
                <c:pt idx="5497">
                  <c:v>0.57055211757878499</c:v>
                </c:pt>
                <c:pt idx="5498">
                  <c:v>0.55299050567361963</c:v>
                </c:pt>
                <c:pt idx="5499">
                  <c:v>0.55978134258755285</c:v>
                </c:pt>
                <c:pt idx="5500">
                  <c:v>0.51087779992309401</c:v>
                </c:pt>
                <c:pt idx="5501">
                  <c:v>0.49709383270876462</c:v>
                </c:pt>
                <c:pt idx="5502">
                  <c:v>0.52888807302095397</c:v>
                </c:pt>
                <c:pt idx="5503">
                  <c:v>0.50018871772761708</c:v>
                </c:pt>
                <c:pt idx="5504">
                  <c:v>0.54217226614002156</c:v>
                </c:pt>
                <c:pt idx="5505">
                  <c:v>0.55913632032591065</c:v>
                </c:pt>
                <c:pt idx="5506">
                  <c:v>0.61086823229307774</c:v>
                </c:pt>
                <c:pt idx="5507">
                  <c:v>0.57758556168897557</c:v>
                </c:pt>
                <c:pt idx="5508">
                  <c:v>0.50935927945670811</c:v>
                </c:pt>
                <c:pt idx="5509">
                  <c:v>0.36030897755349794</c:v>
                </c:pt>
                <c:pt idx="5510">
                  <c:v>0.2903017939935762</c:v>
                </c:pt>
                <c:pt idx="5511">
                  <c:v>0.18274241362396312</c:v>
                </c:pt>
                <c:pt idx="5512">
                  <c:v>0.13907777903527546</c:v>
                </c:pt>
                <c:pt idx="5513">
                  <c:v>0.13255346429112985</c:v>
                </c:pt>
                <c:pt idx="5514">
                  <c:v>0.14343938898199726</c:v>
                </c:pt>
                <c:pt idx="5515">
                  <c:v>0.11136276335631422</c:v>
                </c:pt>
                <c:pt idx="5516">
                  <c:v>0.11935928405815791</c:v>
                </c:pt>
                <c:pt idx="5517">
                  <c:v>0.11553598786556719</c:v>
                </c:pt>
                <c:pt idx="5518">
                  <c:v>0.12206815971575657</c:v>
                </c:pt>
                <c:pt idx="5519">
                  <c:v>0.12815491536516757</c:v>
                </c:pt>
                <c:pt idx="5520">
                  <c:v>0.12971370981114894</c:v>
                </c:pt>
                <c:pt idx="5521">
                  <c:v>0.15172494176895174</c:v>
                </c:pt>
                <c:pt idx="5522">
                  <c:v>0.14425888985035068</c:v>
                </c:pt>
                <c:pt idx="5523">
                  <c:v>0.17532868178540681</c:v>
                </c:pt>
                <c:pt idx="5524">
                  <c:v>0.1983267036204977</c:v>
                </c:pt>
                <c:pt idx="5525">
                  <c:v>0.19134210611161373</c:v>
                </c:pt>
                <c:pt idx="5526">
                  <c:v>0.19311181919640105</c:v>
                </c:pt>
                <c:pt idx="5527">
                  <c:v>0.18866701559857155</c:v>
                </c:pt>
                <c:pt idx="5528">
                  <c:v>0.19300059025451166</c:v>
                </c:pt>
                <c:pt idx="5529">
                  <c:v>0.17624911675705549</c:v>
                </c:pt>
                <c:pt idx="5530">
                  <c:v>0.14556232764906318</c:v>
                </c:pt>
                <c:pt idx="5531">
                  <c:v>6.2780600364596109E-2</c:v>
                </c:pt>
                <c:pt idx="5532">
                  <c:v>-0.27592233165401886</c:v>
                </c:pt>
                <c:pt idx="5533">
                  <c:v>-0.63320075627274763</c:v>
                </c:pt>
                <c:pt idx="5534">
                  <c:v>-0.73507658879176996</c:v>
                </c:pt>
                <c:pt idx="5535">
                  <c:v>-0.69196523086577932</c:v>
                </c:pt>
                <c:pt idx="5536">
                  <c:v>-0.62553354694534413</c:v>
                </c:pt>
                <c:pt idx="5537">
                  <c:v>-0.61712158020345353</c:v>
                </c:pt>
                <c:pt idx="5538">
                  <c:v>-0.56384985783406105</c:v>
                </c:pt>
                <c:pt idx="5539">
                  <c:v>-0.54686106533085377</c:v>
                </c:pt>
                <c:pt idx="5540">
                  <c:v>-0.28979574394665919</c:v>
                </c:pt>
                <c:pt idx="5541">
                  <c:v>-0.3112398219920357</c:v>
                </c:pt>
                <c:pt idx="5542">
                  <c:v>-7.3030878556642434E-2</c:v>
                </c:pt>
                <c:pt idx="5543">
                  <c:v>-6.4393144581481362E-2</c:v>
                </c:pt>
                <c:pt idx="5544">
                  <c:v>2.0671334882827904E-2</c:v>
                </c:pt>
                <c:pt idx="5545">
                  <c:v>3.6252635634356913E-2</c:v>
                </c:pt>
                <c:pt idx="5546">
                  <c:v>4.2969226511703651E-2</c:v>
                </c:pt>
                <c:pt idx="5547">
                  <c:v>4.317573267946264E-2</c:v>
                </c:pt>
                <c:pt idx="5548">
                  <c:v>4.4424706146107343E-2</c:v>
                </c:pt>
                <c:pt idx="5549">
                  <c:v>5.5002214855253528E-2</c:v>
                </c:pt>
                <c:pt idx="5550">
                  <c:v>5.3840425533185327E-2</c:v>
                </c:pt>
                <c:pt idx="5551">
                  <c:v>5.0207507253555675E-2</c:v>
                </c:pt>
                <c:pt idx="5552">
                  <c:v>4.8658921965462912E-2</c:v>
                </c:pt>
                <c:pt idx="5553">
                  <c:v>-0.18630361030842787</c:v>
                </c:pt>
                <c:pt idx="5554">
                  <c:v>-0.21715287152695473</c:v>
                </c:pt>
                <c:pt idx="5555">
                  <c:v>-0.44568920961629327</c:v>
                </c:pt>
                <c:pt idx="5556">
                  <c:v>-0.10726558617365162</c:v>
                </c:pt>
                <c:pt idx="5557">
                  <c:v>-0.62211169011467293</c:v>
                </c:pt>
                <c:pt idx="5558">
                  <c:v>-8.4550034788552844E-2</c:v>
                </c:pt>
                <c:pt idx="5559">
                  <c:v>-0.57292780887614936</c:v>
                </c:pt>
                <c:pt idx="5560">
                  <c:v>-0.3305612955891028</c:v>
                </c:pt>
                <c:pt idx="5561">
                  <c:v>-1.8052938019140481E-3</c:v>
                </c:pt>
                <c:pt idx="5562">
                  <c:v>2.1886192107089163E-2</c:v>
                </c:pt>
                <c:pt idx="5563">
                  <c:v>-2.0293172753506016E-2</c:v>
                </c:pt>
                <c:pt idx="5564">
                  <c:v>1.1404498089970728E-2</c:v>
                </c:pt>
                <c:pt idx="5565">
                  <c:v>5.7652704138520541E-2</c:v>
                </c:pt>
                <c:pt idx="5566">
                  <c:v>7.5398976562857767E-2</c:v>
                </c:pt>
                <c:pt idx="5567">
                  <c:v>6.6731041112976744E-2</c:v>
                </c:pt>
                <c:pt idx="5568">
                  <c:v>6.5941480405802694E-2</c:v>
                </c:pt>
                <c:pt idx="5569">
                  <c:v>5.8977119501110266E-2</c:v>
                </c:pt>
                <c:pt idx="5570">
                  <c:v>7.3462292584527231E-2</c:v>
                </c:pt>
                <c:pt idx="5571">
                  <c:v>8.1379393211401876E-2</c:v>
                </c:pt>
                <c:pt idx="5572">
                  <c:v>7.448287535828288E-2</c:v>
                </c:pt>
                <c:pt idx="5573">
                  <c:v>7.3638665882703958E-2</c:v>
                </c:pt>
                <c:pt idx="5574">
                  <c:v>6.178947494104467E-2</c:v>
                </c:pt>
                <c:pt idx="5575">
                  <c:v>6.0422821223838546E-2</c:v>
                </c:pt>
                <c:pt idx="5576">
                  <c:v>4.941627594396391E-2</c:v>
                </c:pt>
                <c:pt idx="5577">
                  <c:v>4.7416962007027857E-2</c:v>
                </c:pt>
                <c:pt idx="5578">
                  <c:v>-1.1073707135502774E-2</c:v>
                </c:pt>
                <c:pt idx="5579">
                  <c:v>1.6091174749068862E-2</c:v>
                </c:pt>
                <c:pt idx="5580">
                  <c:v>-0.13571128916210648</c:v>
                </c:pt>
                <c:pt idx="5581">
                  <c:v>-0.31968258913609349</c:v>
                </c:pt>
                <c:pt idx="5582">
                  <c:v>-0.59889266120358509</c:v>
                </c:pt>
                <c:pt idx="5583">
                  <c:v>-0.23295723018271336</c:v>
                </c:pt>
                <c:pt idx="5584">
                  <c:v>-0.68858928287045162</c:v>
                </c:pt>
                <c:pt idx="5585">
                  <c:v>-0.18117966807600872</c:v>
                </c:pt>
                <c:pt idx="5586">
                  <c:v>-5.5366718173911422E-2</c:v>
                </c:pt>
                <c:pt idx="5587">
                  <c:v>-1.4699546832332155E-3</c:v>
                </c:pt>
                <c:pt idx="5588">
                  <c:v>3.483702907058249E-2</c:v>
                </c:pt>
                <c:pt idx="5589">
                  <c:v>5.4144840921626171E-2</c:v>
                </c:pt>
                <c:pt idx="5590">
                  <c:v>8.8680232516705357E-2</c:v>
                </c:pt>
                <c:pt idx="5591">
                  <c:v>9.2487384569858846E-2</c:v>
                </c:pt>
                <c:pt idx="5592">
                  <c:v>8.4675096265923122E-2</c:v>
                </c:pt>
                <c:pt idx="5593">
                  <c:v>8.0661543863468646E-2</c:v>
                </c:pt>
                <c:pt idx="5594">
                  <c:v>7.5320319896138313E-2</c:v>
                </c:pt>
                <c:pt idx="5595">
                  <c:v>3.9916635290398197E-2</c:v>
                </c:pt>
                <c:pt idx="5596">
                  <c:v>6.7739367648719587E-2</c:v>
                </c:pt>
                <c:pt idx="5597">
                  <c:v>1.7120846067682601E-2</c:v>
                </c:pt>
                <c:pt idx="5598">
                  <c:v>5.5271209432707677E-2</c:v>
                </c:pt>
                <c:pt idx="5599">
                  <c:v>0.1269948380117823</c:v>
                </c:pt>
                <c:pt idx="5600">
                  <c:v>0.12651081237828063</c:v>
                </c:pt>
                <c:pt idx="5601">
                  <c:v>0.12665740392165326</c:v>
                </c:pt>
                <c:pt idx="5602">
                  <c:v>0.14414774134090333</c:v>
                </c:pt>
                <c:pt idx="5603">
                  <c:v>0.19334668483559894</c:v>
                </c:pt>
                <c:pt idx="5604">
                  <c:v>0.17581234255160977</c:v>
                </c:pt>
                <c:pt idx="5605">
                  <c:v>0.1832495961127833</c:v>
                </c:pt>
                <c:pt idx="5606">
                  <c:v>0.13950330387050289</c:v>
                </c:pt>
                <c:pt idx="5607">
                  <c:v>7.8392910640221247E-2</c:v>
                </c:pt>
                <c:pt idx="5608">
                  <c:v>4.4660779406612811E-2</c:v>
                </c:pt>
                <c:pt idx="5609">
                  <c:v>6.4694098826811722E-2</c:v>
                </c:pt>
                <c:pt idx="5610">
                  <c:v>5.8024438908125149E-2</c:v>
                </c:pt>
                <c:pt idx="5611">
                  <c:v>4.9049285343664345E-2</c:v>
                </c:pt>
                <c:pt idx="5612">
                  <c:v>6.111328180600531E-2</c:v>
                </c:pt>
                <c:pt idx="5613">
                  <c:v>5.2615604826434882E-2</c:v>
                </c:pt>
                <c:pt idx="5614">
                  <c:v>6.858494351207553E-2</c:v>
                </c:pt>
                <c:pt idx="5615">
                  <c:v>6.0925836750931911E-2</c:v>
                </c:pt>
                <c:pt idx="5616">
                  <c:v>6.9222298880887864E-2</c:v>
                </c:pt>
                <c:pt idx="5617">
                  <c:v>6.7878405577917841E-2</c:v>
                </c:pt>
                <c:pt idx="5618">
                  <c:v>7.2129559918342315E-2</c:v>
                </c:pt>
                <c:pt idx="5619">
                  <c:v>9.2053132645547583E-2</c:v>
                </c:pt>
                <c:pt idx="5620">
                  <c:v>7.4976442981420338E-2</c:v>
                </c:pt>
                <c:pt idx="5621">
                  <c:v>9.6609949333115678E-3</c:v>
                </c:pt>
                <c:pt idx="5622">
                  <c:v>7.3299906993246788E-2</c:v>
                </c:pt>
                <c:pt idx="5623">
                  <c:v>3.3883686748448098E-2</c:v>
                </c:pt>
                <c:pt idx="5624">
                  <c:v>3.1150670861660377E-2</c:v>
                </c:pt>
                <c:pt idx="5625">
                  <c:v>0.20234641794892264</c:v>
                </c:pt>
                <c:pt idx="5626">
                  <c:v>0.14398244087922063</c:v>
                </c:pt>
                <c:pt idx="5627">
                  <c:v>7.7088387124194954E-2</c:v>
                </c:pt>
                <c:pt idx="5628">
                  <c:v>0.10146027411185314</c:v>
                </c:pt>
                <c:pt idx="5629">
                  <c:v>1.5933863833756431E-2</c:v>
                </c:pt>
                <c:pt idx="5630">
                  <c:v>-1.0726822725684155</c:v>
                </c:pt>
                <c:pt idx="5631">
                  <c:v>-1.0152874692171709</c:v>
                </c:pt>
                <c:pt idx="5632">
                  <c:v>-0.90002738897909351</c:v>
                </c:pt>
                <c:pt idx="5633">
                  <c:v>-0.79430589423310727</c:v>
                </c:pt>
                <c:pt idx="5634">
                  <c:v>-0.6833999910973243</c:v>
                </c:pt>
                <c:pt idx="5635">
                  <c:v>-0.56911439163611921</c:v>
                </c:pt>
                <c:pt idx="5636">
                  <c:v>-0.47399728732212648</c:v>
                </c:pt>
                <c:pt idx="5637">
                  <c:v>-0.43802275325419854</c:v>
                </c:pt>
                <c:pt idx="5638">
                  <c:v>-0.38217196854194835</c:v>
                </c:pt>
                <c:pt idx="5639">
                  <c:v>-0.24776795301466964</c:v>
                </c:pt>
                <c:pt idx="5640">
                  <c:v>-1.7819145670498266E-2</c:v>
                </c:pt>
                <c:pt idx="5641">
                  <c:v>2.1368759151796611E-2</c:v>
                </c:pt>
                <c:pt idx="5642">
                  <c:v>3.3133866290266711E-2</c:v>
                </c:pt>
                <c:pt idx="5643">
                  <c:v>3.1928768992835074E-2</c:v>
                </c:pt>
                <c:pt idx="5644">
                  <c:v>4.8161581297608488E-2</c:v>
                </c:pt>
                <c:pt idx="5645">
                  <c:v>4.5741939106808516E-2</c:v>
                </c:pt>
                <c:pt idx="5646">
                  <c:v>4.2069206298923974E-2</c:v>
                </c:pt>
                <c:pt idx="5647">
                  <c:v>-1.4978571731719202E-2</c:v>
                </c:pt>
                <c:pt idx="5648">
                  <c:v>5.580114925646365E-2</c:v>
                </c:pt>
                <c:pt idx="5649">
                  <c:v>8.4870053171760759E-2</c:v>
                </c:pt>
                <c:pt idx="5650">
                  <c:v>6.9827175955236062E-2</c:v>
                </c:pt>
                <c:pt idx="5651">
                  <c:v>0.11317595457796148</c:v>
                </c:pt>
                <c:pt idx="5652">
                  <c:v>9.4609181362289338E-2</c:v>
                </c:pt>
                <c:pt idx="5653">
                  <c:v>5.3519965640639176E-2</c:v>
                </c:pt>
                <c:pt idx="5654">
                  <c:v>7.6901313789258213E-2</c:v>
                </c:pt>
                <c:pt idx="5655">
                  <c:v>0.10180107860206007</c:v>
                </c:pt>
                <c:pt idx="5656">
                  <c:v>6.0353004079019938E-2</c:v>
                </c:pt>
                <c:pt idx="5657">
                  <c:v>5.7919923537110424E-2</c:v>
                </c:pt>
                <c:pt idx="5658">
                  <c:v>5.5614463968642537E-2</c:v>
                </c:pt>
                <c:pt idx="5659">
                  <c:v>6.1193841341915037E-2</c:v>
                </c:pt>
                <c:pt idx="5660">
                  <c:v>7.4536875063588595E-2</c:v>
                </c:pt>
                <c:pt idx="5661">
                  <c:v>7.8961953826371653E-2</c:v>
                </c:pt>
                <c:pt idx="5662">
                  <c:v>7.8771531908197301E-2</c:v>
                </c:pt>
                <c:pt idx="5663">
                  <c:v>8.735472705171414E-2</c:v>
                </c:pt>
                <c:pt idx="5664">
                  <c:v>5.1998426434426218E-2</c:v>
                </c:pt>
                <c:pt idx="5665">
                  <c:v>6.2423231692444167E-2</c:v>
                </c:pt>
                <c:pt idx="5666">
                  <c:v>0.10816223364908543</c:v>
                </c:pt>
                <c:pt idx="5667">
                  <c:v>0.15530301548967174</c:v>
                </c:pt>
                <c:pt idx="5668">
                  <c:v>0.14894071625335178</c:v>
                </c:pt>
                <c:pt idx="5669">
                  <c:v>0.13459926707992473</c:v>
                </c:pt>
                <c:pt idx="5670">
                  <c:v>9.9398661453620904E-2</c:v>
                </c:pt>
                <c:pt idx="5671">
                  <c:v>0.18328224655719011</c:v>
                </c:pt>
                <c:pt idx="5672">
                  <c:v>0.22182538048404235</c:v>
                </c:pt>
                <c:pt idx="5673">
                  <c:v>0.26409624183107439</c:v>
                </c:pt>
                <c:pt idx="5674">
                  <c:v>0.22580558402747294</c:v>
                </c:pt>
                <c:pt idx="5675">
                  <c:v>0.45132155379496613</c:v>
                </c:pt>
                <c:pt idx="5676">
                  <c:v>0.14745043201815017</c:v>
                </c:pt>
                <c:pt idx="5677">
                  <c:v>8.0331497391044754E-2</c:v>
                </c:pt>
                <c:pt idx="5678">
                  <c:v>0.11029018014768605</c:v>
                </c:pt>
                <c:pt idx="5679">
                  <c:v>0.10069280562262702</c:v>
                </c:pt>
                <c:pt idx="5680">
                  <c:v>0.10491099580009761</c:v>
                </c:pt>
                <c:pt idx="5681">
                  <c:v>9.4186879541258553E-2</c:v>
                </c:pt>
                <c:pt idx="5682">
                  <c:v>0.10252083144681394</c:v>
                </c:pt>
                <c:pt idx="5683">
                  <c:v>6.4495106110017186E-2</c:v>
                </c:pt>
                <c:pt idx="5684">
                  <c:v>7.4699210909470584E-2</c:v>
                </c:pt>
                <c:pt idx="5685">
                  <c:v>7.3031741020200366E-2</c:v>
                </c:pt>
                <c:pt idx="5686">
                  <c:v>6.1463107916743996E-2</c:v>
                </c:pt>
                <c:pt idx="5687">
                  <c:v>7.6059050694175803E-2</c:v>
                </c:pt>
                <c:pt idx="5688">
                  <c:v>6.7175059075824051E-2</c:v>
                </c:pt>
                <c:pt idx="5689">
                  <c:v>7.2958729985461934E-2</c:v>
                </c:pt>
                <c:pt idx="5690">
                  <c:v>0.15082281996852134</c:v>
                </c:pt>
                <c:pt idx="5691">
                  <c:v>0.58185926046739833</c:v>
                </c:pt>
                <c:pt idx="5692">
                  <c:v>0.58789162360674541</c:v>
                </c:pt>
                <c:pt idx="5693">
                  <c:v>0.51269557385380937</c:v>
                </c:pt>
                <c:pt idx="5694">
                  <c:v>0.48096017574060967</c:v>
                </c:pt>
                <c:pt idx="5695">
                  <c:v>0.49206231897530117</c:v>
                </c:pt>
                <c:pt idx="5696">
                  <c:v>0.34727288525084604</c:v>
                </c:pt>
                <c:pt idx="5697">
                  <c:v>0.27845614963547305</c:v>
                </c:pt>
                <c:pt idx="5698">
                  <c:v>5.1675931822738462E-2</c:v>
                </c:pt>
                <c:pt idx="5699">
                  <c:v>0.10389718734951214</c:v>
                </c:pt>
                <c:pt idx="5700">
                  <c:v>8.2546362826892428E-2</c:v>
                </c:pt>
                <c:pt idx="5701">
                  <c:v>8.8767055827895069E-2</c:v>
                </c:pt>
                <c:pt idx="5702">
                  <c:v>4.9828915246828899E-2</c:v>
                </c:pt>
                <c:pt idx="5703">
                  <c:v>0.1073329171633146</c:v>
                </c:pt>
                <c:pt idx="5704">
                  <c:v>9.7571222104767791E-2</c:v>
                </c:pt>
                <c:pt idx="5705">
                  <c:v>2.9224950316012813E-2</c:v>
                </c:pt>
                <c:pt idx="5706">
                  <c:v>7.2084671119372404E-2</c:v>
                </c:pt>
                <c:pt idx="5707">
                  <c:v>7.4024999096116234E-2</c:v>
                </c:pt>
                <c:pt idx="5708">
                  <c:v>7.2811901554597824E-2</c:v>
                </c:pt>
                <c:pt idx="5709">
                  <c:v>6.6222679511827517E-2</c:v>
                </c:pt>
                <c:pt idx="5710">
                  <c:v>8.1747235200218968E-2</c:v>
                </c:pt>
                <c:pt idx="5711">
                  <c:v>8.418244607950065E-2</c:v>
                </c:pt>
                <c:pt idx="5712">
                  <c:v>6.6961081319654309E-2</c:v>
                </c:pt>
                <c:pt idx="5713">
                  <c:v>6.2554427083816908E-2</c:v>
                </c:pt>
                <c:pt idx="5714">
                  <c:v>5.0627577093188686E-2</c:v>
                </c:pt>
                <c:pt idx="5715">
                  <c:v>7.9178373870644747E-2</c:v>
                </c:pt>
                <c:pt idx="5716">
                  <c:v>8.1869681911792391E-2</c:v>
                </c:pt>
                <c:pt idx="5717">
                  <c:v>6.4423369584440046E-2</c:v>
                </c:pt>
                <c:pt idx="5718">
                  <c:v>4.3781408655326856E-2</c:v>
                </c:pt>
                <c:pt idx="5719">
                  <c:v>3.1103048490352111E-2</c:v>
                </c:pt>
                <c:pt idx="5720">
                  <c:v>0.15991984162919023</c:v>
                </c:pt>
                <c:pt idx="5721">
                  <c:v>6.8552130380325135E-2</c:v>
                </c:pt>
                <c:pt idx="5722">
                  <c:v>-0.63588329441300651</c:v>
                </c:pt>
                <c:pt idx="5723">
                  <c:v>-1.0064930912749173</c:v>
                </c:pt>
                <c:pt idx="5724">
                  <c:v>-1.0714986649587557</c:v>
                </c:pt>
                <c:pt idx="5725">
                  <c:v>-1.0610911651389991</c:v>
                </c:pt>
                <c:pt idx="5726">
                  <c:v>-0.98568482668787882</c:v>
                </c:pt>
                <c:pt idx="5727">
                  <c:v>-1.0665605546240673</c:v>
                </c:pt>
                <c:pt idx="5728">
                  <c:v>-0.32211913841537121</c:v>
                </c:pt>
                <c:pt idx="5729">
                  <c:v>-0.11188508639908133</c:v>
                </c:pt>
                <c:pt idx="5730">
                  <c:v>-6.3369069047254881E-2</c:v>
                </c:pt>
                <c:pt idx="5731">
                  <c:v>-1.264357939470903E-2</c:v>
                </c:pt>
                <c:pt idx="5732">
                  <c:v>2.2475145300627341E-2</c:v>
                </c:pt>
                <c:pt idx="5733">
                  <c:v>3.2430026649762494E-2</c:v>
                </c:pt>
                <c:pt idx="5734">
                  <c:v>4.1858870634240104E-2</c:v>
                </c:pt>
                <c:pt idx="5735">
                  <c:v>6.40275702440843E-2</c:v>
                </c:pt>
                <c:pt idx="5736">
                  <c:v>7.1622438269299524E-2</c:v>
                </c:pt>
                <c:pt idx="5737">
                  <c:v>6.8367023442883368E-2</c:v>
                </c:pt>
                <c:pt idx="5738">
                  <c:v>7.6408453432652998E-2</c:v>
                </c:pt>
                <c:pt idx="5739">
                  <c:v>7.7115482966275323E-2</c:v>
                </c:pt>
                <c:pt idx="5740">
                  <c:v>6.5534953772916502E-2</c:v>
                </c:pt>
                <c:pt idx="5741">
                  <c:v>6.1612205785807776E-2</c:v>
                </c:pt>
                <c:pt idx="5742">
                  <c:v>4.2680945417290041E-2</c:v>
                </c:pt>
                <c:pt idx="5743">
                  <c:v>1.308679660139447E-2</c:v>
                </c:pt>
                <c:pt idx="5744">
                  <c:v>-0.14042229412632926</c:v>
                </c:pt>
                <c:pt idx="5745">
                  <c:v>-9.2502102393698743E-2</c:v>
                </c:pt>
                <c:pt idx="5746">
                  <c:v>-0.23980026677365562</c:v>
                </c:pt>
                <c:pt idx="5747">
                  <c:v>-0.11269582480360632</c:v>
                </c:pt>
                <c:pt idx="5748">
                  <c:v>-0.11627750965592941</c:v>
                </c:pt>
                <c:pt idx="5749">
                  <c:v>-5.8616519831270184E-2</c:v>
                </c:pt>
                <c:pt idx="5750">
                  <c:v>-6.1103157592692088E-2</c:v>
                </c:pt>
                <c:pt idx="5751">
                  <c:v>-4.2333321783788617E-2</c:v>
                </c:pt>
                <c:pt idx="5752">
                  <c:v>0.24344664219713624</c:v>
                </c:pt>
                <c:pt idx="5753">
                  <c:v>0.38843878797090475</c:v>
                </c:pt>
                <c:pt idx="5754">
                  <c:v>0.50461135732283424</c:v>
                </c:pt>
                <c:pt idx="5755">
                  <c:v>0.55358496429251658</c:v>
                </c:pt>
                <c:pt idx="5756">
                  <c:v>0.5392069950456152</c:v>
                </c:pt>
                <c:pt idx="5757">
                  <c:v>0.53669385338174358</c:v>
                </c:pt>
                <c:pt idx="5758">
                  <c:v>0.53535978029951359</c:v>
                </c:pt>
                <c:pt idx="5759">
                  <c:v>0.56400536661200151</c:v>
                </c:pt>
                <c:pt idx="5760">
                  <c:v>0.54357405484456356</c:v>
                </c:pt>
                <c:pt idx="5761">
                  <c:v>0.39046218176055453</c:v>
                </c:pt>
                <c:pt idx="5762">
                  <c:v>0.19718420439423495</c:v>
                </c:pt>
                <c:pt idx="5763">
                  <c:v>9.3693778477785136E-2</c:v>
                </c:pt>
                <c:pt idx="5764">
                  <c:v>7.9555966544974446E-2</c:v>
                </c:pt>
                <c:pt idx="5765">
                  <c:v>8.2681161508137188E-2</c:v>
                </c:pt>
                <c:pt idx="5766">
                  <c:v>6.6870588564102537E-2</c:v>
                </c:pt>
                <c:pt idx="5767">
                  <c:v>3.8669436766894619E-2</c:v>
                </c:pt>
                <c:pt idx="5768">
                  <c:v>6.2697655289187942E-2</c:v>
                </c:pt>
                <c:pt idx="5769">
                  <c:v>-0.16950840501542103</c:v>
                </c:pt>
                <c:pt idx="5770">
                  <c:v>-0.38409791359745865</c:v>
                </c:pt>
                <c:pt idx="5771">
                  <c:v>-0.98617897802865107</c:v>
                </c:pt>
                <c:pt idx="5772">
                  <c:v>-0.93518705252887724</c:v>
                </c:pt>
                <c:pt idx="5773">
                  <c:v>-0.9413528375184016</c:v>
                </c:pt>
                <c:pt idx="5774">
                  <c:v>-0.84895893700992253</c:v>
                </c:pt>
                <c:pt idx="5775">
                  <c:v>-0.7787323118446644</c:v>
                </c:pt>
                <c:pt idx="5776">
                  <c:v>-0.80477921905589744</c:v>
                </c:pt>
                <c:pt idx="5777">
                  <c:v>-0.70507082968891255</c:v>
                </c:pt>
                <c:pt idx="5778">
                  <c:v>-0.69911085427286013</c:v>
                </c:pt>
                <c:pt idx="5779">
                  <c:v>-0.63614091678063589</c:v>
                </c:pt>
                <c:pt idx="5780">
                  <c:v>-0.47401995205633574</c:v>
                </c:pt>
                <c:pt idx="5781">
                  <c:v>-0.39896191124036623</c:v>
                </c:pt>
                <c:pt idx="5782">
                  <c:v>-0.30987781006583803</c:v>
                </c:pt>
                <c:pt idx="5783">
                  <c:v>2.2732164400326087E-3</c:v>
                </c:pt>
                <c:pt idx="5784">
                  <c:v>-6.7113173952445199E-3</c:v>
                </c:pt>
                <c:pt idx="5785">
                  <c:v>1.4916309691566085E-2</c:v>
                </c:pt>
                <c:pt idx="5786">
                  <c:v>4.2056074117490148E-2</c:v>
                </c:pt>
                <c:pt idx="5787">
                  <c:v>7.1212233581680343E-2</c:v>
                </c:pt>
                <c:pt idx="5788">
                  <c:v>6.1888820301124803E-2</c:v>
                </c:pt>
                <c:pt idx="5789">
                  <c:v>5.7685706041708272E-2</c:v>
                </c:pt>
                <c:pt idx="5790">
                  <c:v>3.0648411666590644E-2</c:v>
                </c:pt>
                <c:pt idx="5791">
                  <c:v>2.9859372094991454E-2</c:v>
                </c:pt>
                <c:pt idx="5792">
                  <c:v>-8.350568334711081E-2</c:v>
                </c:pt>
                <c:pt idx="5793">
                  <c:v>-0.83643956081343629</c:v>
                </c:pt>
                <c:pt idx="5794">
                  <c:v>-0.97581904540065845</c:v>
                </c:pt>
                <c:pt idx="5795">
                  <c:v>-1.1800279864739489</c:v>
                </c:pt>
                <c:pt idx="5796">
                  <c:v>-1.340103075063658</c:v>
                </c:pt>
                <c:pt idx="5797">
                  <c:v>-1.1538274942721682</c:v>
                </c:pt>
                <c:pt idx="5798">
                  <c:v>-1.2319572406016079</c:v>
                </c:pt>
                <c:pt idx="5799">
                  <c:v>-1.3764114701812418</c:v>
                </c:pt>
                <c:pt idx="5800">
                  <c:v>-1.3420664217843103</c:v>
                </c:pt>
                <c:pt idx="5801">
                  <c:v>-1.2409429881390177</c:v>
                </c:pt>
                <c:pt idx="5802">
                  <c:v>-1.1861622645433751</c:v>
                </c:pt>
                <c:pt idx="5803">
                  <c:v>-1.0701941461801108</c:v>
                </c:pt>
                <c:pt idx="5804">
                  <c:v>-1.076596820187971</c:v>
                </c:pt>
                <c:pt idx="5805">
                  <c:v>-0.9610519791477885</c:v>
                </c:pt>
                <c:pt idx="5806">
                  <c:v>-0.70368127442346706</c:v>
                </c:pt>
                <c:pt idx="5807">
                  <c:v>-0.20227653064045206</c:v>
                </c:pt>
                <c:pt idx="5808">
                  <c:v>4.1667738395180051E-2</c:v>
                </c:pt>
                <c:pt idx="5809">
                  <c:v>6.4554616050498628E-2</c:v>
                </c:pt>
                <c:pt idx="5810">
                  <c:v>5.6076394573872652E-2</c:v>
                </c:pt>
                <c:pt idx="5811">
                  <c:v>5.8496944535015222E-2</c:v>
                </c:pt>
                <c:pt idx="5812">
                  <c:v>0.12154734509034279</c:v>
                </c:pt>
                <c:pt idx="5813">
                  <c:v>6.3456070857071126E-2</c:v>
                </c:pt>
                <c:pt idx="5814">
                  <c:v>3.6009543292125058E-2</c:v>
                </c:pt>
                <c:pt idx="5815">
                  <c:v>-0.32639612776347277</c:v>
                </c:pt>
                <c:pt idx="5816">
                  <c:v>-1.2170092434107647</c:v>
                </c:pt>
                <c:pt idx="5817">
                  <c:v>-1.1933657984339257</c:v>
                </c:pt>
                <c:pt idx="5818">
                  <c:v>-1.1282132863986065</c:v>
                </c:pt>
                <c:pt idx="5819">
                  <c:v>-1.5135270189099215</c:v>
                </c:pt>
                <c:pt idx="5820">
                  <c:v>-1.4545232014430054</c:v>
                </c:pt>
                <c:pt idx="5821">
                  <c:v>-1.4472556780363273</c:v>
                </c:pt>
                <c:pt idx="5822">
                  <c:v>-1.5484267402778762</c:v>
                </c:pt>
                <c:pt idx="5823">
                  <c:v>-1.5590954172790885</c:v>
                </c:pt>
                <c:pt idx="5824">
                  <c:v>-1.7207782132812339</c:v>
                </c:pt>
                <c:pt idx="5825">
                  <c:v>-1.6721911007384997</c:v>
                </c:pt>
                <c:pt idx="5826">
                  <c:v>-1.3636024391296473</c:v>
                </c:pt>
                <c:pt idx="5827">
                  <c:v>-1.4129033983370618</c:v>
                </c:pt>
                <c:pt idx="5828">
                  <c:v>-1.320609835363062</c:v>
                </c:pt>
                <c:pt idx="5829">
                  <c:v>-1.1946509778608405</c:v>
                </c:pt>
                <c:pt idx="5830">
                  <c:v>-0.97950206780722526</c:v>
                </c:pt>
                <c:pt idx="5831">
                  <c:v>-0.41224516909176534</c:v>
                </c:pt>
                <c:pt idx="5832">
                  <c:v>-0.15461708874040658</c:v>
                </c:pt>
                <c:pt idx="5833">
                  <c:v>-5.4201341178281161E-2</c:v>
                </c:pt>
                <c:pt idx="5834">
                  <c:v>-1.8370544746087818E-3</c:v>
                </c:pt>
                <c:pt idx="5835">
                  <c:v>4.2198599715671296E-2</c:v>
                </c:pt>
                <c:pt idx="5836">
                  <c:v>7.1392931230734633E-2</c:v>
                </c:pt>
                <c:pt idx="5837">
                  <c:v>7.3836661501544928E-2</c:v>
                </c:pt>
                <c:pt idx="5838">
                  <c:v>6.0963403620778019E-2</c:v>
                </c:pt>
                <c:pt idx="5839">
                  <c:v>-0.25504381084591005</c:v>
                </c:pt>
                <c:pt idx="5840">
                  <c:v>-1.3359754522705884</c:v>
                </c:pt>
                <c:pt idx="5841">
                  <c:v>-1.5305654813066318</c:v>
                </c:pt>
                <c:pt idx="5842">
                  <c:v>-1.7532163486514731</c:v>
                </c:pt>
                <c:pt idx="5843">
                  <c:v>-2.1001419299708348</c:v>
                </c:pt>
                <c:pt idx="5844">
                  <c:v>-2.0580229222040063</c:v>
                </c:pt>
                <c:pt idx="5845">
                  <c:v>-2.0043681479389703</c:v>
                </c:pt>
                <c:pt idx="5846">
                  <c:v>-2.2289743639142685</c:v>
                </c:pt>
                <c:pt idx="5847">
                  <c:v>-2.7495701503765915</c:v>
                </c:pt>
                <c:pt idx="5848">
                  <c:v>-2.1546940771376457</c:v>
                </c:pt>
                <c:pt idx="5849">
                  <c:v>-1.8813009329724468</c:v>
                </c:pt>
                <c:pt idx="5850">
                  <c:v>-1.5862840431244811</c:v>
                </c:pt>
                <c:pt idx="5851">
                  <c:v>-1.1345924648713002</c:v>
                </c:pt>
                <c:pt idx="5852">
                  <c:v>-0.9701275292262368</c:v>
                </c:pt>
                <c:pt idx="5853">
                  <c:v>-0.86478868445206569</c:v>
                </c:pt>
                <c:pt idx="5854">
                  <c:v>-0.68922994292704343</c:v>
                </c:pt>
                <c:pt idx="5855">
                  <c:v>-0.46342050270781021</c:v>
                </c:pt>
                <c:pt idx="5856">
                  <c:v>-0.12382965350836457</c:v>
                </c:pt>
                <c:pt idx="5857">
                  <c:v>-8.1258874336313666E-2</c:v>
                </c:pt>
                <c:pt idx="5858">
                  <c:v>-2.526423127974475E-2</c:v>
                </c:pt>
                <c:pt idx="5859">
                  <c:v>-5.0553591820191781E-4</c:v>
                </c:pt>
                <c:pt idx="5860">
                  <c:v>2.6822398323737225E-2</c:v>
                </c:pt>
                <c:pt idx="5861">
                  <c:v>2.7062471883792044E-2</c:v>
                </c:pt>
                <c:pt idx="5862">
                  <c:v>1.7622683233608369E-2</c:v>
                </c:pt>
                <c:pt idx="5863">
                  <c:v>-0.26754020929266004</c:v>
                </c:pt>
                <c:pt idx="5864">
                  <c:v>-1.4039178629754028</c:v>
                </c:pt>
                <c:pt idx="5865">
                  <c:v>-1.7456180810108846</c:v>
                </c:pt>
                <c:pt idx="5866">
                  <c:v>-1.6099023204952714</c:v>
                </c:pt>
                <c:pt idx="5867">
                  <c:v>-1.6900413697899763</c:v>
                </c:pt>
                <c:pt idx="5868">
                  <c:v>-1.5656123958629493</c:v>
                </c:pt>
                <c:pt idx="5869">
                  <c:v>-1.69189145933479</c:v>
                </c:pt>
                <c:pt idx="5870">
                  <c:v>-1.8067530120388262</c:v>
                </c:pt>
                <c:pt idx="5871">
                  <c:v>-1.4693207918836695</c:v>
                </c:pt>
                <c:pt idx="5872">
                  <c:v>-1.1404355567206168</c:v>
                </c:pt>
                <c:pt idx="5873">
                  <c:v>-1.1969660689693833</c:v>
                </c:pt>
                <c:pt idx="5874">
                  <c:v>-1.2689566265264152</c:v>
                </c:pt>
                <c:pt idx="5875">
                  <c:v>-1.0468784755797071</c:v>
                </c:pt>
                <c:pt idx="5876">
                  <c:v>-0.6051106518579531</c:v>
                </c:pt>
                <c:pt idx="5877">
                  <c:v>-0.28804772118494032</c:v>
                </c:pt>
                <c:pt idx="5878">
                  <c:v>5.2097691642769429E-2</c:v>
                </c:pt>
                <c:pt idx="5879">
                  <c:v>-2.8390619680016592E-3</c:v>
                </c:pt>
                <c:pt idx="5880">
                  <c:v>5.7044696369285532E-2</c:v>
                </c:pt>
                <c:pt idx="5881">
                  <c:v>5.8743448497632786E-2</c:v>
                </c:pt>
                <c:pt idx="5882">
                  <c:v>6.5417609856179379E-2</c:v>
                </c:pt>
                <c:pt idx="5883">
                  <c:v>6.9675663972430163E-2</c:v>
                </c:pt>
                <c:pt idx="5884">
                  <c:v>6.7249483726211784E-2</c:v>
                </c:pt>
                <c:pt idx="5885">
                  <c:v>0.35485071984237837</c:v>
                </c:pt>
                <c:pt idx="5886">
                  <c:v>0.68731407431402491</c:v>
                </c:pt>
                <c:pt idx="5887">
                  <c:v>0.42987492541332029</c:v>
                </c:pt>
                <c:pt idx="5888">
                  <c:v>7.4790421730302675E-2</c:v>
                </c:pt>
                <c:pt idx="5889">
                  <c:v>7.4691814632803152E-2</c:v>
                </c:pt>
                <c:pt idx="5890">
                  <c:v>3.2764232553975141E-2</c:v>
                </c:pt>
                <c:pt idx="5891">
                  <c:v>5.963717250090371E-2</c:v>
                </c:pt>
                <c:pt idx="5892">
                  <c:v>5.6964119444552173E-2</c:v>
                </c:pt>
                <c:pt idx="5893">
                  <c:v>-5.6643324312277955E-2</c:v>
                </c:pt>
                <c:pt idx="5894">
                  <c:v>-0.20950797889421699</c:v>
                </c:pt>
                <c:pt idx="5895">
                  <c:v>-0.19771153383075168</c:v>
                </c:pt>
                <c:pt idx="5896">
                  <c:v>-0.31254028092404545</c:v>
                </c:pt>
                <c:pt idx="5897">
                  <c:v>-0.17603744743988028</c:v>
                </c:pt>
                <c:pt idx="5898">
                  <c:v>-0.20375371903322839</c:v>
                </c:pt>
                <c:pt idx="5899">
                  <c:v>-0.42473720286871841</c:v>
                </c:pt>
                <c:pt idx="5900">
                  <c:v>-0.10264690147761629</c:v>
                </c:pt>
                <c:pt idx="5901">
                  <c:v>-0.13152869608019685</c:v>
                </c:pt>
                <c:pt idx="5902">
                  <c:v>5.5323670542465841E-2</c:v>
                </c:pt>
                <c:pt idx="5903">
                  <c:v>6.3409516912992847E-2</c:v>
                </c:pt>
                <c:pt idx="5904">
                  <c:v>6.9650110565455212E-2</c:v>
                </c:pt>
                <c:pt idx="5905">
                  <c:v>6.8718532414161135E-2</c:v>
                </c:pt>
                <c:pt idx="5906">
                  <c:v>5.9172019445411818E-2</c:v>
                </c:pt>
                <c:pt idx="5907">
                  <c:v>0.54266334885697565</c:v>
                </c:pt>
                <c:pt idx="5908">
                  <c:v>0.77944301787234749</c:v>
                </c:pt>
                <c:pt idx="5909">
                  <c:v>0.82176524343157598</c:v>
                </c:pt>
                <c:pt idx="5910">
                  <c:v>0.8053714367043685</c:v>
                </c:pt>
                <c:pt idx="5911">
                  <c:v>0.69658116113089263</c:v>
                </c:pt>
                <c:pt idx="5912">
                  <c:v>0.58648624061208987</c:v>
                </c:pt>
                <c:pt idx="5913">
                  <c:v>0.341720030750507</c:v>
                </c:pt>
                <c:pt idx="5914">
                  <c:v>5.8680642300620776E-2</c:v>
                </c:pt>
                <c:pt idx="5915">
                  <c:v>3.5191222995283079E-2</c:v>
                </c:pt>
                <c:pt idx="5916">
                  <c:v>3.114432231086393E-2</c:v>
                </c:pt>
                <c:pt idx="5917">
                  <c:v>1.9502809085942426E-2</c:v>
                </c:pt>
                <c:pt idx="5918">
                  <c:v>-0.28167136215070343</c:v>
                </c:pt>
                <c:pt idx="5919">
                  <c:v>-0.79624182372615382</c:v>
                </c:pt>
                <c:pt idx="5920">
                  <c:v>-0.20849617641101156</c:v>
                </c:pt>
                <c:pt idx="5921">
                  <c:v>3.7893841989585569E-3</c:v>
                </c:pt>
                <c:pt idx="5922">
                  <c:v>1.179681003557387E-2</c:v>
                </c:pt>
                <c:pt idx="5923">
                  <c:v>1.8472770766886287E-2</c:v>
                </c:pt>
                <c:pt idx="5924">
                  <c:v>2.392994508229411E-2</c:v>
                </c:pt>
                <c:pt idx="5925">
                  <c:v>3.5603794216237029E-2</c:v>
                </c:pt>
                <c:pt idx="5926">
                  <c:v>4.9975558939087415E-2</c:v>
                </c:pt>
                <c:pt idx="5927">
                  <c:v>5.6104565087269097E-2</c:v>
                </c:pt>
                <c:pt idx="5928">
                  <c:v>4.9070888638069896E-2</c:v>
                </c:pt>
                <c:pt idx="5929">
                  <c:v>6.303661468296505E-2</c:v>
                </c:pt>
                <c:pt idx="5930">
                  <c:v>7.7038161666685742E-2</c:v>
                </c:pt>
                <c:pt idx="5931">
                  <c:v>6.9477188394072784E-2</c:v>
                </c:pt>
                <c:pt idx="5932">
                  <c:v>8.1292149626735338E-2</c:v>
                </c:pt>
                <c:pt idx="5933">
                  <c:v>7.5159219262937171E-2</c:v>
                </c:pt>
                <c:pt idx="5934">
                  <c:v>3.1668518978304847E-2</c:v>
                </c:pt>
                <c:pt idx="5935">
                  <c:v>3.8543900676126078E-2</c:v>
                </c:pt>
                <c:pt idx="5936">
                  <c:v>4.6436436588901661E-2</c:v>
                </c:pt>
                <c:pt idx="5937">
                  <c:v>8.5980818269910039E-2</c:v>
                </c:pt>
                <c:pt idx="5938">
                  <c:v>4.3884924589028755E-2</c:v>
                </c:pt>
                <c:pt idx="5939">
                  <c:v>-0.1191736637623361</c:v>
                </c:pt>
                <c:pt idx="5940">
                  <c:v>-0.80817213218456463</c:v>
                </c:pt>
                <c:pt idx="5941">
                  <c:v>-0.84285551337058329</c:v>
                </c:pt>
                <c:pt idx="5942">
                  <c:v>-0.64441226404428009</c:v>
                </c:pt>
                <c:pt idx="5943">
                  <c:v>-0.680565299399436</c:v>
                </c:pt>
                <c:pt idx="5944">
                  <c:v>-0.60327526328757597</c:v>
                </c:pt>
                <c:pt idx="5945">
                  <c:v>-0.6785043008821029</c:v>
                </c:pt>
                <c:pt idx="5946">
                  <c:v>-0.6629446989711606</c:v>
                </c:pt>
                <c:pt idx="5947">
                  <c:v>-0.48940800043853433</c:v>
                </c:pt>
                <c:pt idx="5948">
                  <c:v>-0.45342412376347307</c:v>
                </c:pt>
                <c:pt idx="5949">
                  <c:v>-6.4805549199550061E-2</c:v>
                </c:pt>
                <c:pt idx="5950">
                  <c:v>-0.30455000902348162</c:v>
                </c:pt>
                <c:pt idx="5951">
                  <c:v>-4.2315537546271402E-3</c:v>
                </c:pt>
                <c:pt idx="5952">
                  <c:v>7.1066780134628419E-3</c:v>
                </c:pt>
                <c:pt idx="5953">
                  <c:v>-1.9399050928334475E-3</c:v>
                </c:pt>
                <c:pt idx="5954">
                  <c:v>3.5295051022337369E-2</c:v>
                </c:pt>
                <c:pt idx="5955">
                  <c:v>8.4279960193747047E-2</c:v>
                </c:pt>
                <c:pt idx="5956">
                  <c:v>7.4048373563142728E-2</c:v>
                </c:pt>
                <c:pt idx="5957">
                  <c:v>6.6941832586747241E-2</c:v>
                </c:pt>
                <c:pt idx="5958">
                  <c:v>6.0952258163065043E-2</c:v>
                </c:pt>
                <c:pt idx="5959">
                  <c:v>4.2048389593399495E-2</c:v>
                </c:pt>
                <c:pt idx="5960">
                  <c:v>4.6853900251441184E-2</c:v>
                </c:pt>
                <c:pt idx="5961">
                  <c:v>4.4033907920132689E-2</c:v>
                </c:pt>
                <c:pt idx="5962">
                  <c:v>7.8346509906325551E-2</c:v>
                </c:pt>
                <c:pt idx="5963">
                  <c:v>7.3840240499875986E-3</c:v>
                </c:pt>
                <c:pt idx="5964">
                  <c:v>-0.87489912977980289</c:v>
                </c:pt>
                <c:pt idx="5965">
                  <c:v>-0.79810236166621362</c:v>
                </c:pt>
                <c:pt idx="5966">
                  <c:v>-0.56509997708059101</c:v>
                </c:pt>
                <c:pt idx="5967">
                  <c:v>-0.41638701805919742</c:v>
                </c:pt>
                <c:pt idx="5968">
                  <c:v>-0.47176420410862857</c:v>
                </c:pt>
                <c:pt idx="5969">
                  <c:v>-0.30586548004139841</c:v>
                </c:pt>
                <c:pt idx="5970">
                  <c:v>-0.19333438079888252</c:v>
                </c:pt>
                <c:pt idx="5971">
                  <c:v>-0.26661430162737815</c:v>
                </c:pt>
                <c:pt idx="5972">
                  <c:v>-2.7121051118983764E-2</c:v>
                </c:pt>
                <c:pt idx="5973">
                  <c:v>4.0589662296828366E-2</c:v>
                </c:pt>
                <c:pt idx="5974">
                  <c:v>5.9196991284050919E-2</c:v>
                </c:pt>
                <c:pt idx="5975">
                  <c:v>8.7306265572324848E-2</c:v>
                </c:pt>
                <c:pt idx="5976">
                  <c:v>6.5381011165305952E-2</c:v>
                </c:pt>
                <c:pt idx="5977">
                  <c:v>6.8112243669053968E-2</c:v>
                </c:pt>
                <c:pt idx="5978">
                  <c:v>7.1350214654612207E-2</c:v>
                </c:pt>
                <c:pt idx="5979">
                  <c:v>6.4598301687577381E-2</c:v>
                </c:pt>
                <c:pt idx="5980">
                  <c:v>7.1912144077115422E-2</c:v>
                </c:pt>
                <c:pt idx="5981">
                  <c:v>6.5664380526475857E-2</c:v>
                </c:pt>
                <c:pt idx="5982">
                  <c:v>6.0215374077683598E-2</c:v>
                </c:pt>
                <c:pt idx="5983">
                  <c:v>5.1933349545204371E-2</c:v>
                </c:pt>
                <c:pt idx="5984">
                  <c:v>6.29270919354179E-2</c:v>
                </c:pt>
                <c:pt idx="5985">
                  <c:v>7.5629481769565604E-2</c:v>
                </c:pt>
                <c:pt idx="5986">
                  <c:v>8.3667117781815278E-2</c:v>
                </c:pt>
                <c:pt idx="5987">
                  <c:v>7.101028002789192E-2</c:v>
                </c:pt>
                <c:pt idx="5988">
                  <c:v>8.6519316625561671E-2</c:v>
                </c:pt>
                <c:pt idx="5989">
                  <c:v>8.7771745554117361E-2</c:v>
                </c:pt>
                <c:pt idx="5990">
                  <c:v>7.9538701966760994E-2</c:v>
                </c:pt>
                <c:pt idx="5991">
                  <c:v>7.32643895708565E-2</c:v>
                </c:pt>
                <c:pt idx="5992">
                  <c:v>0.10555381092777996</c:v>
                </c:pt>
                <c:pt idx="5993">
                  <c:v>5.9408485114164723E-2</c:v>
                </c:pt>
                <c:pt idx="5994">
                  <c:v>6.5391830832509809E-2</c:v>
                </c:pt>
                <c:pt idx="5995">
                  <c:v>7.7013379787519279E-2</c:v>
                </c:pt>
                <c:pt idx="5996">
                  <c:v>7.2506840187466129E-2</c:v>
                </c:pt>
                <c:pt idx="5997">
                  <c:v>8.3405142027490234E-2</c:v>
                </c:pt>
                <c:pt idx="5998">
                  <c:v>6.8687980189199777E-2</c:v>
                </c:pt>
                <c:pt idx="5999">
                  <c:v>0.49981015445328442</c:v>
                </c:pt>
                <c:pt idx="6000">
                  <c:v>0.81590733436756724</c:v>
                </c:pt>
                <c:pt idx="6001">
                  <c:v>0.66507536054485195</c:v>
                </c:pt>
                <c:pt idx="6002">
                  <c:v>0.6293858021631924</c:v>
                </c:pt>
                <c:pt idx="6003">
                  <c:v>0.54080956900499721</c:v>
                </c:pt>
                <c:pt idx="6004">
                  <c:v>0.50975135008108474</c:v>
                </c:pt>
                <c:pt idx="6005">
                  <c:v>0.490769019121921</c:v>
                </c:pt>
                <c:pt idx="6006">
                  <c:v>0.4720843969791928</c:v>
                </c:pt>
                <c:pt idx="6007">
                  <c:v>0.45734205656304566</c:v>
                </c:pt>
                <c:pt idx="6008">
                  <c:v>0.42439514241148629</c:v>
                </c:pt>
                <c:pt idx="6009">
                  <c:v>0.39712947318501118</c:v>
                </c:pt>
                <c:pt idx="6010">
                  <c:v>0.14903018392583264</c:v>
                </c:pt>
                <c:pt idx="6011">
                  <c:v>7.0581184150573975E-2</c:v>
                </c:pt>
                <c:pt idx="6012">
                  <c:v>6.2255797108351746E-2</c:v>
                </c:pt>
                <c:pt idx="6013">
                  <c:v>6.4903375257987644E-2</c:v>
                </c:pt>
                <c:pt idx="6014">
                  <c:v>0.11191726982212298</c:v>
                </c:pt>
                <c:pt idx="6015">
                  <c:v>6.4885577031871589E-2</c:v>
                </c:pt>
                <c:pt idx="6016">
                  <c:v>-1.6485605169224166E-2</c:v>
                </c:pt>
                <c:pt idx="6017">
                  <c:v>-0.15227599199877476</c:v>
                </c:pt>
                <c:pt idx="6018">
                  <c:v>-0.32347223649877727</c:v>
                </c:pt>
                <c:pt idx="6019">
                  <c:v>-0.33743175012287041</c:v>
                </c:pt>
                <c:pt idx="6020">
                  <c:v>-7.1192970288594809E-2</c:v>
                </c:pt>
                <c:pt idx="6021">
                  <c:v>6.0729031301741829E-2</c:v>
                </c:pt>
                <c:pt idx="6022">
                  <c:v>5.4399997662535712E-2</c:v>
                </c:pt>
                <c:pt idx="6023">
                  <c:v>7.0237094789202495E-2</c:v>
                </c:pt>
                <c:pt idx="6024">
                  <c:v>6.6098324510965409E-2</c:v>
                </c:pt>
                <c:pt idx="6025">
                  <c:v>6.4759341965543282E-2</c:v>
                </c:pt>
                <c:pt idx="6026">
                  <c:v>6.3444312805910175E-2</c:v>
                </c:pt>
                <c:pt idx="6027">
                  <c:v>0.41775732733605103</c:v>
                </c:pt>
                <c:pt idx="6028">
                  <c:v>0.75603481680063167</c:v>
                </c:pt>
                <c:pt idx="6029">
                  <c:v>0.72940255708417912</c:v>
                </c:pt>
                <c:pt idx="6030">
                  <c:v>0.61951933580963414</c:v>
                </c:pt>
                <c:pt idx="6031">
                  <c:v>0.53736531855400627</c:v>
                </c:pt>
                <c:pt idx="6032">
                  <c:v>0.34715327146720265</c:v>
                </c:pt>
                <c:pt idx="6033">
                  <c:v>0.11059857984178695</c:v>
                </c:pt>
                <c:pt idx="6034">
                  <c:v>8.6957412393903963E-2</c:v>
                </c:pt>
                <c:pt idx="6035">
                  <c:v>6.0117947902701162E-2</c:v>
                </c:pt>
                <c:pt idx="6036">
                  <c:v>6.3688402199444424E-2</c:v>
                </c:pt>
                <c:pt idx="6037">
                  <c:v>4.274533813607128E-2</c:v>
                </c:pt>
                <c:pt idx="6038">
                  <c:v>-0.2371700311708097</c:v>
                </c:pt>
                <c:pt idx="6039">
                  <c:v>-2.8404656721292311E-2</c:v>
                </c:pt>
                <c:pt idx="6040">
                  <c:v>-0.20429249223227983</c:v>
                </c:pt>
                <c:pt idx="6041">
                  <c:v>-0.29611347861048759</c:v>
                </c:pt>
                <c:pt idx="6042">
                  <c:v>-0.30437533162621316</c:v>
                </c:pt>
                <c:pt idx="6043">
                  <c:v>-8.4988354153233678E-2</c:v>
                </c:pt>
                <c:pt idx="6044">
                  <c:v>1.4922455440946166E-2</c:v>
                </c:pt>
                <c:pt idx="6045">
                  <c:v>-3.7128801331439122E-2</c:v>
                </c:pt>
                <c:pt idx="6046">
                  <c:v>5.6066872736497617E-2</c:v>
                </c:pt>
                <c:pt idx="6047">
                  <c:v>6.4459347032552794E-2</c:v>
                </c:pt>
                <c:pt idx="6048">
                  <c:v>5.915684044676834E-2</c:v>
                </c:pt>
                <c:pt idx="6049">
                  <c:v>6.6714145297522107E-2</c:v>
                </c:pt>
                <c:pt idx="6050">
                  <c:v>6.3367815142505196E-2</c:v>
                </c:pt>
                <c:pt idx="6051">
                  <c:v>6.7278199501773175E-2</c:v>
                </c:pt>
                <c:pt idx="6052">
                  <c:v>6.7924445496746144E-2</c:v>
                </c:pt>
                <c:pt idx="6053">
                  <c:v>6.6799286532456037E-2</c:v>
                </c:pt>
                <c:pt idx="6054">
                  <c:v>6.2070655711956114E-2</c:v>
                </c:pt>
                <c:pt idx="6055">
                  <c:v>6.1368341579642549E-2</c:v>
                </c:pt>
                <c:pt idx="6056">
                  <c:v>5.3170130523292017E-2</c:v>
                </c:pt>
                <c:pt idx="6057">
                  <c:v>6.3763861226761198E-2</c:v>
                </c:pt>
                <c:pt idx="6058">
                  <c:v>2.2486730949399226E-2</c:v>
                </c:pt>
                <c:pt idx="6059">
                  <c:v>-0.16796412771199645</c:v>
                </c:pt>
                <c:pt idx="6060">
                  <c:v>-0.45556278072370127</c:v>
                </c:pt>
                <c:pt idx="6061">
                  <c:v>-0.26241785895615377</c:v>
                </c:pt>
                <c:pt idx="6062">
                  <c:v>-0.5481965421135937</c:v>
                </c:pt>
                <c:pt idx="6063">
                  <c:v>-0.29809700694945696</c:v>
                </c:pt>
                <c:pt idx="6064">
                  <c:v>-0.95697454674921789</c:v>
                </c:pt>
                <c:pt idx="6065">
                  <c:v>-0.45251179005979281</c:v>
                </c:pt>
                <c:pt idx="6066">
                  <c:v>-0.63299517513108738</c:v>
                </c:pt>
                <c:pt idx="6067">
                  <c:v>-0.64488232502915588</c:v>
                </c:pt>
                <c:pt idx="6068">
                  <c:v>-0.59174975680597164</c:v>
                </c:pt>
                <c:pt idx="6069">
                  <c:v>-0.60735869443211077</c:v>
                </c:pt>
                <c:pt idx="6070">
                  <c:v>-0.20522382715180018</c:v>
                </c:pt>
                <c:pt idx="6071">
                  <c:v>4.7857980024886594E-2</c:v>
                </c:pt>
                <c:pt idx="6072">
                  <c:v>6.068048826909974E-2</c:v>
                </c:pt>
                <c:pt idx="6073">
                  <c:v>5.3099502963084327E-2</c:v>
                </c:pt>
                <c:pt idx="6074">
                  <c:v>4.0563297006353076E-2</c:v>
                </c:pt>
                <c:pt idx="6075">
                  <c:v>3.9122602158526781E-2</c:v>
                </c:pt>
                <c:pt idx="6076">
                  <c:v>5.5386619807030371E-2</c:v>
                </c:pt>
                <c:pt idx="6077">
                  <c:v>7.623267108845351E-2</c:v>
                </c:pt>
                <c:pt idx="6078">
                  <c:v>5.6936718185662559E-2</c:v>
                </c:pt>
                <c:pt idx="6079">
                  <c:v>4.0528629381964963E-2</c:v>
                </c:pt>
                <c:pt idx="6080">
                  <c:v>-0.33303049933755707</c:v>
                </c:pt>
                <c:pt idx="6081">
                  <c:v>-0.44546594733504069</c:v>
                </c:pt>
                <c:pt idx="6082">
                  <c:v>-0.60097425242557989</c:v>
                </c:pt>
                <c:pt idx="6083">
                  <c:v>-0.63568224774127957</c:v>
                </c:pt>
                <c:pt idx="6084">
                  <c:v>-0.99765813439914663</c:v>
                </c:pt>
                <c:pt idx="6085">
                  <c:v>-0.9554223600983649</c:v>
                </c:pt>
                <c:pt idx="6086">
                  <c:v>-0.90577082346590598</c:v>
                </c:pt>
                <c:pt idx="6087">
                  <c:v>-1.0095664671877369</c:v>
                </c:pt>
                <c:pt idx="6088">
                  <c:v>-1.0398327494838293</c:v>
                </c:pt>
                <c:pt idx="6089">
                  <c:v>-0.73241253432235653</c:v>
                </c:pt>
                <c:pt idx="6090">
                  <c:v>-1.0460771947812668</c:v>
                </c:pt>
                <c:pt idx="6091">
                  <c:v>-0.53735069522947554</c:v>
                </c:pt>
                <c:pt idx="6092">
                  <c:v>-0.78579264908968249</c:v>
                </c:pt>
                <c:pt idx="6093">
                  <c:v>-0.7070189831830318</c:v>
                </c:pt>
                <c:pt idx="6094">
                  <c:v>-0.7043499117983113</c:v>
                </c:pt>
                <c:pt idx="6095">
                  <c:v>-0.55386086320027228</c:v>
                </c:pt>
                <c:pt idx="6096">
                  <c:v>-2.2772511384880949E-2</c:v>
                </c:pt>
                <c:pt idx="6097">
                  <c:v>-3.4754966741424025E-2</c:v>
                </c:pt>
                <c:pt idx="6098">
                  <c:v>-3.0254005165331412E-2</c:v>
                </c:pt>
                <c:pt idx="6099">
                  <c:v>1.072184445760568E-2</c:v>
                </c:pt>
                <c:pt idx="6100">
                  <c:v>3.5202796694557476E-2</c:v>
                </c:pt>
                <c:pt idx="6101">
                  <c:v>5.2564342286571815E-2</c:v>
                </c:pt>
                <c:pt idx="6102">
                  <c:v>4.4844808867713991E-2</c:v>
                </c:pt>
                <c:pt idx="6103">
                  <c:v>-0.43741405079296403</c:v>
                </c:pt>
                <c:pt idx="6104">
                  <c:v>-0.88507965592414251</c:v>
                </c:pt>
                <c:pt idx="6105">
                  <c:v>-0.55759632420762295</c:v>
                </c:pt>
                <c:pt idx="6106">
                  <c:v>-0.7439668888143105</c:v>
                </c:pt>
                <c:pt idx="6107">
                  <c:v>-0.81038878719316509</c:v>
                </c:pt>
                <c:pt idx="6108">
                  <c:v>-1.0637097676899039</c:v>
                </c:pt>
                <c:pt idx="6109">
                  <c:v>-1.0052078642017586</c:v>
                </c:pt>
                <c:pt idx="6110">
                  <c:v>-1.120586711786616</c:v>
                </c:pt>
                <c:pt idx="6111">
                  <c:v>-1.374556590221186</c:v>
                </c:pt>
                <c:pt idx="6112">
                  <c:v>-1.1909867071256757</c:v>
                </c:pt>
                <c:pt idx="6113">
                  <c:v>-1.1513356773392069</c:v>
                </c:pt>
                <c:pt idx="6114">
                  <c:v>-1.1269669286534214</c:v>
                </c:pt>
                <c:pt idx="6115">
                  <c:v>-0.98234232642294206</c:v>
                </c:pt>
                <c:pt idx="6116">
                  <c:v>-0.9716046636314063</c:v>
                </c:pt>
                <c:pt idx="6117">
                  <c:v>-0.9573434706906957</c:v>
                </c:pt>
                <c:pt idx="6118">
                  <c:v>-0.79769406745763727</c:v>
                </c:pt>
                <c:pt idx="6119">
                  <c:v>-0.30805070917542199</c:v>
                </c:pt>
                <c:pt idx="6120">
                  <c:v>2.6231507643375944E-2</c:v>
                </c:pt>
                <c:pt idx="6121">
                  <c:v>5.055657560362687E-2</c:v>
                </c:pt>
                <c:pt idx="6122">
                  <c:v>6.1607837430342954E-2</c:v>
                </c:pt>
                <c:pt idx="6123">
                  <c:v>2.8135660064313145E-2</c:v>
                </c:pt>
                <c:pt idx="6124">
                  <c:v>5.5424204418215543E-2</c:v>
                </c:pt>
                <c:pt idx="6125">
                  <c:v>5.2933389929149435E-2</c:v>
                </c:pt>
                <c:pt idx="6126">
                  <c:v>6.4990163235709109E-2</c:v>
                </c:pt>
                <c:pt idx="6127">
                  <c:v>-0.21252884514087481</c:v>
                </c:pt>
                <c:pt idx="6128">
                  <c:v>-0.38390021488724502</c:v>
                </c:pt>
                <c:pt idx="6129">
                  <c:v>-0.10854705932972897</c:v>
                </c:pt>
                <c:pt idx="6130">
                  <c:v>-0.19249901009722636</c:v>
                </c:pt>
                <c:pt idx="6131">
                  <c:v>-0.34513850207636132</c:v>
                </c:pt>
                <c:pt idx="6132">
                  <c:v>-0.34109010952965962</c:v>
                </c:pt>
                <c:pt idx="6133">
                  <c:v>-0.54533510354799652</c:v>
                </c:pt>
                <c:pt idx="6134">
                  <c:v>-0.45317576166865409</c:v>
                </c:pt>
                <c:pt idx="6135">
                  <c:v>-0.52915728677180973</c:v>
                </c:pt>
                <c:pt idx="6136">
                  <c:v>-0.75487343876301094</c:v>
                </c:pt>
                <c:pt idx="6137">
                  <c:v>-0.63345959382827111</c:v>
                </c:pt>
                <c:pt idx="6138">
                  <c:v>-0.66517351881634745</c:v>
                </c:pt>
                <c:pt idx="6139">
                  <c:v>-0.638094922250241</c:v>
                </c:pt>
                <c:pt idx="6140">
                  <c:v>-0.50089592787405535</c:v>
                </c:pt>
                <c:pt idx="6141">
                  <c:v>-0.53394126167572897</c:v>
                </c:pt>
                <c:pt idx="6142">
                  <c:v>-0.42570115663726132</c:v>
                </c:pt>
                <c:pt idx="6143">
                  <c:v>-0.12500723356939544</c:v>
                </c:pt>
                <c:pt idx="6144">
                  <c:v>-1.8747480034805364E-2</c:v>
                </c:pt>
                <c:pt idx="6145">
                  <c:v>1.3373609035452776E-2</c:v>
                </c:pt>
                <c:pt idx="6146">
                  <c:v>1.9986631429438396E-2</c:v>
                </c:pt>
                <c:pt idx="6147">
                  <c:v>2.8427029850768087E-2</c:v>
                </c:pt>
                <c:pt idx="6148">
                  <c:v>4.1679584736636223E-2</c:v>
                </c:pt>
                <c:pt idx="6149">
                  <c:v>4.8406666464293278E-2</c:v>
                </c:pt>
                <c:pt idx="6150">
                  <c:v>3.6789923569923853E-2</c:v>
                </c:pt>
                <c:pt idx="6151">
                  <c:v>-0.41900282770443659</c:v>
                </c:pt>
                <c:pt idx="6152">
                  <c:v>-0.66986751275802592</c:v>
                </c:pt>
                <c:pt idx="6153">
                  <c:v>-0.57517389109543149</c:v>
                </c:pt>
                <c:pt idx="6154">
                  <c:v>-0.71406168638428147</c:v>
                </c:pt>
                <c:pt idx="6155">
                  <c:v>-1.091775552082727</c:v>
                </c:pt>
                <c:pt idx="6156">
                  <c:v>-0.77703982789475878</c:v>
                </c:pt>
                <c:pt idx="6157">
                  <c:v>-0.75655332478743909</c:v>
                </c:pt>
                <c:pt idx="6158">
                  <c:v>-0.88382242994435334</c:v>
                </c:pt>
                <c:pt idx="6159">
                  <c:v>-0.96306409151337413</c:v>
                </c:pt>
                <c:pt idx="6160">
                  <c:v>-0.89246217482410917</c:v>
                </c:pt>
                <c:pt idx="6161">
                  <c:v>-0.83761107759660791</c:v>
                </c:pt>
                <c:pt idx="6162">
                  <c:v>-0.74444669420189336</c:v>
                </c:pt>
                <c:pt idx="6163">
                  <c:v>-0.64055260131431357</c:v>
                </c:pt>
                <c:pt idx="6164">
                  <c:v>-0.58315975010032473</c:v>
                </c:pt>
                <c:pt idx="6165">
                  <c:v>-0.31162032235157938</c:v>
                </c:pt>
                <c:pt idx="6166">
                  <c:v>-0.36098699479602342</c:v>
                </c:pt>
                <c:pt idx="6167">
                  <c:v>-0.12232604361684983</c:v>
                </c:pt>
                <c:pt idx="6168">
                  <c:v>3.6181445878315371E-2</c:v>
                </c:pt>
                <c:pt idx="6169">
                  <c:v>3.9066399032539743E-2</c:v>
                </c:pt>
                <c:pt idx="6170">
                  <c:v>2.5531135606594247E-2</c:v>
                </c:pt>
                <c:pt idx="6171">
                  <c:v>3.4746640132519102E-2</c:v>
                </c:pt>
                <c:pt idx="6172">
                  <c:v>5.2405581057633557E-2</c:v>
                </c:pt>
                <c:pt idx="6173">
                  <c:v>5.5107291187865406E-2</c:v>
                </c:pt>
                <c:pt idx="6174">
                  <c:v>6.4836605478851547E-2</c:v>
                </c:pt>
                <c:pt idx="6175">
                  <c:v>-0.30111952569131961</c:v>
                </c:pt>
                <c:pt idx="6176">
                  <c:v>-0.64672625014166518</c:v>
                </c:pt>
                <c:pt idx="6177">
                  <c:v>-0.69900124455193913</c:v>
                </c:pt>
                <c:pt idx="6178">
                  <c:v>-1.077118260049829</c:v>
                </c:pt>
                <c:pt idx="6179">
                  <c:v>-1.1140085180655328</c:v>
                </c:pt>
                <c:pt idx="6180">
                  <c:v>-1.1671963158171399</c:v>
                </c:pt>
                <c:pt idx="6181">
                  <c:v>-1.3767034458669061</c:v>
                </c:pt>
                <c:pt idx="6182">
                  <c:v>-0.76896890899480386</c:v>
                </c:pt>
                <c:pt idx="6183">
                  <c:v>-0.49110734961524632</c:v>
                </c:pt>
                <c:pt idx="6184">
                  <c:v>-0.57502331795364336</c:v>
                </c:pt>
                <c:pt idx="6185">
                  <c:v>-0.64715467262206239</c:v>
                </c:pt>
                <c:pt idx="6186">
                  <c:v>-0.75932814569754947</c:v>
                </c:pt>
                <c:pt idx="6187">
                  <c:v>-0.82996260817023448</c:v>
                </c:pt>
                <c:pt idx="6188">
                  <c:v>-0.78538447468085448</c:v>
                </c:pt>
                <c:pt idx="6189">
                  <c:v>-0.56383311808477143</c:v>
                </c:pt>
                <c:pt idx="6190">
                  <c:v>-0.6594053223962526</c:v>
                </c:pt>
                <c:pt idx="6191">
                  <c:v>-0.30001007968653448</c:v>
                </c:pt>
                <c:pt idx="6192">
                  <c:v>-4.3414836370029089E-3</c:v>
                </c:pt>
                <c:pt idx="6193">
                  <c:v>-6.5367063936531012E-3</c:v>
                </c:pt>
                <c:pt idx="6194">
                  <c:v>5.4446039892415143E-3</c:v>
                </c:pt>
                <c:pt idx="6195">
                  <c:v>3.7991071335515499E-2</c:v>
                </c:pt>
                <c:pt idx="6196">
                  <c:v>5.1518524339740017E-2</c:v>
                </c:pt>
                <c:pt idx="6197">
                  <c:v>5.4408907866712576E-2</c:v>
                </c:pt>
                <c:pt idx="6198">
                  <c:v>5.8326134138681485E-2</c:v>
                </c:pt>
                <c:pt idx="6199">
                  <c:v>6.3734693882220167E-2</c:v>
                </c:pt>
                <c:pt idx="6200">
                  <c:v>6.5572034956472958E-2</c:v>
                </c:pt>
                <c:pt idx="6201">
                  <c:v>6.3931835765386039E-2</c:v>
                </c:pt>
                <c:pt idx="6202">
                  <c:v>-0.36917058377623274</c:v>
                </c:pt>
                <c:pt idx="6203">
                  <c:v>-0.59758216976797685</c:v>
                </c:pt>
                <c:pt idx="6204">
                  <c:v>-0.54553825999235295</c:v>
                </c:pt>
                <c:pt idx="6205">
                  <c:v>-0.67768264077959128</c:v>
                </c:pt>
                <c:pt idx="6206">
                  <c:v>-0.77957191385350955</c:v>
                </c:pt>
                <c:pt idx="6207">
                  <c:v>-0.73382923118137788</c:v>
                </c:pt>
                <c:pt idx="6208">
                  <c:v>-0.90406346141716443</c:v>
                </c:pt>
                <c:pt idx="6209">
                  <c:v>-0.85020613527781641</c:v>
                </c:pt>
                <c:pt idx="6210">
                  <c:v>-0.20967249804709662</c:v>
                </c:pt>
                <c:pt idx="6211">
                  <c:v>-0.49792613417518128</c:v>
                </c:pt>
                <c:pt idx="6212">
                  <c:v>-0.39420392260837539</c:v>
                </c:pt>
                <c:pt idx="6213">
                  <c:v>-0.28236182365755819</c:v>
                </c:pt>
                <c:pt idx="6214">
                  <c:v>-0.51359091896090081</c:v>
                </c:pt>
                <c:pt idx="6215">
                  <c:v>-8.4699680398193755E-2</c:v>
                </c:pt>
                <c:pt idx="6216">
                  <c:v>-8.2709119445850729E-2</c:v>
                </c:pt>
                <c:pt idx="6217">
                  <c:v>9.0027600429674112E-3</c:v>
                </c:pt>
                <c:pt idx="6218">
                  <c:v>3.8094586675436394E-2</c:v>
                </c:pt>
                <c:pt idx="6219">
                  <c:v>3.8130579650211396E-2</c:v>
                </c:pt>
                <c:pt idx="6220">
                  <c:v>6.0331776768336634E-2</c:v>
                </c:pt>
                <c:pt idx="6221">
                  <c:v>6.3977034184183657E-2</c:v>
                </c:pt>
                <c:pt idx="6222">
                  <c:v>6.3836009186388903E-2</c:v>
                </c:pt>
                <c:pt idx="6223">
                  <c:v>6.8566353871257049E-2</c:v>
                </c:pt>
                <c:pt idx="6224">
                  <c:v>6.8794203638089052E-2</c:v>
                </c:pt>
                <c:pt idx="6225">
                  <c:v>7.3999628476901155E-2</c:v>
                </c:pt>
                <c:pt idx="6226">
                  <c:v>8.1265380997173564E-2</c:v>
                </c:pt>
                <c:pt idx="6227">
                  <c:v>7.4506534631036694E-2</c:v>
                </c:pt>
                <c:pt idx="6228">
                  <c:v>8.09557109497058E-2</c:v>
                </c:pt>
                <c:pt idx="6229">
                  <c:v>6.8453587988380415E-2</c:v>
                </c:pt>
                <c:pt idx="6230">
                  <c:v>6.2557702133919257E-2</c:v>
                </c:pt>
                <c:pt idx="6231">
                  <c:v>6.6670660084699088E-2</c:v>
                </c:pt>
                <c:pt idx="6232">
                  <c:v>7.5721582960378467E-2</c:v>
                </c:pt>
                <c:pt idx="6233">
                  <c:v>7.6309811614810166E-2</c:v>
                </c:pt>
                <c:pt idx="6234">
                  <c:v>7.0676339446122824E-2</c:v>
                </c:pt>
                <c:pt idx="6235">
                  <c:v>8.6720366340962293E-2</c:v>
                </c:pt>
                <c:pt idx="6236">
                  <c:v>7.153874351362513E-2</c:v>
                </c:pt>
                <c:pt idx="6237">
                  <c:v>8.0846982441818302E-2</c:v>
                </c:pt>
                <c:pt idx="6238">
                  <c:v>7.0684234903945653E-2</c:v>
                </c:pt>
                <c:pt idx="6239">
                  <c:v>7.7446598454427348E-2</c:v>
                </c:pt>
                <c:pt idx="6240">
                  <c:v>7.867311884528877E-2</c:v>
                </c:pt>
                <c:pt idx="6241">
                  <c:v>6.8689356195897569E-2</c:v>
                </c:pt>
                <c:pt idx="6242">
                  <c:v>6.7947822033702449E-2</c:v>
                </c:pt>
                <c:pt idx="6243">
                  <c:v>6.7914578930062683E-2</c:v>
                </c:pt>
                <c:pt idx="6244">
                  <c:v>6.8309375966102787E-2</c:v>
                </c:pt>
                <c:pt idx="6245">
                  <c:v>6.4501596757598145E-2</c:v>
                </c:pt>
                <c:pt idx="6246">
                  <c:v>6.2866872006065389E-2</c:v>
                </c:pt>
                <c:pt idx="6247">
                  <c:v>6.0432689380678223E-2</c:v>
                </c:pt>
                <c:pt idx="6248">
                  <c:v>6.5188536255280968E-2</c:v>
                </c:pt>
                <c:pt idx="6249">
                  <c:v>6.0873352264980481E-2</c:v>
                </c:pt>
                <c:pt idx="6250">
                  <c:v>6.9796779462337422E-2</c:v>
                </c:pt>
                <c:pt idx="6251">
                  <c:v>7.1740512807917489E-2</c:v>
                </c:pt>
                <c:pt idx="6252">
                  <c:v>6.6918847459072714E-2</c:v>
                </c:pt>
                <c:pt idx="6253">
                  <c:v>5.717641760672839E-2</c:v>
                </c:pt>
                <c:pt idx="6254">
                  <c:v>1.5106549672316701E-2</c:v>
                </c:pt>
                <c:pt idx="6255">
                  <c:v>-0.25791986517350318</c:v>
                </c:pt>
                <c:pt idx="6256">
                  <c:v>-0.40119414593988656</c:v>
                </c:pt>
                <c:pt idx="6257">
                  <c:v>-0.3235139624957743</c:v>
                </c:pt>
                <c:pt idx="6258">
                  <c:v>-0.33519003734244079</c:v>
                </c:pt>
                <c:pt idx="6259">
                  <c:v>-0.26122767217644832</c:v>
                </c:pt>
                <c:pt idx="6260">
                  <c:v>-0.12328932640254375</c:v>
                </c:pt>
                <c:pt idx="6261">
                  <c:v>4.5390352472521135E-2</c:v>
                </c:pt>
                <c:pt idx="6262">
                  <c:v>5.4436987461292156E-2</c:v>
                </c:pt>
                <c:pt idx="6263">
                  <c:v>7.2546968442365606E-2</c:v>
                </c:pt>
                <c:pt idx="6264">
                  <c:v>7.7205749332652729E-2</c:v>
                </c:pt>
                <c:pt idx="6265">
                  <c:v>6.1892765868675627E-2</c:v>
                </c:pt>
                <c:pt idx="6266">
                  <c:v>6.934110741730648E-2</c:v>
                </c:pt>
                <c:pt idx="6267">
                  <c:v>7.0306176173379503E-2</c:v>
                </c:pt>
                <c:pt idx="6268">
                  <c:v>6.145363067638928E-2</c:v>
                </c:pt>
                <c:pt idx="6269">
                  <c:v>7.0922812630581922E-2</c:v>
                </c:pt>
                <c:pt idx="6270">
                  <c:v>7.4008801699907784E-2</c:v>
                </c:pt>
                <c:pt idx="6271">
                  <c:v>6.5956950369389686E-2</c:v>
                </c:pt>
                <c:pt idx="6272">
                  <c:v>5.8568243987838151E-2</c:v>
                </c:pt>
                <c:pt idx="6273">
                  <c:v>6.6544813702014413E-2</c:v>
                </c:pt>
                <c:pt idx="6274">
                  <c:v>6.7520478744882678E-2</c:v>
                </c:pt>
                <c:pt idx="6275">
                  <c:v>9.3511090105013905E-2</c:v>
                </c:pt>
                <c:pt idx="6276">
                  <c:v>-0.58541653165800267</c:v>
                </c:pt>
                <c:pt idx="6277">
                  <c:v>-0.49356954692217775</c:v>
                </c:pt>
                <c:pt idx="6278">
                  <c:v>-0.45213337461043657</c:v>
                </c:pt>
                <c:pt idx="6279">
                  <c:v>-0.64520348424442031</c:v>
                </c:pt>
                <c:pt idx="6280">
                  <c:v>-0.62632079573176291</c:v>
                </c:pt>
                <c:pt idx="6281">
                  <c:v>-0.50219549782568096</c:v>
                </c:pt>
                <c:pt idx="6282">
                  <c:v>-0.50688614366020746</c:v>
                </c:pt>
                <c:pt idx="6283">
                  <c:v>-0.2352232662340184</c:v>
                </c:pt>
                <c:pt idx="6284">
                  <c:v>-0.49420435971825111</c:v>
                </c:pt>
                <c:pt idx="6285">
                  <c:v>-0.43068265435800779</c:v>
                </c:pt>
                <c:pt idx="6286">
                  <c:v>-0.54443842531193054</c:v>
                </c:pt>
                <c:pt idx="6287">
                  <c:v>2.7379977388656333E-2</c:v>
                </c:pt>
                <c:pt idx="6288">
                  <c:v>4.0720257014349628E-2</c:v>
                </c:pt>
                <c:pt idx="6289">
                  <c:v>3.8083434652658274E-2</c:v>
                </c:pt>
                <c:pt idx="6290">
                  <c:v>3.0296881134055067E-2</c:v>
                </c:pt>
                <c:pt idx="6291">
                  <c:v>3.9517077284129579E-2</c:v>
                </c:pt>
                <c:pt idx="6292">
                  <c:v>5.9191251294877852E-2</c:v>
                </c:pt>
                <c:pt idx="6293">
                  <c:v>6.9104073645275182E-2</c:v>
                </c:pt>
                <c:pt idx="6294">
                  <c:v>6.3228674683138586E-2</c:v>
                </c:pt>
                <c:pt idx="6295">
                  <c:v>3.1081727535676857E-2</c:v>
                </c:pt>
                <c:pt idx="6296">
                  <c:v>-0.53621911732456107</c:v>
                </c:pt>
                <c:pt idx="6297">
                  <c:v>-0.82504143519312201</c:v>
                </c:pt>
                <c:pt idx="6298">
                  <c:v>-0.64448870892446219</c:v>
                </c:pt>
                <c:pt idx="6299">
                  <c:v>-0.81763529274031932</c:v>
                </c:pt>
                <c:pt idx="6300">
                  <c:v>-0.84853794468277766</c:v>
                </c:pt>
                <c:pt idx="6301">
                  <c:v>-0.95618408950284783</c:v>
                </c:pt>
                <c:pt idx="6302">
                  <c:v>-0.89377405476629979</c:v>
                </c:pt>
                <c:pt idx="6303">
                  <c:v>-1.0102841658503492</c:v>
                </c:pt>
                <c:pt idx="6304">
                  <c:v>-0.88001167578362927</c:v>
                </c:pt>
                <c:pt idx="6305">
                  <c:v>-0.82413971739248715</c:v>
                </c:pt>
                <c:pt idx="6306">
                  <c:v>-0.94460746383903649</c:v>
                </c:pt>
                <c:pt idx="6307">
                  <c:v>-0.82639623185735811</c:v>
                </c:pt>
                <c:pt idx="6308">
                  <c:v>-0.70431411864695448</c:v>
                </c:pt>
                <c:pt idx="6309">
                  <c:v>-0.18494840063803933</c:v>
                </c:pt>
                <c:pt idx="6310">
                  <c:v>-0.64017890975160119</c:v>
                </c:pt>
                <c:pt idx="6311">
                  <c:v>-2.8986862847437535E-2</c:v>
                </c:pt>
                <c:pt idx="6312">
                  <c:v>-6.8593194564417108E-3</c:v>
                </c:pt>
                <c:pt idx="6313">
                  <c:v>-2.8547202555856618E-3</c:v>
                </c:pt>
                <c:pt idx="6314">
                  <c:v>2.4262340265964594E-2</c:v>
                </c:pt>
                <c:pt idx="6315">
                  <c:v>5.7097639917704834E-2</c:v>
                </c:pt>
                <c:pt idx="6316">
                  <c:v>6.85364567727276E-2</c:v>
                </c:pt>
                <c:pt idx="6317">
                  <c:v>6.4130034383908074E-2</c:v>
                </c:pt>
                <c:pt idx="6318">
                  <c:v>5.9885052280233865E-2</c:v>
                </c:pt>
                <c:pt idx="6319">
                  <c:v>4.3967473121190301E-2</c:v>
                </c:pt>
                <c:pt idx="6320">
                  <c:v>-0.64565760099556802</c:v>
                </c:pt>
                <c:pt idx="6321">
                  <c:v>-0.85171366602081966</c:v>
                </c:pt>
                <c:pt idx="6322">
                  <c:v>-0.81502423395740242</c:v>
                </c:pt>
                <c:pt idx="6323">
                  <c:v>-0.82974990205606747</c:v>
                </c:pt>
                <c:pt idx="6324">
                  <c:v>-0.89060067847684354</c:v>
                </c:pt>
                <c:pt idx="6325">
                  <c:v>-1.0317172464163333</c:v>
                </c:pt>
                <c:pt idx="6326">
                  <c:v>-1.0361509161425944</c:v>
                </c:pt>
                <c:pt idx="6327">
                  <c:v>-1.0287227271926078</c:v>
                </c:pt>
                <c:pt idx="6328">
                  <c:v>-1.1218071382815293</c:v>
                </c:pt>
                <c:pt idx="6329">
                  <c:v>-1.1000846332773362</c:v>
                </c:pt>
                <c:pt idx="6330">
                  <c:v>-1.1122132399383493</c:v>
                </c:pt>
                <c:pt idx="6331">
                  <c:v>-1.1445979654035001</c:v>
                </c:pt>
                <c:pt idx="6332">
                  <c:v>-1.0556739774100952</c:v>
                </c:pt>
                <c:pt idx="6333">
                  <c:v>-0.66733139901668748</c:v>
                </c:pt>
                <c:pt idx="6334">
                  <c:v>-0.74343720625306475</c:v>
                </c:pt>
                <c:pt idx="6335">
                  <c:v>-0.60584801792187681</c:v>
                </c:pt>
                <c:pt idx="6336">
                  <c:v>-4.6030364267181358E-2</c:v>
                </c:pt>
                <c:pt idx="6337">
                  <c:v>-1.6076974229068647E-2</c:v>
                </c:pt>
                <c:pt idx="6338">
                  <c:v>2.5465403171653403E-3</c:v>
                </c:pt>
                <c:pt idx="6339">
                  <c:v>4.166417553701806E-2</c:v>
                </c:pt>
                <c:pt idx="6340">
                  <c:v>4.9483454406225834E-2</c:v>
                </c:pt>
                <c:pt idx="6341">
                  <c:v>5.3180057679532051E-2</c:v>
                </c:pt>
                <c:pt idx="6342">
                  <c:v>3.4170282786961222E-2</c:v>
                </c:pt>
                <c:pt idx="6343">
                  <c:v>-0.46768429936300504</c:v>
                </c:pt>
                <c:pt idx="6344">
                  <c:v>-1.1810755767497185</c:v>
                </c:pt>
                <c:pt idx="6345">
                  <c:v>-1.0567543519756089</c:v>
                </c:pt>
                <c:pt idx="6346">
                  <c:v>-1.0570005701944276</c:v>
                </c:pt>
                <c:pt idx="6347">
                  <c:v>-1.2726086096371381</c:v>
                </c:pt>
                <c:pt idx="6348">
                  <c:v>-1.3574250728309314</c:v>
                </c:pt>
                <c:pt idx="6349">
                  <c:v>-1.3047814901404187</c:v>
                </c:pt>
                <c:pt idx="6350">
                  <c:v>-1.243969015691013</c:v>
                </c:pt>
                <c:pt idx="6351">
                  <c:v>-1.2287188489510905</c:v>
                </c:pt>
                <c:pt idx="6352">
                  <c:v>-1.2969332288067983</c:v>
                </c:pt>
                <c:pt idx="6353">
                  <c:v>-1.293189424433304</c:v>
                </c:pt>
                <c:pt idx="6354">
                  <c:v>-1.233496928030213</c:v>
                </c:pt>
                <c:pt idx="6355">
                  <c:v>-1.1564856153225396</c:v>
                </c:pt>
                <c:pt idx="6356">
                  <c:v>-1.1623928904290719</c:v>
                </c:pt>
                <c:pt idx="6357">
                  <c:v>-1.0871868211418052</c:v>
                </c:pt>
                <c:pt idx="6358">
                  <c:v>-0.93840085036206722</c:v>
                </c:pt>
                <c:pt idx="6359">
                  <c:v>-0.22798039917244262</c:v>
                </c:pt>
                <c:pt idx="6360">
                  <c:v>-2.4219846717913662E-2</c:v>
                </c:pt>
                <c:pt idx="6361">
                  <c:v>-5.319514173890378E-2</c:v>
                </c:pt>
                <c:pt idx="6362">
                  <c:v>2.3658672119250723E-2</c:v>
                </c:pt>
                <c:pt idx="6363">
                  <c:v>6.4034995716209631E-2</c:v>
                </c:pt>
                <c:pt idx="6364">
                  <c:v>4.8105808193180027E-2</c:v>
                </c:pt>
                <c:pt idx="6365">
                  <c:v>6.2788714229839296E-2</c:v>
                </c:pt>
                <c:pt idx="6366">
                  <c:v>5.9008894271821967E-2</c:v>
                </c:pt>
                <c:pt idx="6367">
                  <c:v>-0.42522473635112601</c:v>
                </c:pt>
                <c:pt idx="6368">
                  <c:v>-1.209275446847768</c:v>
                </c:pt>
                <c:pt idx="6369">
                  <c:v>-1.082142749042327</c:v>
                </c:pt>
                <c:pt idx="6370">
                  <c:v>-1.1710236105499707</c:v>
                </c:pt>
                <c:pt idx="6371">
                  <c:v>-1.3084267665980582</c:v>
                </c:pt>
                <c:pt idx="6372">
                  <c:v>-1.4885017918689676</c:v>
                </c:pt>
                <c:pt idx="6373">
                  <c:v>-1.4315007055766154</c:v>
                </c:pt>
                <c:pt idx="6374">
                  <c:v>-1.5242019380852243</c:v>
                </c:pt>
                <c:pt idx="6375">
                  <c:v>-1.6090414912854389</c:v>
                </c:pt>
                <c:pt idx="6376">
                  <c:v>-1.642929900957661</c:v>
                </c:pt>
                <c:pt idx="6377">
                  <c:v>-1.5240229062360855</c:v>
                </c:pt>
                <c:pt idx="6378">
                  <c:v>-1.449822748806711</c:v>
                </c:pt>
                <c:pt idx="6379">
                  <c:v>-1.3420935775369065</c:v>
                </c:pt>
                <c:pt idx="6380">
                  <c:v>-1.2413131708995295</c:v>
                </c:pt>
                <c:pt idx="6381">
                  <c:v>-1.1797172213479228</c:v>
                </c:pt>
                <c:pt idx="6382">
                  <c:v>-1.1172009804593412</c:v>
                </c:pt>
                <c:pt idx="6383">
                  <c:v>-0.51202451564134299</c:v>
                </c:pt>
                <c:pt idx="6384">
                  <c:v>-8.7585096988272507E-2</c:v>
                </c:pt>
                <c:pt idx="6385">
                  <c:v>-6.8367043732177724E-2</c:v>
                </c:pt>
                <c:pt idx="6386">
                  <c:v>-7.2441407745338247E-3</c:v>
                </c:pt>
                <c:pt idx="6387">
                  <c:v>2.5171148625672584E-2</c:v>
                </c:pt>
                <c:pt idx="6388">
                  <c:v>3.7077119307734829E-2</c:v>
                </c:pt>
                <c:pt idx="6389">
                  <c:v>4.7813303557218113E-2</c:v>
                </c:pt>
                <c:pt idx="6390">
                  <c:v>4.7375608244765034E-2</c:v>
                </c:pt>
                <c:pt idx="6391">
                  <c:v>-0.49823891193988856</c:v>
                </c:pt>
                <c:pt idx="6392">
                  <c:v>-1.0452805781694308</c:v>
                </c:pt>
                <c:pt idx="6393">
                  <c:v>-0.86468686168307285</c:v>
                </c:pt>
                <c:pt idx="6394">
                  <c:v>-0.89591658814401776</c:v>
                </c:pt>
                <c:pt idx="6395">
                  <c:v>-0.81159033131081237</c:v>
                </c:pt>
                <c:pt idx="6396">
                  <c:v>-0.87794381570446889</c:v>
                </c:pt>
                <c:pt idx="6397">
                  <c:v>-1.0045872671180311</c:v>
                </c:pt>
                <c:pt idx="6398">
                  <c:v>-1.0492051269418532</c:v>
                </c:pt>
                <c:pt idx="6399">
                  <c:v>-1.0482591197743751</c:v>
                </c:pt>
                <c:pt idx="6400">
                  <c:v>-1.1303424305872871</c:v>
                </c:pt>
                <c:pt idx="6401">
                  <c:v>-0.98214612746420127</c:v>
                </c:pt>
                <c:pt idx="6402">
                  <c:v>-0.89973187270041088</c:v>
                </c:pt>
                <c:pt idx="6403">
                  <c:v>-0.94459025058982649</c:v>
                </c:pt>
                <c:pt idx="6404">
                  <c:v>-0.98123121550473114</c:v>
                </c:pt>
                <c:pt idx="6405">
                  <c:v>-0.9935559070984884</c:v>
                </c:pt>
                <c:pt idx="6406">
                  <c:v>-0.9997161086979196</c:v>
                </c:pt>
                <c:pt idx="6407">
                  <c:v>-1.0371994735052503</c:v>
                </c:pt>
                <c:pt idx="6408">
                  <c:v>-0.5780291762898353</c:v>
                </c:pt>
                <c:pt idx="6409">
                  <c:v>-0.19203359377455961</c:v>
                </c:pt>
                <c:pt idx="6410">
                  <c:v>-0.18328731395942954</c:v>
                </c:pt>
                <c:pt idx="6411">
                  <c:v>-7.3307334964017729E-2</c:v>
                </c:pt>
                <c:pt idx="6412">
                  <c:v>-8.0581121798995996E-3</c:v>
                </c:pt>
                <c:pt idx="6413">
                  <c:v>2.7026829618999076E-2</c:v>
                </c:pt>
                <c:pt idx="6414">
                  <c:v>3.7806971778930949E-2</c:v>
                </c:pt>
                <c:pt idx="6415">
                  <c:v>-0.53224485604851512</c:v>
                </c:pt>
                <c:pt idx="6416">
                  <c:v>-0.94251670691032241</c:v>
                </c:pt>
                <c:pt idx="6417">
                  <c:v>-0.68939776700199484</c:v>
                </c:pt>
                <c:pt idx="6418">
                  <c:v>-0.24638437279353123</c:v>
                </c:pt>
                <c:pt idx="6419">
                  <c:v>-0.8369145760066633</c:v>
                </c:pt>
                <c:pt idx="6420">
                  <c:v>-0.42269245211872397</c:v>
                </c:pt>
                <c:pt idx="6421">
                  <c:v>-1.3090559925612024</c:v>
                </c:pt>
                <c:pt idx="6422">
                  <c:v>-0.90165977871505054</c:v>
                </c:pt>
                <c:pt idx="6423">
                  <c:v>-0.95576443095491059</c:v>
                </c:pt>
                <c:pt idx="6424">
                  <c:v>-0.9860571407669193</c:v>
                </c:pt>
                <c:pt idx="6425">
                  <c:v>-0.57008985325878092</c:v>
                </c:pt>
                <c:pt idx="6426">
                  <c:v>-0.73421039400446242</c:v>
                </c:pt>
                <c:pt idx="6427">
                  <c:v>-0.57029178713810669</c:v>
                </c:pt>
                <c:pt idx="6428">
                  <c:v>-0.56219433826957899</c:v>
                </c:pt>
                <c:pt idx="6429">
                  <c:v>-0.75994746842905037</c:v>
                </c:pt>
                <c:pt idx="6430">
                  <c:v>-0.58202654122224806</c:v>
                </c:pt>
                <c:pt idx="6431">
                  <c:v>-0.55876471105536352</c:v>
                </c:pt>
                <c:pt idx="6432">
                  <c:v>-1.5230868000116997E-2</c:v>
                </c:pt>
                <c:pt idx="6433">
                  <c:v>9.9483757444273329E-3</c:v>
                </c:pt>
                <c:pt idx="6434">
                  <c:v>2.69146652953649E-4</c:v>
                </c:pt>
                <c:pt idx="6435">
                  <c:v>2.1116058396793633E-2</c:v>
                </c:pt>
                <c:pt idx="6436">
                  <c:v>4.7738188876874879E-2</c:v>
                </c:pt>
                <c:pt idx="6437">
                  <c:v>5.7396195999323461E-2</c:v>
                </c:pt>
                <c:pt idx="6438">
                  <c:v>5.7017353847835642E-2</c:v>
                </c:pt>
                <c:pt idx="6439">
                  <c:v>-0.28312734100348169</c:v>
                </c:pt>
                <c:pt idx="6440">
                  <c:v>-0.82357264266437769</c:v>
                </c:pt>
                <c:pt idx="6441">
                  <c:v>-0.78150684462864695</c:v>
                </c:pt>
                <c:pt idx="6442">
                  <c:v>-1.2845179006105056</c:v>
                </c:pt>
                <c:pt idx="6443">
                  <c:v>-1.15894901872056</c:v>
                </c:pt>
                <c:pt idx="6444">
                  <c:v>-1.4135322343159404</c:v>
                </c:pt>
                <c:pt idx="6445">
                  <c:v>-1.8087253797450635</c:v>
                </c:pt>
                <c:pt idx="6446">
                  <c:v>-1.816462783170856</c:v>
                </c:pt>
                <c:pt idx="6447">
                  <c:v>-1.7755272266575373</c:v>
                </c:pt>
                <c:pt idx="6448">
                  <c:v>-1.586029219791746</c:v>
                </c:pt>
                <c:pt idx="6449">
                  <c:v>-1.3715851167242745</c:v>
                </c:pt>
                <c:pt idx="6450">
                  <c:v>-1.0534995380162391</c:v>
                </c:pt>
                <c:pt idx="6451">
                  <c:v>-1.260850127411975</c:v>
                </c:pt>
                <c:pt idx="6452">
                  <c:v>-1.130755884216269</c:v>
                </c:pt>
                <c:pt idx="6453">
                  <c:v>-1.0034723212686165</c:v>
                </c:pt>
                <c:pt idx="6454">
                  <c:v>-1.0861647380031021</c:v>
                </c:pt>
                <c:pt idx="6455">
                  <c:v>-0.65558794670006904</c:v>
                </c:pt>
                <c:pt idx="6456">
                  <c:v>-0.26358560626339017</c:v>
                </c:pt>
                <c:pt idx="6457">
                  <c:v>-0.11755688177716533</c:v>
                </c:pt>
                <c:pt idx="6458">
                  <c:v>-2.6380515704050849E-2</c:v>
                </c:pt>
                <c:pt idx="6459">
                  <c:v>6.551564173386387E-3</c:v>
                </c:pt>
                <c:pt idx="6460">
                  <c:v>3.1288436572572798E-2</c:v>
                </c:pt>
                <c:pt idx="6461">
                  <c:v>5.0667967397757634E-2</c:v>
                </c:pt>
                <c:pt idx="6462">
                  <c:v>5.2167917060512041E-2</c:v>
                </c:pt>
                <c:pt idx="6463">
                  <c:v>-0.36370787461816473</c:v>
                </c:pt>
                <c:pt idx="6464">
                  <c:v>-0.97340277290781452</c:v>
                </c:pt>
                <c:pt idx="6465">
                  <c:v>-0.95028468115375642</c:v>
                </c:pt>
                <c:pt idx="6466">
                  <c:v>-1.1752468225445485</c:v>
                </c:pt>
                <c:pt idx="6467">
                  <c:v>-1.2024613449329813</c:v>
                </c:pt>
                <c:pt idx="6468">
                  <c:v>-1.4006821910239975</c:v>
                </c:pt>
                <c:pt idx="6469">
                  <c:v>-1.4415518310464561</c:v>
                </c:pt>
                <c:pt idx="6470">
                  <c:v>-1.3559474399566485</c:v>
                </c:pt>
                <c:pt idx="6471">
                  <c:v>-1.4781088186651647</c:v>
                </c:pt>
                <c:pt idx="6472">
                  <c:v>-1.4629693930259675</c:v>
                </c:pt>
                <c:pt idx="6473">
                  <c:v>-1.1471780418831208</c:v>
                </c:pt>
                <c:pt idx="6474">
                  <c:v>-1.2072666038920368</c:v>
                </c:pt>
                <c:pt idx="6475">
                  <c:v>-1.1829063764298389</c:v>
                </c:pt>
                <c:pt idx="6476">
                  <c:v>-1.016061512879465</c:v>
                </c:pt>
                <c:pt idx="6477">
                  <c:v>-0.93729397016594906</c:v>
                </c:pt>
                <c:pt idx="6478">
                  <c:v>-0.90707415739941999</c:v>
                </c:pt>
                <c:pt idx="6479">
                  <c:v>-0.51751782423676662</c:v>
                </c:pt>
                <c:pt idx="6480">
                  <c:v>-0.14258107880508025</c:v>
                </c:pt>
                <c:pt idx="6481">
                  <c:v>-0.11352817154739361</c:v>
                </c:pt>
                <c:pt idx="6482">
                  <c:v>-4.2007728530576792E-2</c:v>
                </c:pt>
                <c:pt idx="6483">
                  <c:v>-1.0520279284909347E-2</c:v>
                </c:pt>
                <c:pt idx="6484">
                  <c:v>-6.730420166066532E-3</c:v>
                </c:pt>
                <c:pt idx="6485">
                  <c:v>1.8392947904601754E-2</c:v>
                </c:pt>
                <c:pt idx="6486">
                  <c:v>2.6860084123825925E-2</c:v>
                </c:pt>
                <c:pt idx="6487">
                  <c:v>-0.33365792591034887</c:v>
                </c:pt>
                <c:pt idx="6488">
                  <c:v>-0.96093726643765287</c:v>
                </c:pt>
                <c:pt idx="6489">
                  <c:v>-1.0031646249293755</c:v>
                </c:pt>
                <c:pt idx="6490">
                  <c:v>-1.1193680767756375</c:v>
                </c:pt>
                <c:pt idx="6491">
                  <c:v>-1.0147695033535378</c:v>
                </c:pt>
                <c:pt idx="6492">
                  <c:v>-0.94114827412622915</c:v>
                </c:pt>
                <c:pt idx="6493">
                  <c:v>-1.107199721011245</c:v>
                </c:pt>
                <c:pt idx="6494">
                  <c:v>-0.98291097406460659</c:v>
                </c:pt>
                <c:pt idx="6495">
                  <c:v>-0.86631651817727107</c:v>
                </c:pt>
                <c:pt idx="6496">
                  <c:v>-0.89968173487184411</c:v>
                </c:pt>
                <c:pt idx="6497">
                  <c:v>-0.83955210922846568</c:v>
                </c:pt>
                <c:pt idx="6498">
                  <c:v>-0.74437819223809976</c:v>
                </c:pt>
                <c:pt idx="6499">
                  <c:v>-0.75547114474041777</c:v>
                </c:pt>
                <c:pt idx="6500">
                  <c:v>-0.39174000352483274</c:v>
                </c:pt>
                <c:pt idx="6501">
                  <c:v>-0.44318776277055438</c:v>
                </c:pt>
                <c:pt idx="6502">
                  <c:v>-0.39664827522345203</c:v>
                </c:pt>
                <c:pt idx="6503">
                  <c:v>-0.34168491271503754</c:v>
                </c:pt>
                <c:pt idx="6504">
                  <c:v>-9.7682093390937773E-3</c:v>
                </c:pt>
                <c:pt idx="6505">
                  <c:v>-1.3140264936687558E-2</c:v>
                </c:pt>
                <c:pt idx="6506">
                  <c:v>-5.0153296534286634E-3</c:v>
                </c:pt>
                <c:pt idx="6507">
                  <c:v>1.5093543504424038E-2</c:v>
                </c:pt>
                <c:pt idx="6508">
                  <c:v>4.8167101608757791E-2</c:v>
                </c:pt>
                <c:pt idx="6509">
                  <c:v>6.0351295402541437E-2</c:v>
                </c:pt>
                <c:pt idx="6510">
                  <c:v>6.4071619734385174E-2</c:v>
                </c:pt>
                <c:pt idx="6511">
                  <c:v>-0.14773546402591034</c:v>
                </c:pt>
                <c:pt idx="6512">
                  <c:v>-0.38217987244227547</c:v>
                </c:pt>
                <c:pt idx="6513">
                  <c:v>-0.68676593027118815</c:v>
                </c:pt>
                <c:pt idx="6514">
                  <c:v>-0.79316266539841362</c:v>
                </c:pt>
                <c:pt idx="6515">
                  <c:v>-0.83178657168310588</c:v>
                </c:pt>
                <c:pt idx="6516">
                  <c:v>-0.90142287226373397</c:v>
                </c:pt>
                <c:pt idx="6517">
                  <c:v>-0.88372333921976332</c:v>
                </c:pt>
                <c:pt idx="6518">
                  <c:v>-1.025935092688584</c:v>
                </c:pt>
                <c:pt idx="6519">
                  <c:v>-1.0905837995831182</c:v>
                </c:pt>
                <c:pt idx="6520">
                  <c:v>-1.1128614165318971</c:v>
                </c:pt>
                <c:pt idx="6521">
                  <c:v>-0.99012599595517614</c:v>
                </c:pt>
                <c:pt idx="6522">
                  <c:v>-1.0430984724337575</c:v>
                </c:pt>
                <c:pt idx="6523">
                  <c:v>-1.0639187301982125</c:v>
                </c:pt>
                <c:pt idx="6524">
                  <c:v>-1.0546705208443816</c:v>
                </c:pt>
                <c:pt idx="6525">
                  <c:v>-1.0895317590444182</c:v>
                </c:pt>
                <c:pt idx="6526">
                  <c:v>-0.93554441703697533</c:v>
                </c:pt>
                <c:pt idx="6527">
                  <c:v>-0.49655849337264707</c:v>
                </c:pt>
                <c:pt idx="6528">
                  <c:v>-0.18415735880317441</c:v>
                </c:pt>
                <c:pt idx="6529">
                  <c:v>-0.11401773765417995</c:v>
                </c:pt>
                <c:pt idx="6530">
                  <c:v>-4.2835937648112075E-2</c:v>
                </c:pt>
                <c:pt idx="6531">
                  <c:v>-6.2358207822529746E-3</c:v>
                </c:pt>
                <c:pt idx="6532">
                  <c:v>2.3335157835293344E-2</c:v>
                </c:pt>
                <c:pt idx="6533">
                  <c:v>4.2914923042256456E-2</c:v>
                </c:pt>
                <c:pt idx="6534">
                  <c:v>5.3520491571855164E-2</c:v>
                </c:pt>
                <c:pt idx="6535">
                  <c:v>-0.37640330492275637</c:v>
                </c:pt>
                <c:pt idx="6536">
                  <c:v>-1.030482920365136</c:v>
                </c:pt>
                <c:pt idx="6537">
                  <c:v>-1.2910317057170764</c:v>
                </c:pt>
                <c:pt idx="6538">
                  <c:v>-1.2841688567010339</c:v>
                </c:pt>
                <c:pt idx="6539">
                  <c:v>-1.5799518632416711</c:v>
                </c:pt>
                <c:pt idx="6540">
                  <c:v>-1.4455028151221569</c:v>
                </c:pt>
                <c:pt idx="6541">
                  <c:v>-1.5952337133425594</c:v>
                </c:pt>
                <c:pt idx="6542">
                  <c:v>-1.5581794429805598</c:v>
                </c:pt>
                <c:pt idx="6543">
                  <c:v>-1.5786079840149576</c:v>
                </c:pt>
                <c:pt idx="6544">
                  <c:v>-1.5008785043460862</c:v>
                </c:pt>
                <c:pt idx="6545">
                  <c:v>-1.4864175073840185</c:v>
                </c:pt>
                <c:pt idx="6546">
                  <c:v>-1.4707128488317027</c:v>
                </c:pt>
                <c:pt idx="6547">
                  <c:v>-1.5298194414153012</c:v>
                </c:pt>
                <c:pt idx="6548">
                  <c:v>-1.4731074942239024</c:v>
                </c:pt>
                <c:pt idx="6549">
                  <c:v>-1.3449515032531467</c:v>
                </c:pt>
                <c:pt idx="6550">
                  <c:v>-1.3436745425952414</c:v>
                </c:pt>
                <c:pt idx="6551">
                  <c:v>-0.76146629115678754</c:v>
                </c:pt>
                <c:pt idx="6552">
                  <c:v>-0.28706531094610949</c:v>
                </c:pt>
                <c:pt idx="6553">
                  <c:v>-0.11533618753918502</c:v>
                </c:pt>
                <c:pt idx="6554">
                  <c:v>5.0268936534889515E-3</c:v>
                </c:pt>
                <c:pt idx="6555">
                  <c:v>3.4194828624348868E-2</c:v>
                </c:pt>
                <c:pt idx="6556">
                  <c:v>4.393942420204968E-2</c:v>
                </c:pt>
                <c:pt idx="6557">
                  <c:v>5.8590820525291756E-2</c:v>
                </c:pt>
                <c:pt idx="6558">
                  <c:v>5.3320946053369705E-2</c:v>
                </c:pt>
                <c:pt idx="6559">
                  <c:v>-0.44277691606928454</c:v>
                </c:pt>
                <c:pt idx="6560">
                  <c:v>-1.168488547567641</c:v>
                </c:pt>
                <c:pt idx="6561">
                  <c:v>-1.0574954365742111</c:v>
                </c:pt>
                <c:pt idx="6562">
                  <c:v>-1.2661417384868059</c:v>
                </c:pt>
                <c:pt idx="6563">
                  <c:v>-1.1322352123007673</c:v>
                </c:pt>
                <c:pt idx="6564">
                  <c:v>-1.1220350160910428</c:v>
                </c:pt>
                <c:pt idx="6565">
                  <c:v>-1.2161173995119119</c:v>
                </c:pt>
                <c:pt idx="6566">
                  <c:v>-1.2947425654435845</c:v>
                </c:pt>
                <c:pt idx="6567">
                  <c:v>-1.1498769217538656</c:v>
                </c:pt>
                <c:pt idx="6568">
                  <c:v>-1.1924741440468452</c:v>
                </c:pt>
                <c:pt idx="6569">
                  <c:v>-1.1545785505990145</c:v>
                </c:pt>
                <c:pt idx="6570">
                  <c:v>-1.1081908249379084</c:v>
                </c:pt>
                <c:pt idx="6571">
                  <c:v>-0.96829118703413819</c:v>
                </c:pt>
                <c:pt idx="6572">
                  <c:v>-0.40604404064177446</c:v>
                </c:pt>
                <c:pt idx="6573">
                  <c:v>-0.5406748951700393</c:v>
                </c:pt>
                <c:pt idx="6574">
                  <c:v>-0.47878185796294048</c:v>
                </c:pt>
                <c:pt idx="6575">
                  <c:v>-0.46005920106012266</c:v>
                </c:pt>
                <c:pt idx="6576">
                  <c:v>-2.4963643409729612E-2</c:v>
                </c:pt>
                <c:pt idx="6577">
                  <c:v>-2.9214238883057488E-2</c:v>
                </c:pt>
                <c:pt idx="6578">
                  <c:v>-1.5501781994995143E-2</c:v>
                </c:pt>
                <c:pt idx="6579">
                  <c:v>-7.1308272817485266E-3</c:v>
                </c:pt>
                <c:pt idx="6580">
                  <c:v>-1.4470157423169412E-2</c:v>
                </c:pt>
                <c:pt idx="6581">
                  <c:v>-1.3041325062831123E-2</c:v>
                </c:pt>
                <c:pt idx="6582">
                  <c:v>-7.983571696718008E-3</c:v>
                </c:pt>
                <c:pt idx="6583">
                  <c:v>-0.42237824399091811</c:v>
                </c:pt>
                <c:pt idx="6584">
                  <c:v>-0.89425998324181488</c:v>
                </c:pt>
                <c:pt idx="6585">
                  <c:v>-1.0570081497938904</c:v>
                </c:pt>
                <c:pt idx="6586">
                  <c:v>-1.0650921290178768</c:v>
                </c:pt>
                <c:pt idx="6587">
                  <c:v>-1.0604249895122599</c:v>
                </c:pt>
                <c:pt idx="6588">
                  <c:v>-1.2616611578901038</c:v>
                </c:pt>
                <c:pt idx="6589">
                  <c:v>-1.2525985871948682</c:v>
                </c:pt>
                <c:pt idx="6590">
                  <c:v>-1.2494102048006439</c:v>
                </c:pt>
                <c:pt idx="6591">
                  <c:v>-1.174918494576995</c:v>
                </c:pt>
                <c:pt idx="6592">
                  <c:v>-1.1504317070951162</c:v>
                </c:pt>
                <c:pt idx="6593">
                  <c:v>-1.0430219797242306</c:v>
                </c:pt>
                <c:pt idx="6594">
                  <c:v>-1.0149615735721531</c:v>
                </c:pt>
                <c:pt idx="6595">
                  <c:v>-0.69674213353686565</c:v>
                </c:pt>
                <c:pt idx="6596">
                  <c:v>-0.66061572447758921</c:v>
                </c:pt>
                <c:pt idx="6597">
                  <c:v>-0.62868166167574113</c:v>
                </c:pt>
                <c:pt idx="6598">
                  <c:v>-0.61282834236708184</c:v>
                </c:pt>
                <c:pt idx="6599">
                  <c:v>-0.55603496004524167</c:v>
                </c:pt>
                <c:pt idx="6600">
                  <c:v>-0.13610408660722426</c:v>
                </c:pt>
                <c:pt idx="6601">
                  <c:v>-0.14169569599522155</c:v>
                </c:pt>
                <c:pt idx="6602">
                  <c:v>-9.4499731944066315E-2</c:v>
                </c:pt>
                <c:pt idx="6603">
                  <c:v>-3.6570250776072344E-2</c:v>
                </c:pt>
                <c:pt idx="6604">
                  <c:v>1.4845229407301434E-3</c:v>
                </c:pt>
                <c:pt idx="6605">
                  <c:v>2.0604458529059563E-2</c:v>
                </c:pt>
                <c:pt idx="6606">
                  <c:v>4.0034296424874563E-2</c:v>
                </c:pt>
                <c:pt idx="6607">
                  <c:v>-0.3785394722804058</c:v>
                </c:pt>
                <c:pt idx="6608">
                  <c:v>-1.2075502039361847</c:v>
                </c:pt>
                <c:pt idx="6609">
                  <c:v>-1.3787116089459595</c:v>
                </c:pt>
                <c:pt idx="6610">
                  <c:v>-1.4101001423129944</c:v>
                </c:pt>
                <c:pt idx="6611">
                  <c:v>-1.6764003180638751</c:v>
                </c:pt>
                <c:pt idx="6612">
                  <c:v>-1.531042711321376</c:v>
                </c:pt>
                <c:pt idx="6613">
                  <c:v>-1.5308594320890587</c:v>
                </c:pt>
                <c:pt idx="6614">
                  <c:v>-1.6500193141478465</c:v>
                </c:pt>
                <c:pt idx="6615">
                  <c:v>-1.5626360237102099</c:v>
                </c:pt>
                <c:pt idx="6616">
                  <c:v>-1.5837865445506423</c:v>
                </c:pt>
                <c:pt idx="6617">
                  <c:v>-1.4323045065574695</c:v>
                </c:pt>
                <c:pt idx="6618">
                  <c:v>-1.5717676286935234</c:v>
                </c:pt>
                <c:pt idx="6619">
                  <c:v>-1.5430224880065682</c:v>
                </c:pt>
                <c:pt idx="6620">
                  <c:v>-1.4359181263643999</c:v>
                </c:pt>
                <c:pt idx="6621">
                  <c:v>-1.3295697117509728</c:v>
                </c:pt>
                <c:pt idx="6622">
                  <c:v>-1.2805269779775388</c:v>
                </c:pt>
                <c:pt idx="6623">
                  <c:v>-0.81244725519478855</c:v>
                </c:pt>
                <c:pt idx="6624">
                  <c:v>-0.25095440582452255</c:v>
                </c:pt>
                <c:pt idx="6625">
                  <c:v>-4.171219909340141E-2</c:v>
                </c:pt>
                <c:pt idx="6626">
                  <c:v>9.930665278246242E-3</c:v>
                </c:pt>
                <c:pt idx="6627">
                  <c:v>9.7520741587917379E-3</c:v>
                </c:pt>
                <c:pt idx="6628">
                  <c:v>2.3411689456209934E-2</c:v>
                </c:pt>
                <c:pt idx="6629">
                  <c:v>3.6877542823173397E-2</c:v>
                </c:pt>
                <c:pt idx="6630">
                  <c:v>5.9300248132874663E-2</c:v>
                </c:pt>
                <c:pt idx="6631">
                  <c:v>-0.3961168914359261</c:v>
                </c:pt>
                <c:pt idx="6632">
                  <c:v>-1.311675374134206</c:v>
                </c:pt>
                <c:pt idx="6633">
                  <c:v>-1.5808351964604714</c:v>
                </c:pt>
                <c:pt idx="6634">
                  <c:v>-1.5610029554090199</c:v>
                </c:pt>
                <c:pt idx="6635">
                  <c:v>-1.383369675230933</c:v>
                </c:pt>
                <c:pt idx="6636">
                  <c:v>-1.2939626050743647</c:v>
                </c:pt>
                <c:pt idx="6637">
                  <c:v>-1.090021799789757</c:v>
                </c:pt>
                <c:pt idx="6638">
                  <c:v>-1.1184341959482893</c:v>
                </c:pt>
                <c:pt idx="6639">
                  <c:v>-1.2965092483517389</c:v>
                </c:pt>
                <c:pt idx="6640">
                  <c:v>-1.5159162242285502</c:v>
                </c:pt>
                <c:pt idx="6641">
                  <c:v>-1.5837743024714117</c:v>
                </c:pt>
                <c:pt idx="6642">
                  <c:v>-1.636054879803718</c:v>
                </c:pt>
                <c:pt idx="6643">
                  <c:v>-1.4942438663839512</c:v>
                </c:pt>
                <c:pt idx="6644">
                  <c:v>-1.5014913561089374</c:v>
                </c:pt>
                <c:pt idx="6645">
                  <c:v>-1.3159276135425384</c:v>
                </c:pt>
                <c:pt idx="6646">
                  <c:v>-1.38243660436815</c:v>
                </c:pt>
                <c:pt idx="6647">
                  <c:v>-0.825968971948283</c:v>
                </c:pt>
                <c:pt idx="6648">
                  <c:v>-0.22378606760009315</c:v>
                </c:pt>
                <c:pt idx="6649">
                  <c:v>-8.994710446769745E-2</c:v>
                </c:pt>
                <c:pt idx="6650">
                  <c:v>5.4913290002453687E-2</c:v>
                </c:pt>
                <c:pt idx="6651">
                  <c:v>4.0068625167909801E-2</c:v>
                </c:pt>
                <c:pt idx="6652">
                  <c:v>4.5078327327820314E-2</c:v>
                </c:pt>
                <c:pt idx="6653">
                  <c:v>4.1630735996535148E-2</c:v>
                </c:pt>
                <c:pt idx="6654">
                  <c:v>5.0112152867382721E-2</c:v>
                </c:pt>
                <c:pt idx="6655">
                  <c:v>-0.37666517476921407</c:v>
                </c:pt>
                <c:pt idx="6656">
                  <c:v>-1.3218720078094126</c:v>
                </c:pt>
                <c:pt idx="6657">
                  <c:v>-1.3583779111656529</c:v>
                </c:pt>
                <c:pt idx="6658">
                  <c:v>-1.5777182082112871</c:v>
                </c:pt>
                <c:pt idx="6659">
                  <c:v>-1.697456774473312</c:v>
                </c:pt>
                <c:pt idx="6660">
                  <c:v>-1.9048147498291064</c:v>
                </c:pt>
                <c:pt idx="6661">
                  <c:v>-1.9862519533931846</c:v>
                </c:pt>
                <c:pt idx="6662">
                  <c:v>-1.9497488959122167</c:v>
                </c:pt>
                <c:pt idx="6663">
                  <c:v>-2.1565510085609749</c:v>
                </c:pt>
                <c:pt idx="6664">
                  <c:v>-2.1651212948640253</c:v>
                </c:pt>
                <c:pt idx="6665">
                  <c:v>-1.7024734663889594</c:v>
                </c:pt>
                <c:pt idx="6666">
                  <c:v>-1.6789809826807744</c:v>
                </c:pt>
                <c:pt idx="6667">
                  <c:v>-1.6235096480383009</c:v>
                </c:pt>
                <c:pt idx="6668">
                  <c:v>-1.6649435486420867</c:v>
                </c:pt>
                <c:pt idx="6669">
                  <c:v>-1.4920929150658342</c:v>
                </c:pt>
                <c:pt idx="6670">
                  <c:v>-1.5155117966075338</c:v>
                </c:pt>
                <c:pt idx="6671">
                  <c:v>-0.84636766760744575</c:v>
                </c:pt>
                <c:pt idx="6672">
                  <c:v>-0.36508328707798005</c:v>
                </c:pt>
                <c:pt idx="6673">
                  <c:v>-0.17404622105760248</c:v>
                </c:pt>
                <c:pt idx="6674">
                  <c:v>-6.5078330149425934E-2</c:v>
                </c:pt>
                <c:pt idx="6675">
                  <c:v>1.1752680092245817E-2</c:v>
                </c:pt>
                <c:pt idx="6676">
                  <c:v>4.5093533062038962E-2</c:v>
                </c:pt>
                <c:pt idx="6677">
                  <c:v>5.4569545387000075E-2</c:v>
                </c:pt>
                <c:pt idx="6678">
                  <c:v>4.9703269323648047E-2</c:v>
                </c:pt>
                <c:pt idx="6679">
                  <c:v>-0.71428543085224128</c:v>
                </c:pt>
                <c:pt idx="6680">
                  <c:v>-1.5207834078396041</c:v>
                </c:pt>
                <c:pt idx="6681">
                  <c:v>-1.5301052928046379</c:v>
                </c:pt>
                <c:pt idx="6682">
                  <c:v>-1.9858845400128071</c:v>
                </c:pt>
                <c:pt idx="6683">
                  <c:v>-2.196960055027366</c:v>
                </c:pt>
                <c:pt idx="6684">
                  <c:v>-2.0524983981694969</c:v>
                </c:pt>
                <c:pt idx="6685">
                  <c:v>-1.5754967076922524</c:v>
                </c:pt>
                <c:pt idx="6686">
                  <c:v>-2.3261872479820234</c:v>
                </c:pt>
                <c:pt idx="6687">
                  <c:v>-1.4361552095722987</c:v>
                </c:pt>
                <c:pt idx="6688">
                  <c:v>-1.5406594438934547</c:v>
                </c:pt>
                <c:pt idx="6689">
                  <c:v>-1.3875157453564151</c:v>
                </c:pt>
                <c:pt idx="6690">
                  <c:v>-1.6944109382779444</c:v>
                </c:pt>
                <c:pt idx="6691">
                  <c:v>-1.0923367380106992</c:v>
                </c:pt>
                <c:pt idx="6692">
                  <c:v>-1.4371208729195657</c:v>
                </c:pt>
                <c:pt idx="6693">
                  <c:v>-1.2654965927900848</c:v>
                </c:pt>
                <c:pt idx="6694">
                  <c:v>-1.2291467920203694</c:v>
                </c:pt>
                <c:pt idx="6695">
                  <c:v>-0.93081133379198944</c:v>
                </c:pt>
                <c:pt idx="6696">
                  <c:v>-0.3949262754326186</c:v>
                </c:pt>
                <c:pt idx="6697">
                  <c:v>-8.8682704265952345E-2</c:v>
                </c:pt>
                <c:pt idx="6698">
                  <c:v>-8.3508687261471364E-3</c:v>
                </c:pt>
                <c:pt idx="6699">
                  <c:v>1.101466125571539E-2</c:v>
                </c:pt>
                <c:pt idx="6700">
                  <c:v>3.3803242070408475E-2</c:v>
                </c:pt>
                <c:pt idx="6701">
                  <c:v>6.4327393576683115E-2</c:v>
                </c:pt>
                <c:pt idx="6702">
                  <c:v>-0.34265821194830198</c:v>
                </c:pt>
                <c:pt idx="6703">
                  <c:v>-1.1659109806722232</c:v>
                </c:pt>
                <c:pt idx="6704">
                  <c:v>-1.3459349422383584</c:v>
                </c:pt>
                <c:pt idx="6705">
                  <c:v>-1.0664212048261277</c:v>
                </c:pt>
                <c:pt idx="6706">
                  <c:v>-1.1740235959880354</c:v>
                </c:pt>
                <c:pt idx="6707">
                  <c:v>-1.3300929583225825</c:v>
                </c:pt>
                <c:pt idx="6708">
                  <c:v>-1.4945418137464501</c:v>
                </c:pt>
                <c:pt idx="6709">
                  <c:v>-1.3611026306368854</c:v>
                </c:pt>
                <c:pt idx="6710">
                  <c:v>-1.4415582037340822</c:v>
                </c:pt>
                <c:pt idx="6711">
                  <c:v>-1.6018167746514618</c:v>
                </c:pt>
                <c:pt idx="6712">
                  <c:v>-1.3233543877185383</c:v>
                </c:pt>
                <c:pt idx="6713">
                  <c:v>-1.3268367583767442</c:v>
                </c:pt>
                <c:pt idx="6714">
                  <c:v>-1.2751630355117647</c:v>
                </c:pt>
                <c:pt idx="6715">
                  <c:v>-1.1992214833547186</c:v>
                </c:pt>
                <c:pt idx="6716">
                  <c:v>-1.3323766228617142</c:v>
                </c:pt>
                <c:pt idx="6717">
                  <c:v>-1.0902506368422984</c:v>
                </c:pt>
                <c:pt idx="6718">
                  <c:v>-1.1502739128363191</c:v>
                </c:pt>
                <c:pt idx="6719">
                  <c:v>-0.6691124758623318</c:v>
                </c:pt>
                <c:pt idx="6720">
                  <c:v>-0.21923437517160191</c:v>
                </c:pt>
                <c:pt idx="6721">
                  <c:v>-0.17194645532882868</c:v>
                </c:pt>
                <c:pt idx="6722">
                  <c:v>-8.2998384512750017E-2</c:v>
                </c:pt>
                <c:pt idx="6723">
                  <c:v>-3.0692841588902581E-2</c:v>
                </c:pt>
                <c:pt idx="6724">
                  <c:v>1.6501690772351103E-2</c:v>
                </c:pt>
                <c:pt idx="6725">
                  <c:v>4.4449535554397276E-2</c:v>
                </c:pt>
                <c:pt idx="6726">
                  <c:v>4.7163813586934493E-2</c:v>
                </c:pt>
                <c:pt idx="6727">
                  <c:v>-0.46935673849894455</c:v>
                </c:pt>
                <c:pt idx="6728">
                  <c:v>-1.2921663610604721</c:v>
                </c:pt>
                <c:pt idx="6729">
                  <c:v>-1.3720825781536075</c:v>
                </c:pt>
                <c:pt idx="6730">
                  <c:v>-1.4345269161289078</c:v>
                </c:pt>
                <c:pt idx="6731">
                  <c:v>-1.5048840805308703</c:v>
                </c:pt>
                <c:pt idx="6732">
                  <c:v>-1.643572708528658</c:v>
                </c:pt>
                <c:pt idx="6733">
                  <c:v>-1.6784443604361949</c:v>
                </c:pt>
                <c:pt idx="6734">
                  <c:v>-1.7626515974490404</c:v>
                </c:pt>
                <c:pt idx="6735">
                  <c:v>-1.8032589394521203</c:v>
                </c:pt>
                <c:pt idx="6736">
                  <c:v>-1.641128008818945</c:v>
                </c:pt>
                <c:pt idx="6737">
                  <c:v>-1.5666806146044128</c:v>
                </c:pt>
                <c:pt idx="6738">
                  <c:v>-1.2246601526609535</c:v>
                </c:pt>
                <c:pt idx="6739">
                  <c:v>-1.003411422740274</c:v>
                </c:pt>
                <c:pt idx="6740">
                  <c:v>-1.2577709662441199</c:v>
                </c:pt>
                <c:pt idx="6741">
                  <c:v>-0.88335541408223928</c:v>
                </c:pt>
                <c:pt idx="6742">
                  <c:v>-1.1256699819201186</c:v>
                </c:pt>
                <c:pt idx="6743">
                  <c:v>-0.4420927274010118</c:v>
                </c:pt>
                <c:pt idx="6744">
                  <c:v>-0.13596851499785936</c:v>
                </c:pt>
                <c:pt idx="6745">
                  <c:v>-6.0071183953430404E-2</c:v>
                </c:pt>
                <c:pt idx="6746">
                  <c:v>-9.5924973218142508E-3</c:v>
                </c:pt>
                <c:pt idx="6747">
                  <c:v>1.2393179234878418E-2</c:v>
                </c:pt>
                <c:pt idx="6748">
                  <c:v>1.9514132022077704E-2</c:v>
                </c:pt>
                <c:pt idx="6749">
                  <c:v>2.7660731386535766E-2</c:v>
                </c:pt>
                <c:pt idx="6750">
                  <c:v>3.5846663381426309E-3</c:v>
                </c:pt>
                <c:pt idx="6751">
                  <c:v>-0.57573803471286134</c:v>
                </c:pt>
                <c:pt idx="6752">
                  <c:v>-1.0836351870140088</c:v>
                </c:pt>
                <c:pt idx="6753">
                  <c:v>-0.98722019051113219</c:v>
                </c:pt>
                <c:pt idx="6754">
                  <c:v>-0.94478660106987356</c:v>
                </c:pt>
                <c:pt idx="6755">
                  <c:v>-1.0137494263778075</c:v>
                </c:pt>
                <c:pt idx="6756">
                  <c:v>-0.91941834257805555</c:v>
                </c:pt>
                <c:pt idx="6757">
                  <c:v>-1.0094086961756377</c:v>
                </c:pt>
                <c:pt idx="6758">
                  <c:v>-1.0275339604981353</c:v>
                </c:pt>
                <c:pt idx="6759">
                  <c:v>-1.2134853364329461</c:v>
                </c:pt>
                <c:pt idx="6760">
                  <c:v>-1.1696952970973351</c:v>
                </c:pt>
                <c:pt idx="6761">
                  <c:v>-0.8627922320323298</c:v>
                </c:pt>
                <c:pt idx="6762">
                  <c:v>-0.82169695044911528</c:v>
                </c:pt>
                <c:pt idx="6763">
                  <c:v>-0.95904345615384623</c:v>
                </c:pt>
                <c:pt idx="6764">
                  <c:v>-0.85008785247852658</c:v>
                </c:pt>
                <c:pt idx="6765">
                  <c:v>-0.6466662418405521</c:v>
                </c:pt>
                <c:pt idx="6766">
                  <c:v>-0.547225284450234</c:v>
                </c:pt>
                <c:pt idx="6767">
                  <c:v>-0.52871794482446954</c:v>
                </c:pt>
                <c:pt idx="6768">
                  <c:v>-0.10924797403542393</c:v>
                </c:pt>
                <c:pt idx="6769">
                  <c:v>-6.3533363289853165E-2</c:v>
                </c:pt>
                <c:pt idx="6770">
                  <c:v>-3.4888470911132285E-2</c:v>
                </c:pt>
                <c:pt idx="6771">
                  <c:v>-1.8916772256167155E-2</c:v>
                </c:pt>
                <c:pt idx="6772">
                  <c:v>1.5361115591096544E-3</c:v>
                </c:pt>
                <c:pt idx="6773">
                  <c:v>-6.9734985754756789E-4</c:v>
                </c:pt>
                <c:pt idx="6774">
                  <c:v>1.2217350585570634E-2</c:v>
                </c:pt>
                <c:pt idx="6775">
                  <c:v>-0.25092413775545913</c:v>
                </c:pt>
                <c:pt idx="6776">
                  <c:v>-0.81432494761079788</c:v>
                </c:pt>
                <c:pt idx="6777">
                  <c:v>-0.75471559472816352</c:v>
                </c:pt>
                <c:pt idx="6778">
                  <c:v>-0.90218442469074211</c:v>
                </c:pt>
                <c:pt idx="6779">
                  <c:v>-0.98437959305879985</c:v>
                </c:pt>
                <c:pt idx="6780">
                  <c:v>-1.001323075965405</c:v>
                </c:pt>
                <c:pt idx="6781">
                  <c:v>-0.95777135763920795</c:v>
                </c:pt>
                <c:pt idx="6782">
                  <c:v>-0.90426942315609538</c:v>
                </c:pt>
                <c:pt idx="6783">
                  <c:v>-1.0089588854045872</c:v>
                </c:pt>
                <c:pt idx="6784">
                  <c:v>-0.93307301324220726</c:v>
                </c:pt>
                <c:pt idx="6785">
                  <c:v>-0.87787053062638098</c:v>
                </c:pt>
                <c:pt idx="6786">
                  <c:v>-0.9293184190455035</c:v>
                </c:pt>
                <c:pt idx="6787">
                  <c:v>-0.84303884811331808</c:v>
                </c:pt>
                <c:pt idx="6788">
                  <c:v>-0.82153209638763824</c:v>
                </c:pt>
                <c:pt idx="6789">
                  <c:v>-0.92201723234985122</c:v>
                </c:pt>
                <c:pt idx="6790">
                  <c:v>-0.79925118529351646</c:v>
                </c:pt>
                <c:pt idx="6791">
                  <c:v>-0.37248277210043096</c:v>
                </c:pt>
                <c:pt idx="6792">
                  <c:v>-7.409965049523673E-2</c:v>
                </c:pt>
                <c:pt idx="6793">
                  <c:v>-6.3364705784328956E-2</c:v>
                </c:pt>
                <c:pt idx="6794">
                  <c:v>-5.3141063333946241E-2</c:v>
                </c:pt>
                <c:pt idx="6795">
                  <c:v>-3.9637670719457986E-2</c:v>
                </c:pt>
                <c:pt idx="6796">
                  <c:v>-2.3588574973385623E-2</c:v>
                </c:pt>
                <c:pt idx="6797">
                  <c:v>-8.8936814999067849E-3</c:v>
                </c:pt>
                <c:pt idx="6798">
                  <c:v>-0.2565080598534526</c:v>
                </c:pt>
                <c:pt idx="6799">
                  <c:v>-0.78955606457565763</c:v>
                </c:pt>
                <c:pt idx="6800">
                  <c:v>-0.89783325164919281</c:v>
                </c:pt>
                <c:pt idx="6801">
                  <c:v>-0.91620508182905391</c:v>
                </c:pt>
                <c:pt idx="6802">
                  <c:v>-0.93074559248520805</c:v>
                </c:pt>
                <c:pt idx="6803">
                  <c:v>-1.1875967972323926</c:v>
                </c:pt>
                <c:pt idx="6804">
                  <c:v>-1.4870746967177977</c:v>
                </c:pt>
                <c:pt idx="6805">
                  <c:v>-1.509637646161061</c:v>
                </c:pt>
                <c:pt idx="6806">
                  <c:v>-1.7274723724796686</c:v>
                </c:pt>
                <c:pt idx="6807">
                  <c:v>-2.0293513515843173</c:v>
                </c:pt>
                <c:pt idx="6808">
                  <c:v>-1.8975752723314572</c:v>
                </c:pt>
                <c:pt idx="6809">
                  <c:v>-1.7178163319960233</c:v>
                </c:pt>
                <c:pt idx="6810">
                  <c:v>-1.6421367167253016</c:v>
                </c:pt>
                <c:pt idx="6811">
                  <c:v>-1.6451881227581999</c:v>
                </c:pt>
                <c:pt idx="6812">
                  <c:v>-1.3008605110085931</c:v>
                </c:pt>
                <c:pt idx="6813">
                  <c:v>-0.98383447773588129</c:v>
                </c:pt>
                <c:pt idx="6814">
                  <c:v>-1.1142515839400542</c:v>
                </c:pt>
                <c:pt idx="6815">
                  <c:v>-0.62756672642538591</c:v>
                </c:pt>
                <c:pt idx="6816">
                  <c:v>-0.16448513084359762</c:v>
                </c:pt>
                <c:pt idx="6817">
                  <c:v>-5.8557719188940954E-2</c:v>
                </c:pt>
                <c:pt idx="6818">
                  <c:v>2.3977576722777935E-2</c:v>
                </c:pt>
                <c:pt idx="6819">
                  <c:v>3.5811282953796798E-2</c:v>
                </c:pt>
                <c:pt idx="6820">
                  <c:v>3.1068335266561456E-2</c:v>
                </c:pt>
                <c:pt idx="6821">
                  <c:v>4.0053641789958794E-2</c:v>
                </c:pt>
                <c:pt idx="6822">
                  <c:v>-0.23758168934138182</c:v>
                </c:pt>
                <c:pt idx="6823">
                  <c:v>-0.90051512564107128</c:v>
                </c:pt>
                <c:pt idx="6824">
                  <c:v>-0.99845799714348216</c:v>
                </c:pt>
                <c:pt idx="6825">
                  <c:v>-1.087167098527529</c:v>
                </c:pt>
                <c:pt idx="6826">
                  <c:v>-1.5105327302050353</c:v>
                </c:pt>
                <c:pt idx="6827">
                  <c:v>-1.297396260474339</c:v>
                </c:pt>
                <c:pt idx="6828">
                  <c:v>-1.6989081652286175</c:v>
                </c:pt>
                <c:pt idx="6829">
                  <c:v>-1.6230475063833409</c:v>
                </c:pt>
                <c:pt idx="6830">
                  <c:v>-1.3540831266930971</c:v>
                </c:pt>
                <c:pt idx="6831">
                  <c:v>-1.2117225915864327</c:v>
                </c:pt>
                <c:pt idx="6832">
                  <c:v>-1.1648234178005519</c:v>
                </c:pt>
                <c:pt idx="6833">
                  <c:v>-1.1999427608340547</c:v>
                </c:pt>
                <c:pt idx="6834">
                  <c:v>-1.0910028119619373</c:v>
                </c:pt>
                <c:pt idx="6835">
                  <c:v>-1.0435242554872526</c:v>
                </c:pt>
                <c:pt idx="6836">
                  <c:v>-0.93683791734220923</c:v>
                </c:pt>
                <c:pt idx="6837">
                  <c:v>-0.71984694470385602</c:v>
                </c:pt>
                <c:pt idx="6838">
                  <c:v>-0.73933360096032996</c:v>
                </c:pt>
                <c:pt idx="6839">
                  <c:v>-8.9875861185567868E-2</c:v>
                </c:pt>
                <c:pt idx="6840">
                  <c:v>-3.3705659954150487E-2</c:v>
                </c:pt>
                <c:pt idx="6841">
                  <c:v>-4.0559772767571368E-2</c:v>
                </c:pt>
                <c:pt idx="6842">
                  <c:v>-8.778505358032063E-3</c:v>
                </c:pt>
                <c:pt idx="6843">
                  <c:v>2.8303103427831731E-2</c:v>
                </c:pt>
                <c:pt idx="6844">
                  <c:v>0.10136260659261817</c:v>
                </c:pt>
                <c:pt idx="6845">
                  <c:v>0.22767688703938374</c:v>
                </c:pt>
                <c:pt idx="6846">
                  <c:v>0.14616184875179861</c:v>
                </c:pt>
                <c:pt idx="6847">
                  <c:v>-0.24997883738900201</c:v>
                </c:pt>
                <c:pt idx="6848">
                  <c:v>-0.57139323880885418</c:v>
                </c:pt>
                <c:pt idx="6849">
                  <c:v>-0.67859181073262353</c:v>
                </c:pt>
                <c:pt idx="6850">
                  <c:v>-0.7780252307396136</c:v>
                </c:pt>
                <c:pt idx="6851">
                  <c:v>-0.79481992494857956</c:v>
                </c:pt>
                <c:pt idx="6852">
                  <c:v>-1.0935498977586942</c:v>
                </c:pt>
                <c:pt idx="6853">
                  <c:v>-1.2570802436587087</c:v>
                </c:pt>
                <c:pt idx="6854">
                  <c:v>-1.5508987890313124</c:v>
                </c:pt>
                <c:pt idx="6855">
                  <c:v>-1.7220323377524023</c:v>
                </c:pt>
                <c:pt idx="6856">
                  <c:v>-1.3261901043129998</c:v>
                </c:pt>
                <c:pt idx="6857">
                  <c:v>-1.0507231741536578</c:v>
                </c:pt>
                <c:pt idx="6858">
                  <c:v>-0.64446862898514179</c:v>
                </c:pt>
                <c:pt idx="6859">
                  <c:v>-0.98905192593728952</c:v>
                </c:pt>
                <c:pt idx="6860">
                  <c:v>-1.09520689235557</c:v>
                </c:pt>
                <c:pt idx="6861">
                  <c:v>-0.59570775325868597</c:v>
                </c:pt>
                <c:pt idx="6862">
                  <c:v>-0.71291062141917261</c:v>
                </c:pt>
                <c:pt idx="6863">
                  <c:v>-0.36045635256521169</c:v>
                </c:pt>
                <c:pt idx="6864">
                  <c:v>-0.19950919708702619</c:v>
                </c:pt>
                <c:pt idx="6865">
                  <c:v>-6.4834642666113301E-2</c:v>
                </c:pt>
                <c:pt idx="6866">
                  <c:v>-2.014387173206024E-2</c:v>
                </c:pt>
                <c:pt idx="6867">
                  <c:v>3.3798823961528286E-2</c:v>
                </c:pt>
                <c:pt idx="6868">
                  <c:v>4.2813235339139548E-2</c:v>
                </c:pt>
                <c:pt idx="6869">
                  <c:v>5.3016373146287959E-2</c:v>
                </c:pt>
                <c:pt idx="6870">
                  <c:v>4.8404756067498222E-2</c:v>
                </c:pt>
                <c:pt idx="6871">
                  <c:v>-0.21269167483175611</c:v>
                </c:pt>
                <c:pt idx="6872">
                  <c:v>-1.0769672011902993</c:v>
                </c:pt>
                <c:pt idx="6873">
                  <c:v>-1.0626447415749403</c:v>
                </c:pt>
                <c:pt idx="6874">
                  <c:v>-1.299138103465437</c:v>
                </c:pt>
                <c:pt idx="6875">
                  <c:v>-1.2760276161601243</c:v>
                </c:pt>
                <c:pt idx="6876">
                  <c:v>-1.3112520540693642</c:v>
                </c:pt>
                <c:pt idx="6877">
                  <c:v>-1.5004974368152724</c:v>
                </c:pt>
                <c:pt idx="6878">
                  <c:v>-1.5485745021329693</c:v>
                </c:pt>
                <c:pt idx="6879">
                  <c:v>-1.4473630095486725</c:v>
                </c:pt>
                <c:pt idx="6880">
                  <c:v>-1.2339792057477561</c:v>
                </c:pt>
                <c:pt idx="6881">
                  <c:v>-1.3304943151695852</c:v>
                </c:pt>
                <c:pt idx="6882">
                  <c:v>-1.2972667142795362</c:v>
                </c:pt>
                <c:pt idx="6883">
                  <c:v>-1.2072591547092952</c:v>
                </c:pt>
                <c:pt idx="6884">
                  <c:v>-1.3234107976362746</c:v>
                </c:pt>
                <c:pt idx="6885">
                  <c:v>-1.2433217028955954</c:v>
                </c:pt>
                <c:pt idx="6886">
                  <c:v>-1.2634192079032254</c:v>
                </c:pt>
                <c:pt idx="6887">
                  <c:v>-0.63670276558605166</c:v>
                </c:pt>
                <c:pt idx="6888">
                  <c:v>-0.17379324248684691</c:v>
                </c:pt>
                <c:pt idx="6889">
                  <c:v>-8.3378302817054301E-2</c:v>
                </c:pt>
                <c:pt idx="6890">
                  <c:v>-3.4630286322909674E-3</c:v>
                </c:pt>
                <c:pt idx="6891">
                  <c:v>2.8532424963163681E-2</c:v>
                </c:pt>
                <c:pt idx="6892">
                  <c:v>4.9430502848431201E-2</c:v>
                </c:pt>
                <c:pt idx="6893">
                  <c:v>6.1436926324503052E-2</c:v>
                </c:pt>
                <c:pt idx="6894">
                  <c:v>5.0638045764259981E-2</c:v>
                </c:pt>
                <c:pt idx="6895">
                  <c:v>-0.29428170908323054</c:v>
                </c:pt>
                <c:pt idx="6896">
                  <c:v>-1.0574184311177215</c:v>
                </c:pt>
                <c:pt idx="6897">
                  <c:v>-0.90040349209338311</c:v>
                </c:pt>
                <c:pt idx="6898">
                  <c:v>-1.2237149806131566</c:v>
                </c:pt>
                <c:pt idx="6899">
                  <c:v>-1.3969965341898645</c:v>
                </c:pt>
                <c:pt idx="6900">
                  <c:v>-1.4421114971215325</c:v>
                </c:pt>
                <c:pt idx="6901">
                  <c:v>-1.526761421524476</c:v>
                </c:pt>
                <c:pt idx="6902">
                  <c:v>-1.5638125169884822</c:v>
                </c:pt>
                <c:pt idx="6903">
                  <c:v>-1.5199287364731116</c:v>
                </c:pt>
                <c:pt idx="6904">
                  <c:v>-1.4933194349959809</c:v>
                </c:pt>
                <c:pt idx="6905">
                  <c:v>-1.4001905569550075</c:v>
                </c:pt>
                <c:pt idx="6906">
                  <c:v>-0.67287834243657596</c:v>
                </c:pt>
                <c:pt idx="6907">
                  <c:v>-1.4636705709652831</c:v>
                </c:pt>
                <c:pt idx="6908">
                  <c:v>-1.046226515598691</c:v>
                </c:pt>
                <c:pt idx="6909">
                  <c:v>-0.94553875604676607</c:v>
                </c:pt>
                <c:pt idx="6910">
                  <c:v>-1.1808944893534554</c:v>
                </c:pt>
                <c:pt idx="6911">
                  <c:v>-0.56766697369708685</c:v>
                </c:pt>
                <c:pt idx="6912">
                  <c:v>-0.14481062523858526</c:v>
                </c:pt>
                <c:pt idx="6913">
                  <c:v>6.0670080107902369E-2</c:v>
                </c:pt>
                <c:pt idx="6914">
                  <c:v>0.18898532559165299</c:v>
                </c:pt>
                <c:pt idx="6915">
                  <c:v>0.13817485569347526</c:v>
                </c:pt>
                <c:pt idx="6916">
                  <c:v>3.0719236681771449E-2</c:v>
                </c:pt>
                <c:pt idx="6917">
                  <c:v>3.5033050753829925E-2</c:v>
                </c:pt>
                <c:pt idx="6918">
                  <c:v>4.4860880810323099E-2</c:v>
                </c:pt>
                <c:pt idx="6919">
                  <c:v>-0.15053914235117541</c:v>
                </c:pt>
                <c:pt idx="6920">
                  <c:v>-0.91886287128253896</c:v>
                </c:pt>
                <c:pt idx="6921">
                  <c:v>-0.91746924815590791</c:v>
                </c:pt>
                <c:pt idx="6922">
                  <c:v>-0.94445327037239346</c:v>
                </c:pt>
                <c:pt idx="6923">
                  <c:v>-1.1418161984165496</c:v>
                </c:pt>
                <c:pt idx="6924">
                  <c:v>-1.2386857733764962</c:v>
                </c:pt>
                <c:pt idx="6925">
                  <c:v>-1.2470914330013902</c:v>
                </c:pt>
                <c:pt idx="6926">
                  <c:v>-1.5273338371948584</c:v>
                </c:pt>
                <c:pt idx="6927">
                  <c:v>-1.4029419390466389</c:v>
                </c:pt>
                <c:pt idx="6928">
                  <c:v>-1.3172362382106029</c:v>
                </c:pt>
                <c:pt idx="6929">
                  <c:v>-1.3937127914070588</c:v>
                </c:pt>
                <c:pt idx="6930">
                  <c:v>-1.4986005673424772</c:v>
                </c:pt>
                <c:pt idx="6931">
                  <c:v>-1.2389970098175671</c:v>
                </c:pt>
                <c:pt idx="6932">
                  <c:v>-1.2892656584288587</c:v>
                </c:pt>
                <c:pt idx="6933">
                  <c:v>-1.1987611755777194</c:v>
                </c:pt>
                <c:pt idx="6934">
                  <c:v>-1.1103622840725931</c:v>
                </c:pt>
                <c:pt idx="6935">
                  <c:v>-0.42258448273120602</c:v>
                </c:pt>
                <c:pt idx="6936">
                  <c:v>-0.18796113955189536</c:v>
                </c:pt>
                <c:pt idx="6937">
                  <c:v>-0.13535713971980026</c:v>
                </c:pt>
                <c:pt idx="6938">
                  <c:v>-8.1768438154343634E-2</c:v>
                </c:pt>
                <c:pt idx="6939">
                  <c:v>-6.7618357516488162E-2</c:v>
                </c:pt>
                <c:pt idx="6940">
                  <c:v>-1.2247826614686656E-3</c:v>
                </c:pt>
                <c:pt idx="6941">
                  <c:v>3.0029671805127025E-2</c:v>
                </c:pt>
                <c:pt idx="6942">
                  <c:v>-0.10742050872350047</c:v>
                </c:pt>
                <c:pt idx="6943">
                  <c:v>-0.92868444058265909</c:v>
                </c:pt>
                <c:pt idx="6944">
                  <c:v>-1.1479669575981248</c:v>
                </c:pt>
                <c:pt idx="6945">
                  <c:v>-1.2988617928709936</c:v>
                </c:pt>
                <c:pt idx="6946">
                  <c:v>-1.5820061478798286</c:v>
                </c:pt>
                <c:pt idx="6947">
                  <c:v>-1.5969908385495151</c:v>
                </c:pt>
                <c:pt idx="6948">
                  <c:v>-1.8977765486093352</c:v>
                </c:pt>
                <c:pt idx="6949">
                  <c:v>-1.9743518252280254</c:v>
                </c:pt>
                <c:pt idx="6950">
                  <c:v>-1.709701211927138</c:v>
                </c:pt>
                <c:pt idx="6951">
                  <c:v>-1.4875299088424658</c:v>
                </c:pt>
                <c:pt idx="6952">
                  <c:v>-1.8854459835523687</c:v>
                </c:pt>
                <c:pt idx="6953">
                  <c:v>-1.5039401116421474</c:v>
                </c:pt>
                <c:pt idx="6954">
                  <c:v>-1.3334749558737442</c:v>
                </c:pt>
                <c:pt idx="6955">
                  <c:v>-1.3003537062657369</c:v>
                </c:pt>
                <c:pt idx="6956">
                  <c:v>-1.1438025196210602</c:v>
                </c:pt>
                <c:pt idx="6957">
                  <c:v>-1.0461321137805117</c:v>
                </c:pt>
                <c:pt idx="6958">
                  <c:v>-0.94632822130753369</c:v>
                </c:pt>
                <c:pt idx="6959">
                  <c:v>-0.30249847038681893</c:v>
                </c:pt>
                <c:pt idx="6960">
                  <c:v>-5.3867302159661956E-2</c:v>
                </c:pt>
                <c:pt idx="6961">
                  <c:v>5.3843902722902244E-2</c:v>
                </c:pt>
                <c:pt idx="6962">
                  <c:v>5.2564994446163117E-2</c:v>
                </c:pt>
                <c:pt idx="6963">
                  <c:v>2.5537364116498561E-2</c:v>
                </c:pt>
                <c:pt idx="6964">
                  <c:v>5.1931913012194103E-2</c:v>
                </c:pt>
                <c:pt idx="6965">
                  <c:v>7.5305748123359967E-2</c:v>
                </c:pt>
                <c:pt idx="6966">
                  <c:v>-6.6448907175284511E-2</c:v>
                </c:pt>
                <c:pt idx="6967">
                  <c:v>-0.7428947037579493</c:v>
                </c:pt>
                <c:pt idx="6968">
                  <c:v>-0.64905601943415836</c:v>
                </c:pt>
                <c:pt idx="6969">
                  <c:v>-0.71102383221862753</c:v>
                </c:pt>
                <c:pt idx="6970">
                  <c:v>-1.1182403374563239</c:v>
                </c:pt>
                <c:pt idx="6971">
                  <c:v>-1.1826632488033189</c:v>
                </c:pt>
                <c:pt idx="6972">
                  <c:v>-1.3219614138476923</c:v>
                </c:pt>
                <c:pt idx="6973">
                  <c:v>-1.3358856359155136</c:v>
                </c:pt>
                <c:pt idx="6974">
                  <c:v>-1.2114937129784147</c:v>
                </c:pt>
                <c:pt idx="6975">
                  <c:v>-1.3807696346227274</c:v>
                </c:pt>
                <c:pt idx="6976">
                  <c:v>-1.2681641609702621</c:v>
                </c:pt>
                <c:pt idx="6977">
                  <c:v>-1.3842076168552979</c:v>
                </c:pt>
                <c:pt idx="6978">
                  <c:v>-1.4454149433448564</c:v>
                </c:pt>
                <c:pt idx="6979">
                  <c:v>-1.3343579212373828</c:v>
                </c:pt>
                <c:pt idx="6980">
                  <c:v>-1.2977581214384735</c:v>
                </c:pt>
                <c:pt idx="6981">
                  <c:v>-1.0685670064286144</c:v>
                </c:pt>
                <c:pt idx="6982">
                  <c:v>-1.0499306750441015</c:v>
                </c:pt>
                <c:pt idx="6983">
                  <c:v>-0.39300510342588918</c:v>
                </c:pt>
                <c:pt idx="6984">
                  <c:v>-0.27154223001083416</c:v>
                </c:pt>
                <c:pt idx="6985">
                  <c:v>-0.15651496844562066</c:v>
                </c:pt>
                <c:pt idx="6986">
                  <c:v>-5.2025493680927078E-2</c:v>
                </c:pt>
                <c:pt idx="6987">
                  <c:v>2.0090368954078657E-2</c:v>
                </c:pt>
                <c:pt idx="6988">
                  <c:v>4.5154730049345893E-2</c:v>
                </c:pt>
                <c:pt idx="6989">
                  <c:v>4.3842094438873463E-2</c:v>
                </c:pt>
                <c:pt idx="6990">
                  <c:v>-0.32444323007048925</c:v>
                </c:pt>
                <c:pt idx="6991">
                  <c:v>-0.95157605437401693</c:v>
                </c:pt>
                <c:pt idx="6992">
                  <c:v>-0.88285849958298557</c:v>
                </c:pt>
                <c:pt idx="6993">
                  <c:v>-1.3904473076175221</c:v>
                </c:pt>
                <c:pt idx="6994">
                  <c:v>-1.4833781961052748</c:v>
                </c:pt>
                <c:pt idx="6995">
                  <c:v>-1.5255414851529914</c:v>
                </c:pt>
                <c:pt idx="6996">
                  <c:v>-1.260984110765589</c:v>
                </c:pt>
                <c:pt idx="6997">
                  <c:v>-1.2470861059156824</c:v>
                </c:pt>
                <c:pt idx="6998">
                  <c:v>-1.154425536910783</c:v>
                </c:pt>
                <c:pt idx="6999">
                  <c:v>-1.1175658432267239</c:v>
                </c:pt>
                <c:pt idx="7000">
                  <c:v>-1.0866638085199842</c:v>
                </c:pt>
                <c:pt idx="7001">
                  <c:v>-1.1373568872185891</c:v>
                </c:pt>
                <c:pt idx="7002">
                  <c:v>-1.1003286882551488</c:v>
                </c:pt>
                <c:pt idx="7003">
                  <c:v>-1.0231166243845271</c:v>
                </c:pt>
                <c:pt idx="7004">
                  <c:v>-0.94820049652995453</c:v>
                </c:pt>
                <c:pt idx="7005">
                  <c:v>-0.90828848085831515</c:v>
                </c:pt>
                <c:pt idx="7006">
                  <c:v>-0.7334176385555109</c:v>
                </c:pt>
                <c:pt idx="7007">
                  <c:v>-0.28156328798177133</c:v>
                </c:pt>
                <c:pt idx="7008">
                  <c:v>-9.1225175553550517E-2</c:v>
                </c:pt>
                <c:pt idx="7009">
                  <c:v>-2.3623240979257762E-2</c:v>
                </c:pt>
                <c:pt idx="7010">
                  <c:v>-9.374204132503448E-3</c:v>
                </c:pt>
                <c:pt idx="7011">
                  <c:v>3.6880261553114517E-2</c:v>
                </c:pt>
                <c:pt idx="7012">
                  <c:v>4.199741391434815E-2</c:v>
                </c:pt>
                <c:pt idx="7013">
                  <c:v>5.014452690747416E-2</c:v>
                </c:pt>
                <c:pt idx="7014">
                  <c:v>-0.18030831047160006</c:v>
                </c:pt>
                <c:pt idx="7015">
                  <c:v>-1.0700698137970788</c:v>
                </c:pt>
                <c:pt idx="7016">
                  <c:v>-0.97306821530984267</c:v>
                </c:pt>
                <c:pt idx="7017">
                  <c:v>-0.9704661199299951</c:v>
                </c:pt>
                <c:pt idx="7018">
                  <c:v>-1.295255482769363</c:v>
                </c:pt>
                <c:pt idx="7019">
                  <c:v>-1.7086544761392453</c:v>
                </c:pt>
                <c:pt idx="7020">
                  <c:v>-1.270062728883433</c:v>
                </c:pt>
                <c:pt idx="7021">
                  <c:v>-1.3667705627138624</c:v>
                </c:pt>
                <c:pt idx="7022">
                  <c:v>-1.4088448690010895</c:v>
                </c:pt>
                <c:pt idx="7023">
                  <c:v>-1.1927457131995947</c:v>
                </c:pt>
                <c:pt idx="7024">
                  <c:v>-1.1897199771344935</c:v>
                </c:pt>
                <c:pt idx="7025">
                  <c:v>-1.0074127850657812</c:v>
                </c:pt>
                <c:pt idx="7026">
                  <c:v>-1.0972782215863162</c:v>
                </c:pt>
                <c:pt idx="7027">
                  <c:v>-0.99258461524111907</c:v>
                </c:pt>
                <c:pt idx="7028">
                  <c:v>-0.94583985849283847</c:v>
                </c:pt>
                <c:pt idx="7029">
                  <c:v>-0.86852747685506537</c:v>
                </c:pt>
                <c:pt idx="7030">
                  <c:v>-0.80400010247049603</c:v>
                </c:pt>
                <c:pt idx="7031">
                  <c:v>-0.285459095149032</c:v>
                </c:pt>
                <c:pt idx="7032">
                  <c:v>-2.6635589964876052E-2</c:v>
                </c:pt>
                <c:pt idx="7033">
                  <c:v>5.7969159804229245E-2</c:v>
                </c:pt>
                <c:pt idx="7034">
                  <c:v>2.9323087123188967E-2</c:v>
                </c:pt>
                <c:pt idx="7035">
                  <c:v>2.4591123666346179E-2</c:v>
                </c:pt>
                <c:pt idx="7036">
                  <c:v>4.5332755450305164E-2</c:v>
                </c:pt>
                <c:pt idx="7037">
                  <c:v>4.7171850863319181E-2</c:v>
                </c:pt>
                <c:pt idx="7038">
                  <c:v>7.9237258603111871E-2</c:v>
                </c:pt>
                <c:pt idx="7039">
                  <c:v>-0.58003446687952098</c:v>
                </c:pt>
                <c:pt idx="7040">
                  <c:v>-0.71477943626609308</c:v>
                </c:pt>
                <c:pt idx="7041">
                  <c:v>-0.4927672890463583</c:v>
                </c:pt>
                <c:pt idx="7042">
                  <c:v>-0.86462575726455515</c:v>
                </c:pt>
                <c:pt idx="7043">
                  <c:v>-1.0302420608508127</c:v>
                </c:pt>
                <c:pt idx="7044">
                  <c:v>-1.074507905805719</c:v>
                </c:pt>
                <c:pt idx="7045">
                  <c:v>-1.0612157411607079</c:v>
                </c:pt>
                <c:pt idx="7046">
                  <c:v>-1.0966002623498141</c:v>
                </c:pt>
                <c:pt idx="7047">
                  <c:v>-0.84879654039137531</c:v>
                </c:pt>
                <c:pt idx="7048">
                  <c:v>-0.81109764238961479</c:v>
                </c:pt>
                <c:pt idx="7049">
                  <c:v>-0.90500682369828944</c:v>
                </c:pt>
                <c:pt idx="7050">
                  <c:v>-1.0108727113369003</c:v>
                </c:pt>
                <c:pt idx="7051">
                  <c:v>-0.91452822602468686</c:v>
                </c:pt>
                <c:pt idx="7052">
                  <c:v>-0.89558731513994694</c:v>
                </c:pt>
                <c:pt idx="7053">
                  <c:v>-0.77851463255461195</c:v>
                </c:pt>
                <c:pt idx="7054">
                  <c:v>-0.3157168129517281</c:v>
                </c:pt>
                <c:pt idx="7055">
                  <c:v>-0.29406747707496839</c:v>
                </c:pt>
                <c:pt idx="7056">
                  <c:v>-9.9916701123465845E-2</c:v>
                </c:pt>
                <c:pt idx="7057">
                  <c:v>-7.8018384669999519E-3</c:v>
                </c:pt>
                <c:pt idx="7058">
                  <c:v>3.0044821686834849E-2</c:v>
                </c:pt>
                <c:pt idx="7059">
                  <c:v>3.359983215988465E-2</c:v>
                </c:pt>
                <c:pt idx="7060">
                  <c:v>4.9666177166136909E-2</c:v>
                </c:pt>
                <c:pt idx="7061">
                  <c:v>5.361634696499297E-2</c:v>
                </c:pt>
                <c:pt idx="7062">
                  <c:v>6.0729924093848711E-2</c:v>
                </c:pt>
                <c:pt idx="7063">
                  <c:v>-0.19755798404550504</c:v>
                </c:pt>
                <c:pt idx="7064">
                  <c:v>-0.86706071994304867</c:v>
                </c:pt>
                <c:pt idx="7065">
                  <c:v>-0.64861555085221301</c:v>
                </c:pt>
                <c:pt idx="7066">
                  <c:v>-0.28588034548803354</c:v>
                </c:pt>
                <c:pt idx="7067">
                  <c:v>-1.0247541164245602</c:v>
                </c:pt>
                <c:pt idx="7068">
                  <c:v>-0.94436432984625318</c:v>
                </c:pt>
                <c:pt idx="7069">
                  <c:v>-0.99216868296484506</c:v>
                </c:pt>
                <c:pt idx="7070">
                  <c:v>-1.1295960726756078</c:v>
                </c:pt>
                <c:pt idx="7071">
                  <c:v>-1.1130930060414732</c:v>
                </c:pt>
                <c:pt idx="7072">
                  <c:v>-1.1413861747505509</c:v>
                </c:pt>
                <c:pt idx="7073">
                  <c:v>-0.84330148951159234</c:v>
                </c:pt>
                <c:pt idx="7074">
                  <c:v>-0.98733830024785818</c:v>
                </c:pt>
                <c:pt idx="7075">
                  <c:v>-0.71400084705829203</c:v>
                </c:pt>
                <c:pt idx="7076">
                  <c:v>-0.99730013740112766</c:v>
                </c:pt>
                <c:pt idx="7077">
                  <c:v>-0.61715710467295148</c:v>
                </c:pt>
                <c:pt idx="7078">
                  <c:v>-0.88366273934377448</c:v>
                </c:pt>
                <c:pt idx="7079">
                  <c:v>-0.38578058016091027</c:v>
                </c:pt>
                <c:pt idx="7080">
                  <c:v>-0.11830418784296377</c:v>
                </c:pt>
                <c:pt idx="7081">
                  <c:v>-3.3793068760872402E-2</c:v>
                </c:pt>
                <c:pt idx="7082">
                  <c:v>4.1463989321741807E-3</c:v>
                </c:pt>
                <c:pt idx="7083">
                  <c:v>4.3556125135256724E-2</c:v>
                </c:pt>
                <c:pt idx="7084">
                  <c:v>4.6789708461868661E-2</c:v>
                </c:pt>
                <c:pt idx="7085">
                  <c:v>5.1809264430855408E-2</c:v>
                </c:pt>
                <c:pt idx="7086">
                  <c:v>3.5577209598067351E-2</c:v>
                </c:pt>
                <c:pt idx="7087">
                  <c:v>-0.27588443173113186</c:v>
                </c:pt>
                <c:pt idx="7088">
                  <c:v>-1.1467890746980143</c:v>
                </c:pt>
                <c:pt idx="7089">
                  <c:v>-0.97615884688648757</c:v>
                </c:pt>
                <c:pt idx="7090">
                  <c:v>-1.0568964167071944</c:v>
                </c:pt>
                <c:pt idx="7091">
                  <c:v>-1.0778051851776143</c:v>
                </c:pt>
                <c:pt idx="7092">
                  <c:v>-1.2872682867958931</c:v>
                </c:pt>
                <c:pt idx="7093">
                  <c:v>-1.3411221377609222</c:v>
                </c:pt>
                <c:pt idx="7094">
                  <c:v>-1.1661244086521714</c:v>
                </c:pt>
                <c:pt idx="7095">
                  <c:v>-1.1993966539441845</c:v>
                </c:pt>
                <c:pt idx="7096">
                  <c:v>-1.3982715772004977</c:v>
                </c:pt>
                <c:pt idx="7097">
                  <c:v>-1.1214331250612948</c:v>
                </c:pt>
                <c:pt idx="7098">
                  <c:v>-0.63770900199131597</c:v>
                </c:pt>
                <c:pt idx="7099">
                  <c:v>-1.2513558984137652</c:v>
                </c:pt>
                <c:pt idx="7100">
                  <c:v>-1.2712714212879221</c:v>
                </c:pt>
                <c:pt idx="7101">
                  <c:v>-0.99873059813983323</c:v>
                </c:pt>
                <c:pt idx="7102">
                  <c:v>-0.95571134657080747</c:v>
                </c:pt>
                <c:pt idx="7103">
                  <c:v>-1.0344510609892703</c:v>
                </c:pt>
                <c:pt idx="7104">
                  <c:v>-0.88690915800159087</c:v>
                </c:pt>
                <c:pt idx="7105">
                  <c:v>-0.49897951515910344</c:v>
                </c:pt>
                <c:pt idx="7106">
                  <c:v>-0.1806250154280048</c:v>
                </c:pt>
                <c:pt idx="7107">
                  <c:v>-4.3975232445799733E-2</c:v>
                </c:pt>
                <c:pt idx="7108">
                  <c:v>-6.183968441372297E-3</c:v>
                </c:pt>
                <c:pt idx="7109">
                  <c:v>1.8045651325003579E-2</c:v>
                </c:pt>
                <c:pt idx="7110">
                  <c:v>2.2605866286603733E-2</c:v>
                </c:pt>
                <c:pt idx="7111">
                  <c:v>-0.30858121436306041</c:v>
                </c:pt>
                <c:pt idx="7112">
                  <c:v>-1.2222049488861826</c:v>
                </c:pt>
                <c:pt idx="7113">
                  <c:v>-1.3637986651627723</c:v>
                </c:pt>
                <c:pt idx="7114">
                  <c:v>-1.3491265537522248</c:v>
                </c:pt>
                <c:pt idx="7115">
                  <c:v>-1.4538163113695854</c:v>
                </c:pt>
                <c:pt idx="7116">
                  <c:v>-1.5157978815459106</c:v>
                </c:pt>
                <c:pt idx="7117">
                  <c:v>-1.4598975148549627</c:v>
                </c:pt>
                <c:pt idx="7118">
                  <c:v>-1.3309098716178887</c:v>
                </c:pt>
                <c:pt idx="7119">
                  <c:v>-1.4072637385676283</c:v>
                </c:pt>
                <c:pt idx="7120">
                  <c:v>-1.2496382716677334</c:v>
                </c:pt>
                <c:pt idx="7121">
                  <c:v>-1.2375981435020542</c:v>
                </c:pt>
                <c:pt idx="7122">
                  <c:v>-1.102394716990331</c:v>
                </c:pt>
                <c:pt idx="7123">
                  <c:v>-0.95629820220313644</c:v>
                </c:pt>
                <c:pt idx="7124">
                  <c:v>-0.98689845933319098</c:v>
                </c:pt>
                <c:pt idx="7125">
                  <c:v>-0.86672911747022963</c:v>
                </c:pt>
                <c:pt idx="7126">
                  <c:v>-0.85819293110990114</c:v>
                </c:pt>
                <c:pt idx="7127">
                  <c:v>-0.81083529121548548</c:v>
                </c:pt>
                <c:pt idx="7128">
                  <c:v>-0.73144728320832175</c:v>
                </c:pt>
                <c:pt idx="7129">
                  <c:v>-0.35600842158503393</c:v>
                </c:pt>
                <c:pt idx="7130">
                  <c:v>-0.24788166787077628</c:v>
                </c:pt>
                <c:pt idx="7131">
                  <c:v>-0.13352035166786153</c:v>
                </c:pt>
                <c:pt idx="7132">
                  <c:v>-4.0600867091724682E-2</c:v>
                </c:pt>
                <c:pt idx="7133">
                  <c:v>-4.0303932434051642E-3</c:v>
                </c:pt>
                <c:pt idx="7134">
                  <c:v>2.2060622062100264E-2</c:v>
                </c:pt>
                <c:pt idx="7135">
                  <c:v>-0.25659577383949961</c:v>
                </c:pt>
                <c:pt idx="7136">
                  <c:v>-0.90820476715916953</c:v>
                </c:pt>
                <c:pt idx="7137">
                  <c:v>-1.0560227615177198</c:v>
                </c:pt>
                <c:pt idx="7138">
                  <c:v>-0.9731420118175621</c:v>
                </c:pt>
                <c:pt idx="7139">
                  <c:v>-1.2204362382128726</c:v>
                </c:pt>
                <c:pt idx="7140">
                  <c:v>-1.5055401903504178</c:v>
                </c:pt>
                <c:pt idx="7141">
                  <c:v>-1.3711418180862889</c:v>
                </c:pt>
                <c:pt idx="7142">
                  <c:v>-1.3998600529421881</c:v>
                </c:pt>
                <c:pt idx="7143">
                  <c:v>-1.4918736689404171</c:v>
                </c:pt>
                <c:pt idx="7144">
                  <c:v>-1.5568401059628429</c:v>
                </c:pt>
                <c:pt idx="7145">
                  <c:v>-1.2876228474964941</c:v>
                </c:pt>
                <c:pt idx="7146">
                  <c:v>-1.2328625860437179</c:v>
                </c:pt>
                <c:pt idx="7147">
                  <c:v>-1.2310026014724318</c:v>
                </c:pt>
                <c:pt idx="7148">
                  <c:v>-0.97323148678262705</c:v>
                </c:pt>
                <c:pt idx="7149">
                  <c:v>-0.76821788930674506</c:v>
                </c:pt>
                <c:pt idx="7150">
                  <c:v>-0.85090882183272376</c:v>
                </c:pt>
                <c:pt idx="7151">
                  <c:v>-0.79515229051414937</c:v>
                </c:pt>
                <c:pt idx="7152">
                  <c:v>-0.91423793574296142</c:v>
                </c:pt>
                <c:pt idx="7153">
                  <c:v>-0.79569185067944181</c:v>
                </c:pt>
                <c:pt idx="7154">
                  <c:v>-0.33852645917702995</c:v>
                </c:pt>
                <c:pt idx="7155">
                  <c:v>-8.7717280091101649E-2</c:v>
                </c:pt>
                <c:pt idx="7156">
                  <c:v>-6.445228762073923E-3</c:v>
                </c:pt>
                <c:pt idx="7157">
                  <c:v>2.2204249508161019E-2</c:v>
                </c:pt>
                <c:pt idx="7158">
                  <c:v>-0.57698591669379362</c:v>
                </c:pt>
                <c:pt idx="7159">
                  <c:v>-0.807179040838503</c:v>
                </c:pt>
                <c:pt idx="7160">
                  <c:v>-0.97486682545049153</c:v>
                </c:pt>
                <c:pt idx="7161">
                  <c:v>-1.1134993642392901</c:v>
                </c:pt>
                <c:pt idx="7162">
                  <c:v>-1.1911682245973012</c:v>
                </c:pt>
                <c:pt idx="7163">
                  <c:v>-1.5612122510536102</c:v>
                </c:pt>
                <c:pt idx="7164">
                  <c:v>-1.6543290272129554</c:v>
                </c:pt>
                <c:pt idx="7165">
                  <c:v>-1.5745154088985283</c:v>
                </c:pt>
                <c:pt idx="7166">
                  <c:v>-1.5082197506236792</c:v>
                </c:pt>
                <c:pt idx="7167">
                  <c:v>-1.3599634178535152</c:v>
                </c:pt>
                <c:pt idx="7168">
                  <c:v>-1.3776017064523423</c:v>
                </c:pt>
                <c:pt idx="7169">
                  <c:v>-1.2706756123341874</c:v>
                </c:pt>
                <c:pt idx="7170">
                  <c:v>-1.0723858106004123</c:v>
                </c:pt>
                <c:pt idx="7171">
                  <c:v>-1.034911855426885</c:v>
                </c:pt>
                <c:pt idx="7172">
                  <c:v>-1.0224041219398061</c:v>
                </c:pt>
                <c:pt idx="7173">
                  <c:v>-1.1026863388029666</c:v>
                </c:pt>
                <c:pt idx="7174">
                  <c:v>-1.0229729317347847</c:v>
                </c:pt>
                <c:pt idx="7175">
                  <c:v>-0.96666565089944612</c:v>
                </c:pt>
                <c:pt idx="7176">
                  <c:v>-0.90909040587024703</c:v>
                </c:pt>
                <c:pt idx="7177">
                  <c:v>-0.93352834752785196</c:v>
                </c:pt>
                <c:pt idx="7178">
                  <c:v>-0.86650877405510873</c:v>
                </c:pt>
                <c:pt idx="7179">
                  <c:v>-0.77349659765873535</c:v>
                </c:pt>
                <c:pt idx="7180">
                  <c:v>-0.76997452810016986</c:v>
                </c:pt>
                <c:pt idx="7181">
                  <c:v>-0.72952052530141809</c:v>
                </c:pt>
                <c:pt idx="7182">
                  <c:v>-0.70568500548432778</c:v>
                </c:pt>
                <c:pt idx="7183">
                  <c:v>-0.65045334648386344</c:v>
                </c:pt>
                <c:pt idx="7184">
                  <c:v>-0.609648986656954</c:v>
                </c:pt>
                <c:pt idx="7185">
                  <c:v>-0.7095064516704479</c:v>
                </c:pt>
                <c:pt idx="7186">
                  <c:v>-0.6611299874375538</c:v>
                </c:pt>
                <c:pt idx="7187">
                  <c:v>-0.66213665692755752</c:v>
                </c:pt>
                <c:pt idx="7188">
                  <c:v>-0.71598915927176665</c:v>
                </c:pt>
                <c:pt idx="7189">
                  <c:v>-0.65509141589423159</c:v>
                </c:pt>
                <c:pt idx="7190">
                  <c:v>-0.65314622199334882</c:v>
                </c:pt>
                <c:pt idx="7191">
                  <c:v>-0.74101168411465246</c:v>
                </c:pt>
                <c:pt idx="7192">
                  <c:v>-0.85617567212541112</c:v>
                </c:pt>
                <c:pt idx="7193">
                  <c:v>-0.97955758626596323</c:v>
                </c:pt>
                <c:pt idx="7194">
                  <c:v>-1.0366688474804682</c:v>
                </c:pt>
                <c:pt idx="7195">
                  <c:v>-1.0442802394591941</c:v>
                </c:pt>
                <c:pt idx="7196">
                  <c:v>-0.93530236769861519</c:v>
                </c:pt>
                <c:pt idx="7197">
                  <c:v>-0.89219301927901273</c:v>
                </c:pt>
                <c:pt idx="7198">
                  <c:v>-0.84952812127149824</c:v>
                </c:pt>
                <c:pt idx="7199">
                  <c:v>-0.82361487217619611</c:v>
                </c:pt>
                <c:pt idx="7200">
                  <c:v>-0.7722581584851913</c:v>
                </c:pt>
                <c:pt idx="7201">
                  <c:v>-0.7900151023949904</c:v>
                </c:pt>
                <c:pt idx="7202">
                  <c:v>-0.75125026552404239</c:v>
                </c:pt>
                <c:pt idx="7203">
                  <c:v>-0.67687624045993178</c:v>
                </c:pt>
                <c:pt idx="7204">
                  <c:v>-0.70882372862657528</c:v>
                </c:pt>
                <c:pt idx="7205">
                  <c:v>-0.70139514269858128</c:v>
                </c:pt>
                <c:pt idx="7206">
                  <c:v>-0.69169976523639509</c:v>
                </c:pt>
                <c:pt idx="7207">
                  <c:v>-0.68285736699302402</c:v>
                </c:pt>
                <c:pt idx="7208">
                  <c:v>-0.74835955565019829</c:v>
                </c:pt>
                <c:pt idx="7209">
                  <c:v>-0.74367334169936816</c:v>
                </c:pt>
                <c:pt idx="7210">
                  <c:v>-0.86796578280684422</c:v>
                </c:pt>
                <c:pt idx="7211">
                  <c:v>-1.1153827260956644</c:v>
                </c:pt>
                <c:pt idx="7212">
                  <c:v>-1.2311258588168763</c:v>
                </c:pt>
                <c:pt idx="7213">
                  <c:v>-1.1510124252578176</c:v>
                </c:pt>
                <c:pt idx="7214">
                  <c:v>-1.0611349861835522</c:v>
                </c:pt>
                <c:pt idx="7215">
                  <c:v>-1.1877657946707525</c:v>
                </c:pt>
                <c:pt idx="7216">
                  <c:v>-1.1787722748263645</c:v>
                </c:pt>
                <c:pt idx="7217">
                  <c:v>-1.0886802979049446</c:v>
                </c:pt>
                <c:pt idx="7218">
                  <c:v>-0.92000684061223315</c:v>
                </c:pt>
                <c:pt idx="7219">
                  <c:v>-0.85409762042985193</c:v>
                </c:pt>
                <c:pt idx="7220">
                  <c:v>-0.77140885202030607</c:v>
                </c:pt>
                <c:pt idx="7221">
                  <c:v>-0.76469738558009703</c:v>
                </c:pt>
                <c:pt idx="7222">
                  <c:v>-0.68485990652140083</c:v>
                </c:pt>
                <c:pt idx="7223">
                  <c:v>-0.67706688879438937</c:v>
                </c:pt>
                <c:pt idx="7224">
                  <c:v>-0.73228193159859223</c:v>
                </c:pt>
                <c:pt idx="7225">
                  <c:v>-0.7119268003385667</c:v>
                </c:pt>
                <c:pt idx="7226">
                  <c:v>-0.36720655313388634</c:v>
                </c:pt>
                <c:pt idx="7227">
                  <c:v>-0.59867000050336294</c:v>
                </c:pt>
                <c:pt idx="7228">
                  <c:v>-0.35597097680630313</c:v>
                </c:pt>
                <c:pt idx="7229">
                  <c:v>-0.27951925012287959</c:v>
                </c:pt>
                <c:pt idx="7230">
                  <c:v>-0.38158738815618487</c:v>
                </c:pt>
                <c:pt idx="7231">
                  <c:v>-0.22929780834576904</c:v>
                </c:pt>
                <c:pt idx="7232">
                  <c:v>-6.8196405261007426E-2</c:v>
                </c:pt>
                <c:pt idx="7233">
                  <c:v>-0.33055041543202185</c:v>
                </c:pt>
                <c:pt idx="7234">
                  <c:v>-0.24753143413669471</c:v>
                </c:pt>
                <c:pt idx="7235">
                  <c:v>-2.2570852975671345E-2</c:v>
                </c:pt>
                <c:pt idx="7236">
                  <c:v>-0.26190012983136668</c:v>
                </c:pt>
                <c:pt idx="7237">
                  <c:v>-0.28563008107751375</c:v>
                </c:pt>
                <c:pt idx="7238">
                  <c:v>-4.593722837213892E-2</c:v>
                </c:pt>
                <c:pt idx="7239">
                  <c:v>-0.21016039256776245</c:v>
                </c:pt>
                <c:pt idx="7240">
                  <c:v>-0.25441623641727329</c:v>
                </c:pt>
                <c:pt idx="7241">
                  <c:v>-0.10516962436909148</c:v>
                </c:pt>
                <c:pt idx="7242">
                  <c:v>-0.11108342368797457</c:v>
                </c:pt>
                <c:pt idx="7243">
                  <c:v>-0.34395352823324787</c:v>
                </c:pt>
                <c:pt idx="7244">
                  <c:v>-0.12922075612520173</c:v>
                </c:pt>
                <c:pt idx="7245">
                  <c:v>-0.12209798347435341</c:v>
                </c:pt>
                <c:pt idx="7246">
                  <c:v>-0.28055367371926482</c:v>
                </c:pt>
                <c:pt idx="7247">
                  <c:v>-0.24935428270334248</c:v>
                </c:pt>
                <c:pt idx="7248">
                  <c:v>-1.9284357488760746E-2</c:v>
                </c:pt>
                <c:pt idx="7249">
                  <c:v>-0.15340739105280354</c:v>
                </c:pt>
                <c:pt idx="7250">
                  <c:v>7.1289157642146508E-2</c:v>
                </c:pt>
                <c:pt idx="7251">
                  <c:v>7.2475309512325711E-2</c:v>
                </c:pt>
                <c:pt idx="7252">
                  <c:v>7.5149618606953072E-2</c:v>
                </c:pt>
                <c:pt idx="7253">
                  <c:v>6.9626800324040103E-2</c:v>
                </c:pt>
                <c:pt idx="7254">
                  <c:v>7.2989428809760032E-2</c:v>
                </c:pt>
                <c:pt idx="7255">
                  <c:v>4.5459941324406963E-2</c:v>
                </c:pt>
                <c:pt idx="7256">
                  <c:v>4.5818051737951213E-2</c:v>
                </c:pt>
                <c:pt idx="7257">
                  <c:v>4.04328600690501E-2</c:v>
                </c:pt>
                <c:pt idx="7258">
                  <c:v>-0.43739064702570873</c:v>
                </c:pt>
                <c:pt idx="7259">
                  <c:v>-0.44629465781915506</c:v>
                </c:pt>
                <c:pt idx="7260">
                  <c:v>-0.13487786487918293</c:v>
                </c:pt>
                <c:pt idx="7261">
                  <c:v>-0.99494616989715134</c:v>
                </c:pt>
                <c:pt idx="7262">
                  <c:v>-0.1909441117291257</c:v>
                </c:pt>
                <c:pt idx="7263">
                  <c:v>-1.2306659376669975</c:v>
                </c:pt>
                <c:pt idx="7264">
                  <c:v>-0.36573306050126675</c:v>
                </c:pt>
                <c:pt idx="7265">
                  <c:v>-1.1406401168756741</c:v>
                </c:pt>
                <c:pt idx="7266">
                  <c:v>-0.81658796647146847</c:v>
                </c:pt>
                <c:pt idx="7267">
                  <c:v>-0.65057795046905542</c:v>
                </c:pt>
                <c:pt idx="7268">
                  <c:v>-0.30501608281793885</c:v>
                </c:pt>
                <c:pt idx="7269">
                  <c:v>-0.16952959836696818</c:v>
                </c:pt>
                <c:pt idx="7270">
                  <c:v>-0.35725143702357454</c:v>
                </c:pt>
                <c:pt idx="7271">
                  <c:v>-0.45881806905242717</c:v>
                </c:pt>
                <c:pt idx="7272">
                  <c:v>-0.2917025193103146</c:v>
                </c:pt>
                <c:pt idx="7273">
                  <c:v>-0.33173319181114441</c:v>
                </c:pt>
                <c:pt idx="7274">
                  <c:v>-0.37239097521839182</c:v>
                </c:pt>
                <c:pt idx="7275">
                  <c:v>-0.35565534941158977</c:v>
                </c:pt>
                <c:pt idx="7276">
                  <c:v>-0.41741870612007465</c:v>
                </c:pt>
                <c:pt idx="7277">
                  <c:v>-0.32661751581946008</c:v>
                </c:pt>
                <c:pt idx="7278">
                  <c:v>-0.32660128851766673</c:v>
                </c:pt>
                <c:pt idx="7279">
                  <c:v>-0.34097956816402875</c:v>
                </c:pt>
                <c:pt idx="7280">
                  <c:v>-0.3669875173112368</c:v>
                </c:pt>
                <c:pt idx="7281">
                  <c:v>-0.66426930395663752</c:v>
                </c:pt>
                <c:pt idx="7282">
                  <c:v>-1.061294467082984</c:v>
                </c:pt>
                <c:pt idx="7283">
                  <c:v>-1.2523396064132766</c:v>
                </c:pt>
                <c:pt idx="7284">
                  <c:v>-1.2292447629711165</c:v>
                </c:pt>
                <c:pt idx="7285">
                  <c:v>-1.0905203068324076</c:v>
                </c:pt>
                <c:pt idx="7286">
                  <c:v>-0.8863739029028459</c:v>
                </c:pt>
                <c:pt idx="7287">
                  <c:v>-0.93687107357895494</c:v>
                </c:pt>
                <c:pt idx="7288">
                  <c:v>-1.0024185339381797</c:v>
                </c:pt>
                <c:pt idx="7289">
                  <c:v>-0.86096753172279528</c:v>
                </c:pt>
                <c:pt idx="7290">
                  <c:v>-0.73627431045021763</c:v>
                </c:pt>
                <c:pt idx="7291">
                  <c:v>-0.66068422342718247</c:v>
                </c:pt>
                <c:pt idx="7292">
                  <c:v>-0.47450462155238843</c:v>
                </c:pt>
                <c:pt idx="7293">
                  <c:v>-0.3460829473018342</c:v>
                </c:pt>
                <c:pt idx="7294">
                  <c:v>-0.25124411839470662</c:v>
                </c:pt>
                <c:pt idx="7295">
                  <c:v>-0.11190167514860762</c:v>
                </c:pt>
                <c:pt idx="7296">
                  <c:v>2.2411027093415529E-2</c:v>
                </c:pt>
                <c:pt idx="7297">
                  <c:v>9.9521826478271791E-2</c:v>
                </c:pt>
                <c:pt idx="7298">
                  <c:v>0.10893968300484311</c:v>
                </c:pt>
                <c:pt idx="7299">
                  <c:v>0.10891429149144467</c:v>
                </c:pt>
                <c:pt idx="7300">
                  <c:v>0.10591588033064209</c:v>
                </c:pt>
                <c:pt idx="7301">
                  <c:v>9.9005695668601706E-2</c:v>
                </c:pt>
                <c:pt idx="7302">
                  <c:v>0.10762181909007988</c:v>
                </c:pt>
                <c:pt idx="7303">
                  <c:v>0.1055422592197221</c:v>
                </c:pt>
                <c:pt idx="7304">
                  <c:v>8.0976817302880588E-2</c:v>
                </c:pt>
                <c:pt idx="7305">
                  <c:v>5.4257718889082131E-2</c:v>
                </c:pt>
                <c:pt idx="7306">
                  <c:v>-0.38159383433551003</c:v>
                </c:pt>
                <c:pt idx="7307">
                  <c:v>-0.38604617675438374</c:v>
                </c:pt>
                <c:pt idx="7308">
                  <c:v>-0.61394363897666016</c:v>
                </c:pt>
                <c:pt idx="7309">
                  <c:v>-0.11963816045146726</c:v>
                </c:pt>
                <c:pt idx="7310">
                  <c:v>-0.80570036679668955</c:v>
                </c:pt>
                <c:pt idx="7311">
                  <c:v>-0.77096656238809491</c:v>
                </c:pt>
                <c:pt idx="7312">
                  <c:v>-0.59021534705460255</c:v>
                </c:pt>
                <c:pt idx="7313">
                  <c:v>-0.60743308871314716</c:v>
                </c:pt>
                <c:pt idx="7314">
                  <c:v>-0.49656895407494323</c:v>
                </c:pt>
                <c:pt idx="7315">
                  <c:v>-0.45005495211469382</c:v>
                </c:pt>
                <c:pt idx="7316">
                  <c:v>-0.38262347748755743</c:v>
                </c:pt>
                <c:pt idx="7317">
                  <c:v>-0.27969108287103706</c:v>
                </c:pt>
                <c:pt idx="7318">
                  <c:v>-0.20064901541375074</c:v>
                </c:pt>
                <c:pt idx="7319">
                  <c:v>-0.15879234342479853</c:v>
                </c:pt>
                <c:pt idx="7320">
                  <c:v>-0.11567093646686602</c:v>
                </c:pt>
                <c:pt idx="7321">
                  <c:v>-7.4572423113789736E-4</c:v>
                </c:pt>
                <c:pt idx="7322">
                  <c:v>3.3819396394312818E-3</c:v>
                </c:pt>
                <c:pt idx="7323">
                  <c:v>6.3318895974404626E-2</c:v>
                </c:pt>
                <c:pt idx="7324">
                  <c:v>5.740852790042196E-2</c:v>
                </c:pt>
                <c:pt idx="7325">
                  <c:v>6.5074080367034395E-2</c:v>
                </c:pt>
                <c:pt idx="7326">
                  <c:v>5.9338024119571106E-2</c:v>
                </c:pt>
                <c:pt idx="7327">
                  <c:v>3.1164371160946756E-2</c:v>
                </c:pt>
                <c:pt idx="7328">
                  <c:v>-1.8270227284846805E-3</c:v>
                </c:pt>
                <c:pt idx="7329">
                  <c:v>-0.14942539257807783</c:v>
                </c:pt>
                <c:pt idx="7330">
                  <c:v>-0.96268007673948031</c:v>
                </c:pt>
                <c:pt idx="7331">
                  <c:v>-0.88173237111998004</c:v>
                </c:pt>
                <c:pt idx="7332">
                  <c:v>-0.63319295960418165</c:v>
                </c:pt>
                <c:pt idx="7333">
                  <c:v>-0.962749064769305</c:v>
                </c:pt>
                <c:pt idx="7334">
                  <c:v>-0.97323192159182903</c:v>
                </c:pt>
                <c:pt idx="7335">
                  <c:v>-0.96637115296101372</c:v>
                </c:pt>
                <c:pt idx="7336">
                  <c:v>-0.99315123741845446</c:v>
                </c:pt>
                <c:pt idx="7337">
                  <c:v>-0.9676170039570926</c:v>
                </c:pt>
                <c:pt idx="7338">
                  <c:v>-0.76540652200547399</c:v>
                </c:pt>
                <c:pt idx="7339">
                  <c:v>-0.66299751427082509</c:v>
                </c:pt>
                <c:pt idx="7340">
                  <c:v>-0.56086233828950449</c:v>
                </c:pt>
                <c:pt idx="7341">
                  <c:v>-0.44118473087357735</c:v>
                </c:pt>
                <c:pt idx="7342">
                  <c:v>-0.3610871145215041</c:v>
                </c:pt>
                <c:pt idx="7343">
                  <c:v>-0.36664845020808934</c:v>
                </c:pt>
                <c:pt idx="7344">
                  <c:v>-0.14974965299908194</c:v>
                </c:pt>
                <c:pt idx="7345">
                  <c:v>-0.22721844920328926</c:v>
                </c:pt>
                <c:pt idx="7346">
                  <c:v>-7.327682421839561E-3</c:v>
                </c:pt>
                <c:pt idx="7347">
                  <c:v>-0.29202998080117781</c:v>
                </c:pt>
                <c:pt idx="7348">
                  <c:v>5.177500070574894E-2</c:v>
                </c:pt>
                <c:pt idx="7349">
                  <c:v>5.9540601808004301E-2</c:v>
                </c:pt>
                <c:pt idx="7350">
                  <c:v>5.1268485686898915E-2</c:v>
                </c:pt>
                <c:pt idx="7351">
                  <c:v>-9.6125096467499879E-2</c:v>
                </c:pt>
                <c:pt idx="7352">
                  <c:v>-0.12261452925811966</c:v>
                </c:pt>
                <c:pt idx="7353">
                  <c:v>-0.2911692131901244</c:v>
                </c:pt>
                <c:pt idx="7354">
                  <c:v>-0.3554074154273959</c:v>
                </c:pt>
                <c:pt idx="7355">
                  <c:v>-0.74239668689234006</c:v>
                </c:pt>
                <c:pt idx="7356">
                  <c:v>-0.75865998224460962</c:v>
                </c:pt>
                <c:pt idx="7357">
                  <c:v>-0.84779799994497207</c:v>
                </c:pt>
                <c:pt idx="7358">
                  <c:v>-0.95309056477824861</c:v>
                </c:pt>
                <c:pt idx="7359">
                  <c:v>-0.97836631839799659</c:v>
                </c:pt>
                <c:pt idx="7360">
                  <c:v>-1.0383100503426648</c:v>
                </c:pt>
                <c:pt idx="7361">
                  <c:v>-1.0708456755297711</c:v>
                </c:pt>
                <c:pt idx="7362">
                  <c:v>-0.94523139912739529</c:v>
                </c:pt>
                <c:pt idx="7363">
                  <c:v>-0.89004967994526007</c:v>
                </c:pt>
                <c:pt idx="7364">
                  <c:v>-0.79002197920174555</c:v>
                </c:pt>
                <c:pt idx="7365">
                  <c:v>-0.51476267963408684</c:v>
                </c:pt>
                <c:pt idx="7366">
                  <c:v>-0.45785500372410082</c:v>
                </c:pt>
                <c:pt idx="7367">
                  <c:v>-0.26598699686978999</c:v>
                </c:pt>
                <c:pt idx="7368">
                  <c:v>-6.9778312089440436E-2</c:v>
                </c:pt>
                <c:pt idx="7369">
                  <c:v>-8.500045493614123E-3</c:v>
                </c:pt>
                <c:pt idx="7370">
                  <c:v>1.0175974531671097E-2</c:v>
                </c:pt>
                <c:pt idx="7371">
                  <c:v>2.8355865097168337E-2</c:v>
                </c:pt>
                <c:pt idx="7372">
                  <c:v>2.8698065994123775E-2</c:v>
                </c:pt>
                <c:pt idx="7373">
                  <c:v>4.1015354783212103E-2</c:v>
                </c:pt>
                <c:pt idx="7374">
                  <c:v>4.2764501022887841E-2</c:v>
                </c:pt>
                <c:pt idx="7375">
                  <c:v>-0.1391830870764981</c:v>
                </c:pt>
                <c:pt idx="7376">
                  <c:v>-0.63038120008130549</c:v>
                </c:pt>
                <c:pt idx="7377">
                  <c:v>-0.74269560023646075</c:v>
                </c:pt>
                <c:pt idx="7378">
                  <c:v>-0.95408034966134037</c:v>
                </c:pt>
                <c:pt idx="7379">
                  <c:v>-0.9526135179820403</c:v>
                </c:pt>
                <c:pt idx="7380">
                  <c:v>-0.93114297666251167</c:v>
                </c:pt>
                <c:pt idx="7381">
                  <c:v>-1.1096753374274291</c:v>
                </c:pt>
                <c:pt idx="7382">
                  <c:v>-1.2754345055533649</c:v>
                </c:pt>
                <c:pt idx="7383">
                  <c:v>-1.2491813418273632</c:v>
                </c:pt>
                <c:pt idx="7384">
                  <c:v>-1.389229581181991</c:v>
                </c:pt>
                <c:pt idx="7385">
                  <c:v>-1.2849352564773464</c:v>
                </c:pt>
                <c:pt idx="7386">
                  <c:v>-1.1513116176819025</c:v>
                </c:pt>
                <c:pt idx="7387">
                  <c:v>-0.85094828509618048</c:v>
                </c:pt>
                <c:pt idx="7388">
                  <c:v>-0.77377948794612261</c:v>
                </c:pt>
                <c:pt idx="7389">
                  <c:v>-0.78285367017417895</c:v>
                </c:pt>
                <c:pt idx="7390">
                  <c:v>-0.57114149048220841</c:v>
                </c:pt>
                <c:pt idx="7391">
                  <c:v>-0.82611840981983864</c:v>
                </c:pt>
                <c:pt idx="7392">
                  <c:v>-0.43789352107852431</c:v>
                </c:pt>
                <c:pt idx="7393">
                  <c:v>-0.18802691176842848</c:v>
                </c:pt>
                <c:pt idx="7394">
                  <c:v>-1.4701081415241004E-2</c:v>
                </c:pt>
                <c:pt idx="7395">
                  <c:v>2.6033663009955986E-2</c:v>
                </c:pt>
                <c:pt idx="7396">
                  <c:v>4.1240914450007056E-2</c:v>
                </c:pt>
                <c:pt idx="7397">
                  <c:v>6.5158191864332096E-2</c:v>
                </c:pt>
                <c:pt idx="7398">
                  <c:v>5.6168681485100402E-2</c:v>
                </c:pt>
                <c:pt idx="7399">
                  <c:v>-0.12018257273368639</c:v>
                </c:pt>
                <c:pt idx="7400">
                  <c:v>-0.14465980725905592</c:v>
                </c:pt>
                <c:pt idx="7401">
                  <c:v>-0.83874892692803671</c:v>
                </c:pt>
                <c:pt idx="7402">
                  <c:v>-0.43752757804310061</c:v>
                </c:pt>
                <c:pt idx="7403">
                  <c:v>-1.2029916393182565</c:v>
                </c:pt>
                <c:pt idx="7404">
                  <c:v>-0.93772214882437965</c:v>
                </c:pt>
                <c:pt idx="7405">
                  <c:v>-0.95892200273011763</c:v>
                </c:pt>
                <c:pt idx="7406">
                  <c:v>-1.0233860613517123</c:v>
                </c:pt>
                <c:pt idx="7407">
                  <c:v>-0.95845925794240905</c:v>
                </c:pt>
                <c:pt idx="7408">
                  <c:v>-1.1029815560492726</c:v>
                </c:pt>
                <c:pt idx="7409">
                  <c:v>-0.9660649613327067</c:v>
                </c:pt>
                <c:pt idx="7410">
                  <c:v>-0.9465155267416212</c:v>
                </c:pt>
                <c:pt idx="7411">
                  <c:v>-0.80302361274213296</c:v>
                </c:pt>
                <c:pt idx="7412">
                  <c:v>-0.69909458852293704</c:v>
                </c:pt>
                <c:pt idx="7413">
                  <c:v>-0.65409921975801055</c:v>
                </c:pt>
                <c:pt idx="7414">
                  <c:v>-0.61619563492835761</c:v>
                </c:pt>
                <c:pt idx="7415">
                  <c:v>-0.50936538976645096</c:v>
                </c:pt>
                <c:pt idx="7416">
                  <c:v>-0.49643340064003733</c:v>
                </c:pt>
                <c:pt idx="7417">
                  <c:v>-0.3455903382782996</c:v>
                </c:pt>
                <c:pt idx="7418">
                  <c:v>-5.8597546914474524E-2</c:v>
                </c:pt>
                <c:pt idx="7419">
                  <c:v>-0.31208763407870976</c:v>
                </c:pt>
                <c:pt idx="7420">
                  <c:v>4.3142020857537398E-2</c:v>
                </c:pt>
                <c:pt idx="7421">
                  <c:v>5.9737493484334062E-2</c:v>
                </c:pt>
                <c:pt idx="7422">
                  <c:v>4.8060530615570793E-2</c:v>
                </c:pt>
                <c:pt idx="7423">
                  <c:v>-0.2162956609796092</c:v>
                </c:pt>
                <c:pt idx="7424">
                  <c:v>-0.20171446867930651</c:v>
                </c:pt>
                <c:pt idx="7425">
                  <c:v>-0.98166931197158913</c:v>
                </c:pt>
                <c:pt idx="7426">
                  <c:v>-0.27009970854737453</c:v>
                </c:pt>
                <c:pt idx="7427">
                  <c:v>-1.4740247097251911</c:v>
                </c:pt>
                <c:pt idx="7428">
                  <c:v>-1.2337583578236559</c:v>
                </c:pt>
                <c:pt idx="7429">
                  <c:v>-1.2422634374493282</c:v>
                </c:pt>
                <c:pt idx="7430">
                  <c:v>-1.2714126507938319</c:v>
                </c:pt>
                <c:pt idx="7431">
                  <c:v>-1.2693323286419838</c:v>
                </c:pt>
                <c:pt idx="7432">
                  <c:v>-1.2783635599868988</c:v>
                </c:pt>
                <c:pt idx="7433">
                  <c:v>-1.1065984334894425</c:v>
                </c:pt>
                <c:pt idx="7434">
                  <c:v>-1.0142959168855561</c:v>
                </c:pt>
                <c:pt idx="7435">
                  <c:v>-0.92172050228936142</c:v>
                </c:pt>
                <c:pt idx="7436">
                  <c:v>-0.83459475866514288</c:v>
                </c:pt>
                <c:pt idx="7437">
                  <c:v>-0.70347872421313962</c:v>
                </c:pt>
                <c:pt idx="7438">
                  <c:v>-0.74187089706995213</c:v>
                </c:pt>
                <c:pt idx="7439">
                  <c:v>-0.68088884233329205</c:v>
                </c:pt>
                <c:pt idx="7440">
                  <c:v>-0.60675564088811407</c:v>
                </c:pt>
                <c:pt idx="7441">
                  <c:v>-0.55001795095145456</c:v>
                </c:pt>
                <c:pt idx="7442">
                  <c:v>-7.6858672946643961E-2</c:v>
                </c:pt>
                <c:pt idx="7443">
                  <c:v>-2.1315051718631416E-2</c:v>
                </c:pt>
                <c:pt idx="7444">
                  <c:v>3.5389570799541657E-2</c:v>
                </c:pt>
                <c:pt idx="7445">
                  <c:v>5.8746645222325138E-2</c:v>
                </c:pt>
                <c:pt idx="7446">
                  <c:v>6.4720095112658013E-2</c:v>
                </c:pt>
                <c:pt idx="7447">
                  <c:v>-0.25225742933560591</c:v>
                </c:pt>
                <c:pt idx="7448">
                  <c:v>-0.36562291070939751</c:v>
                </c:pt>
                <c:pt idx="7449">
                  <c:v>-0.56921852030412656</c:v>
                </c:pt>
                <c:pt idx="7450">
                  <c:v>-0.95603327022999329</c:v>
                </c:pt>
                <c:pt idx="7451">
                  <c:v>-0.59496337350770223</c:v>
                </c:pt>
                <c:pt idx="7452">
                  <c:v>-0.66879417643450245</c:v>
                </c:pt>
                <c:pt idx="7453">
                  <c:v>-0.63161632070662921</c:v>
                </c:pt>
                <c:pt idx="7454">
                  <c:v>-0.81768484921751783</c:v>
                </c:pt>
                <c:pt idx="7455">
                  <c:v>-0.88442951587220031</c:v>
                </c:pt>
                <c:pt idx="7456">
                  <c:v>-0.78965466860502209</c:v>
                </c:pt>
                <c:pt idx="7457">
                  <c:v>-0.65747620594253453</c:v>
                </c:pt>
                <c:pt idx="7458">
                  <c:v>-0.67009838369276153</c:v>
                </c:pt>
                <c:pt idx="7459">
                  <c:v>-0.6556005341432829</c:v>
                </c:pt>
                <c:pt idx="7460">
                  <c:v>-0.60119292604381214</c:v>
                </c:pt>
                <c:pt idx="7461">
                  <c:v>-0.58871966871127801</c:v>
                </c:pt>
                <c:pt idx="7462">
                  <c:v>-0.55744414735452819</c:v>
                </c:pt>
                <c:pt idx="7463">
                  <c:v>-0.54445728123157799</c:v>
                </c:pt>
                <c:pt idx="7464">
                  <c:v>-0.44743511379371942</c:v>
                </c:pt>
                <c:pt idx="7465">
                  <c:v>-0.36775030698750905</c:v>
                </c:pt>
                <c:pt idx="7466">
                  <c:v>-0.20901647505213777</c:v>
                </c:pt>
                <c:pt idx="7467">
                  <c:v>-0.38775474365051432</c:v>
                </c:pt>
                <c:pt idx="7468">
                  <c:v>-0.40754117154999087</c:v>
                </c:pt>
                <c:pt idx="7469">
                  <c:v>-0.17828908460421675</c:v>
                </c:pt>
                <c:pt idx="7470">
                  <c:v>-0.54537671756500017</c:v>
                </c:pt>
                <c:pt idx="7471">
                  <c:v>-0.58096772833185195</c:v>
                </c:pt>
                <c:pt idx="7472">
                  <c:v>-0.55739291161865689</c:v>
                </c:pt>
                <c:pt idx="7473">
                  <c:v>-0.63850825266467726</c:v>
                </c:pt>
                <c:pt idx="7474">
                  <c:v>-0.70471160548941947</c:v>
                </c:pt>
                <c:pt idx="7475">
                  <c:v>-0.69362177471486119</c:v>
                </c:pt>
                <c:pt idx="7476">
                  <c:v>-0.78327060434490992</c:v>
                </c:pt>
                <c:pt idx="7477">
                  <c:v>-0.9574158195476159</c:v>
                </c:pt>
                <c:pt idx="7478">
                  <c:v>-1.1917239945750731</c:v>
                </c:pt>
                <c:pt idx="7479">
                  <c:v>-1.1681933730636158</c:v>
                </c:pt>
                <c:pt idx="7480">
                  <c:v>-1.3694077292414837</c:v>
                </c:pt>
                <c:pt idx="7481">
                  <c:v>-1.2420755228354163</c:v>
                </c:pt>
                <c:pt idx="7482">
                  <c:v>-1.0754741656346247</c:v>
                </c:pt>
                <c:pt idx="7483">
                  <c:v>-0.95459554144562853</c:v>
                </c:pt>
                <c:pt idx="7484">
                  <c:v>-0.84314485006992179</c:v>
                </c:pt>
                <c:pt idx="7485">
                  <c:v>-0.78326898476048956</c:v>
                </c:pt>
                <c:pt idx="7486">
                  <c:v>-0.70157960065671554</c:v>
                </c:pt>
                <c:pt idx="7487">
                  <c:v>9.9954798538781378E-2</c:v>
                </c:pt>
                <c:pt idx="7488">
                  <c:v>0.19324333263936719</c:v>
                </c:pt>
                <c:pt idx="7489">
                  <c:v>0.18907537756851589</c:v>
                </c:pt>
                <c:pt idx="7490">
                  <c:v>0.18486749195484722</c:v>
                </c:pt>
                <c:pt idx="7491">
                  <c:v>0.18061967579836122</c:v>
                </c:pt>
                <c:pt idx="7492">
                  <c:v>0.17633192909905612</c:v>
                </c:pt>
                <c:pt idx="7493">
                  <c:v>0.17200425185693227</c:v>
                </c:pt>
                <c:pt idx="7494">
                  <c:v>0.16763664407199086</c:v>
                </c:pt>
                <c:pt idx="7495">
                  <c:v>0.16322910574423088</c:v>
                </c:pt>
                <c:pt idx="7496">
                  <c:v>0.15878163687365299</c:v>
                </c:pt>
                <c:pt idx="7497">
                  <c:v>0.15429423746025686</c:v>
                </c:pt>
                <c:pt idx="7498">
                  <c:v>0.14976690750404267</c:v>
                </c:pt>
                <c:pt idx="7499">
                  <c:v>0.14519964700501015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-1.3423585998850669</c:v>
                </c:pt>
                <c:pt idx="7697">
                  <c:v>-1.3086233184657503</c:v>
                </c:pt>
                <c:pt idx="7698">
                  <c:v>-1.1390519946010891</c:v>
                </c:pt>
                <c:pt idx="7699">
                  <c:v>-1.0982685584093019</c:v>
                </c:pt>
                <c:pt idx="7700">
                  <c:v>-1.0080729652186515</c:v>
                </c:pt>
                <c:pt idx="7701">
                  <c:v>-0.98689080459294087</c:v>
                </c:pt>
                <c:pt idx="7702">
                  <c:v>-0.8766554664811913</c:v>
                </c:pt>
                <c:pt idx="7703">
                  <c:v>-0.32993309102758372</c:v>
                </c:pt>
                <c:pt idx="7704">
                  <c:v>-0.20639625199580136</c:v>
                </c:pt>
                <c:pt idx="7705">
                  <c:v>-8.1192957765275089E-2</c:v>
                </c:pt>
                <c:pt idx="7706">
                  <c:v>-1.929319813412236E-2</c:v>
                </c:pt>
                <c:pt idx="7707">
                  <c:v>1.131458879318379E-2</c:v>
                </c:pt>
                <c:pt idx="7708">
                  <c:v>2.6840675162605316E-2</c:v>
                </c:pt>
                <c:pt idx="7709">
                  <c:v>3.6582535632650896E-2</c:v>
                </c:pt>
                <c:pt idx="7710">
                  <c:v>5.385870954793931E-2</c:v>
                </c:pt>
                <c:pt idx="7711">
                  <c:v>-0.56241447895988828</c:v>
                </c:pt>
                <c:pt idx="7712">
                  <c:v>-0.66149375615515205</c:v>
                </c:pt>
                <c:pt idx="7713">
                  <c:v>-0.72197438712207818</c:v>
                </c:pt>
                <c:pt idx="7714">
                  <c:v>-0.69700837152329753</c:v>
                </c:pt>
                <c:pt idx="7715">
                  <c:v>-1.1251205903203902</c:v>
                </c:pt>
                <c:pt idx="7716">
                  <c:v>-1.2425047802169966</c:v>
                </c:pt>
                <c:pt idx="7717">
                  <c:v>-1.0329203130533318</c:v>
                </c:pt>
                <c:pt idx="7718">
                  <c:v>-0.75931931950859022</c:v>
                </c:pt>
                <c:pt idx="7719">
                  <c:v>-1.2062219068389239</c:v>
                </c:pt>
                <c:pt idx="7720">
                  <c:v>-1.4167559542112214</c:v>
                </c:pt>
                <c:pt idx="7721">
                  <c:v>-1.138358566390639</c:v>
                </c:pt>
                <c:pt idx="7722">
                  <c:v>-0.37749241179029774</c:v>
                </c:pt>
                <c:pt idx="7723">
                  <c:v>-0.49086936577760398</c:v>
                </c:pt>
                <c:pt idx="7724">
                  <c:v>-0.27346421089926876</c:v>
                </c:pt>
                <c:pt idx="7725">
                  <c:v>1.6673674202494784E-2</c:v>
                </c:pt>
                <c:pt idx="7726">
                  <c:v>4.1665551068756121E-2</c:v>
                </c:pt>
                <c:pt idx="7727">
                  <c:v>5.1289941444405324E-2</c:v>
                </c:pt>
                <c:pt idx="7728">
                  <c:v>4.9916902851091044E-2</c:v>
                </c:pt>
                <c:pt idx="7729">
                  <c:v>6.8665548655007819E-2</c:v>
                </c:pt>
                <c:pt idx="7730">
                  <c:v>8.2857878733562304E-2</c:v>
                </c:pt>
                <c:pt idx="7731">
                  <c:v>7.9306276695066028E-2</c:v>
                </c:pt>
                <c:pt idx="7732">
                  <c:v>7.3498549625812593E-2</c:v>
                </c:pt>
                <c:pt idx="7733">
                  <c:v>7.9064519944741118E-2</c:v>
                </c:pt>
                <c:pt idx="7734">
                  <c:v>6.5821527121980902E-2</c:v>
                </c:pt>
                <c:pt idx="7735">
                  <c:v>5.3250666077311951E-2</c:v>
                </c:pt>
                <c:pt idx="7736">
                  <c:v>3.9958033130605239E-2</c:v>
                </c:pt>
                <c:pt idx="7737">
                  <c:v>6.906451916328453E-2</c:v>
                </c:pt>
                <c:pt idx="7738">
                  <c:v>8.7849474359032509E-2</c:v>
                </c:pt>
                <c:pt idx="7739">
                  <c:v>4.3052656927642007E-2</c:v>
                </c:pt>
                <c:pt idx="7740">
                  <c:v>5.8712030155748843E-2</c:v>
                </c:pt>
                <c:pt idx="7741">
                  <c:v>8.9693706771953707E-2</c:v>
                </c:pt>
                <c:pt idx="7742">
                  <c:v>8.5334985309953967E-2</c:v>
                </c:pt>
                <c:pt idx="7743">
                  <c:v>9.8799353878193219E-2</c:v>
                </c:pt>
                <c:pt idx="7744">
                  <c:v>7.8230421448391249E-2</c:v>
                </c:pt>
                <c:pt idx="7745">
                  <c:v>7.5470804124671165E-2</c:v>
                </c:pt>
                <c:pt idx="7746">
                  <c:v>7.648647930974177E-2</c:v>
                </c:pt>
                <c:pt idx="7747">
                  <c:v>7.0733074545663702E-2</c:v>
                </c:pt>
                <c:pt idx="7748">
                  <c:v>6.0690927774598245E-2</c:v>
                </c:pt>
                <c:pt idx="7749">
                  <c:v>7.5234154242814252E-2</c:v>
                </c:pt>
                <c:pt idx="7750">
                  <c:v>7.2074667524039307E-2</c:v>
                </c:pt>
                <c:pt idx="7751">
                  <c:v>6.7990182627545456E-2</c:v>
                </c:pt>
                <c:pt idx="7752">
                  <c:v>7.7774425937918154E-2</c:v>
                </c:pt>
                <c:pt idx="7753">
                  <c:v>7.5550225168440691E-2</c:v>
                </c:pt>
                <c:pt idx="7754">
                  <c:v>7.4253720810626547E-2</c:v>
                </c:pt>
                <c:pt idx="7755">
                  <c:v>6.9511795836007598E-2</c:v>
                </c:pt>
                <c:pt idx="7756">
                  <c:v>8.2984242849711662E-2</c:v>
                </c:pt>
                <c:pt idx="7757">
                  <c:v>7.7391676006879073E-2</c:v>
                </c:pt>
                <c:pt idx="7758">
                  <c:v>7.1378265200531005E-2</c:v>
                </c:pt>
                <c:pt idx="7759">
                  <c:v>5.1440746575067912E-2</c:v>
                </c:pt>
                <c:pt idx="7760">
                  <c:v>5.4077133282911277E-2</c:v>
                </c:pt>
                <c:pt idx="7761">
                  <c:v>6.2529744772302498E-2</c:v>
                </c:pt>
                <c:pt idx="7762">
                  <c:v>-0.23958199945524433</c:v>
                </c:pt>
                <c:pt idx="7763">
                  <c:v>-1.0565645168457727</c:v>
                </c:pt>
                <c:pt idx="7764">
                  <c:v>-0.86338931829916277</c:v>
                </c:pt>
                <c:pt idx="7765">
                  <c:v>-0.81196555720858432</c:v>
                </c:pt>
                <c:pt idx="7766">
                  <c:v>-1.2421183195511953</c:v>
                </c:pt>
                <c:pt idx="7767">
                  <c:v>-1.0351429549928268</c:v>
                </c:pt>
                <c:pt idx="7768">
                  <c:v>-1.0695729630862818</c:v>
                </c:pt>
                <c:pt idx="7769">
                  <c:v>-0.69045729893173591</c:v>
                </c:pt>
                <c:pt idx="7770">
                  <c:v>-0.70320853854266152</c:v>
                </c:pt>
                <c:pt idx="7771">
                  <c:v>-0.52992709808731486</c:v>
                </c:pt>
                <c:pt idx="7772">
                  <c:v>-0.5803288616042529</c:v>
                </c:pt>
                <c:pt idx="7773">
                  <c:v>-7.9625177362978319E-2</c:v>
                </c:pt>
                <c:pt idx="7774">
                  <c:v>-5.3594229029153657E-3</c:v>
                </c:pt>
                <c:pt idx="7775">
                  <c:v>1.813402117184001E-3</c:v>
                </c:pt>
                <c:pt idx="7776">
                  <c:v>1.4396529102450635E-2</c:v>
                </c:pt>
                <c:pt idx="7777">
                  <c:v>3.985442974932956E-2</c:v>
                </c:pt>
                <c:pt idx="7778">
                  <c:v>5.3573434143383211E-2</c:v>
                </c:pt>
                <c:pt idx="7779">
                  <c:v>6.0505994695391113E-2</c:v>
                </c:pt>
                <c:pt idx="7780">
                  <c:v>7.079718014269E-2</c:v>
                </c:pt>
                <c:pt idx="7781">
                  <c:v>7.6567884985667606E-2</c:v>
                </c:pt>
                <c:pt idx="7782">
                  <c:v>8.0651613353563939E-2</c:v>
                </c:pt>
                <c:pt idx="7783">
                  <c:v>-7.8539407036735634E-2</c:v>
                </c:pt>
                <c:pt idx="7784">
                  <c:v>-0.9271437736750392</c:v>
                </c:pt>
                <c:pt idx="7785">
                  <c:v>-0.66058746549211667</c:v>
                </c:pt>
                <c:pt idx="7786">
                  <c:v>-0.60830150200075561</c:v>
                </c:pt>
                <c:pt idx="7787">
                  <c:v>-0.60856262375460779</c:v>
                </c:pt>
                <c:pt idx="7788">
                  <c:v>-0.69254012600416937</c:v>
                </c:pt>
                <c:pt idx="7789">
                  <c:v>-0.74553446307178228</c:v>
                </c:pt>
                <c:pt idx="7790">
                  <c:v>-0.8732740300603975</c:v>
                </c:pt>
                <c:pt idx="7791">
                  <c:v>-0.87846388565411149</c:v>
                </c:pt>
                <c:pt idx="7792">
                  <c:v>-0.79319943252594982</c:v>
                </c:pt>
                <c:pt idx="7793">
                  <c:v>-0.71416880391710258</c:v>
                </c:pt>
                <c:pt idx="7794">
                  <c:v>-0.45733924186507302</c:v>
                </c:pt>
                <c:pt idx="7795">
                  <c:v>-8.5020800858933654E-2</c:v>
                </c:pt>
                <c:pt idx="7796">
                  <c:v>-0.73083866949114706</c:v>
                </c:pt>
                <c:pt idx="7797">
                  <c:v>-0.19302779544310072</c:v>
                </c:pt>
                <c:pt idx="7798">
                  <c:v>-0.31716362634155948</c:v>
                </c:pt>
                <c:pt idx="7799">
                  <c:v>2.0829049200796472E-2</c:v>
                </c:pt>
                <c:pt idx="7800">
                  <c:v>5.2690937335882898E-2</c:v>
                </c:pt>
                <c:pt idx="7801">
                  <c:v>4.8539110557418871E-2</c:v>
                </c:pt>
                <c:pt idx="7802">
                  <c:v>6.2849617961085458E-2</c:v>
                </c:pt>
                <c:pt idx="7803">
                  <c:v>8.2022554353299693E-2</c:v>
                </c:pt>
                <c:pt idx="7804">
                  <c:v>8.5889045961385441E-2</c:v>
                </c:pt>
                <c:pt idx="7805">
                  <c:v>6.5562656829600746E-2</c:v>
                </c:pt>
                <c:pt idx="7806">
                  <c:v>5.8956942624154858E-2</c:v>
                </c:pt>
                <c:pt idx="7807">
                  <c:v>4.3110807909338716E-2</c:v>
                </c:pt>
                <c:pt idx="7808">
                  <c:v>-0.68461068728188512</c:v>
                </c:pt>
                <c:pt idx="7809">
                  <c:v>-0.79564552989214021</c:v>
                </c:pt>
                <c:pt idx="7810">
                  <c:v>-9.2159771706793348E-2</c:v>
                </c:pt>
                <c:pt idx="7811">
                  <c:v>-1.198204762747211</c:v>
                </c:pt>
                <c:pt idx="7812">
                  <c:v>-1.0820203733046174</c:v>
                </c:pt>
                <c:pt idx="7813">
                  <c:v>-1.0718803899661988</c:v>
                </c:pt>
                <c:pt idx="7814">
                  <c:v>-1.1971972418591914</c:v>
                </c:pt>
                <c:pt idx="7815">
                  <c:v>-0.93220774249987937</c:v>
                </c:pt>
                <c:pt idx="7816">
                  <c:v>-0.96648086314923165</c:v>
                </c:pt>
                <c:pt idx="7817">
                  <c:v>-0.75109193453416856</c:v>
                </c:pt>
                <c:pt idx="7818">
                  <c:v>-0.70469096008509469</c:v>
                </c:pt>
                <c:pt idx="7819">
                  <c:v>-0.39629411582727248</c:v>
                </c:pt>
                <c:pt idx="7820">
                  <c:v>-0.39973710282929326</c:v>
                </c:pt>
                <c:pt idx="7821">
                  <c:v>-0.44118179391961615</c:v>
                </c:pt>
                <c:pt idx="7822">
                  <c:v>-0.55974194461079751</c:v>
                </c:pt>
                <c:pt idx="7823">
                  <c:v>-0.12803673291326423</c:v>
                </c:pt>
                <c:pt idx="7824">
                  <c:v>4.1718681786874663E-2</c:v>
                </c:pt>
                <c:pt idx="7825">
                  <c:v>4.4853953926921826E-2</c:v>
                </c:pt>
                <c:pt idx="7826">
                  <c:v>5.3091867422938817E-2</c:v>
                </c:pt>
                <c:pt idx="7827">
                  <c:v>4.7558329882168057E-2</c:v>
                </c:pt>
                <c:pt idx="7828">
                  <c:v>5.3582541281579146E-2</c:v>
                </c:pt>
                <c:pt idx="7829">
                  <c:v>5.222969102046908E-2</c:v>
                </c:pt>
                <c:pt idx="7830">
                  <c:v>6.142172506433393E-2</c:v>
                </c:pt>
                <c:pt idx="7831">
                  <c:v>-0.20428911459583277</c:v>
                </c:pt>
                <c:pt idx="7832">
                  <c:v>-0.6150645915336439</c:v>
                </c:pt>
                <c:pt idx="7833">
                  <c:v>-0.67578225264357772</c:v>
                </c:pt>
                <c:pt idx="7834">
                  <c:v>-1.3609016166568113</c:v>
                </c:pt>
                <c:pt idx="7835">
                  <c:v>-1.2668796632299568</c:v>
                </c:pt>
                <c:pt idx="7836">
                  <c:v>-1.2433409299215401</c:v>
                </c:pt>
                <c:pt idx="7837">
                  <c:v>-1.2361101932127585</c:v>
                </c:pt>
                <c:pt idx="7838">
                  <c:v>-1.3525450587257561</c:v>
                </c:pt>
                <c:pt idx="7839">
                  <c:v>-1.3964037136104852</c:v>
                </c:pt>
                <c:pt idx="7840">
                  <c:v>-1.4759983649150177</c:v>
                </c:pt>
                <c:pt idx="7841">
                  <c:v>-1.0406044473700236</c:v>
                </c:pt>
                <c:pt idx="7842">
                  <c:v>-0.76329679512224591</c:v>
                </c:pt>
                <c:pt idx="7843">
                  <c:v>-0.70155901785399022</c:v>
                </c:pt>
                <c:pt idx="7844">
                  <c:v>-0.65757130316713364</c:v>
                </c:pt>
                <c:pt idx="7845">
                  <c:v>-0.319770380082882</c:v>
                </c:pt>
                <c:pt idx="7846">
                  <c:v>-0.49965768871760041</c:v>
                </c:pt>
                <c:pt idx="7847">
                  <c:v>-0.24308891663769008</c:v>
                </c:pt>
                <c:pt idx="7848">
                  <c:v>1.3331976876658939E-2</c:v>
                </c:pt>
                <c:pt idx="7849">
                  <c:v>1.3224609771036476E-2</c:v>
                </c:pt>
                <c:pt idx="7850">
                  <c:v>4.2003239797555644E-2</c:v>
                </c:pt>
                <c:pt idx="7851">
                  <c:v>5.0458302889124264E-2</c:v>
                </c:pt>
                <c:pt idx="7852">
                  <c:v>6.0931265139013049E-2</c:v>
                </c:pt>
                <c:pt idx="7853">
                  <c:v>7.8891600926658104E-2</c:v>
                </c:pt>
                <c:pt idx="7854">
                  <c:v>7.8580480413424053E-2</c:v>
                </c:pt>
                <c:pt idx="7855">
                  <c:v>-7.3275944733228085E-2</c:v>
                </c:pt>
                <c:pt idx="7856">
                  <c:v>-0.68481725199435095</c:v>
                </c:pt>
                <c:pt idx="7857">
                  <c:v>-0.49626741390435114</c:v>
                </c:pt>
                <c:pt idx="7858">
                  <c:v>-0.9186422095583604</c:v>
                </c:pt>
                <c:pt idx="7859">
                  <c:v>-1.2600447101550489</c:v>
                </c:pt>
                <c:pt idx="7860">
                  <c:v>-1.3215124038047619</c:v>
                </c:pt>
                <c:pt idx="7861">
                  <c:v>-1.2162751252196671</c:v>
                </c:pt>
                <c:pt idx="7862">
                  <c:v>-1.1477959504819362</c:v>
                </c:pt>
                <c:pt idx="7863">
                  <c:v>-1.1484108381724587</c:v>
                </c:pt>
                <c:pt idx="7864">
                  <c:v>-1.0513881551536715</c:v>
                </c:pt>
                <c:pt idx="7865">
                  <c:v>-0.92428246854671281</c:v>
                </c:pt>
                <c:pt idx="7866">
                  <c:v>-0.61197611523319284</c:v>
                </c:pt>
                <c:pt idx="7867">
                  <c:v>-0.28920993998065991</c:v>
                </c:pt>
                <c:pt idx="7868">
                  <c:v>-0.16258349644883455</c:v>
                </c:pt>
                <c:pt idx="7869">
                  <c:v>-0.31541944864760418</c:v>
                </c:pt>
                <c:pt idx="7870">
                  <c:v>-0.15354694922688422</c:v>
                </c:pt>
                <c:pt idx="7871">
                  <c:v>-4.4916902182398973E-2</c:v>
                </c:pt>
                <c:pt idx="7872">
                  <c:v>4.1035457705251827E-2</c:v>
                </c:pt>
                <c:pt idx="7873">
                  <c:v>5.8636292532110994E-2</c:v>
                </c:pt>
                <c:pt idx="7874">
                  <c:v>6.0573352327628963E-2</c:v>
                </c:pt>
                <c:pt idx="7875">
                  <c:v>5.5554088111867891E-2</c:v>
                </c:pt>
                <c:pt idx="7876">
                  <c:v>5.7962220132210071E-2</c:v>
                </c:pt>
                <c:pt idx="7877">
                  <c:v>6.5373667373018987E-2</c:v>
                </c:pt>
                <c:pt idx="7878">
                  <c:v>6.8194915360959313E-2</c:v>
                </c:pt>
                <c:pt idx="7879">
                  <c:v>6.493416041375473E-2</c:v>
                </c:pt>
                <c:pt idx="7880">
                  <c:v>-1.4321137475574841E-2</c:v>
                </c:pt>
                <c:pt idx="7881">
                  <c:v>-0.49996246861659205</c:v>
                </c:pt>
                <c:pt idx="7882">
                  <c:v>-0.48055444378596984</c:v>
                </c:pt>
                <c:pt idx="7883">
                  <c:v>-0.42822809016387869</c:v>
                </c:pt>
                <c:pt idx="7884">
                  <c:v>-7.6726354311041162E-2</c:v>
                </c:pt>
                <c:pt idx="7885">
                  <c:v>-0.5169865418189441</c:v>
                </c:pt>
                <c:pt idx="7886">
                  <c:v>-0.61217875325472204</c:v>
                </c:pt>
                <c:pt idx="7887">
                  <c:v>-0.57750782642308407</c:v>
                </c:pt>
                <c:pt idx="7888">
                  <c:v>-0.67142286667035422</c:v>
                </c:pt>
                <c:pt idx="7889">
                  <c:v>-0.70429030921330038</c:v>
                </c:pt>
                <c:pt idx="7890">
                  <c:v>-0.66589805038342698</c:v>
                </c:pt>
                <c:pt idx="7891">
                  <c:v>-0.66969701908593082</c:v>
                </c:pt>
                <c:pt idx="7892">
                  <c:v>-0.45349272891643982</c:v>
                </c:pt>
                <c:pt idx="7893">
                  <c:v>-0.32486747482381617</c:v>
                </c:pt>
                <c:pt idx="7894">
                  <c:v>-0.35482364964831559</c:v>
                </c:pt>
                <c:pt idx="7895">
                  <c:v>-0.11260203706574193</c:v>
                </c:pt>
                <c:pt idx="7896">
                  <c:v>-9.3949692246973873E-2</c:v>
                </c:pt>
                <c:pt idx="7897">
                  <c:v>-4.3697459849336956E-2</c:v>
                </c:pt>
                <c:pt idx="7898">
                  <c:v>5.1038118156643752E-3</c:v>
                </c:pt>
                <c:pt idx="7899">
                  <c:v>1.5680636148399898E-2</c:v>
                </c:pt>
                <c:pt idx="7900">
                  <c:v>8.2954517231018689E-3</c:v>
                </c:pt>
                <c:pt idx="7901">
                  <c:v>2.9601516005517949E-2</c:v>
                </c:pt>
                <c:pt idx="7902">
                  <c:v>3.5378415384655151E-2</c:v>
                </c:pt>
                <c:pt idx="7903">
                  <c:v>-0.16263970519065701</c:v>
                </c:pt>
                <c:pt idx="7904">
                  <c:v>-0.19987277891131033</c:v>
                </c:pt>
                <c:pt idx="7905">
                  <c:v>-0.77405110610338146</c:v>
                </c:pt>
                <c:pt idx="7906">
                  <c:v>-0.80877329846458712</c:v>
                </c:pt>
                <c:pt idx="7907">
                  <c:v>-1.0651463469556663</c:v>
                </c:pt>
                <c:pt idx="7908">
                  <c:v>-1.1644422369459577</c:v>
                </c:pt>
                <c:pt idx="7909">
                  <c:v>-1.0569794261590242</c:v>
                </c:pt>
                <c:pt idx="7910">
                  <c:v>-0.89693291480548942</c:v>
                </c:pt>
                <c:pt idx="7911">
                  <c:v>-0.7839556655285711</c:v>
                </c:pt>
                <c:pt idx="7912">
                  <c:v>-0.96243505619531933</c:v>
                </c:pt>
                <c:pt idx="7913">
                  <c:v>-0.74690473933641355</c:v>
                </c:pt>
                <c:pt idx="7914">
                  <c:v>-0.44361153123452463</c:v>
                </c:pt>
                <c:pt idx="7915">
                  <c:v>-0.48390075452165793</c:v>
                </c:pt>
                <c:pt idx="7916">
                  <c:v>-0.19915219091484207</c:v>
                </c:pt>
                <c:pt idx="7917">
                  <c:v>-0.46300155374459906</c:v>
                </c:pt>
                <c:pt idx="7918">
                  <c:v>-0.30604764137274915</c:v>
                </c:pt>
                <c:pt idx="7919">
                  <c:v>-0.15805951372205418</c:v>
                </c:pt>
                <c:pt idx="7920">
                  <c:v>2.6337749647738693E-2</c:v>
                </c:pt>
                <c:pt idx="7921">
                  <c:v>4.333550946719076E-2</c:v>
                </c:pt>
                <c:pt idx="7922">
                  <c:v>4.1674109605547086E-2</c:v>
                </c:pt>
                <c:pt idx="7923">
                  <c:v>4.3214666627782672E-2</c:v>
                </c:pt>
                <c:pt idx="7924">
                  <c:v>4.9660712665006816E-2</c:v>
                </c:pt>
                <c:pt idx="7925">
                  <c:v>5.0747215796257066E-2</c:v>
                </c:pt>
                <c:pt idx="7926">
                  <c:v>6.0079616655508462E-2</c:v>
                </c:pt>
                <c:pt idx="7927">
                  <c:v>4.6236803541718483E-2</c:v>
                </c:pt>
                <c:pt idx="7928">
                  <c:v>4.1360431192705376E-2</c:v>
                </c:pt>
                <c:pt idx="7929">
                  <c:v>5.2082603592063938E-2</c:v>
                </c:pt>
                <c:pt idx="7930">
                  <c:v>-0.5148548516182283</c:v>
                </c:pt>
                <c:pt idx="7931">
                  <c:v>-0.72237237402246546</c:v>
                </c:pt>
                <c:pt idx="7932">
                  <c:v>-0.92171074865698721</c:v>
                </c:pt>
                <c:pt idx="7933">
                  <c:v>-0.82949565416315096</c:v>
                </c:pt>
                <c:pt idx="7934">
                  <c:v>-0.59742019327152984</c:v>
                </c:pt>
                <c:pt idx="7935">
                  <c:v>-0.57574447474870771</c:v>
                </c:pt>
                <c:pt idx="7936">
                  <c:v>-0.62031692846868502</c:v>
                </c:pt>
                <c:pt idx="7937">
                  <c:v>-0.22010643564146171</c:v>
                </c:pt>
                <c:pt idx="7938">
                  <c:v>-0.60746867411446781</c:v>
                </c:pt>
                <c:pt idx="7939">
                  <c:v>-0.36747076993571653</c:v>
                </c:pt>
                <c:pt idx="7940">
                  <c:v>-0.21230249257277134</c:v>
                </c:pt>
                <c:pt idx="7941">
                  <c:v>-0.33489708791982614</c:v>
                </c:pt>
                <c:pt idx="7942">
                  <c:v>-0.38606277183501081</c:v>
                </c:pt>
                <c:pt idx="7943">
                  <c:v>-1.243670827664286E-3</c:v>
                </c:pt>
                <c:pt idx="7944">
                  <c:v>3.4036034951725476E-2</c:v>
                </c:pt>
                <c:pt idx="7945">
                  <c:v>3.5605366402868398E-2</c:v>
                </c:pt>
                <c:pt idx="7946">
                  <c:v>2.0100210673876736E-2</c:v>
                </c:pt>
                <c:pt idx="7947">
                  <c:v>3.1357237759607498E-2</c:v>
                </c:pt>
                <c:pt idx="7948">
                  <c:v>4.0884221017461676E-2</c:v>
                </c:pt>
                <c:pt idx="7949">
                  <c:v>6.0960893395420324E-2</c:v>
                </c:pt>
                <c:pt idx="7950">
                  <c:v>5.8403702730155327E-2</c:v>
                </c:pt>
                <c:pt idx="7951">
                  <c:v>4.9780653391316251E-2</c:v>
                </c:pt>
                <c:pt idx="7952">
                  <c:v>-0.54844702692432601</c:v>
                </c:pt>
                <c:pt idx="7953">
                  <c:v>-0.82921741083087208</c:v>
                </c:pt>
                <c:pt idx="7954">
                  <c:v>-0.64655896134192281</c:v>
                </c:pt>
                <c:pt idx="7955">
                  <c:v>-1.0459551664496296</c:v>
                </c:pt>
                <c:pt idx="7956">
                  <c:v>-1.0548075402447854</c:v>
                </c:pt>
                <c:pt idx="7957">
                  <c:v>-0.77617320377653487</c:v>
                </c:pt>
                <c:pt idx="7958">
                  <c:v>-0.85841677283234707</c:v>
                </c:pt>
                <c:pt idx="7959">
                  <c:v>-1.1080075258217317</c:v>
                </c:pt>
                <c:pt idx="7960">
                  <c:v>-0.96060056379614367</c:v>
                </c:pt>
                <c:pt idx="7961">
                  <c:v>-0.79729361335470827</c:v>
                </c:pt>
                <c:pt idx="7962">
                  <c:v>-0.79628138040878393</c:v>
                </c:pt>
                <c:pt idx="7963">
                  <c:v>-0.74109271788690867</c:v>
                </c:pt>
                <c:pt idx="7964">
                  <c:v>-0.63425506089869788</c:v>
                </c:pt>
                <c:pt idx="7965">
                  <c:v>-0.53549754448526554</c:v>
                </c:pt>
                <c:pt idx="7966">
                  <c:v>-0.59549245726798283</c:v>
                </c:pt>
                <c:pt idx="7967">
                  <c:v>-0.19098988138256753</c:v>
                </c:pt>
                <c:pt idx="7968">
                  <c:v>-4.6730478276641493E-2</c:v>
                </c:pt>
                <c:pt idx="7969">
                  <c:v>-1.1194813893976415E-2</c:v>
                </c:pt>
                <c:pt idx="7970">
                  <c:v>1.3421213822297593E-3</c:v>
                </c:pt>
                <c:pt idx="7971">
                  <c:v>1.9816990989448141E-2</c:v>
                </c:pt>
                <c:pt idx="7972">
                  <c:v>4.8394855439460246E-2</c:v>
                </c:pt>
                <c:pt idx="7973">
                  <c:v>6.2080379385814011E-2</c:v>
                </c:pt>
                <c:pt idx="7974">
                  <c:v>6.5445797034232076E-2</c:v>
                </c:pt>
                <c:pt idx="7975">
                  <c:v>-0.16662313762723271</c:v>
                </c:pt>
                <c:pt idx="7976">
                  <c:v>-0.88496171372945753</c:v>
                </c:pt>
                <c:pt idx="7977">
                  <c:v>-0.96937136541585101</c:v>
                </c:pt>
                <c:pt idx="7978">
                  <c:v>-0.76058973370246763</c:v>
                </c:pt>
                <c:pt idx="7979">
                  <c:v>-0.87877252666820038</c:v>
                </c:pt>
                <c:pt idx="7980">
                  <c:v>-0.9466333071025782</c:v>
                </c:pt>
                <c:pt idx="7981">
                  <c:v>-1.120904313366168</c:v>
                </c:pt>
                <c:pt idx="7982">
                  <c:v>-1.2707797656602779</c:v>
                </c:pt>
                <c:pt idx="7983">
                  <c:v>-1.249837469534187</c:v>
                </c:pt>
                <c:pt idx="7984">
                  <c:v>-1.1794768737216257</c:v>
                </c:pt>
                <c:pt idx="7985">
                  <c:v>-1.0586049713939232</c:v>
                </c:pt>
                <c:pt idx="7986">
                  <c:v>-0.85741913112309209</c:v>
                </c:pt>
                <c:pt idx="7987">
                  <c:v>-0.84755664772024786</c:v>
                </c:pt>
                <c:pt idx="7988">
                  <c:v>-0.78437575390172343</c:v>
                </c:pt>
                <c:pt idx="7989">
                  <c:v>-0.81417786277670268</c:v>
                </c:pt>
                <c:pt idx="7990">
                  <c:v>-0.79461900937509045</c:v>
                </c:pt>
                <c:pt idx="7991">
                  <c:v>-0.26334472859410796</c:v>
                </c:pt>
                <c:pt idx="7992">
                  <c:v>-0.14890999451127937</c:v>
                </c:pt>
                <c:pt idx="7993">
                  <c:v>-0.14044683959147983</c:v>
                </c:pt>
                <c:pt idx="7994">
                  <c:v>-7.4776299693402354E-2</c:v>
                </c:pt>
                <c:pt idx="7995">
                  <c:v>-3.0899286540759734E-2</c:v>
                </c:pt>
                <c:pt idx="7996">
                  <c:v>-3.7033603958614601E-3</c:v>
                </c:pt>
                <c:pt idx="7997">
                  <c:v>1.268319326715762E-2</c:v>
                </c:pt>
                <c:pt idx="7998">
                  <c:v>3.1501594380161972E-2</c:v>
                </c:pt>
                <c:pt idx="7999">
                  <c:v>-6.6716185995445945E-2</c:v>
                </c:pt>
                <c:pt idx="8000">
                  <c:v>-0.65170044614821709</c:v>
                </c:pt>
                <c:pt idx="8001">
                  <c:v>-0.77052046640437011</c:v>
                </c:pt>
                <c:pt idx="8002">
                  <c:v>-0.78646537170317921</c:v>
                </c:pt>
                <c:pt idx="8003">
                  <c:v>-0.77161207606558146</c:v>
                </c:pt>
                <c:pt idx="8004">
                  <c:v>-0.78997913321490787</c:v>
                </c:pt>
                <c:pt idx="8005">
                  <c:v>-0.72240810762854391</c:v>
                </c:pt>
                <c:pt idx="8006">
                  <c:v>-0.69913221989490859</c:v>
                </c:pt>
                <c:pt idx="8007">
                  <c:v>-0.70877665330324713</c:v>
                </c:pt>
                <c:pt idx="8008">
                  <c:v>-0.85621252085514943</c:v>
                </c:pt>
                <c:pt idx="8009">
                  <c:v>-0.83074538671396392</c:v>
                </c:pt>
                <c:pt idx="8010">
                  <c:v>-0.74623522966501044</c:v>
                </c:pt>
                <c:pt idx="8011">
                  <c:v>-0.52670348866095784</c:v>
                </c:pt>
                <c:pt idx="8012">
                  <c:v>-0.27086451319536436</c:v>
                </c:pt>
                <c:pt idx="8013">
                  <c:v>-0.40780217333113067</c:v>
                </c:pt>
                <c:pt idx="8014">
                  <c:v>-0.22813490097454442</c:v>
                </c:pt>
                <c:pt idx="8015">
                  <c:v>-3.9232630577668293E-2</c:v>
                </c:pt>
                <c:pt idx="8016">
                  <c:v>3.2227476027850976E-2</c:v>
                </c:pt>
                <c:pt idx="8017">
                  <c:v>5.1393000781707547E-2</c:v>
                </c:pt>
                <c:pt idx="8018">
                  <c:v>5.978398351750315E-2</c:v>
                </c:pt>
                <c:pt idx="8019">
                  <c:v>7.4834615089654222E-2</c:v>
                </c:pt>
                <c:pt idx="8020">
                  <c:v>6.3915751689480702E-2</c:v>
                </c:pt>
                <c:pt idx="8021">
                  <c:v>6.6318575211282094E-2</c:v>
                </c:pt>
                <c:pt idx="8022">
                  <c:v>0.23232194164496792</c:v>
                </c:pt>
                <c:pt idx="8023">
                  <c:v>0.15856677881347192</c:v>
                </c:pt>
                <c:pt idx="8024">
                  <c:v>9.7628256970034355E-2</c:v>
                </c:pt>
                <c:pt idx="8025">
                  <c:v>0.12653404250679609</c:v>
                </c:pt>
                <c:pt idx="8026">
                  <c:v>7.1725888828470474E-2</c:v>
                </c:pt>
                <c:pt idx="8027">
                  <c:v>4.6138069598524199E-2</c:v>
                </c:pt>
                <c:pt idx="8028">
                  <c:v>5.4690347122199412E-3</c:v>
                </c:pt>
                <c:pt idx="8029">
                  <c:v>-0.15380707035973529</c:v>
                </c:pt>
                <c:pt idx="8030">
                  <c:v>-0.82185487472156293</c:v>
                </c:pt>
                <c:pt idx="8031">
                  <c:v>-0.723002141264387</c:v>
                </c:pt>
                <c:pt idx="8032">
                  <c:v>-0.65024552179666362</c:v>
                </c:pt>
                <c:pt idx="8033">
                  <c:v>-0.45792904369220849</c:v>
                </c:pt>
                <c:pt idx="8034">
                  <c:v>-0.19170408838381675</c:v>
                </c:pt>
                <c:pt idx="8035">
                  <c:v>-0.38004661209549018</c:v>
                </c:pt>
                <c:pt idx="8036">
                  <c:v>-0.24382623253076879</c:v>
                </c:pt>
                <c:pt idx="8037">
                  <c:v>-0.23829726201421103</c:v>
                </c:pt>
                <c:pt idx="8038">
                  <c:v>-0.19998838751331252</c:v>
                </c:pt>
                <c:pt idx="8039">
                  <c:v>-1.146691427600404E-4</c:v>
                </c:pt>
                <c:pt idx="8040">
                  <c:v>3.1342486064734554E-2</c:v>
                </c:pt>
                <c:pt idx="8041">
                  <c:v>4.6009674276173411E-2</c:v>
                </c:pt>
                <c:pt idx="8042">
                  <c:v>7.7487704146198086E-2</c:v>
                </c:pt>
                <c:pt idx="8043">
                  <c:v>4.5651213388398094E-2</c:v>
                </c:pt>
                <c:pt idx="8044">
                  <c:v>3.0141443755567141E-2</c:v>
                </c:pt>
                <c:pt idx="8045">
                  <c:v>5.1107320205742518E-2</c:v>
                </c:pt>
                <c:pt idx="8046">
                  <c:v>5.2539024817847266E-2</c:v>
                </c:pt>
                <c:pt idx="8047">
                  <c:v>5.7164159526812128E-2</c:v>
                </c:pt>
                <c:pt idx="8048">
                  <c:v>3.917383093933427E-3</c:v>
                </c:pt>
                <c:pt idx="8049">
                  <c:v>-0.41259562643908154</c:v>
                </c:pt>
                <c:pt idx="8050">
                  <c:v>-0.93780640035509233</c:v>
                </c:pt>
                <c:pt idx="8051">
                  <c:v>-0.97681666494457464</c:v>
                </c:pt>
                <c:pt idx="8052">
                  <c:v>-0.85622973489640486</c:v>
                </c:pt>
                <c:pt idx="8053">
                  <c:v>-0.79247562613419686</c:v>
                </c:pt>
                <c:pt idx="8054">
                  <c:v>-0.79303479079515637</c:v>
                </c:pt>
                <c:pt idx="8055">
                  <c:v>-0.87865973117971752</c:v>
                </c:pt>
                <c:pt idx="8056">
                  <c:v>-0.81245042519691479</c:v>
                </c:pt>
                <c:pt idx="8057">
                  <c:v>-0.66481414549427076</c:v>
                </c:pt>
                <c:pt idx="8058">
                  <c:v>-0.55305018772756653</c:v>
                </c:pt>
                <c:pt idx="8059">
                  <c:v>-0.39800361342046298</c:v>
                </c:pt>
                <c:pt idx="8060">
                  <c:v>-0.25529205342641076</c:v>
                </c:pt>
                <c:pt idx="8061">
                  <c:v>-0.29339615534113933</c:v>
                </c:pt>
                <c:pt idx="8062">
                  <c:v>-0.24209796160164723</c:v>
                </c:pt>
                <c:pt idx="8063">
                  <c:v>-0.20811854632320329</c:v>
                </c:pt>
                <c:pt idx="8064">
                  <c:v>3.3787820102265578E-4</c:v>
                </c:pt>
                <c:pt idx="8065">
                  <c:v>1.6655232772157465E-2</c:v>
                </c:pt>
                <c:pt idx="8066">
                  <c:v>4.1451458893919775E-2</c:v>
                </c:pt>
                <c:pt idx="8067">
                  <c:v>4.9110645859071503E-2</c:v>
                </c:pt>
                <c:pt idx="8068">
                  <c:v>4.8499036464792714E-2</c:v>
                </c:pt>
                <c:pt idx="8069">
                  <c:v>5.1689250703812008E-2</c:v>
                </c:pt>
                <c:pt idx="8070">
                  <c:v>5.422731490442944E-2</c:v>
                </c:pt>
                <c:pt idx="8071">
                  <c:v>4.9359453772065999E-2</c:v>
                </c:pt>
                <c:pt idx="8072">
                  <c:v>-0.37303137962859506</c:v>
                </c:pt>
                <c:pt idx="8073">
                  <c:v>-0.39418825388292633</c:v>
                </c:pt>
                <c:pt idx="8074">
                  <c:v>-0.63734159015826908</c:v>
                </c:pt>
                <c:pt idx="8075">
                  <c:v>-0.42031219892376442</c:v>
                </c:pt>
                <c:pt idx="8076">
                  <c:v>-1.0112296765310571</c:v>
                </c:pt>
                <c:pt idx="8077">
                  <c:v>-0.88959394457797003</c:v>
                </c:pt>
                <c:pt idx="8078">
                  <c:v>-0.90680086899349333</c:v>
                </c:pt>
                <c:pt idx="8079">
                  <c:v>-0.79393741115508309</c:v>
                </c:pt>
                <c:pt idx="8080">
                  <c:v>-0.79091979762644293</c:v>
                </c:pt>
                <c:pt idx="8081">
                  <c:v>-0.50768112294083345</c:v>
                </c:pt>
                <c:pt idx="8082">
                  <c:v>-0.47039235612592123</c:v>
                </c:pt>
                <c:pt idx="8083">
                  <c:v>-0.4741400085807202</c:v>
                </c:pt>
                <c:pt idx="8084">
                  <c:v>-0.1909915609921555</c:v>
                </c:pt>
                <c:pt idx="8085">
                  <c:v>-8.4101490592303624E-3</c:v>
                </c:pt>
                <c:pt idx="8086">
                  <c:v>-1.7069633376376198E-2</c:v>
                </c:pt>
                <c:pt idx="8087">
                  <c:v>-1.6660662961102614E-2</c:v>
                </c:pt>
                <c:pt idx="8088">
                  <c:v>-2.0226164272170062E-3</c:v>
                </c:pt>
                <c:pt idx="8089">
                  <c:v>1.8750019553689212E-2</c:v>
                </c:pt>
                <c:pt idx="8090">
                  <c:v>2.8122486122626713E-2</c:v>
                </c:pt>
                <c:pt idx="8091">
                  <c:v>2.8262911868083909E-2</c:v>
                </c:pt>
                <c:pt idx="8092">
                  <c:v>3.6220348835972312E-2</c:v>
                </c:pt>
                <c:pt idx="8093">
                  <c:v>4.1802332002255776E-2</c:v>
                </c:pt>
                <c:pt idx="8094">
                  <c:v>4.5519285313439808E-2</c:v>
                </c:pt>
                <c:pt idx="8095">
                  <c:v>4.7952949028886242E-2</c:v>
                </c:pt>
                <c:pt idx="8096">
                  <c:v>3.8207881990094388E-2</c:v>
                </c:pt>
                <c:pt idx="8097">
                  <c:v>2.4042661337419374E-2</c:v>
                </c:pt>
                <c:pt idx="8098">
                  <c:v>2.418288405473145E-2</c:v>
                </c:pt>
                <c:pt idx="8099">
                  <c:v>3.4545535264341926E-2</c:v>
                </c:pt>
                <c:pt idx="8100">
                  <c:v>2.1546611389583664E-2</c:v>
                </c:pt>
                <c:pt idx="8101">
                  <c:v>-0.69597521553456099</c:v>
                </c:pt>
                <c:pt idx="8102">
                  <c:v>-1.2690490273958905</c:v>
                </c:pt>
                <c:pt idx="8103">
                  <c:v>-1.3428732943055843</c:v>
                </c:pt>
                <c:pt idx="8104">
                  <c:v>-1.3417075258499429</c:v>
                </c:pt>
                <c:pt idx="8105">
                  <c:v>-0.91421590749068515</c:v>
                </c:pt>
                <c:pt idx="8106">
                  <c:v>-0.89766915600634811</c:v>
                </c:pt>
                <c:pt idx="8107">
                  <c:v>-0.87970459909537513</c:v>
                </c:pt>
                <c:pt idx="8108">
                  <c:v>-0.69783743939137466</c:v>
                </c:pt>
                <c:pt idx="8109">
                  <c:v>-0.80138731073475766</c:v>
                </c:pt>
                <c:pt idx="8110">
                  <c:v>-0.73008977819917553</c:v>
                </c:pt>
                <c:pt idx="8111">
                  <c:v>-0.30751221459724637</c:v>
                </c:pt>
                <c:pt idx="8112">
                  <c:v>-0.18741118858838521</c:v>
                </c:pt>
                <c:pt idx="8113">
                  <c:v>-7.9570151427688002E-2</c:v>
                </c:pt>
                <c:pt idx="8114">
                  <c:v>-3.0288394868286161E-2</c:v>
                </c:pt>
                <c:pt idx="8115">
                  <c:v>1.3443574494329064E-2</c:v>
                </c:pt>
                <c:pt idx="8116">
                  <c:v>2.8995878826746636E-2</c:v>
                </c:pt>
                <c:pt idx="8117">
                  <c:v>3.4172420810532192E-2</c:v>
                </c:pt>
                <c:pt idx="8118">
                  <c:v>4.1362365883913454E-2</c:v>
                </c:pt>
                <c:pt idx="8119">
                  <c:v>-0.33676144655347462</c:v>
                </c:pt>
                <c:pt idx="8120">
                  <c:v>-1.0366404028833094</c:v>
                </c:pt>
                <c:pt idx="8121">
                  <c:v>-1.2130866552095083</c:v>
                </c:pt>
                <c:pt idx="8122">
                  <c:v>-1.2703703077645609</c:v>
                </c:pt>
                <c:pt idx="8123">
                  <c:v>-1.3157185845430539</c:v>
                </c:pt>
                <c:pt idx="8124">
                  <c:v>-1.3115102474769078</c:v>
                </c:pt>
                <c:pt idx="8125">
                  <c:v>-1.3531249474885978</c:v>
                </c:pt>
                <c:pt idx="8126">
                  <c:v>-1.3471995196696476</c:v>
                </c:pt>
                <c:pt idx="8127">
                  <c:v>-1.346700887627907</c:v>
                </c:pt>
                <c:pt idx="8128">
                  <c:v>-1.3592389882211215</c:v>
                </c:pt>
                <c:pt idx="8129">
                  <c:v>-1.3475985143606326</c:v>
                </c:pt>
                <c:pt idx="8130">
                  <c:v>-1.2236620909714646</c:v>
                </c:pt>
                <c:pt idx="8131">
                  <c:v>-0.98999393754156628</c:v>
                </c:pt>
                <c:pt idx="8132">
                  <c:v>-0.90002942212190462</c:v>
                </c:pt>
                <c:pt idx="8133">
                  <c:v>-0.85132850379987579</c:v>
                </c:pt>
                <c:pt idx="8134">
                  <c:v>-0.78621807687550405</c:v>
                </c:pt>
                <c:pt idx="8135">
                  <c:v>-0.52961859024422431</c:v>
                </c:pt>
                <c:pt idx="8136">
                  <c:v>-0.28189784959116482</c:v>
                </c:pt>
                <c:pt idx="8137">
                  <c:v>-0.15881624039329326</c:v>
                </c:pt>
                <c:pt idx="8138">
                  <c:v>-5.5639799482521922E-2</c:v>
                </c:pt>
                <c:pt idx="8139">
                  <c:v>-1.2396277841076664E-2</c:v>
                </c:pt>
                <c:pt idx="8140">
                  <c:v>2.7922403893660682E-2</c:v>
                </c:pt>
                <c:pt idx="8141">
                  <c:v>3.3540119074711119E-2</c:v>
                </c:pt>
                <c:pt idx="8142">
                  <c:v>-0.49031356483261629</c:v>
                </c:pt>
                <c:pt idx="8143">
                  <c:v>-0.92773325453047162</c:v>
                </c:pt>
                <c:pt idx="8144">
                  <c:v>-1.0230079967325094</c:v>
                </c:pt>
                <c:pt idx="8145">
                  <c:v>-1.3064024473790481</c:v>
                </c:pt>
                <c:pt idx="8146">
                  <c:v>-1.3195067129540121</c:v>
                </c:pt>
                <c:pt idx="8147">
                  <c:v>-1.4700178940571955</c:v>
                </c:pt>
                <c:pt idx="8148">
                  <c:v>-1.5527077564171381</c:v>
                </c:pt>
                <c:pt idx="8149">
                  <c:v>-1.7748946579662488</c:v>
                </c:pt>
                <c:pt idx="8150">
                  <c:v>-1.9965560161578122</c:v>
                </c:pt>
                <c:pt idx="8151">
                  <c:v>-2.2480852162279756</c:v>
                </c:pt>
                <c:pt idx="8152">
                  <c:v>-2.0222757596110763</c:v>
                </c:pt>
                <c:pt idx="8153">
                  <c:v>-1.6518485583419211</c:v>
                </c:pt>
                <c:pt idx="8154">
                  <c:v>-1.5270121370141005</c:v>
                </c:pt>
                <c:pt idx="8155">
                  <c:v>-1.4267545859698942</c:v>
                </c:pt>
                <c:pt idx="8156">
                  <c:v>-1.2841990794269642</c:v>
                </c:pt>
                <c:pt idx="8157">
                  <c:v>-1.3071984372591245</c:v>
                </c:pt>
                <c:pt idx="8158">
                  <c:v>-1.2040714457125878</c:v>
                </c:pt>
                <c:pt idx="8159">
                  <c:v>-0.60543602569816279</c:v>
                </c:pt>
                <c:pt idx="8160">
                  <c:v>-0.31780846210587982</c:v>
                </c:pt>
                <c:pt idx="8161">
                  <c:v>-0.13748376769631224</c:v>
                </c:pt>
                <c:pt idx="8162">
                  <c:v>-5.6401314703619643E-2</c:v>
                </c:pt>
                <c:pt idx="8163">
                  <c:v>9.518179682295382E-4</c:v>
                </c:pt>
                <c:pt idx="8164">
                  <c:v>4.3991138218625644E-2</c:v>
                </c:pt>
                <c:pt idx="8165">
                  <c:v>4.9538384992334913E-2</c:v>
                </c:pt>
                <c:pt idx="8166">
                  <c:v>-0.22215146084611195</c:v>
                </c:pt>
                <c:pt idx="8167">
                  <c:v>-1.0127317240428322</c:v>
                </c:pt>
                <c:pt idx="8168">
                  <c:v>-1.0833503670357909</c:v>
                </c:pt>
                <c:pt idx="8169">
                  <c:v>-1.2642341769373566</c:v>
                </c:pt>
                <c:pt idx="8170">
                  <c:v>-1.5348007057608113</c:v>
                </c:pt>
                <c:pt idx="8171">
                  <c:v>-1.79049594503281</c:v>
                </c:pt>
                <c:pt idx="8172">
                  <c:v>-1.6016353887258243</c:v>
                </c:pt>
                <c:pt idx="8173">
                  <c:v>-1.6103421944670053</c:v>
                </c:pt>
                <c:pt idx="8174">
                  <c:v>-1.6211374317786382</c:v>
                </c:pt>
                <c:pt idx="8175">
                  <c:v>-1.8819124262829645</c:v>
                </c:pt>
                <c:pt idx="8176">
                  <c:v>-1.7582721874053722</c:v>
                </c:pt>
                <c:pt idx="8177">
                  <c:v>-1.5990252874981621</c:v>
                </c:pt>
                <c:pt idx="8178">
                  <c:v>-1.5151054514055617</c:v>
                </c:pt>
                <c:pt idx="8179">
                  <c:v>-1.3979553434083247</c:v>
                </c:pt>
                <c:pt idx="8180">
                  <c:v>-1.2668410192435093</c:v>
                </c:pt>
                <c:pt idx="8181">
                  <c:v>-1.3446675394835241</c:v>
                </c:pt>
                <c:pt idx="8182">
                  <c:v>-1.2108585080524317</c:v>
                </c:pt>
                <c:pt idx="8183">
                  <c:v>-1.1593932613519053</c:v>
                </c:pt>
                <c:pt idx="8184">
                  <c:v>-1.0548909098339656</c:v>
                </c:pt>
                <c:pt idx="8185">
                  <c:v>-0.56184108896039708</c:v>
                </c:pt>
                <c:pt idx="8186">
                  <c:v>-0.26845256901931414</c:v>
                </c:pt>
                <c:pt idx="8187">
                  <c:v>-0.21263043751150615</c:v>
                </c:pt>
                <c:pt idx="8188">
                  <c:v>-0.94586141977703797</c:v>
                </c:pt>
                <c:pt idx="8189">
                  <c:v>-1.0911445624247134</c:v>
                </c:pt>
                <c:pt idx="8190">
                  <c:v>-0.98131007712436891</c:v>
                </c:pt>
                <c:pt idx="8191">
                  <c:v>-0.93434376588675616</c:v>
                </c:pt>
                <c:pt idx="8192">
                  <c:v>-1.141751179893884</c:v>
                </c:pt>
                <c:pt idx="8193">
                  <c:v>-1.2492317941838833</c:v>
                </c:pt>
                <c:pt idx="8194">
                  <c:v>-1.5021972527512175</c:v>
                </c:pt>
                <c:pt idx="8195">
                  <c:v>-1.4331580500782879</c:v>
                </c:pt>
                <c:pt idx="8196">
                  <c:v>-0.87382030586688775</c:v>
                </c:pt>
                <c:pt idx="8197">
                  <c:v>-0.47562006931657547</c:v>
                </c:pt>
                <c:pt idx="8198">
                  <c:v>-6.4320825842649407E-2</c:v>
                </c:pt>
                <c:pt idx="8199">
                  <c:v>0.30105528346629423</c:v>
                </c:pt>
                <c:pt idx="8200">
                  <c:v>-1.3989907001444084</c:v>
                </c:pt>
                <c:pt idx="8201">
                  <c:v>-1.458106778079874</c:v>
                </c:pt>
                <c:pt idx="8202">
                  <c:v>-0.99212947680265184</c:v>
                </c:pt>
                <c:pt idx="8203">
                  <c:v>-0.88257165052106978</c:v>
                </c:pt>
                <c:pt idx="8204">
                  <c:v>-0.80501281668529578</c:v>
                </c:pt>
                <c:pt idx="8205">
                  <c:v>-0.87626569012716848</c:v>
                </c:pt>
                <c:pt idx="8206">
                  <c:v>-0.89590664963689548</c:v>
                </c:pt>
                <c:pt idx="8207">
                  <c:v>-0.31439141976395396</c:v>
                </c:pt>
                <c:pt idx="8208">
                  <c:v>-0.16796830408736979</c:v>
                </c:pt>
                <c:pt idx="8209">
                  <c:v>-0.11667494168420947</c:v>
                </c:pt>
                <c:pt idx="8210">
                  <c:v>-0.11287040832018627</c:v>
                </c:pt>
                <c:pt idx="8211">
                  <c:v>-9.2217056215858254E-2</c:v>
                </c:pt>
                <c:pt idx="8212">
                  <c:v>-5.1808253561055111E-2</c:v>
                </c:pt>
                <c:pt idx="8213">
                  <c:v>-1.7353800635840237E-2</c:v>
                </c:pt>
                <c:pt idx="8214">
                  <c:v>5.4054775717654281E-3</c:v>
                </c:pt>
                <c:pt idx="8215">
                  <c:v>-0.61364302088103917</c:v>
                </c:pt>
                <c:pt idx="8216">
                  <c:v>-0.88839520301826558</c:v>
                </c:pt>
                <c:pt idx="8217">
                  <c:v>-0.90763752592018854</c:v>
                </c:pt>
                <c:pt idx="8218">
                  <c:v>-0.97293720965959007</c:v>
                </c:pt>
                <c:pt idx="8219">
                  <c:v>-1.1130527308063352</c:v>
                </c:pt>
                <c:pt idx="8220">
                  <c:v>-1.4512154759220317</c:v>
                </c:pt>
                <c:pt idx="8221">
                  <c:v>-1.5142113814230704</c:v>
                </c:pt>
                <c:pt idx="8222">
                  <c:v>-1.2060742643021416</c:v>
                </c:pt>
                <c:pt idx="8223">
                  <c:v>-1.3093765365515591</c:v>
                </c:pt>
                <c:pt idx="8224">
                  <c:v>-1.339519316181442</c:v>
                </c:pt>
                <c:pt idx="8225">
                  <c:v>-1.2324294787802184</c:v>
                </c:pt>
                <c:pt idx="8226">
                  <c:v>-1.0693015982018057</c:v>
                </c:pt>
                <c:pt idx="8227">
                  <c:v>-0.44992899064550357</c:v>
                </c:pt>
                <c:pt idx="8228">
                  <c:v>-0.56893414191583058</c:v>
                </c:pt>
                <c:pt idx="8229">
                  <c:v>-0.57357303073499866</c:v>
                </c:pt>
                <c:pt idx="8230">
                  <c:v>-0.57940004481813023</c:v>
                </c:pt>
                <c:pt idx="8231">
                  <c:v>-0.27981933502447515</c:v>
                </c:pt>
                <c:pt idx="8232">
                  <c:v>-0.31569297660116574</c:v>
                </c:pt>
                <c:pt idx="8233">
                  <c:v>-0.34592436016177336</c:v>
                </c:pt>
                <c:pt idx="8234">
                  <c:v>-0.37051348570629655</c:v>
                </c:pt>
                <c:pt idx="8235">
                  <c:v>-0.3894603532347376</c:v>
                </c:pt>
                <c:pt idx="8236">
                  <c:v>-0.4027649627470945</c:v>
                </c:pt>
                <c:pt idx="8237">
                  <c:v>-0.41042731424336748</c:v>
                </c:pt>
                <c:pt idx="8238">
                  <c:v>-0.41244740772355704</c:v>
                </c:pt>
                <c:pt idx="8239">
                  <c:v>-0.40882524318766267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-1.6420016466631181E-2</c:v>
                </c:pt>
                <c:pt idx="8290">
                  <c:v>-3.3170215869335072E-2</c:v>
                </c:pt>
                <c:pt idx="8291">
                  <c:v>-0.18038746494385732</c:v>
                </c:pt>
                <c:pt idx="8292">
                  <c:v>-0.22171471177509469</c:v>
                </c:pt>
                <c:pt idx="8293">
                  <c:v>-0.22486295237877862</c:v>
                </c:pt>
                <c:pt idx="8294">
                  <c:v>-0.16850912495323103</c:v>
                </c:pt>
                <c:pt idx="8295">
                  <c:v>-0.19520267416826348</c:v>
                </c:pt>
                <c:pt idx="8296">
                  <c:v>-0.20544141130590279</c:v>
                </c:pt>
                <c:pt idx="8297">
                  <c:v>-0.18954778016031662</c:v>
                </c:pt>
                <c:pt idx="8298">
                  <c:v>-0.20566904339153244</c:v>
                </c:pt>
                <c:pt idx="8299">
                  <c:v>-0.1498011289786676</c:v>
                </c:pt>
                <c:pt idx="8300">
                  <c:v>-0.14968246722326742</c:v>
                </c:pt>
                <c:pt idx="8301">
                  <c:v>-0.13468188378991278</c:v>
                </c:pt>
                <c:pt idx="8302">
                  <c:v>-8.4632581735484005E-2</c:v>
                </c:pt>
                <c:pt idx="8303">
                  <c:v>-2.6686227873383438E-2</c:v>
                </c:pt>
                <c:pt idx="8304">
                  <c:v>-2.0948777369525249E-2</c:v>
                </c:pt>
                <c:pt idx="8305">
                  <c:v>-2.4202704071973766E-2</c:v>
                </c:pt>
                <c:pt idx="8306">
                  <c:v>-1.8099185887708136E-2</c:v>
                </c:pt>
                <c:pt idx="8307">
                  <c:v>-1.1478568358852786E-2</c:v>
                </c:pt>
                <c:pt idx="8308">
                  <c:v>-4.9495700098946488E-3</c:v>
                </c:pt>
                <c:pt idx="8309">
                  <c:v>-1.2226207558963932E-3</c:v>
                </c:pt>
                <c:pt idx="8310">
                  <c:v>3.5757459139198981E-3</c:v>
                </c:pt>
                <c:pt idx="8311">
                  <c:v>-2.367239524335044E-4</c:v>
                </c:pt>
                <c:pt idx="8312">
                  <c:v>-6.0980482233868403E-3</c:v>
                </c:pt>
                <c:pt idx="8313">
                  <c:v>-8.7321598313321851E-3</c:v>
                </c:pt>
                <c:pt idx="8314">
                  <c:v>-6.7143608624410017E-2</c:v>
                </c:pt>
                <c:pt idx="8315">
                  <c:v>-0.16672982086414939</c:v>
                </c:pt>
                <c:pt idx="8316">
                  <c:v>-0.16632278189046845</c:v>
                </c:pt>
                <c:pt idx="8317">
                  <c:v>-0.16732541757947569</c:v>
                </c:pt>
                <c:pt idx="8318">
                  <c:v>-0.1678138868356269</c:v>
                </c:pt>
                <c:pt idx="8319">
                  <c:v>-0.39025964774774857</c:v>
                </c:pt>
                <c:pt idx="8320">
                  <c:v>-0.3703440183424242</c:v>
                </c:pt>
                <c:pt idx="8321">
                  <c:v>-0.44041902023046103</c:v>
                </c:pt>
                <c:pt idx="8322">
                  <c:v>-0.4904197723843034</c:v>
                </c:pt>
                <c:pt idx="8323">
                  <c:v>-0.49887641283468093</c:v>
                </c:pt>
                <c:pt idx="8324">
                  <c:v>-0.45692310069613845</c:v>
                </c:pt>
                <c:pt idx="8325">
                  <c:v>-0.48399887802926689</c:v>
                </c:pt>
                <c:pt idx="8326">
                  <c:v>-0.46716375208098904</c:v>
                </c:pt>
                <c:pt idx="8327">
                  <c:v>-0.2931930444205002</c:v>
                </c:pt>
                <c:pt idx="8328">
                  <c:v>-0.19493095431079924</c:v>
                </c:pt>
                <c:pt idx="8329">
                  <c:v>-0.16106743365761966</c:v>
                </c:pt>
                <c:pt idx="8330">
                  <c:v>-0.13716219004180075</c:v>
                </c:pt>
                <c:pt idx="8331">
                  <c:v>-0.10302749700165112</c:v>
                </c:pt>
                <c:pt idx="8332">
                  <c:v>-6.9435072259412117E-2</c:v>
                </c:pt>
                <c:pt idx="8333">
                  <c:v>-3.9470627428641193E-2</c:v>
                </c:pt>
                <c:pt idx="8334">
                  <c:v>-1.3741069630976824E-2</c:v>
                </c:pt>
                <c:pt idx="8335">
                  <c:v>-0.14023305580544074</c:v>
                </c:pt>
                <c:pt idx="8336">
                  <c:v>-0.46553435210114374</c:v>
                </c:pt>
                <c:pt idx="8337">
                  <c:v>-0.45436140976067074</c:v>
                </c:pt>
                <c:pt idx="8338">
                  <c:v>-0.44466831850389787</c:v>
                </c:pt>
                <c:pt idx="8339">
                  <c:v>-0.44377772707023339</c:v>
                </c:pt>
                <c:pt idx="8340">
                  <c:v>-0.51624995737820933</c:v>
                </c:pt>
                <c:pt idx="8341">
                  <c:v>-0.65889705096271634</c:v>
                </c:pt>
                <c:pt idx="8342">
                  <c:v>-0.73160382081192143</c:v>
                </c:pt>
                <c:pt idx="8343">
                  <c:v>-0.75283163566962041</c:v>
                </c:pt>
                <c:pt idx="8344">
                  <c:v>-0.70870601429392943</c:v>
                </c:pt>
                <c:pt idx="8345">
                  <c:v>-0.58134033401315</c:v>
                </c:pt>
                <c:pt idx="8346">
                  <c:v>-0.40242944344229059</c:v>
                </c:pt>
                <c:pt idx="8347">
                  <c:v>-0.31090638505912277</c:v>
                </c:pt>
                <c:pt idx="8348">
                  <c:v>-0.2114078909283692</c:v>
                </c:pt>
                <c:pt idx="8349">
                  <c:v>-0.14034927602625552</c:v>
                </c:pt>
                <c:pt idx="8350">
                  <c:v>-0.17956473746827234</c:v>
                </c:pt>
                <c:pt idx="8351">
                  <c:v>-1.6291780548419324E-3</c:v>
                </c:pt>
                <c:pt idx="8352">
                  <c:v>2.3592529929166727E-4</c:v>
                </c:pt>
                <c:pt idx="8353">
                  <c:v>1.9370666529025832E-2</c:v>
                </c:pt>
                <c:pt idx="8354">
                  <c:v>2.0433330722512948E-2</c:v>
                </c:pt>
                <c:pt idx="8355">
                  <c:v>2.2892061208491705E-2</c:v>
                </c:pt>
                <c:pt idx="8356">
                  <c:v>2.4858133982133129E-2</c:v>
                </c:pt>
                <c:pt idx="8357">
                  <c:v>2.6584368117327624E-2</c:v>
                </c:pt>
                <c:pt idx="8358">
                  <c:v>2.7433105872865432E-2</c:v>
                </c:pt>
                <c:pt idx="8359">
                  <c:v>2.0581315303408718E-2</c:v>
                </c:pt>
                <c:pt idx="8360">
                  <c:v>1.3743604576466088E-2</c:v>
                </c:pt>
                <c:pt idx="8361">
                  <c:v>-1.5012329747172519E-3</c:v>
                </c:pt>
                <c:pt idx="8362">
                  <c:v>1.0301135190758055E-2</c:v>
                </c:pt>
                <c:pt idx="8363">
                  <c:v>-2.4073634264123395E-3</c:v>
                </c:pt>
                <c:pt idx="8364">
                  <c:v>4.9849339798020108E-3</c:v>
                </c:pt>
                <c:pt idx="8365">
                  <c:v>1.1771008431091098E-2</c:v>
                </c:pt>
                <c:pt idx="8366">
                  <c:v>2.0826768338526223E-3</c:v>
                </c:pt>
                <c:pt idx="8367">
                  <c:v>3.6910493815693374E-3</c:v>
                </c:pt>
                <c:pt idx="8368">
                  <c:v>1.6533835004064121E-2</c:v>
                </c:pt>
                <c:pt idx="8369">
                  <c:v>2.7638755221628182E-2</c:v>
                </c:pt>
                <c:pt idx="8370">
                  <c:v>2.6870873499938174E-2</c:v>
                </c:pt>
                <c:pt idx="8371">
                  <c:v>2.8676118165848547E-2</c:v>
                </c:pt>
                <c:pt idx="8372">
                  <c:v>2.1449409674682198E-2</c:v>
                </c:pt>
                <c:pt idx="8373">
                  <c:v>2.9813153404030606E-2</c:v>
                </c:pt>
                <c:pt idx="8374">
                  <c:v>2.851733892112843E-2</c:v>
                </c:pt>
                <c:pt idx="8375">
                  <c:v>3.1336056687178648E-2</c:v>
                </c:pt>
                <c:pt idx="8376">
                  <c:v>3.1418140267736712E-2</c:v>
                </c:pt>
                <c:pt idx="8377">
                  <c:v>3.2059306097234889E-2</c:v>
                </c:pt>
                <c:pt idx="8378">
                  <c:v>2.6097573712209922E-2</c:v>
                </c:pt>
                <c:pt idx="8379">
                  <c:v>2.6859346073307241E-2</c:v>
                </c:pt>
                <c:pt idx="8380">
                  <c:v>2.6628229512498311E-2</c:v>
                </c:pt>
                <c:pt idx="8381">
                  <c:v>2.9130166594604261E-2</c:v>
                </c:pt>
                <c:pt idx="8382">
                  <c:v>0.22513457334389325</c:v>
                </c:pt>
                <c:pt idx="8383">
                  <c:v>0.1422535688382833</c:v>
                </c:pt>
                <c:pt idx="8384">
                  <c:v>-8.5829227332296348E-3</c:v>
                </c:pt>
                <c:pt idx="8385">
                  <c:v>-2.6339587545872588E-2</c:v>
                </c:pt>
                <c:pt idx="8386">
                  <c:v>-0.34432093639870631</c:v>
                </c:pt>
                <c:pt idx="8387">
                  <c:v>-0.38633952164858387</c:v>
                </c:pt>
                <c:pt idx="8388">
                  <c:v>-0.44329813768538817</c:v>
                </c:pt>
                <c:pt idx="8389">
                  <c:v>-0.43594318582950453</c:v>
                </c:pt>
                <c:pt idx="8390">
                  <c:v>-0.5102195193691389</c:v>
                </c:pt>
                <c:pt idx="8391">
                  <c:v>-0.53783176283416201</c:v>
                </c:pt>
                <c:pt idx="8392">
                  <c:v>-0.51954828285735322</c:v>
                </c:pt>
                <c:pt idx="8393">
                  <c:v>-0.48867772883768584</c:v>
                </c:pt>
                <c:pt idx="8394">
                  <c:v>-0.34158869641883693</c:v>
                </c:pt>
                <c:pt idx="8395">
                  <c:v>-0.11735862814199494</c:v>
                </c:pt>
                <c:pt idx="8396">
                  <c:v>-0.35706380591953668</c:v>
                </c:pt>
                <c:pt idx="8397">
                  <c:v>-0.16775814322823654</c:v>
                </c:pt>
                <c:pt idx="8398">
                  <c:v>-0.10084817520968622</c:v>
                </c:pt>
                <c:pt idx="8399">
                  <c:v>-5.0802020349861247E-2</c:v>
                </c:pt>
                <c:pt idx="8400">
                  <c:v>-1.398189172422991E-2</c:v>
                </c:pt>
                <c:pt idx="8401">
                  <c:v>-3.0164761878908623E-3</c:v>
                </c:pt>
                <c:pt idx="8402">
                  <c:v>8.5917385510020042E-3</c:v>
                </c:pt>
                <c:pt idx="8403">
                  <c:v>2.5149283353189781E-2</c:v>
                </c:pt>
                <c:pt idx="8404">
                  <c:v>2.2102040599583463E-2</c:v>
                </c:pt>
                <c:pt idx="8405">
                  <c:v>2.2190813290560732E-2</c:v>
                </c:pt>
                <c:pt idx="8406">
                  <c:v>1.9676813927287165E-2</c:v>
                </c:pt>
                <c:pt idx="8407">
                  <c:v>1.4807981512974799E-2</c:v>
                </c:pt>
                <c:pt idx="8408">
                  <c:v>6.2569515799345667E-3</c:v>
                </c:pt>
                <c:pt idx="8409">
                  <c:v>4.0962750419756338E-3</c:v>
                </c:pt>
                <c:pt idx="8410">
                  <c:v>-1.0176560937201049E-2</c:v>
                </c:pt>
                <c:pt idx="8411">
                  <c:v>-0.13450539097734424</c:v>
                </c:pt>
                <c:pt idx="8412">
                  <c:v>-0.30670335387099501</c:v>
                </c:pt>
                <c:pt idx="8413">
                  <c:v>-0.6410684169650761</c:v>
                </c:pt>
                <c:pt idx="8414">
                  <c:v>-0.21848518114716489</c:v>
                </c:pt>
                <c:pt idx="8415">
                  <c:v>-0.831690056938578</c:v>
                </c:pt>
                <c:pt idx="8416">
                  <c:v>-0.60682943683145119</c:v>
                </c:pt>
                <c:pt idx="8417">
                  <c:v>-0.30339723389144962</c:v>
                </c:pt>
                <c:pt idx="8418">
                  <c:v>-0.51696679201239659</c:v>
                </c:pt>
                <c:pt idx="8419">
                  <c:v>-0.34898006322616015</c:v>
                </c:pt>
                <c:pt idx="8420">
                  <c:v>-0.24598393655537421</c:v>
                </c:pt>
                <c:pt idx="8421">
                  <c:v>-0.25159920338111708</c:v>
                </c:pt>
                <c:pt idx="8422">
                  <c:v>-0.1756848771062674</c:v>
                </c:pt>
                <c:pt idx="8423">
                  <c:v>-4.8082984186929391E-2</c:v>
                </c:pt>
                <c:pt idx="8424">
                  <c:v>-3.8787245236733596E-2</c:v>
                </c:pt>
                <c:pt idx="8425">
                  <c:v>-2.3412756551711683E-2</c:v>
                </c:pt>
                <c:pt idx="8426">
                  <c:v>-7.973919432084484E-3</c:v>
                </c:pt>
                <c:pt idx="8427">
                  <c:v>6.0226407713059749E-3</c:v>
                </c:pt>
                <c:pt idx="8428">
                  <c:v>1.9945386908594962E-2</c:v>
                </c:pt>
                <c:pt idx="8429">
                  <c:v>2.2440010882693533E-2</c:v>
                </c:pt>
                <c:pt idx="8430">
                  <c:v>2.7193341537329659E-2</c:v>
                </c:pt>
                <c:pt idx="8431">
                  <c:v>1.6312600008634826E-2</c:v>
                </c:pt>
                <c:pt idx="8432">
                  <c:v>-6.1955251785818346E-3</c:v>
                </c:pt>
                <c:pt idx="8433">
                  <c:v>-6.9565019051499338E-2</c:v>
                </c:pt>
                <c:pt idx="8434">
                  <c:v>-0.38010241132299089</c:v>
                </c:pt>
                <c:pt idx="8435">
                  <c:v>-0.18091754933617105</c:v>
                </c:pt>
                <c:pt idx="8436">
                  <c:v>-0.69969792643285456</c:v>
                </c:pt>
                <c:pt idx="8437">
                  <c:v>-0.26083699667525212</c:v>
                </c:pt>
                <c:pt idx="8438">
                  <c:v>-0.75114944593045663</c:v>
                </c:pt>
                <c:pt idx="8439">
                  <c:v>-0.54422995959214648</c:v>
                </c:pt>
                <c:pt idx="8440">
                  <c:v>-0.47464161867077093</c:v>
                </c:pt>
                <c:pt idx="8441">
                  <c:v>-0.26435344405053812</c:v>
                </c:pt>
                <c:pt idx="8442">
                  <c:v>-0.54797509184326176</c:v>
                </c:pt>
                <c:pt idx="8443">
                  <c:v>-0.37874290825053197</c:v>
                </c:pt>
                <c:pt idx="8444">
                  <c:v>-0.23787155041016292</c:v>
                </c:pt>
                <c:pt idx="8445">
                  <c:v>-0.35772989636891095</c:v>
                </c:pt>
                <c:pt idx="8446">
                  <c:v>-0.30727810813970358</c:v>
                </c:pt>
                <c:pt idx="8447">
                  <c:v>-0.1063082320247886</c:v>
                </c:pt>
                <c:pt idx="8448">
                  <c:v>-8.2754476109580505E-2</c:v>
                </c:pt>
                <c:pt idx="8449">
                  <c:v>-5.0502610736750594E-2</c:v>
                </c:pt>
                <c:pt idx="8450">
                  <c:v>-2.6077579339649222E-2</c:v>
                </c:pt>
                <c:pt idx="8451">
                  <c:v>-1.3112928998444042E-2</c:v>
                </c:pt>
                <c:pt idx="8452">
                  <c:v>3.6678035449456913E-3</c:v>
                </c:pt>
                <c:pt idx="8453">
                  <c:v>1.3946641984697658E-2</c:v>
                </c:pt>
                <c:pt idx="8454">
                  <c:v>1.4225543287322794E-2</c:v>
                </c:pt>
                <c:pt idx="8455">
                  <c:v>1.2330772629462677E-2</c:v>
                </c:pt>
                <c:pt idx="8456">
                  <c:v>-0.18627037376385974</c:v>
                </c:pt>
                <c:pt idx="8457">
                  <c:v>-0.18829739432479245</c:v>
                </c:pt>
                <c:pt idx="8458">
                  <c:v>-0.25784171499514363</c:v>
                </c:pt>
                <c:pt idx="8459">
                  <c:v>-0.17329990532562212</c:v>
                </c:pt>
                <c:pt idx="8460">
                  <c:v>-7.6689884216197976E-2</c:v>
                </c:pt>
                <c:pt idx="8461">
                  <c:v>-7.7397297166575091E-2</c:v>
                </c:pt>
                <c:pt idx="8462">
                  <c:v>-4.7241031347406072E-2</c:v>
                </c:pt>
                <c:pt idx="8463">
                  <c:v>-7.7928345838732954E-2</c:v>
                </c:pt>
                <c:pt idx="8464">
                  <c:v>-0.10393902432568083</c:v>
                </c:pt>
                <c:pt idx="8465">
                  <c:v>-9.4253724147984372E-2</c:v>
                </c:pt>
                <c:pt idx="8466">
                  <c:v>-5.6650031595368633E-2</c:v>
                </c:pt>
                <c:pt idx="8467">
                  <c:v>-3.7727688270328075E-2</c:v>
                </c:pt>
                <c:pt idx="8468">
                  <c:v>-7.9751759216623724E-2</c:v>
                </c:pt>
                <c:pt idx="8469">
                  <c:v>-6.2235680972581413E-2</c:v>
                </c:pt>
                <c:pt idx="8470">
                  <c:v>8.7003982160546191E-4</c:v>
                </c:pt>
                <c:pt idx="8471">
                  <c:v>1.9246063103357088E-2</c:v>
                </c:pt>
                <c:pt idx="8472">
                  <c:v>1.8465780921333521E-2</c:v>
                </c:pt>
                <c:pt idx="8473">
                  <c:v>2.8514936136869135E-2</c:v>
                </c:pt>
                <c:pt idx="8474">
                  <c:v>2.2975081237767789E-2</c:v>
                </c:pt>
                <c:pt idx="8475">
                  <c:v>1.8239079006643961E-2</c:v>
                </c:pt>
                <c:pt idx="8476">
                  <c:v>2.2102117704131712E-2</c:v>
                </c:pt>
                <c:pt idx="8477">
                  <c:v>2.1211760286261212E-2</c:v>
                </c:pt>
                <c:pt idx="8478">
                  <c:v>1.9430241935719302E-2</c:v>
                </c:pt>
                <c:pt idx="8479">
                  <c:v>1.9896204165350723E-2</c:v>
                </c:pt>
                <c:pt idx="8480">
                  <c:v>1.9272029900777518E-2</c:v>
                </c:pt>
                <c:pt idx="8481">
                  <c:v>-7.0205901391052344E-3</c:v>
                </c:pt>
                <c:pt idx="8482">
                  <c:v>-1.8063447056444119E-3</c:v>
                </c:pt>
                <c:pt idx="8483">
                  <c:v>-1.6047459945368668E-3</c:v>
                </c:pt>
                <c:pt idx="8484">
                  <c:v>-5.4139402401922089E-3</c:v>
                </c:pt>
                <c:pt idx="8485">
                  <c:v>8.7093923636721664E-4</c:v>
                </c:pt>
                <c:pt idx="8486">
                  <c:v>6.8881007194652333E-3</c:v>
                </c:pt>
                <c:pt idx="8487">
                  <c:v>7.3695372122514194E-3</c:v>
                </c:pt>
                <c:pt idx="8488">
                  <c:v>3.1389418329337121E-3</c:v>
                </c:pt>
                <c:pt idx="8489">
                  <c:v>6.8785285035095709E-3</c:v>
                </c:pt>
                <c:pt idx="8490">
                  <c:v>6.3071437065517141E-3</c:v>
                </c:pt>
                <c:pt idx="8491">
                  <c:v>8.755990403084753E-3</c:v>
                </c:pt>
                <c:pt idx="8492">
                  <c:v>9.5786022954390936E-3</c:v>
                </c:pt>
                <c:pt idx="8493">
                  <c:v>9.9435992106614909E-3</c:v>
                </c:pt>
                <c:pt idx="8494">
                  <c:v>2.0047596569847118E-2</c:v>
                </c:pt>
                <c:pt idx="8495">
                  <c:v>2.0789674625022344E-2</c:v>
                </c:pt>
                <c:pt idx="8496">
                  <c:v>2.0273403464132787E-2</c:v>
                </c:pt>
                <c:pt idx="8497">
                  <c:v>2.2064040693568526E-2</c:v>
                </c:pt>
                <c:pt idx="8498">
                  <c:v>3.0816580104332199E-2</c:v>
                </c:pt>
                <c:pt idx="8499">
                  <c:v>2.9933003651482139E-2</c:v>
                </c:pt>
                <c:pt idx="8500">
                  <c:v>2.6740200908405998E-2</c:v>
                </c:pt>
                <c:pt idx="8501">
                  <c:v>2.6311384444637261E-2</c:v>
                </c:pt>
                <c:pt idx="8502">
                  <c:v>3.4932385665372684E-2</c:v>
                </c:pt>
                <c:pt idx="8503">
                  <c:v>3.0838447885232594E-2</c:v>
                </c:pt>
                <c:pt idx="8504">
                  <c:v>-3.5371470977782434E-3</c:v>
                </c:pt>
                <c:pt idx="8505">
                  <c:v>-1.8882650312706511E-2</c:v>
                </c:pt>
                <c:pt idx="8506">
                  <c:v>-2.1699857162180473E-2</c:v>
                </c:pt>
                <c:pt idx="8507">
                  <c:v>-1.3600096208680317E-2</c:v>
                </c:pt>
                <c:pt idx="8508">
                  <c:v>-2.9547279682527678E-3</c:v>
                </c:pt>
                <c:pt idx="8509">
                  <c:v>-0.16002810097607981</c:v>
                </c:pt>
                <c:pt idx="8510">
                  <c:v>-0.67883076879055204</c:v>
                </c:pt>
                <c:pt idx="8511">
                  <c:v>-0.40094147074086733</c:v>
                </c:pt>
                <c:pt idx="8512">
                  <c:v>-0.35979790560057101</c:v>
                </c:pt>
                <c:pt idx="8513">
                  <c:v>-0.3375764655445434</c:v>
                </c:pt>
                <c:pt idx="8514">
                  <c:v>-0.21128190564510091</c:v>
                </c:pt>
                <c:pt idx="8515">
                  <c:v>-0.11319234621165686</c:v>
                </c:pt>
                <c:pt idx="8516">
                  <c:v>-4.1763507073683377E-2</c:v>
                </c:pt>
                <c:pt idx="8517">
                  <c:v>-3.7844078608165972E-2</c:v>
                </c:pt>
                <c:pt idx="8518">
                  <c:v>1.2495783383053741E-2</c:v>
                </c:pt>
                <c:pt idx="8519">
                  <c:v>1.8892265420202999E-2</c:v>
                </c:pt>
                <c:pt idx="8520">
                  <c:v>2.1290102686030994E-2</c:v>
                </c:pt>
                <c:pt idx="8521">
                  <c:v>2.6702338272393034E-2</c:v>
                </c:pt>
                <c:pt idx="8522">
                  <c:v>2.8850456858263571E-2</c:v>
                </c:pt>
                <c:pt idx="8523">
                  <c:v>2.8213484010615224E-2</c:v>
                </c:pt>
                <c:pt idx="8524">
                  <c:v>2.8882506079628424E-2</c:v>
                </c:pt>
                <c:pt idx="8525">
                  <c:v>3.4704703043153755E-2</c:v>
                </c:pt>
                <c:pt idx="8526">
                  <c:v>3.1234197765718823E-2</c:v>
                </c:pt>
                <c:pt idx="8527">
                  <c:v>7.6949577733645648E-3</c:v>
                </c:pt>
                <c:pt idx="8528">
                  <c:v>-3.2099842219346648E-2</c:v>
                </c:pt>
                <c:pt idx="8529">
                  <c:v>-3.0152650492317287E-2</c:v>
                </c:pt>
                <c:pt idx="8530">
                  <c:v>-3.9744108724610136E-2</c:v>
                </c:pt>
                <c:pt idx="8531">
                  <c:v>-0.10117864908803749</c:v>
                </c:pt>
                <c:pt idx="8532">
                  <c:v>-0.66191886903808417</c:v>
                </c:pt>
                <c:pt idx="8533">
                  <c:v>-0.45135866310905587</c:v>
                </c:pt>
                <c:pt idx="8534">
                  <c:v>-0.38269089872056777</c:v>
                </c:pt>
                <c:pt idx="8535">
                  <c:v>-0.38070796918277083</c:v>
                </c:pt>
                <c:pt idx="8536">
                  <c:v>-0.44620155228175845</c:v>
                </c:pt>
                <c:pt idx="8537">
                  <c:v>-0.47037235571595049</c:v>
                </c:pt>
                <c:pt idx="8538">
                  <c:v>-0.33586951083862016</c:v>
                </c:pt>
                <c:pt idx="8539">
                  <c:v>-0.19961862094805119</c:v>
                </c:pt>
                <c:pt idx="8540">
                  <c:v>-0.12375522955696874</c:v>
                </c:pt>
                <c:pt idx="8541">
                  <c:v>-0.17335825575743022</c:v>
                </c:pt>
                <c:pt idx="8542">
                  <c:v>-4.4195865965538171E-2</c:v>
                </c:pt>
                <c:pt idx="8543">
                  <c:v>-0.12719939151830501</c:v>
                </c:pt>
                <c:pt idx="8544">
                  <c:v>-1.8128427025535278E-2</c:v>
                </c:pt>
                <c:pt idx="8545">
                  <c:v>-2.6372669300642755E-2</c:v>
                </c:pt>
                <c:pt idx="8546">
                  <c:v>-1.4950670098701095E-2</c:v>
                </c:pt>
                <c:pt idx="8547">
                  <c:v>5.4058949553277471E-3</c:v>
                </c:pt>
                <c:pt idx="8548">
                  <c:v>2.5729114901663564E-2</c:v>
                </c:pt>
                <c:pt idx="8549">
                  <c:v>3.0381115838127262E-2</c:v>
                </c:pt>
                <c:pt idx="8550">
                  <c:v>2.8303084346873293E-2</c:v>
                </c:pt>
                <c:pt idx="8551">
                  <c:v>2.0743527081541618E-2</c:v>
                </c:pt>
                <c:pt idx="8552">
                  <c:v>-1.5363220699916158E-2</c:v>
                </c:pt>
                <c:pt idx="8553">
                  <c:v>-1.9585633085853701E-2</c:v>
                </c:pt>
                <c:pt idx="8554">
                  <c:v>-5.3728156336461302E-2</c:v>
                </c:pt>
                <c:pt idx="8555">
                  <c:v>-0.49237658467965112</c:v>
                </c:pt>
                <c:pt idx="8556">
                  <c:v>-0.41235075294858681</c:v>
                </c:pt>
                <c:pt idx="8557">
                  <c:v>-0.4080914459859511</c:v>
                </c:pt>
                <c:pt idx="8558">
                  <c:v>-0.47959556002867559</c:v>
                </c:pt>
                <c:pt idx="8559">
                  <c:v>-0.47233890560996056</c:v>
                </c:pt>
                <c:pt idx="8560">
                  <c:v>-0.53998247255276333</c:v>
                </c:pt>
                <c:pt idx="8561">
                  <c:v>-0.46711760200762487</c:v>
                </c:pt>
                <c:pt idx="8562">
                  <c:v>-0.44924236739219986</c:v>
                </c:pt>
                <c:pt idx="8563">
                  <c:v>-0.21896129452010765</c:v>
                </c:pt>
                <c:pt idx="8564">
                  <c:v>-0.19459765461717141</c:v>
                </c:pt>
                <c:pt idx="8565">
                  <c:v>-0.22226378568924554</c:v>
                </c:pt>
                <c:pt idx="8566">
                  <c:v>-0.24937143958031169</c:v>
                </c:pt>
                <c:pt idx="8567">
                  <c:v>-6.409183068272406E-2</c:v>
                </c:pt>
                <c:pt idx="8568">
                  <c:v>-3.9106703385661711E-2</c:v>
                </c:pt>
                <c:pt idx="8569">
                  <c:v>-1.4284221121502554E-2</c:v>
                </c:pt>
                <c:pt idx="8570">
                  <c:v>3.0611996508368767E-3</c:v>
                </c:pt>
                <c:pt idx="8571">
                  <c:v>3.0199946704103021E-2</c:v>
                </c:pt>
                <c:pt idx="8572">
                  <c:v>2.8186350235827239E-2</c:v>
                </c:pt>
                <c:pt idx="8573">
                  <c:v>2.1819468351666871E-2</c:v>
                </c:pt>
                <c:pt idx="8574">
                  <c:v>2.4944625170436999E-2</c:v>
                </c:pt>
                <c:pt idx="8575">
                  <c:v>1.9857567129575041E-2</c:v>
                </c:pt>
                <c:pt idx="8576">
                  <c:v>-1.0256146057500174E-3</c:v>
                </c:pt>
                <c:pt idx="8577">
                  <c:v>-1.0469239480209572E-2</c:v>
                </c:pt>
                <c:pt idx="8578">
                  <c:v>-0.12400021047282156</c:v>
                </c:pt>
                <c:pt idx="8579">
                  <c:v>-0.28361948397434306</c:v>
                </c:pt>
                <c:pt idx="8580">
                  <c:v>-0.20245820368373085</c:v>
                </c:pt>
                <c:pt idx="8581">
                  <c:v>-0.42087129771737597</c:v>
                </c:pt>
                <c:pt idx="8582">
                  <c:v>-0.46612877311398354</c:v>
                </c:pt>
                <c:pt idx="8583">
                  <c:v>-0.26231534972342441</c:v>
                </c:pt>
                <c:pt idx="8584">
                  <c:v>-0.40109496010079304</c:v>
                </c:pt>
                <c:pt idx="8585">
                  <c:v>-0.31026910811739572</c:v>
                </c:pt>
                <c:pt idx="8586">
                  <c:v>-0.37930194588223182</c:v>
                </c:pt>
                <c:pt idx="8587">
                  <c:v>-0.24502332952977846</c:v>
                </c:pt>
                <c:pt idx="8588">
                  <c:v>-0.18087770436509892</c:v>
                </c:pt>
                <c:pt idx="8589">
                  <c:v>-0.29279394876430442</c:v>
                </c:pt>
                <c:pt idx="8590">
                  <c:v>-0.14900748725957788</c:v>
                </c:pt>
                <c:pt idx="8591">
                  <c:v>-3.0919421244933607E-2</c:v>
                </c:pt>
                <c:pt idx="8592">
                  <c:v>-1.991720173341225E-2</c:v>
                </c:pt>
                <c:pt idx="8593">
                  <c:v>-1.9065235989043E-2</c:v>
                </c:pt>
                <c:pt idx="8594">
                  <c:v>-1.4549622476784197E-2</c:v>
                </c:pt>
                <c:pt idx="8595">
                  <c:v>-4.6029364931681463E-3</c:v>
                </c:pt>
                <c:pt idx="8596">
                  <c:v>1.2636258133659562E-2</c:v>
                </c:pt>
                <c:pt idx="8597">
                  <c:v>2.0318187115544274E-2</c:v>
                </c:pt>
                <c:pt idx="8598">
                  <c:v>2.7047449803246075E-2</c:v>
                </c:pt>
                <c:pt idx="8599">
                  <c:v>2.3863562252912737E-2</c:v>
                </c:pt>
                <c:pt idx="8600">
                  <c:v>5.9130701578990353E-3</c:v>
                </c:pt>
                <c:pt idx="8601">
                  <c:v>-1.9047243560904266E-2</c:v>
                </c:pt>
                <c:pt idx="8602">
                  <c:v>-8.7281266191900006E-2</c:v>
                </c:pt>
                <c:pt idx="8603">
                  <c:v>-0.57465783083552446</c:v>
                </c:pt>
                <c:pt idx="8604">
                  <c:v>-0.30637447588086264</c:v>
                </c:pt>
                <c:pt idx="8605">
                  <c:v>-0.61051485772221381</c:v>
                </c:pt>
                <c:pt idx="8606">
                  <c:v>-0.54028919031654254</c:v>
                </c:pt>
                <c:pt idx="8607">
                  <c:v>-0.55626896759679156</c:v>
                </c:pt>
                <c:pt idx="8608">
                  <c:v>-0.52939430416631306</c:v>
                </c:pt>
                <c:pt idx="8609">
                  <c:v>-0.32594788157035637</c:v>
                </c:pt>
                <c:pt idx="8610">
                  <c:v>-0.49822469648253576</c:v>
                </c:pt>
                <c:pt idx="8611">
                  <c:v>-0.3367065603896966</c:v>
                </c:pt>
                <c:pt idx="8612">
                  <c:v>-0.19955808237401637</c:v>
                </c:pt>
                <c:pt idx="8613">
                  <c:v>-0.27153764199812613</c:v>
                </c:pt>
                <c:pt idx="8614">
                  <c:v>-0.18051982661140226</c:v>
                </c:pt>
                <c:pt idx="8615">
                  <c:v>-3.7625352031553427E-2</c:v>
                </c:pt>
                <c:pt idx="8616">
                  <c:v>-2.7779284396396143E-2</c:v>
                </c:pt>
                <c:pt idx="8617">
                  <c:v>2.8132833685821719E-3</c:v>
                </c:pt>
                <c:pt idx="8618">
                  <c:v>2.6115250421220978E-2</c:v>
                </c:pt>
                <c:pt idx="8619">
                  <c:v>3.452491513340699E-2</c:v>
                </c:pt>
                <c:pt idx="8620">
                  <c:v>3.0411999174037023E-2</c:v>
                </c:pt>
                <c:pt idx="8621">
                  <c:v>3.1927929667848083E-2</c:v>
                </c:pt>
                <c:pt idx="8622">
                  <c:v>3.4661539875018792E-2</c:v>
                </c:pt>
                <c:pt idx="8623">
                  <c:v>2.7988569453062943E-2</c:v>
                </c:pt>
                <c:pt idx="8624">
                  <c:v>-4.9544645472748231E-3</c:v>
                </c:pt>
                <c:pt idx="8625">
                  <c:v>-8.0954811516988981E-3</c:v>
                </c:pt>
                <c:pt idx="8626">
                  <c:v>-2.8517008930086661E-3</c:v>
                </c:pt>
                <c:pt idx="8627">
                  <c:v>-7.6600951750531374E-3</c:v>
                </c:pt>
                <c:pt idx="8628">
                  <c:v>-0.27023771325295132</c:v>
                </c:pt>
                <c:pt idx="8629">
                  <c:v>-0.44724365144401029</c:v>
                </c:pt>
                <c:pt idx="8630">
                  <c:v>-0.35485310495912609</c:v>
                </c:pt>
                <c:pt idx="8631">
                  <c:v>-0.36537762585789868</c:v>
                </c:pt>
                <c:pt idx="8632">
                  <c:v>-0.28239240052272546</c:v>
                </c:pt>
                <c:pt idx="8633">
                  <c:v>-0.26161526097521437</c:v>
                </c:pt>
                <c:pt idx="8634">
                  <c:v>-0.12137543755202282</c:v>
                </c:pt>
                <c:pt idx="8635">
                  <c:v>-2.5967478736055139E-2</c:v>
                </c:pt>
                <c:pt idx="8636">
                  <c:v>1.5998700225405813E-2</c:v>
                </c:pt>
                <c:pt idx="8637">
                  <c:v>3.0835704500334449E-2</c:v>
                </c:pt>
                <c:pt idx="8638">
                  <c:v>3.7317096479147153E-2</c:v>
                </c:pt>
                <c:pt idx="8639">
                  <c:v>3.794761368257054E-2</c:v>
                </c:pt>
                <c:pt idx="8640">
                  <c:v>3.0342124603250739E-2</c:v>
                </c:pt>
                <c:pt idx="8641">
                  <c:v>2.9036386996005678E-2</c:v>
                </c:pt>
                <c:pt idx="8642">
                  <c:v>3.2646838196653399E-2</c:v>
                </c:pt>
                <c:pt idx="8643">
                  <c:v>0.24947544998455681</c:v>
                </c:pt>
                <c:pt idx="8644">
                  <c:v>0.16885100599394393</c:v>
                </c:pt>
                <c:pt idx="8645">
                  <c:v>0.18336030082233293</c:v>
                </c:pt>
                <c:pt idx="8646">
                  <c:v>0.14656451353671682</c:v>
                </c:pt>
                <c:pt idx="8647">
                  <c:v>9.9614938994160615E-2</c:v>
                </c:pt>
                <c:pt idx="8648">
                  <c:v>0.11805911378574672</c:v>
                </c:pt>
                <c:pt idx="8649">
                  <c:v>6.3477570200665329E-2</c:v>
                </c:pt>
                <c:pt idx="8650">
                  <c:v>3.1515732412311509E-2</c:v>
                </c:pt>
                <c:pt idx="8651">
                  <c:v>-7.5851845500373074E-3</c:v>
                </c:pt>
                <c:pt idx="8652">
                  <c:v>1.0581369753818196E-2</c:v>
                </c:pt>
                <c:pt idx="8653">
                  <c:v>9.8625252836364464E-3</c:v>
                </c:pt>
                <c:pt idx="8654">
                  <c:v>-0.42686438022762097</c:v>
                </c:pt>
                <c:pt idx="8655">
                  <c:v>-0.13521030031442069</c:v>
                </c:pt>
                <c:pt idx="8656">
                  <c:v>-0.29923038765749327</c:v>
                </c:pt>
                <c:pt idx="8657">
                  <c:v>-0.14203646134582593</c:v>
                </c:pt>
                <c:pt idx="8658">
                  <c:v>-7.3610712925619506E-2</c:v>
                </c:pt>
                <c:pt idx="8659">
                  <c:v>-0.10155175000243022</c:v>
                </c:pt>
                <c:pt idx="8660">
                  <c:v>3.0035968015980795E-3</c:v>
                </c:pt>
                <c:pt idx="8661">
                  <c:v>8.4300113549151279E-3</c:v>
                </c:pt>
                <c:pt idx="8662">
                  <c:v>1.2794835415425353E-2</c:v>
                </c:pt>
                <c:pt idx="8663">
                  <c:v>3.4431531227706515E-2</c:v>
                </c:pt>
                <c:pt idx="8664">
                  <c:v>4.21552754439629E-2</c:v>
                </c:pt>
                <c:pt idx="8665">
                  <c:v>3.8293244942436327E-2</c:v>
                </c:pt>
                <c:pt idx="8666">
                  <c:v>3.4007220354130292E-2</c:v>
                </c:pt>
                <c:pt idx="8667">
                  <c:v>5.4165834608399861E-2</c:v>
                </c:pt>
                <c:pt idx="8668">
                  <c:v>0.23071767867511528</c:v>
                </c:pt>
                <c:pt idx="8669">
                  <c:v>0.1670007572059628</c:v>
                </c:pt>
                <c:pt idx="8670">
                  <c:v>0.15060096829724931</c:v>
                </c:pt>
                <c:pt idx="8671">
                  <c:v>0.14688392636814682</c:v>
                </c:pt>
                <c:pt idx="8672">
                  <c:v>8.6178740890710856E-2</c:v>
                </c:pt>
                <c:pt idx="8673">
                  <c:v>7.9042513625717459E-2</c:v>
                </c:pt>
                <c:pt idx="8674">
                  <c:v>-1.5028841925781072E-3</c:v>
                </c:pt>
                <c:pt idx="8675">
                  <c:v>-3.2971554649341053E-2</c:v>
                </c:pt>
                <c:pt idx="8676">
                  <c:v>-1.0576591362514775E-2</c:v>
                </c:pt>
                <c:pt idx="8677">
                  <c:v>-0.13768262201774017</c:v>
                </c:pt>
                <c:pt idx="8678">
                  <c:v>-0.50640820413533627</c:v>
                </c:pt>
                <c:pt idx="8679">
                  <c:v>-0.29675567658618207</c:v>
                </c:pt>
                <c:pt idx="8680">
                  <c:v>-0.33730652803046834</c:v>
                </c:pt>
                <c:pt idx="8681">
                  <c:v>-0.31772632116768862</c:v>
                </c:pt>
                <c:pt idx="8682">
                  <c:v>-0.18878118020559947</c:v>
                </c:pt>
                <c:pt idx="8683">
                  <c:v>-0.23760368395595566</c:v>
                </c:pt>
                <c:pt idx="8684">
                  <c:v>-9.6507598432220801E-2</c:v>
                </c:pt>
                <c:pt idx="8685">
                  <c:v>-0.21230213300729919</c:v>
                </c:pt>
                <c:pt idx="8686">
                  <c:v>-5.1436032217047331E-2</c:v>
                </c:pt>
                <c:pt idx="8687">
                  <c:v>-0.12423259718822401</c:v>
                </c:pt>
                <c:pt idx="8688">
                  <c:v>6.1966053328219202E-3</c:v>
                </c:pt>
                <c:pt idx="8689">
                  <c:v>1.5927779972322774E-2</c:v>
                </c:pt>
                <c:pt idx="8690">
                  <c:v>2.7593471060307774E-2</c:v>
                </c:pt>
                <c:pt idx="8691">
                  <c:v>2.9931325777473133E-2</c:v>
                </c:pt>
                <c:pt idx="8692">
                  <c:v>3.1979784635057178E-2</c:v>
                </c:pt>
                <c:pt idx="8693">
                  <c:v>3.0586481957493597E-2</c:v>
                </c:pt>
                <c:pt idx="8694">
                  <c:v>2.9486301554010771E-2</c:v>
                </c:pt>
                <c:pt idx="8695">
                  <c:v>2.8501629256820388E-2</c:v>
                </c:pt>
                <c:pt idx="8696">
                  <c:v>5.0142971248017271E-3</c:v>
                </c:pt>
                <c:pt idx="8697">
                  <c:v>7.432130960316489E-3</c:v>
                </c:pt>
                <c:pt idx="8698">
                  <c:v>0.11582972904535388</c:v>
                </c:pt>
                <c:pt idx="8699">
                  <c:v>3.896200291605445E-2</c:v>
                </c:pt>
                <c:pt idx="8700">
                  <c:v>-0.16587400353619139</c:v>
                </c:pt>
                <c:pt idx="8701">
                  <c:v>-0.71871143030060181</c:v>
                </c:pt>
                <c:pt idx="8702">
                  <c:v>-0.43426494670237864</c:v>
                </c:pt>
                <c:pt idx="8703">
                  <c:v>-0.38922805052586035</c:v>
                </c:pt>
                <c:pt idx="8704">
                  <c:v>-0.33313011877232723</c:v>
                </c:pt>
                <c:pt idx="8705">
                  <c:v>-0.31103855000669944</c:v>
                </c:pt>
                <c:pt idx="8706">
                  <c:v>-0.39573379903963807</c:v>
                </c:pt>
                <c:pt idx="8707">
                  <c:v>-0.23087364792850043</c:v>
                </c:pt>
                <c:pt idx="8708">
                  <c:v>-4.589681029451232E-2</c:v>
                </c:pt>
                <c:pt idx="8709">
                  <c:v>-0.15702382494982733</c:v>
                </c:pt>
                <c:pt idx="8710">
                  <c:v>-0.16794394059183984</c:v>
                </c:pt>
                <c:pt idx="8711">
                  <c:v>-4.9770078053078155E-3</c:v>
                </c:pt>
                <c:pt idx="8712">
                  <c:v>2.6787772572942032E-2</c:v>
                </c:pt>
                <c:pt idx="8713">
                  <c:v>4.5055482980971118E-2</c:v>
                </c:pt>
                <c:pt idx="8714">
                  <c:v>4.2610424656666736E-2</c:v>
                </c:pt>
                <c:pt idx="8715">
                  <c:v>3.7938922093069413E-2</c:v>
                </c:pt>
                <c:pt idx="8716">
                  <c:v>5.7565313719091973E-2</c:v>
                </c:pt>
                <c:pt idx="8717">
                  <c:v>7.8981267543379169E-2</c:v>
                </c:pt>
                <c:pt idx="8718">
                  <c:v>6.8804924143557586E-2</c:v>
                </c:pt>
                <c:pt idx="8719">
                  <c:v>5.3478820919172512E-2</c:v>
                </c:pt>
                <c:pt idx="8720">
                  <c:v>3.1308904653321611E-2</c:v>
                </c:pt>
                <c:pt idx="8721">
                  <c:v>-1.5590029558687759E-2</c:v>
                </c:pt>
                <c:pt idx="8722">
                  <c:v>5.6142965714197593E-2</c:v>
                </c:pt>
                <c:pt idx="8723">
                  <c:v>-4.868098819912562E-2</c:v>
                </c:pt>
                <c:pt idx="8724">
                  <c:v>-8.7078884076248059E-2</c:v>
                </c:pt>
                <c:pt idx="8725">
                  <c:v>-0.25420405198013762</c:v>
                </c:pt>
                <c:pt idx="8726">
                  <c:v>-0.12013423645493893</c:v>
                </c:pt>
                <c:pt idx="8727">
                  <c:v>-0.30436965070579614</c:v>
                </c:pt>
                <c:pt idx="8728">
                  <c:v>-0.41674470295748323</c:v>
                </c:pt>
                <c:pt idx="8729">
                  <c:v>-8.2705981330294376E-4</c:v>
                </c:pt>
                <c:pt idx="8730">
                  <c:v>-2.8324476428421039E-2</c:v>
                </c:pt>
                <c:pt idx="8731">
                  <c:v>-2.9502241782306798E-2</c:v>
                </c:pt>
                <c:pt idx="8732">
                  <c:v>1.517766826717057E-2</c:v>
                </c:pt>
                <c:pt idx="8733">
                  <c:v>-0.21908329699109388</c:v>
                </c:pt>
                <c:pt idx="8734">
                  <c:v>-0.46095579336696779</c:v>
                </c:pt>
                <c:pt idx="8735">
                  <c:v>3.7760792920798064E-2</c:v>
                </c:pt>
                <c:pt idx="8736">
                  <c:v>7.8805993806541547E-2</c:v>
                </c:pt>
                <c:pt idx="8737">
                  <c:v>5.9935443184104736E-2</c:v>
                </c:pt>
                <c:pt idx="8738">
                  <c:v>1.7955432416316093E-2</c:v>
                </c:pt>
                <c:pt idx="8739">
                  <c:v>-1.1671942092931015E-2</c:v>
                </c:pt>
                <c:pt idx="8740">
                  <c:v>-1.9142867329084757E-2</c:v>
                </c:pt>
                <c:pt idx="8741">
                  <c:v>5.9852688834098619E-3</c:v>
                </c:pt>
                <c:pt idx="8742">
                  <c:v>5.7905543269258959E-2</c:v>
                </c:pt>
                <c:pt idx="8743">
                  <c:v>3.7391261414354671E-2</c:v>
                </c:pt>
                <c:pt idx="8744">
                  <c:v>5.7282977681391484E-2</c:v>
                </c:pt>
                <c:pt idx="8745">
                  <c:v>5.5890899647768125E-2</c:v>
                </c:pt>
                <c:pt idx="8746">
                  <c:v>2.4174208013712541E-2</c:v>
                </c:pt>
                <c:pt idx="8747">
                  <c:v>-0.11228763199761244</c:v>
                </c:pt>
                <c:pt idx="8748">
                  <c:v>-0.10155773996167433</c:v>
                </c:pt>
                <c:pt idx="8749">
                  <c:v>-0.72626743772047953</c:v>
                </c:pt>
                <c:pt idx="8750">
                  <c:v>-0.22233950225294527</c:v>
                </c:pt>
                <c:pt idx="8751">
                  <c:v>-0.9611899798961373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FB9-43FD-801F-75C779B370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Time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5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AHU_heating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Sheet2!$G$1</c:f>
              <c:strCache>
                <c:ptCount val="1"/>
                <c:pt idx="0">
                  <c:v>Q_1035-01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Sheet2!$G$2:$G$8753</c:f>
              <c:numCache>
                <c:formatCode>General</c:formatCode>
                <c:ptCount val="8752"/>
                <c:pt idx="0">
                  <c:v>2.1626075753712778E-2</c:v>
                </c:pt>
                <c:pt idx="1">
                  <c:v>2.3153816628925933E-2</c:v>
                </c:pt>
                <c:pt idx="2">
                  <c:v>2.4177004751099157E-2</c:v>
                </c:pt>
                <c:pt idx="3">
                  <c:v>8.7687649277114948E-2</c:v>
                </c:pt>
                <c:pt idx="4">
                  <c:v>8.2673647623749819E-2</c:v>
                </c:pt>
                <c:pt idx="5">
                  <c:v>6.4164724273593751E-2</c:v>
                </c:pt>
                <c:pt idx="6">
                  <c:v>6.1367099263049604E-2</c:v>
                </c:pt>
                <c:pt idx="7">
                  <c:v>6.1616760892289582E-2</c:v>
                </c:pt>
                <c:pt idx="8">
                  <c:v>5.4207713154717847E-2</c:v>
                </c:pt>
                <c:pt idx="9">
                  <c:v>5.301619476608125E-2</c:v>
                </c:pt>
                <c:pt idx="10">
                  <c:v>2.2735467530242661E-2</c:v>
                </c:pt>
                <c:pt idx="11">
                  <c:v>2.235628467241341E-2</c:v>
                </c:pt>
                <c:pt idx="12">
                  <c:v>2.0054031306869592E-2</c:v>
                </c:pt>
                <c:pt idx="13">
                  <c:v>1.9692725716464625E-2</c:v>
                </c:pt>
                <c:pt idx="14">
                  <c:v>2.3452103641243158E-2</c:v>
                </c:pt>
                <c:pt idx="15">
                  <c:v>2.3146157842725716E-2</c:v>
                </c:pt>
                <c:pt idx="16">
                  <c:v>2.1598207156376354E-2</c:v>
                </c:pt>
                <c:pt idx="17">
                  <c:v>2.0585942581649246E-2</c:v>
                </c:pt>
                <c:pt idx="18">
                  <c:v>2.533121208244685E-2</c:v>
                </c:pt>
                <c:pt idx="19">
                  <c:v>2.2572176359471459E-2</c:v>
                </c:pt>
                <c:pt idx="20">
                  <c:v>2.0675859378220762E-2</c:v>
                </c:pt>
                <c:pt idx="21">
                  <c:v>2.2216043270986918E-2</c:v>
                </c:pt>
                <c:pt idx="22">
                  <c:v>7.3509386330450191E-2</c:v>
                </c:pt>
                <c:pt idx="23">
                  <c:v>0.10274420546957468</c:v>
                </c:pt>
                <c:pt idx="24">
                  <c:v>6.9582923067223051E-2</c:v>
                </c:pt>
                <c:pt idx="25">
                  <c:v>5.6120453752042901E-2</c:v>
                </c:pt>
                <c:pt idx="26">
                  <c:v>7.6521064375756856E-2</c:v>
                </c:pt>
                <c:pt idx="27">
                  <c:v>0.10757883909361095</c:v>
                </c:pt>
                <c:pt idx="28">
                  <c:v>0.10632961812439304</c:v>
                </c:pt>
                <c:pt idx="29">
                  <c:v>0.1131337558915954</c:v>
                </c:pt>
                <c:pt idx="30">
                  <c:v>0.13064405617332769</c:v>
                </c:pt>
                <c:pt idx="31">
                  <c:v>0.13334863602815258</c:v>
                </c:pt>
                <c:pt idx="32">
                  <c:v>0.12362612832071465</c:v>
                </c:pt>
                <c:pt idx="33">
                  <c:v>0.13086956642426592</c:v>
                </c:pt>
                <c:pt idx="34">
                  <c:v>0.12965640428086356</c:v>
                </c:pt>
                <c:pt idx="35">
                  <c:v>0.13679070153053552</c:v>
                </c:pt>
                <c:pt idx="36">
                  <c:v>0.13811222271869197</c:v>
                </c:pt>
                <c:pt idx="37">
                  <c:v>0.12359993501063517</c:v>
                </c:pt>
                <c:pt idx="38">
                  <c:v>0.10255821539960409</c:v>
                </c:pt>
                <c:pt idx="39">
                  <c:v>0.10493952108862571</c:v>
                </c:pt>
                <c:pt idx="40">
                  <c:v>5.5871317720223294E-2</c:v>
                </c:pt>
                <c:pt idx="41">
                  <c:v>6.2172646761834094E-2</c:v>
                </c:pt>
                <c:pt idx="42">
                  <c:v>0.19332213836367676</c:v>
                </c:pt>
                <c:pt idx="43">
                  <c:v>0.10793569920209509</c:v>
                </c:pt>
                <c:pt idx="44">
                  <c:v>0.10125870220223689</c:v>
                </c:pt>
                <c:pt idx="45">
                  <c:v>0.10262797118319844</c:v>
                </c:pt>
                <c:pt idx="46">
                  <c:v>0.10012790775445508</c:v>
                </c:pt>
                <c:pt idx="47">
                  <c:v>0.10368702117510437</c:v>
                </c:pt>
                <c:pt idx="48">
                  <c:v>0.10646274119476531</c:v>
                </c:pt>
                <c:pt idx="49">
                  <c:v>0.11031657706515648</c:v>
                </c:pt>
                <c:pt idx="50">
                  <c:v>0.11168502423619817</c:v>
                </c:pt>
                <c:pt idx="51">
                  <c:v>0.11227929249681749</c:v>
                </c:pt>
                <c:pt idx="52">
                  <c:v>0.10874433974496224</c:v>
                </c:pt>
                <c:pt idx="53">
                  <c:v>0.10966251415981196</c:v>
                </c:pt>
                <c:pt idx="54">
                  <c:v>0.10744791481361665</c:v>
                </c:pt>
                <c:pt idx="55">
                  <c:v>0.10911330881701017</c:v>
                </c:pt>
                <c:pt idx="56">
                  <c:v>9.369401289051954E-2</c:v>
                </c:pt>
                <c:pt idx="57">
                  <c:v>0.10281165122090412</c:v>
                </c:pt>
                <c:pt idx="58">
                  <c:v>8.5889135093482893E-2</c:v>
                </c:pt>
                <c:pt idx="59">
                  <c:v>0.1060114309800682</c:v>
                </c:pt>
                <c:pt idx="60">
                  <c:v>0.15537275780999427</c:v>
                </c:pt>
                <c:pt idx="61">
                  <c:v>0.11825871115165303</c:v>
                </c:pt>
                <c:pt idx="62">
                  <c:v>8.2473689199636588E-2</c:v>
                </c:pt>
                <c:pt idx="63">
                  <c:v>5.9337230329336209E-2</c:v>
                </c:pt>
                <c:pt idx="64">
                  <c:v>6.3010023878341162E-2</c:v>
                </c:pt>
                <c:pt idx="65">
                  <c:v>6.3719371126631952E-2</c:v>
                </c:pt>
                <c:pt idx="66">
                  <c:v>6.3483811294166512E-2</c:v>
                </c:pt>
                <c:pt idx="67">
                  <c:v>0.1332089147047997</c:v>
                </c:pt>
                <c:pt idx="68">
                  <c:v>0.18306532295549569</c:v>
                </c:pt>
                <c:pt idx="69">
                  <c:v>0.10656388613058704</c:v>
                </c:pt>
                <c:pt idx="70">
                  <c:v>0.10525340733609696</c:v>
                </c:pt>
                <c:pt idx="71">
                  <c:v>0.10352035726486962</c:v>
                </c:pt>
                <c:pt idx="72">
                  <c:v>0.11046705292795907</c:v>
                </c:pt>
                <c:pt idx="73">
                  <c:v>0.10810893730980485</c:v>
                </c:pt>
                <c:pt idx="74">
                  <c:v>0.10451210620491792</c:v>
                </c:pt>
                <c:pt idx="75">
                  <c:v>7.9319619320870421E-2</c:v>
                </c:pt>
                <c:pt idx="76">
                  <c:v>0.10493907389005143</c:v>
                </c:pt>
                <c:pt idx="77">
                  <c:v>0.11353517688262231</c:v>
                </c:pt>
                <c:pt idx="78">
                  <c:v>0.11459460475491269</c:v>
                </c:pt>
                <c:pt idx="79">
                  <c:v>0.11736622235644487</c:v>
                </c:pt>
                <c:pt idx="80">
                  <c:v>0.10277279979649513</c:v>
                </c:pt>
                <c:pt idx="81">
                  <c:v>0.10499810070082177</c:v>
                </c:pt>
                <c:pt idx="82">
                  <c:v>9.2672813961518261E-2</c:v>
                </c:pt>
                <c:pt idx="83">
                  <c:v>9.1040657914936166E-2</c:v>
                </c:pt>
                <c:pt idx="84">
                  <c:v>8.2144875545251475E-2</c:v>
                </c:pt>
                <c:pt idx="85">
                  <c:v>6.1205786966474572E-2</c:v>
                </c:pt>
                <c:pt idx="86">
                  <c:v>5.9233183199543453E-2</c:v>
                </c:pt>
                <c:pt idx="87">
                  <c:v>5.1380662407345012E-2</c:v>
                </c:pt>
                <c:pt idx="88">
                  <c:v>5.555813101958898E-2</c:v>
                </c:pt>
                <c:pt idx="89">
                  <c:v>5.9366964287093628E-2</c:v>
                </c:pt>
                <c:pt idx="90">
                  <c:v>5.6159545037486068E-2</c:v>
                </c:pt>
                <c:pt idx="91">
                  <c:v>5.3885816439330832E-2</c:v>
                </c:pt>
                <c:pt idx="92">
                  <c:v>6.0109241982473902E-2</c:v>
                </c:pt>
                <c:pt idx="93">
                  <c:v>6.5761907344593806E-2</c:v>
                </c:pt>
                <c:pt idx="94">
                  <c:v>7.0415872255546283E-2</c:v>
                </c:pt>
                <c:pt idx="95">
                  <c:v>7.3714026900338653E-2</c:v>
                </c:pt>
                <c:pt idx="96">
                  <c:v>6.7113733352834479E-2</c:v>
                </c:pt>
                <c:pt idx="97">
                  <c:v>0.11736283263207405</c:v>
                </c:pt>
                <c:pt idx="98">
                  <c:v>0.17161056114878168</c:v>
                </c:pt>
                <c:pt idx="99">
                  <c:v>0.11139082572535534</c:v>
                </c:pt>
                <c:pt idx="100">
                  <c:v>0.11013160645232663</c:v>
                </c:pt>
                <c:pt idx="101">
                  <c:v>0.10168934558785499</c:v>
                </c:pt>
                <c:pt idx="102">
                  <c:v>9.8620053751653738E-2</c:v>
                </c:pt>
                <c:pt idx="103">
                  <c:v>0.1038375035268858</c:v>
                </c:pt>
                <c:pt idx="104">
                  <c:v>6.613103321882019E-2</c:v>
                </c:pt>
                <c:pt idx="105">
                  <c:v>0.10078348462449833</c:v>
                </c:pt>
                <c:pt idx="106">
                  <c:v>7.7691906865115193E-2</c:v>
                </c:pt>
                <c:pt idx="107">
                  <c:v>6.014910391567195E-2</c:v>
                </c:pt>
                <c:pt idx="108">
                  <c:v>6.394538021330988E-2</c:v>
                </c:pt>
                <c:pt idx="109">
                  <c:v>5.3155653141653603E-2</c:v>
                </c:pt>
                <c:pt idx="110">
                  <c:v>4.5133661164466286E-2</c:v>
                </c:pt>
                <c:pt idx="111">
                  <c:v>4.8436801840304654E-2</c:v>
                </c:pt>
                <c:pt idx="112">
                  <c:v>5.0768858405124372E-2</c:v>
                </c:pt>
                <c:pt idx="113">
                  <c:v>5.218999022028302E-2</c:v>
                </c:pt>
                <c:pt idx="114">
                  <c:v>4.6532234582185278E-2</c:v>
                </c:pt>
                <c:pt idx="115">
                  <c:v>5.3331440571754943E-2</c:v>
                </c:pt>
                <c:pt idx="116">
                  <c:v>5.3593006952892833E-2</c:v>
                </c:pt>
                <c:pt idx="117">
                  <c:v>4.6632474028572561E-2</c:v>
                </c:pt>
                <c:pt idx="118">
                  <c:v>5.2897908245466939E-2</c:v>
                </c:pt>
                <c:pt idx="119">
                  <c:v>5.9653479098633409E-2</c:v>
                </c:pt>
                <c:pt idx="120">
                  <c:v>5.5749547632664154E-2</c:v>
                </c:pt>
                <c:pt idx="121">
                  <c:v>5.0255887925574338E-2</c:v>
                </c:pt>
                <c:pt idx="122">
                  <c:v>5.1140596279671754E-2</c:v>
                </c:pt>
                <c:pt idx="123">
                  <c:v>5.0458409037848394E-2</c:v>
                </c:pt>
                <c:pt idx="124">
                  <c:v>6.2224407832166373E-2</c:v>
                </c:pt>
                <c:pt idx="125">
                  <c:v>6.2192668296620471E-2</c:v>
                </c:pt>
                <c:pt idx="126">
                  <c:v>6.3640998563047349E-2</c:v>
                </c:pt>
                <c:pt idx="127">
                  <c:v>6.8520166665402574E-2</c:v>
                </c:pt>
                <c:pt idx="128">
                  <c:v>5.9714892263962482E-2</c:v>
                </c:pt>
                <c:pt idx="129">
                  <c:v>5.34665980996408E-2</c:v>
                </c:pt>
                <c:pt idx="130">
                  <c:v>5.0691692621275347E-2</c:v>
                </c:pt>
                <c:pt idx="131">
                  <c:v>4.538095888794997E-2</c:v>
                </c:pt>
                <c:pt idx="132">
                  <c:v>-0.19215628883211394</c:v>
                </c:pt>
                <c:pt idx="133">
                  <c:v>-0.21779429761130725</c:v>
                </c:pt>
                <c:pt idx="134">
                  <c:v>-0.26373492418994415</c:v>
                </c:pt>
                <c:pt idx="135">
                  <c:v>-0.27700802989933221</c:v>
                </c:pt>
                <c:pt idx="136">
                  <c:v>-0.22396101426897086</c:v>
                </c:pt>
                <c:pt idx="137">
                  <c:v>-0.19937792265240131</c:v>
                </c:pt>
                <c:pt idx="138">
                  <c:v>-0.16136557685277086</c:v>
                </c:pt>
                <c:pt idx="139">
                  <c:v>-0.12578606550225957</c:v>
                </c:pt>
                <c:pt idx="140">
                  <c:v>-2.290085088134786E-2</c:v>
                </c:pt>
                <c:pt idx="141">
                  <c:v>-0.11913355883083432</c:v>
                </c:pt>
                <c:pt idx="142">
                  <c:v>-0.11809299785906312</c:v>
                </c:pt>
                <c:pt idx="143">
                  <c:v>-4.5826116593492262E-2</c:v>
                </c:pt>
                <c:pt idx="144">
                  <c:v>-4.0199531668017895E-2</c:v>
                </c:pt>
                <c:pt idx="145">
                  <c:v>4.6790271535705905E-2</c:v>
                </c:pt>
                <c:pt idx="146">
                  <c:v>5.1595509346308584E-2</c:v>
                </c:pt>
                <c:pt idx="147">
                  <c:v>5.1570060844171185E-2</c:v>
                </c:pt>
                <c:pt idx="148">
                  <c:v>5.3386793156593025E-2</c:v>
                </c:pt>
                <c:pt idx="149">
                  <c:v>5.1280744602084517E-2</c:v>
                </c:pt>
                <c:pt idx="150">
                  <c:v>6.0181341975742798E-2</c:v>
                </c:pt>
                <c:pt idx="151">
                  <c:v>6.1546995048746202E-2</c:v>
                </c:pt>
                <c:pt idx="152">
                  <c:v>6.3186937519514638E-2</c:v>
                </c:pt>
                <c:pt idx="153">
                  <c:v>6.1468689805369035E-2</c:v>
                </c:pt>
                <c:pt idx="154">
                  <c:v>5.7990531796591922E-2</c:v>
                </c:pt>
                <c:pt idx="155">
                  <c:v>5.6107416188616144E-2</c:v>
                </c:pt>
                <c:pt idx="156">
                  <c:v>5.9308979832065067E-2</c:v>
                </c:pt>
                <c:pt idx="157">
                  <c:v>6.3774499649485547E-2</c:v>
                </c:pt>
                <c:pt idx="158">
                  <c:v>6.708041863196211E-2</c:v>
                </c:pt>
                <c:pt idx="159">
                  <c:v>6.2694493725762718E-2</c:v>
                </c:pt>
                <c:pt idx="160">
                  <c:v>7.0836132059669862E-2</c:v>
                </c:pt>
                <c:pt idx="161">
                  <c:v>0.14223630607520804</c:v>
                </c:pt>
                <c:pt idx="162">
                  <c:v>0.1152855492479868</c:v>
                </c:pt>
                <c:pt idx="163">
                  <c:v>0.25921870836283628</c:v>
                </c:pt>
                <c:pt idx="164">
                  <c:v>0.33325327983873182</c:v>
                </c:pt>
                <c:pt idx="165">
                  <c:v>0.41894906538567755</c:v>
                </c:pt>
                <c:pt idx="166">
                  <c:v>0.36859663573156098</c:v>
                </c:pt>
                <c:pt idx="167">
                  <c:v>0.27661404662010908</c:v>
                </c:pt>
                <c:pt idx="168">
                  <c:v>0.29570770508446059</c:v>
                </c:pt>
                <c:pt idx="169">
                  <c:v>0.29537320441866621</c:v>
                </c:pt>
                <c:pt idx="170">
                  <c:v>0.31644746766548948</c:v>
                </c:pt>
                <c:pt idx="171">
                  <c:v>0.33008707844406304</c:v>
                </c:pt>
                <c:pt idx="172">
                  <c:v>0.34896416815897946</c:v>
                </c:pt>
                <c:pt idx="173">
                  <c:v>0.35982201728431989</c:v>
                </c:pt>
                <c:pt idx="174">
                  <c:v>0.37087588742129179</c:v>
                </c:pt>
                <c:pt idx="175">
                  <c:v>0.36415605884293989</c:v>
                </c:pt>
                <c:pt idx="176">
                  <c:v>0.32828518847929999</c:v>
                </c:pt>
                <c:pt idx="177">
                  <c:v>0.27161381840813781</c:v>
                </c:pt>
                <c:pt idx="178">
                  <c:v>0.25559852698697388</c:v>
                </c:pt>
                <c:pt idx="179">
                  <c:v>0.25034589908805527</c:v>
                </c:pt>
                <c:pt idx="180">
                  <c:v>0.27019368407580874</c:v>
                </c:pt>
                <c:pt idx="181">
                  <c:v>0.27639565065519911</c:v>
                </c:pt>
                <c:pt idx="182">
                  <c:v>0.30945961174330389</c:v>
                </c:pt>
                <c:pt idx="183">
                  <c:v>0.29470050699108336</c:v>
                </c:pt>
                <c:pt idx="184">
                  <c:v>0.26396921369647008</c:v>
                </c:pt>
                <c:pt idx="185">
                  <c:v>0.23665821793537084</c:v>
                </c:pt>
                <c:pt idx="186">
                  <c:v>0.30548288662354528</c:v>
                </c:pt>
                <c:pt idx="187">
                  <c:v>0.27345275110159367</c:v>
                </c:pt>
                <c:pt idx="188">
                  <c:v>0.26235097080166098</c:v>
                </c:pt>
                <c:pt idx="189">
                  <c:v>0.27844937733418818</c:v>
                </c:pt>
                <c:pt idx="190">
                  <c:v>0.27963143899151793</c:v>
                </c:pt>
                <c:pt idx="191">
                  <c:v>0.28778658244309724</c:v>
                </c:pt>
                <c:pt idx="192">
                  <c:v>0.27170567421044906</c:v>
                </c:pt>
                <c:pt idx="193">
                  <c:v>0.25965322449717287</c:v>
                </c:pt>
                <c:pt idx="194">
                  <c:v>0.24855452794726535</c:v>
                </c:pt>
                <c:pt idx="195">
                  <c:v>0.26212057080253331</c:v>
                </c:pt>
                <c:pt idx="196">
                  <c:v>0.2693177960247804</c:v>
                </c:pt>
                <c:pt idx="197">
                  <c:v>0.24804213072450912</c:v>
                </c:pt>
                <c:pt idx="198">
                  <c:v>0.24256979262612002</c:v>
                </c:pt>
                <c:pt idx="199">
                  <c:v>0.27026996362192929</c:v>
                </c:pt>
                <c:pt idx="200">
                  <c:v>0.26390452210188525</c:v>
                </c:pt>
                <c:pt idx="201">
                  <c:v>0.26845381398266233</c:v>
                </c:pt>
                <c:pt idx="202">
                  <c:v>0.26368237379385551</c:v>
                </c:pt>
                <c:pt idx="203">
                  <c:v>0.2578396425905593</c:v>
                </c:pt>
                <c:pt idx="204">
                  <c:v>0.2544559586817603</c:v>
                </c:pt>
                <c:pt idx="205">
                  <c:v>0.23301445588902675</c:v>
                </c:pt>
                <c:pt idx="206">
                  <c:v>0.21521680183281269</c:v>
                </c:pt>
                <c:pt idx="207">
                  <c:v>0.13779389081919369</c:v>
                </c:pt>
                <c:pt idx="208">
                  <c:v>0.13972507062597583</c:v>
                </c:pt>
                <c:pt idx="209">
                  <c:v>0.16434684111410325</c:v>
                </c:pt>
                <c:pt idx="210">
                  <c:v>0.10233993223548836</c:v>
                </c:pt>
                <c:pt idx="211">
                  <c:v>0.47982606347980872</c:v>
                </c:pt>
                <c:pt idx="212">
                  <c:v>0.44523614093900615</c:v>
                </c:pt>
                <c:pt idx="213">
                  <c:v>0.27782189497665677</c:v>
                </c:pt>
                <c:pt idx="214">
                  <c:v>0.26449929443094056</c:v>
                </c:pt>
                <c:pt idx="215">
                  <c:v>0.27431443154888746</c:v>
                </c:pt>
                <c:pt idx="216">
                  <c:v>0.27809762750224226</c:v>
                </c:pt>
                <c:pt idx="217">
                  <c:v>0.2869931045674261</c:v>
                </c:pt>
                <c:pt idx="218">
                  <c:v>0.28598788577824574</c:v>
                </c:pt>
                <c:pt idx="219">
                  <c:v>0.27725646322842273</c:v>
                </c:pt>
                <c:pt idx="220">
                  <c:v>0.25976671464787332</c:v>
                </c:pt>
                <c:pt idx="221">
                  <c:v>0.26536641814554879</c:v>
                </c:pt>
                <c:pt idx="222">
                  <c:v>0.26045966816099259</c:v>
                </c:pt>
                <c:pt idx="223">
                  <c:v>0.27819649987252371</c:v>
                </c:pt>
                <c:pt idx="224">
                  <c:v>0.25928490932338655</c:v>
                </c:pt>
                <c:pt idx="225">
                  <c:v>0.22202411131894692</c:v>
                </c:pt>
                <c:pt idx="226">
                  <c:v>0.26646490503349679</c:v>
                </c:pt>
                <c:pt idx="227">
                  <c:v>0.25325906916876656</c:v>
                </c:pt>
                <c:pt idx="228">
                  <c:v>0.20434741052991498</c:v>
                </c:pt>
                <c:pt idx="229">
                  <c:v>0.19072317864146854</c:v>
                </c:pt>
                <c:pt idx="230">
                  <c:v>0.21300266922100611</c:v>
                </c:pt>
                <c:pt idx="231">
                  <c:v>0.21593385971374013</c:v>
                </c:pt>
                <c:pt idx="232">
                  <c:v>0.19620709111103293</c:v>
                </c:pt>
                <c:pt idx="233">
                  <c:v>0.2374262072037566</c:v>
                </c:pt>
                <c:pt idx="234">
                  <c:v>0.26425029710980358</c:v>
                </c:pt>
                <c:pt idx="235">
                  <c:v>0.2856911949442858</c:v>
                </c:pt>
                <c:pt idx="236">
                  <c:v>0.26579293180461722</c:v>
                </c:pt>
                <c:pt idx="237">
                  <c:v>0.25897806619221386</c:v>
                </c:pt>
                <c:pt idx="238">
                  <c:v>0.25683709809390093</c:v>
                </c:pt>
                <c:pt idx="239">
                  <c:v>0.26379066250304833</c:v>
                </c:pt>
                <c:pt idx="240">
                  <c:v>0.25666381361225776</c:v>
                </c:pt>
                <c:pt idx="241">
                  <c:v>0.26623598506538165</c:v>
                </c:pt>
                <c:pt idx="242">
                  <c:v>0.2490090661334568</c:v>
                </c:pt>
                <c:pt idx="243">
                  <c:v>0.26212054457700024</c:v>
                </c:pt>
                <c:pt idx="244">
                  <c:v>0.27957087883590331</c:v>
                </c:pt>
                <c:pt idx="245">
                  <c:v>0.27382779167038729</c:v>
                </c:pt>
                <c:pt idx="246">
                  <c:v>0.26691834398073772</c:v>
                </c:pt>
                <c:pt idx="247">
                  <c:v>0.26860445389450116</c:v>
                </c:pt>
                <c:pt idx="248">
                  <c:v>0.25409830008482909</c:v>
                </c:pt>
                <c:pt idx="249">
                  <c:v>0.25029577617274146</c:v>
                </c:pt>
                <c:pt idx="250">
                  <c:v>0.24012158500988418</c:v>
                </c:pt>
                <c:pt idx="251">
                  <c:v>0.18507425398140037</c:v>
                </c:pt>
                <c:pt idx="252">
                  <c:v>0.12213821900284719</c:v>
                </c:pt>
                <c:pt idx="253">
                  <c:v>7.6078223982942103E-2</c:v>
                </c:pt>
                <c:pt idx="254">
                  <c:v>5.6640386540271204E-2</c:v>
                </c:pt>
                <c:pt idx="255">
                  <c:v>5.4722483691584251E-2</c:v>
                </c:pt>
                <c:pt idx="256">
                  <c:v>5.5107762240427925E-2</c:v>
                </c:pt>
                <c:pt idx="257">
                  <c:v>5.7693517032841805E-2</c:v>
                </c:pt>
                <c:pt idx="258">
                  <c:v>5.8401323536963437E-2</c:v>
                </c:pt>
                <c:pt idx="259">
                  <c:v>5.3102358093230294E-2</c:v>
                </c:pt>
                <c:pt idx="260">
                  <c:v>5.9242395441114599E-2</c:v>
                </c:pt>
                <c:pt idx="261">
                  <c:v>5.3865449688771376E-2</c:v>
                </c:pt>
                <c:pt idx="262">
                  <c:v>5.6130236979155937E-2</c:v>
                </c:pt>
                <c:pt idx="263">
                  <c:v>6.6071698630507408E-2</c:v>
                </c:pt>
                <c:pt idx="264">
                  <c:v>0.19600594280743189</c:v>
                </c:pt>
                <c:pt idx="265">
                  <c:v>0.12004759573198363</c:v>
                </c:pt>
                <c:pt idx="266">
                  <c:v>0.16071046615010029</c:v>
                </c:pt>
                <c:pt idx="267">
                  <c:v>0.53905951619203307</c:v>
                </c:pt>
                <c:pt idx="268">
                  <c:v>0.33784572027916354</c:v>
                </c:pt>
                <c:pt idx="269">
                  <c:v>0.27911938289678828</c:v>
                </c:pt>
                <c:pt idx="270">
                  <c:v>0.29570355579859769</c:v>
                </c:pt>
                <c:pt idx="271">
                  <c:v>0.27062401343440651</c:v>
                </c:pt>
                <c:pt idx="272">
                  <c:v>0.25203239216187395</c:v>
                </c:pt>
                <c:pt idx="273">
                  <c:v>0.15608235813806998</c:v>
                </c:pt>
                <c:pt idx="274">
                  <c:v>6.411382207088441E-2</c:v>
                </c:pt>
                <c:pt idx="275">
                  <c:v>7.2535440242202237E-2</c:v>
                </c:pt>
                <c:pt idx="276">
                  <c:v>6.0558464592106009E-2</c:v>
                </c:pt>
                <c:pt idx="277">
                  <c:v>6.1208775033774317E-2</c:v>
                </c:pt>
                <c:pt idx="278">
                  <c:v>4.8481877937081565E-2</c:v>
                </c:pt>
                <c:pt idx="279">
                  <c:v>5.0658305156501965E-2</c:v>
                </c:pt>
                <c:pt idx="280">
                  <c:v>5.1658632625055212E-2</c:v>
                </c:pt>
                <c:pt idx="281">
                  <c:v>5.251711785141909E-2</c:v>
                </c:pt>
                <c:pt idx="282">
                  <c:v>5.2198668380434875E-2</c:v>
                </c:pt>
                <c:pt idx="283">
                  <c:v>5.3925518842151528E-2</c:v>
                </c:pt>
                <c:pt idx="284">
                  <c:v>5.4081974937148822E-2</c:v>
                </c:pt>
                <c:pt idx="285">
                  <c:v>5.1591602917781809E-2</c:v>
                </c:pt>
                <c:pt idx="286">
                  <c:v>5.0896050472566172E-2</c:v>
                </c:pt>
                <c:pt idx="287">
                  <c:v>5.8656486963705325E-2</c:v>
                </c:pt>
                <c:pt idx="288">
                  <c:v>5.5886671581207262E-2</c:v>
                </c:pt>
                <c:pt idx="289">
                  <c:v>5.6599505698673606E-2</c:v>
                </c:pt>
                <c:pt idx="290">
                  <c:v>5.4846749463597709E-2</c:v>
                </c:pt>
                <c:pt idx="291">
                  <c:v>5.6139376052679754E-2</c:v>
                </c:pt>
                <c:pt idx="292">
                  <c:v>5.621549192562459E-2</c:v>
                </c:pt>
                <c:pt idx="293">
                  <c:v>5.6740141535934527E-2</c:v>
                </c:pt>
                <c:pt idx="294">
                  <c:v>5.5895940760088053E-2</c:v>
                </c:pt>
                <c:pt idx="295">
                  <c:v>5.805148543553252E-2</c:v>
                </c:pt>
                <c:pt idx="296">
                  <c:v>5.8960609938144115E-2</c:v>
                </c:pt>
                <c:pt idx="297">
                  <c:v>5.1629924304399881E-2</c:v>
                </c:pt>
                <c:pt idx="298">
                  <c:v>5.5080490988542688E-2</c:v>
                </c:pt>
                <c:pt idx="299">
                  <c:v>5.5504546222453856E-2</c:v>
                </c:pt>
                <c:pt idx="300">
                  <c:v>5.4049003888757712E-2</c:v>
                </c:pt>
                <c:pt idx="301">
                  <c:v>5.830266449707671E-2</c:v>
                </c:pt>
                <c:pt idx="302">
                  <c:v>5.3702386474341009E-2</c:v>
                </c:pt>
                <c:pt idx="303">
                  <c:v>5.4885362614043087E-2</c:v>
                </c:pt>
                <c:pt idx="304">
                  <c:v>5.8796716387591763E-2</c:v>
                </c:pt>
                <c:pt idx="305">
                  <c:v>0.10079752442042585</c:v>
                </c:pt>
                <c:pt idx="306">
                  <c:v>5.9857222418635468E-2</c:v>
                </c:pt>
                <c:pt idx="307">
                  <c:v>6.3952854684093577E-2</c:v>
                </c:pt>
                <c:pt idx="308">
                  <c:v>7.1590823640064721E-2</c:v>
                </c:pt>
                <c:pt idx="309">
                  <c:v>6.8988954224275589E-2</c:v>
                </c:pt>
                <c:pt idx="310">
                  <c:v>6.477139901848121E-2</c:v>
                </c:pt>
                <c:pt idx="311">
                  <c:v>6.438318068259262E-2</c:v>
                </c:pt>
                <c:pt idx="312">
                  <c:v>6.5945629999534378E-2</c:v>
                </c:pt>
                <c:pt idx="313">
                  <c:v>6.1459748123741761E-2</c:v>
                </c:pt>
                <c:pt idx="314">
                  <c:v>0.22481200030722803</c:v>
                </c:pt>
                <c:pt idx="315">
                  <c:v>0.36022269128581547</c:v>
                </c:pt>
                <c:pt idx="316">
                  <c:v>0.34313314249161581</c:v>
                </c:pt>
                <c:pt idx="317">
                  <c:v>0.32330756665172494</c:v>
                </c:pt>
                <c:pt idx="318">
                  <c:v>0.30635485037316634</c:v>
                </c:pt>
                <c:pt idx="319">
                  <c:v>0.29429323827564435</c:v>
                </c:pt>
                <c:pt idx="320">
                  <c:v>0.2996924727959</c:v>
                </c:pt>
                <c:pt idx="321">
                  <c:v>0.2845067850542945</c:v>
                </c:pt>
                <c:pt idx="322">
                  <c:v>0.29509279129611266</c:v>
                </c:pt>
                <c:pt idx="323">
                  <c:v>0.14669182560934105</c:v>
                </c:pt>
                <c:pt idx="324">
                  <c:v>7.5853667165587418E-2</c:v>
                </c:pt>
                <c:pt idx="325">
                  <c:v>6.9066831322991101E-2</c:v>
                </c:pt>
                <c:pt idx="326">
                  <c:v>5.6789974531284204E-2</c:v>
                </c:pt>
                <c:pt idx="327">
                  <c:v>6.5587461320163035E-2</c:v>
                </c:pt>
                <c:pt idx="328">
                  <c:v>5.1517879479778213E-2</c:v>
                </c:pt>
                <c:pt idx="329">
                  <c:v>4.856446400402905E-2</c:v>
                </c:pt>
                <c:pt idx="330">
                  <c:v>6.0217056203354907E-2</c:v>
                </c:pt>
                <c:pt idx="331">
                  <c:v>6.4251474026363858E-2</c:v>
                </c:pt>
                <c:pt idx="332">
                  <c:v>6.8527851046232449E-2</c:v>
                </c:pt>
                <c:pt idx="333">
                  <c:v>7.4053090313977776E-2</c:v>
                </c:pt>
                <c:pt idx="334">
                  <c:v>6.4563668799013998E-2</c:v>
                </c:pt>
                <c:pt idx="335">
                  <c:v>6.7051058815266087E-2</c:v>
                </c:pt>
                <c:pt idx="336">
                  <c:v>0.18637080816214865</c:v>
                </c:pt>
                <c:pt idx="337">
                  <c:v>0.3001576217378899</c:v>
                </c:pt>
                <c:pt idx="338">
                  <c:v>0.36983995520535168</c:v>
                </c:pt>
                <c:pt idx="339">
                  <c:v>0.41369821913204397</c:v>
                </c:pt>
                <c:pt idx="340">
                  <c:v>0.40979349894648887</c:v>
                </c:pt>
                <c:pt idx="341">
                  <c:v>0.40208568595576466</c:v>
                </c:pt>
                <c:pt idx="342">
                  <c:v>0.38953541848233103</c:v>
                </c:pt>
                <c:pt idx="343">
                  <c:v>0.37418798663025227</c:v>
                </c:pt>
                <c:pt idx="344">
                  <c:v>0.33385220146447281</c:v>
                </c:pt>
                <c:pt idx="345">
                  <c:v>0.31019974471861889</c:v>
                </c:pt>
                <c:pt idx="346">
                  <c:v>0.33908414706341811</c:v>
                </c:pt>
                <c:pt idx="347">
                  <c:v>0.34075776689714049</c:v>
                </c:pt>
                <c:pt idx="348">
                  <c:v>0.13643541745658766</c:v>
                </c:pt>
                <c:pt idx="349">
                  <c:v>4.8212317525101973E-2</c:v>
                </c:pt>
                <c:pt idx="350">
                  <c:v>5.5193444805986119E-2</c:v>
                </c:pt>
                <c:pt idx="351">
                  <c:v>5.7428161973687851E-2</c:v>
                </c:pt>
                <c:pt idx="352">
                  <c:v>5.531487338703707E-2</c:v>
                </c:pt>
                <c:pt idx="353">
                  <c:v>5.2533574616051279E-2</c:v>
                </c:pt>
                <c:pt idx="354">
                  <c:v>4.2329006194436421E-2</c:v>
                </c:pt>
                <c:pt idx="355">
                  <c:v>6.2858185555595969E-2</c:v>
                </c:pt>
                <c:pt idx="356">
                  <c:v>5.9837570357419677E-2</c:v>
                </c:pt>
                <c:pt idx="357">
                  <c:v>6.4765856917676376E-2</c:v>
                </c:pt>
                <c:pt idx="358">
                  <c:v>7.0852774086654899E-2</c:v>
                </c:pt>
                <c:pt idx="359">
                  <c:v>0.23754268564886302</c:v>
                </c:pt>
                <c:pt idx="360">
                  <c:v>0.37506811226094217</c:v>
                </c:pt>
                <c:pt idx="361">
                  <c:v>0.39773805619633407</c:v>
                </c:pt>
                <c:pt idx="362">
                  <c:v>0.40679625198958952</c:v>
                </c:pt>
                <c:pt idx="363">
                  <c:v>0.40658100069543845</c:v>
                </c:pt>
                <c:pt idx="364">
                  <c:v>0.35957694628732556</c:v>
                </c:pt>
                <c:pt idx="365">
                  <c:v>0.34118307828700895</c:v>
                </c:pt>
                <c:pt idx="366">
                  <c:v>0.33104942064861381</c:v>
                </c:pt>
                <c:pt idx="367">
                  <c:v>0.32199464547141804</c:v>
                </c:pt>
                <c:pt idx="368">
                  <c:v>0.29978206733518725</c:v>
                </c:pt>
                <c:pt idx="369">
                  <c:v>0.26219154980158021</c:v>
                </c:pt>
                <c:pt idx="370">
                  <c:v>0.25451388412145987</c:v>
                </c:pt>
                <c:pt idx="371">
                  <c:v>0.28154344579496415</c:v>
                </c:pt>
                <c:pt idx="372">
                  <c:v>0.19607370364739413</c:v>
                </c:pt>
                <c:pt idx="373">
                  <c:v>6.350141592193391E-2</c:v>
                </c:pt>
                <c:pt idx="374">
                  <c:v>5.9738905916115047E-2</c:v>
                </c:pt>
                <c:pt idx="375">
                  <c:v>5.6897437004016539E-2</c:v>
                </c:pt>
                <c:pt idx="376">
                  <c:v>6.0143124803362771E-2</c:v>
                </c:pt>
                <c:pt idx="377">
                  <c:v>6.2318633026920901E-2</c:v>
                </c:pt>
                <c:pt idx="378">
                  <c:v>6.6398337968216675E-2</c:v>
                </c:pt>
                <c:pt idx="379">
                  <c:v>6.4303058002407959E-2</c:v>
                </c:pt>
                <c:pt idx="380">
                  <c:v>6.0935469564955248E-2</c:v>
                </c:pt>
                <c:pt idx="381">
                  <c:v>6.439245069320379E-2</c:v>
                </c:pt>
                <c:pt idx="382">
                  <c:v>0.1787121005444656</c:v>
                </c:pt>
                <c:pt idx="383">
                  <c:v>0.37636017941203748</c:v>
                </c:pt>
                <c:pt idx="384">
                  <c:v>0.39414283622677937</c:v>
                </c:pt>
                <c:pt idx="385">
                  <c:v>0.3986219695366936</c:v>
                </c:pt>
                <c:pt idx="386">
                  <c:v>0.40731032176462378</c:v>
                </c:pt>
                <c:pt idx="387">
                  <c:v>0.38899632389956618</c:v>
                </c:pt>
                <c:pt idx="388">
                  <c:v>0.36086218520933211</c:v>
                </c:pt>
                <c:pt idx="389">
                  <c:v>0.34259706549306851</c:v>
                </c:pt>
                <c:pt idx="390">
                  <c:v>0.33538996349223998</c:v>
                </c:pt>
                <c:pt idx="391">
                  <c:v>0.32995696305119382</c:v>
                </c:pt>
                <c:pt idx="392">
                  <c:v>0.3117158876594972</c:v>
                </c:pt>
                <c:pt idx="393">
                  <c:v>0.30937990571550994</c:v>
                </c:pt>
                <c:pt idx="394">
                  <c:v>0.33704007182107676</c:v>
                </c:pt>
                <c:pt idx="395">
                  <c:v>0.25348715644726538</c:v>
                </c:pt>
                <c:pt idx="396">
                  <c:v>6.6023536502334723E-2</c:v>
                </c:pt>
                <c:pt idx="397">
                  <c:v>5.8165233775919013E-2</c:v>
                </c:pt>
                <c:pt idx="398">
                  <c:v>5.8563842869072395E-2</c:v>
                </c:pt>
                <c:pt idx="399">
                  <c:v>6.5569558053406252E-2</c:v>
                </c:pt>
                <c:pt idx="400">
                  <c:v>6.5317742416446861E-2</c:v>
                </c:pt>
                <c:pt idx="401">
                  <c:v>7.8559922703164212E-2</c:v>
                </c:pt>
                <c:pt idx="402">
                  <c:v>6.7686534102240653E-2</c:v>
                </c:pt>
                <c:pt idx="403">
                  <c:v>7.1144223465873527E-2</c:v>
                </c:pt>
                <c:pt idx="404">
                  <c:v>6.6433784209509045E-2</c:v>
                </c:pt>
                <c:pt idx="405">
                  <c:v>0.28721109557694041</c:v>
                </c:pt>
                <c:pt idx="406">
                  <c:v>0.43806865667417216</c:v>
                </c:pt>
                <c:pt idx="407">
                  <c:v>0.44832636047141433</c:v>
                </c:pt>
                <c:pt idx="408">
                  <c:v>0.4372115464711297</c:v>
                </c:pt>
                <c:pt idx="409">
                  <c:v>0.4340776871948846</c:v>
                </c:pt>
                <c:pt idx="410">
                  <c:v>0.41742774290215606</c:v>
                </c:pt>
                <c:pt idx="411">
                  <c:v>0.40463833457502352</c:v>
                </c:pt>
                <c:pt idx="412">
                  <c:v>0.37778302279897247</c:v>
                </c:pt>
                <c:pt idx="413">
                  <c:v>0.36914758422159333</c:v>
                </c:pt>
                <c:pt idx="414">
                  <c:v>0.36490842405557705</c:v>
                </c:pt>
                <c:pt idx="415">
                  <c:v>0.34990852251112253</c:v>
                </c:pt>
                <c:pt idx="416">
                  <c:v>0.32240167356898924</c:v>
                </c:pt>
                <c:pt idx="417">
                  <c:v>0.29846163866787351</c:v>
                </c:pt>
                <c:pt idx="418">
                  <c:v>0.25706432274933172</c:v>
                </c:pt>
                <c:pt idx="419">
                  <c:v>0.24320393379833119</c:v>
                </c:pt>
                <c:pt idx="420">
                  <c:v>0.18955926967571388</c:v>
                </c:pt>
                <c:pt idx="421">
                  <c:v>0.19807526316007579</c:v>
                </c:pt>
                <c:pt idx="422">
                  <c:v>0.18389950457072718</c:v>
                </c:pt>
                <c:pt idx="423">
                  <c:v>0.12601505480408662</c:v>
                </c:pt>
                <c:pt idx="424">
                  <c:v>3.3264049490742777E-2</c:v>
                </c:pt>
                <c:pt idx="425">
                  <c:v>0.12639282287983353</c:v>
                </c:pt>
                <c:pt idx="426">
                  <c:v>0.27781173229986755</c:v>
                </c:pt>
                <c:pt idx="427">
                  <c:v>0.26691219382554915</c:v>
                </c:pt>
                <c:pt idx="428">
                  <c:v>0.21187594811805319</c:v>
                </c:pt>
                <c:pt idx="429">
                  <c:v>0.18137610883552785</c:v>
                </c:pt>
                <c:pt idx="430">
                  <c:v>0.17614012112997046</c:v>
                </c:pt>
                <c:pt idx="431">
                  <c:v>0.19117178603712165</c:v>
                </c:pt>
                <c:pt idx="432">
                  <c:v>0.18923618979277934</c:v>
                </c:pt>
                <c:pt idx="433">
                  <c:v>0.18700467427644818</c:v>
                </c:pt>
                <c:pt idx="434">
                  <c:v>0.1851063227467229</c:v>
                </c:pt>
                <c:pt idx="435">
                  <c:v>0.16997285429678347</c:v>
                </c:pt>
                <c:pt idx="436">
                  <c:v>0.17997997292672127</c:v>
                </c:pt>
                <c:pt idx="437">
                  <c:v>0.17494783537353276</c:v>
                </c:pt>
                <c:pt idx="438">
                  <c:v>0.18040563524678585</c:v>
                </c:pt>
                <c:pt idx="439">
                  <c:v>0.1771243684565213</c:v>
                </c:pt>
                <c:pt idx="440">
                  <c:v>0.17225337764508358</c:v>
                </c:pt>
                <c:pt idx="441">
                  <c:v>0.1738459234490336</c:v>
                </c:pt>
                <c:pt idx="442">
                  <c:v>0.17901090344388859</c:v>
                </c:pt>
                <c:pt idx="443">
                  <c:v>0.19526297884969118</c:v>
                </c:pt>
                <c:pt idx="444">
                  <c:v>0.17500423487236091</c:v>
                </c:pt>
                <c:pt idx="445">
                  <c:v>0.1774158917584169</c:v>
                </c:pt>
                <c:pt idx="446">
                  <c:v>0.19339305753223804</c:v>
                </c:pt>
                <c:pt idx="447">
                  <c:v>0.19505138923759116</c:v>
                </c:pt>
                <c:pt idx="448">
                  <c:v>0.19006815837888411</c:v>
                </c:pt>
                <c:pt idx="449">
                  <c:v>0.19172025158172021</c:v>
                </c:pt>
                <c:pt idx="450">
                  <c:v>0.17265799566727824</c:v>
                </c:pt>
                <c:pt idx="451">
                  <c:v>0.16973755707738211</c:v>
                </c:pt>
                <c:pt idx="452">
                  <c:v>0.17965214399781368</c:v>
                </c:pt>
                <c:pt idx="453">
                  <c:v>0.16969980148652586</c:v>
                </c:pt>
                <c:pt idx="454">
                  <c:v>0.17273566368915938</c:v>
                </c:pt>
                <c:pt idx="455">
                  <c:v>0.17687981877660489</c:v>
                </c:pt>
                <c:pt idx="456">
                  <c:v>0.17355316646024421</c:v>
                </c:pt>
                <c:pt idx="457">
                  <c:v>0.17302836499180493</c:v>
                </c:pt>
                <c:pt idx="458">
                  <c:v>0.16381059283099153</c:v>
                </c:pt>
                <c:pt idx="459">
                  <c:v>0.17302657046513364</c:v>
                </c:pt>
                <c:pt idx="460">
                  <c:v>0.16457956898524795</c:v>
                </c:pt>
                <c:pt idx="461">
                  <c:v>0.16642597963511788</c:v>
                </c:pt>
                <c:pt idx="462">
                  <c:v>0.16241108645380092</c:v>
                </c:pt>
                <c:pt idx="463">
                  <c:v>0.16269393450906244</c:v>
                </c:pt>
                <c:pt idx="464">
                  <c:v>0.17457858758718939</c:v>
                </c:pt>
                <c:pt idx="465">
                  <c:v>0.15992396991905714</c:v>
                </c:pt>
                <c:pt idx="466">
                  <c:v>0.18764613926290966</c:v>
                </c:pt>
                <c:pt idx="467">
                  <c:v>0.18371048781546004</c:v>
                </c:pt>
                <c:pt idx="468">
                  <c:v>0.17790737248610025</c:v>
                </c:pt>
                <c:pt idx="469">
                  <c:v>0.20666721420253126</c:v>
                </c:pt>
                <c:pt idx="470">
                  <c:v>0.16497905885204883</c:v>
                </c:pt>
                <c:pt idx="471">
                  <c:v>0.17267284430958854</c:v>
                </c:pt>
                <c:pt idx="472">
                  <c:v>0.18042910777139298</c:v>
                </c:pt>
                <c:pt idx="473">
                  <c:v>0.17710460989949692</c:v>
                </c:pt>
                <c:pt idx="474">
                  <c:v>0.1768932260256553</c:v>
                </c:pt>
                <c:pt idx="475">
                  <c:v>0.16357009822940424</c:v>
                </c:pt>
                <c:pt idx="476">
                  <c:v>0.16743476746243974</c:v>
                </c:pt>
                <c:pt idx="477">
                  <c:v>0.16791826480481203</c:v>
                </c:pt>
                <c:pt idx="478">
                  <c:v>0.16801941409108342</c:v>
                </c:pt>
                <c:pt idx="479">
                  <c:v>0.16709431528595137</c:v>
                </c:pt>
                <c:pt idx="480">
                  <c:v>0.1711622583509893</c:v>
                </c:pt>
                <c:pt idx="481">
                  <c:v>0.17110234923814102</c:v>
                </c:pt>
                <c:pt idx="482">
                  <c:v>0.16724640076286332</c:v>
                </c:pt>
                <c:pt idx="483">
                  <c:v>0.1803654709093323</c:v>
                </c:pt>
                <c:pt idx="484">
                  <c:v>0.17453910357093055</c:v>
                </c:pt>
                <c:pt idx="485">
                  <c:v>0.17137842002738377</c:v>
                </c:pt>
                <c:pt idx="486">
                  <c:v>0.16529366872537424</c:v>
                </c:pt>
                <c:pt idx="487">
                  <c:v>0.1740935239072251</c:v>
                </c:pt>
                <c:pt idx="488">
                  <c:v>0.17059059285212175</c:v>
                </c:pt>
                <c:pt idx="489">
                  <c:v>0.22651127728399104</c:v>
                </c:pt>
                <c:pt idx="490">
                  <c:v>0.23432450525991069</c:v>
                </c:pt>
                <c:pt idx="491">
                  <c:v>0.22032098411583562</c:v>
                </c:pt>
                <c:pt idx="492">
                  <c:v>0.12870484620037473</c:v>
                </c:pt>
                <c:pt idx="493">
                  <c:v>6.8528789681474744E-2</c:v>
                </c:pt>
                <c:pt idx="494">
                  <c:v>2.330162389634928E-2</c:v>
                </c:pt>
                <c:pt idx="495">
                  <c:v>3.6298506452226806E-2</c:v>
                </c:pt>
                <c:pt idx="496">
                  <c:v>2.3614647292371598E-2</c:v>
                </c:pt>
                <c:pt idx="497">
                  <c:v>2.0860147711727776E-2</c:v>
                </c:pt>
                <c:pt idx="498">
                  <c:v>2.2974003434178436E-2</c:v>
                </c:pt>
                <c:pt idx="499">
                  <c:v>2.4540904052771789E-2</c:v>
                </c:pt>
                <c:pt idx="500">
                  <c:v>0.15804599519349599</c:v>
                </c:pt>
                <c:pt idx="501">
                  <c:v>0.12008511654714309</c:v>
                </c:pt>
                <c:pt idx="502">
                  <c:v>7.3167991563168291E-2</c:v>
                </c:pt>
                <c:pt idx="503">
                  <c:v>7.0222647586446016E-2</c:v>
                </c:pt>
                <c:pt idx="504">
                  <c:v>6.5273076115307666E-2</c:v>
                </c:pt>
                <c:pt idx="505">
                  <c:v>6.4794155504863588E-2</c:v>
                </c:pt>
                <c:pt idx="506">
                  <c:v>5.5801012164106191E-2</c:v>
                </c:pt>
                <c:pt idx="507">
                  <c:v>5.6076404655884232E-2</c:v>
                </c:pt>
                <c:pt idx="508">
                  <c:v>0.26853925983505617</c:v>
                </c:pt>
                <c:pt idx="509">
                  <c:v>0.37520645612184295</c:v>
                </c:pt>
                <c:pt idx="510">
                  <c:v>0.23417941400177453</c:v>
                </c:pt>
                <c:pt idx="511">
                  <c:v>0.19526884149637658</c:v>
                </c:pt>
                <c:pt idx="512">
                  <c:v>0.17945706945170592</c:v>
                </c:pt>
                <c:pt idx="513">
                  <c:v>0.11092422551975395</c:v>
                </c:pt>
                <c:pt idx="514">
                  <c:v>4.8787138218202353E-2</c:v>
                </c:pt>
                <c:pt idx="515">
                  <c:v>2.3756806513071577E-2</c:v>
                </c:pt>
                <c:pt idx="516">
                  <c:v>1.1971649543432272E-2</c:v>
                </c:pt>
                <c:pt idx="517">
                  <c:v>1.825915289671081E-2</c:v>
                </c:pt>
                <c:pt idx="518">
                  <c:v>2.0772506489679318E-2</c:v>
                </c:pt>
                <c:pt idx="519">
                  <c:v>2.0425357835335303E-2</c:v>
                </c:pt>
                <c:pt idx="520">
                  <c:v>2.0680056349529807E-2</c:v>
                </c:pt>
                <c:pt idx="521">
                  <c:v>2.2160803600144802E-2</c:v>
                </c:pt>
                <c:pt idx="522">
                  <c:v>2.1561306259617653E-2</c:v>
                </c:pt>
                <c:pt idx="523">
                  <c:v>2.1503195063224515E-2</c:v>
                </c:pt>
                <c:pt idx="524">
                  <c:v>1.6404070383205044E-2</c:v>
                </c:pt>
                <c:pt idx="525">
                  <c:v>2.1288253187119587E-2</c:v>
                </c:pt>
                <c:pt idx="526">
                  <c:v>1.8779103555036838E-2</c:v>
                </c:pt>
                <c:pt idx="527">
                  <c:v>2.0412641267113601E-2</c:v>
                </c:pt>
                <c:pt idx="528">
                  <c:v>1.925279997839523E-2</c:v>
                </c:pt>
                <c:pt idx="529">
                  <c:v>2.0471444968859852E-2</c:v>
                </c:pt>
                <c:pt idx="530">
                  <c:v>1.9452755645612524E-2</c:v>
                </c:pt>
                <c:pt idx="531">
                  <c:v>2.1853344254392809E-2</c:v>
                </c:pt>
                <c:pt idx="532">
                  <c:v>2.0036367953694147E-2</c:v>
                </c:pt>
                <c:pt idx="533">
                  <c:v>2.1058713834733355E-2</c:v>
                </c:pt>
                <c:pt idx="534">
                  <c:v>6.6075390278705445E-2</c:v>
                </c:pt>
                <c:pt idx="535">
                  <c:v>0.11978466469358852</c:v>
                </c:pt>
                <c:pt idx="536">
                  <c:v>5.9906366839314107E-2</c:v>
                </c:pt>
                <c:pt idx="537">
                  <c:v>2.3213195626058628E-2</c:v>
                </c:pt>
                <c:pt idx="538">
                  <c:v>1.8845978210337219E-2</c:v>
                </c:pt>
                <c:pt idx="539">
                  <c:v>2.3337634582743447E-2</c:v>
                </c:pt>
                <c:pt idx="540">
                  <c:v>1.4237448052903719E-2</c:v>
                </c:pt>
                <c:pt idx="541">
                  <c:v>2.1095895235018761E-2</c:v>
                </c:pt>
                <c:pt idx="542">
                  <c:v>2.1822070602556271E-2</c:v>
                </c:pt>
                <c:pt idx="543">
                  <c:v>1.9852838123747524E-2</c:v>
                </c:pt>
                <c:pt idx="544">
                  <c:v>2.1439321132571246E-2</c:v>
                </c:pt>
                <c:pt idx="545">
                  <c:v>2.0590752351334757E-2</c:v>
                </c:pt>
                <c:pt idx="546">
                  <c:v>2.2055626341552923E-2</c:v>
                </c:pt>
                <c:pt idx="547">
                  <c:v>1.9534512711087498E-2</c:v>
                </c:pt>
                <c:pt idx="548">
                  <c:v>2.0241463689571512E-2</c:v>
                </c:pt>
                <c:pt idx="549">
                  <c:v>2.3480854012981073E-2</c:v>
                </c:pt>
                <c:pt idx="550">
                  <c:v>2.1261339390440663E-2</c:v>
                </c:pt>
                <c:pt idx="551">
                  <c:v>1.706291804332552E-2</c:v>
                </c:pt>
                <c:pt idx="552">
                  <c:v>1.8240825543811175E-2</c:v>
                </c:pt>
                <c:pt idx="553">
                  <c:v>1.8596880224702787E-2</c:v>
                </c:pt>
                <c:pt idx="554">
                  <c:v>2.3625992757683064E-2</c:v>
                </c:pt>
                <c:pt idx="555">
                  <c:v>2.6272496079533973E-2</c:v>
                </c:pt>
                <c:pt idx="556">
                  <c:v>2.1367767475224127E-2</c:v>
                </c:pt>
                <c:pt idx="557">
                  <c:v>2.230156004998152E-2</c:v>
                </c:pt>
                <c:pt idx="558">
                  <c:v>2.4921722335034629E-2</c:v>
                </c:pt>
                <c:pt idx="559">
                  <c:v>2.5535871751244318E-2</c:v>
                </c:pt>
                <c:pt idx="560">
                  <c:v>1.9299551512112358E-2</c:v>
                </c:pt>
                <c:pt idx="561">
                  <c:v>1.2322516413679771E-2</c:v>
                </c:pt>
                <c:pt idx="562">
                  <c:v>3.0260829594272575E-2</c:v>
                </c:pt>
                <c:pt idx="563">
                  <c:v>2.0082096004741215E-2</c:v>
                </c:pt>
                <c:pt idx="564">
                  <c:v>1.9993824356157298E-2</c:v>
                </c:pt>
                <c:pt idx="565">
                  <c:v>2.585489106261846E-2</c:v>
                </c:pt>
                <c:pt idx="566">
                  <c:v>2.3268865450497257E-2</c:v>
                </c:pt>
                <c:pt idx="567">
                  <c:v>1.8540127391206737E-2</c:v>
                </c:pt>
                <c:pt idx="568">
                  <c:v>2.3028331252819449E-2</c:v>
                </c:pt>
                <c:pt idx="569">
                  <c:v>2.3268272933756884E-2</c:v>
                </c:pt>
                <c:pt idx="570">
                  <c:v>2.2511558873676171E-2</c:v>
                </c:pt>
                <c:pt idx="571">
                  <c:v>2.2205921151608691E-2</c:v>
                </c:pt>
                <c:pt idx="572">
                  <c:v>2.2575957171116618E-2</c:v>
                </c:pt>
                <c:pt idx="573">
                  <c:v>2.2584769071637912E-2</c:v>
                </c:pt>
                <c:pt idx="574">
                  <c:v>2.4252895032625999E-2</c:v>
                </c:pt>
                <c:pt idx="575">
                  <c:v>2.1654192008773006E-2</c:v>
                </c:pt>
                <c:pt idx="576">
                  <c:v>2.1948208635331229E-2</c:v>
                </c:pt>
                <c:pt idx="577">
                  <c:v>2.1832457277754323E-2</c:v>
                </c:pt>
                <c:pt idx="578">
                  <c:v>2.1171481895063512E-2</c:v>
                </c:pt>
                <c:pt idx="579">
                  <c:v>2.0702904766942948E-2</c:v>
                </c:pt>
                <c:pt idx="580">
                  <c:v>2.1226975483107029E-2</c:v>
                </c:pt>
                <c:pt idx="581">
                  <c:v>1.985420439284908E-2</c:v>
                </c:pt>
                <c:pt idx="582">
                  <c:v>2.1721148208215527E-2</c:v>
                </c:pt>
                <c:pt idx="583">
                  <c:v>2.3567865667184763E-2</c:v>
                </c:pt>
                <c:pt idx="584">
                  <c:v>2.591467556928433E-2</c:v>
                </c:pt>
                <c:pt idx="585">
                  <c:v>2.517456094817333E-2</c:v>
                </c:pt>
                <c:pt idx="586">
                  <c:v>2.5204081116612671E-2</c:v>
                </c:pt>
                <c:pt idx="587">
                  <c:v>1.73093715749334E-2</c:v>
                </c:pt>
                <c:pt idx="588">
                  <c:v>1.6978225759886605E-2</c:v>
                </c:pt>
                <c:pt idx="589">
                  <c:v>-5.399164775626641E-4</c:v>
                </c:pt>
                <c:pt idx="590">
                  <c:v>3.198607574462449E-2</c:v>
                </c:pt>
                <c:pt idx="591">
                  <c:v>9.1697006119818791E-2</c:v>
                </c:pt>
                <c:pt idx="592">
                  <c:v>9.2569012647351803E-2</c:v>
                </c:pt>
                <c:pt idx="593">
                  <c:v>9.6775900707127466E-2</c:v>
                </c:pt>
                <c:pt idx="594">
                  <c:v>7.9405782486330359E-2</c:v>
                </c:pt>
                <c:pt idx="595">
                  <c:v>7.223082461117282E-2</c:v>
                </c:pt>
                <c:pt idx="596">
                  <c:v>5.7242408167528208E-2</c:v>
                </c:pt>
                <c:pt idx="597">
                  <c:v>7.2597466306775701E-2</c:v>
                </c:pt>
                <c:pt idx="598">
                  <c:v>6.7679242317318325E-2</c:v>
                </c:pt>
                <c:pt idx="599">
                  <c:v>6.9280683386583622E-2</c:v>
                </c:pt>
                <c:pt idx="600">
                  <c:v>5.9509002337084185E-2</c:v>
                </c:pt>
                <c:pt idx="601">
                  <c:v>5.8619815633597694E-2</c:v>
                </c:pt>
                <c:pt idx="602">
                  <c:v>4.9864690241830781E-2</c:v>
                </c:pt>
                <c:pt idx="603">
                  <c:v>4.2136767734296143E-2</c:v>
                </c:pt>
                <c:pt idx="604">
                  <c:v>3.5810980298983296E-2</c:v>
                </c:pt>
                <c:pt idx="605">
                  <c:v>3.1412553099867492E-2</c:v>
                </c:pt>
                <c:pt idx="606">
                  <c:v>2.5122382531022596E-2</c:v>
                </c:pt>
                <c:pt idx="607">
                  <c:v>2.324533859312921E-2</c:v>
                </c:pt>
                <c:pt idx="608">
                  <c:v>2.1031756369887682E-2</c:v>
                </c:pt>
                <c:pt idx="609">
                  <c:v>2.3313928568026825E-2</c:v>
                </c:pt>
                <c:pt idx="610">
                  <c:v>3.3045205699643483E-2</c:v>
                </c:pt>
                <c:pt idx="611">
                  <c:v>2.3133999228882197E-2</c:v>
                </c:pt>
                <c:pt idx="612">
                  <c:v>3.2415059043964412E-2</c:v>
                </c:pt>
                <c:pt idx="613">
                  <c:v>4.0134927133566582E-2</c:v>
                </c:pt>
                <c:pt idx="614">
                  <c:v>7.0396771683226847E-2</c:v>
                </c:pt>
                <c:pt idx="615">
                  <c:v>7.8969641703190749E-2</c:v>
                </c:pt>
                <c:pt idx="616">
                  <c:v>7.3497063313280916E-2</c:v>
                </c:pt>
                <c:pt idx="617">
                  <c:v>7.2224019828683192E-2</c:v>
                </c:pt>
                <c:pt idx="618">
                  <c:v>8.4215540390842392E-2</c:v>
                </c:pt>
                <c:pt idx="619">
                  <c:v>4.142326046274046E-2</c:v>
                </c:pt>
                <c:pt idx="620">
                  <c:v>8.2767882973869139E-2</c:v>
                </c:pt>
                <c:pt idx="621">
                  <c:v>7.1825064722720516E-2</c:v>
                </c:pt>
                <c:pt idx="622">
                  <c:v>7.0157967550601497E-2</c:v>
                </c:pt>
                <c:pt idx="623">
                  <c:v>7.1486350467375059E-2</c:v>
                </c:pt>
                <c:pt idx="624">
                  <c:v>7.3770841283903155E-2</c:v>
                </c:pt>
                <c:pt idx="625">
                  <c:v>6.539801054024276E-2</c:v>
                </c:pt>
                <c:pt idx="626">
                  <c:v>6.3213456115682062E-2</c:v>
                </c:pt>
                <c:pt idx="627">
                  <c:v>6.9731700247216033E-2</c:v>
                </c:pt>
                <c:pt idx="628">
                  <c:v>6.1012894787020273E-2</c:v>
                </c:pt>
                <c:pt idx="629">
                  <c:v>7.3697741181688467E-2</c:v>
                </c:pt>
                <c:pt idx="630">
                  <c:v>8.1626791482335967E-2</c:v>
                </c:pt>
                <c:pt idx="631">
                  <c:v>0.24334240605920252</c:v>
                </c:pt>
                <c:pt idx="632">
                  <c:v>0.39791219436139008</c:v>
                </c:pt>
                <c:pt idx="633">
                  <c:v>0.36541713395870007</c:v>
                </c:pt>
                <c:pt idx="634">
                  <c:v>0.3802378114433117</c:v>
                </c:pt>
                <c:pt idx="635">
                  <c:v>0.36845717011846729</c:v>
                </c:pt>
                <c:pt idx="636">
                  <c:v>0.34456994459897272</c:v>
                </c:pt>
                <c:pt idx="637">
                  <c:v>0.3468353281055363</c:v>
                </c:pt>
                <c:pt idx="638">
                  <c:v>0.25996055520172201</c:v>
                </c:pt>
                <c:pt idx="639">
                  <c:v>0.23054821436637465</c:v>
                </c:pt>
                <c:pt idx="640">
                  <c:v>0.23804781715138576</c:v>
                </c:pt>
                <c:pt idx="641">
                  <c:v>0.25165834031062878</c:v>
                </c:pt>
                <c:pt idx="642">
                  <c:v>0.25152155966028211</c:v>
                </c:pt>
                <c:pt idx="643">
                  <c:v>0.20268829374118949</c:v>
                </c:pt>
                <c:pt idx="644">
                  <c:v>0.20335655344784528</c:v>
                </c:pt>
                <c:pt idx="645">
                  <c:v>0.19243467630361383</c:v>
                </c:pt>
                <c:pt idx="646">
                  <c:v>0.17578204315496174</c:v>
                </c:pt>
                <c:pt idx="647">
                  <c:v>0.16750278218290116</c:v>
                </c:pt>
                <c:pt idx="648">
                  <c:v>0.16625353445729771</c:v>
                </c:pt>
                <c:pt idx="649">
                  <c:v>0.16457765590699366</c:v>
                </c:pt>
                <c:pt idx="650">
                  <c:v>0.15968648712565972</c:v>
                </c:pt>
                <c:pt idx="651">
                  <c:v>0.16877988563862364</c:v>
                </c:pt>
                <c:pt idx="652">
                  <c:v>0.17018976823435503</c:v>
                </c:pt>
                <c:pt idx="653">
                  <c:v>0.17826311165258316</c:v>
                </c:pt>
                <c:pt idx="654">
                  <c:v>0.17501388523383554</c:v>
                </c:pt>
                <c:pt idx="655">
                  <c:v>0.18165569852960897</c:v>
                </c:pt>
                <c:pt idx="656">
                  <c:v>0.17602934912288198</c:v>
                </c:pt>
                <c:pt idx="657">
                  <c:v>0.12663607914704353</c:v>
                </c:pt>
                <c:pt idx="658">
                  <c:v>0.12759410365533758</c:v>
                </c:pt>
                <c:pt idx="659">
                  <c:v>0.17991691637216861</c:v>
                </c:pt>
                <c:pt idx="660">
                  <c:v>0.17083748625979273</c:v>
                </c:pt>
                <c:pt idx="661">
                  <c:v>0.19551470710286545</c:v>
                </c:pt>
                <c:pt idx="662">
                  <c:v>0.2452413675224267</c:v>
                </c:pt>
                <c:pt idx="663">
                  <c:v>0.2162571691511401</c:v>
                </c:pt>
                <c:pt idx="664">
                  <c:v>0.20003101945966906</c:v>
                </c:pt>
                <c:pt idx="665">
                  <c:v>0.17447837539446354</c:v>
                </c:pt>
                <c:pt idx="666">
                  <c:v>0.1704568699171114</c:v>
                </c:pt>
                <c:pt idx="667">
                  <c:v>0.17984260674266128</c:v>
                </c:pt>
                <c:pt idx="668">
                  <c:v>0.19388735020879355</c:v>
                </c:pt>
                <c:pt idx="669">
                  <c:v>0.17762997962430468</c:v>
                </c:pt>
                <c:pt idx="670">
                  <c:v>0.16874539474043687</c:v>
                </c:pt>
                <c:pt idx="671">
                  <c:v>0.16688083906700477</c:v>
                </c:pt>
                <c:pt idx="672">
                  <c:v>0.17107935557351103</c:v>
                </c:pt>
                <c:pt idx="673">
                  <c:v>0.17399282088347864</c:v>
                </c:pt>
                <c:pt idx="674">
                  <c:v>0.17145937418867135</c:v>
                </c:pt>
                <c:pt idx="675">
                  <c:v>0.16079314946116235</c:v>
                </c:pt>
                <c:pt idx="676">
                  <c:v>0.17744213478410703</c:v>
                </c:pt>
                <c:pt idx="677">
                  <c:v>0.16918693572134416</c:v>
                </c:pt>
                <c:pt idx="678">
                  <c:v>0.17894755867755532</c:v>
                </c:pt>
                <c:pt idx="679">
                  <c:v>0.1757649058221305</c:v>
                </c:pt>
                <c:pt idx="680">
                  <c:v>0.16700478326389959</c:v>
                </c:pt>
                <c:pt idx="681">
                  <c:v>0.1313034585666632</c:v>
                </c:pt>
                <c:pt idx="682">
                  <c:v>0.10866941836355831</c:v>
                </c:pt>
                <c:pt idx="683">
                  <c:v>0.1329955346726589</c:v>
                </c:pt>
                <c:pt idx="684">
                  <c:v>0.11255966653505167</c:v>
                </c:pt>
                <c:pt idx="685">
                  <c:v>8.1770058381093177E-2</c:v>
                </c:pt>
                <c:pt idx="686">
                  <c:v>6.1724303873652686E-2</c:v>
                </c:pt>
                <c:pt idx="687">
                  <c:v>4.2685051414324E-2</c:v>
                </c:pt>
                <c:pt idx="688">
                  <c:v>1.9067122622742433E-2</c:v>
                </c:pt>
                <c:pt idx="689">
                  <c:v>2.0862651930624566E-2</c:v>
                </c:pt>
                <c:pt idx="690">
                  <c:v>2.3243614737409889E-2</c:v>
                </c:pt>
                <c:pt idx="691">
                  <c:v>0.15066529391925546</c:v>
                </c:pt>
                <c:pt idx="692">
                  <c:v>9.801292122558114E-2</c:v>
                </c:pt>
                <c:pt idx="693">
                  <c:v>6.7134115752499474E-2</c:v>
                </c:pt>
                <c:pt idx="694">
                  <c:v>6.4198066778079321E-2</c:v>
                </c:pt>
                <c:pt idx="695">
                  <c:v>6.8193589433619653E-2</c:v>
                </c:pt>
                <c:pt idx="696">
                  <c:v>7.2276919388369346E-2</c:v>
                </c:pt>
                <c:pt idx="697">
                  <c:v>6.7042481335196372E-2</c:v>
                </c:pt>
                <c:pt idx="698">
                  <c:v>7.6509938098275748E-2</c:v>
                </c:pt>
                <c:pt idx="699">
                  <c:v>0.12428758451123824</c:v>
                </c:pt>
                <c:pt idx="700">
                  <c:v>0.3633089143255458</c:v>
                </c:pt>
                <c:pt idx="701">
                  <c:v>0.38329877772100845</c:v>
                </c:pt>
                <c:pt idx="702">
                  <c:v>0.29518902743695152</c:v>
                </c:pt>
                <c:pt idx="703">
                  <c:v>0.26082962950591093</c:v>
                </c:pt>
                <c:pt idx="704">
                  <c:v>0.19770420470261932</c:v>
                </c:pt>
                <c:pt idx="705">
                  <c:v>0.18965991780017477</c:v>
                </c:pt>
                <c:pt idx="706">
                  <c:v>0.10961898387850477</c:v>
                </c:pt>
                <c:pt idx="707">
                  <c:v>6.1434570386801265E-2</c:v>
                </c:pt>
                <c:pt idx="708">
                  <c:v>3.7445487225408317E-2</c:v>
                </c:pt>
                <c:pt idx="709">
                  <c:v>1.7532505776846233E-2</c:v>
                </c:pt>
                <c:pt idx="710">
                  <c:v>2.5252847305247076E-2</c:v>
                </c:pt>
                <c:pt idx="711">
                  <c:v>1.6427637773402663E-2</c:v>
                </c:pt>
                <c:pt idx="712">
                  <c:v>1.9751186775514375E-2</c:v>
                </c:pt>
                <c:pt idx="713">
                  <c:v>2.0548466599460094E-2</c:v>
                </c:pt>
                <c:pt idx="714">
                  <c:v>1.9566886603700002E-2</c:v>
                </c:pt>
                <c:pt idx="715">
                  <c:v>1.9356341021185025E-2</c:v>
                </c:pt>
                <c:pt idx="716">
                  <c:v>1.9750313858989031E-2</c:v>
                </c:pt>
                <c:pt idx="717">
                  <c:v>2.2257575045169002E-2</c:v>
                </c:pt>
                <c:pt idx="718">
                  <c:v>7.4768017245975024E-2</c:v>
                </c:pt>
                <c:pt idx="719">
                  <c:v>0.15774593860169892</c:v>
                </c:pt>
                <c:pt idx="720">
                  <c:v>8.5571530099571011E-2</c:v>
                </c:pt>
                <c:pt idx="721">
                  <c:v>7.7752471151663449E-2</c:v>
                </c:pt>
                <c:pt idx="722">
                  <c:v>6.7900923595650711E-2</c:v>
                </c:pt>
                <c:pt idx="723">
                  <c:v>6.6469301667260464E-2</c:v>
                </c:pt>
                <c:pt idx="724">
                  <c:v>0.24384915609549937</c:v>
                </c:pt>
                <c:pt idx="725">
                  <c:v>0.35201560887978744</c:v>
                </c:pt>
                <c:pt idx="726">
                  <c:v>0.27522035159614744</c:v>
                </c:pt>
                <c:pt idx="727">
                  <c:v>0.22245092412622738</c:v>
                </c:pt>
                <c:pt idx="728">
                  <c:v>0.2208602549186689</c:v>
                </c:pt>
                <c:pt idx="729">
                  <c:v>0.18503428042331493</c:v>
                </c:pt>
                <c:pt idx="730">
                  <c:v>0.11193965721701396</c:v>
                </c:pt>
                <c:pt idx="731">
                  <c:v>2.9220541047294268E-2</c:v>
                </c:pt>
                <c:pt idx="732">
                  <c:v>1.8568178411381787E-2</c:v>
                </c:pt>
                <c:pt idx="733">
                  <c:v>2.0471740118386279E-2</c:v>
                </c:pt>
                <c:pt idx="734">
                  <c:v>2.2809053846804313E-2</c:v>
                </c:pt>
                <c:pt idx="735">
                  <c:v>1.8608582270634565E-2</c:v>
                </c:pt>
                <c:pt idx="736">
                  <c:v>2.1829642384788999E-2</c:v>
                </c:pt>
                <c:pt idx="737">
                  <c:v>2.3126698913665616E-2</c:v>
                </c:pt>
                <c:pt idx="738">
                  <c:v>2.2325209812402748E-2</c:v>
                </c:pt>
                <c:pt idx="739">
                  <c:v>2.0685881034046325E-2</c:v>
                </c:pt>
                <c:pt idx="740">
                  <c:v>1.8805495935211462E-2</c:v>
                </c:pt>
                <c:pt idx="741">
                  <c:v>2.1149392748635074E-2</c:v>
                </c:pt>
                <c:pt idx="742">
                  <c:v>2.2988305091226808E-2</c:v>
                </c:pt>
                <c:pt idx="743">
                  <c:v>2.4255626229010115E-2</c:v>
                </c:pt>
                <c:pt idx="744">
                  <c:v>2.135669407673613E-2</c:v>
                </c:pt>
                <c:pt idx="745">
                  <c:v>2.3157741602894341E-2</c:v>
                </c:pt>
                <c:pt idx="746">
                  <c:v>2.1217796431209027E-2</c:v>
                </c:pt>
                <c:pt idx="747">
                  <c:v>2.3347592382086925E-2</c:v>
                </c:pt>
                <c:pt idx="748">
                  <c:v>2.0821193972302605E-2</c:v>
                </c:pt>
                <c:pt idx="749">
                  <c:v>0.35953871483373095</c:v>
                </c:pt>
                <c:pt idx="750">
                  <c:v>0.41058432958627783</c:v>
                </c:pt>
                <c:pt idx="751">
                  <c:v>0.24981773516780187</c:v>
                </c:pt>
                <c:pt idx="752">
                  <c:v>0.20406182160377997</c:v>
                </c:pt>
                <c:pt idx="753">
                  <c:v>0.16842755601968423</c:v>
                </c:pt>
                <c:pt idx="754">
                  <c:v>0.13393454991843159</c:v>
                </c:pt>
                <c:pt idx="755">
                  <c:v>0.13046248357517851</c:v>
                </c:pt>
                <c:pt idx="756">
                  <c:v>8.2651634092791346E-2</c:v>
                </c:pt>
                <c:pt idx="757">
                  <c:v>2.1074609215993422E-2</c:v>
                </c:pt>
                <c:pt idx="758">
                  <c:v>2.1653173456632174E-2</c:v>
                </c:pt>
                <c:pt idx="759">
                  <c:v>2.1085286266204661E-2</c:v>
                </c:pt>
                <c:pt idx="760">
                  <c:v>2.0283981636015382E-2</c:v>
                </c:pt>
                <c:pt idx="761">
                  <c:v>2.0352335421628984E-2</c:v>
                </c:pt>
                <c:pt idx="762">
                  <c:v>2.3415917890987348E-2</c:v>
                </c:pt>
                <c:pt idx="763">
                  <c:v>2.3156679504496104E-2</c:v>
                </c:pt>
                <c:pt idx="764">
                  <c:v>2.1849848455234588E-2</c:v>
                </c:pt>
                <c:pt idx="765">
                  <c:v>2.4390558505920073E-2</c:v>
                </c:pt>
                <c:pt idx="766">
                  <c:v>2.2370662416599348E-2</c:v>
                </c:pt>
                <c:pt idx="767">
                  <c:v>0.3638524169542996</c:v>
                </c:pt>
                <c:pt idx="768">
                  <c:v>0.29844543257913347</c:v>
                </c:pt>
                <c:pt idx="769">
                  <c:v>0.21876829994528368</c:v>
                </c:pt>
                <c:pt idx="770">
                  <c:v>0.20819559632650766</c:v>
                </c:pt>
                <c:pt idx="771">
                  <c:v>0.21159099315778609</c:v>
                </c:pt>
                <c:pt idx="772">
                  <c:v>0.20818345574515429</c:v>
                </c:pt>
                <c:pt idx="773">
                  <c:v>0.16972870228879955</c:v>
                </c:pt>
                <c:pt idx="774">
                  <c:v>0.16290354666272142</c:v>
                </c:pt>
                <c:pt idx="775">
                  <c:v>0.17332848340506116</c:v>
                </c:pt>
                <c:pt idx="776">
                  <c:v>0.15984652520622958</c:v>
                </c:pt>
                <c:pt idx="777">
                  <c:v>0.11625700030402798</c:v>
                </c:pt>
                <c:pt idx="778">
                  <c:v>8.2008616601043305E-2</c:v>
                </c:pt>
                <c:pt idx="779">
                  <c:v>6.9126464717920971E-2</c:v>
                </c:pt>
                <c:pt idx="780">
                  <c:v>5.6853545727745702E-2</c:v>
                </c:pt>
                <c:pt idx="781">
                  <c:v>7.7359016540920117E-2</c:v>
                </c:pt>
                <c:pt idx="782">
                  <c:v>3.1687043928898248E-2</c:v>
                </c:pt>
                <c:pt idx="783">
                  <c:v>2.3591436174162105E-2</c:v>
                </c:pt>
                <c:pt idx="784">
                  <c:v>2.1811140244973874E-2</c:v>
                </c:pt>
                <c:pt idx="785">
                  <c:v>1.690565885467581E-2</c:v>
                </c:pt>
                <c:pt idx="786">
                  <c:v>2.1816435598960945E-2</c:v>
                </c:pt>
                <c:pt idx="787">
                  <c:v>2.4651348163578585E-2</c:v>
                </c:pt>
                <c:pt idx="788">
                  <c:v>0.13028055520069101</c:v>
                </c:pt>
                <c:pt idx="789">
                  <c:v>0.10413794416214035</c:v>
                </c:pt>
                <c:pt idx="790">
                  <c:v>7.7373403189897008E-2</c:v>
                </c:pt>
                <c:pt idx="791">
                  <c:v>7.0052998632134295E-2</c:v>
                </c:pt>
                <c:pt idx="792">
                  <c:v>6.7289601919393746E-2</c:v>
                </c:pt>
                <c:pt idx="793">
                  <c:v>6.323341979531534E-2</c:v>
                </c:pt>
                <c:pt idx="794">
                  <c:v>7.0063421410460097E-2</c:v>
                </c:pt>
                <c:pt idx="795">
                  <c:v>0.43257314587888801</c:v>
                </c:pt>
                <c:pt idx="796">
                  <c:v>0.38328187371808564</c:v>
                </c:pt>
                <c:pt idx="797">
                  <c:v>0.30009706644089096</c:v>
                </c:pt>
                <c:pt idx="798">
                  <c:v>0.26522811255763479</c:v>
                </c:pt>
                <c:pt idx="799">
                  <c:v>0.23330749841432619</c:v>
                </c:pt>
                <c:pt idx="800">
                  <c:v>0.19757828281634804</c:v>
                </c:pt>
                <c:pt idx="801">
                  <c:v>0.15149937486211756</c:v>
                </c:pt>
                <c:pt idx="802">
                  <c:v>0.13017801995018774</c:v>
                </c:pt>
                <c:pt idx="803">
                  <c:v>7.6456215366226543E-2</c:v>
                </c:pt>
                <c:pt idx="804">
                  <c:v>2.4231079817693964E-2</c:v>
                </c:pt>
                <c:pt idx="805">
                  <c:v>1.9902680259968358E-2</c:v>
                </c:pt>
                <c:pt idx="806">
                  <c:v>1.7698663801974331E-2</c:v>
                </c:pt>
                <c:pt idx="807">
                  <c:v>2.3434353107590185E-2</c:v>
                </c:pt>
                <c:pt idx="808">
                  <c:v>2.4546784627058182E-2</c:v>
                </c:pt>
                <c:pt idx="809">
                  <c:v>2.1483594662698776E-2</c:v>
                </c:pt>
                <c:pt idx="810">
                  <c:v>1.8808738580906325E-2</c:v>
                </c:pt>
                <c:pt idx="811">
                  <c:v>2.1796696301713964E-2</c:v>
                </c:pt>
                <c:pt idx="812">
                  <c:v>1.891401625017021E-2</c:v>
                </c:pt>
                <c:pt idx="813">
                  <c:v>2.0309654607896136E-2</c:v>
                </c:pt>
                <c:pt idx="814">
                  <c:v>2.0613930307569809E-2</c:v>
                </c:pt>
                <c:pt idx="815">
                  <c:v>2.5046377064452691E-2</c:v>
                </c:pt>
                <c:pt idx="816">
                  <c:v>2.8775554029414532E-2</c:v>
                </c:pt>
                <c:pt idx="817">
                  <c:v>2.5003371947834502E-2</c:v>
                </c:pt>
                <c:pt idx="818">
                  <c:v>2.2494025926105467E-2</c:v>
                </c:pt>
                <c:pt idx="819">
                  <c:v>2.2476277152896781E-2</c:v>
                </c:pt>
                <c:pt idx="820">
                  <c:v>0.12449261590002798</c:v>
                </c:pt>
                <c:pt idx="821">
                  <c:v>0.31698100486200653</c:v>
                </c:pt>
                <c:pt idx="822">
                  <c:v>0.24282116526342923</c:v>
                </c:pt>
                <c:pt idx="823">
                  <c:v>0.19141829544672484</c:v>
                </c:pt>
                <c:pt idx="824">
                  <c:v>0.16959885811041411</c:v>
                </c:pt>
                <c:pt idx="825">
                  <c:v>0.12002442368021601</c:v>
                </c:pt>
                <c:pt idx="826">
                  <c:v>6.137877860333471E-2</c:v>
                </c:pt>
                <c:pt idx="827">
                  <c:v>1.419040498433617E-2</c:v>
                </c:pt>
                <c:pt idx="828">
                  <c:v>1.6582591283474689E-2</c:v>
                </c:pt>
                <c:pt idx="829">
                  <c:v>2.0061014001851483E-2</c:v>
                </c:pt>
                <c:pt idx="830">
                  <c:v>2.3096791723512419E-2</c:v>
                </c:pt>
                <c:pt idx="831">
                  <c:v>2.5329592505971252E-2</c:v>
                </c:pt>
                <c:pt idx="832">
                  <c:v>3.1322513566549456E-2</c:v>
                </c:pt>
                <c:pt idx="833">
                  <c:v>2.6928229162093167E-2</c:v>
                </c:pt>
                <c:pt idx="834">
                  <c:v>1.9973943941549256E-2</c:v>
                </c:pt>
                <c:pt idx="835">
                  <c:v>2.1648798726475495E-2</c:v>
                </c:pt>
                <c:pt idx="836">
                  <c:v>2.1916852830529975E-2</c:v>
                </c:pt>
                <c:pt idx="837">
                  <c:v>2.2827034138893702E-2</c:v>
                </c:pt>
                <c:pt idx="838">
                  <c:v>1.961532836914805E-2</c:v>
                </c:pt>
                <c:pt idx="839">
                  <c:v>2.0010015552179804E-2</c:v>
                </c:pt>
                <c:pt idx="840">
                  <c:v>1.8617532853900724E-2</c:v>
                </c:pt>
                <c:pt idx="841">
                  <c:v>1.846818993762132E-2</c:v>
                </c:pt>
                <c:pt idx="842">
                  <c:v>2.1042603889078672E-2</c:v>
                </c:pt>
                <c:pt idx="843">
                  <c:v>2.2796072607140293E-2</c:v>
                </c:pt>
                <c:pt idx="844">
                  <c:v>2.1013696742213251E-2</c:v>
                </c:pt>
                <c:pt idx="845">
                  <c:v>2.0517107603961256E-2</c:v>
                </c:pt>
                <c:pt idx="846">
                  <c:v>2.0489512060428334E-2</c:v>
                </c:pt>
                <c:pt idx="847">
                  <c:v>1.8514559570083255E-2</c:v>
                </c:pt>
                <c:pt idx="848">
                  <c:v>1.4280718858912933E-2</c:v>
                </c:pt>
                <c:pt idx="849">
                  <c:v>1.1840711818605409E-2</c:v>
                </c:pt>
                <c:pt idx="850">
                  <c:v>7.3898599881114749E-3</c:v>
                </c:pt>
                <c:pt idx="851">
                  <c:v>2.3863346113256394E-3</c:v>
                </c:pt>
                <c:pt idx="852">
                  <c:v>1.9531043725012326E-2</c:v>
                </c:pt>
                <c:pt idx="853">
                  <c:v>1.928921333670347E-2</c:v>
                </c:pt>
                <c:pt idx="854">
                  <c:v>3.8281658705554375E-2</c:v>
                </c:pt>
                <c:pt idx="855">
                  <c:v>3.8056668125640167E-2</c:v>
                </c:pt>
                <c:pt idx="856">
                  <c:v>4.4217963676918472E-2</c:v>
                </c:pt>
                <c:pt idx="857">
                  <c:v>4.6656045529285317E-2</c:v>
                </c:pt>
                <c:pt idx="858">
                  <c:v>4.4575536728826796E-2</c:v>
                </c:pt>
                <c:pt idx="859">
                  <c:v>4.1789983204547465E-2</c:v>
                </c:pt>
                <c:pt idx="860">
                  <c:v>4.0485061254895691E-2</c:v>
                </c:pt>
                <c:pt idx="861">
                  <c:v>4.0596298195695137E-2</c:v>
                </c:pt>
                <c:pt idx="862">
                  <c:v>4.0454397681629055E-2</c:v>
                </c:pt>
                <c:pt idx="863">
                  <c:v>3.9885039049150313E-2</c:v>
                </c:pt>
                <c:pt idx="864">
                  <c:v>4.2150208092587092E-2</c:v>
                </c:pt>
                <c:pt idx="865">
                  <c:v>4.1406506741134608E-2</c:v>
                </c:pt>
                <c:pt idx="866">
                  <c:v>3.9861917354936813E-2</c:v>
                </c:pt>
                <c:pt idx="867">
                  <c:v>3.7710500052901844E-2</c:v>
                </c:pt>
                <c:pt idx="868">
                  <c:v>3.7506150741870907E-2</c:v>
                </c:pt>
                <c:pt idx="869">
                  <c:v>3.6462175391492928E-2</c:v>
                </c:pt>
                <c:pt idx="870">
                  <c:v>3.8298452372080523E-2</c:v>
                </c:pt>
                <c:pt idx="871">
                  <c:v>4.4905385895237356E-2</c:v>
                </c:pt>
                <c:pt idx="872">
                  <c:v>3.9982571569460827E-2</c:v>
                </c:pt>
                <c:pt idx="873">
                  <c:v>2.8418687401648737E-2</c:v>
                </c:pt>
                <c:pt idx="874">
                  <c:v>2.9143782557335268E-2</c:v>
                </c:pt>
                <c:pt idx="875">
                  <c:v>2.5962206868234142E-2</c:v>
                </c:pt>
                <c:pt idx="876">
                  <c:v>2.4910372878953386E-2</c:v>
                </c:pt>
                <c:pt idx="877">
                  <c:v>1.9669350792657646E-2</c:v>
                </c:pt>
                <c:pt idx="878">
                  <c:v>2.6182296550202433E-2</c:v>
                </c:pt>
                <c:pt idx="879">
                  <c:v>2.9233544039938514E-2</c:v>
                </c:pt>
                <c:pt idx="880">
                  <c:v>2.8706539119512854E-2</c:v>
                </c:pt>
                <c:pt idx="881">
                  <c:v>2.6624778782709201E-2</c:v>
                </c:pt>
                <c:pt idx="882">
                  <c:v>2.4552786107139513E-2</c:v>
                </c:pt>
                <c:pt idx="883">
                  <c:v>2.4714833127169055E-2</c:v>
                </c:pt>
                <c:pt idx="884">
                  <c:v>2.1176368584027983E-2</c:v>
                </c:pt>
                <c:pt idx="885">
                  <c:v>2.1537495310515572E-2</c:v>
                </c:pt>
                <c:pt idx="886">
                  <c:v>1.9546429708779452E-2</c:v>
                </c:pt>
                <c:pt idx="887">
                  <c:v>2.1361300711553337E-2</c:v>
                </c:pt>
                <c:pt idx="888">
                  <c:v>2.0688088958239925E-2</c:v>
                </c:pt>
                <c:pt idx="889">
                  <c:v>2.2044903927553802E-2</c:v>
                </c:pt>
                <c:pt idx="890">
                  <c:v>2.1977841108316635E-2</c:v>
                </c:pt>
                <c:pt idx="891">
                  <c:v>2.1727671640293669E-2</c:v>
                </c:pt>
                <c:pt idx="892">
                  <c:v>2.2526592638691417E-2</c:v>
                </c:pt>
                <c:pt idx="893">
                  <c:v>2.1138067558443274E-2</c:v>
                </c:pt>
                <c:pt idx="894">
                  <c:v>2.5828598363177441E-2</c:v>
                </c:pt>
                <c:pt idx="895">
                  <c:v>2.2970321583274958E-2</c:v>
                </c:pt>
                <c:pt idx="896">
                  <c:v>1.6645561987604848E-2</c:v>
                </c:pt>
                <c:pt idx="897">
                  <c:v>2.2215190093142698E-2</c:v>
                </c:pt>
                <c:pt idx="898">
                  <c:v>2.4809361682721933E-2</c:v>
                </c:pt>
                <c:pt idx="899">
                  <c:v>2.3117469827014979E-2</c:v>
                </c:pt>
                <c:pt idx="900">
                  <c:v>2.8158188369607661E-2</c:v>
                </c:pt>
                <c:pt idx="901">
                  <c:v>3.169344311787467E-2</c:v>
                </c:pt>
                <c:pt idx="902">
                  <c:v>2.6809041785512102E-2</c:v>
                </c:pt>
                <c:pt idx="903">
                  <c:v>2.4513558330255349E-2</c:v>
                </c:pt>
                <c:pt idx="904">
                  <c:v>0.11421436478447967</c:v>
                </c:pt>
                <c:pt idx="905">
                  <c:v>0.20896617059422798</c:v>
                </c:pt>
                <c:pt idx="906">
                  <c:v>0.26788042523740546</c:v>
                </c:pt>
                <c:pt idx="907">
                  <c:v>0.22460172628720643</c:v>
                </c:pt>
                <c:pt idx="908">
                  <c:v>0.19076107242870824</c:v>
                </c:pt>
                <c:pt idx="909">
                  <c:v>0.18128578178946456</c:v>
                </c:pt>
                <c:pt idx="910">
                  <c:v>0.19469589103493509</c:v>
                </c:pt>
                <c:pt idx="911">
                  <c:v>0.19646727007621112</c:v>
                </c:pt>
                <c:pt idx="912">
                  <c:v>0.18575928477455239</c:v>
                </c:pt>
                <c:pt idx="913">
                  <c:v>0.18267265212828068</c:v>
                </c:pt>
                <c:pt idx="914">
                  <c:v>0.17304109454222272</c:v>
                </c:pt>
                <c:pt idx="915">
                  <c:v>0.17015982467516391</c:v>
                </c:pt>
                <c:pt idx="916">
                  <c:v>0.17048418687704506</c:v>
                </c:pt>
                <c:pt idx="917">
                  <c:v>0.16716473132928422</c:v>
                </c:pt>
                <c:pt idx="918">
                  <c:v>0.17152564093267642</c:v>
                </c:pt>
                <c:pt idx="919">
                  <c:v>0.17998756686203973</c:v>
                </c:pt>
                <c:pt idx="920">
                  <c:v>0.16189807067469622</c:v>
                </c:pt>
                <c:pt idx="921">
                  <c:v>0.14563108647555567</c:v>
                </c:pt>
                <c:pt idx="922">
                  <c:v>0.14971367725876192</c:v>
                </c:pt>
                <c:pt idx="923">
                  <c:v>0.18478564772646472</c:v>
                </c:pt>
                <c:pt idx="924">
                  <c:v>0.18443780461289155</c:v>
                </c:pt>
                <c:pt idx="925">
                  <c:v>0.21462337150559008</c:v>
                </c:pt>
                <c:pt idx="926">
                  <c:v>0.22465512319814288</c:v>
                </c:pt>
                <c:pt idx="927">
                  <c:v>0.22296479019321688</c:v>
                </c:pt>
                <c:pt idx="928">
                  <c:v>0.20170781361704054</c:v>
                </c:pt>
                <c:pt idx="929">
                  <c:v>0.18625906320717575</c:v>
                </c:pt>
                <c:pt idx="930">
                  <c:v>0.16576265263247675</c:v>
                </c:pt>
                <c:pt idx="931">
                  <c:v>0.16978234707720574</c:v>
                </c:pt>
                <c:pt idx="932">
                  <c:v>0.17125050122574301</c:v>
                </c:pt>
                <c:pt idx="933">
                  <c:v>0.17022180556628946</c:v>
                </c:pt>
                <c:pt idx="934">
                  <c:v>0.17653175408009836</c:v>
                </c:pt>
                <c:pt idx="935">
                  <c:v>0.18293814667824204</c:v>
                </c:pt>
                <c:pt idx="936">
                  <c:v>0.1968136034567099</c:v>
                </c:pt>
                <c:pt idx="937">
                  <c:v>0.19199101071645852</c:v>
                </c:pt>
                <c:pt idx="938">
                  <c:v>0.18846730028548817</c:v>
                </c:pt>
                <c:pt idx="939">
                  <c:v>0.19062459903832774</c:v>
                </c:pt>
                <c:pt idx="940">
                  <c:v>0.19813341065974699</c:v>
                </c:pt>
                <c:pt idx="941">
                  <c:v>0.22127415823288343</c:v>
                </c:pt>
                <c:pt idx="942">
                  <c:v>0.22945032820143929</c:v>
                </c:pt>
                <c:pt idx="943">
                  <c:v>0.21252246568058136</c:v>
                </c:pt>
                <c:pt idx="944">
                  <c:v>0.20752656859232382</c:v>
                </c:pt>
                <c:pt idx="945">
                  <c:v>0.2002058910229044</c:v>
                </c:pt>
                <c:pt idx="946">
                  <c:v>0.17196043747127518</c:v>
                </c:pt>
                <c:pt idx="947">
                  <c:v>0.15046205970195989</c:v>
                </c:pt>
                <c:pt idx="948">
                  <c:v>0.11718216742810522</c:v>
                </c:pt>
                <c:pt idx="949">
                  <c:v>8.5654602035263441E-2</c:v>
                </c:pt>
                <c:pt idx="950">
                  <c:v>0.12995265132157752</c:v>
                </c:pt>
                <c:pt idx="951">
                  <c:v>0.20512939827301135</c:v>
                </c:pt>
                <c:pt idx="952">
                  <c:v>0.20261984558477175</c:v>
                </c:pt>
                <c:pt idx="953">
                  <c:v>0.17698370907568606</c:v>
                </c:pt>
                <c:pt idx="954">
                  <c:v>0.17134670967887483</c:v>
                </c:pt>
                <c:pt idx="955">
                  <c:v>0.19698995082807244</c:v>
                </c:pt>
                <c:pt idx="956">
                  <c:v>0.19265951409518128</c:v>
                </c:pt>
                <c:pt idx="957">
                  <c:v>0.1780375218462843</c:v>
                </c:pt>
                <c:pt idx="958">
                  <c:v>0.18399923419207348</c:v>
                </c:pt>
                <c:pt idx="959">
                  <c:v>0.17398470502872801</c:v>
                </c:pt>
                <c:pt idx="960">
                  <c:v>0.17902724199065748</c:v>
                </c:pt>
                <c:pt idx="961">
                  <c:v>0.19105653439813641</c:v>
                </c:pt>
                <c:pt idx="962">
                  <c:v>0.17210681591533444</c:v>
                </c:pt>
                <c:pt idx="963">
                  <c:v>0.17042943227167923</c:v>
                </c:pt>
                <c:pt idx="964">
                  <c:v>0.19264084965103309</c:v>
                </c:pt>
                <c:pt idx="965">
                  <c:v>0.18485957803918784</c:v>
                </c:pt>
                <c:pt idx="966">
                  <c:v>0.18015177346378977</c:v>
                </c:pt>
                <c:pt idx="967">
                  <c:v>0.17622401253204714</c:v>
                </c:pt>
                <c:pt idx="968">
                  <c:v>0.20362958301741568</c:v>
                </c:pt>
                <c:pt idx="969">
                  <c:v>0.19470796310259914</c:v>
                </c:pt>
                <c:pt idx="970">
                  <c:v>0.17735754778614646</c:v>
                </c:pt>
                <c:pt idx="971">
                  <c:v>0.14237643730632016</c:v>
                </c:pt>
                <c:pt idx="972">
                  <c:v>5.0813815991145123E-2</c:v>
                </c:pt>
                <c:pt idx="973">
                  <c:v>2.142730646828709E-2</c:v>
                </c:pt>
                <c:pt idx="974">
                  <c:v>1.9909353842410476E-2</c:v>
                </c:pt>
                <c:pt idx="975">
                  <c:v>2.0833621822157929E-2</c:v>
                </c:pt>
                <c:pt idx="976">
                  <c:v>1.7511645932989303E-2</c:v>
                </c:pt>
                <c:pt idx="977">
                  <c:v>2.0767767852010892E-2</c:v>
                </c:pt>
                <c:pt idx="978">
                  <c:v>2.0490059993068705E-2</c:v>
                </c:pt>
                <c:pt idx="979">
                  <c:v>2.0472112311569167E-2</c:v>
                </c:pt>
                <c:pt idx="980">
                  <c:v>2.2171056913466575E-2</c:v>
                </c:pt>
                <c:pt idx="981">
                  <c:v>2.3726150426521448E-2</c:v>
                </c:pt>
                <c:pt idx="982">
                  <c:v>2.1131075053284602E-2</c:v>
                </c:pt>
                <c:pt idx="983">
                  <c:v>2.6226940636793542E-2</c:v>
                </c:pt>
                <c:pt idx="984">
                  <c:v>2.442132768403002E-2</c:v>
                </c:pt>
                <c:pt idx="985">
                  <c:v>7.1897856461038218E-2</c:v>
                </c:pt>
                <c:pt idx="986">
                  <c:v>0.43552395704859642</c:v>
                </c:pt>
                <c:pt idx="987">
                  <c:v>0.25269739223779675</c:v>
                </c:pt>
                <c:pt idx="988">
                  <c:v>0.17345418994488804</c:v>
                </c:pt>
                <c:pt idx="989">
                  <c:v>0.14637337721730373</c:v>
                </c:pt>
                <c:pt idx="990">
                  <c:v>0.13952973546570654</c:v>
                </c:pt>
                <c:pt idx="991">
                  <c:v>0.13409774071725786</c:v>
                </c:pt>
                <c:pt idx="992">
                  <c:v>0.11655032209158674</c:v>
                </c:pt>
                <c:pt idx="993">
                  <c:v>8.163205999642191E-2</c:v>
                </c:pt>
                <c:pt idx="994">
                  <c:v>5.0265620727158428E-2</c:v>
                </c:pt>
                <c:pt idx="995">
                  <c:v>2.3338251429531855E-2</c:v>
                </c:pt>
                <c:pt idx="996">
                  <c:v>2.0161725096661812E-2</c:v>
                </c:pt>
                <c:pt idx="997">
                  <c:v>2.3432871622604656E-2</c:v>
                </c:pt>
                <c:pt idx="998">
                  <c:v>2.0229882511320622E-2</c:v>
                </c:pt>
                <c:pt idx="999">
                  <c:v>1.9205342909454172E-2</c:v>
                </c:pt>
                <c:pt idx="1000">
                  <c:v>1.8962713421980824E-2</c:v>
                </c:pt>
                <c:pt idx="1001">
                  <c:v>2.3196672742239542E-2</c:v>
                </c:pt>
                <c:pt idx="1002">
                  <c:v>2.334587327842217E-2</c:v>
                </c:pt>
                <c:pt idx="1003">
                  <c:v>2.4020448823218354E-2</c:v>
                </c:pt>
                <c:pt idx="1004">
                  <c:v>2.2037699078438115E-2</c:v>
                </c:pt>
                <c:pt idx="1005">
                  <c:v>2.3971782408040793E-2</c:v>
                </c:pt>
                <c:pt idx="1006">
                  <c:v>2.2643384623146409E-2</c:v>
                </c:pt>
                <c:pt idx="1007">
                  <c:v>2.0590688400278428E-2</c:v>
                </c:pt>
                <c:pt idx="1008">
                  <c:v>1.913284618297046E-2</c:v>
                </c:pt>
                <c:pt idx="1009">
                  <c:v>2.8503517476058917E-2</c:v>
                </c:pt>
                <c:pt idx="1010">
                  <c:v>0.22820496370170545</c:v>
                </c:pt>
                <c:pt idx="1011">
                  <c:v>0.30652360343013713</c:v>
                </c:pt>
                <c:pt idx="1012">
                  <c:v>0.24470062903132003</c:v>
                </c:pt>
                <c:pt idx="1013">
                  <c:v>0.19876099740680972</c:v>
                </c:pt>
                <c:pt idx="1014">
                  <c:v>0.19502342364077405</c:v>
                </c:pt>
                <c:pt idx="1015">
                  <c:v>0.17607520213164984</c:v>
                </c:pt>
                <c:pt idx="1016">
                  <c:v>0.19088540674731064</c:v>
                </c:pt>
                <c:pt idx="1017">
                  <c:v>0.16389891055578418</c:v>
                </c:pt>
                <c:pt idx="1018">
                  <c:v>0.17741594630138802</c:v>
                </c:pt>
                <c:pt idx="1019">
                  <c:v>0.16804429839003024</c:v>
                </c:pt>
                <c:pt idx="1020">
                  <c:v>0.12284078869255596</c:v>
                </c:pt>
                <c:pt idx="1021">
                  <c:v>2.4194903436311005E-2</c:v>
                </c:pt>
                <c:pt idx="1022">
                  <c:v>2.7351137557473582E-2</c:v>
                </c:pt>
                <c:pt idx="1023">
                  <c:v>0.11132442987462829</c:v>
                </c:pt>
                <c:pt idx="1024">
                  <c:v>0.14524172512350217</c:v>
                </c:pt>
                <c:pt idx="1025">
                  <c:v>9.339981345125796E-2</c:v>
                </c:pt>
                <c:pt idx="1026">
                  <c:v>0.24761638920842</c:v>
                </c:pt>
                <c:pt idx="1027">
                  <c:v>0.3943946679444118</c:v>
                </c:pt>
                <c:pt idx="1028">
                  <c:v>0.26726459450032225</c:v>
                </c:pt>
                <c:pt idx="1029">
                  <c:v>0.21973957953267481</c:v>
                </c:pt>
                <c:pt idx="1030">
                  <c:v>0.20582695331062759</c:v>
                </c:pt>
                <c:pt idx="1031">
                  <c:v>0.18987447944070698</c:v>
                </c:pt>
                <c:pt idx="1032">
                  <c:v>0.1902143180791934</c:v>
                </c:pt>
                <c:pt idx="1033">
                  <c:v>0.18424350776897541</c:v>
                </c:pt>
                <c:pt idx="1034">
                  <c:v>0.17370471478749711</c:v>
                </c:pt>
                <c:pt idx="1035">
                  <c:v>0.17981015919728005</c:v>
                </c:pt>
                <c:pt idx="1036">
                  <c:v>0.17344471396624644</c:v>
                </c:pt>
                <c:pt idx="1037">
                  <c:v>0.17291107936263181</c:v>
                </c:pt>
                <c:pt idx="1038">
                  <c:v>0.16784725688008037</c:v>
                </c:pt>
                <c:pt idx="1039">
                  <c:v>0.16566617064386072</c:v>
                </c:pt>
                <c:pt idx="1040">
                  <c:v>0.16313375239436367</c:v>
                </c:pt>
                <c:pt idx="1041">
                  <c:v>0.16509192556772587</c:v>
                </c:pt>
                <c:pt idx="1042">
                  <c:v>0.15886221090897992</c:v>
                </c:pt>
                <c:pt idx="1043">
                  <c:v>0.16999845101133856</c:v>
                </c:pt>
                <c:pt idx="1044">
                  <c:v>0.17164599310705048</c:v>
                </c:pt>
                <c:pt idx="1045">
                  <c:v>0.17029106704991875</c:v>
                </c:pt>
                <c:pt idx="1046">
                  <c:v>0.16398502488064862</c:v>
                </c:pt>
                <c:pt idx="1047">
                  <c:v>0.16870089089507873</c:v>
                </c:pt>
                <c:pt idx="1048">
                  <c:v>0.16255171176944599</c:v>
                </c:pt>
                <c:pt idx="1049">
                  <c:v>0.19188645910897023</c:v>
                </c:pt>
                <c:pt idx="1050">
                  <c:v>0.20517132288866169</c:v>
                </c:pt>
                <c:pt idx="1051">
                  <c:v>0.21208908455653802</c:v>
                </c:pt>
                <c:pt idx="1052">
                  <c:v>0.22322434824773649</c:v>
                </c:pt>
                <c:pt idx="1053">
                  <c:v>0.22294323301663416</c:v>
                </c:pt>
                <c:pt idx="1054">
                  <c:v>0.21735344310982777</c:v>
                </c:pt>
                <c:pt idx="1055">
                  <c:v>0.23288100325643923</c:v>
                </c:pt>
                <c:pt idx="1056">
                  <c:v>0.23674169073936832</c:v>
                </c:pt>
                <c:pt idx="1057">
                  <c:v>0.23092640350600721</c:v>
                </c:pt>
                <c:pt idx="1058">
                  <c:v>0.24872047429080821</c:v>
                </c:pt>
                <c:pt idx="1059">
                  <c:v>0.24615945525584315</c:v>
                </c:pt>
                <c:pt idx="1060">
                  <c:v>0.25028127247014548</c:v>
                </c:pt>
                <c:pt idx="1061">
                  <c:v>0.25996971771674704</c:v>
                </c:pt>
                <c:pt idx="1062">
                  <c:v>0.25772925678205161</c:v>
                </c:pt>
                <c:pt idx="1063">
                  <c:v>0.24517541989715994</c:v>
                </c:pt>
                <c:pt idx="1064">
                  <c:v>0.24661888976472857</c:v>
                </c:pt>
                <c:pt idx="1065">
                  <c:v>0.23069409945698482</c:v>
                </c:pt>
                <c:pt idx="1066">
                  <c:v>0.21674034873530956</c:v>
                </c:pt>
                <c:pt idx="1067">
                  <c:v>0.18380629366054574</c:v>
                </c:pt>
                <c:pt idx="1068">
                  <c:v>0.16718813918035569</c:v>
                </c:pt>
                <c:pt idx="1069">
                  <c:v>0.16943355857032047</c:v>
                </c:pt>
                <c:pt idx="1070">
                  <c:v>0.18105059023843603</c:v>
                </c:pt>
                <c:pt idx="1071">
                  <c:v>0.18167516230204295</c:v>
                </c:pt>
                <c:pt idx="1072">
                  <c:v>0.18720850592109906</c:v>
                </c:pt>
                <c:pt idx="1073">
                  <c:v>0.18462049080525159</c:v>
                </c:pt>
                <c:pt idx="1074">
                  <c:v>0.19069259615464743</c:v>
                </c:pt>
                <c:pt idx="1075">
                  <c:v>0.18244542760062987</c:v>
                </c:pt>
                <c:pt idx="1076">
                  <c:v>0.18996409077543991</c:v>
                </c:pt>
                <c:pt idx="1077">
                  <c:v>0.1898874916551683</c:v>
                </c:pt>
                <c:pt idx="1078">
                  <c:v>0.19575131077358948</c:v>
                </c:pt>
                <c:pt idx="1079">
                  <c:v>0.19042299528235299</c:v>
                </c:pt>
                <c:pt idx="1080">
                  <c:v>0.2060695409478506</c:v>
                </c:pt>
                <c:pt idx="1081">
                  <c:v>0.20868816669026655</c:v>
                </c:pt>
                <c:pt idx="1082">
                  <c:v>0.21179399164279034</c:v>
                </c:pt>
                <c:pt idx="1083">
                  <c:v>0.20977565311176632</c:v>
                </c:pt>
                <c:pt idx="1084">
                  <c:v>0.2252580964500249</c:v>
                </c:pt>
                <c:pt idx="1085">
                  <c:v>0.23496577341348321</c:v>
                </c:pt>
                <c:pt idx="1086">
                  <c:v>0.25004805137057018</c:v>
                </c:pt>
                <c:pt idx="1087">
                  <c:v>0.25611222417361129</c:v>
                </c:pt>
                <c:pt idx="1088">
                  <c:v>0.21660155408664927</c:v>
                </c:pt>
                <c:pt idx="1089">
                  <c:v>0.19480863530690828</c:v>
                </c:pt>
                <c:pt idx="1090">
                  <c:v>0.18503653756346883</c:v>
                </c:pt>
                <c:pt idx="1091">
                  <c:v>0.19649525386344124</c:v>
                </c:pt>
                <c:pt idx="1092">
                  <c:v>0.18801096869822306</c:v>
                </c:pt>
                <c:pt idx="1093">
                  <c:v>0.21515062722532741</c:v>
                </c:pt>
                <c:pt idx="1094">
                  <c:v>0.23098823114280051</c:v>
                </c:pt>
                <c:pt idx="1095">
                  <c:v>0.2142781430179132</c:v>
                </c:pt>
                <c:pt idx="1096">
                  <c:v>0.21010164852544361</c:v>
                </c:pt>
                <c:pt idx="1097">
                  <c:v>0.20835754097714493</c:v>
                </c:pt>
                <c:pt idx="1098">
                  <c:v>0.202014142900073</c:v>
                </c:pt>
                <c:pt idx="1099">
                  <c:v>0.206404880400822</c:v>
                </c:pt>
                <c:pt idx="1100">
                  <c:v>0.21062470009957696</c:v>
                </c:pt>
                <c:pt idx="1101">
                  <c:v>0.18530668417905574</c:v>
                </c:pt>
                <c:pt idx="1102">
                  <c:v>0.18742979809157492</c:v>
                </c:pt>
                <c:pt idx="1103">
                  <c:v>0.20017461032889763</c:v>
                </c:pt>
                <c:pt idx="1104">
                  <c:v>0.2115556928397484</c:v>
                </c:pt>
                <c:pt idx="1105">
                  <c:v>0.21785433637564516</c:v>
                </c:pt>
                <c:pt idx="1106">
                  <c:v>0.22440294778755532</c:v>
                </c:pt>
                <c:pt idx="1107">
                  <c:v>0.22951002826227831</c:v>
                </c:pt>
                <c:pt idx="1108">
                  <c:v>0.24281236388745814</c:v>
                </c:pt>
                <c:pt idx="1109">
                  <c:v>0.24858688782276897</c:v>
                </c:pt>
                <c:pt idx="1110">
                  <c:v>0.23791510066353452</c:v>
                </c:pt>
                <c:pt idx="1111">
                  <c:v>0.23604701287509713</c:v>
                </c:pt>
                <c:pt idx="1112">
                  <c:v>0.25597178817783522</c:v>
                </c:pt>
                <c:pt idx="1113">
                  <c:v>0.25318229907401574</c:v>
                </c:pt>
                <c:pt idx="1114">
                  <c:v>0.26879879226359227</c:v>
                </c:pt>
                <c:pt idx="1115">
                  <c:v>0.24328213503900362</c:v>
                </c:pt>
                <c:pt idx="1116">
                  <c:v>0.23207761938754634</c:v>
                </c:pt>
                <c:pt idx="1117">
                  <c:v>0.21487710245042371</c:v>
                </c:pt>
                <c:pt idx="1118">
                  <c:v>0.22299264604884489</c:v>
                </c:pt>
                <c:pt idx="1119">
                  <c:v>0.20197490788263339</c:v>
                </c:pt>
                <c:pt idx="1120">
                  <c:v>0.21059791665050287</c:v>
                </c:pt>
                <c:pt idx="1121">
                  <c:v>0.20803444364425805</c:v>
                </c:pt>
                <c:pt idx="1122">
                  <c:v>0.19014302913025682</c:v>
                </c:pt>
                <c:pt idx="1123">
                  <c:v>0.20735026703059867</c:v>
                </c:pt>
                <c:pt idx="1124">
                  <c:v>0.19695643635190269</c:v>
                </c:pt>
                <c:pt idx="1125">
                  <c:v>0.2051016510691008</c:v>
                </c:pt>
                <c:pt idx="1126">
                  <c:v>0.21461271852933866</c:v>
                </c:pt>
                <c:pt idx="1127">
                  <c:v>0.20808264218476019</c:v>
                </c:pt>
                <c:pt idx="1128">
                  <c:v>0.21852789411359738</c:v>
                </c:pt>
                <c:pt idx="1129">
                  <c:v>0.22368897687328615</c:v>
                </c:pt>
                <c:pt idx="1130">
                  <c:v>0.23451666359472406</c:v>
                </c:pt>
                <c:pt idx="1131">
                  <c:v>0.2452906540254591</c:v>
                </c:pt>
                <c:pt idx="1132">
                  <c:v>0.24789879345412241</c:v>
                </c:pt>
                <c:pt idx="1133">
                  <c:v>0.24711925564192122</c:v>
                </c:pt>
                <c:pt idx="1134">
                  <c:v>0.23650363457829549</c:v>
                </c:pt>
                <c:pt idx="1135">
                  <c:v>0.24009219649786809</c:v>
                </c:pt>
                <c:pt idx="1136">
                  <c:v>0.26358681134642059</c:v>
                </c:pt>
                <c:pt idx="1137">
                  <c:v>0.2331174600820991</c:v>
                </c:pt>
                <c:pt idx="1138">
                  <c:v>0.24870499735483476</c:v>
                </c:pt>
                <c:pt idx="1139">
                  <c:v>0.23784889820646052</c:v>
                </c:pt>
                <c:pt idx="1140">
                  <c:v>0.23649218546459833</c:v>
                </c:pt>
                <c:pt idx="1141">
                  <c:v>0.22929253940876357</c:v>
                </c:pt>
                <c:pt idx="1142">
                  <c:v>0.2381617379857065</c:v>
                </c:pt>
                <c:pt idx="1143">
                  <c:v>0.22908011388008004</c:v>
                </c:pt>
                <c:pt idx="1144">
                  <c:v>0.21674374792921419</c:v>
                </c:pt>
                <c:pt idx="1145">
                  <c:v>0.20543228507614014</c:v>
                </c:pt>
                <c:pt idx="1146">
                  <c:v>0.22531568723721107</c:v>
                </c:pt>
                <c:pt idx="1147">
                  <c:v>0.22374889613113205</c:v>
                </c:pt>
                <c:pt idx="1148">
                  <c:v>0.25803855213053095</c:v>
                </c:pt>
                <c:pt idx="1149">
                  <c:v>0.27215398992393858</c:v>
                </c:pt>
                <c:pt idx="1150">
                  <c:v>0.2660924327530414</c:v>
                </c:pt>
                <c:pt idx="1151">
                  <c:v>0.26866430925850993</c:v>
                </c:pt>
                <c:pt idx="1152">
                  <c:v>0.29045602061806775</c:v>
                </c:pt>
                <c:pt idx="1153">
                  <c:v>0.2784519855000927</c:v>
                </c:pt>
                <c:pt idx="1154">
                  <c:v>0.29667319769293421</c:v>
                </c:pt>
                <c:pt idx="1155">
                  <c:v>0.3195130303431703</c:v>
                </c:pt>
                <c:pt idx="1156">
                  <c:v>0.32463588142115823</c:v>
                </c:pt>
                <c:pt idx="1157">
                  <c:v>0.31870844794560527</c:v>
                </c:pt>
                <c:pt idx="1158">
                  <c:v>0.30690174570038192</c:v>
                </c:pt>
                <c:pt idx="1159">
                  <c:v>0.2989844857289356</c:v>
                </c:pt>
                <c:pt idx="1160">
                  <c:v>0.29244913180218068</c:v>
                </c:pt>
                <c:pt idx="1161">
                  <c:v>0.29796945761521854</c:v>
                </c:pt>
                <c:pt idx="1162">
                  <c:v>0.30053400330421104</c:v>
                </c:pt>
                <c:pt idx="1163">
                  <c:v>0.28630090600307501</c:v>
                </c:pt>
                <c:pt idx="1164">
                  <c:v>0.27751942245065742</c:v>
                </c:pt>
                <c:pt idx="1165">
                  <c:v>0.26543043746613676</c:v>
                </c:pt>
                <c:pt idx="1166">
                  <c:v>0.27316924450059094</c:v>
                </c:pt>
                <c:pt idx="1167">
                  <c:v>0.26261502542461057</c:v>
                </c:pt>
                <c:pt idx="1168">
                  <c:v>0.27671511310144714</c:v>
                </c:pt>
                <c:pt idx="1169">
                  <c:v>0.2736964561180758</c:v>
                </c:pt>
                <c:pt idx="1170">
                  <c:v>0.25778928466271167</c:v>
                </c:pt>
                <c:pt idx="1171">
                  <c:v>0.26291335846344777</c:v>
                </c:pt>
                <c:pt idx="1172">
                  <c:v>0.24333705110113482</c:v>
                </c:pt>
                <c:pt idx="1173">
                  <c:v>0.24028569257656288</c:v>
                </c:pt>
                <c:pt idx="1174">
                  <c:v>0.24759263810011845</c:v>
                </c:pt>
                <c:pt idx="1175">
                  <c:v>0.24597755331747273</c:v>
                </c:pt>
                <c:pt idx="1176">
                  <c:v>0.25255771035595503</c:v>
                </c:pt>
                <c:pt idx="1177">
                  <c:v>0.256178897793227</c:v>
                </c:pt>
                <c:pt idx="1178">
                  <c:v>0.26606577626033134</c:v>
                </c:pt>
                <c:pt idx="1179">
                  <c:v>0.24432213857975552</c:v>
                </c:pt>
                <c:pt idx="1180">
                  <c:v>0.24660185759730269</c:v>
                </c:pt>
                <c:pt idx="1181">
                  <c:v>0.24921470753139474</c:v>
                </c:pt>
                <c:pt idx="1182">
                  <c:v>0.22742999427456045</c:v>
                </c:pt>
                <c:pt idx="1183">
                  <c:v>0.215278934767831</c:v>
                </c:pt>
                <c:pt idx="1184">
                  <c:v>0.20410916443460919</c:v>
                </c:pt>
                <c:pt idx="1185">
                  <c:v>0.21457136744246039</c:v>
                </c:pt>
                <c:pt idx="1186">
                  <c:v>0.21579521299739657</c:v>
                </c:pt>
                <c:pt idx="1187">
                  <c:v>0.21132970596949149</c:v>
                </c:pt>
                <c:pt idx="1188">
                  <c:v>0.18274843252317202</c:v>
                </c:pt>
                <c:pt idx="1189">
                  <c:v>0.17998659660459768</c:v>
                </c:pt>
                <c:pt idx="1190">
                  <c:v>0.18298086157287308</c:v>
                </c:pt>
                <c:pt idx="1191">
                  <c:v>0.18676072070482197</c:v>
                </c:pt>
                <c:pt idx="1192">
                  <c:v>0.20193054808135963</c:v>
                </c:pt>
                <c:pt idx="1193">
                  <c:v>0.19518370625460879</c:v>
                </c:pt>
                <c:pt idx="1194">
                  <c:v>0.20310135762958684</c:v>
                </c:pt>
                <c:pt idx="1195">
                  <c:v>0.20791681351673041</c:v>
                </c:pt>
                <c:pt idx="1196">
                  <c:v>0.21996923923372447</c:v>
                </c:pt>
                <c:pt idx="1197">
                  <c:v>0.22621876036162655</c:v>
                </c:pt>
                <c:pt idx="1198">
                  <c:v>0.22270430366577351</c:v>
                </c:pt>
                <c:pt idx="1199">
                  <c:v>0.21107742934425627</c:v>
                </c:pt>
                <c:pt idx="1200">
                  <c:v>0.22327671839247529</c:v>
                </c:pt>
                <c:pt idx="1201">
                  <c:v>0.22242081250122944</c:v>
                </c:pt>
                <c:pt idx="1202">
                  <c:v>0.23158863479864078</c:v>
                </c:pt>
                <c:pt idx="1203">
                  <c:v>0.23462955695758098</c:v>
                </c:pt>
                <c:pt idx="1204">
                  <c:v>0.23611825606598097</c:v>
                </c:pt>
                <c:pt idx="1205">
                  <c:v>0.25603517936532205</c:v>
                </c:pt>
                <c:pt idx="1206">
                  <c:v>0.24273769767478931</c:v>
                </c:pt>
                <c:pt idx="1207">
                  <c:v>0.25218134679462983</c:v>
                </c:pt>
                <c:pt idx="1208">
                  <c:v>0.25831317507722196</c:v>
                </c:pt>
                <c:pt idx="1209">
                  <c:v>0.26959218557030495</c:v>
                </c:pt>
                <c:pt idx="1210">
                  <c:v>0.26486076320929852</c:v>
                </c:pt>
                <c:pt idx="1211">
                  <c:v>0.24572913062421389</c:v>
                </c:pt>
                <c:pt idx="1212">
                  <c:v>0.23145984959135293</c:v>
                </c:pt>
                <c:pt idx="1213">
                  <c:v>0.22579730327702266</c:v>
                </c:pt>
                <c:pt idx="1214">
                  <c:v>0.23354276910430929</c:v>
                </c:pt>
                <c:pt idx="1215">
                  <c:v>0.25247712106757625</c:v>
                </c:pt>
                <c:pt idx="1216">
                  <c:v>0.28664235795299381</c:v>
                </c:pt>
                <c:pt idx="1217">
                  <c:v>0.27539779846004264</c:v>
                </c:pt>
                <c:pt idx="1218">
                  <c:v>0.27870410928983641</c:v>
                </c:pt>
                <c:pt idx="1219">
                  <c:v>0.29224398284952463</c:v>
                </c:pt>
                <c:pt idx="1220">
                  <c:v>0.31035416468330673</c:v>
                </c:pt>
                <c:pt idx="1221">
                  <c:v>0.32930297329750363</c:v>
                </c:pt>
                <c:pt idx="1222">
                  <c:v>0.34964346146824615</c:v>
                </c:pt>
                <c:pt idx="1223">
                  <c:v>0.34494722251777687</c:v>
                </c:pt>
                <c:pt idx="1224">
                  <c:v>0.35373286818126409</c:v>
                </c:pt>
                <c:pt idx="1225">
                  <c:v>0.38306712923235675</c:v>
                </c:pt>
                <c:pt idx="1226">
                  <c:v>0.37495669694413503</c:v>
                </c:pt>
                <c:pt idx="1227">
                  <c:v>0.364078624375275</c:v>
                </c:pt>
                <c:pt idx="1228">
                  <c:v>0.36918991884271579</c:v>
                </c:pt>
                <c:pt idx="1229">
                  <c:v>0.37763878179282923</c:v>
                </c:pt>
                <c:pt idx="1230">
                  <c:v>0.35402478487027716</c:v>
                </c:pt>
                <c:pt idx="1231">
                  <c:v>0.34631685123442324</c:v>
                </c:pt>
                <c:pt idx="1232">
                  <c:v>0.3544199058769319</c:v>
                </c:pt>
                <c:pt idx="1233">
                  <c:v>0.30624729761109709</c:v>
                </c:pt>
                <c:pt idx="1234">
                  <c:v>0.29094453802966191</c:v>
                </c:pt>
                <c:pt idx="1235">
                  <c:v>0.27288556968399819</c:v>
                </c:pt>
                <c:pt idx="1236">
                  <c:v>0.24864588483336528</c:v>
                </c:pt>
                <c:pt idx="1237">
                  <c:v>0.24241893659618172</c:v>
                </c:pt>
                <c:pt idx="1238">
                  <c:v>0.25247642921016783</c:v>
                </c:pt>
                <c:pt idx="1239">
                  <c:v>0.24740948566383603</c:v>
                </c:pt>
                <c:pt idx="1240">
                  <c:v>0.24046139942408487</c:v>
                </c:pt>
                <c:pt idx="1241">
                  <c:v>0.22854181492330192</c:v>
                </c:pt>
                <c:pt idx="1242">
                  <c:v>0.2226395144783401</c:v>
                </c:pt>
                <c:pt idx="1243">
                  <c:v>0.20860553220672354</c:v>
                </c:pt>
                <c:pt idx="1244">
                  <c:v>0.18056580677378301</c:v>
                </c:pt>
                <c:pt idx="1245">
                  <c:v>0.16817337093166848</c:v>
                </c:pt>
                <c:pt idx="1246">
                  <c:v>0.16276533866723661</c:v>
                </c:pt>
                <c:pt idx="1247">
                  <c:v>0.17361814735348247</c:v>
                </c:pt>
                <c:pt idx="1248">
                  <c:v>0.18706281392836632</c:v>
                </c:pt>
                <c:pt idx="1249">
                  <c:v>0.21654580589023778</c:v>
                </c:pt>
                <c:pt idx="1250">
                  <c:v>0.23750332848204139</c:v>
                </c:pt>
                <c:pt idx="1251">
                  <c:v>0.27138650746086723</c:v>
                </c:pt>
                <c:pt idx="1252">
                  <c:v>0.28702342357403521</c:v>
                </c:pt>
                <c:pt idx="1253">
                  <c:v>0.31816899624126938</c:v>
                </c:pt>
                <c:pt idx="1254">
                  <c:v>0.32191144557569618</c:v>
                </c:pt>
                <c:pt idx="1255">
                  <c:v>0.31923808143378862</c:v>
                </c:pt>
                <c:pt idx="1256">
                  <c:v>0.28389074894434824</c:v>
                </c:pt>
                <c:pt idx="1257">
                  <c:v>0.24532650245764923</c:v>
                </c:pt>
                <c:pt idx="1258">
                  <c:v>0.2343623614130658</c:v>
                </c:pt>
                <c:pt idx="1259">
                  <c:v>0.24002483753418663</c:v>
                </c:pt>
                <c:pt idx="1260">
                  <c:v>0.22663139847494576</c:v>
                </c:pt>
                <c:pt idx="1261">
                  <c:v>0.22696505419328425</c:v>
                </c:pt>
                <c:pt idx="1262">
                  <c:v>0.22679171285977925</c:v>
                </c:pt>
                <c:pt idx="1263">
                  <c:v>0.21651677278430118</c:v>
                </c:pt>
                <c:pt idx="1264">
                  <c:v>0.21398371147563314</c:v>
                </c:pt>
                <c:pt idx="1265">
                  <c:v>0.22009887479585705</c:v>
                </c:pt>
                <c:pt idx="1266">
                  <c:v>0.21327315083958823</c:v>
                </c:pt>
                <c:pt idx="1267">
                  <c:v>0.22029714291686422</c:v>
                </c:pt>
                <c:pt idx="1268">
                  <c:v>0.22679491254858478</c:v>
                </c:pt>
                <c:pt idx="1269">
                  <c:v>0.2091213352286021</c:v>
                </c:pt>
                <c:pt idx="1270">
                  <c:v>0.217823277427204</c:v>
                </c:pt>
                <c:pt idx="1271">
                  <c:v>0.19859805278783627</c:v>
                </c:pt>
                <c:pt idx="1272">
                  <c:v>0.21017086885485914</c:v>
                </c:pt>
                <c:pt idx="1273">
                  <c:v>0.23152938171093529</c:v>
                </c:pt>
                <c:pt idx="1274">
                  <c:v>0.23414801218751824</c:v>
                </c:pt>
                <c:pt idx="1275">
                  <c:v>0.24146032331370976</c:v>
                </c:pt>
                <c:pt idx="1276">
                  <c:v>0.22546713707414742</c:v>
                </c:pt>
                <c:pt idx="1277">
                  <c:v>0.23345805720505117</c:v>
                </c:pt>
                <c:pt idx="1278">
                  <c:v>0.22948750178405328</c:v>
                </c:pt>
                <c:pt idx="1279">
                  <c:v>0.23647715982395417</c:v>
                </c:pt>
                <c:pt idx="1280">
                  <c:v>0.13519155336388167</c:v>
                </c:pt>
                <c:pt idx="1281">
                  <c:v>0.18884832604264698</c:v>
                </c:pt>
                <c:pt idx="1282">
                  <c:v>0.20952781346316354</c:v>
                </c:pt>
                <c:pt idx="1283">
                  <c:v>0.20303857262994576</c:v>
                </c:pt>
                <c:pt idx="1284">
                  <c:v>0.20846895231771204</c:v>
                </c:pt>
                <c:pt idx="1285">
                  <c:v>0.19715239763372946</c:v>
                </c:pt>
                <c:pt idx="1286">
                  <c:v>0.20339845372837256</c:v>
                </c:pt>
                <c:pt idx="1287">
                  <c:v>0.2151040062554691</c:v>
                </c:pt>
                <c:pt idx="1288">
                  <c:v>0.2108384123633476</c:v>
                </c:pt>
                <c:pt idx="1289">
                  <c:v>0.2044232364689646</c:v>
                </c:pt>
                <c:pt idx="1290">
                  <c:v>0.197607886699257</c:v>
                </c:pt>
                <c:pt idx="1291">
                  <c:v>0.20495455516043226</c:v>
                </c:pt>
                <c:pt idx="1292">
                  <c:v>0.21383838409020775</c:v>
                </c:pt>
                <c:pt idx="1293">
                  <c:v>0.23687274161673372</c:v>
                </c:pt>
                <c:pt idx="1294">
                  <c:v>0.256712330000962</c:v>
                </c:pt>
                <c:pt idx="1295">
                  <c:v>0.25177025511237877</c:v>
                </c:pt>
                <c:pt idx="1296">
                  <c:v>0.23799989936821628</c:v>
                </c:pt>
                <c:pt idx="1297">
                  <c:v>0.24468831251795994</c:v>
                </c:pt>
                <c:pt idx="1298">
                  <c:v>0.24114442707768952</c:v>
                </c:pt>
                <c:pt idx="1299">
                  <c:v>0.23664518691398811</c:v>
                </c:pt>
                <c:pt idx="1300">
                  <c:v>0.24057362621654449</c:v>
                </c:pt>
                <c:pt idx="1301">
                  <c:v>0.22353586725899732</c:v>
                </c:pt>
                <c:pt idx="1302">
                  <c:v>0.21152573625539828</c:v>
                </c:pt>
                <c:pt idx="1303">
                  <c:v>0.22023843843182669</c:v>
                </c:pt>
                <c:pt idx="1304">
                  <c:v>0.25521625817911414</c:v>
                </c:pt>
                <c:pt idx="1305">
                  <c:v>0.23353440372629233</c:v>
                </c:pt>
                <c:pt idx="1306">
                  <c:v>0.22263069423148785</c:v>
                </c:pt>
                <c:pt idx="1307">
                  <c:v>0.21897361133067123</c:v>
                </c:pt>
                <c:pt idx="1308">
                  <c:v>0.21011852541294448</c:v>
                </c:pt>
                <c:pt idx="1309">
                  <c:v>0.21243501699275186</c:v>
                </c:pt>
                <c:pt idx="1310">
                  <c:v>0.23443422837304334</c:v>
                </c:pt>
                <c:pt idx="1311">
                  <c:v>0.21073530042208405</c:v>
                </c:pt>
                <c:pt idx="1312">
                  <c:v>0.18948281981077902</c:v>
                </c:pt>
                <c:pt idx="1313">
                  <c:v>0.17419466343995166</c:v>
                </c:pt>
                <c:pt idx="1314">
                  <c:v>0.16760226305679765</c:v>
                </c:pt>
                <c:pt idx="1315">
                  <c:v>0.15581387481026007</c:v>
                </c:pt>
                <c:pt idx="1316">
                  <c:v>0.16085332548276679</c:v>
                </c:pt>
                <c:pt idx="1317">
                  <c:v>0.18050050864052442</c:v>
                </c:pt>
                <c:pt idx="1318">
                  <c:v>0.18749290628941265</c:v>
                </c:pt>
                <c:pt idx="1319">
                  <c:v>0.18829830337753278</c:v>
                </c:pt>
                <c:pt idx="1320">
                  <c:v>0.17632124373064947</c:v>
                </c:pt>
                <c:pt idx="1321">
                  <c:v>0.1743556714388875</c:v>
                </c:pt>
                <c:pt idx="1322">
                  <c:v>0.16366729837352181</c:v>
                </c:pt>
                <c:pt idx="1323">
                  <c:v>0.16630098449395203</c:v>
                </c:pt>
                <c:pt idx="1324">
                  <c:v>0.15824042736626853</c:v>
                </c:pt>
                <c:pt idx="1325">
                  <c:v>0.15910023198908979</c:v>
                </c:pt>
                <c:pt idx="1326">
                  <c:v>0.15330442390203819</c:v>
                </c:pt>
                <c:pt idx="1327">
                  <c:v>0.15835882107902646</c:v>
                </c:pt>
                <c:pt idx="1328">
                  <c:v>0.15808897549487258</c:v>
                </c:pt>
                <c:pt idx="1329">
                  <c:v>0.17588248911864895</c:v>
                </c:pt>
                <c:pt idx="1330">
                  <c:v>0.19261076947606476</c:v>
                </c:pt>
                <c:pt idx="1331">
                  <c:v>0.18847590121406219</c:v>
                </c:pt>
                <c:pt idx="1332">
                  <c:v>0.15631587857129306</c:v>
                </c:pt>
                <c:pt idx="1333">
                  <c:v>0.14832360752103049</c:v>
                </c:pt>
                <c:pt idx="1334">
                  <c:v>0.14400913049828332</c:v>
                </c:pt>
                <c:pt idx="1335">
                  <c:v>0.13763035873515525</c:v>
                </c:pt>
                <c:pt idx="1336">
                  <c:v>0.14288418460751554</c:v>
                </c:pt>
                <c:pt idx="1337">
                  <c:v>0.12917198088817089</c:v>
                </c:pt>
                <c:pt idx="1338">
                  <c:v>0.14834530449202685</c:v>
                </c:pt>
                <c:pt idx="1339">
                  <c:v>0.15057886490575134</c:v>
                </c:pt>
                <c:pt idx="1340">
                  <c:v>0.15430842040320072</c:v>
                </c:pt>
                <c:pt idx="1341">
                  <c:v>0.16360181290485357</c:v>
                </c:pt>
                <c:pt idx="1342">
                  <c:v>0.17224455044935544</c:v>
                </c:pt>
                <c:pt idx="1343">
                  <c:v>0.17094780626727371</c:v>
                </c:pt>
                <c:pt idx="1344">
                  <c:v>0.17302550073593362</c:v>
                </c:pt>
                <c:pt idx="1345">
                  <c:v>0.17674991611587157</c:v>
                </c:pt>
                <c:pt idx="1346">
                  <c:v>0.18010461724046242</c:v>
                </c:pt>
                <c:pt idx="1347">
                  <c:v>0.18113266717437124</c:v>
                </c:pt>
                <c:pt idx="1348">
                  <c:v>0.18345241539654911</c:v>
                </c:pt>
                <c:pt idx="1349">
                  <c:v>0.1906550331474095</c:v>
                </c:pt>
                <c:pt idx="1350">
                  <c:v>0.1908035705506507</c:v>
                </c:pt>
                <c:pt idx="1351">
                  <c:v>0.19092798923823984</c:v>
                </c:pt>
                <c:pt idx="1352">
                  <c:v>0.18099696117232392</c:v>
                </c:pt>
                <c:pt idx="1353">
                  <c:v>0.18277702381175945</c:v>
                </c:pt>
                <c:pt idx="1354">
                  <c:v>0.15664784598212272</c:v>
                </c:pt>
                <c:pt idx="1355">
                  <c:v>0.13169887718486425</c:v>
                </c:pt>
                <c:pt idx="1356">
                  <c:v>0.10675059365704037</c:v>
                </c:pt>
                <c:pt idx="1357">
                  <c:v>9.0869550106902106E-2</c:v>
                </c:pt>
                <c:pt idx="1358">
                  <c:v>7.9002737575381385E-2</c:v>
                </c:pt>
                <c:pt idx="1359">
                  <c:v>0.12211036704657913</c:v>
                </c:pt>
                <c:pt idx="1360">
                  <c:v>0.15510967358498592</c:v>
                </c:pt>
                <c:pt idx="1361">
                  <c:v>0.15110251875674652</c:v>
                </c:pt>
                <c:pt idx="1362">
                  <c:v>0.14584397987893666</c:v>
                </c:pt>
                <c:pt idx="1363">
                  <c:v>0.14602108675701062</c:v>
                </c:pt>
                <c:pt idx="1364">
                  <c:v>0.13809271474243992</c:v>
                </c:pt>
                <c:pt idx="1365">
                  <c:v>0.14730575675101787</c:v>
                </c:pt>
                <c:pt idx="1366">
                  <c:v>0.15094979338809353</c:v>
                </c:pt>
                <c:pt idx="1367">
                  <c:v>0.15713605236202577</c:v>
                </c:pt>
                <c:pt idx="1368">
                  <c:v>0.15798247929384521</c:v>
                </c:pt>
                <c:pt idx="1369">
                  <c:v>0.14370865733953825</c:v>
                </c:pt>
                <c:pt idx="1370">
                  <c:v>0.14615743080839763</c:v>
                </c:pt>
                <c:pt idx="1371">
                  <c:v>0.14568632425905598</c:v>
                </c:pt>
                <c:pt idx="1372">
                  <c:v>0.13322175536292252</c:v>
                </c:pt>
                <c:pt idx="1373">
                  <c:v>0.13627419802669102</c:v>
                </c:pt>
                <c:pt idx="1374">
                  <c:v>0.14813157392263618</c:v>
                </c:pt>
                <c:pt idx="1375">
                  <c:v>0.14391478836640784</c:v>
                </c:pt>
                <c:pt idx="1376">
                  <c:v>0.1490386897845235</c:v>
                </c:pt>
                <c:pt idx="1377">
                  <c:v>0.13185087683130906</c:v>
                </c:pt>
                <c:pt idx="1378">
                  <c:v>0.14432697501390951</c:v>
                </c:pt>
                <c:pt idx="1379">
                  <c:v>0.16280454917194229</c:v>
                </c:pt>
                <c:pt idx="1380">
                  <c:v>0.14964284660167432</c:v>
                </c:pt>
                <c:pt idx="1381">
                  <c:v>0.13876281649506442</c:v>
                </c:pt>
                <c:pt idx="1382">
                  <c:v>0.15264713262631285</c:v>
                </c:pt>
                <c:pt idx="1383">
                  <c:v>0.16092883949271833</c:v>
                </c:pt>
                <c:pt idx="1384">
                  <c:v>0.1345081917570069</c:v>
                </c:pt>
                <c:pt idx="1385">
                  <c:v>0.1666176765546076</c:v>
                </c:pt>
                <c:pt idx="1386">
                  <c:v>0.14489672135273204</c:v>
                </c:pt>
                <c:pt idx="1387">
                  <c:v>0.15458330235562437</c:v>
                </c:pt>
                <c:pt idx="1388">
                  <c:v>0.14152107445564988</c:v>
                </c:pt>
                <c:pt idx="1389">
                  <c:v>0.1390194066794706</c:v>
                </c:pt>
                <c:pt idx="1390">
                  <c:v>0.14070658976973321</c:v>
                </c:pt>
                <c:pt idx="1391">
                  <c:v>0.1442825272902527</c:v>
                </c:pt>
                <c:pt idx="1392">
                  <c:v>0.14613538662531977</c:v>
                </c:pt>
                <c:pt idx="1393">
                  <c:v>0.15122110268684005</c:v>
                </c:pt>
                <c:pt idx="1394">
                  <c:v>0.15544680688167323</c:v>
                </c:pt>
                <c:pt idx="1395">
                  <c:v>0.15913837168689679</c:v>
                </c:pt>
                <c:pt idx="1396">
                  <c:v>0.15941501394602392</c:v>
                </c:pt>
                <c:pt idx="1397">
                  <c:v>0.1551941597182098</c:v>
                </c:pt>
                <c:pt idx="1398">
                  <c:v>0.14968517269530401</c:v>
                </c:pt>
                <c:pt idx="1399">
                  <c:v>0.15773266324467813</c:v>
                </c:pt>
                <c:pt idx="1400">
                  <c:v>0.1486905409854101</c:v>
                </c:pt>
                <c:pt idx="1401">
                  <c:v>0.1434433479982648</c:v>
                </c:pt>
                <c:pt idx="1402">
                  <c:v>0.12973487116354412</c:v>
                </c:pt>
                <c:pt idx="1403">
                  <c:v>0.14141906893601486</c:v>
                </c:pt>
                <c:pt idx="1404">
                  <c:v>0.12634338142785803</c:v>
                </c:pt>
                <c:pt idx="1405">
                  <c:v>0.14614118018349628</c:v>
                </c:pt>
                <c:pt idx="1406">
                  <c:v>0.16340455759463671</c:v>
                </c:pt>
                <c:pt idx="1407">
                  <c:v>0.16842135670903832</c:v>
                </c:pt>
                <c:pt idx="1408">
                  <c:v>0.18124369250808722</c:v>
                </c:pt>
                <c:pt idx="1409">
                  <c:v>0.1834300365692339</c:v>
                </c:pt>
                <c:pt idx="1410">
                  <c:v>0.17573244100977675</c:v>
                </c:pt>
                <c:pt idx="1411">
                  <c:v>0.18936401219109422</c:v>
                </c:pt>
                <c:pt idx="1412">
                  <c:v>0.21352097361086397</c:v>
                </c:pt>
                <c:pt idx="1413">
                  <c:v>0.22356802148037136</c:v>
                </c:pt>
                <c:pt idx="1414">
                  <c:v>0.22631542194732251</c:v>
                </c:pt>
                <c:pt idx="1415">
                  <c:v>0.2255356646765527</c:v>
                </c:pt>
                <c:pt idx="1416">
                  <c:v>0.23371285301565992</c:v>
                </c:pt>
                <c:pt idx="1417">
                  <c:v>0.24781367505842811</c:v>
                </c:pt>
                <c:pt idx="1418">
                  <c:v>0.25818755938444393</c:v>
                </c:pt>
                <c:pt idx="1419">
                  <c:v>0.25931878410274078</c:v>
                </c:pt>
                <c:pt idx="1420">
                  <c:v>0.2644469791164864</c:v>
                </c:pt>
                <c:pt idx="1421">
                  <c:v>0.26708903225782626</c:v>
                </c:pt>
                <c:pt idx="1422">
                  <c:v>0.26750255634953429</c:v>
                </c:pt>
                <c:pt idx="1423">
                  <c:v>0.27147256712291573</c:v>
                </c:pt>
                <c:pt idx="1424">
                  <c:v>0.27407225762294513</c:v>
                </c:pt>
                <c:pt idx="1425">
                  <c:v>0.27416139296478315</c:v>
                </c:pt>
                <c:pt idx="1426">
                  <c:v>0.28054591673947354</c:v>
                </c:pt>
                <c:pt idx="1427">
                  <c:v>0.28181895194692158</c:v>
                </c:pt>
                <c:pt idx="1428">
                  <c:v>0.26249018440201666</c:v>
                </c:pt>
                <c:pt idx="1429">
                  <c:v>0.25893522946681485</c:v>
                </c:pt>
                <c:pt idx="1430">
                  <c:v>0.25479455441211912</c:v>
                </c:pt>
                <c:pt idx="1431">
                  <c:v>0.23598978040014665</c:v>
                </c:pt>
                <c:pt idx="1432">
                  <c:v>0.22996838593491531</c:v>
                </c:pt>
                <c:pt idx="1433">
                  <c:v>0.19845813621592132</c:v>
                </c:pt>
                <c:pt idx="1434">
                  <c:v>0.20704913430734009</c:v>
                </c:pt>
                <c:pt idx="1435">
                  <c:v>0.20507035234758189</c:v>
                </c:pt>
                <c:pt idx="1436">
                  <c:v>0.20254707145770995</c:v>
                </c:pt>
                <c:pt idx="1437">
                  <c:v>0.19906274173100794</c:v>
                </c:pt>
                <c:pt idx="1438">
                  <c:v>0.1964097144622691</c:v>
                </c:pt>
                <c:pt idx="1439">
                  <c:v>0.20734978774003782</c:v>
                </c:pt>
                <c:pt idx="1440">
                  <c:v>0.20645078395904709</c:v>
                </c:pt>
                <c:pt idx="1441">
                  <c:v>0.20508172540007849</c:v>
                </c:pt>
                <c:pt idx="1442">
                  <c:v>0.21323229328809273</c:v>
                </c:pt>
                <c:pt idx="1443">
                  <c:v>0.21701969662079038</c:v>
                </c:pt>
                <c:pt idx="1444">
                  <c:v>0.21534702315485887</c:v>
                </c:pt>
                <c:pt idx="1445">
                  <c:v>0.20640993771547339</c:v>
                </c:pt>
                <c:pt idx="1446">
                  <c:v>0.20109006795933568</c:v>
                </c:pt>
                <c:pt idx="1447">
                  <c:v>0.18722637066617875</c:v>
                </c:pt>
                <c:pt idx="1448">
                  <c:v>0.181993443100294</c:v>
                </c:pt>
                <c:pt idx="1449">
                  <c:v>0.17675811317388959</c:v>
                </c:pt>
                <c:pt idx="1450">
                  <c:v>0.16413908275739364</c:v>
                </c:pt>
                <c:pt idx="1451">
                  <c:v>0.17433443119359704</c:v>
                </c:pt>
                <c:pt idx="1452">
                  <c:v>0.17110177916915717</c:v>
                </c:pt>
                <c:pt idx="1453">
                  <c:v>0.16812606228501184</c:v>
                </c:pt>
                <c:pt idx="1454">
                  <c:v>0.14464609956296179</c:v>
                </c:pt>
                <c:pt idx="1455">
                  <c:v>0.14356647392046348</c:v>
                </c:pt>
                <c:pt idx="1456">
                  <c:v>0.11990222830565625</c:v>
                </c:pt>
                <c:pt idx="1457">
                  <c:v>8.535339020523465E-2</c:v>
                </c:pt>
                <c:pt idx="1458">
                  <c:v>0.1040277335638265</c:v>
                </c:pt>
                <c:pt idx="1459">
                  <c:v>0.13248708239085635</c:v>
                </c:pt>
                <c:pt idx="1460">
                  <c:v>0.14503998984461436</c:v>
                </c:pt>
                <c:pt idx="1461">
                  <c:v>0.15574186158087153</c:v>
                </c:pt>
                <c:pt idx="1462">
                  <c:v>0.15414969101533102</c:v>
                </c:pt>
                <c:pt idx="1463">
                  <c:v>0.17400021948009653</c:v>
                </c:pt>
                <c:pt idx="1464">
                  <c:v>0.16764653209257305</c:v>
                </c:pt>
                <c:pt idx="1465">
                  <c:v>0.17289073326107854</c:v>
                </c:pt>
                <c:pt idx="1466">
                  <c:v>0.19938203175629188</c:v>
                </c:pt>
                <c:pt idx="1467">
                  <c:v>0.21169047107476824</c:v>
                </c:pt>
                <c:pt idx="1468">
                  <c:v>0.21942061460040624</c:v>
                </c:pt>
                <c:pt idx="1469">
                  <c:v>0.2182562488751455</c:v>
                </c:pt>
                <c:pt idx="1470">
                  <c:v>0.22140825392279639</c:v>
                </c:pt>
                <c:pt idx="1471">
                  <c:v>0.26542940088576816</c:v>
                </c:pt>
                <c:pt idx="1472">
                  <c:v>0.39214615839988076</c:v>
                </c:pt>
                <c:pt idx="1473">
                  <c:v>0.37698128026491878</c:v>
                </c:pt>
                <c:pt idx="1474">
                  <c:v>0.36121585875115908</c:v>
                </c:pt>
                <c:pt idx="1475">
                  <c:v>0.31033872651700378</c:v>
                </c:pt>
                <c:pt idx="1476">
                  <c:v>0.30935355562103395</c:v>
                </c:pt>
                <c:pt idx="1477">
                  <c:v>0.33307047847401017</c:v>
                </c:pt>
                <c:pt idx="1478">
                  <c:v>0.32626910356875199</c:v>
                </c:pt>
                <c:pt idx="1479">
                  <c:v>0.34196674909036584</c:v>
                </c:pt>
                <c:pt idx="1480">
                  <c:v>0.35827443247047719</c:v>
                </c:pt>
                <c:pt idx="1481">
                  <c:v>0.36955361679709792</c:v>
                </c:pt>
                <c:pt idx="1482">
                  <c:v>0.37943689143250603</c:v>
                </c:pt>
                <c:pt idx="1483">
                  <c:v>0.38922796600421072</c:v>
                </c:pt>
                <c:pt idx="1484">
                  <c:v>0.39417268109799625</c:v>
                </c:pt>
                <c:pt idx="1485">
                  <c:v>0.40790367915589193</c:v>
                </c:pt>
                <c:pt idx="1486">
                  <c:v>0.40659056079014705</c:v>
                </c:pt>
                <c:pt idx="1487">
                  <c:v>0.41121575901310992</c:v>
                </c:pt>
                <c:pt idx="1488">
                  <c:v>0.42469622040028221</c:v>
                </c:pt>
                <c:pt idx="1489">
                  <c:v>0.41725631146133529</c:v>
                </c:pt>
                <c:pt idx="1490">
                  <c:v>0.42642338923655637</c:v>
                </c:pt>
                <c:pt idx="1491">
                  <c:v>0.42905210624203827</c:v>
                </c:pt>
                <c:pt idx="1492">
                  <c:v>0.43869687516297723</c:v>
                </c:pt>
                <c:pt idx="1493">
                  <c:v>0.44719202494458016</c:v>
                </c:pt>
                <c:pt idx="1494">
                  <c:v>0.45984747161649431</c:v>
                </c:pt>
                <c:pt idx="1495">
                  <c:v>0.45489083332574404</c:v>
                </c:pt>
                <c:pt idx="1496">
                  <c:v>0.42826545738860966</c:v>
                </c:pt>
                <c:pt idx="1497">
                  <c:v>0.40583912392098376</c:v>
                </c:pt>
                <c:pt idx="1498">
                  <c:v>0.38263456663803802</c:v>
                </c:pt>
                <c:pt idx="1499">
                  <c:v>0.33544286966199516</c:v>
                </c:pt>
                <c:pt idx="1500">
                  <c:v>0.32259184881653352</c:v>
                </c:pt>
                <c:pt idx="1501">
                  <c:v>0.30863481072951582</c:v>
                </c:pt>
                <c:pt idx="1502">
                  <c:v>0.31702688146852032</c:v>
                </c:pt>
                <c:pt idx="1503">
                  <c:v>0.31904844894455098</c:v>
                </c:pt>
                <c:pt idx="1504">
                  <c:v>0.2734388802608797</c:v>
                </c:pt>
                <c:pt idx="1505">
                  <c:v>0.16420472465234079</c:v>
                </c:pt>
                <c:pt idx="1506">
                  <c:v>0.16440396214926664</c:v>
                </c:pt>
                <c:pt idx="1507">
                  <c:v>0.17653997569733668</c:v>
                </c:pt>
                <c:pt idx="1508">
                  <c:v>0.16470071365840044</c:v>
                </c:pt>
                <c:pt idx="1509">
                  <c:v>0.15816259386032266</c:v>
                </c:pt>
                <c:pt idx="1510">
                  <c:v>0.15849668582026666</c:v>
                </c:pt>
                <c:pt idx="1511">
                  <c:v>0.155551494273828</c:v>
                </c:pt>
                <c:pt idx="1512">
                  <c:v>0.15607558256649878</c:v>
                </c:pt>
                <c:pt idx="1513">
                  <c:v>0.1525465561246214</c:v>
                </c:pt>
                <c:pt idx="1514">
                  <c:v>0.1532887749679519</c:v>
                </c:pt>
                <c:pt idx="1515">
                  <c:v>0.15028898140492383</c:v>
                </c:pt>
                <c:pt idx="1516">
                  <c:v>0.15165261037199745</c:v>
                </c:pt>
                <c:pt idx="1517">
                  <c:v>0.1473416086184412</c:v>
                </c:pt>
                <c:pt idx="1518">
                  <c:v>0.14623864757476454</c:v>
                </c:pt>
                <c:pt idx="1519">
                  <c:v>0.13377153829808228</c:v>
                </c:pt>
                <c:pt idx="1520">
                  <c:v>0.14763015892231288</c:v>
                </c:pt>
                <c:pt idx="1521">
                  <c:v>0.16050254892220014</c:v>
                </c:pt>
                <c:pt idx="1522">
                  <c:v>0.15549467951760595</c:v>
                </c:pt>
                <c:pt idx="1523">
                  <c:v>0.15216665754091616</c:v>
                </c:pt>
                <c:pt idx="1524">
                  <c:v>0.1426923873015809</c:v>
                </c:pt>
                <c:pt idx="1525">
                  <c:v>0.13143622767597296</c:v>
                </c:pt>
                <c:pt idx="1526">
                  <c:v>0.10980097490944996</c:v>
                </c:pt>
                <c:pt idx="1527">
                  <c:v>0.10342192456620125</c:v>
                </c:pt>
                <c:pt idx="1528">
                  <c:v>9.6980580294173779E-2</c:v>
                </c:pt>
                <c:pt idx="1529">
                  <c:v>0.18244442218327767</c:v>
                </c:pt>
                <c:pt idx="1530">
                  <c:v>0.15285732530327167</c:v>
                </c:pt>
                <c:pt idx="1531">
                  <c:v>0.15904503341382337</c:v>
                </c:pt>
                <c:pt idx="1532">
                  <c:v>0.15516020158114122</c:v>
                </c:pt>
                <c:pt idx="1533">
                  <c:v>0.15561729784342229</c:v>
                </c:pt>
                <c:pt idx="1534">
                  <c:v>0.18103029546438346</c:v>
                </c:pt>
                <c:pt idx="1535">
                  <c:v>0.19426977800412004</c:v>
                </c:pt>
                <c:pt idx="1536">
                  <c:v>0.21706166287587947</c:v>
                </c:pt>
                <c:pt idx="1537">
                  <c:v>0.229322009837399</c:v>
                </c:pt>
                <c:pt idx="1538">
                  <c:v>0.2400697505549142</c:v>
                </c:pt>
                <c:pt idx="1539">
                  <c:v>0.25737546162463792</c:v>
                </c:pt>
                <c:pt idx="1540">
                  <c:v>0.26864237190473422</c:v>
                </c:pt>
                <c:pt idx="1541">
                  <c:v>0.27498507967955416</c:v>
                </c:pt>
                <c:pt idx="1542">
                  <c:v>0.277529152954687</c:v>
                </c:pt>
                <c:pt idx="1543">
                  <c:v>0.29161313554864904</c:v>
                </c:pt>
                <c:pt idx="1544">
                  <c:v>0.27819288861939478</c:v>
                </c:pt>
                <c:pt idx="1545">
                  <c:v>0.25945352412071609</c:v>
                </c:pt>
                <c:pt idx="1546">
                  <c:v>0.24285577208556916</c:v>
                </c:pt>
                <c:pt idx="1547">
                  <c:v>0.22698849925070178</c:v>
                </c:pt>
                <c:pt idx="1548">
                  <c:v>0.24099363029249887</c:v>
                </c:pt>
                <c:pt idx="1549">
                  <c:v>0.23888697026467295</c:v>
                </c:pt>
                <c:pt idx="1550">
                  <c:v>0.23888069696844982</c:v>
                </c:pt>
                <c:pt idx="1551">
                  <c:v>0.24572292841433868</c:v>
                </c:pt>
                <c:pt idx="1552">
                  <c:v>0.24408999056016542</c:v>
                </c:pt>
                <c:pt idx="1553">
                  <c:v>0.24206660092760809</c:v>
                </c:pt>
                <c:pt idx="1554">
                  <c:v>0.23481248965470364</c:v>
                </c:pt>
                <c:pt idx="1555">
                  <c:v>0.22038818863140144</c:v>
                </c:pt>
                <c:pt idx="1556">
                  <c:v>0.21439648570486813</c:v>
                </c:pt>
                <c:pt idx="1557">
                  <c:v>0.21728992342174955</c:v>
                </c:pt>
                <c:pt idx="1558">
                  <c:v>0.21768621874838573</c:v>
                </c:pt>
                <c:pt idx="1559">
                  <c:v>0.21022016095675045</c:v>
                </c:pt>
                <c:pt idx="1560">
                  <c:v>0.2068148119622589</c:v>
                </c:pt>
                <c:pt idx="1561">
                  <c:v>0.21186461395535441</c:v>
                </c:pt>
                <c:pt idx="1562">
                  <c:v>0.20939548722420281</c:v>
                </c:pt>
                <c:pt idx="1563">
                  <c:v>0.20888270413744536</c:v>
                </c:pt>
                <c:pt idx="1564">
                  <c:v>0.21135452862243626</c:v>
                </c:pt>
                <c:pt idx="1565">
                  <c:v>0.21433271213614355</c:v>
                </c:pt>
                <c:pt idx="1566">
                  <c:v>0.37549578004264988</c:v>
                </c:pt>
                <c:pt idx="1567">
                  <c:v>0.40524711645952183</c:v>
                </c:pt>
                <c:pt idx="1568">
                  <c:v>0.36668231818605479</c:v>
                </c:pt>
                <c:pt idx="1569">
                  <c:v>0.32992519169166273</c:v>
                </c:pt>
                <c:pt idx="1570">
                  <c:v>0.27091131997970125</c:v>
                </c:pt>
                <c:pt idx="1571">
                  <c:v>0.23255623056818236</c:v>
                </c:pt>
                <c:pt idx="1572">
                  <c:v>0.20922433569353374</c:v>
                </c:pt>
                <c:pt idx="1573">
                  <c:v>0.21728731258494838</c:v>
                </c:pt>
                <c:pt idx="1574">
                  <c:v>0.22210183073249964</c:v>
                </c:pt>
                <c:pt idx="1575">
                  <c:v>0.211340310270238</c:v>
                </c:pt>
                <c:pt idx="1576">
                  <c:v>0.22818207599406312</c:v>
                </c:pt>
                <c:pt idx="1577">
                  <c:v>0.24406568614721025</c:v>
                </c:pt>
                <c:pt idx="1578">
                  <c:v>0.25393080185868561</c:v>
                </c:pt>
                <c:pt idx="1579">
                  <c:v>0.26221911004389442</c:v>
                </c:pt>
                <c:pt idx="1580">
                  <c:v>0.25870633950865696</c:v>
                </c:pt>
                <c:pt idx="1581">
                  <c:v>0.26468508299455051</c:v>
                </c:pt>
                <c:pt idx="1582">
                  <c:v>0.2709642452711416</c:v>
                </c:pt>
                <c:pt idx="1583">
                  <c:v>0.26971362354459</c:v>
                </c:pt>
                <c:pt idx="1584">
                  <c:v>0.28759197527892355</c:v>
                </c:pt>
                <c:pt idx="1585">
                  <c:v>0.29101745505171434</c:v>
                </c:pt>
                <c:pt idx="1586">
                  <c:v>0.29109992608225271</c:v>
                </c:pt>
                <c:pt idx="1587">
                  <c:v>0.28419684891753244</c:v>
                </c:pt>
                <c:pt idx="1588">
                  <c:v>0.29633059207803469</c:v>
                </c:pt>
                <c:pt idx="1589">
                  <c:v>0.28664348652874233</c:v>
                </c:pt>
                <c:pt idx="1590">
                  <c:v>0.28233681073620387</c:v>
                </c:pt>
                <c:pt idx="1591">
                  <c:v>0.28112477489425547</c:v>
                </c:pt>
                <c:pt idx="1592">
                  <c:v>0.25703713072198353</c:v>
                </c:pt>
                <c:pt idx="1593">
                  <c:v>0.22382239735649667</c:v>
                </c:pt>
                <c:pt idx="1594">
                  <c:v>0.19078965687451482</c:v>
                </c:pt>
                <c:pt idx="1595">
                  <c:v>0.18676028358181504</c:v>
                </c:pt>
                <c:pt idx="1596">
                  <c:v>0.18144591317445674</c:v>
                </c:pt>
                <c:pt idx="1597">
                  <c:v>0.20662887079881764</c:v>
                </c:pt>
                <c:pt idx="1598">
                  <c:v>0.23064877541359569</c:v>
                </c:pt>
                <c:pt idx="1599">
                  <c:v>0.23640449201998417</c:v>
                </c:pt>
                <c:pt idx="1600">
                  <c:v>0.25962223794739631</c:v>
                </c:pt>
                <c:pt idx="1601">
                  <c:v>0.27501793909667416</c:v>
                </c:pt>
                <c:pt idx="1602">
                  <c:v>0.28269277477497606</c:v>
                </c:pt>
                <c:pt idx="1603">
                  <c:v>0.28520876674691559</c:v>
                </c:pt>
                <c:pt idx="1604">
                  <c:v>0.27976144788025337</c:v>
                </c:pt>
                <c:pt idx="1605">
                  <c:v>0.22988881224283725</c:v>
                </c:pt>
                <c:pt idx="1606">
                  <c:v>0.21496940892467081</c:v>
                </c:pt>
                <c:pt idx="1607">
                  <c:v>0.20673793924111469</c:v>
                </c:pt>
                <c:pt idx="1608">
                  <c:v>0.19710204070983056</c:v>
                </c:pt>
                <c:pt idx="1609">
                  <c:v>0.19539359823059552</c:v>
                </c:pt>
                <c:pt idx="1610">
                  <c:v>0.20057701586405471</c:v>
                </c:pt>
                <c:pt idx="1611">
                  <c:v>0.21833572691809383</c:v>
                </c:pt>
                <c:pt idx="1612">
                  <c:v>0.26503778092148272</c:v>
                </c:pt>
                <c:pt idx="1613">
                  <c:v>0.29307898307696817</c:v>
                </c:pt>
                <c:pt idx="1614">
                  <c:v>0.28705166671373894</c:v>
                </c:pt>
                <c:pt idx="1615">
                  <c:v>0.26669685471813398</c:v>
                </c:pt>
                <c:pt idx="1616">
                  <c:v>0.23976542968233758</c:v>
                </c:pt>
                <c:pt idx="1617">
                  <c:v>0.22226341909240563</c:v>
                </c:pt>
                <c:pt idx="1618">
                  <c:v>0.22594851132450536</c:v>
                </c:pt>
                <c:pt idx="1619">
                  <c:v>0.27506975529004318</c:v>
                </c:pt>
                <c:pt idx="1620">
                  <c:v>0.33174040668904037</c:v>
                </c:pt>
                <c:pt idx="1621">
                  <c:v>0.2890532497960247</c:v>
                </c:pt>
                <c:pt idx="1622">
                  <c:v>0.24057124048939776</c:v>
                </c:pt>
                <c:pt idx="1623">
                  <c:v>0.26413417747781098</c:v>
                </c:pt>
                <c:pt idx="1624">
                  <c:v>0.24106105093445329</c:v>
                </c:pt>
                <c:pt idx="1625">
                  <c:v>0.25990831481247628</c:v>
                </c:pt>
                <c:pt idx="1626">
                  <c:v>0.26431231936930216</c:v>
                </c:pt>
                <c:pt idx="1627">
                  <c:v>0.26350516350621767</c:v>
                </c:pt>
                <c:pt idx="1628">
                  <c:v>0.26437072203133394</c:v>
                </c:pt>
                <c:pt idx="1629">
                  <c:v>0.26337381440073226</c:v>
                </c:pt>
                <c:pt idx="1630">
                  <c:v>0.27582477200852074</c:v>
                </c:pt>
                <c:pt idx="1631">
                  <c:v>0.26830000194826453</c:v>
                </c:pt>
                <c:pt idx="1632">
                  <c:v>0.26765038357426801</c:v>
                </c:pt>
                <c:pt idx="1633">
                  <c:v>0.27226174139195403</c:v>
                </c:pt>
                <c:pt idx="1634">
                  <c:v>0.27336792226444745</c:v>
                </c:pt>
                <c:pt idx="1635">
                  <c:v>0.28147605643983725</c:v>
                </c:pt>
                <c:pt idx="1636">
                  <c:v>0.28098586745192533</c:v>
                </c:pt>
                <c:pt idx="1637">
                  <c:v>0.27701144411029377</c:v>
                </c:pt>
                <c:pt idx="1638">
                  <c:v>0.27454996994371322</c:v>
                </c:pt>
                <c:pt idx="1639">
                  <c:v>0.28519390356479646</c:v>
                </c:pt>
                <c:pt idx="1640">
                  <c:v>0.30110677586623996</c:v>
                </c:pt>
                <c:pt idx="1641">
                  <c:v>0.30382827685682468</c:v>
                </c:pt>
                <c:pt idx="1642">
                  <c:v>0.25622835377487596</c:v>
                </c:pt>
                <c:pt idx="1643">
                  <c:v>0.17786371767158721</c:v>
                </c:pt>
                <c:pt idx="1644">
                  <c:v>0.13854887333038254</c:v>
                </c:pt>
                <c:pt idx="1645">
                  <c:v>0.11418030845206981</c:v>
                </c:pt>
                <c:pt idx="1646">
                  <c:v>0.11442034883154012</c:v>
                </c:pt>
                <c:pt idx="1647">
                  <c:v>0.11903671525627249</c:v>
                </c:pt>
                <c:pt idx="1648">
                  <c:v>0.13605353731887695</c:v>
                </c:pt>
                <c:pt idx="1649">
                  <c:v>7.1116182616640419E-2</c:v>
                </c:pt>
                <c:pt idx="1650">
                  <c:v>0.15880664042961398</c:v>
                </c:pt>
                <c:pt idx="1651">
                  <c:v>0.1756499318112397</c:v>
                </c:pt>
                <c:pt idx="1652">
                  <c:v>0.18486787253755682</c:v>
                </c:pt>
                <c:pt idx="1653">
                  <c:v>0.21015281629373497</c:v>
                </c:pt>
                <c:pt idx="1654">
                  <c:v>0.33568559092575101</c:v>
                </c:pt>
                <c:pt idx="1655">
                  <c:v>0.41991330665890031</c:v>
                </c:pt>
                <c:pt idx="1656">
                  <c:v>0.43545080747893994</c:v>
                </c:pt>
                <c:pt idx="1657">
                  <c:v>0.4592689673886467</c:v>
                </c:pt>
                <c:pt idx="1658">
                  <c:v>0.47604122799187154</c:v>
                </c:pt>
                <c:pt idx="1659">
                  <c:v>0.4938281459645088</c:v>
                </c:pt>
                <c:pt idx="1660">
                  <c:v>0.50358770982990597</c:v>
                </c:pt>
                <c:pt idx="1661">
                  <c:v>0.52575014441656864</c:v>
                </c:pt>
                <c:pt idx="1662">
                  <c:v>0.5502481250591218</c:v>
                </c:pt>
                <c:pt idx="1663">
                  <c:v>0.56878868713651165</c:v>
                </c:pt>
                <c:pt idx="1664">
                  <c:v>0.51563964122455663</c:v>
                </c:pt>
                <c:pt idx="1665">
                  <c:v>0.49925845794825358</c:v>
                </c:pt>
                <c:pt idx="1666">
                  <c:v>0.49375767030493822</c:v>
                </c:pt>
                <c:pt idx="1667">
                  <c:v>0.46187716145330859</c:v>
                </c:pt>
                <c:pt idx="1668">
                  <c:v>0.41252612099297403</c:v>
                </c:pt>
                <c:pt idx="1669">
                  <c:v>0.39668701158876829</c:v>
                </c:pt>
                <c:pt idx="1670">
                  <c:v>0.40266226705075719</c:v>
                </c:pt>
                <c:pt idx="1671">
                  <c:v>0.40529257182748868</c:v>
                </c:pt>
                <c:pt idx="1672">
                  <c:v>0.40942392425686391</c:v>
                </c:pt>
                <c:pt idx="1673">
                  <c:v>0.46067062844053824</c:v>
                </c:pt>
                <c:pt idx="1674">
                  <c:v>0.5252797448127301</c:v>
                </c:pt>
                <c:pt idx="1675">
                  <c:v>0.56841431777531848</c:v>
                </c:pt>
                <c:pt idx="1676">
                  <c:v>0.63110514071341883</c:v>
                </c:pt>
                <c:pt idx="1677">
                  <c:v>0.66258799287447101</c:v>
                </c:pt>
                <c:pt idx="1678">
                  <c:v>0.68124402234907078</c:v>
                </c:pt>
                <c:pt idx="1679">
                  <c:v>0.68076189870715254</c:v>
                </c:pt>
                <c:pt idx="1680">
                  <c:v>0.71294460334150456</c:v>
                </c:pt>
                <c:pt idx="1681">
                  <c:v>0.7390310704623787</c:v>
                </c:pt>
                <c:pt idx="1682">
                  <c:v>0.71338405544310879</c:v>
                </c:pt>
                <c:pt idx="1683">
                  <c:v>0.72168234136468368</c:v>
                </c:pt>
                <c:pt idx="1684">
                  <c:v>0.74312186124743251</c:v>
                </c:pt>
                <c:pt idx="1685">
                  <c:v>0.74479323169480249</c:v>
                </c:pt>
                <c:pt idx="1686">
                  <c:v>0.73872346711792547</c:v>
                </c:pt>
                <c:pt idx="1687">
                  <c:v>0.73791313622090782</c:v>
                </c:pt>
                <c:pt idx="1688">
                  <c:v>0.72846226026603644</c:v>
                </c:pt>
                <c:pt idx="1689">
                  <c:v>0.69703253034394386</c:v>
                </c:pt>
                <c:pt idx="1690">
                  <c:v>0.63841558487127459</c:v>
                </c:pt>
                <c:pt idx="1691">
                  <c:v>0.60439076072420483</c:v>
                </c:pt>
                <c:pt idx="1692">
                  <c:v>0.56303107137057484</c:v>
                </c:pt>
                <c:pt idx="1693">
                  <c:v>0.51918464293981303</c:v>
                </c:pt>
                <c:pt idx="1694">
                  <c:v>0.51104150236702917</c:v>
                </c:pt>
                <c:pt idx="1695">
                  <c:v>0.50359270880278351</c:v>
                </c:pt>
                <c:pt idx="1696">
                  <c:v>0.51645498427940928</c:v>
                </c:pt>
                <c:pt idx="1697">
                  <c:v>0.57290279237443198</c:v>
                </c:pt>
                <c:pt idx="1698">
                  <c:v>0.59295208097482044</c:v>
                </c:pt>
                <c:pt idx="1699">
                  <c:v>0.62290627961027933</c:v>
                </c:pt>
                <c:pt idx="1700">
                  <c:v>0.6670044974342223</c:v>
                </c:pt>
                <c:pt idx="1701">
                  <c:v>0.6816459388787266</c:v>
                </c:pt>
                <c:pt idx="1702">
                  <c:v>0.68383141202457354</c:v>
                </c:pt>
                <c:pt idx="1703">
                  <c:v>0.68107215985693725</c:v>
                </c:pt>
                <c:pt idx="1704">
                  <c:v>0.68933631514807114</c:v>
                </c:pt>
                <c:pt idx="1705">
                  <c:v>0.6964522259030258</c:v>
                </c:pt>
                <c:pt idx="1706">
                  <c:v>0.70945976254986787</c:v>
                </c:pt>
                <c:pt idx="1707">
                  <c:v>0.71174398588341092</c:v>
                </c:pt>
                <c:pt idx="1708">
                  <c:v>0.71319313589996325</c:v>
                </c:pt>
                <c:pt idx="1709">
                  <c:v>0.70513287690871707</c:v>
                </c:pt>
                <c:pt idx="1710">
                  <c:v>0.70574203037045435</c:v>
                </c:pt>
                <c:pt idx="1711">
                  <c:v>0.69463696522430374</c:v>
                </c:pt>
                <c:pt idx="1712">
                  <c:v>0.67821099094635207</c:v>
                </c:pt>
                <c:pt idx="1713">
                  <c:v>0.68293559883932642</c:v>
                </c:pt>
                <c:pt idx="1714">
                  <c:v>0.65230698488752936</c:v>
                </c:pt>
                <c:pt idx="1715">
                  <c:v>0.64688970563883375</c:v>
                </c:pt>
                <c:pt idx="1716">
                  <c:v>0.64221969137132273</c:v>
                </c:pt>
                <c:pt idx="1717">
                  <c:v>0.62405387078230112</c:v>
                </c:pt>
                <c:pt idx="1718">
                  <c:v>0.6022722303731104</c:v>
                </c:pt>
                <c:pt idx="1719">
                  <c:v>0.56280873061339176</c:v>
                </c:pt>
                <c:pt idx="1720">
                  <c:v>0.5986342686522218</c:v>
                </c:pt>
                <c:pt idx="1721">
                  <c:v>0.59650356156923789</c:v>
                </c:pt>
                <c:pt idx="1722">
                  <c:v>0.59698667462132249</c:v>
                </c:pt>
                <c:pt idx="1723">
                  <c:v>0.6031159954118489</c:v>
                </c:pt>
                <c:pt idx="1724">
                  <c:v>0.60066376100644381</c:v>
                </c:pt>
                <c:pt idx="1725">
                  <c:v>0.58502538337507692</c:v>
                </c:pt>
                <c:pt idx="1726">
                  <c:v>0.59208792403962796</c:v>
                </c:pt>
                <c:pt idx="1727">
                  <c:v>0.60942955813833999</c:v>
                </c:pt>
                <c:pt idx="1728">
                  <c:v>0.6315364367689551</c:v>
                </c:pt>
                <c:pt idx="1729">
                  <c:v>0.63470763973809807</c:v>
                </c:pt>
                <c:pt idx="1730">
                  <c:v>0.65419796281856535</c:v>
                </c:pt>
                <c:pt idx="1731">
                  <c:v>0.68597526229808781</c:v>
                </c:pt>
                <c:pt idx="1732">
                  <c:v>0.70497550489298333</c:v>
                </c:pt>
                <c:pt idx="1733">
                  <c:v>0.70289535075929477</c:v>
                </c:pt>
                <c:pt idx="1734">
                  <c:v>0.69948875576299829</c:v>
                </c:pt>
                <c:pt idx="1735">
                  <c:v>0.72990876718985742</c:v>
                </c:pt>
                <c:pt idx="1736">
                  <c:v>0.69953886144018063</c:v>
                </c:pt>
                <c:pt idx="1737">
                  <c:v>0.63757141828324515</c:v>
                </c:pt>
                <c:pt idx="1738">
                  <c:v>0.58840671294019598</c:v>
                </c:pt>
                <c:pt idx="1739">
                  <c:v>0.55539375669650115</c:v>
                </c:pt>
                <c:pt idx="1740">
                  <c:v>0.51603479574593347</c:v>
                </c:pt>
                <c:pt idx="1741">
                  <c:v>0.46331849070248765</c:v>
                </c:pt>
                <c:pt idx="1742">
                  <c:v>0.44930009618508038</c:v>
                </c:pt>
                <c:pt idx="1743">
                  <c:v>0.45580713851326182</c:v>
                </c:pt>
                <c:pt idx="1744">
                  <c:v>0.44278608005927889</c:v>
                </c:pt>
                <c:pt idx="1745">
                  <c:v>0.47062017774657444</c:v>
                </c:pt>
                <c:pt idx="1746">
                  <c:v>0.48901606585157142</c:v>
                </c:pt>
                <c:pt idx="1747">
                  <c:v>0.51096044407561059</c:v>
                </c:pt>
                <c:pt idx="1748">
                  <c:v>0.54010546865323728</c:v>
                </c:pt>
                <c:pt idx="1749">
                  <c:v>0.57087499012605003</c:v>
                </c:pt>
                <c:pt idx="1750">
                  <c:v>0.5792804605982097</c:v>
                </c:pt>
                <c:pt idx="1751">
                  <c:v>0.58472718702196447</c:v>
                </c:pt>
                <c:pt idx="1752">
                  <c:v>0.60110135293232003</c:v>
                </c:pt>
                <c:pt idx="1753">
                  <c:v>0.60861563175315836</c:v>
                </c:pt>
                <c:pt idx="1754">
                  <c:v>0.63770974845517903</c:v>
                </c:pt>
                <c:pt idx="1755">
                  <c:v>0.63458168403529724</c:v>
                </c:pt>
                <c:pt idx="1756">
                  <c:v>0.65771352280744499</c:v>
                </c:pt>
                <c:pt idx="1757">
                  <c:v>0.64993801743004642</c:v>
                </c:pt>
                <c:pt idx="1758">
                  <c:v>0.65534013988528406</c:v>
                </c:pt>
                <c:pt idx="1759">
                  <c:v>0.67935437107614283</c:v>
                </c:pt>
                <c:pt idx="1760">
                  <c:v>0.6787164451384311</c:v>
                </c:pt>
                <c:pt idx="1761">
                  <c:v>0.5928537014237939</c:v>
                </c:pt>
                <c:pt idx="1762">
                  <c:v>0.51595049134885351</c:v>
                </c:pt>
                <c:pt idx="1763">
                  <c:v>0.50190191260788186</c:v>
                </c:pt>
                <c:pt idx="1764">
                  <c:v>0.42637792188681078</c:v>
                </c:pt>
                <c:pt idx="1765">
                  <c:v>0.39708898435418016</c:v>
                </c:pt>
                <c:pt idx="1766">
                  <c:v>0.36157471679911418</c:v>
                </c:pt>
                <c:pt idx="1767">
                  <c:v>0.3455058972840172</c:v>
                </c:pt>
                <c:pt idx="1768">
                  <c:v>0.37679107931185984</c:v>
                </c:pt>
                <c:pt idx="1769">
                  <c:v>0.40367344650446713</c:v>
                </c:pt>
                <c:pt idx="1770">
                  <c:v>0.44308991679258958</c:v>
                </c:pt>
                <c:pt idx="1771">
                  <c:v>0.48303302407652376</c:v>
                </c:pt>
                <c:pt idx="1772">
                  <c:v>0.50692627499734266</c:v>
                </c:pt>
                <c:pt idx="1773">
                  <c:v>0.56881556791279442</c:v>
                </c:pt>
                <c:pt idx="1774">
                  <c:v>0.644377759149387</c:v>
                </c:pt>
                <c:pt idx="1775">
                  <c:v>0.63214953305210841</c:v>
                </c:pt>
                <c:pt idx="1776">
                  <c:v>0.64951038548101447</c:v>
                </c:pt>
                <c:pt idx="1777">
                  <c:v>0.67580787812528476</c:v>
                </c:pt>
                <c:pt idx="1778">
                  <c:v>0.67242357532462327</c:v>
                </c:pt>
                <c:pt idx="1779">
                  <c:v>0.65833741809403057</c:v>
                </c:pt>
                <c:pt idx="1780">
                  <c:v>0.67632500934409057</c:v>
                </c:pt>
                <c:pt idx="1781">
                  <c:v>0.68460120261033552</c:v>
                </c:pt>
                <c:pt idx="1782">
                  <c:v>0.66009957762818117</c:v>
                </c:pt>
                <c:pt idx="1783">
                  <c:v>0.86256079338943314</c:v>
                </c:pt>
                <c:pt idx="1784">
                  <c:v>0.38516992958415452</c:v>
                </c:pt>
                <c:pt idx="1785">
                  <c:v>0.28746723334710728</c:v>
                </c:pt>
                <c:pt idx="1786">
                  <c:v>0.28906925593932264</c:v>
                </c:pt>
                <c:pt idx="1787">
                  <c:v>0.27124803692083332</c:v>
                </c:pt>
                <c:pt idx="1788">
                  <c:v>0.22929088795449154</c:v>
                </c:pt>
                <c:pt idx="1789">
                  <c:v>0.18919265999257676</c:v>
                </c:pt>
                <c:pt idx="1790">
                  <c:v>0.18127402803020817</c:v>
                </c:pt>
                <c:pt idx="1791">
                  <c:v>0.17731515807115311</c:v>
                </c:pt>
                <c:pt idx="1792">
                  <c:v>0.19841281153414109</c:v>
                </c:pt>
                <c:pt idx="1793">
                  <c:v>0.18268547211085262</c:v>
                </c:pt>
                <c:pt idx="1794">
                  <c:v>0.17067417622315301</c:v>
                </c:pt>
                <c:pt idx="1795">
                  <c:v>0.15379914655812515</c:v>
                </c:pt>
                <c:pt idx="1796">
                  <c:v>0.16193257084520116</c:v>
                </c:pt>
                <c:pt idx="1797">
                  <c:v>0.16231901005285487</c:v>
                </c:pt>
                <c:pt idx="1798">
                  <c:v>0.15691893625108499</c:v>
                </c:pt>
                <c:pt idx="1799">
                  <c:v>0.14757722524214295</c:v>
                </c:pt>
                <c:pt idx="1800">
                  <c:v>0.15966572186094605</c:v>
                </c:pt>
                <c:pt idx="1801">
                  <c:v>0.17702905293292559</c:v>
                </c:pt>
                <c:pt idx="1802">
                  <c:v>0.18509627326029801</c:v>
                </c:pt>
                <c:pt idx="1803">
                  <c:v>0.18811476702510907</c:v>
                </c:pt>
                <c:pt idx="1804">
                  <c:v>0.18813503830475939</c:v>
                </c:pt>
                <c:pt idx="1805">
                  <c:v>0.1933136033222618</c:v>
                </c:pt>
                <c:pt idx="1806">
                  <c:v>0.20921369597129222</c:v>
                </c:pt>
                <c:pt idx="1807">
                  <c:v>0.23565030589307301</c:v>
                </c:pt>
                <c:pt idx="1808">
                  <c:v>0.19862789204764567</c:v>
                </c:pt>
                <c:pt idx="1809">
                  <c:v>0.18488001997994161</c:v>
                </c:pt>
                <c:pt idx="1810">
                  <c:v>0.17334211076140196</c:v>
                </c:pt>
                <c:pt idx="1811">
                  <c:v>0.15292313750650982</c:v>
                </c:pt>
                <c:pt idx="1812">
                  <c:v>0.13961637300000931</c:v>
                </c:pt>
                <c:pt idx="1813">
                  <c:v>0.14203994654947202</c:v>
                </c:pt>
                <c:pt idx="1814">
                  <c:v>0.1247323754718776</c:v>
                </c:pt>
                <c:pt idx="1815">
                  <c:v>0.1361354112339265</c:v>
                </c:pt>
                <c:pt idx="1816">
                  <c:v>0.13779209672702816</c:v>
                </c:pt>
                <c:pt idx="1817">
                  <c:v>0.14869783166947867</c:v>
                </c:pt>
                <c:pt idx="1818">
                  <c:v>0.16463429192992882</c:v>
                </c:pt>
                <c:pt idx="1819">
                  <c:v>0.17384649388928528</c:v>
                </c:pt>
                <c:pt idx="1820">
                  <c:v>0.17806870949797218</c:v>
                </c:pt>
                <c:pt idx="1821">
                  <c:v>0.18241875188770126</c:v>
                </c:pt>
                <c:pt idx="1822">
                  <c:v>0.18014767958971448</c:v>
                </c:pt>
                <c:pt idx="1823">
                  <c:v>0.176171583039962</c:v>
                </c:pt>
                <c:pt idx="1824">
                  <c:v>0.18417477049017592</c:v>
                </c:pt>
                <c:pt idx="1825">
                  <c:v>0.18809142778050067</c:v>
                </c:pt>
                <c:pt idx="1826">
                  <c:v>0.18958692713477646</c:v>
                </c:pt>
                <c:pt idx="1827">
                  <c:v>0.18984464384865812</c:v>
                </c:pt>
                <c:pt idx="1828">
                  <c:v>0.19333829055829008</c:v>
                </c:pt>
                <c:pt idx="1829">
                  <c:v>0.19418393594949954</c:v>
                </c:pt>
                <c:pt idx="1830">
                  <c:v>0.1942434974019325</c:v>
                </c:pt>
                <c:pt idx="1831">
                  <c:v>0.20584945662018794</c:v>
                </c:pt>
                <c:pt idx="1832">
                  <c:v>0.2292467247502897</c:v>
                </c:pt>
                <c:pt idx="1833">
                  <c:v>0.237957122783549</c:v>
                </c:pt>
                <c:pt idx="1834">
                  <c:v>0.2342358301456742</c:v>
                </c:pt>
                <c:pt idx="1835">
                  <c:v>0.23824809276660197</c:v>
                </c:pt>
                <c:pt idx="1836">
                  <c:v>0.22729374789205342</c:v>
                </c:pt>
                <c:pt idx="1837">
                  <c:v>0.21980801438370429</c:v>
                </c:pt>
                <c:pt idx="1838">
                  <c:v>0.21674779046155496</c:v>
                </c:pt>
                <c:pt idx="1839">
                  <c:v>0.19370540131095271</c:v>
                </c:pt>
                <c:pt idx="1840">
                  <c:v>0.20514748867598329</c:v>
                </c:pt>
                <c:pt idx="1841">
                  <c:v>0.21210494923620715</c:v>
                </c:pt>
                <c:pt idx="1842">
                  <c:v>0.2142317960648355</c:v>
                </c:pt>
                <c:pt idx="1843">
                  <c:v>0.21106605296114547</c:v>
                </c:pt>
                <c:pt idx="1844">
                  <c:v>0.21890677634747863</c:v>
                </c:pt>
                <c:pt idx="1845">
                  <c:v>0.22249921837690306</c:v>
                </c:pt>
                <c:pt idx="1846">
                  <c:v>0.22673115812828917</c:v>
                </c:pt>
                <c:pt idx="1847">
                  <c:v>0.22385479042910425</c:v>
                </c:pt>
                <c:pt idx="1848">
                  <c:v>0.22877104158205686</c:v>
                </c:pt>
                <c:pt idx="1849">
                  <c:v>0.23244126558685133</c:v>
                </c:pt>
                <c:pt idx="1850">
                  <c:v>0.23408334782604681</c:v>
                </c:pt>
                <c:pt idx="1851">
                  <c:v>0.22713502108756409</c:v>
                </c:pt>
                <c:pt idx="1852">
                  <c:v>0.23079093913870755</c:v>
                </c:pt>
                <c:pt idx="1853">
                  <c:v>0.23190269204348679</c:v>
                </c:pt>
                <c:pt idx="1854">
                  <c:v>0.23456363595535856</c:v>
                </c:pt>
                <c:pt idx="1855">
                  <c:v>0.23948557035932855</c:v>
                </c:pt>
                <c:pt idx="1856">
                  <c:v>0.23461795149169409</c:v>
                </c:pt>
                <c:pt idx="1857">
                  <c:v>0.23027000846049872</c:v>
                </c:pt>
                <c:pt idx="1858">
                  <c:v>0.22143815664450128</c:v>
                </c:pt>
                <c:pt idx="1859">
                  <c:v>0.22165432804035934</c:v>
                </c:pt>
                <c:pt idx="1860">
                  <c:v>0.21787961400115852</c:v>
                </c:pt>
                <c:pt idx="1861">
                  <c:v>0.22103538428892364</c:v>
                </c:pt>
                <c:pt idx="1862">
                  <c:v>0.21139806070668332</c:v>
                </c:pt>
                <c:pt idx="1863">
                  <c:v>0.20992265546137082</c:v>
                </c:pt>
                <c:pt idx="1864">
                  <c:v>0.21844229649991903</c:v>
                </c:pt>
                <c:pt idx="1865">
                  <c:v>0.21514554911403047</c:v>
                </c:pt>
                <c:pt idx="1866">
                  <c:v>0.20874468894581949</c:v>
                </c:pt>
                <c:pt idx="1867">
                  <c:v>0.21557348956712294</c:v>
                </c:pt>
                <c:pt idx="1868">
                  <c:v>0.218595450689749</c:v>
                </c:pt>
                <c:pt idx="1869">
                  <c:v>0.21420522909244369</c:v>
                </c:pt>
                <c:pt idx="1870">
                  <c:v>0.2112764795303346</c:v>
                </c:pt>
                <c:pt idx="1871">
                  <c:v>0.21277591216959124</c:v>
                </c:pt>
                <c:pt idx="1872">
                  <c:v>0.21295238777235484</c:v>
                </c:pt>
                <c:pt idx="1873">
                  <c:v>0.21356055387832848</c:v>
                </c:pt>
                <c:pt idx="1874">
                  <c:v>0.21183812082513187</c:v>
                </c:pt>
                <c:pt idx="1875">
                  <c:v>0.21959466958996499</c:v>
                </c:pt>
                <c:pt idx="1876">
                  <c:v>0.22276837515857137</c:v>
                </c:pt>
                <c:pt idx="1877">
                  <c:v>0.21785514188316846</c:v>
                </c:pt>
                <c:pt idx="1878">
                  <c:v>0.2214414494043089</c:v>
                </c:pt>
                <c:pt idx="1879">
                  <c:v>0.22425237146332999</c:v>
                </c:pt>
                <c:pt idx="1880">
                  <c:v>0.22973313672983142</c:v>
                </c:pt>
                <c:pt idx="1881">
                  <c:v>0.2374217602482688</c:v>
                </c:pt>
                <c:pt idx="1882">
                  <c:v>0.22443028805989657</c:v>
                </c:pt>
                <c:pt idx="1883">
                  <c:v>0.20841562063406474</c:v>
                </c:pt>
                <c:pt idx="1884">
                  <c:v>0.19796743875553016</c:v>
                </c:pt>
                <c:pt idx="1885">
                  <c:v>0.17741362911384659</c:v>
                </c:pt>
                <c:pt idx="1886">
                  <c:v>0.1697945621584783</c:v>
                </c:pt>
                <c:pt idx="1887">
                  <c:v>0.17233977072295834</c:v>
                </c:pt>
                <c:pt idx="1888">
                  <c:v>0.18919957409947785</c:v>
                </c:pt>
                <c:pt idx="1889">
                  <c:v>0.18962085884920535</c:v>
                </c:pt>
                <c:pt idx="1890">
                  <c:v>0.19748554353226072</c:v>
                </c:pt>
                <c:pt idx="1891">
                  <c:v>0.21124224933049757</c:v>
                </c:pt>
                <c:pt idx="1892">
                  <c:v>0.20483578537747665</c:v>
                </c:pt>
                <c:pt idx="1893">
                  <c:v>0.23194645228040428</c:v>
                </c:pt>
                <c:pt idx="1894">
                  <c:v>0.238007965500102</c:v>
                </c:pt>
                <c:pt idx="1895">
                  <c:v>0.23830282183200979</c:v>
                </c:pt>
                <c:pt idx="1896">
                  <c:v>0.23639559593018011</c:v>
                </c:pt>
                <c:pt idx="1897">
                  <c:v>0.23682879371080501</c:v>
                </c:pt>
                <c:pt idx="1898">
                  <c:v>0.2352904057540334</c:v>
                </c:pt>
                <c:pt idx="1899">
                  <c:v>0.24221460320416538</c:v>
                </c:pt>
                <c:pt idx="1900">
                  <c:v>0.2385244134157441</c:v>
                </c:pt>
                <c:pt idx="1901">
                  <c:v>0.25025621801185416</c:v>
                </c:pt>
                <c:pt idx="1902">
                  <c:v>0.2496746312414572</c:v>
                </c:pt>
                <c:pt idx="1903">
                  <c:v>0.24515232222861408</c:v>
                </c:pt>
                <c:pt idx="1904">
                  <c:v>0.25510799161181508</c:v>
                </c:pt>
                <c:pt idx="1905">
                  <c:v>0.23169815603329513</c:v>
                </c:pt>
                <c:pt idx="1906">
                  <c:v>0.23655768157146187</c:v>
                </c:pt>
                <c:pt idx="1907">
                  <c:v>0.22288117983447553</c:v>
                </c:pt>
                <c:pt idx="1908">
                  <c:v>0.21390476687476859</c:v>
                </c:pt>
                <c:pt idx="1909">
                  <c:v>0.19460952385136362</c:v>
                </c:pt>
                <c:pt idx="1910">
                  <c:v>0.17839904012029947</c:v>
                </c:pt>
                <c:pt idx="1911">
                  <c:v>0.19438382252707037</c:v>
                </c:pt>
                <c:pt idx="1912">
                  <c:v>0.17786801539296196</c:v>
                </c:pt>
                <c:pt idx="1913">
                  <c:v>0.17946027706050846</c:v>
                </c:pt>
                <c:pt idx="1914">
                  <c:v>0.18330221188232543</c:v>
                </c:pt>
                <c:pt idx="1915">
                  <c:v>0.18826980059444373</c:v>
                </c:pt>
                <c:pt idx="1916">
                  <c:v>0.19150804325800397</c:v>
                </c:pt>
                <c:pt idx="1917">
                  <c:v>0.21732454725094502</c:v>
                </c:pt>
                <c:pt idx="1918">
                  <c:v>0.22172511651428334</c:v>
                </c:pt>
                <c:pt idx="1919">
                  <c:v>0.22510123942015983</c:v>
                </c:pt>
                <c:pt idx="1920">
                  <c:v>0.21963025641104267</c:v>
                </c:pt>
                <c:pt idx="1921">
                  <c:v>0.22103388937619514</c:v>
                </c:pt>
                <c:pt idx="1922">
                  <c:v>0.21948419650659748</c:v>
                </c:pt>
                <c:pt idx="1923">
                  <c:v>0.24329834823991697</c:v>
                </c:pt>
                <c:pt idx="1924">
                  <c:v>0.25953544420897839</c:v>
                </c:pt>
                <c:pt idx="1925">
                  <c:v>0.25784699896301022</c:v>
                </c:pt>
                <c:pt idx="1926">
                  <c:v>0.25417513025244726</c:v>
                </c:pt>
                <c:pt idx="1927">
                  <c:v>0.25048827554462216</c:v>
                </c:pt>
                <c:pt idx="1928">
                  <c:v>0.24922984572744095</c:v>
                </c:pt>
                <c:pt idx="1929">
                  <c:v>0.26220576903359016</c:v>
                </c:pt>
                <c:pt idx="1930">
                  <c:v>0.26019488534947161</c:v>
                </c:pt>
                <c:pt idx="1931">
                  <c:v>0.25210420956433899</c:v>
                </c:pt>
                <c:pt idx="1932">
                  <c:v>0.24615095798312892</c:v>
                </c:pt>
                <c:pt idx="1933">
                  <c:v>0.21888829308788885</c:v>
                </c:pt>
                <c:pt idx="1934">
                  <c:v>0.26373120207534501</c:v>
                </c:pt>
                <c:pt idx="1935">
                  <c:v>0.24448727310283885</c:v>
                </c:pt>
                <c:pt idx="1936">
                  <c:v>0.23520603709783194</c:v>
                </c:pt>
                <c:pt idx="1937">
                  <c:v>0.22354788010392718</c:v>
                </c:pt>
                <c:pt idx="1938">
                  <c:v>0.24345204357608663</c:v>
                </c:pt>
                <c:pt idx="1939">
                  <c:v>0.22872793879433059</c:v>
                </c:pt>
                <c:pt idx="1940">
                  <c:v>0.23630612120070305</c:v>
                </c:pt>
                <c:pt idx="1941">
                  <c:v>0.27660733790733649</c:v>
                </c:pt>
                <c:pt idx="1942">
                  <c:v>0.29194679939915302</c:v>
                </c:pt>
                <c:pt idx="1943">
                  <c:v>0.28677454889434656</c:v>
                </c:pt>
                <c:pt idx="1944">
                  <c:v>0.29417040797815519</c:v>
                </c:pt>
                <c:pt idx="1945">
                  <c:v>0.28396396157683768</c:v>
                </c:pt>
                <c:pt idx="1946">
                  <c:v>0.28679042912029068</c:v>
                </c:pt>
                <c:pt idx="1947">
                  <c:v>0.30624547171858268</c:v>
                </c:pt>
                <c:pt idx="1948">
                  <c:v>0.31357905642115796</c:v>
                </c:pt>
                <c:pt idx="1949">
                  <c:v>0.31839002883894385</c:v>
                </c:pt>
                <c:pt idx="1950">
                  <c:v>0.30446480715200586</c:v>
                </c:pt>
                <c:pt idx="1951">
                  <c:v>0.29187561642409687</c:v>
                </c:pt>
                <c:pt idx="1952">
                  <c:v>0.27829674221084072</c:v>
                </c:pt>
                <c:pt idx="1953">
                  <c:v>0.28346078586600187</c:v>
                </c:pt>
                <c:pt idx="1954">
                  <c:v>0.25130226921220827</c:v>
                </c:pt>
                <c:pt idx="1955">
                  <c:v>0.21923208870181105</c:v>
                </c:pt>
                <c:pt idx="1956">
                  <c:v>0.2186126421173907</c:v>
                </c:pt>
                <c:pt idx="1957">
                  <c:v>0.23517852125103492</c:v>
                </c:pt>
                <c:pt idx="1958">
                  <c:v>0.20975825469077541</c:v>
                </c:pt>
                <c:pt idx="1959">
                  <c:v>0.19704927658630086</c:v>
                </c:pt>
                <c:pt idx="1960">
                  <c:v>0.19006960106648563</c:v>
                </c:pt>
                <c:pt idx="1961">
                  <c:v>0.19540151045648302</c:v>
                </c:pt>
                <c:pt idx="1962">
                  <c:v>0.20500679375294703</c:v>
                </c:pt>
                <c:pt idx="1963">
                  <c:v>0.21595918703717537</c:v>
                </c:pt>
                <c:pt idx="1964">
                  <c:v>0.23778251188344382</c:v>
                </c:pt>
                <c:pt idx="1965">
                  <c:v>0.24452558443007655</c:v>
                </c:pt>
                <c:pt idx="1966">
                  <c:v>0.26009243240787089</c:v>
                </c:pt>
                <c:pt idx="1967">
                  <c:v>0.27851197111914372</c:v>
                </c:pt>
                <c:pt idx="1968">
                  <c:v>0.28151840317996052</c:v>
                </c:pt>
                <c:pt idx="1969">
                  <c:v>0.29188768198856735</c:v>
                </c:pt>
                <c:pt idx="1970">
                  <c:v>0.28639160933179392</c:v>
                </c:pt>
                <c:pt idx="1971">
                  <c:v>0.29618328614898093</c:v>
                </c:pt>
                <c:pt idx="1972">
                  <c:v>0.31835555679849553</c:v>
                </c:pt>
                <c:pt idx="1973">
                  <c:v>0.31891242950090593</c:v>
                </c:pt>
                <c:pt idx="1974">
                  <c:v>0.31248479200762691</c:v>
                </c:pt>
                <c:pt idx="1975">
                  <c:v>0.33085153953060897</c:v>
                </c:pt>
                <c:pt idx="1976">
                  <c:v>0.34228824736016239</c:v>
                </c:pt>
                <c:pt idx="1977">
                  <c:v>0.34862282501133574</c:v>
                </c:pt>
                <c:pt idx="1978">
                  <c:v>0.31106869649775415</c:v>
                </c:pt>
                <c:pt idx="1979">
                  <c:v>0.31999169223629964</c:v>
                </c:pt>
                <c:pt idx="1980">
                  <c:v>0.2829537396836434</c:v>
                </c:pt>
                <c:pt idx="1981">
                  <c:v>0.29029774739238368</c:v>
                </c:pt>
                <c:pt idx="1982">
                  <c:v>0.2756309517447913</c:v>
                </c:pt>
                <c:pt idx="1983">
                  <c:v>0.2586516372215944</c:v>
                </c:pt>
                <c:pt idx="1984">
                  <c:v>0.28060409673260578</c:v>
                </c:pt>
                <c:pt idx="1985">
                  <c:v>0.26621454865185606</c:v>
                </c:pt>
                <c:pt idx="1986">
                  <c:v>0.27576355755480186</c:v>
                </c:pt>
                <c:pt idx="1987">
                  <c:v>0.28099846599794204</c:v>
                </c:pt>
                <c:pt idx="1988">
                  <c:v>0.2683762320234343</c:v>
                </c:pt>
                <c:pt idx="1989">
                  <c:v>0.24970412548853393</c:v>
                </c:pt>
                <c:pt idx="1990">
                  <c:v>0.24430679818919387</c:v>
                </c:pt>
                <c:pt idx="1991">
                  <c:v>0.24056683916719546</c:v>
                </c:pt>
                <c:pt idx="1992">
                  <c:v>0.24325340699946504</c:v>
                </c:pt>
                <c:pt idx="1993">
                  <c:v>0.26414513376443999</c:v>
                </c:pt>
                <c:pt idx="1994">
                  <c:v>0.23673457250274901</c:v>
                </c:pt>
                <c:pt idx="1995">
                  <c:v>0.21872221970626032</c:v>
                </c:pt>
                <c:pt idx="1996">
                  <c:v>0.20658286448263535</c:v>
                </c:pt>
                <c:pt idx="1997">
                  <c:v>0.21544235206667256</c:v>
                </c:pt>
                <c:pt idx="1998">
                  <c:v>0.21870173101398899</c:v>
                </c:pt>
                <c:pt idx="1999">
                  <c:v>0.20262603691359002</c:v>
                </c:pt>
                <c:pt idx="2000">
                  <c:v>0.19308428679000053</c:v>
                </c:pt>
                <c:pt idx="2001">
                  <c:v>0.1864755578316141</c:v>
                </c:pt>
                <c:pt idx="2002">
                  <c:v>0.15062217702412642</c:v>
                </c:pt>
                <c:pt idx="2003">
                  <c:v>0.11219725594188408</c:v>
                </c:pt>
                <c:pt idx="2004">
                  <c:v>0.10845198103691014</c:v>
                </c:pt>
                <c:pt idx="2005">
                  <c:v>0.1083272254411078</c:v>
                </c:pt>
                <c:pt idx="2006">
                  <c:v>0.1092336895178392</c:v>
                </c:pt>
                <c:pt idx="2007">
                  <c:v>0.14794145872445044</c:v>
                </c:pt>
                <c:pt idx="2008">
                  <c:v>0.20149397800876845</c:v>
                </c:pt>
                <c:pt idx="2009">
                  <c:v>0.23560217198705022</c:v>
                </c:pt>
                <c:pt idx="2010">
                  <c:v>0.26820444096706364</c:v>
                </c:pt>
                <c:pt idx="2011">
                  <c:v>0.28652971139561112</c:v>
                </c:pt>
                <c:pt idx="2012">
                  <c:v>0.32238682968947197</c:v>
                </c:pt>
                <c:pt idx="2013">
                  <c:v>0.33563500841809762</c:v>
                </c:pt>
                <c:pt idx="2014">
                  <c:v>0.36984637911299539</c:v>
                </c:pt>
                <c:pt idx="2015">
                  <c:v>0.37482822387322123</c:v>
                </c:pt>
                <c:pt idx="2016">
                  <c:v>0.39490171032070126</c:v>
                </c:pt>
                <c:pt idx="2017">
                  <c:v>0.39776171369953112</c:v>
                </c:pt>
                <c:pt idx="2018">
                  <c:v>0.3958374152939072</c:v>
                </c:pt>
                <c:pt idx="2019">
                  <c:v>0.38633352473800564</c:v>
                </c:pt>
                <c:pt idx="2020">
                  <c:v>0.38772069497837991</c:v>
                </c:pt>
                <c:pt idx="2021">
                  <c:v>0.38913516136030363</c:v>
                </c:pt>
                <c:pt idx="2022">
                  <c:v>0.37706114556030329</c:v>
                </c:pt>
                <c:pt idx="2023">
                  <c:v>0.3965148285413323</c:v>
                </c:pt>
                <c:pt idx="2024">
                  <c:v>0.39924657679134229</c:v>
                </c:pt>
                <c:pt idx="2025">
                  <c:v>0.39244114007900105</c:v>
                </c:pt>
                <c:pt idx="2026">
                  <c:v>0.38756144392291519</c:v>
                </c:pt>
                <c:pt idx="2027">
                  <c:v>0.37340272053670776</c:v>
                </c:pt>
                <c:pt idx="2028">
                  <c:v>0.38666922560873063</c:v>
                </c:pt>
                <c:pt idx="2029">
                  <c:v>0.32347206305507675</c:v>
                </c:pt>
                <c:pt idx="2030">
                  <c:v>0.3127623982601237</c:v>
                </c:pt>
                <c:pt idx="2031">
                  <c:v>0.32716049665634589</c:v>
                </c:pt>
                <c:pt idx="2032">
                  <c:v>0.37130262605601155</c:v>
                </c:pt>
                <c:pt idx="2033">
                  <c:v>0.37550540281158901</c:v>
                </c:pt>
                <c:pt idx="2034">
                  <c:v>0.37009655268033437</c:v>
                </c:pt>
                <c:pt idx="2035">
                  <c:v>0.36193523155269014</c:v>
                </c:pt>
                <c:pt idx="2036">
                  <c:v>0.36801696797445688</c:v>
                </c:pt>
                <c:pt idx="2037">
                  <c:v>0.37320499658010409</c:v>
                </c:pt>
                <c:pt idx="2038">
                  <c:v>0.36478437914440492</c:v>
                </c:pt>
                <c:pt idx="2039">
                  <c:v>0.38127750515619674</c:v>
                </c:pt>
                <c:pt idx="2040">
                  <c:v>0.37919375596440186</c:v>
                </c:pt>
                <c:pt idx="2041">
                  <c:v>0.36729389240699606</c:v>
                </c:pt>
                <c:pt idx="2042">
                  <c:v>0.36608157220140547</c:v>
                </c:pt>
                <c:pt idx="2043">
                  <c:v>0.35912201127343046</c:v>
                </c:pt>
                <c:pt idx="2044">
                  <c:v>0.35824534190994539</c:v>
                </c:pt>
                <c:pt idx="2045">
                  <c:v>0.35632409627860595</c:v>
                </c:pt>
                <c:pt idx="2046">
                  <c:v>0.36305173688392955</c:v>
                </c:pt>
                <c:pt idx="2047">
                  <c:v>0.34447488026066958</c:v>
                </c:pt>
                <c:pt idx="2048">
                  <c:v>0.34697550424030787</c:v>
                </c:pt>
                <c:pt idx="2049">
                  <c:v>0.35310092129294107</c:v>
                </c:pt>
                <c:pt idx="2050">
                  <c:v>0.31634338793290967</c:v>
                </c:pt>
                <c:pt idx="2051">
                  <c:v>0.27711411129025093</c:v>
                </c:pt>
                <c:pt idx="2052">
                  <c:v>0.2740339158216995</c:v>
                </c:pt>
                <c:pt idx="2053">
                  <c:v>0.29667711812833947</c:v>
                </c:pt>
                <c:pt idx="2054">
                  <c:v>0.29515059616316164</c:v>
                </c:pt>
                <c:pt idx="2055">
                  <c:v>0.2935624389207302</c:v>
                </c:pt>
                <c:pt idx="2056">
                  <c:v>0.30635100724721709</c:v>
                </c:pt>
                <c:pt idx="2057">
                  <c:v>0.31806069383570168</c:v>
                </c:pt>
                <c:pt idx="2058">
                  <c:v>0.32285415746412738</c:v>
                </c:pt>
                <c:pt idx="2059">
                  <c:v>0.31306853604605722</c:v>
                </c:pt>
                <c:pt idx="2060">
                  <c:v>0.30421569008555976</c:v>
                </c:pt>
                <c:pt idx="2061">
                  <c:v>0.30322508141076332</c:v>
                </c:pt>
                <c:pt idx="2062">
                  <c:v>0.31290909509387749</c:v>
                </c:pt>
                <c:pt idx="2063">
                  <c:v>0.33340216866661665</c:v>
                </c:pt>
                <c:pt idx="2064">
                  <c:v>0.33194464123641271</c:v>
                </c:pt>
                <c:pt idx="2065">
                  <c:v>0.33211796777496139</c:v>
                </c:pt>
                <c:pt idx="2066">
                  <c:v>0.3440101032604187</c:v>
                </c:pt>
                <c:pt idx="2067">
                  <c:v>0.34789742216380587</c:v>
                </c:pt>
                <c:pt idx="2068">
                  <c:v>0.34517397697627611</c:v>
                </c:pt>
                <c:pt idx="2069">
                  <c:v>0.35691597709218797</c:v>
                </c:pt>
                <c:pt idx="2070">
                  <c:v>0.35697248955642119</c:v>
                </c:pt>
                <c:pt idx="2071">
                  <c:v>0.36100173685454434</c:v>
                </c:pt>
                <c:pt idx="2072">
                  <c:v>0.36837347573326479</c:v>
                </c:pt>
                <c:pt idx="2073">
                  <c:v>0.41757861415081238</c:v>
                </c:pt>
                <c:pt idx="2074">
                  <c:v>0.42929431379642835</c:v>
                </c:pt>
                <c:pt idx="2075">
                  <c:v>0.32839450607539461</c:v>
                </c:pt>
                <c:pt idx="2076">
                  <c:v>0.31436924654082843</c:v>
                </c:pt>
                <c:pt idx="2077">
                  <c:v>0.30700208566412024</c:v>
                </c:pt>
                <c:pt idx="2078">
                  <c:v>0.2995769703276086</c:v>
                </c:pt>
                <c:pt idx="2079">
                  <c:v>0.29079751815091992</c:v>
                </c:pt>
                <c:pt idx="2080">
                  <c:v>0.28049077070585049</c:v>
                </c:pt>
                <c:pt idx="2081">
                  <c:v>0.27765054723392196</c:v>
                </c:pt>
                <c:pt idx="2082">
                  <c:v>0.27775441844565202</c:v>
                </c:pt>
                <c:pt idx="2083">
                  <c:v>0.28809194315875231</c:v>
                </c:pt>
                <c:pt idx="2084">
                  <c:v>0.29383433009063875</c:v>
                </c:pt>
                <c:pt idx="2085">
                  <c:v>0.29775929127035883</c:v>
                </c:pt>
                <c:pt idx="2086">
                  <c:v>0.30263371857680554</c:v>
                </c:pt>
                <c:pt idx="2087">
                  <c:v>0.30517625760084044</c:v>
                </c:pt>
                <c:pt idx="2088">
                  <c:v>0.30151769478879581</c:v>
                </c:pt>
                <c:pt idx="2089">
                  <c:v>0.29965741794131201</c:v>
                </c:pt>
                <c:pt idx="2090">
                  <c:v>0.31042013727222723</c:v>
                </c:pt>
                <c:pt idx="2091">
                  <c:v>0.31506053683599083</c:v>
                </c:pt>
                <c:pt idx="2092">
                  <c:v>0.31342265641890871</c:v>
                </c:pt>
                <c:pt idx="2093">
                  <c:v>0.31617346261357926</c:v>
                </c:pt>
                <c:pt idx="2094">
                  <c:v>0.32073419813526066</c:v>
                </c:pt>
                <c:pt idx="2095">
                  <c:v>0.32377227036153955</c:v>
                </c:pt>
                <c:pt idx="2096">
                  <c:v>0.34229812259500803</c:v>
                </c:pt>
                <c:pt idx="2097">
                  <c:v>0.36230711830081297</c:v>
                </c:pt>
                <c:pt idx="2098">
                  <c:v>0.35066216991376231</c:v>
                </c:pt>
                <c:pt idx="2099">
                  <c:v>0.33222700132765404</c:v>
                </c:pt>
                <c:pt idx="2100">
                  <c:v>0.30847178338208187</c:v>
                </c:pt>
                <c:pt idx="2101">
                  <c:v>0.30969897244183242</c:v>
                </c:pt>
                <c:pt idx="2102">
                  <c:v>0.2897947705296583</c:v>
                </c:pt>
                <c:pt idx="2103">
                  <c:v>0.29266206836165354</c:v>
                </c:pt>
                <c:pt idx="2104">
                  <c:v>0.28429987533967621</c:v>
                </c:pt>
                <c:pt idx="2105">
                  <c:v>0.26989794327341105</c:v>
                </c:pt>
                <c:pt idx="2106">
                  <c:v>0.28267593684584508</c:v>
                </c:pt>
                <c:pt idx="2107">
                  <c:v>0.31461059360914301</c:v>
                </c:pt>
                <c:pt idx="2108">
                  <c:v>0.32923287569789134</c:v>
                </c:pt>
                <c:pt idx="2109">
                  <c:v>0.31859273327779924</c:v>
                </c:pt>
                <c:pt idx="2110">
                  <c:v>0.32204910576874612</c:v>
                </c:pt>
                <c:pt idx="2111">
                  <c:v>0.31071830221815649</c:v>
                </c:pt>
                <c:pt idx="2112">
                  <c:v>0.29982837113064981</c:v>
                </c:pt>
                <c:pt idx="2113">
                  <c:v>0.29582162880511681</c:v>
                </c:pt>
                <c:pt idx="2114">
                  <c:v>0.28802897248749071</c:v>
                </c:pt>
                <c:pt idx="2115">
                  <c:v>0.28917522694295378</c:v>
                </c:pt>
                <c:pt idx="2116">
                  <c:v>0.29311503325077165</c:v>
                </c:pt>
                <c:pt idx="2117">
                  <c:v>0.29568673936383677</c:v>
                </c:pt>
                <c:pt idx="2118">
                  <c:v>0.29992346518188007</c:v>
                </c:pt>
                <c:pt idx="2119">
                  <c:v>0.29560181219508008</c:v>
                </c:pt>
                <c:pt idx="2120">
                  <c:v>0.29885684637570586</c:v>
                </c:pt>
                <c:pt idx="2121">
                  <c:v>0.28995802515361641</c:v>
                </c:pt>
                <c:pt idx="2122">
                  <c:v>0.27300728314090283</c:v>
                </c:pt>
                <c:pt idx="2123">
                  <c:v>0.26712715127809344</c:v>
                </c:pt>
                <c:pt idx="2124">
                  <c:v>0.24002111510028987</c:v>
                </c:pt>
                <c:pt idx="2125">
                  <c:v>0.25036332057072469</c:v>
                </c:pt>
                <c:pt idx="2126">
                  <c:v>0.25812807098390878</c:v>
                </c:pt>
                <c:pt idx="2127">
                  <c:v>0.25844676627436136</c:v>
                </c:pt>
                <c:pt idx="2128">
                  <c:v>0.24139642697556976</c:v>
                </c:pt>
                <c:pt idx="2129">
                  <c:v>0.24312328050470991</c:v>
                </c:pt>
                <c:pt idx="2130">
                  <c:v>0.23845969772080303</c:v>
                </c:pt>
                <c:pt idx="2131">
                  <c:v>0.23944963836258509</c:v>
                </c:pt>
                <c:pt idx="2132">
                  <c:v>0.23717337708121303</c:v>
                </c:pt>
                <c:pt idx="2133">
                  <c:v>0.23576134741611413</c:v>
                </c:pt>
                <c:pt idx="2134">
                  <c:v>0.23228248139054203</c:v>
                </c:pt>
                <c:pt idx="2135">
                  <c:v>0.22873440398714182</c:v>
                </c:pt>
                <c:pt idx="2136">
                  <c:v>0.23057731498761513</c:v>
                </c:pt>
                <c:pt idx="2137">
                  <c:v>0.22740817423568951</c:v>
                </c:pt>
                <c:pt idx="2138">
                  <c:v>0.21958920481985861</c:v>
                </c:pt>
                <c:pt idx="2139">
                  <c:v>0.21795473637900578</c:v>
                </c:pt>
                <c:pt idx="2140">
                  <c:v>0.21834458688869876</c:v>
                </c:pt>
                <c:pt idx="2141">
                  <c:v>0.20992793501724588</c:v>
                </c:pt>
                <c:pt idx="2142">
                  <c:v>0.2110295011692141</c:v>
                </c:pt>
                <c:pt idx="2143">
                  <c:v>0.20455739404719825</c:v>
                </c:pt>
                <c:pt idx="2144">
                  <c:v>0.20347733367673584</c:v>
                </c:pt>
                <c:pt idx="2145">
                  <c:v>0.19160980889653875</c:v>
                </c:pt>
                <c:pt idx="2146">
                  <c:v>0.15990332694816761</c:v>
                </c:pt>
                <c:pt idx="2147">
                  <c:v>0.14323621539268169</c:v>
                </c:pt>
                <c:pt idx="2148">
                  <c:v>0.1205031844811101</c:v>
                </c:pt>
                <c:pt idx="2149">
                  <c:v>0.10123604532491598</c:v>
                </c:pt>
                <c:pt idx="2150">
                  <c:v>9.6132597593887953E-2</c:v>
                </c:pt>
                <c:pt idx="2151">
                  <c:v>0.1202818181324726</c:v>
                </c:pt>
                <c:pt idx="2152">
                  <c:v>0.14648351515349939</c:v>
                </c:pt>
                <c:pt idx="2153">
                  <c:v>0.14251854290575064</c:v>
                </c:pt>
                <c:pt idx="2154">
                  <c:v>0.13244411891004709</c:v>
                </c:pt>
                <c:pt idx="2155">
                  <c:v>0.13487214891296243</c:v>
                </c:pt>
                <c:pt idx="2156">
                  <c:v>0.14178067018350654</c:v>
                </c:pt>
                <c:pt idx="2157">
                  <c:v>0.13838675140229253</c:v>
                </c:pt>
                <c:pt idx="2158">
                  <c:v>0.15290927819701799</c:v>
                </c:pt>
                <c:pt idx="2159">
                  <c:v>0.14878637862241625</c:v>
                </c:pt>
                <c:pt idx="2160">
                  <c:v>0.12621702419343558</c:v>
                </c:pt>
                <c:pt idx="2161">
                  <c:v>0.14102253427616104</c:v>
                </c:pt>
                <c:pt idx="2162">
                  <c:v>0.1570946922104719</c:v>
                </c:pt>
                <c:pt idx="2163">
                  <c:v>0.14122294666396873</c:v>
                </c:pt>
                <c:pt idx="2164">
                  <c:v>0.14236033772818835</c:v>
                </c:pt>
                <c:pt idx="2165">
                  <c:v>0.14286705920372522</c:v>
                </c:pt>
                <c:pt idx="2166">
                  <c:v>0.13637169534891894</c:v>
                </c:pt>
                <c:pt idx="2167">
                  <c:v>0.13811192978988532</c:v>
                </c:pt>
                <c:pt idx="2168">
                  <c:v>0.13829265024860132</c:v>
                </c:pt>
                <c:pt idx="2169">
                  <c:v>0.14185645795263555</c:v>
                </c:pt>
                <c:pt idx="2170">
                  <c:v>0.14516596910836235</c:v>
                </c:pt>
                <c:pt idx="2171">
                  <c:v>0.14533598176154133</c:v>
                </c:pt>
                <c:pt idx="2172">
                  <c:v>0.16541543095540567</c:v>
                </c:pt>
                <c:pt idx="2173">
                  <c:v>0.15829449331679862</c:v>
                </c:pt>
                <c:pt idx="2174">
                  <c:v>0.15147209519978011</c:v>
                </c:pt>
                <c:pt idx="2175">
                  <c:v>0.13788906633894224</c:v>
                </c:pt>
                <c:pt idx="2176">
                  <c:v>0.13747985012350722</c:v>
                </c:pt>
                <c:pt idx="2177">
                  <c:v>0.17820595354796806</c:v>
                </c:pt>
                <c:pt idx="2178">
                  <c:v>0.14359437551465909</c:v>
                </c:pt>
                <c:pt idx="2179">
                  <c:v>0.15184265341710668</c:v>
                </c:pt>
                <c:pt idx="2180">
                  <c:v>0.15920350448946935</c:v>
                </c:pt>
                <c:pt idx="2181">
                  <c:v>0.16094501050857304</c:v>
                </c:pt>
                <c:pt idx="2182">
                  <c:v>0.15599676690723091</c:v>
                </c:pt>
                <c:pt idx="2183">
                  <c:v>0.1577546897181146</c:v>
                </c:pt>
                <c:pt idx="2184">
                  <c:v>0.17556550774758459</c:v>
                </c:pt>
                <c:pt idx="2185">
                  <c:v>0.1481896068050978</c:v>
                </c:pt>
                <c:pt idx="2186">
                  <c:v>0.15467298207389057</c:v>
                </c:pt>
                <c:pt idx="2187">
                  <c:v>0.16468471597699927</c:v>
                </c:pt>
                <c:pt idx="2188">
                  <c:v>0.16509770589480002</c:v>
                </c:pt>
                <c:pt idx="2189">
                  <c:v>0.16204133292734735</c:v>
                </c:pt>
                <c:pt idx="2190">
                  <c:v>0.16390049454963543</c:v>
                </c:pt>
                <c:pt idx="2191">
                  <c:v>0.16366854306537906</c:v>
                </c:pt>
                <c:pt idx="2192">
                  <c:v>0.16709548191431534</c:v>
                </c:pt>
                <c:pt idx="2193">
                  <c:v>0.14803444229360316</c:v>
                </c:pt>
                <c:pt idx="2194">
                  <c:v>0.15484149616803586</c:v>
                </c:pt>
                <c:pt idx="2195">
                  <c:v>0.13459740969551703</c:v>
                </c:pt>
                <c:pt idx="2196">
                  <c:v>0.17373088021020222</c:v>
                </c:pt>
                <c:pt idx="2197">
                  <c:v>0.14841897702307427</c:v>
                </c:pt>
                <c:pt idx="2198">
                  <c:v>0.17378273078630549</c:v>
                </c:pt>
                <c:pt idx="2199">
                  <c:v>0.14935279180956332</c:v>
                </c:pt>
                <c:pt idx="2200">
                  <c:v>0.14373634654623449</c:v>
                </c:pt>
                <c:pt idx="2201">
                  <c:v>0.15748923320708141</c:v>
                </c:pt>
                <c:pt idx="2202">
                  <c:v>0.16517264533517875</c:v>
                </c:pt>
                <c:pt idx="2203">
                  <c:v>0.14754255404668298</c:v>
                </c:pt>
                <c:pt idx="2204">
                  <c:v>0.14293680717166143</c:v>
                </c:pt>
                <c:pt idx="2205">
                  <c:v>0.14350048749545066</c:v>
                </c:pt>
                <c:pt idx="2206">
                  <c:v>0.14383126287953826</c:v>
                </c:pt>
                <c:pt idx="2207">
                  <c:v>0.15603812004225609</c:v>
                </c:pt>
                <c:pt idx="2208">
                  <c:v>0.14882173616563432</c:v>
                </c:pt>
                <c:pt idx="2209">
                  <c:v>0.14513969084700667</c:v>
                </c:pt>
                <c:pt idx="2210">
                  <c:v>0.13339278490815457</c:v>
                </c:pt>
                <c:pt idx="2211">
                  <c:v>0.1337870075312281</c:v>
                </c:pt>
                <c:pt idx="2212">
                  <c:v>0.13332820961548841</c:v>
                </c:pt>
                <c:pt idx="2213">
                  <c:v>0.14146682971232527</c:v>
                </c:pt>
                <c:pt idx="2214">
                  <c:v>0.14355438556595279</c:v>
                </c:pt>
                <c:pt idx="2215">
                  <c:v>0.1478720263250142</c:v>
                </c:pt>
                <c:pt idx="2216">
                  <c:v>0.13908623523392252</c:v>
                </c:pt>
                <c:pt idx="2217">
                  <c:v>0.13884949452444137</c:v>
                </c:pt>
                <c:pt idx="2218">
                  <c:v>0.14184020513990153</c:v>
                </c:pt>
                <c:pt idx="2219">
                  <c:v>0.13977321563819708</c:v>
                </c:pt>
                <c:pt idx="2220">
                  <c:v>0.14460254496155842</c:v>
                </c:pt>
                <c:pt idx="2221">
                  <c:v>0.14306688517840971</c:v>
                </c:pt>
                <c:pt idx="2222">
                  <c:v>0.1435249760423789</c:v>
                </c:pt>
                <c:pt idx="2223">
                  <c:v>0.1431028498020713</c:v>
                </c:pt>
                <c:pt idx="2224">
                  <c:v>0.14248624151821088</c:v>
                </c:pt>
                <c:pt idx="2225">
                  <c:v>0.14562129534801016</c:v>
                </c:pt>
                <c:pt idx="2226">
                  <c:v>0.14763798056886865</c:v>
                </c:pt>
                <c:pt idx="2227">
                  <c:v>0.15333693581025562</c:v>
                </c:pt>
                <c:pt idx="2228">
                  <c:v>0.15754281720247873</c:v>
                </c:pt>
                <c:pt idx="2229">
                  <c:v>0.177862162264286</c:v>
                </c:pt>
                <c:pt idx="2230">
                  <c:v>0.18137158350586466</c:v>
                </c:pt>
                <c:pt idx="2231">
                  <c:v>0.18560982440268844</c:v>
                </c:pt>
                <c:pt idx="2232">
                  <c:v>0.19208423913814254</c:v>
                </c:pt>
                <c:pt idx="2233">
                  <c:v>0.19428846662186033</c:v>
                </c:pt>
                <c:pt idx="2234">
                  <c:v>0.19449988102444987</c:v>
                </c:pt>
                <c:pt idx="2235">
                  <c:v>0.19356205945996607</c:v>
                </c:pt>
                <c:pt idx="2236">
                  <c:v>0.19240731716509055</c:v>
                </c:pt>
                <c:pt idx="2237">
                  <c:v>0.19491057907244469</c:v>
                </c:pt>
                <c:pt idx="2238">
                  <c:v>0.19501985457391666</c:v>
                </c:pt>
                <c:pt idx="2239">
                  <c:v>0.19263104222623514</c:v>
                </c:pt>
                <c:pt idx="2240">
                  <c:v>0.19371188272027218</c:v>
                </c:pt>
                <c:pt idx="2241">
                  <c:v>0.20288315867753451</c:v>
                </c:pt>
                <c:pt idx="2242">
                  <c:v>0.18962392940544662</c:v>
                </c:pt>
                <c:pt idx="2243">
                  <c:v>0.17780929513745192</c:v>
                </c:pt>
                <c:pt idx="2244">
                  <c:v>0.1615722023062586</c:v>
                </c:pt>
                <c:pt idx="2245">
                  <c:v>0.14553836065941669</c:v>
                </c:pt>
                <c:pt idx="2246">
                  <c:v>0.13943069181509896</c:v>
                </c:pt>
                <c:pt idx="2247">
                  <c:v>0.13098010915661329</c:v>
                </c:pt>
                <c:pt idx="2248">
                  <c:v>0.13559200205252117</c:v>
                </c:pt>
                <c:pt idx="2249">
                  <c:v>0.1329678034657881</c:v>
                </c:pt>
                <c:pt idx="2250">
                  <c:v>0.14068750039860461</c:v>
                </c:pt>
                <c:pt idx="2251">
                  <c:v>0.13883484168049884</c:v>
                </c:pt>
                <c:pt idx="2252">
                  <c:v>0.14411000384647124</c:v>
                </c:pt>
                <c:pt idx="2253">
                  <c:v>0.15656569929543593</c:v>
                </c:pt>
                <c:pt idx="2254">
                  <c:v>0.15760918568511664</c:v>
                </c:pt>
                <c:pt idx="2255">
                  <c:v>0.16352736758382438</c:v>
                </c:pt>
                <c:pt idx="2256">
                  <c:v>0.16721724469730506</c:v>
                </c:pt>
                <c:pt idx="2257">
                  <c:v>0.17053756589612376</c:v>
                </c:pt>
                <c:pt idx="2258">
                  <c:v>0.16892526929192753</c:v>
                </c:pt>
                <c:pt idx="2259">
                  <c:v>0.17062072256626137</c:v>
                </c:pt>
                <c:pt idx="2260">
                  <c:v>0.17235912451842272</c:v>
                </c:pt>
                <c:pt idx="2261">
                  <c:v>0.16516529848298075</c:v>
                </c:pt>
                <c:pt idx="2262">
                  <c:v>0.16399567790294201</c:v>
                </c:pt>
                <c:pt idx="2263">
                  <c:v>0.16173361773017209</c:v>
                </c:pt>
                <c:pt idx="2264">
                  <c:v>0.1620919132352403</c:v>
                </c:pt>
                <c:pt idx="2265">
                  <c:v>0.17853838152011497</c:v>
                </c:pt>
                <c:pt idx="2266">
                  <c:v>0.18550926942038093</c:v>
                </c:pt>
                <c:pt idx="2267">
                  <c:v>0.18002357502495892</c:v>
                </c:pt>
                <c:pt idx="2268">
                  <c:v>0.1782576595926616</c:v>
                </c:pt>
                <c:pt idx="2269">
                  <c:v>0.1702686675032149</c:v>
                </c:pt>
                <c:pt idx="2270">
                  <c:v>0.15711640171258487</c:v>
                </c:pt>
                <c:pt idx="2271">
                  <c:v>0.14962168037971935</c:v>
                </c:pt>
                <c:pt idx="2272">
                  <c:v>0.16505813017152057</c:v>
                </c:pt>
                <c:pt idx="2273">
                  <c:v>0.17230620608460767</c:v>
                </c:pt>
                <c:pt idx="2274">
                  <c:v>0.17538455694197772</c:v>
                </c:pt>
                <c:pt idx="2275">
                  <c:v>0.18571318619936375</c:v>
                </c:pt>
                <c:pt idx="2276">
                  <c:v>0.17988556475207756</c:v>
                </c:pt>
                <c:pt idx="2277">
                  <c:v>0.17960933218691819</c:v>
                </c:pt>
                <c:pt idx="2278">
                  <c:v>0.18150173883264897</c:v>
                </c:pt>
                <c:pt idx="2279">
                  <c:v>0.18554157039246036</c:v>
                </c:pt>
                <c:pt idx="2280">
                  <c:v>0.18211791665542421</c:v>
                </c:pt>
                <c:pt idx="2281">
                  <c:v>0.18706383431000412</c:v>
                </c:pt>
                <c:pt idx="2282">
                  <c:v>0.19234526592072151</c:v>
                </c:pt>
                <c:pt idx="2283">
                  <c:v>0.19087107920368687</c:v>
                </c:pt>
                <c:pt idx="2284">
                  <c:v>0.19789454980945226</c:v>
                </c:pt>
                <c:pt idx="2285">
                  <c:v>0.18745288393301227</c:v>
                </c:pt>
                <c:pt idx="2286">
                  <c:v>0.199819446334533</c:v>
                </c:pt>
                <c:pt idx="2287">
                  <c:v>0.18895501160784395</c:v>
                </c:pt>
                <c:pt idx="2288">
                  <c:v>0.18592160603528704</c:v>
                </c:pt>
                <c:pt idx="2289">
                  <c:v>0.17811270648158931</c:v>
                </c:pt>
                <c:pt idx="2290">
                  <c:v>0.17441806579877767</c:v>
                </c:pt>
                <c:pt idx="2291">
                  <c:v>0.17521875226458594</c:v>
                </c:pt>
                <c:pt idx="2292">
                  <c:v>0.18040209306062335</c:v>
                </c:pt>
                <c:pt idx="2293">
                  <c:v>0.17812819981148637</c:v>
                </c:pt>
                <c:pt idx="2294">
                  <c:v>0.17042597258751399</c:v>
                </c:pt>
                <c:pt idx="2295">
                  <c:v>0.16805060650399867</c:v>
                </c:pt>
                <c:pt idx="2296">
                  <c:v>0.18671914767891612</c:v>
                </c:pt>
                <c:pt idx="2297">
                  <c:v>0.1893405091381887</c:v>
                </c:pt>
                <c:pt idx="2298">
                  <c:v>0.1962300216539071</c:v>
                </c:pt>
                <c:pt idx="2299">
                  <c:v>0.20084917097750241</c:v>
                </c:pt>
                <c:pt idx="2300">
                  <c:v>0.22518992119381012</c:v>
                </c:pt>
                <c:pt idx="2301">
                  <c:v>0.25020787249584375</c:v>
                </c:pt>
                <c:pt idx="2302">
                  <c:v>0.26905072780683731</c:v>
                </c:pt>
                <c:pt idx="2303">
                  <c:v>0.28430173794359032</c:v>
                </c:pt>
                <c:pt idx="2304">
                  <c:v>0.30074898332462385</c:v>
                </c:pt>
                <c:pt idx="2305">
                  <c:v>0.30138247995000206</c:v>
                </c:pt>
                <c:pt idx="2306">
                  <c:v>0.29566455189099544</c:v>
                </c:pt>
                <c:pt idx="2307">
                  <c:v>0.29203135369901495</c:v>
                </c:pt>
                <c:pt idx="2308">
                  <c:v>0.28533555039919445</c:v>
                </c:pt>
                <c:pt idx="2309">
                  <c:v>0.28025406414629045</c:v>
                </c:pt>
                <c:pt idx="2310">
                  <c:v>0.27741788163569742</c:v>
                </c:pt>
                <c:pt idx="2311">
                  <c:v>0.27712053765205324</c:v>
                </c:pt>
                <c:pt idx="2312">
                  <c:v>0.28012664582401914</c:v>
                </c:pt>
                <c:pt idx="2313">
                  <c:v>0.27940671478465884</c:v>
                </c:pt>
                <c:pt idx="2314">
                  <c:v>0.2777698961353004</c:v>
                </c:pt>
                <c:pt idx="2315">
                  <c:v>0.28586295202176598</c:v>
                </c:pt>
                <c:pt idx="2316">
                  <c:v>0.29769741216424445</c:v>
                </c:pt>
                <c:pt idx="2317">
                  <c:v>0.30362758424700953</c:v>
                </c:pt>
                <c:pt idx="2318">
                  <c:v>0.30696178550587322</c:v>
                </c:pt>
                <c:pt idx="2319">
                  <c:v>0.30035150921208875</c:v>
                </c:pt>
                <c:pt idx="2320">
                  <c:v>0.30191449374380058</c:v>
                </c:pt>
                <c:pt idx="2321">
                  <c:v>0.29489829504127257</c:v>
                </c:pt>
                <c:pt idx="2322">
                  <c:v>0.29589822747954608</c:v>
                </c:pt>
                <c:pt idx="2323">
                  <c:v>0.29878505346437051</c:v>
                </c:pt>
                <c:pt idx="2324">
                  <c:v>0.296219087330096</c:v>
                </c:pt>
                <c:pt idx="2325">
                  <c:v>0.29280612311973886</c:v>
                </c:pt>
                <c:pt idx="2326">
                  <c:v>0.2885411306376196</c:v>
                </c:pt>
                <c:pt idx="2327">
                  <c:v>0.28937612679070962</c:v>
                </c:pt>
                <c:pt idx="2328">
                  <c:v>0.29571576685152046</c:v>
                </c:pt>
                <c:pt idx="2329">
                  <c:v>0.29692644617548386</c:v>
                </c:pt>
                <c:pt idx="2330">
                  <c:v>0.29644428439776027</c:v>
                </c:pt>
                <c:pt idx="2331">
                  <c:v>0.28901136183176312</c:v>
                </c:pt>
                <c:pt idx="2332">
                  <c:v>0.28412975050194705</c:v>
                </c:pt>
                <c:pt idx="2333">
                  <c:v>0.29230917595166994</c:v>
                </c:pt>
                <c:pt idx="2334">
                  <c:v>0.28958181491536494</c:v>
                </c:pt>
                <c:pt idx="2335">
                  <c:v>0.27802730749582338</c:v>
                </c:pt>
                <c:pt idx="2336">
                  <c:v>0.27370887201713762</c:v>
                </c:pt>
                <c:pt idx="2337">
                  <c:v>0.26838632384197419</c:v>
                </c:pt>
                <c:pt idx="2338">
                  <c:v>0.25293445728846548</c:v>
                </c:pt>
                <c:pt idx="2339">
                  <c:v>0.24145608141512298</c:v>
                </c:pt>
                <c:pt idx="2340">
                  <c:v>0.223393677785302</c:v>
                </c:pt>
                <c:pt idx="2341">
                  <c:v>0.21324008001897921</c:v>
                </c:pt>
                <c:pt idx="2342">
                  <c:v>0.21399352031308688</c:v>
                </c:pt>
                <c:pt idx="2343">
                  <c:v>0.22342439240042342</c:v>
                </c:pt>
                <c:pt idx="2344">
                  <c:v>0.22834688931072072</c:v>
                </c:pt>
                <c:pt idx="2345">
                  <c:v>0.21714535325779197</c:v>
                </c:pt>
                <c:pt idx="2346">
                  <c:v>0.20564779744458819</c:v>
                </c:pt>
                <c:pt idx="2347">
                  <c:v>0.21273939895531591</c:v>
                </c:pt>
                <c:pt idx="2348">
                  <c:v>0.19084673550629461</c:v>
                </c:pt>
                <c:pt idx="2349">
                  <c:v>0.20146487589608097</c:v>
                </c:pt>
                <c:pt idx="2350">
                  <c:v>0.19132308463868811</c:v>
                </c:pt>
                <c:pt idx="2351">
                  <c:v>0.19163465854957618</c:v>
                </c:pt>
                <c:pt idx="2352">
                  <c:v>0.1916192825458897</c:v>
                </c:pt>
                <c:pt idx="2353">
                  <c:v>0.19419324444526198</c:v>
                </c:pt>
                <c:pt idx="2354">
                  <c:v>0.20989281893436154</c:v>
                </c:pt>
                <c:pt idx="2355">
                  <c:v>0.18834436689364242</c:v>
                </c:pt>
                <c:pt idx="2356">
                  <c:v>0.19344203574749552</c:v>
                </c:pt>
                <c:pt idx="2357">
                  <c:v>0.20205214349790396</c:v>
                </c:pt>
                <c:pt idx="2358">
                  <c:v>0.24746203773384584</c:v>
                </c:pt>
                <c:pt idx="2359">
                  <c:v>0.26192252669737504</c:v>
                </c:pt>
                <c:pt idx="2360">
                  <c:v>0.26772781125887668</c:v>
                </c:pt>
                <c:pt idx="2361">
                  <c:v>0.2623909119881549</c:v>
                </c:pt>
                <c:pt idx="2362">
                  <c:v>0.27354799709131078</c:v>
                </c:pt>
                <c:pt idx="2363">
                  <c:v>0.27319458495338056</c:v>
                </c:pt>
                <c:pt idx="2364">
                  <c:v>0.27051740864643437</c:v>
                </c:pt>
                <c:pt idx="2365">
                  <c:v>0.26810529825528551</c:v>
                </c:pt>
                <c:pt idx="2366">
                  <c:v>0.27558673279113521</c:v>
                </c:pt>
                <c:pt idx="2367">
                  <c:v>0.28418796851279127</c:v>
                </c:pt>
                <c:pt idx="2368">
                  <c:v>0.28587433433749343</c:v>
                </c:pt>
                <c:pt idx="2369">
                  <c:v>0.2915349935321323</c:v>
                </c:pt>
                <c:pt idx="2370">
                  <c:v>0.30811507344277311</c:v>
                </c:pt>
                <c:pt idx="2371">
                  <c:v>0.33499772510475501</c:v>
                </c:pt>
                <c:pt idx="2372">
                  <c:v>0.34577482278034621</c:v>
                </c:pt>
                <c:pt idx="2373">
                  <c:v>0.34783564873612849</c:v>
                </c:pt>
                <c:pt idx="2374">
                  <c:v>0.34509638024548794</c:v>
                </c:pt>
                <c:pt idx="2375">
                  <c:v>0.35575430650136858</c:v>
                </c:pt>
                <c:pt idx="2376">
                  <c:v>0.35188361429614162</c:v>
                </c:pt>
                <c:pt idx="2377">
                  <c:v>0.36341124568161065</c:v>
                </c:pt>
                <c:pt idx="2378">
                  <c:v>0.35771214109220167</c:v>
                </c:pt>
                <c:pt idx="2379">
                  <c:v>0.3677850439587782</c:v>
                </c:pt>
                <c:pt idx="2380">
                  <c:v>0.36868287480397294</c:v>
                </c:pt>
                <c:pt idx="2381">
                  <c:v>0.36937074321247443</c:v>
                </c:pt>
                <c:pt idx="2382">
                  <c:v>0.37637991543563043</c:v>
                </c:pt>
                <c:pt idx="2383">
                  <c:v>0.37053142923929094</c:v>
                </c:pt>
                <c:pt idx="2384">
                  <c:v>0.38055452991239758</c:v>
                </c:pt>
                <c:pt idx="2385">
                  <c:v>0.37133000024593349</c:v>
                </c:pt>
                <c:pt idx="2386">
                  <c:v>0.35940143990875228</c:v>
                </c:pt>
                <c:pt idx="2387">
                  <c:v>0.33620627445727713</c:v>
                </c:pt>
                <c:pt idx="2388">
                  <c:v>0.33365234152032519</c:v>
                </c:pt>
                <c:pt idx="2389">
                  <c:v>0.32768330776720805</c:v>
                </c:pt>
                <c:pt idx="2390">
                  <c:v>0.32408030600962989</c:v>
                </c:pt>
                <c:pt idx="2391">
                  <c:v>0.32217990312580841</c:v>
                </c:pt>
                <c:pt idx="2392">
                  <c:v>0.32505743601075837</c:v>
                </c:pt>
                <c:pt idx="2393">
                  <c:v>0.31008736095472983</c:v>
                </c:pt>
                <c:pt idx="2394">
                  <c:v>0.30122399760968821</c:v>
                </c:pt>
                <c:pt idx="2395">
                  <c:v>0.3046808996427165</c:v>
                </c:pt>
                <c:pt idx="2396">
                  <c:v>0.2945291864018959</c:v>
                </c:pt>
                <c:pt idx="2397">
                  <c:v>0.29440276131280185</c:v>
                </c:pt>
                <c:pt idx="2398">
                  <c:v>0.29018861329462531</c:v>
                </c:pt>
                <c:pt idx="2399">
                  <c:v>0.28255191484341813</c:v>
                </c:pt>
                <c:pt idx="2400">
                  <c:v>0.27972203886847335</c:v>
                </c:pt>
                <c:pt idx="2401">
                  <c:v>0.28948218507199086</c:v>
                </c:pt>
                <c:pt idx="2402">
                  <c:v>0.28491727020289626</c:v>
                </c:pt>
                <c:pt idx="2403">
                  <c:v>0.29415221211874715</c:v>
                </c:pt>
                <c:pt idx="2404">
                  <c:v>0.29363180015475393</c:v>
                </c:pt>
                <c:pt idx="2405">
                  <c:v>0.29357468812529097</c:v>
                </c:pt>
                <c:pt idx="2406">
                  <c:v>0.29459608414017152</c:v>
                </c:pt>
                <c:pt idx="2407">
                  <c:v>0.28660772827684955</c:v>
                </c:pt>
                <c:pt idx="2408">
                  <c:v>0.28967682895287622</c:v>
                </c:pt>
                <c:pt idx="2409">
                  <c:v>0.29233761387363055</c:v>
                </c:pt>
                <c:pt idx="2410">
                  <c:v>0.2924561026119234</c:v>
                </c:pt>
                <c:pt idx="2411">
                  <c:v>0.26443926795851208</c:v>
                </c:pt>
                <c:pt idx="2412">
                  <c:v>0.23496926067371718</c:v>
                </c:pt>
                <c:pt idx="2413">
                  <c:v>0.24387844337370668</c:v>
                </c:pt>
                <c:pt idx="2414">
                  <c:v>0.26075996241952637</c:v>
                </c:pt>
                <c:pt idx="2415">
                  <c:v>0.23619685724176695</c:v>
                </c:pt>
                <c:pt idx="2416">
                  <c:v>0.22886081643413966</c:v>
                </c:pt>
                <c:pt idx="2417">
                  <c:v>0.22648560607457285</c:v>
                </c:pt>
                <c:pt idx="2418">
                  <c:v>0.2149433715831254</c:v>
                </c:pt>
                <c:pt idx="2419">
                  <c:v>0.22543170486842545</c:v>
                </c:pt>
                <c:pt idx="2420">
                  <c:v>0.2260413442334209</c:v>
                </c:pt>
                <c:pt idx="2421">
                  <c:v>0.2274870940888393</c:v>
                </c:pt>
                <c:pt idx="2422">
                  <c:v>0.22068125396369709</c:v>
                </c:pt>
                <c:pt idx="2423">
                  <c:v>0.2213838226993084</c:v>
                </c:pt>
                <c:pt idx="2424">
                  <c:v>0.24948830114009835</c:v>
                </c:pt>
                <c:pt idx="2425">
                  <c:v>0.26664309483791632</c:v>
                </c:pt>
                <c:pt idx="2426">
                  <c:v>0.28316795735303302</c:v>
                </c:pt>
                <c:pt idx="2427">
                  <c:v>0.29248719168455184</c:v>
                </c:pt>
                <c:pt idx="2428">
                  <c:v>0.31560582892901873</c:v>
                </c:pt>
                <c:pt idx="2429">
                  <c:v>0.33801948071072235</c:v>
                </c:pt>
                <c:pt idx="2430">
                  <c:v>0.36260166721063691</c:v>
                </c:pt>
                <c:pt idx="2431">
                  <c:v>0.3656172688934386</c:v>
                </c:pt>
                <c:pt idx="2432">
                  <c:v>0.35282655228541138</c:v>
                </c:pt>
                <c:pt idx="2433">
                  <c:v>0.33451136911588231</c:v>
                </c:pt>
                <c:pt idx="2434">
                  <c:v>0.31845920165419345</c:v>
                </c:pt>
                <c:pt idx="2435">
                  <c:v>0.2914329865262949</c:v>
                </c:pt>
                <c:pt idx="2436">
                  <c:v>0.26253671619341318</c:v>
                </c:pt>
                <c:pt idx="2437">
                  <c:v>0.24093037487299077</c:v>
                </c:pt>
                <c:pt idx="2438">
                  <c:v>0.25038888612601939</c:v>
                </c:pt>
                <c:pt idx="2439">
                  <c:v>0.25013262009162657</c:v>
                </c:pt>
                <c:pt idx="2440">
                  <c:v>0.25620484894378426</c:v>
                </c:pt>
                <c:pt idx="2441">
                  <c:v>0.26189560805007783</c:v>
                </c:pt>
                <c:pt idx="2442">
                  <c:v>0.26938852123072521</c:v>
                </c:pt>
                <c:pt idx="2443">
                  <c:v>0.28908635774681335</c:v>
                </c:pt>
                <c:pt idx="2444">
                  <c:v>0.30729567190980372</c:v>
                </c:pt>
                <c:pt idx="2445">
                  <c:v>0.30351632954188851</c:v>
                </c:pt>
                <c:pt idx="2446">
                  <c:v>0.32959080307005845</c:v>
                </c:pt>
                <c:pt idx="2447">
                  <c:v>0.3635689978380463</c:v>
                </c:pt>
                <c:pt idx="2448">
                  <c:v>0.36855404786379348</c:v>
                </c:pt>
                <c:pt idx="2449">
                  <c:v>0.38568947227521733</c:v>
                </c:pt>
                <c:pt idx="2450">
                  <c:v>0.37908774803467171</c:v>
                </c:pt>
                <c:pt idx="2451">
                  <c:v>0.38718658542155338</c:v>
                </c:pt>
                <c:pt idx="2452">
                  <c:v>0.39941719641480911</c:v>
                </c:pt>
                <c:pt idx="2453">
                  <c:v>0.40944746396548026</c:v>
                </c:pt>
                <c:pt idx="2454">
                  <c:v>0.40315765484401228</c:v>
                </c:pt>
                <c:pt idx="2455">
                  <c:v>0.40544055869543594</c:v>
                </c:pt>
                <c:pt idx="2456">
                  <c:v>0.39012749796483803</c:v>
                </c:pt>
                <c:pt idx="2457">
                  <c:v>0.39147446356892734</c:v>
                </c:pt>
                <c:pt idx="2458">
                  <c:v>0.37677371552253058</c:v>
                </c:pt>
                <c:pt idx="2459">
                  <c:v>0.33076433217740864</c:v>
                </c:pt>
                <c:pt idx="2460">
                  <c:v>0.29214427054771941</c:v>
                </c:pt>
                <c:pt idx="2461">
                  <c:v>0.29402748835777848</c:v>
                </c:pt>
                <c:pt idx="2462">
                  <c:v>0.33249241026574305</c:v>
                </c:pt>
                <c:pt idx="2463">
                  <c:v>0.2969537845677277</c:v>
                </c:pt>
                <c:pt idx="2464">
                  <c:v>0.28474010147549966</c:v>
                </c:pt>
                <c:pt idx="2465">
                  <c:v>0.28754820247041329</c:v>
                </c:pt>
                <c:pt idx="2466">
                  <c:v>0.27535348361394668</c:v>
                </c:pt>
                <c:pt idx="2467">
                  <c:v>0.2800168237675324</c:v>
                </c:pt>
                <c:pt idx="2468">
                  <c:v>0.26286648765008158</c:v>
                </c:pt>
                <c:pt idx="2469">
                  <c:v>0.24954170920332164</c:v>
                </c:pt>
                <c:pt idx="2470">
                  <c:v>0.28401469841409233</c:v>
                </c:pt>
                <c:pt idx="2471">
                  <c:v>0.30662083261768969</c:v>
                </c:pt>
                <c:pt idx="2472">
                  <c:v>0.30853663333199771</c:v>
                </c:pt>
                <c:pt idx="2473">
                  <c:v>0.31825954318064187</c:v>
                </c:pt>
                <c:pt idx="2474">
                  <c:v>0.34356667520163375</c:v>
                </c:pt>
                <c:pt idx="2475">
                  <c:v>0.33842456193045017</c:v>
                </c:pt>
                <c:pt idx="2476">
                  <c:v>0.33282977607487901</c:v>
                </c:pt>
                <c:pt idx="2477">
                  <c:v>0.34212754206796475</c:v>
                </c:pt>
                <c:pt idx="2478">
                  <c:v>0.33578723045942693</c:v>
                </c:pt>
                <c:pt idx="2479">
                  <c:v>0.24495396056252619</c:v>
                </c:pt>
                <c:pt idx="2480">
                  <c:v>0.28880454241678111</c:v>
                </c:pt>
                <c:pt idx="2481">
                  <c:v>0.35510170587657086</c:v>
                </c:pt>
                <c:pt idx="2482">
                  <c:v>0.24568085972875867</c:v>
                </c:pt>
                <c:pt idx="2483">
                  <c:v>0.24152882592361521</c:v>
                </c:pt>
                <c:pt idx="2484">
                  <c:v>0.2266642588645546</c:v>
                </c:pt>
                <c:pt idx="2485">
                  <c:v>0.22035922029411262</c:v>
                </c:pt>
                <c:pt idx="2486">
                  <c:v>0.20746079530688602</c:v>
                </c:pt>
                <c:pt idx="2487">
                  <c:v>0.18728021911399217</c:v>
                </c:pt>
                <c:pt idx="2488">
                  <c:v>0.1670167527874849</c:v>
                </c:pt>
                <c:pt idx="2489">
                  <c:v>0.17491711548861058</c:v>
                </c:pt>
                <c:pt idx="2490">
                  <c:v>0.19038266328209691</c:v>
                </c:pt>
                <c:pt idx="2491">
                  <c:v>0.18229807512990298</c:v>
                </c:pt>
                <c:pt idx="2492">
                  <c:v>0.17343338700749658</c:v>
                </c:pt>
                <c:pt idx="2493">
                  <c:v>0.16910049145537195</c:v>
                </c:pt>
                <c:pt idx="2494">
                  <c:v>0.17779702841824205</c:v>
                </c:pt>
                <c:pt idx="2495">
                  <c:v>0.17297735018431717</c:v>
                </c:pt>
                <c:pt idx="2496">
                  <c:v>0.18408123597009049</c:v>
                </c:pt>
                <c:pt idx="2497">
                  <c:v>0.19987172936607511</c:v>
                </c:pt>
                <c:pt idx="2498">
                  <c:v>0.21416068542727668</c:v>
                </c:pt>
                <c:pt idx="2499">
                  <c:v>0.23180584640252641</c:v>
                </c:pt>
                <c:pt idx="2500">
                  <c:v>0.23512423990018302</c:v>
                </c:pt>
                <c:pt idx="2501">
                  <c:v>0.24101375851454113</c:v>
                </c:pt>
                <c:pt idx="2502">
                  <c:v>0.24378806989912058</c:v>
                </c:pt>
                <c:pt idx="2503">
                  <c:v>0.24064355891809616</c:v>
                </c:pt>
                <c:pt idx="2504">
                  <c:v>0.23601091493739973</c:v>
                </c:pt>
                <c:pt idx="2505">
                  <c:v>0.23155275069157635</c:v>
                </c:pt>
                <c:pt idx="2506">
                  <c:v>0.22314003446342962</c:v>
                </c:pt>
                <c:pt idx="2507">
                  <c:v>0.23318316454307242</c:v>
                </c:pt>
                <c:pt idx="2508">
                  <c:v>0.24474379924778764</c:v>
                </c:pt>
                <c:pt idx="2509">
                  <c:v>0.25964747009572425</c:v>
                </c:pt>
                <c:pt idx="2510">
                  <c:v>0.26689464178689581</c:v>
                </c:pt>
                <c:pt idx="2511">
                  <c:v>0.26000402930317534</c:v>
                </c:pt>
                <c:pt idx="2512">
                  <c:v>0.26650733624007561</c:v>
                </c:pt>
                <c:pt idx="2513">
                  <c:v>0.25139366041400124</c:v>
                </c:pt>
                <c:pt idx="2514">
                  <c:v>0.25769605378496285</c:v>
                </c:pt>
                <c:pt idx="2515">
                  <c:v>0.25936807763201353</c:v>
                </c:pt>
                <c:pt idx="2516">
                  <c:v>0.26035483341597665</c:v>
                </c:pt>
                <c:pt idx="2517">
                  <c:v>0.25949054247517728</c:v>
                </c:pt>
                <c:pt idx="2518">
                  <c:v>0.27854567744813774</c:v>
                </c:pt>
                <c:pt idx="2519">
                  <c:v>0.28711615213005298</c:v>
                </c:pt>
                <c:pt idx="2520">
                  <c:v>0.29079277578669832</c:v>
                </c:pt>
                <c:pt idx="2521">
                  <c:v>0.29536434243338755</c:v>
                </c:pt>
                <c:pt idx="2522">
                  <c:v>0.29794719832236016</c:v>
                </c:pt>
                <c:pt idx="2523">
                  <c:v>0.29563125302486981</c:v>
                </c:pt>
                <c:pt idx="2524">
                  <c:v>0.30348649931085514</c:v>
                </c:pt>
                <c:pt idx="2525">
                  <c:v>0.31554195928640327</c:v>
                </c:pt>
                <c:pt idx="2526">
                  <c:v>0.31096553810040389</c:v>
                </c:pt>
                <c:pt idx="2527">
                  <c:v>0.31278014343230909</c:v>
                </c:pt>
                <c:pt idx="2528">
                  <c:v>0.31397599892540862</c:v>
                </c:pt>
                <c:pt idx="2529">
                  <c:v>0.31476643374085511</c:v>
                </c:pt>
                <c:pt idx="2530">
                  <c:v>0.31554724581187105</c:v>
                </c:pt>
                <c:pt idx="2531">
                  <c:v>0.28589424503048927</c:v>
                </c:pt>
                <c:pt idx="2532">
                  <c:v>0.26999599061263119</c:v>
                </c:pt>
                <c:pt idx="2533">
                  <c:v>0.27779717596724263</c:v>
                </c:pt>
                <c:pt idx="2534">
                  <c:v>0.25565889207343517</c:v>
                </c:pt>
                <c:pt idx="2535">
                  <c:v>0.24748738062253908</c:v>
                </c:pt>
                <c:pt idx="2536">
                  <c:v>0.25817022479055007</c:v>
                </c:pt>
                <c:pt idx="2537">
                  <c:v>0.28649346812685311</c:v>
                </c:pt>
                <c:pt idx="2538">
                  <c:v>0.30423679710540991</c:v>
                </c:pt>
                <c:pt idx="2539">
                  <c:v>0.31736607432093672</c:v>
                </c:pt>
                <c:pt idx="2540">
                  <c:v>0.31150563903671208</c:v>
                </c:pt>
                <c:pt idx="2541">
                  <c:v>0.31699647574151912</c:v>
                </c:pt>
                <c:pt idx="2542">
                  <c:v>0.34001326918952379</c:v>
                </c:pt>
                <c:pt idx="2543">
                  <c:v>0.33681914083470615</c:v>
                </c:pt>
                <c:pt idx="2544">
                  <c:v>0.33923166602477717</c:v>
                </c:pt>
                <c:pt idx="2545">
                  <c:v>0.34089325317104197</c:v>
                </c:pt>
                <c:pt idx="2546">
                  <c:v>0.34771686208147101</c:v>
                </c:pt>
                <c:pt idx="2547">
                  <c:v>0.33947185993528933</c:v>
                </c:pt>
                <c:pt idx="2548">
                  <c:v>0.33148089607142533</c:v>
                </c:pt>
                <c:pt idx="2549">
                  <c:v>0.34362452155576551</c:v>
                </c:pt>
                <c:pt idx="2550">
                  <c:v>0.34910450557146211</c:v>
                </c:pt>
                <c:pt idx="2551">
                  <c:v>0.34063629824431763</c:v>
                </c:pt>
                <c:pt idx="2552">
                  <c:v>0.33279652329358833</c:v>
                </c:pt>
                <c:pt idx="2553">
                  <c:v>0.31850347532184337</c:v>
                </c:pt>
                <c:pt idx="2554">
                  <c:v>0.27670725054104239</c:v>
                </c:pt>
                <c:pt idx="2555">
                  <c:v>0.26687147041605391</c:v>
                </c:pt>
                <c:pt idx="2556">
                  <c:v>0.23760705749259553</c:v>
                </c:pt>
                <c:pt idx="2557">
                  <c:v>0.23299523621298981</c:v>
                </c:pt>
                <c:pt idx="2558">
                  <c:v>0.21332298977876615</c:v>
                </c:pt>
                <c:pt idx="2559">
                  <c:v>0.221226852741047</c:v>
                </c:pt>
                <c:pt idx="2560">
                  <c:v>0.21285108491810636</c:v>
                </c:pt>
                <c:pt idx="2561">
                  <c:v>0.21170638220434979</c:v>
                </c:pt>
                <c:pt idx="2562">
                  <c:v>0.22117806941993315</c:v>
                </c:pt>
                <c:pt idx="2563">
                  <c:v>0.24134345260126019</c:v>
                </c:pt>
                <c:pt idx="2564">
                  <c:v>0.25740183094535685</c:v>
                </c:pt>
                <c:pt idx="2565">
                  <c:v>0.25401975594636617</c:v>
                </c:pt>
                <c:pt idx="2566">
                  <c:v>0.26522124398640851</c:v>
                </c:pt>
                <c:pt idx="2567">
                  <c:v>0.27117840344676186</c:v>
                </c:pt>
                <c:pt idx="2568">
                  <c:v>0.29664324438458872</c:v>
                </c:pt>
                <c:pt idx="2569">
                  <c:v>0.31339679935951614</c:v>
                </c:pt>
                <c:pt idx="2570">
                  <c:v>0.31113679701740588</c:v>
                </c:pt>
                <c:pt idx="2571">
                  <c:v>0.31617415721436826</c:v>
                </c:pt>
                <c:pt idx="2572">
                  <c:v>0.32189505389664164</c:v>
                </c:pt>
                <c:pt idx="2573">
                  <c:v>0.32445701626363516</c:v>
                </c:pt>
                <c:pt idx="2574">
                  <c:v>0.32378966170530005</c:v>
                </c:pt>
                <c:pt idx="2575">
                  <c:v>0.3286790966226022</c:v>
                </c:pt>
                <c:pt idx="2576">
                  <c:v>0.37066858677882236</c:v>
                </c:pt>
                <c:pt idx="2577">
                  <c:v>0.35307847989383562</c:v>
                </c:pt>
                <c:pt idx="2578">
                  <c:v>0.30910066316552121</c:v>
                </c:pt>
                <c:pt idx="2579">
                  <c:v>0.28636217426770216</c:v>
                </c:pt>
                <c:pt idx="2580">
                  <c:v>0.26574188723788167</c:v>
                </c:pt>
                <c:pt idx="2581">
                  <c:v>0.24905151471907863</c:v>
                </c:pt>
                <c:pt idx="2582">
                  <c:v>0.22339286108285084</c:v>
                </c:pt>
                <c:pt idx="2583">
                  <c:v>0.23479986454643256</c:v>
                </c:pt>
                <c:pt idx="2584">
                  <c:v>0.23550879621764831</c:v>
                </c:pt>
                <c:pt idx="2585">
                  <c:v>0.24932769407698388</c:v>
                </c:pt>
                <c:pt idx="2586">
                  <c:v>0.25296627514605868</c:v>
                </c:pt>
                <c:pt idx="2587">
                  <c:v>0.25630605248985622</c:v>
                </c:pt>
                <c:pt idx="2588">
                  <c:v>0.25197814129929375</c:v>
                </c:pt>
                <c:pt idx="2589">
                  <c:v>0.25033275700405661</c:v>
                </c:pt>
                <c:pt idx="2590">
                  <c:v>0.26443515035117071</c:v>
                </c:pt>
                <c:pt idx="2591">
                  <c:v>0.23833144183348928</c:v>
                </c:pt>
                <c:pt idx="2592">
                  <c:v>0.25912292552476474</c:v>
                </c:pt>
                <c:pt idx="2593">
                  <c:v>0.27071460638508099</c:v>
                </c:pt>
                <c:pt idx="2594">
                  <c:v>0.29527099626175557</c:v>
                </c:pt>
                <c:pt idx="2595">
                  <c:v>0.28533949960153204</c:v>
                </c:pt>
                <c:pt idx="2596">
                  <c:v>0.29644837121905776</c:v>
                </c:pt>
                <c:pt idx="2597">
                  <c:v>0.31424580456578977</c:v>
                </c:pt>
                <c:pt idx="2598">
                  <c:v>0.31016495025930813</c:v>
                </c:pt>
                <c:pt idx="2599">
                  <c:v>0.2962840791987093</c:v>
                </c:pt>
                <c:pt idx="2600">
                  <c:v>0.29357967332159268</c:v>
                </c:pt>
                <c:pt idx="2601">
                  <c:v>0.26889227892842588</c:v>
                </c:pt>
                <c:pt idx="2602">
                  <c:v>0.24606027348603732</c:v>
                </c:pt>
                <c:pt idx="2603">
                  <c:v>0.22651278409906209</c:v>
                </c:pt>
                <c:pt idx="2604">
                  <c:v>0.20431341741219719</c:v>
                </c:pt>
                <c:pt idx="2605">
                  <c:v>0.18487246240608288</c:v>
                </c:pt>
                <c:pt idx="2606">
                  <c:v>0.19368097139463011</c:v>
                </c:pt>
                <c:pt idx="2607">
                  <c:v>0.19681783643011533</c:v>
                </c:pt>
                <c:pt idx="2608">
                  <c:v>0.20103574069829638</c:v>
                </c:pt>
                <c:pt idx="2609">
                  <c:v>0.20207100395347169</c:v>
                </c:pt>
                <c:pt idx="2610">
                  <c:v>0.18856970851635438</c:v>
                </c:pt>
                <c:pt idx="2611">
                  <c:v>0.1965225420913049</c:v>
                </c:pt>
                <c:pt idx="2612">
                  <c:v>0.18074310246855332</c:v>
                </c:pt>
                <c:pt idx="2613">
                  <c:v>0.18917934027012867</c:v>
                </c:pt>
                <c:pt idx="2614">
                  <c:v>0.19467970498915843</c:v>
                </c:pt>
                <c:pt idx="2615">
                  <c:v>0.18988224645058707</c:v>
                </c:pt>
                <c:pt idx="2616">
                  <c:v>0.19360818548234918</c:v>
                </c:pt>
                <c:pt idx="2617">
                  <c:v>0.18577052999063715</c:v>
                </c:pt>
                <c:pt idx="2618">
                  <c:v>0.19464955225117331</c:v>
                </c:pt>
                <c:pt idx="2619">
                  <c:v>0.20662609194718254</c:v>
                </c:pt>
                <c:pt idx="2620">
                  <c:v>0.20769505041404304</c:v>
                </c:pt>
                <c:pt idx="2621">
                  <c:v>0.20206980076247444</c:v>
                </c:pt>
                <c:pt idx="2622">
                  <c:v>0.19738722550378154</c:v>
                </c:pt>
                <c:pt idx="2623">
                  <c:v>0.19481977667093087</c:v>
                </c:pt>
                <c:pt idx="2624">
                  <c:v>0.19498089287555614</c:v>
                </c:pt>
                <c:pt idx="2625">
                  <c:v>0.19436278574215768</c:v>
                </c:pt>
                <c:pt idx="2626">
                  <c:v>0.19242719168143765</c:v>
                </c:pt>
                <c:pt idx="2627">
                  <c:v>0.18729141543952896</c:v>
                </c:pt>
                <c:pt idx="2628">
                  <c:v>0.18789810648406186</c:v>
                </c:pt>
                <c:pt idx="2629">
                  <c:v>0.17657468336376078</c:v>
                </c:pt>
                <c:pt idx="2630">
                  <c:v>0.16543524539219859</c:v>
                </c:pt>
                <c:pt idx="2631">
                  <c:v>0.17379385227835201</c:v>
                </c:pt>
                <c:pt idx="2632">
                  <c:v>0.16555969865887357</c:v>
                </c:pt>
                <c:pt idx="2633">
                  <c:v>0.1722065153413419</c:v>
                </c:pt>
                <c:pt idx="2634">
                  <c:v>0.15937903790783409</c:v>
                </c:pt>
                <c:pt idx="2635">
                  <c:v>0.17334548814483267</c:v>
                </c:pt>
                <c:pt idx="2636">
                  <c:v>0.1835977560423403</c:v>
                </c:pt>
                <c:pt idx="2637">
                  <c:v>0.1852188010596042</c:v>
                </c:pt>
                <c:pt idx="2638">
                  <c:v>0.18806089022303588</c:v>
                </c:pt>
                <c:pt idx="2639">
                  <c:v>0.19443761273226923</c:v>
                </c:pt>
                <c:pt idx="2640">
                  <c:v>0.21552584704987435</c:v>
                </c:pt>
                <c:pt idx="2641">
                  <c:v>0.23025603933743166</c:v>
                </c:pt>
                <c:pt idx="2642">
                  <c:v>0.23545817968823607</c:v>
                </c:pt>
                <c:pt idx="2643">
                  <c:v>0.22465932508902364</c:v>
                </c:pt>
                <c:pt idx="2644">
                  <c:v>0.22472174251848753</c:v>
                </c:pt>
                <c:pt idx="2645">
                  <c:v>0.22800759048311561</c:v>
                </c:pt>
                <c:pt idx="2646">
                  <c:v>0.22826132014416067</c:v>
                </c:pt>
                <c:pt idx="2647">
                  <c:v>0.22496261509990059</c:v>
                </c:pt>
                <c:pt idx="2648">
                  <c:v>0.2217506368654108</c:v>
                </c:pt>
                <c:pt idx="2649">
                  <c:v>0.22466914054847589</c:v>
                </c:pt>
                <c:pt idx="2650">
                  <c:v>0.23316304956665401</c:v>
                </c:pt>
                <c:pt idx="2651">
                  <c:v>0.24280332462158016</c:v>
                </c:pt>
                <c:pt idx="2652">
                  <c:v>0.22061845522111412</c:v>
                </c:pt>
                <c:pt idx="2653">
                  <c:v>0.24158936500540859</c:v>
                </c:pt>
                <c:pt idx="2654">
                  <c:v>0.24189790984159826</c:v>
                </c:pt>
                <c:pt idx="2655">
                  <c:v>0.22826527333640184</c:v>
                </c:pt>
                <c:pt idx="2656">
                  <c:v>0.24236916194777355</c:v>
                </c:pt>
                <c:pt idx="2657">
                  <c:v>0.22639735471749234</c:v>
                </c:pt>
                <c:pt idx="2658">
                  <c:v>0.23155163973203224</c:v>
                </c:pt>
                <c:pt idx="2659">
                  <c:v>0.24276581680559325</c:v>
                </c:pt>
                <c:pt idx="2660">
                  <c:v>0.24693364746625385</c:v>
                </c:pt>
                <c:pt idx="2661">
                  <c:v>0.24700951179355923</c:v>
                </c:pt>
                <c:pt idx="2662">
                  <c:v>0.25617562182232778</c:v>
                </c:pt>
                <c:pt idx="2663">
                  <c:v>0.26503085339628607</c:v>
                </c:pt>
                <c:pt idx="2664">
                  <c:v>0.2571239330644628</c:v>
                </c:pt>
                <c:pt idx="2665">
                  <c:v>0.26238235391395109</c:v>
                </c:pt>
                <c:pt idx="2666">
                  <c:v>0.24887233989844407</c:v>
                </c:pt>
                <c:pt idx="2667">
                  <c:v>0.24844648998767518</c:v>
                </c:pt>
                <c:pt idx="2668">
                  <c:v>0.24378667406684482</c:v>
                </c:pt>
                <c:pt idx="2669">
                  <c:v>0.24118684192276132</c:v>
                </c:pt>
                <c:pt idx="2670">
                  <c:v>0.24023673910695831</c:v>
                </c:pt>
                <c:pt idx="2671">
                  <c:v>0.24251620277580452</c:v>
                </c:pt>
                <c:pt idx="2672">
                  <c:v>0.24274364334641707</c:v>
                </c:pt>
                <c:pt idx="2673">
                  <c:v>0.27518709003396546</c:v>
                </c:pt>
                <c:pt idx="2674">
                  <c:v>0.27119733183430161</c:v>
                </c:pt>
                <c:pt idx="2675">
                  <c:v>0.28358139600736287</c:v>
                </c:pt>
                <c:pt idx="2676">
                  <c:v>0.23854560061800625</c:v>
                </c:pt>
                <c:pt idx="2677">
                  <c:v>0.27219489349454445</c:v>
                </c:pt>
                <c:pt idx="2678">
                  <c:v>0.27743000101544846</c:v>
                </c:pt>
                <c:pt idx="2679">
                  <c:v>0.24671640434586009</c:v>
                </c:pt>
                <c:pt idx="2680">
                  <c:v>0.26206752661114069</c:v>
                </c:pt>
                <c:pt idx="2681">
                  <c:v>0.24564876769067195</c:v>
                </c:pt>
                <c:pt idx="2682">
                  <c:v>0.24365156464293403</c:v>
                </c:pt>
                <c:pt idx="2683">
                  <c:v>0.25987997966512066</c:v>
                </c:pt>
                <c:pt idx="2684">
                  <c:v>0.26222172219969625</c:v>
                </c:pt>
                <c:pt idx="2685">
                  <c:v>0.26760335042940497</c:v>
                </c:pt>
                <c:pt idx="2686">
                  <c:v>0.275317463777701</c:v>
                </c:pt>
                <c:pt idx="2687">
                  <c:v>0.25861521668844356</c:v>
                </c:pt>
                <c:pt idx="2688">
                  <c:v>0.2623829685067352</c:v>
                </c:pt>
                <c:pt idx="2689">
                  <c:v>0.25405701664195296</c:v>
                </c:pt>
                <c:pt idx="2690">
                  <c:v>0.27641669517926881</c:v>
                </c:pt>
                <c:pt idx="2691">
                  <c:v>0.28753079680190796</c:v>
                </c:pt>
                <c:pt idx="2692">
                  <c:v>0.28866413112099293</c:v>
                </c:pt>
                <c:pt idx="2693">
                  <c:v>0.27721299570320318</c:v>
                </c:pt>
                <c:pt idx="2694">
                  <c:v>0.28922352057454342</c:v>
                </c:pt>
                <c:pt idx="2695">
                  <c:v>0.30028077761989524</c:v>
                </c:pt>
                <c:pt idx="2696">
                  <c:v>0.30185336099407151</c:v>
                </c:pt>
                <c:pt idx="2697">
                  <c:v>0.30407422482118945</c:v>
                </c:pt>
                <c:pt idx="2698">
                  <c:v>0.29420655311006483</c:v>
                </c:pt>
                <c:pt idx="2699">
                  <c:v>0.25318369580493744</c:v>
                </c:pt>
                <c:pt idx="2700">
                  <c:v>0.25600047113759544</c:v>
                </c:pt>
                <c:pt idx="2701">
                  <c:v>0.26229863191637903</c:v>
                </c:pt>
                <c:pt idx="2702">
                  <c:v>0.25827993784940101</c:v>
                </c:pt>
                <c:pt idx="2703">
                  <c:v>0.24409494431964796</c:v>
                </c:pt>
                <c:pt idx="2704">
                  <c:v>0.24313887615530658</c:v>
                </c:pt>
                <c:pt idx="2705">
                  <c:v>0.25359856384727797</c:v>
                </c:pt>
                <c:pt idx="2706">
                  <c:v>0.26829620044165842</c:v>
                </c:pt>
                <c:pt idx="2707">
                  <c:v>0.26217850989826091</c:v>
                </c:pt>
                <c:pt idx="2708">
                  <c:v>0.25899925251638445</c:v>
                </c:pt>
                <c:pt idx="2709">
                  <c:v>0.25726445961241218</c:v>
                </c:pt>
                <c:pt idx="2710">
                  <c:v>0.25270735729735905</c:v>
                </c:pt>
                <c:pt idx="2711">
                  <c:v>0.25622597970562039</c:v>
                </c:pt>
                <c:pt idx="2712">
                  <c:v>0.25701857396032268</c:v>
                </c:pt>
                <c:pt idx="2713">
                  <c:v>0.25210910725758817</c:v>
                </c:pt>
                <c:pt idx="2714">
                  <c:v>0.26415411115777576</c:v>
                </c:pt>
                <c:pt idx="2715">
                  <c:v>0.26703488642406198</c:v>
                </c:pt>
                <c:pt idx="2716">
                  <c:v>0.26858690651065542</c:v>
                </c:pt>
                <c:pt idx="2717">
                  <c:v>0.25528212393629135</c:v>
                </c:pt>
                <c:pt idx="2718">
                  <c:v>0.26494747891922976</c:v>
                </c:pt>
                <c:pt idx="2719">
                  <c:v>0.25689205757359057</c:v>
                </c:pt>
                <c:pt idx="2720">
                  <c:v>0.26476133652893807</c:v>
                </c:pt>
                <c:pt idx="2721">
                  <c:v>0.24256822240503487</c:v>
                </c:pt>
                <c:pt idx="2722">
                  <c:v>0.25162844209477331</c:v>
                </c:pt>
                <c:pt idx="2723">
                  <c:v>0.24970880745412444</c:v>
                </c:pt>
                <c:pt idx="2724">
                  <c:v>0.2411791425086747</c:v>
                </c:pt>
                <c:pt idx="2725">
                  <c:v>0.24589872113519437</c:v>
                </c:pt>
                <c:pt idx="2726">
                  <c:v>0.24120547240765366</c:v>
                </c:pt>
                <c:pt idx="2727">
                  <c:v>0.22148432231635415</c:v>
                </c:pt>
                <c:pt idx="2728">
                  <c:v>0.22267718100774975</c:v>
                </c:pt>
                <c:pt idx="2729">
                  <c:v>0.22776452671331179</c:v>
                </c:pt>
                <c:pt idx="2730">
                  <c:v>0.23142261358046384</c:v>
                </c:pt>
                <c:pt idx="2731">
                  <c:v>0.22971850870226151</c:v>
                </c:pt>
                <c:pt idx="2732">
                  <c:v>0.24140429825872145</c:v>
                </c:pt>
                <c:pt idx="2733">
                  <c:v>0.24942181945695235</c:v>
                </c:pt>
                <c:pt idx="2734">
                  <c:v>0.23972468697345542</c:v>
                </c:pt>
                <c:pt idx="2735">
                  <c:v>0.24628373458703082</c:v>
                </c:pt>
                <c:pt idx="2736">
                  <c:v>0.23055809424550044</c:v>
                </c:pt>
                <c:pt idx="2737">
                  <c:v>0.23232662590794956</c:v>
                </c:pt>
                <c:pt idx="2738">
                  <c:v>0.2346061809539923</c:v>
                </c:pt>
                <c:pt idx="2739">
                  <c:v>0.24338776099758833</c:v>
                </c:pt>
                <c:pt idx="2740">
                  <c:v>0.23936348473217425</c:v>
                </c:pt>
                <c:pt idx="2741">
                  <c:v>0.24856107682597584</c:v>
                </c:pt>
                <c:pt idx="2742">
                  <c:v>0.24711429860742953</c:v>
                </c:pt>
                <c:pt idx="2743">
                  <c:v>0.24675755543804115</c:v>
                </c:pt>
                <c:pt idx="2744">
                  <c:v>0.25305050216310504</c:v>
                </c:pt>
                <c:pt idx="2745">
                  <c:v>0.25126087961866689</c:v>
                </c:pt>
                <c:pt idx="2746">
                  <c:v>0.26740644108299549</c:v>
                </c:pt>
                <c:pt idx="2747">
                  <c:v>0.27865499024128698</c:v>
                </c:pt>
                <c:pt idx="2748">
                  <c:v>0.22985115187192817</c:v>
                </c:pt>
                <c:pt idx="2749">
                  <c:v>0.20588823879037704</c:v>
                </c:pt>
                <c:pt idx="2750">
                  <c:v>0.18298486887153814</c:v>
                </c:pt>
                <c:pt idx="2751">
                  <c:v>0.18461664596654698</c:v>
                </c:pt>
                <c:pt idx="2752">
                  <c:v>0.18405765314615599</c:v>
                </c:pt>
                <c:pt idx="2753">
                  <c:v>0.1798622622437766</c:v>
                </c:pt>
                <c:pt idx="2754">
                  <c:v>0.17744480081281055</c:v>
                </c:pt>
                <c:pt idx="2755">
                  <c:v>0.19069733886310791</c:v>
                </c:pt>
                <c:pt idx="2756">
                  <c:v>0.20475570114382177</c:v>
                </c:pt>
                <c:pt idx="2757">
                  <c:v>0.21506186080549</c:v>
                </c:pt>
                <c:pt idx="2758">
                  <c:v>0.21535825199152592</c:v>
                </c:pt>
                <c:pt idx="2759">
                  <c:v>0.20827286890419705</c:v>
                </c:pt>
                <c:pt idx="2760">
                  <c:v>0.20460126999131195</c:v>
                </c:pt>
                <c:pt idx="2761">
                  <c:v>0.20827104005993519</c:v>
                </c:pt>
                <c:pt idx="2762">
                  <c:v>0.21332300840638271</c:v>
                </c:pt>
                <c:pt idx="2763">
                  <c:v>0.215775125301962</c:v>
                </c:pt>
                <c:pt idx="2764">
                  <c:v>0.20691905139637257</c:v>
                </c:pt>
                <c:pt idx="2765">
                  <c:v>0.21294257852081733</c:v>
                </c:pt>
                <c:pt idx="2766">
                  <c:v>0.21172602294716722</c:v>
                </c:pt>
                <c:pt idx="2767">
                  <c:v>0.21199525150313581</c:v>
                </c:pt>
                <c:pt idx="2768">
                  <c:v>0.22433321537498135</c:v>
                </c:pt>
                <c:pt idx="2769">
                  <c:v>0.22268481214916988</c:v>
                </c:pt>
                <c:pt idx="2770">
                  <c:v>0.20265591486463128</c:v>
                </c:pt>
                <c:pt idx="2771">
                  <c:v>0.19626824334115436</c:v>
                </c:pt>
                <c:pt idx="2772">
                  <c:v>0.17633268637144869</c:v>
                </c:pt>
                <c:pt idx="2773">
                  <c:v>0.17773870294921643</c:v>
                </c:pt>
                <c:pt idx="2774">
                  <c:v>0.17542234445243016</c:v>
                </c:pt>
                <c:pt idx="2775">
                  <c:v>0.16833435158368676</c:v>
                </c:pt>
                <c:pt idx="2776">
                  <c:v>0.18075973434665937</c:v>
                </c:pt>
                <c:pt idx="2777">
                  <c:v>0.18043035969733393</c:v>
                </c:pt>
                <c:pt idx="2778">
                  <c:v>0.19543661413039506</c:v>
                </c:pt>
                <c:pt idx="2779">
                  <c:v>0.21368214638658029</c:v>
                </c:pt>
                <c:pt idx="2780">
                  <c:v>0.23439193843671921</c:v>
                </c:pt>
                <c:pt idx="2781">
                  <c:v>0.26181582425756916</c:v>
                </c:pt>
                <c:pt idx="2782">
                  <c:v>0.27105133377798074</c:v>
                </c:pt>
                <c:pt idx="2783">
                  <c:v>0.2873130630531443</c:v>
                </c:pt>
                <c:pt idx="2784">
                  <c:v>0.30386823182001604</c:v>
                </c:pt>
                <c:pt idx="2785">
                  <c:v>0.31892765413806051</c:v>
                </c:pt>
                <c:pt idx="2786">
                  <c:v>0.34975739404726292</c:v>
                </c:pt>
                <c:pt idx="2787">
                  <c:v>0.35610847220362857</c:v>
                </c:pt>
                <c:pt idx="2788">
                  <c:v>0.36409833477425019</c:v>
                </c:pt>
                <c:pt idx="2789">
                  <c:v>0.39231398903815667</c:v>
                </c:pt>
                <c:pt idx="2790">
                  <c:v>0.39848847326305781</c:v>
                </c:pt>
                <c:pt idx="2791">
                  <c:v>0.40393669551085332</c:v>
                </c:pt>
                <c:pt idx="2792">
                  <c:v>0.41784470470876789</c:v>
                </c:pt>
                <c:pt idx="2793">
                  <c:v>0.42151661379824235</c:v>
                </c:pt>
                <c:pt idx="2794">
                  <c:v>0.40017131107176779</c:v>
                </c:pt>
                <c:pt idx="2795">
                  <c:v>0.39670705017983215</c:v>
                </c:pt>
                <c:pt idx="2796">
                  <c:v>0.36010865869453873</c:v>
                </c:pt>
                <c:pt idx="2797">
                  <c:v>0.39477643178243604</c:v>
                </c:pt>
                <c:pt idx="2798">
                  <c:v>0.38994867108100378</c:v>
                </c:pt>
                <c:pt idx="2799">
                  <c:v>0.38246562315399163</c:v>
                </c:pt>
                <c:pt idx="2800">
                  <c:v>0.39278743197607646</c:v>
                </c:pt>
                <c:pt idx="2801">
                  <c:v>0.3701290484029876</c:v>
                </c:pt>
                <c:pt idx="2802">
                  <c:v>0.34335975887420211</c:v>
                </c:pt>
                <c:pt idx="2803">
                  <c:v>0.34681743593741926</c:v>
                </c:pt>
                <c:pt idx="2804">
                  <c:v>0.36588565606586221</c:v>
                </c:pt>
                <c:pt idx="2805">
                  <c:v>0.34403079063196601</c:v>
                </c:pt>
                <c:pt idx="2806">
                  <c:v>0.33437709203647692</c:v>
                </c:pt>
                <c:pt idx="2807">
                  <c:v>0.33074903802310596</c:v>
                </c:pt>
                <c:pt idx="2808">
                  <c:v>0.31983646122030956</c:v>
                </c:pt>
                <c:pt idx="2809">
                  <c:v>0.29821192470099339</c:v>
                </c:pt>
                <c:pt idx="2810">
                  <c:v>0.28861088222595177</c:v>
                </c:pt>
                <c:pt idx="2811">
                  <c:v>0.28366562904808745</c:v>
                </c:pt>
                <c:pt idx="2812">
                  <c:v>0.28492558656748246</c:v>
                </c:pt>
                <c:pt idx="2813">
                  <c:v>0.28600028683049689</c:v>
                </c:pt>
                <c:pt idx="2814">
                  <c:v>0.29401238954343867</c:v>
                </c:pt>
                <c:pt idx="2815">
                  <c:v>0.30380296249924615</c:v>
                </c:pt>
                <c:pt idx="2816">
                  <c:v>0.32047067726064471</c:v>
                </c:pt>
                <c:pt idx="2817">
                  <c:v>0.31662575967901729</c:v>
                </c:pt>
                <c:pt idx="2818">
                  <c:v>0.32201051150746535</c:v>
                </c:pt>
                <c:pt idx="2819">
                  <c:v>0.3255647058805699</c:v>
                </c:pt>
                <c:pt idx="2820">
                  <c:v>0.29048482079911148</c:v>
                </c:pt>
                <c:pt idx="2821">
                  <c:v>0.27862664869496173</c:v>
                </c:pt>
                <c:pt idx="2822">
                  <c:v>0.27650743535133726</c:v>
                </c:pt>
                <c:pt idx="2823">
                  <c:v>0.27317898653035355</c:v>
                </c:pt>
                <c:pt idx="2824">
                  <c:v>0.27993154857557162</c:v>
                </c:pt>
                <c:pt idx="2825">
                  <c:v>0.26446345612035027</c:v>
                </c:pt>
                <c:pt idx="2826">
                  <c:v>0.27863206116766986</c:v>
                </c:pt>
                <c:pt idx="2827">
                  <c:v>0.27544138323955097</c:v>
                </c:pt>
                <c:pt idx="2828">
                  <c:v>0.28376433241243576</c:v>
                </c:pt>
                <c:pt idx="2829">
                  <c:v>0.2812185545766962</c:v>
                </c:pt>
                <c:pt idx="2830">
                  <c:v>0.2813396954367528</c:v>
                </c:pt>
                <c:pt idx="2831">
                  <c:v>0.28291670864866492</c:v>
                </c:pt>
                <c:pt idx="2832">
                  <c:v>0.29682772622403997</c:v>
                </c:pt>
                <c:pt idx="2833">
                  <c:v>0.29363194438712409</c:v>
                </c:pt>
                <c:pt idx="2834">
                  <c:v>0.2943074617310939</c:v>
                </c:pt>
                <c:pt idx="2835">
                  <c:v>0.31435304474004827</c:v>
                </c:pt>
                <c:pt idx="2836">
                  <c:v>0.33057171550142189</c:v>
                </c:pt>
                <c:pt idx="2837">
                  <c:v>0.3494587899335127</c:v>
                </c:pt>
                <c:pt idx="2838">
                  <c:v>0.33749743216447115</c:v>
                </c:pt>
                <c:pt idx="2839">
                  <c:v>0.34842578627249365</c:v>
                </c:pt>
                <c:pt idx="2840">
                  <c:v>0.33966507463872503</c:v>
                </c:pt>
                <c:pt idx="2841">
                  <c:v>0.3246975846345147</c:v>
                </c:pt>
                <c:pt idx="2842">
                  <c:v>0.29559436628264768</c:v>
                </c:pt>
                <c:pt idx="2843">
                  <c:v>0.25823410581090933</c:v>
                </c:pt>
                <c:pt idx="2844">
                  <c:v>0.23848188159038841</c:v>
                </c:pt>
                <c:pt idx="2845">
                  <c:v>0.22246224592964747</c:v>
                </c:pt>
                <c:pt idx="2846">
                  <c:v>0.25208383460414818</c:v>
                </c:pt>
                <c:pt idx="2847">
                  <c:v>0.26372739499744485</c:v>
                </c:pt>
                <c:pt idx="2848">
                  <c:v>0.25389026722237618</c:v>
                </c:pt>
                <c:pt idx="2849">
                  <c:v>0.26214855797826464</c:v>
                </c:pt>
                <c:pt idx="2850">
                  <c:v>0.25311976095398359</c:v>
                </c:pt>
                <c:pt idx="2851">
                  <c:v>0.25071337030126711</c:v>
                </c:pt>
                <c:pt idx="2852">
                  <c:v>0.24950461383349445</c:v>
                </c:pt>
                <c:pt idx="2853">
                  <c:v>0.24247694976626985</c:v>
                </c:pt>
                <c:pt idx="2854">
                  <c:v>0.23614923182851916</c:v>
                </c:pt>
                <c:pt idx="2855">
                  <c:v>0.22971803124566437</c:v>
                </c:pt>
                <c:pt idx="2856">
                  <c:v>0.24113125630062832</c:v>
                </c:pt>
                <c:pt idx="2857">
                  <c:v>0.24015543329468778</c:v>
                </c:pt>
                <c:pt idx="2858">
                  <c:v>0.23704227130937519</c:v>
                </c:pt>
                <c:pt idx="2859">
                  <c:v>0.23369249193708261</c:v>
                </c:pt>
                <c:pt idx="2860">
                  <c:v>0.21557669682352212</c:v>
                </c:pt>
                <c:pt idx="2861">
                  <c:v>0.23757520633969853</c:v>
                </c:pt>
                <c:pt idx="2862">
                  <c:v>0.23881496060640406</c:v>
                </c:pt>
                <c:pt idx="2863">
                  <c:v>0.2513556040071015</c:v>
                </c:pt>
                <c:pt idx="2864">
                  <c:v>0.23432004111148047</c:v>
                </c:pt>
                <c:pt idx="2865">
                  <c:v>0.19880914047094597</c:v>
                </c:pt>
                <c:pt idx="2866">
                  <c:v>0.17563958608655739</c:v>
                </c:pt>
                <c:pt idx="2867">
                  <c:v>0.16568832838237865</c:v>
                </c:pt>
                <c:pt idx="2868">
                  <c:v>0.17181039112232974</c:v>
                </c:pt>
                <c:pt idx="2869">
                  <c:v>0.16331125630279134</c:v>
                </c:pt>
                <c:pt idx="2870">
                  <c:v>0.16133372786687594</c:v>
                </c:pt>
                <c:pt idx="2871">
                  <c:v>0.16295906831390153</c:v>
                </c:pt>
                <c:pt idx="2872">
                  <c:v>0.16920546247426241</c:v>
                </c:pt>
                <c:pt idx="2873">
                  <c:v>0.19523081638139583</c:v>
                </c:pt>
                <c:pt idx="2874">
                  <c:v>0.20951548756252653</c:v>
                </c:pt>
                <c:pt idx="2875">
                  <c:v>0.20434342238736025</c:v>
                </c:pt>
                <c:pt idx="2876">
                  <c:v>0.22138260832041387</c:v>
                </c:pt>
                <c:pt idx="2877">
                  <c:v>0.2224963498842335</c:v>
                </c:pt>
                <c:pt idx="2878">
                  <c:v>0.2350210500592966</c:v>
                </c:pt>
                <c:pt idx="2879">
                  <c:v>0.24974329422369923</c:v>
                </c:pt>
                <c:pt idx="2880">
                  <c:v>0.24597047613712422</c:v>
                </c:pt>
                <c:pt idx="2881">
                  <c:v>0.25176957249995385</c:v>
                </c:pt>
                <c:pt idx="2882">
                  <c:v>0.25322414411222743</c:v>
                </c:pt>
                <c:pt idx="2883">
                  <c:v>0.28271361444948312</c:v>
                </c:pt>
                <c:pt idx="2884">
                  <c:v>0.31546332930028426</c:v>
                </c:pt>
                <c:pt idx="2885">
                  <c:v>0.33863190866917853</c:v>
                </c:pt>
                <c:pt idx="2886">
                  <c:v>0.31968884449791796</c:v>
                </c:pt>
                <c:pt idx="2887">
                  <c:v>0.32730840473466333</c:v>
                </c:pt>
                <c:pt idx="2888">
                  <c:v>0.33896122010593371</c:v>
                </c:pt>
                <c:pt idx="2889">
                  <c:v>0.35083926694324513</c:v>
                </c:pt>
                <c:pt idx="2890">
                  <c:v>0.36966631490266222</c:v>
                </c:pt>
                <c:pt idx="2891">
                  <c:v>0.36975124494703238</c:v>
                </c:pt>
                <c:pt idx="2892">
                  <c:v>0.35666662695175583</c:v>
                </c:pt>
                <c:pt idx="2893">
                  <c:v>0.36941300770554258</c:v>
                </c:pt>
                <c:pt idx="2894">
                  <c:v>0.36237686058900864</c:v>
                </c:pt>
                <c:pt idx="2895">
                  <c:v>0.35573649347990505</c:v>
                </c:pt>
                <c:pt idx="2896">
                  <c:v>0.36627083313526809</c:v>
                </c:pt>
                <c:pt idx="2897">
                  <c:v>0.35082788549228666</c:v>
                </c:pt>
                <c:pt idx="2898">
                  <c:v>0.35945906580962211</c:v>
                </c:pt>
                <c:pt idx="2899">
                  <c:v>0.35741251647588834</c:v>
                </c:pt>
                <c:pt idx="2900">
                  <c:v>0.35076274868734281</c:v>
                </c:pt>
                <c:pt idx="2901">
                  <c:v>0.34692212632358022</c:v>
                </c:pt>
                <c:pt idx="2902">
                  <c:v>0.33733656081969476</c:v>
                </c:pt>
                <c:pt idx="2903">
                  <c:v>0.34296347865992305</c:v>
                </c:pt>
                <c:pt idx="2904">
                  <c:v>0.33962997832631142</c:v>
                </c:pt>
                <c:pt idx="2905">
                  <c:v>0.34050414551262803</c:v>
                </c:pt>
                <c:pt idx="2906">
                  <c:v>0.34397702948371695</c:v>
                </c:pt>
                <c:pt idx="2907">
                  <c:v>0.33546327474160009</c:v>
                </c:pt>
                <c:pt idx="2908">
                  <c:v>0.32893566764781379</c:v>
                </c:pt>
                <c:pt idx="2909">
                  <c:v>0.33391315734089694</c:v>
                </c:pt>
                <c:pt idx="2910">
                  <c:v>0.33006585345097333</c:v>
                </c:pt>
                <c:pt idx="2911">
                  <c:v>0.32669809779544828</c:v>
                </c:pt>
                <c:pt idx="2912">
                  <c:v>0.33192296294961715</c:v>
                </c:pt>
                <c:pt idx="2913">
                  <c:v>0.34798125020886739</c:v>
                </c:pt>
                <c:pt idx="2914">
                  <c:v>0.35206430819475937</c:v>
                </c:pt>
                <c:pt idx="2915">
                  <c:v>0.34573071647368719</c:v>
                </c:pt>
                <c:pt idx="2916">
                  <c:v>0.3590253123619167</c:v>
                </c:pt>
                <c:pt idx="2917">
                  <c:v>0.37847618769391722</c:v>
                </c:pt>
                <c:pt idx="2918">
                  <c:v>0.38513122893584723</c:v>
                </c:pt>
                <c:pt idx="2919">
                  <c:v>0.38072794452764841</c:v>
                </c:pt>
                <c:pt idx="2920">
                  <c:v>0.37539198171876925</c:v>
                </c:pt>
                <c:pt idx="2921">
                  <c:v>0.35805713257435579</c:v>
                </c:pt>
                <c:pt idx="2922">
                  <c:v>0.36298449281110629</c:v>
                </c:pt>
                <c:pt idx="2923">
                  <c:v>0.37526452244134645</c:v>
                </c:pt>
                <c:pt idx="2924">
                  <c:v>0.38302416844986498</c:v>
                </c:pt>
                <c:pt idx="2925">
                  <c:v>0.38251128850702609</c:v>
                </c:pt>
                <c:pt idx="2926">
                  <c:v>0.36658868597540895</c:v>
                </c:pt>
                <c:pt idx="2927">
                  <c:v>0.35714183614806599</c:v>
                </c:pt>
                <c:pt idx="2928">
                  <c:v>0.3609395831343884</c:v>
                </c:pt>
                <c:pt idx="2929">
                  <c:v>0.34652254030846158</c:v>
                </c:pt>
                <c:pt idx="2930">
                  <c:v>0.33537981876282397</c:v>
                </c:pt>
                <c:pt idx="2931">
                  <c:v>0.34773710855313311</c:v>
                </c:pt>
                <c:pt idx="2932">
                  <c:v>0.35391817594556491</c:v>
                </c:pt>
                <c:pt idx="2933">
                  <c:v>0.37017585934876118</c:v>
                </c:pt>
                <c:pt idx="2934">
                  <c:v>0.39524561350033727</c:v>
                </c:pt>
                <c:pt idx="2935">
                  <c:v>0.42426662282338079</c:v>
                </c:pt>
                <c:pt idx="2936">
                  <c:v>0.4139112225392868</c:v>
                </c:pt>
                <c:pt idx="2937">
                  <c:v>0.41784699779307838</c:v>
                </c:pt>
                <c:pt idx="2938">
                  <c:v>0.38788326552056795</c:v>
                </c:pt>
                <c:pt idx="2939">
                  <c:v>0.36171414817062192</c:v>
                </c:pt>
                <c:pt idx="2940">
                  <c:v>0.31914637215674757</c:v>
                </c:pt>
                <c:pt idx="2941">
                  <c:v>0.20950641388089661</c:v>
                </c:pt>
                <c:pt idx="2942">
                  <c:v>0.33216969251166889</c:v>
                </c:pt>
                <c:pt idx="2943">
                  <c:v>0.41082613707403942</c:v>
                </c:pt>
                <c:pt idx="2944">
                  <c:v>0.32567531275439748</c:v>
                </c:pt>
                <c:pt idx="2945">
                  <c:v>0.31943979972996694</c:v>
                </c:pt>
                <c:pt idx="2946">
                  <c:v>0.3073489688370894</c:v>
                </c:pt>
                <c:pt idx="2947">
                  <c:v>0.31417483785642658</c:v>
                </c:pt>
                <c:pt idx="2948">
                  <c:v>0.32500346613039471</c:v>
                </c:pt>
                <c:pt idx="2949">
                  <c:v>0.33973812910934387</c:v>
                </c:pt>
                <c:pt idx="2950">
                  <c:v>0.35241064189240229</c:v>
                </c:pt>
                <c:pt idx="2951">
                  <c:v>0.33809554216701337</c:v>
                </c:pt>
                <c:pt idx="2952">
                  <c:v>0.34752014489000543</c:v>
                </c:pt>
                <c:pt idx="2953">
                  <c:v>0.38098571159435601</c:v>
                </c:pt>
                <c:pt idx="2954">
                  <c:v>0.40318849586748229</c:v>
                </c:pt>
                <c:pt idx="2955">
                  <c:v>0.39408532279845515</c:v>
                </c:pt>
                <c:pt idx="2956">
                  <c:v>0.39469154370140452</c:v>
                </c:pt>
                <c:pt idx="2957">
                  <c:v>0.39852035750715326</c:v>
                </c:pt>
                <c:pt idx="2958">
                  <c:v>0.38875401553026379</c:v>
                </c:pt>
                <c:pt idx="2959">
                  <c:v>0.38088803469817079</c:v>
                </c:pt>
                <c:pt idx="2960">
                  <c:v>0.36277097099976302</c:v>
                </c:pt>
                <c:pt idx="2961">
                  <c:v>0.36736804884599555</c:v>
                </c:pt>
                <c:pt idx="2962">
                  <c:v>0.40439865832114885</c:v>
                </c:pt>
                <c:pt idx="2963">
                  <c:v>0.4221108552495747</c:v>
                </c:pt>
                <c:pt idx="2964">
                  <c:v>0.39281766572176585</c:v>
                </c:pt>
                <c:pt idx="2965">
                  <c:v>0.36199250566214952</c:v>
                </c:pt>
                <c:pt idx="2966">
                  <c:v>0.32026236896971322</c:v>
                </c:pt>
                <c:pt idx="2967">
                  <c:v>0.3149065207256187</c:v>
                </c:pt>
                <c:pt idx="2968">
                  <c:v>0.308275566148355</c:v>
                </c:pt>
                <c:pt idx="2969">
                  <c:v>0.3297241826193556</c:v>
                </c:pt>
                <c:pt idx="2970">
                  <c:v>0.31532504216605495</c:v>
                </c:pt>
                <c:pt idx="2971">
                  <c:v>0.31942865807451926</c:v>
                </c:pt>
                <c:pt idx="2972">
                  <c:v>0.32149294621972052</c:v>
                </c:pt>
                <c:pt idx="2973">
                  <c:v>0.3277888094540739</c:v>
                </c:pt>
                <c:pt idx="2974">
                  <c:v>0.30472775699407323</c:v>
                </c:pt>
                <c:pt idx="2975">
                  <c:v>0.30652636961535529</c:v>
                </c:pt>
                <c:pt idx="2976">
                  <c:v>0.31077705376727266</c:v>
                </c:pt>
                <c:pt idx="2977">
                  <c:v>0.30656789865960071</c:v>
                </c:pt>
                <c:pt idx="2978">
                  <c:v>0.29769583739144995</c:v>
                </c:pt>
                <c:pt idx="2979">
                  <c:v>0.28974491099616023</c:v>
                </c:pt>
                <c:pt idx="2980">
                  <c:v>0.28945731477865189</c:v>
                </c:pt>
                <c:pt idx="2981">
                  <c:v>0.28971069849881609</c:v>
                </c:pt>
                <c:pt idx="2982">
                  <c:v>0.28621926872001757</c:v>
                </c:pt>
                <c:pt idx="2983">
                  <c:v>0.28304592457417938</c:v>
                </c:pt>
                <c:pt idx="2984">
                  <c:v>0.29534657295245303</c:v>
                </c:pt>
                <c:pt idx="2985">
                  <c:v>0.29667151737845887</c:v>
                </c:pt>
                <c:pt idx="2986">
                  <c:v>0.25927031959585617</c:v>
                </c:pt>
                <c:pt idx="2987">
                  <c:v>0.28183898230691601</c:v>
                </c:pt>
                <c:pt idx="2988">
                  <c:v>0.26017077585904719</c:v>
                </c:pt>
                <c:pt idx="2989">
                  <c:v>0.24457335208529546</c:v>
                </c:pt>
                <c:pt idx="2990">
                  <c:v>0.24714347168757367</c:v>
                </c:pt>
                <c:pt idx="2991">
                  <c:v>0.23759651683080665</c:v>
                </c:pt>
                <c:pt idx="2992">
                  <c:v>0.26162510965269947</c:v>
                </c:pt>
                <c:pt idx="2993">
                  <c:v>0.22133718084158452</c:v>
                </c:pt>
                <c:pt idx="2994">
                  <c:v>0.23008763939837706</c:v>
                </c:pt>
                <c:pt idx="2995">
                  <c:v>0.24814722626763785</c:v>
                </c:pt>
                <c:pt idx="2996">
                  <c:v>0.24237021189689828</c:v>
                </c:pt>
                <c:pt idx="2997">
                  <c:v>0.2508503665798571</c:v>
                </c:pt>
                <c:pt idx="2998">
                  <c:v>0.27649891115367042</c:v>
                </c:pt>
                <c:pt idx="2999">
                  <c:v>0.33594362984618192</c:v>
                </c:pt>
                <c:pt idx="3000">
                  <c:v>0.38197025861006317</c:v>
                </c:pt>
                <c:pt idx="3001">
                  <c:v>0.63219914794005472</c:v>
                </c:pt>
                <c:pt idx="3002">
                  <c:v>0.80859863271289689</c:v>
                </c:pt>
                <c:pt idx="3003">
                  <c:v>0.84296872518162647</c:v>
                </c:pt>
                <c:pt idx="3004">
                  <c:v>0.88642864980519043</c:v>
                </c:pt>
                <c:pt idx="3005">
                  <c:v>0.91841654831923647</c:v>
                </c:pt>
                <c:pt idx="3006">
                  <c:v>0.97450487930039265</c:v>
                </c:pt>
                <c:pt idx="3007">
                  <c:v>1.0258240190953294</c:v>
                </c:pt>
                <c:pt idx="3008">
                  <c:v>1.0423653654117007</c:v>
                </c:pt>
                <c:pt idx="3009">
                  <c:v>1.0787767020674084</c:v>
                </c:pt>
                <c:pt idx="3010">
                  <c:v>1.218948175700781</c:v>
                </c:pt>
                <c:pt idx="3011">
                  <c:v>0.91434896009451982</c:v>
                </c:pt>
                <c:pt idx="3012">
                  <c:v>0.90037047858443542</c:v>
                </c:pt>
                <c:pt idx="3013">
                  <c:v>0.83600355879043498</c:v>
                </c:pt>
                <c:pt idx="3014">
                  <c:v>0.82421343901022048</c:v>
                </c:pt>
                <c:pt idx="3015">
                  <c:v>0.56460953541772951</c:v>
                </c:pt>
                <c:pt idx="3016">
                  <c:v>1.5266141357517539E-2</c:v>
                </c:pt>
                <c:pt idx="3017">
                  <c:v>7.5399948163602671E-3</c:v>
                </c:pt>
                <c:pt idx="3018">
                  <c:v>2.6157932848463782E-3</c:v>
                </c:pt>
                <c:pt idx="3019">
                  <c:v>1.1134882516126118E-3</c:v>
                </c:pt>
                <c:pt idx="3020">
                  <c:v>7.7198477416290975E-4</c:v>
                </c:pt>
                <c:pt idx="3021">
                  <c:v>3.8852698897540893E-4</c:v>
                </c:pt>
                <c:pt idx="3022">
                  <c:v>5.6006143940051385E-4</c:v>
                </c:pt>
                <c:pt idx="3023">
                  <c:v>8.3331640375839235E-4</c:v>
                </c:pt>
                <c:pt idx="3024">
                  <c:v>5.3886674846711168E-4</c:v>
                </c:pt>
                <c:pt idx="3025">
                  <c:v>3.8777181975163937E-4</c:v>
                </c:pt>
                <c:pt idx="3026">
                  <c:v>2.6687974930278549E-4</c:v>
                </c:pt>
                <c:pt idx="3027">
                  <c:v>2.0631832512937913E-4</c:v>
                </c:pt>
                <c:pt idx="3028">
                  <c:v>1.4295897615141184E-4</c:v>
                </c:pt>
                <c:pt idx="3029">
                  <c:v>1.034753692940232E-4</c:v>
                </c:pt>
                <c:pt idx="3030">
                  <c:v>-7.3309418771515365E-6</c:v>
                </c:pt>
                <c:pt idx="3031">
                  <c:v>-1.471117968529364E-4</c:v>
                </c:pt>
                <c:pt idx="3032">
                  <c:v>-1.6990792606781391E-3</c:v>
                </c:pt>
                <c:pt idx="3033">
                  <c:v>-3.257868188373128E-3</c:v>
                </c:pt>
                <c:pt idx="3034">
                  <c:v>-3.1195773308956391E-3</c:v>
                </c:pt>
                <c:pt idx="3035">
                  <c:v>-2.9269456218305435E-3</c:v>
                </c:pt>
                <c:pt idx="3036">
                  <c:v>-2.8067464183301259E-3</c:v>
                </c:pt>
                <c:pt idx="3037">
                  <c:v>-2.7763409916855136E-3</c:v>
                </c:pt>
                <c:pt idx="3038">
                  <c:v>-2.517540289481892E-3</c:v>
                </c:pt>
                <c:pt idx="3039">
                  <c:v>-2.2738816897593219E-3</c:v>
                </c:pt>
                <c:pt idx="3040">
                  <c:v>-2.1621660182686905E-3</c:v>
                </c:pt>
                <c:pt idx="3041">
                  <c:v>5.5341228234502017E-4</c:v>
                </c:pt>
                <c:pt idx="3042">
                  <c:v>8.6416568684882431E-4</c:v>
                </c:pt>
                <c:pt idx="3043">
                  <c:v>5.7394862001208932E-4</c:v>
                </c:pt>
                <c:pt idx="3044">
                  <c:v>3.990901318084872E-4</c:v>
                </c:pt>
                <c:pt idx="3045">
                  <c:v>2.8525892074305308E-4</c:v>
                </c:pt>
                <c:pt idx="3046">
                  <c:v>2.7280001954749493E-4</c:v>
                </c:pt>
                <c:pt idx="3047">
                  <c:v>2.15975963959881E-4</c:v>
                </c:pt>
                <c:pt idx="3048">
                  <c:v>2.3372977935893352E-4</c:v>
                </c:pt>
                <c:pt idx="3049">
                  <c:v>2.5060776410898243E-4</c:v>
                </c:pt>
                <c:pt idx="3050">
                  <c:v>2.1081080012879419E-4</c:v>
                </c:pt>
                <c:pt idx="3051">
                  <c:v>2.3468357074275941E-4</c:v>
                </c:pt>
                <c:pt idx="3052">
                  <c:v>1.8570999889834221E-4</c:v>
                </c:pt>
                <c:pt idx="3053">
                  <c:v>2.0679432946091726E-4</c:v>
                </c:pt>
                <c:pt idx="3054">
                  <c:v>2.5323224450393521E-4</c:v>
                </c:pt>
                <c:pt idx="3055">
                  <c:v>2.2798090680774326E-4</c:v>
                </c:pt>
                <c:pt idx="3056">
                  <c:v>-3.9239166349210649E-4</c:v>
                </c:pt>
                <c:pt idx="3057">
                  <c:v>-1.8686807210166112E-3</c:v>
                </c:pt>
                <c:pt idx="3058">
                  <c:v>-1.7611996909060327E-3</c:v>
                </c:pt>
                <c:pt idx="3059">
                  <c:v>-1.68165042593671E-3</c:v>
                </c:pt>
                <c:pt idx="3060">
                  <c:v>-1.7110506102562268E-3</c:v>
                </c:pt>
                <c:pt idx="3061">
                  <c:v>-2.0565429184915408E-3</c:v>
                </c:pt>
                <c:pt idx="3062">
                  <c:v>-1.6394983230316538E-3</c:v>
                </c:pt>
                <c:pt idx="3063">
                  <c:v>-1.5612200882837422E-3</c:v>
                </c:pt>
                <c:pt idx="3064">
                  <c:v>-1.5698181764399149E-3</c:v>
                </c:pt>
                <c:pt idx="3065">
                  <c:v>2.6478258399883857E-4</c:v>
                </c:pt>
                <c:pt idx="3066">
                  <c:v>4.3613049193429914E-4</c:v>
                </c:pt>
                <c:pt idx="3067">
                  <c:v>2.9278365280408658E-4</c:v>
                </c:pt>
                <c:pt idx="3068">
                  <c:v>2.5736559623638851E-4</c:v>
                </c:pt>
                <c:pt idx="3069">
                  <c:v>2.4604585185950673E-4</c:v>
                </c:pt>
                <c:pt idx="3070">
                  <c:v>1.5370902029257643E-4</c:v>
                </c:pt>
                <c:pt idx="3071">
                  <c:v>2.0504246945549467E-4</c:v>
                </c:pt>
                <c:pt idx="3072">
                  <c:v>1.5623881566973212E-4</c:v>
                </c:pt>
                <c:pt idx="3073">
                  <c:v>2.2365970504377691E-4</c:v>
                </c:pt>
                <c:pt idx="3074">
                  <c:v>1.5014480143133791E-4</c:v>
                </c:pt>
                <c:pt idx="3075">
                  <c:v>2.1259168662842061E-4</c:v>
                </c:pt>
                <c:pt idx="3076">
                  <c:v>1.7992225783108759E-4</c:v>
                </c:pt>
                <c:pt idx="3077">
                  <c:v>1.8472991098176101E-4</c:v>
                </c:pt>
                <c:pt idx="3078">
                  <c:v>1.7004070560020066E-4</c:v>
                </c:pt>
                <c:pt idx="3079">
                  <c:v>7.3850863699100066E-5</c:v>
                </c:pt>
                <c:pt idx="3080">
                  <c:v>-3.211788898335323E-4</c:v>
                </c:pt>
                <c:pt idx="3081">
                  <c:v>4.0351246882214817E-4</c:v>
                </c:pt>
                <c:pt idx="3082">
                  <c:v>-4.7291739210715409E-4</c:v>
                </c:pt>
                <c:pt idx="3083">
                  <c:v>-2.8465013622255749E-4</c:v>
                </c:pt>
                <c:pt idx="3084">
                  <c:v>4.3111079078556631E-5</c:v>
                </c:pt>
                <c:pt idx="3085">
                  <c:v>3.5223143143056092E-4</c:v>
                </c:pt>
                <c:pt idx="3086">
                  <c:v>3.8833681012222752E-4</c:v>
                </c:pt>
                <c:pt idx="3087">
                  <c:v>5.8885090277677871E-4</c:v>
                </c:pt>
                <c:pt idx="3088">
                  <c:v>6.9587465216669855E-4</c:v>
                </c:pt>
                <c:pt idx="3089">
                  <c:v>4.099643758630331E-4</c:v>
                </c:pt>
                <c:pt idx="3090">
                  <c:v>9.3922357596735033E-5</c:v>
                </c:pt>
                <c:pt idx="3091">
                  <c:v>-9.8280342110869672E-4</c:v>
                </c:pt>
                <c:pt idx="3092">
                  <c:v>-1.5242872182513964E-3</c:v>
                </c:pt>
                <c:pt idx="3093">
                  <c:v>-1.6969693662293327E-3</c:v>
                </c:pt>
                <c:pt idx="3094">
                  <c:v>-1.727192361625583E-3</c:v>
                </c:pt>
                <c:pt idx="3095">
                  <c:v>5.9710886355379483E-5</c:v>
                </c:pt>
                <c:pt idx="3096">
                  <c:v>3.2718757574882172E-4</c:v>
                </c:pt>
                <c:pt idx="3097">
                  <c:v>2.6094684828449144E-4</c:v>
                </c:pt>
                <c:pt idx="3098">
                  <c:v>2.8254921980892502E-4</c:v>
                </c:pt>
                <c:pt idx="3099">
                  <c:v>2.4123936315314441E-4</c:v>
                </c:pt>
                <c:pt idx="3100">
                  <c:v>2.3600092428502337E-4</c:v>
                </c:pt>
                <c:pt idx="3101">
                  <c:v>2.2483133285162903E-4</c:v>
                </c:pt>
                <c:pt idx="3102">
                  <c:v>2.4646650792184432E-4</c:v>
                </c:pt>
                <c:pt idx="3103">
                  <c:v>1.8573461950115497E-4</c:v>
                </c:pt>
                <c:pt idx="3104">
                  <c:v>-6.1981638541431887E-4</c:v>
                </c:pt>
                <c:pt idx="3105">
                  <c:v>-1.7865085600945324E-3</c:v>
                </c:pt>
                <c:pt idx="3106">
                  <c:v>-1.7432712319930808E-3</c:v>
                </c:pt>
                <c:pt idx="3107">
                  <c:v>-1.1997829516373168E-3</c:v>
                </c:pt>
                <c:pt idx="3108">
                  <c:v>-4.3762523199565622E-4</c:v>
                </c:pt>
                <c:pt idx="3109">
                  <c:v>-2.4208841596017999E-4</c:v>
                </c:pt>
                <c:pt idx="3110">
                  <c:v>2.9349290734979397E-2</c:v>
                </c:pt>
                <c:pt idx="3111">
                  <c:v>0.36465068148001162</c:v>
                </c:pt>
                <c:pt idx="3112">
                  <c:v>0.15962177924594784</c:v>
                </c:pt>
                <c:pt idx="3113">
                  <c:v>0.17381376627455372</c:v>
                </c:pt>
                <c:pt idx="3114">
                  <c:v>0.18755115495371422</c:v>
                </c:pt>
                <c:pt idx="3115">
                  <c:v>0.17544348743201191</c:v>
                </c:pt>
                <c:pt idx="3116">
                  <c:v>0.17560122833934952</c:v>
                </c:pt>
                <c:pt idx="3117">
                  <c:v>0.1696519162988368</c:v>
                </c:pt>
                <c:pt idx="3118">
                  <c:v>0.16902961825942101</c:v>
                </c:pt>
                <c:pt idx="3119">
                  <c:v>0.1556472694311784</c:v>
                </c:pt>
                <c:pt idx="3120">
                  <c:v>0.15683540090376741</c:v>
                </c:pt>
                <c:pt idx="3121">
                  <c:v>0.15994256338350726</c:v>
                </c:pt>
                <c:pt idx="3122">
                  <c:v>0.15987998837118375</c:v>
                </c:pt>
                <c:pt idx="3123">
                  <c:v>0.16381165119894395</c:v>
                </c:pt>
                <c:pt idx="3124">
                  <c:v>0.1611225512646326</c:v>
                </c:pt>
                <c:pt idx="3125">
                  <c:v>0.17142915682490933</c:v>
                </c:pt>
                <c:pt idx="3126">
                  <c:v>0.17264121313253267</c:v>
                </c:pt>
                <c:pt idx="3127">
                  <c:v>0.178108942893731</c:v>
                </c:pt>
                <c:pt idx="3128">
                  <c:v>0.23479501779466946</c:v>
                </c:pt>
                <c:pt idx="3129">
                  <c:v>0.13823875887812268</c:v>
                </c:pt>
                <c:pt idx="3130">
                  <c:v>0.12914474413448093</c:v>
                </c:pt>
                <c:pt idx="3131">
                  <c:v>0.10882084734708457</c:v>
                </c:pt>
                <c:pt idx="3132">
                  <c:v>0.11565619878585288</c:v>
                </c:pt>
                <c:pt idx="3133">
                  <c:v>0.13060409714348578</c:v>
                </c:pt>
                <c:pt idx="3134">
                  <c:v>0.13725003862889415</c:v>
                </c:pt>
                <c:pt idx="3135">
                  <c:v>0.15873524617768917</c:v>
                </c:pt>
                <c:pt idx="3136">
                  <c:v>0.14954820314684916</c:v>
                </c:pt>
                <c:pt idx="3137">
                  <c:v>0.15009420862673969</c:v>
                </c:pt>
                <c:pt idx="3138">
                  <c:v>0.14534121566522812</c:v>
                </c:pt>
                <c:pt idx="3139">
                  <c:v>0.14812147555610666</c:v>
                </c:pt>
                <c:pt idx="3140">
                  <c:v>0.15079814297764549</c:v>
                </c:pt>
                <c:pt idx="3141">
                  <c:v>0.15028239855056733</c:v>
                </c:pt>
                <c:pt idx="3142">
                  <c:v>0.14667793645897992</c:v>
                </c:pt>
                <c:pt idx="3143">
                  <c:v>0.1540213819910963</c:v>
                </c:pt>
                <c:pt idx="3144">
                  <c:v>0.16469704359439338</c:v>
                </c:pt>
                <c:pt idx="3145">
                  <c:v>0.18919203166395918</c:v>
                </c:pt>
                <c:pt idx="3146">
                  <c:v>0.20181544167075693</c:v>
                </c:pt>
                <c:pt idx="3147">
                  <c:v>0.20256503167810391</c:v>
                </c:pt>
                <c:pt idx="3148">
                  <c:v>0.20419033350145882</c:v>
                </c:pt>
                <c:pt idx="3149">
                  <c:v>0.20468268894821726</c:v>
                </c:pt>
                <c:pt idx="3150">
                  <c:v>0.22071363635299523</c:v>
                </c:pt>
                <c:pt idx="3151">
                  <c:v>0.22011268323983552</c:v>
                </c:pt>
                <c:pt idx="3152">
                  <c:v>0.23523514275187757</c:v>
                </c:pt>
                <c:pt idx="3153">
                  <c:v>0.24259177602382132</c:v>
                </c:pt>
                <c:pt idx="3154">
                  <c:v>0.21398456442643066</c:v>
                </c:pt>
                <c:pt idx="3155">
                  <c:v>0.17651663695606856</c:v>
                </c:pt>
                <c:pt idx="3156">
                  <c:v>0.18240565182769966</c:v>
                </c:pt>
                <c:pt idx="3157">
                  <c:v>0.19752582893351156</c:v>
                </c:pt>
                <c:pt idx="3158">
                  <c:v>0.18994693185740941</c:v>
                </c:pt>
                <c:pt idx="3159">
                  <c:v>0.20765040075564448</c:v>
                </c:pt>
                <c:pt idx="3160">
                  <c:v>0.21025280029930318</c:v>
                </c:pt>
                <c:pt idx="3161">
                  <c:v>0.20294709041465711</c:v>
                </c:pt>
                <c:pt idx="3162">
                  <c:v>0.19688695451963423</c:v>
                </c:pt>
                <c:pt idx="3163">
                  <c:v>0.18753900729403497</c:v>
                </c:pt>
                <c:pt idx="3164">
                  <c:v>0.18779991166457652</c:v>
                </c:pt>
                <c:pt idx="3165">
                  <c:v>0.17578837325778895</c:v>
                </c:pt>
                <c:pt idx="3166">
                  <c:v>0.16645841019394478</c:v>
                </c:pt>
                <c:pt idx="3167">
                  <c:v>0.16640682411242919</c:v>
                </c:pt>
                <c:pt idx="3168">
                  <c:v>0.17036214675772127</c:v>
                </c:pt>
                <c:pt idx="3169">
                  <c:v>0.16632269045758524</c:v>
                </c:pt>
                <c:pt idx="3170">
                  <c:v>0.14906778955670705</c:v>
                </c:pt>
                <c:pt idx="3171">
                  <c:v>0.13982652098297971</c:v>
                </c:pt>
                <c:pt idx="3172">
                  <c:v>0.13822095880632682</c:v>
                </c:pt>
                <c:pt idx="3173">
                  <c:v>0.12946064609211716</c:v>
                </c:pt>
                <c:pt idx="3174">
                  <c:v>0.12380889317727137</c:v>
                </c:pt>
                <c:pt idx="3175">
                  <c:v>0.12716832361266714</c:v>
                </c:pt>
                <c:pt idx="3176">
                  <c:v>0.13155403642347779</c:v>
                </c:pt>
                <c:pt idx="3177">
                  <c:v>0.14180151703283111</c:v>
                </c:pt>
                <c:pt idx="3178">
                  <c:v>0.16503269711548971</c:v>
                </c:pt>
                <c:pt idx="3179">
                  <c:v>0.17126566134179982</c:v>
                </c:pt>
                <c:pt idx="3180">
                  <c:v>0.16275961812729919</c:v>
                </c:pt>
                <c:pt idx="3181">
                  <c:v>0.15821780627865265</c:v>
                </c:pt>
                <c:pt idx="3182">
                  <c:v>0.14741810306077249</c:v>
                </c:pt>
                <c:pt idx="3183">
                  <c:v>0.15546080777685839</c:v>
                </c:pt>
                <c:pt idx="3184">
                  <c:v>0.17219014510765479</c:v>
                </c:pt>
                <c:pt idx="3185">
                  <c:v>0.15670507069457543</c:v>
                </c:pt>
                <c:pt idx="3186">
                  <c:v>0.17959380370384989</c:v>
                </c:pt>
                <c:pt idx="3187">
                  <c:v>0.17699099319059108</c:v>
                </c:pt>
                <c:pt idx="3188">
                  <c:v>0.18629652985047099</c:v>
                </c:pt>
                <c:pt idx="3189">
                  <c:v>0.20827020323437073</c:v>
                </c:pt>
                <c:pt idx="3190">
                  <c:v>0.22209305928519046</c:v>
                </c:pt>
                <c:pt idx="3191">
                  <c:v>0.23522608067698805</c:v>
                </c:pt>
                <c:pt idx="3192">
                  <c:v>0.24378619871752261</c:v>
                </c:pt>
                <c:pt idx="3193">
                  <c:v>0.25441287597831258</c:v>
                </c:pt>
                <c:pt idx="3194">
                  <c:v>0.26039982736703166</c:v>
                </c:pt>
                <c:pt idx="3195">
                  <c:v>0.26555115961292552</c:v>
                </c:pt>
                <c:pt idx="3196">
                  <c:v>0.27704515121067458</c:v>
                </c:pt>
                <c:pt idx="3197">
                  <c:v>0.28573147342155808</c:v>
                </c:pt>
                <c:pt idx="3198">
                  <c:v>0.2999148450768872</c:v>
                </c:pt>
                <c:pt idx="3199">
                  <c:v>0.31686630238070279</c:v>
                </c:pt>
                <c:pt idx="3200">
                  <c:v>0.27834286527403684</c:v>
                </c:pt>
                <c:pt idx="3201">
                  <c:v>0.262671837476327</c:v>
                </c:pt>
                <c:pt idx="3202">
                  <c:v>0.24471091257320335</c:v>
                </c:pt>
                <c:pt idx="3203">
                  <c:v>0.2325548071059145</c:v>
                </c:pt>
                <c:pt idx="3204">
                  <c:v>0.21463118486349725</c:v>
                </c:pt>
                <c:pt idx="3205">
                  <c:v>0.2167397811505192</c:v>
                </c:pt>
                <c:pt idx="3206">
                  <c:v>0.20868665446035647</c:v>
                </c:pt>
                <c:pt idx="3207">
                  <c:v>0.20307959130564757</c:v>
                </c:pt>
                <c:pt idx="3208">
                  <c:v>0.20244199151400183</c:v>
                </c:pt>
                <c:pt idx="3209">
                  <c:v>0.20364089156032261</c:v>
                </c:pt>
                <c:pt idx="3210">
                  <c:v>0.19755841980962643</c:v>
                </c:pt>
                <c:pt idx="3211">
                  <c:v>0.19079652502206745</c:v>
                </c:pt>
                <c:pt idx="3212">
                  <c:v>0.1873821637647681</c:v>
                </c:pt>
                <c:pt idx="3213">
                  <c:v>0.21472053639742381</c:v>
                </c:pt>
                <c:pt idx="3214">
                  <c:v>0.23221047578489706</c:v>
                </c:pt>
                <c:pt idx="3215">
                  <c:v>0.23533080650152155</c:v>
                </c:pt>
                <c:pt idx="3216">
                  <c:v>0.24209804915225319</c:v>
                </c:pt>
                <c:pt idx="3217">
                  <c:v>0.24519587806837859</c:v>
                </c:pt>
                <c:pt idx="3218">
                  <c:v>0.24238239130730896</c:v>
                </c:pt>
                <c:pt idx="3219">
                  <c:v>0.22253805691729575</c:v>
                </c:pt>
                <c:pt idx="3220">
                  <c:v>0.21811932756603014</c:v>
                </c:pt>
                <c:pt idx="3221">
                  <c:v>0.21894318270508326</c:v>
                </c:pt>
                <c:pt idx="3222">
                  <c:v>0.22057246017036075</c:v>
                </c:pt>
                <c:pt idx="3223">
                  <c:v>0.21769690355375015</c:v>
                </c:pt>
                <c:pt idx="3224">
                  <c:v>0.20929712994102215</c:v>
                </c:pt>
                <c:pt idx="3225">
                  <c:v>0.20418609841946211</c:v>
                </c:pt>
                <c:pt idx="3226">
                  <c:v>0.20055008060817614</c:v>
                </c:pt>
                <c:pt idx="3227">
                  <c:v>0.19548154169035001</c:v>
                </c:pt>
                <c:pt idx="3228">
                  <c:v>0.18553042493021266</c:v>
                </c:pt>
                <c:pt idx="3229">
                  <c:v>0.17302571034333017</c:v>
                </c:pt>
                <c:pt idx="3230">
                  <c:v>0.17372477805705208</c:v>
                </c:pt>
                <c:pt idx="3231">
                  <c:v>0.17246644414846043</c:v>
                </c:pt>
                <c:pt idx="3232">
                  <c:v>0.16925437932676959</c:v>
                </c:pt>
                <c:pt idx="3233">
                  <c:v>0.17877101375583274</c:v>
                </c:pt>
                <c:pt idx="3234">
                  <c:v>0.17410352856194039</c:v>
                </c:pt>
                <c:pt idx="3235">
                  <c:v>0.18473548466391104</c:v>
                </c:pt>
                <c:pt idx="3236">
                  <c:v>0.1785040557143823</c:v>
                </c:pt>
                <c:pt idx="3237">
                  <c:v>0.17708070766507553</c:v>
                </c:pt>
                <c:pt idx="3238">
                  <c:v>0.19335343747481545</c:v>
                </c:pt>
                <c:pt idx="3239">
                  <c:v>0.19283383376655022</c:v>
                </c:pt>
                <c:pt idx="3240">
                  <c:v>0.19014677864545998</c:v>
                </c:pt>
                <c:pt idx="3241">
                  <c:v>0.20311040493672974</c:v>
                </c:pt>
                <c:pt idx="3242">
                  <c:v>0.20314744787103561</c:v>
                </c:pt>
                <c:pt idx="3243">
                  <c:v>0.21048757353246461</c:v>
                </c:pt>
                <c:pt idx="3244">
                  <c:v>0.21759071571178965</c:v>
                </c:pt>
                <c:pt idx="3245">
                  <c:v>0.22252325731318975</c:v>
                </c:pt>
                <c:pt idx="3246">
                  <c:v>0.22001370009104906</c:v>
                </c:pt>
                <c:pt idx="3247">
                  <c:v>0.21194475763310089</c:v>
                </c:pt>
                <c:pt idx="3248">
                  <c:v>0.19552957645190969</c:v>
                </c:pt>
                <c:pt idx="3249">
                  <c:v>0.18377738424835141</c:v>
                </c:pt>
                <c:pt idx="3250">
                  <c:v>0.15794792355144582</c:v>
                </c:pt>
                <c:pt idx="3251">
                  <c:v>0.13558852326596155</c:v>
                </c:pt>
                <c:pt idx="3252">
                  <c:v>0.10200795478219432</c:v>
                </c:pt>
                <c:pt idx="3253">
                  <c:v>7.8344204641001683E-2</c:v>
                </c:pt>
                <c:pt idx="3254">
                  <c:v>9.6343073491214765E-2</c:v>
                </c:pt>
                <c:pt idx="3255">
                  <c:v>0.12402659715924115</c:v>
                </c:pt>
                <c:pt idx="3256">
                  <c:v>0.12802966242924119</c:v>
                </c:pt>
                <c:pt idx="3257">
                  <c:v>0.13628375447451468</c:v>
                </c:pt>
                <c:pt idx="3258">
                  <c:v>0.13920533877263266</c:v>
                </c:pt>
                <c:pt idx="3259">
                  <c:v>0.15698735884198264</c:v>
                </c:pt>
                <c:pt idx="3260">
                  <c:v>0.1670620355626046</c:v>
                </c:pt>
                <c:pt idx="3261">
                  <c:v>0.17671357484367556</c:v>
                </c:pt>
                <c:pt idx="3262">
                  <c:v>0.17741252212797537</c:v>
                </c:pt>
                <c:pt idx="3263">
                  <c:v>0.18282828085320613</c:v>
                </c:pt>
                <c:pt idx="3264">
                  <c:v>0.20819725010259824</c:v>
                </c:pt>
                <c:pt idx="3265">
                  <c:v>0.22502740101701477</c:v>
                </c:pt>
                <c:pt idx="3266">
                  <c:v>0.21459746883654141</c:v>
                </c:pt>
                <c:pt idx="3267">
                  <c:v>0.20877538710398727</c:v>
                </c:pt>
                <c:pt idx="3268">
                  <c:v>0.19663733610534237</c:v>
                </c:pt>
                <c:pt idx="3269">
                  <c:v>0.18105491459198181</c:v>
                </c:pt>
                <c:pt idx="3270">
                  <c:v>0.16904172136560427</c:v>
                </c:pt>
                <c:pt idx="3271">
                  <c:v>0.1596931830668942</c:v>
                </c:pt>
                <c:pt idx="3272">
                  <c:v>0.17384166544916846</c:v>
                </c:pt>
                <c:pt idx="3273">
                  <c:v>0.15975305598097175</c:v>
                </c:pt>
                <c:pt idx="3274">
                  <c:v>0.10135925927703454</c:v>
                </c:pt>
                <c:pt idx="3275">
                  <c:v>8.2565818312969941E-2</c:v>
                </c:pt>
                <c:pt idx="3276">
                  <c:v>7.8198919961634264E-2</c:v>
                </c:pt>
                <c:pt idx="3277">
                  <c:v>0.14019559693686276</c:v>
                </c:pt>
                <c:pt idx="3278">
                  <c:v>0.14093696740781414</c:v>
                </c:pt>
                <c:pt idx="3279">
                  <c:v>0.12198578264143475</c:v>
                </c:pt>
                <c:pt idx="3280">
                  <c:v>0.12644137972928951</c:v>
                </c:pt>
                <c:pt idx="3281">
                  <c:v>0.1344415217919408</c:v>
                </c:pt>
                <c:pt idx="3282">
                  <c:v>0.13924510848959273</c:v>
                </c:pt>
                <c:pt idx="3283">
                  <c:v>0.1259069720181667</c:v>
                </c:pt>
                <c:pt idx="3284">
                  <c:v>0.132114627912019</c:v>
                </c:pt>
                <c:pt idx="3285">
                  <c:v>0.14096601201401299</c:v>
                </c:pt>
                <c:pt idx="3286">
                  <c:v>0.14870156979280763</c:v>
                </c:pt>
                <c:pt idx="3287">
                  <c:v>0.15067605313143578</c:v>
                </c:pt>
                <c:pt idx="3288">
                  <c:v>0.14612930321370363</c:v>
                </c:pt>
                <c:pt idx="3289">
                  <c:v>0.1642153984130108</c:v>
                </c:pt>
                <c:pt idx="3290">
                  <c:v>0.17960703183284302</c:v>
                </c:pt>
                <c:pt idx="3291">
                  <c:v>0.19126770408570093</c:v>
                </c:pt>
                <c:pt idx="3292">
                  <c:v>0.18958994136388427</c:v>
                </c:pt>
                <c:pt idx="3293">
                  <c:v>0.18326558783147781</c:v>
                </c:pt>
                <c:pt idx="3294">
                  <c:v>0.17777916858087506</c:v>
                </c:pt>
                <c:pt idx="3295">
                  <c:v>0.16663397459577525</c:v>
                </c:pt>
                <c:pt idx="3296">
                  <c:v>0.157956360773434</c:v>
                </c:pt>
                <c:pt idx="3297">
                  <c:v>0.13605472337209293</c:v>
                </c:pt>
                <c:pt idx="3298">
                  <c:v>0.13278380499761833</c:v>
                </c:pt>
                <c:pt idx="3299">
                  <c:v>0.11278447548656946</c:v>
                </c:pt>
                <c:pt idx="3300">
                  <c:v>0.10009810005558953</c:v>
                </c:pt>
                <c:pt idx="3301">
                  <c:v>0.11861791375574673</c:v>
                </c:pt>
                <c:pt idx="3302">
                  <c:v>0.14910293112960721</c:v>
                </c:pt>
                <c:pt idx="3303">
                  <c:v>0.16830635435817173</c:v>
                </c:pt>
                <c:pt idx="3304">
                  <c:v>0.20287401066898642</c:v>
                </c:pt>
                <c:pt idx="3305">
                  <c:v>0.16137709407422443</c:v>
                </c:pt>
                <c:pt idx="3306">
                  <c:v>0.14686471519280705</c:v>
                </c:pt>
                <c:pt idx="3307">
                  <c:v>0.1398857058211487</c:v>
                </c:pt>
                <c:pt idx="3308">
                  <c:v>0.13725236650402411</c:v>
                </c:pt>
                <c:pt idx="3309">
                  <c:v>0.12424543223493795</c:v>
                </c:pt>
                <c:pt idx="3310">
                  <c:v>0.12281155153567644</c:v>
                </c:pt>
                <c:pt idx="3311">
                  <c:v>0.17884022273062097</c:v>
                </c:pt>
                <c:pt idx="3312">
                  <c:v>0.15039276091610113</c:v>
                </c:pt>
                <c:pt idx="3313">
                  <c:v>0.16035190319093634</c:v>
                </c:pt>
                <c:pt idx="3314">
                  <c:v>0.14905912613699918</c:v>
                </c:pt>
                <c:pt idx="3315">
                  <c:v>0.14593109880799557</c:v>
                </c:pt>
                <c:pt idx="3316">
                  <c:v>0.14508922759503973</c:v>
                </c:pt>
                <c:pt idx="3317">
                  <c:v>0.14285823451487342</c:v>
                </c:pt>
                <c:pt idx="3318">
                  <c:v>0.14240828806855227</c:v>
                </c:pt>
                <c:pt idx="3319">
                  <c:v>0.14246852558276532</c:v>
                </c:pt>
                <c:pt idx="3320">
                  <c:v>0.14652815880975015</c:v>
                </c:pt>
                <c:pt idx="3321">
                  <c:v>0.15251549351087559</c:v>
                </c:pt>
                <c:pt idx="3322">
                  <c:v>0.15115169928932021</c:v>
                </c:pt>
                <c:pt idx="3323">
                  <c:v>0.15852722191907817</c:v>
                </c:pt>
                <c:pt idx="3324">
                  <c:v>0.15509797515488249</c:v>
                </c:pt>
                <c:pt idx="3325">
                  <c:v>0.15424685685814651</c:v>
                </c:pt>
                <c:pt idx="3326">
                  <c:v>0.16365747820676377</c:v>
                </c:pt>
                <c:pt idx="3327">
                  <c:v>0.16154510988617701</c:v>
                </c:pt>
                <c:pt idx="3328">
                  <c:v>0.16470676153141106</c:v>
                </c:pt>
                <c:pt idx="3329">
                  <c:v>0.17064664103548879</c:v>
                </c:pt>
                <c:pt idx="3330">
                  <c:v>0.1674217504128695</c:v>
                </c:pt>
                <c:pt idx="3331">
                  <c:v>0.17446061486095968</c:v>
                </c:pt>
                <c:pt idx="3332">
                  <c:v>0.17438409610773001</c:v>
                </c:pt>
                <c:pt idx="3333">
                  <c:v>0.17966881869552848</c:v>
                </c:pt>
                <c:pt idx="3334">
                  <c:v>0.18539554490400226</c:v>
                </c:pt>
                <c:pt idx="3335">
                  <c:v>0.11920600771527953</c:v>
                </c:pt>
                <c:pt idx="3336">
                  <c:v>2.9203274347967823E-2</c:v>
                </c:pt>
                <c:pt idx="3337">
                  <c:v>6.9691208790790692E-4</c:v>
                </c:pt>
                <c:pt idx="3338">
                  <c:v>9.1662707137445051E-3</c:v>
                </c:pt>
                <c:pt idx="3339">
                  <c:v>8.6557325242659321E-3</c:v>
                </c:pt>
                <c:pt idx="3340">
                  <c:v>9.1666825096549213E-3</c:v>
                </c:pt>
                <c:pt idx="3341">
                  <c:v>1.6133485751866416E-2</c:v>
                </c:pt>
                <c:pt idx="3342">
                  <c:v>-1.415061414433783E-2</c:v>
                </c:pt>
                <c:pt idx="3343">
                  <c:v>1.6699067197849155E-2</c:v>
                </c:pt>
                <c:pt idx="3344">
                  <c:v>7.7003977774264811E-3</c:v>
                </c:pt>
                <c:pt idx="3345">
                  <c:v>5.9380962836019738E-3</c:v>
                </c:pt>
                <c:pt idx="3346">
                  <c:v>6.3744245016277845E-3</c:v>
                </c:pt>
                <c:pt idx="3347">
                  <c:v>5.5380953656212232E-3</c:v>
                </c:pt>
                <c:pt idx="3348">
                  <c:v>1.140509887161353E-2</c:v>
                </c:pt>
                <c:pt idx="3349">
                  <c:v>1.374416610061766E-2</c:v>
                </c:pt>
                <c:pt idx="3350">
                  <c:v>6.143398245027052E-3</c:v>
                </c:pt>
                <c:pt idx="3351">
                  <c:v>8.6101168098673443E-3</c:v>
                </c:pt>
                <c:pt idx="3352">
                  <c:v>6.9826005986917969E-3</c:v>
                </c:pt>
                <c:pt idx="3353">
                  <c:v>4.6705438807129006E-4</c:v>
                </c:pt>
                <c:pt idx="3354">
                  <c:v>-8.2909041180877965E-3</c:v>
                </c:pt>
                <c:pt idx="3355">
                  <c:v>-1.5562751382782703E-2</c:v>
                </c:pt>
                <c:pt idx="3356">
                  <c:v>-1.738072335335215E-2</c:v>
                </c:pt>
                <c:pt idx="3357">
                  <c:v>-2.1285709070289701E-2</c:v>
                </c:pt>
                <c:pt idx="3358">
                  <c:v>-2.1571405707864727E-2</c:v>
                </c:pt>
                <c:pt idx="3359">
                  <c:v>-1.0271965244572497E-2</c:v>
                </c:pt>
                <c:pt idx="3360">
                  <c:v>-1.205441839597581E-2</c:v>
                </c:pt>
                <c:pt idx="3361">
                  <c:v>-1.2756099847042169E-2</c:v>
                </c:pt>
                <c:pt idx="3362">
                  <c:v>-1.2283090504664118E-2</c:v>
                </c:pt>
                <c:pt idx="3363">
                  <c:v>-1.4664683879378174E-2</c:v>
                </c:pt>
                <c:pt idx="3364">
                  <c:v>-1.3392980284648246E-2</c:v>
                </c:pt>
                <c:pt idx="3365">
                  <c:v>-1.1637815940601912E-2</c:v>
                </c:pt>
                <c:pt idx="3366">
                  <c:v>-1.0975218601919388E-2</c:v>
                </c:pt>
                <c:pt idx="3367">
                  <c:v>-7.6711761043270245E-3</c:v>
                </c:pt>
                <c:pt idx="3368">
                  <c:v>-4.6215297165316076E-3</c:v>
                </c:pt>
                <c:pt idx="3369">
                  <c:v>-6.6004471855112979E-3</c:v>
                </c:pt>
                <c:pt idx="3370">
                  <c:v>-3.2966564108319538E-2</c:v>
                </c:pt>
                <c:pt idx="3371">
                  <c:v>-2.6312747835549787E-2</c:v>
                </c:pt>
                <c:pt idx="3372">
                  <c:v>-2.4947569414026965E-2</c:v>
                </c:pt>
                <c:pt idx="3373">
                  <c:v>-3.0877297811079289E-2</c:v>
                </c:pt>
                <c:pt idx="3374">
                  <c:v>-2.6634391045802137E-2</c:v>
                </c:pt>
                <c:pt idx="3375">
                  <c:v>-7.6704010454305728E-3</c:v>
                </c:pt>
                <c:pt idx="3376">
                  <c:v>-1.6640576889345973E-2</c:v>
                </c:pt>
                <c:pt idx="3377">
                  <c:v>-2.819356552126635E-2</c:v>
                </c:pt>
                <c:pt idx="3378">
                  <c:v>-8.4260820207853696E-3</c:v>
                </c:pt>
                <c:pt idx="3379">
                  <c:v>-1.6188030844469261E-2</c:v>
                </c:pt>
                <c:pt idx="3380">
                  <c:v>-1.4529147076425691E-2</c:v>
                </c:pt>
                <c:pt idx="3381">
                  <c:v>-2.0767357736577115E-2</c:v>
                </c:pt>
                <c:pt idx="3382">
                  <c:v>-1.6474332685391013E-2</c:v>
                </c:pt>
                <c:pt idx="3383">
                  <c:v>-1.4565257463435797E-2</c:v>
                </c:pt>
                <c:pt idx="3384">
                  <c:v>-2.5998676719633202E-2</c:v>
                </c:pt>
                <c:pt idx="3385">
                  <c:v>-1.3586135992558349E-2</c:v>
                </c:pt>
                <c:pt idx="3386">
                  <c:v>-3.2549378732226894E-2</c:v>
                </c:pt>
                <c:pt idx="3387">
                  <c:v>-1.6428663222777363E-5</c:v>
                </c:pt>
                <c:pt idx="3388">
                  <c:v>-2.9435831929219055E-2</c:v>
                </c:pt>
                <c:pt idx="3389">
                  <c:v>-1.9327396308102797E-2</c:v>
                </c:pt>
                <c:pt idx="3390">
                  <c:v>-6.1416902084057024E-3</c:v>
                </c:pt>
                <c:pt idx="3391">
                  <c:v>-1.8058665046403521E-2</c:v>
                </c:pt>
                <c:pt idx="3392">
                  <c:v>-1.7440445011875371E-2</c:v>
                </c:pt>
                <c:pt idx="3393">
                  <c:v>-2.1473293681275377E-2</c:v>
                </c:pt>
                <c:pt idx="3394">
                  <c:v>-1.9649378370101826E-2</c:v>
                </c:pt>
                <c:pt idx="3395">
                  <c:v>-1.5461910861261693E-2</c:v>
                </c:pt>
                <c:pt idx="3396">
                  <c:v>-1.5088121813724866E-2</c:v>
                </c:pt>
                <c:pt idx="3397">
                  <c:v>-2.0537597185411184E-2</c:v>
                </c:pt>
                <c:pt idx="3398">
                  <c:v>-1.4146113848123061E-2</c:v>
                </c:pt>
                <c:pt idx="3399">
                  <c:v>-1.8597544426159032E-2</c:v>
                </c:pt>
                <c:pt idx="3400">
                  <c:v>-1.8397905152465487E-2</c:v>
                </c:pt>
                <c:pt idx="3401">
                  <c:v>-8.8091659006982355E-3</c:v>
                </c:pt>
                <c:pt idx="3402">
                  <c:v>-7.3528201116842742E-3</c:v>
                </c:pt>
                <c:pt idx="3403">
                  <c:v>-1.531432375474719E-2</c:v>
                </c:pt>
                <c:pt idx="3404">
                  <c:v>-1.4047990362960356E-2</c:v>
                </c:pt>
                <c:pt idx="3405">
                  <c:v>-1.0617764583455218E-2</c:v>
                </c:pt>
                <c:pt idx="3406">
                  <c:v>-9.4568009638700493E-3</c:v>
                </c:pt>
                <c:pt idx="3407">
                  <c:v>-1.2563787365193367E-2</c:v>
                </c:pt>
                <c:pt idx="3408">
                  <c:v>-8.8814021186088745E-3</c:v>
                </c:pt>
                <c:pt idx="3409">
                  <c:v>-7.1375906573946579E-3</c:v>
                </c:pt>
                <c:pt idx="3410">
                  <c:v>1.4213392484862838E-3</c:v>
                </c:pt>
                <c:pt idx="3411">
                  <c:v>-9.7400579989029689E-3</c:v>
                </c:pt>
                <c:pt idx="3412">
                  <c:v>-1.0460900502439674E-2</c:v>
                </c:pt>
                <c:pt idx="3413">
                  <c:v>-1.4246659228407611E-2</c:v>
                </c:pt>
                <c:pt idx="3414">
                  <c:v>-1.7504968980566415E-2</c:v>
                </c:pt>
                <c:pt idx="3415">
                  <c:v>-1.1736692955977956E-2</c:v>
                </c:pt>
                <c:pt idx="3416">
                  <c:v>-1.5061109424650086E-2</c:v>
                </c:pt>
                <c:pt idx="3417">
                  <c:v>5.0391077669358041E-3</c:v>
                </c:pt>
                <c:pt idx="3418">
                  <c:v>5.8502113766646918E-3</c:v>
                </c:pt>
                <c:pt idx="3419">
                  <c:v>-5.0053200619226846E-3</c:v>
                </c:pt>
                <c:pt idx="3420">
                  <c:v>-2.0178417539907904E-2</c:v>
                </c:pt>
                <c:pt idx="3421">
                  <c:v>-1.3934845096654434E-2</c:v>
                </c:pt>
                <c:pt idx="3422">
                  <c:v>-4.004566031010711E-2</c:v>
                </c:pt>
                <c:pt idx="3423">
                  <c:v>-9.8766869964183497E-3</c:v>
                </c:pt>
                <c:pt idx="3424">
                  <c:v>-1.5109700249052773E-2</c:v>
                </c:pt>
                <c:pt idx="3425">
                  <c:v>-1.9018423511461768E-2</c:v>
                </c:pt>
                <c:pt idx="3426">
                  <c:v>-1.48973043314009E-2</c:v>
                </c:pt>
                <c:pt idx="3427">
                  <c:v>-1.4224384384303006E-2</c:v>
                </c:pt>
                <c:pt idx="3428">
                  <c:v>-1.7152535415595603E-2</c:v>
                </c:pt>
                <c:pt idx="3429">
                  <c:v>-1.3958751057631391E-2</c:v>
                </c:pt>
                <c:pt idx="3430">
                  <c:v>-1.7599173604108089E-2</c:v>
                </c:pt>
                <c:pt idx="3431">
                  <c:v>-1.0551031508361149E-2</c:v>
                </c:pt>
                <c:pt idx="3432">
                  <c:v>-7.1196101816937574E-3</c:v>
                </c:pt>
                <c:pt idx="3433">
                  <c:v>2.355865164163065E-3</c:v>
                </c:pt>
                <c:pt idx="3434">
                  <c:v>5.8803547987802398E-3</c:v>
                </c:pt>
                <c:pt idx="3435">
                  <c:v>6.0267345003129835E-3</c:v>
                </c:pt>
                <c:pt idx="3436">
                  <c:v>4.8026562863764553E-3</c:v>
                </c:pt>
                <c:pt idx="3437">
                  <c:v>4.4462071608227611E-3</c:v>
                </c:pt>
                <c:pt idx="3438">
                  <c:v>2.6704439394221631E-3</c:v>
                </c:pt>
                <c:pt idx="3439">
                  <c:v>3.2218892886639321E-3</c:v>
                </c:pt>
                <c:pt idx="3440">
                  <c:v>1.1105173816787075E-2</c:v>
                </c:pt>
                <c:pt idx="3441">
                  <c:v>8.4525356722935634E-3</c:v>
                </c:pt>
                <c:pt idx="3442">
                  <c:v>1.3187269860298419E-2</c:v>
                </c:pt>
                <c:pt idx="3443">
                  <c:v>1.5987350567650299E-2</c:v>
                </c:pt>
                <c:pt idx="3444">
                  <c:v>1.3619084562650922E-2</c:v>
                </c:pt>
                <c:pt idx="3445">
                  <c:v>1.6556156386349167E-2</c:v>
                </c:pt>
                <c:pt idx="3446">
                  <c:v>1.4667200621055245E-2</c:v>
                </c:pt>
                <c:pt idx="3447">
                  <c:v>1.6735396308050696E-2</c:v>
                </c:pt>
                <c:pt idx="3448">
                  <c:v>1.5834141440761066E-2</c:v>
                </c:pt>
                <c:pt idx="3449">
                  <c:v>1.2891741707942715E-2</c:v>
                </c:pt>
                <c:pt idx="3450">
                  <c:v>1.2515507830584392E-2</c:v>
                </c:pt>
                <c:pt idx="3451">
                  <c:v>-1.6590493781801489E-2</c:v>
                </c:pt>
                <c:pt idx="3452">
                  <c:v>-1.6609259273671469E-2</c:v>
                </c:pt>
                <c:pt idx="3453">
                  <c:v>-1.6618812814064642E-2</c:v>
                </c:pt>
                <c:pt idx="3454">
                  <c:v>-1.4781250473735885E-2</c:v>
                </c:pt>
                <c:pt idx="3455">
                  <c:v>-1.3550814804544989E-2</c:v>
                </c:pt>
                <c:pt idx="3456">
                  <c:v>-2.4406625427686887E-2</c:v>
                </c:pt>
                <c:pt idx="3457">
                  <c:v>-2.1816058867881401E-2</c:v>
                </c:pt>
                <c:pt idx="3458">
                  <c:v>-2.6418041552927568E-2</c:v>
                </c:pt>
                <c:pt idx="3459">
                  <c:v>-2.0207913674082614E-2</c:v>
                </c:pt>
                <c:pt idx="3460">
                  <c:v>-1.9698460846156778E-2</c:v>
                </c:pt>
                <c:pt idx="3461">
                  <c:v>-1.9336554090507708E-2</c:v>
                </c:pt>
                <c:pt idx="3462">
                  <c:v>-2.3412094815425565E-2</c:v>
                </c:pt>
                <c:pt idx="3463">
                  <c:v>-2.8759721304086362E-2</c:v>
                </c:pt>
                <c:pt idx="3464">
                  <c:v>-1.9627333795830895E-2</c:v>
                </c:pt>
                <c:pt idx="3465">
                  <c:v>-1.5860690971718508E-2</c:v>
                </c:pt>
                <c:pt idx="3466">
                  <c:v>-1.5410779559246425E-2</c:v>
                </c:pt>
                <c:pt idx="3467">
                  <c:v>-2.0157946646198664E-2</c:v>
                </c:pt>
                <c:pt idx="3468">
                  <c:v>-1.6315715426806553E-2</c:v>
                </c:pt>
                <c:pt idx="3469">
                  <c:v>-1.0306101799577683E-2</c:v>
                </c:pt>
                <c:pt idx="3470">
                  <c:v>-2.9670350161679255E-2</c:v>
                </c:pt>
                <c:pt idx="3471">
                  <c:v>-1.7286274494541357E-2</c:v>
                </c:pt>
                <c:pt idx="3472">
                  <c:v>-1.4275716721489223E-2</c:v>
                </c:pt>
                <c:pt idx="3473">
                  <c:v>-1.4801491592324689E-2</c:v>
                </c:pt>
                <c:pt idx="3474">
                  <c:v>-1.6921323733671313E-2</c:v>
                </c:pt>
                <c:pt idx="3475">
                  <c:v>-2.0213850152507481E-2</c:v>
                </c:pt>
                <c:pt idx="3476">
                  <c:v>-2.156006436906489E-2</c:v>
                </c:pt>
                <c:pt idx="3477">
                  <c:v>-2.220278436564645E-2</c:v>
                </c:pt>
                <c:pt idx="3478">
                  <c:v>-1.7881360429544416E-2</c:v>
                </c:pt>
                <c:pt idx="3479">
                  <c:v>-1.9169451690333378E-2</c:v>
                </c:pt>
                <c:pt idx="3480">
                  <c:v>-1.7549085609854589E-2</c:v>
                </c:pt>
                <c:pt idx="3481">
                  <c:v>-1.8392910661332602E-2</c:v>
                </c:pt>
                <c:pt idx="3482">
                  <c:v>-1.8870676026766394E-2</c:v>
                </c:pt>
                <c:pt idx="3483">
                  <c:v>-2.0326728569296178E-2</c:v>
                </c:pt>
                <c:pt idx="3484">
                  <c:v>-1.8572134378112729E-2</c:v>
                </c:pt>
                <c:pt idx="3485">
                  <c:v>-1.7387466889306202E-2</c:v>
                </c:pt>
                <c:pt idx="3486">
                  <c:v>-1.5152594334990697E-2</c:v>
                </c:pt>
                <c:pt idx="3487">
                  <c:v>-2.4061216445479486E-2</c:v>
                </c:pt>
                <c:pt idx="3488">
                  <c:v>-2.6013149574579987E-2</c:v>
                </c:pt>
                <c:pt idx="3489">
                  <c:v>-5.9679717656722642E-3</c:v>
                </c:pt>
                <c:pt idx="3490">
                  <c:v>8.7116198399050521E-3</c:v>
                </c:pt>
                <c:pt idx="3491">
                  <c:v>1.1573439412047368E-2</c:v>
                </c:pt>
                <c:pt idx="3492">
                  <c:v>1.7217437474561176E-3</c:v>
                </c:pt>
                <c:pt idx="3493">
                  <c:v>-7.9001171626907479E-3</c:v>
                </c:pt>
                <c:pt idx="3494">
                  <c:v>-2.1268779468799806E-2</c:v>
                </c:pt>
                <c:pt idx="3495">
                  <c:v>-2.3972093025398863E-2</c:v>
                </c:pt>
                <c:pt idx="3496">
                  <c:v>-2.651909760885883E-2</c:v>
                </c:pt>
                <c:pt idx="3497">
                  <c:v>-2.6044415421149922E-2</c:v>
                </c:pt>
                <c:pt idx="3498">
                  <c:v>-2.8145833811555568E-2</c:v>
                </c:pt>
                <c:pt idx="3499">
                  <c:v>-2.940140152441802E-2</c:v>
                </c:pt>
                <c:pt idx="3500">
                  <c:v>-2.7321184392141106E-2</c:v>
                </c:pt>
                <c:pt idx="3501">
                  <c:v>-2.6270538319072306E-2</c:v>
                </c:pt>
                <c:pt idx="3502">
                  <c:v>-2.527053514669297E-2</c:v>
                </c:pt>
                <c:pt idx="3503">
                  <c:v>-2.4050264817000261E-2</c:v>
                </c:pt>
                <c:pt idx="3504">
                  <c:v>-1.9931377038282419E-2</c:v>
                </c:pt>
                <c:pt idx="3505">
                  <c:v>-1.9653152379671412E-2</c:v>
                </c:pt>
                <c:pt idx="3506">
                  <c:v>-1.9432232412332814E-2</c:v>
                </c:pt>
                <c:pt idx="3507">
                  <c:v>-2.0451379115376343E-2</c:v>
                </c:pt>
                <c:pt idx="3508">
                  <c:v>-2.006930670624648E-2</c:v>
                </c:pt>
                <c:pt idx="3509">
                  <c:v>-2.1568607077348249E-2</c:v>
                </c:pt>
                <c:pt idx="3510">
                  <c:v>-1.8344470812891478E-2</c:v>
                </c:pt>
                <c:pt idx="3511">
                  <c:v>-2.5286350404015102E-2</c:v>
                </c:pt>
                <c:pt idx="3512">
                  <c:v>-2.004462773312311E-2</c:v>
                </c:pt>
                <c:pt idx="3513">
                  <c:v>-2.8305582296254576E-2</c:v>
                </c:pt>
                <c:pt idx="3514">
                  <c:v>-2.6614055135415957E-2</c:v>
                </c:pt>
                <c:pt idx="3515">
                  <c:v>-2.0956047885690159E-2</c:v>
                </c:pt>
                <c:pt idx="3516">
                  <c:v>-2.2765573960597554E-2</c:v>
                </c:pt>
                <c:pt idx="3517">
                  <c:v>-2.1811896186653048E-2</c:v>
                </c:pt>
                <c:pt idx="3518">
                  <c:v>-1.7578685977610808E-2</c:v>
                </c:pt>
                <c:pt idx="3519">
                  <c:v>-1.844559564147133E-2</c:v>
                </c:pt>
                <c:pt idx="3520">
                  <c:v>-1.8376035659289053E-2</c:v>
                </c:pt>
                <c:pt idx="3521">
                  <c:v>-2.2169395483029458E-2</c:v>
                </c:pt>
                <c:pt idx="3522">
                  <c:v>-2.4441984325158383E-2</c:v>
                </c:pt>
                <c:pt idx="3523">
                  <c:v>-2.6087229254093118E-2</c:v>
                </c:pt>
                <c:pt idx="3524">
                  <c:v>-2.3263678357917032E-2</c:v>
                </c:pt>
                <c:pt idx="3525">
                  <c:v>-2.1252407596100441E-2</c:v>
                </c:pt>
                <c:pt idx="3526">
                  <c:v>-1.7745123729056463E-2</c:v>
                </c:pt>
                <c:pt idx="3527">
                  <c:v>-1.8706957025209119E-2</c:v>
                </c:pt>
                <c:pt idx="3528">
                  <c:v>-1.9024254364730368E-2</c:v>
                </c:pt>
                <c:pt idx="3529">
                  <c:v>-2.1069018248693776E-2</c:v>
                </c:pt>
                <c:pt idx="3530">
                  <c:v>-2.4066522659572244E-2</c:v>
                </c:pt>
                <c:pt idx="3531">
                  <c:v>-2.729155872164557E-2</c:v>
                </c:pt>
                <c:pt idx="3532">
                  <c:v>-2.4849276012921834E-2</c:v>
                </c:pt>
                <c:pt idx="3533">
                  <c:v>-2.0168307539404448E-2</c:v>
                </c:pt>
                <c:pt idx="3534">
                  <c:v>-2.0268822770796568E-2</c:v>
                </c:pt>
                <c:pt idx="3535">
                  <c:v>-1.9399554274245331E-2</c:v>
                </c:pt>
                <c:pt idx="3536">
                  <c:v>-2.0171069042676834E-2</c:v>
                </c:pt>
                <c:pt idx="3537">
                  <c:v>-2.2907913724066097E-2</c:v>
                </c:pt>
                <c:pt idx="3538">
                  <c:v>-2.2889390071527838E-2</c:v>
                </c:pt>
                <c:pt idx="3539">
                  <c:v>-2.1775844528924823E-2</c:v>
                </c:pt>
                <c:pt idx="3540">
                  <c:v>-2.2829512184584923E-2</c:v>
                </c:pt>
                <c:pt idx="3541">
                  <c:v>-2.424774702783767E-2</c:v>
                </c:pt>
                <c:pt idx="3542">
                  <c:v>-1.9667717390064923E-2</c:v>
                </c:pt>
                <c:pt idx="3543">
                  <c:v>-2.2029255433230074E-2</c:v>
                </c:pt>
                <c:pt idx="3544">
                  <c:v>-2.1510192677195245E-2</c:v>
                </c:pt>
                <c:pt idx="3545">
                  <c:v>-1.6341839821590983E-2</c:v>
                </c:pt>
                <c:pt idx="3546">
                  <c:v>-1.7986595804857671E-2</c:v>
                </c:pt>
                <c:pt idx="3547">
                  <c:v>-1.542293237847484E-2</c:v>
                </c:pt>
                <c:pt idx="3548">
                  <c:v>-1.5338679265088513E-2</c:v>
                </c:pt>
                <c:pt idx="3549">
                  <c:v>-2.2095732715058922E-2</c:v>
                </c:pt>
                <c:pt idx="3550">
                  <c:v>-3.0843435965919552E-2</c:v>
                </c:pt>
                <c:pt idx="3551">
                  <c:v>-2.19960483530682E-2</c:v>
                </c:pt>
                <c:pt idx="3552">
                  <c:v>-1.9549205422187847E-2</c:v>
                </c:pt>
                <c:pt idx="3553">
                  <c:v>-2.3412251093828811E-2</c:v>
                </c:pt>
                <c:pt idx="3554">
                  <c:v>-2.4214583631267841E-2</c:v>
                </c:pt>
                <c:pt idx="3555">
                  <c:v>-1.9627829292125393E-2</c:v>
                </c:pt>
                <c:pt idx="3556">
                  <c:v>-4.1571594790022787E-2</c:v>
                </c:pt>
                <c:pt idx="3557">
                  <c:v>-2.2186008787769714E-2</c:v>
                </c:pt>
                <c:pt idx="3558">
                  <c:v>6.9384657238759416E-4</c:v>
                </c:pt>
                <c:pt idx="3559">
                  <c:v>1.5054212933213243E-3</c:v>
                </c:pt>
                <c:pt idx="3560">
                  <c:v>6.0207561301383761E-3</c:v>
                </c:pt>
                <c:pt idx="3561">
                  <c:v>7.3537055517763038E-3</c:v>
                </c:pt>
                <c:pt idx="3562">
                  <c:v>5.1381528029567905E-3</c:v>
                </c:pt>
                <c:pt idx="3563">
                  <c:v>4.3259108225517226E-3</c:v>
                </c:pt>
                <c:pt idx="3564">
                  <c:v>3.065520767544387E-3</c:v>
                </c:pt>
                <c:pt idx="3565">
                  <c:v>2.6347274335166608E-3</c:v>
                </c:pt>
                <c:pt idx="3566">
                  <c:v>2.066458486880602E-3</c:v>
                </c:pt>
                <c:pt idx="3567">
                  <c:v>1.5148895576622421E-3</c:v>
                </c:pt>
                <c:pt idx="3568">
                  <c:v>1.3697858210690076E-3</c:v>
                </c:pt>
                <c:pt idx="3569">
                  <c:v>1.8003513527316654E-3</c:v>
                </c:pt>
                <c:pt idx="3570">
                  <c:v>1.0624924069493457E-3</c:v>
                </c:pt>
                <c:pt idx="3571">
                  <c:v>9.4228219177712219E-4</c:v>
                </c:pt>
                <c:pt idx="3572">
                  <c:v>6.7158092455802049E-4</c:v>
                </c:pt>
                <c:pt idx="3573">
                  <c:v>6.0958476045106869E-4</c:v>
                </c:pt>
                <c:pt idx="3574">
                  <c:v>3.6386263462817662E-4</c:v>
                </c:pt>
                <c:pt idx="3575">
                  <c:v>2.4844259367068567E-4</c:v>
                </c:pt>
                <c:pt idx="3576">
                  <c:v>1.5512807659856859E-4</c:v>
                </c:pt>
                <c:pt idx="3577">
                  <c:v>2.9516448696395619E-4</c:v>
                </c:pt>
                <c:pt idx="3578">
                  <c:v>2.8568114049079367E-4</c:v>
                </c:pt>
                <c:pt idx="3579">
                  <c:v>2.2763904015186823E-4</c:v>
                </c:pt>
                <c:pt idx="3580">
                  <c:v>-3.4302736956461966E-2</c:v>
                </c:pt>
                <c:pt idx="3581">
                  <c:v>-4.4478500232848515E-2</c:v>
                </c:pt>
                <c:pt idx="3582">
                  <c:v>-4.3534866204809668E-2</c:v>
                </c:pt>
                <c:pt idx="3583">
                  <c:v>-5.2383616998626946E-2</c:v>
                </c:pt>
                <c:pt idx="3584">
                  <c:v>-3.9521345450775562E-2</c:v>
                </c:pt>
                <c:pt idx="3585">
                  <c:v>-5.0840789886251847E-2</c:v>
                </c:pt>
                <c:pt idx="3586">
                  <c:v>1.0455422668224761E-2</c:v>
                </c:pt>
                <c:pt idx="3587">
                  <c:v>-4.5163888385456208E-2</c:v>
                </c:pt>
                <c:pt idx="3588">
                  <c:v>4.2037952634831196E-3</c:v>
                </c:pt>
                <c:pt idx="3589">
                  <c:v>-3.7115032788494129E-3</c:v>
                </c:pt>
                <c:pt idx="3590">
                  <c:v>-5.0217592645012313E-2</c:v>
                </c:pt>
                <c:pt idx="3591">
                  <c:v>-6.4896462959755132E-3</c:v>
                </c:pt>
                <c:pt idx="3592">
                  <c:v>-5.2820578114205742E-2</c:v>
                </c:pt>
                <c:pt idx="3593">
                  <c:v>-6.8819237983722007E-3</c:v>
                </c:pt>
                <c:pt idx="3594">
                  <c:v>1.6492428056923865E-2</c:v>
                </c:pt>
                <c:pt idx="3595">
                  <c:v>1.7968364239340586E-2</c:v>
                </c:pt>
                <c:pt idx="3596">
                  <c:v>-2.8207564420130313E-2</c:v>
                </c:pt>
                <c:pt idx="3597">
                  <c:v>-1.720700237475397E-2</c:v>
                </c:pt>
                <c:pt idx="3598">
                  <c:v>-5.3726247246139558E-2</c:v>
                </c:pt>
                <c:pt idx="3599">
                  <c:v>-1.401113433950351E-2</c:v>
                </c:pt>
                <c:pt idx="3600">
                  <c:v>-4.0556148400761487E-2</c:v>
                </c:pt>
                <c:pt idx="3601">
                  <c:v>-4.2778355343416612E-2</c:v>
                </c:pt>
                <c:pt idx="3602">
                  <c:v>-2.110466953733996E-2</c:v>
                </c:pt>
                <c:pt idx="3603">
                  <c:v>-1.9036152123660364E-2</c:v>
                </c:pt>
                <c:pt idx="3604">
                  <c:v>1.8827794503652232E-3</c:v>
                </c:pt>
                <c:pt idx="3605">
                  <c:v>-2.0811295826722392E-2</c:v>
                </c:pt>
                <c:pt idx="3606">
                  <c:v>-2.7600507964984471E-3</c:v>
                </c:pt>
                <c:pt idx="3607">
                  <c:v>-2.7337230011158342E-2</c:v>
                </c:pt>
                <c:pt idx="3608">
                  <c:v>-4.5696115020487448E-2</c:v>
                </c:pt>
                <c:pt idx="3609">
                  <c:v>-2.1349990291052598E-2</c:v>
                </c:pt>
                <c:pt idx="3610">
                  <c:v>-7.0417526697077095E-3</c:v>
                </c:pt>
                <c:pt idx="3611">
                  <c:v>-2.7804036252694501E-2</c:v>
                </c:pt>
                <c:pt idx="3612">
                  <c:v>-2.7120533574950846E-2</c:v>
                </c:pt>
                <c:pt idx="3613">
                  <c:v>4.0412190873512471E-4</c:v>
                </c:pt>
                <c:pt idx="3614">
                  <c:v>-3.5547833890646849E-2</c:v>
                </c:pt>
                <c:pt idx="3615">
                  <c:v>1.0227027237348418E-2</c:v>
                </c:pt>
                <c:pt idx="3616">
                  <c:v>-7.4303435313395842E-3</c:v>
                </c:pt>
                <c:pt idx="3617">
                  <c:v>-8.5138520576356277E-3</c:v>
                </c:pt>
                <c:pt idx="3618">
                  <c:v>-1.3258869108518175E-2</c:v>
                </c:pt>
                <c:pt idx="3619">
                  <c:v>-3.3077129976302716E-2</c:v>
                </c:pt>
                <c:pt idx="3620">
                  <c:v>-2.2169712135533929E-2</c:v>
                </c:pt>
                <c:pt idx="3621">
                  <c:v>-1.3448243629889627E-2</c:v>
                </c:pt>
                <c:pt idx="3622">
                  <c:v>-1.0229638100349674E-2</c:v>
                </c:pt>
                <c:pt idx="3623">
                  <c:v>-1.1424464574848476E-3</c:v>
                </c:pt>
                <c:pt idx="3624">
                  <c:v>-1.8319658147428121E-2</c:v>
                </c:pt>
                <c:pt idx="3625">
                  <c:v>-1.8015180093554701E-2</c:v>
                </c:pt>
                <c:pt idx="3626">
                  <c:v>-2.2159417499752105E-2</c:v>
                </c:pt>
                <c:pt idx="3627">
                  <c:v>-2.0991305230286344E-2</c:v>
                </c:pt>
                <c:pt idx="3628">
                  <c:v>-2.3538677303260473E-2</c:v>
                </c:pt>
                <c:pt idx="3629">
                  <c:v>-2.2648793580855347E-2</c:v>
                </c:pt>
                <c:pt idx="3630">
                  <c:v>-2.2244967312048038E-2</c:v>
                </c:pt>
                <c:pt idx="3631">
                  <c:v>-1.7136823373408046E-2</c:v>
                </c:pt>
                <c:pt idx="3632">
                  <c:v>-2.6024463524900482E-2</c:v>
                </c:pt>
                <c:pt idx="3633">
                  <c:v>-1.1857406135774603E-2</c:v>
                </c:pt>
                <c:pt idx="3634">
                  <c:v>8.807559231137102E-3</c:v>
                </c:pt>
                <c:pt idx="3635">
                  <c:v>8.6171443518782836E-3</c:v>
                </c:pt>
                <c:pt idx="3636">
                  <c:v>-1.1490225254188602E-2</c:v>
                </c:pt>
                <c:pt idx="3637">
                  <c:v>-6.5749618151361164E-3</c:v>
                </c:pt>
                <c:pt idx="3638">
                  <c:v>2.3844372359816076E-3</c:v>
                </c:pt>
                <c:pt idx="3639">
                  <c:v>-8.4677376619950659E-3</c:v>
                </c:pt>
                <c:pt idx="3640">
                  <c:v>-1.0531088142961399E-2</c:v>
                </c:pt>
                <c:pt idx="3641">
                  <c:v>2.5288090426957605E-3</c:v>
                </c:pt>
                <c:pt idx="3642">
                  <c:v>-1.1991775354189035E-2</c:v>
                </c:pt>
                <c:pt idx="3643">
                  <c:v>-2.5476660456746153E-2</c:v>
                </c:pt>
                <c:pt idx="3644">
                  <c:v>-2.426172988438292E-2</c:v>
                </c:pt>
                <c:pt idx="3645">
                  <c:v>-7.5503185300979546E-3</c:v>
                </c:pt>
                <c:pt idx="3646">
                  <c:v>-3.9850225797012882E-3</c:v>
                </c:pt>
                <c:pt idx="3647">
                  <c:v>-1.8368120635219715E-2</c:v>
                </c:pt>
                <c:pt idx="3648">
                  <c:v>-1.7614215619563448E-2</c:v>
                </c:pt>
                <c:pt idx="3649">
                  <c:v>-1.5420196550092493E-2</c:v>
                </c:pt>
                <c:pt idx="3650">
                  <c:v>-1.5096523958746591E-2</c:v>
                </c:pt>
                <c:pt idx="3651">
                  <c:v>-1.6598117714870082E-2</c:v>
                </c:pt>
                <c:pt idx="3652">
                  <c:v>-1.69248036952445E-2</c:v>
                </c:pt>
                <c:pt idx="3653">
                  <c:v>-1.7471438044021952E-2</c:v>
                </c:pt>
                <c:pt idx="3654">
                  <c:v>-1.9333678467677612E-2</c:v>
                </c:pt>
                <c:pt idx="3655">
                  <c:v>-2.7745025178216781E-2</c:v>
                </c:pt>
                <c:pt idx="3656">
                  <c:v>-4.23406230167994E-3</c:v>
                </c:pt>
                <c:pt idx="3657">
                  <c:v>-2.1394217199876244E-2</c:v>
                </c:pt>
                <c:pt idx="3658">
                  <c:v>-3.6970643270300648E-3</c:v>
                </c:pt>
                <c:pt idx="3659">
                  <c:v>-2.9914089217602517E-2</c:v>
                </c:pt>
                <c:pt idx="3660">
                  <c:v>2.0177864542798685E-2</c:v>
                </c:pt>
                <c:pt idx="3661">
                  <c:v>-4.6174582999355882E-3</c:v>
                </c:pt>
                <c:pt idx="3662">
                  <c:v>-8.8450393531102397E-3</c:v>
                </c:pt>
                <c:pt idx="3663">
                  <c:v>-1.3369578124787429E-2</c:v>
                </c:pt>
                <c:pt idx="3664">
                  <c:v>3.5798475397594184E-4</c:v>
                </c:pt>
                <c:pt idx="3665">
                  <c:v>3.938045440096025E-3</c:v>
                </c:pt>
                <c:pt idx="3666">
                  <c:v>-2.173602580227783E-2</c:v>
                </c:pt>
                <c:pt idx="3667">
                  <c:v>-1.8186941248449908E-2</c:v>
                </c:pt>
                <c:pt idx="3668">
                  <c:v>-9.1819326962841261E-3</c:v>
                </c:pt>
                <c:pt idx="3669">
                  <c:v>-4.8950539240844235E-3</c:v>
                </c:pt>
                <c:pt idx="3670">
                  <c:v>-2.1168899957174771E-2</c:v>
                </c:pt>
                <c:pt idx="3671">
                  <c:v>-1.4139896531766859E-2</c:v>
                </c:pt>
                <c:pt idx="3672">
                  <c:v>-2.1651164922665979E-2</c:v>
                </c:pt>
                <c:pt idx="3673">
                  <c:v>-3.0248813014348008E-2</c:v>
                </c:pt>
                <c:pt idx="3674">
                  <c:v>-2.4678878891129213E-2</c:v>
                </c:pt>
                <c:pt idx="3675">
                  <c:v>-1.7631760575988001E-3</c:v>
                </c:pt>
                <c:pt idx="3676">
                  <c:v>-4.9632797071215713E-2</c:v>
                </c:pt>
                <c:pt idx="3677">
                  <c:v>-5.406057205121173E-2</c:v>
                </c:pt>
                <c:pt idx="3678">
                  <c:v>-5.034402170912302E-2</c:v>
                </c:pt>
                <c:pt idx="3679">
                  <c:v>-3.1328178404050187E-2</c:v>
                </c:pt>
                <c:pt idx="3680">
                  <c:v>6.1510861781717953E-4</c:v>
                </c:pt>
                <c:pt idx="3681">
                  <c:v>3.8902874994717561E-3</c:v>
                </c:pt>
                <c:pt idx="3682">
                  <c:v>-8.9055334229317935E-5</c:v>
                </c:pt>
                <c:pt idx="3683">
                  <c:v>-3.11703529799106E-3</c:v>
                </c:pt>
                <c:pt idx="3684">
                  <c:v>-4.3678749907655407E-3</c:v>
                </c:pt>
                <c:pt idx="3685">
                  <c:v>-3.9665523087065453E-2</c:v>
                </c:pt>
                <c:pt idx="3686">
                  <c:v>-4.49967072127547E-2</c:v>
                </c:pt>
                <c:pt idx="3687">
                  <c:v>-2.9312526460427892E-2</c:v>
                </c:pt>
                <c:pt idx="3688">
                  <c:v>-3.7959198784294414E-2</c:v>
                </c:pt>
                <c:pt idx="3689">
                  <c:v>-8.204030211729791E-3</c:v>
                </c:pt>
                <c:pt idx="3690">
                  <c:v>3.5783275543235737E-3</c:v>
                </c:pt>
                <c:pt idx="3691">
                  <c:v>7.4080968347096767E-3</c:v>
                </c:pt>
                <c:pt idx="3692">
                  <c:v>7.0660555550148838E-3</c:v>
                </c:pt>
                <c:pt idx="3693">
                  <c:v>5.5835264231344044E-3</c:v>
                </c:pt>
                <c:pt idx="3694">
                  <c:v>4.4297748547700274E-3</c:v>
                </c:pt>
                <c:pt idx="3695">
                  <c:v>1.3156520507957344E-3</c:v>
                </c:pt>
                <c:pt idx="3696">
                  <c:v>3.8586830064003721E-4</c:v>
                </c:pt>
                <c:pt idx="3697">
                  <c:v>1.6703311888045699E-4</c:v>
                </c:pt>
                <c:pt idx="3698">
                  <c:v>7.833776562983364E-5</c:v>
                </c:pt>
                <c:pt idx="3699">
                  <c:v>8.2358398801484295E-5</c:v>
                </c:pt>
                <c:pt idx="3700">
                  <c:v>3.1033720298953658E-4</c:v>
                </c:pt>
                <c:pt idx="3701">
                  <c:v>2.9279353009177631E-4</c:v>
                </c:pt>
                <c:pt idx="3702">
                  <c:v>1.1149340662875238E-3</c:v>
                </c:pt>
                <c:pt idx="3703">
                  <c:v>6.0575178029941847E-4</c:v>
                </c:pt>
                <c:pt idx="3704">
                  <c:v>2.2064626357997949E-3</c:v>
                </c:pt>
                <c:pt idx="3705">
                  <c:v>1.4911181152390367E-3</c:v>
                </c:pt>
                <c:pt idx="3706">
                  <c:v>7.364429727247751E-4</c:v>
                </c:pt>
                <c:pt idx="3707">
                  <c:v>2.9048195188672351E-4</c:v>
                </c:pt>
                <c:pt idx="3708">
                  <c:v>1.4720266992729626E-4</c:v>
                </c:pt>
                <c:pt idx="3709">
                  <c:v>2.2341665203968238E-4</c:v>
                </c:pt>
                <c:pt idx="3710">
                  <c:v>2.8109937938807384E-4</c:v>
                </c:pt>
                <c:pt idx="3711">
                  <c:v>3.3802294827814508E-4</c:v>
                </c:pt>
                <c:pt idx="3712">
                  <c:v>2.3223199711190301E-4</c:v>
                </c:pt>
                <c:pt idx="3713">
                  <c:v>9.1793740574753482E-4</c:v>
                </c:pt>
                <c:pt idx="3714">
                  <c:v>4.5357185558772789E-4</c:v>
                </c:pt>
                <c:pt idx="3715">
                  <c:v>1.6875748854014273E-4</c:v>
                </c:pt>
                <c:pt idx="3716">
                  <c:v>6.4366100057260058E-5</c:v>
                </c:pt>
                <c:pt idx="3717">
                  <c:v>1.531590371508137E-5</c:v>
                </c:pt>
                <c:pt idx="3718">
                  <c:v>-7.6237347756031703E-5</c:v>
                </c:pt>
                <c:pt idx="3719">
                  <c:v>-1.3450335853171951E-4</c:v>
                </c:pt>
                <c:pt idx="3720">
                  <c:v>-1.0852727736720712E-4</c:v>
                </c:pt>
                <c:pt idx="3721">
                  <c:v>-1.3065108469117659E-4</c:v>
                </c:pt>
                <c:pt idx="3722">
                  <c:v>-1.4283665055572783E-4</c:v>
                </c:pt>
                <c:pt idx="3723">
                  <c:v>-8.8258854806882322E-5</c:v>
                </c:pt>
                <c:pt idx="3724">
                  <c:v>-5.6966169728931081E-5</c:v>
                </c:pt>
                <c:pt idx="3725">
                  <c:v>-7.8299016450476022E-5</c:v>
                </c:pt>
                <c:pt idx="3726">
                  <c:v>-1.1333834770156418E-5</c:v>
                </c:pt>
                <c:pt idx="3727">
                  <c:v>1.9756011968170258E-5</c:v>
                </c:pt>
                <c:pt idx="3728">
                  <c:v>-7.5136049888458755E-5</c:v>
                </c:pt>
                <c:pt idx="3729">
                  <c:v>-2.960777000183869E-4</c:v>
                </c:pt>
                <c:pt idx="3730">
                  <c:v>-4.3718714623963581E-4</c:v>
                </c:pt>
                <c:pt idx="3731">
                  <c:v>-5.4843025255934402E-4</c:v>
                </c:pt>
                <c:pt idx="3732">
                  <c:v>-4.9480106121160047E-4</c:v>
                </c:pt>
                <c:pt idx="3733">
                  <c:v>-3.929710040192058E-4</c:v>
                </c:pt>
                <c:pt idx="3734">
                  <c:v>-3.6077405097814278E-4</c:v>
                </c:pt>
                <c:pt idx="3735">
                  <c:v>-4.6036794745715211E-4</c:v>
                </c:pt>
                <c:pt idx="3736">
                  <c:v>-4.0868709521076513E-4</c:v>
                </c:pt>
                <c:pt idx="3737">
                  <c:v>4.1685759334863885E-4</c:v>
                </c:pt>
                <c:pt idx="3738">
                  <c:v>1.2506704747568194E-4</c:v>
                </c:pt>
                <c:pt idx="3739">
                  <c:v>2.7503683168176381E-4</c:v>
                </c:pt>
                <c:pt idx="3740">
                  <c:v>6.4374238868650314E-5</c:v>
                </c:pt>
                <c:pt idx="3741">
                  <c:v>1.5142926628037188E-5</c:v>
                </c:pt>
                <c:pt idx="3742">
                  <c:v>-8.9041529129431429E-6</c:v>
                </c:pt>
                <c:pt idx="3743">
                  <c:v>7.4279158854484264E-6</c:v>
                </c:pt>
                <c:pt idx="3744">
                  <c:v>2.2548822810436977E-5</c:v>
                </c:pt>
                <c:pt idx="3745">
                  <c:v>1.2247656657085688E-5</c:v>
                </c:pt>
                <c:pt idx="3746">
                  <c:v>1.5847273594751624E-5</c:v>
                </c:pt>
                <c:pt idx="3747">
                  <c:v>1.8973039237038534E-5</c:v>
                </c:pt>
                <c:pt idx="3748">
                  <c:v>1.4847110013822178E-5</c:v>
                </c:pt>
                <c:pt idx="3749">
                  <c:v>1.2271959201592606E-5</c:v>
                </c:pt>
                <c:pt idx="3750">
                  <c:v>2.277434738361176E-5</c:v>
                </c:pt>
                <c:pt idx="3751">
                  <c:v>8.751197048578281E-5</c:v>
                </c:pt>
                <c:pt idx="3752">
                  <c:v>-2.0139603908082436E-4</c:v>
                </c:pt>
                <c:pt idx="3753">
                  <c:v>-6.3059340530750504E-4</c:v>
                </c:pt>
                <c:pt idx="3754">
                  <c:v>-9.3848670568813064E-4</c:v>
                </c:pt>
                <c:pt idx="3755">
                  <c:v>-8.6064220365018136E-4</c:v>
                </c:pt>
                <c:pt idx="3756">
                  <c:v>-9.2442538452233226E-4</c:v>
                </c:pt>
                <c:pt idx="3757">
                  <c:v>-7.880699271296161E-4</c:v>
                </c:pt>
                <c:pt idx="3758">
                  <c:v>-4.9320237567368149E-4</c:v>
                </c:pt>
                <c:pt idx="3759">
                  <c:v>-4.7316444927109915E-4</c:v>
                </c:pt>
                <c:pt idx="3760">
                  <c:v>-5.4622786611604264E-4</c:v>
                </c:pt>
                <c:pt idx="3761">
                  <c:v>-5.7043714037859875E-4</c:v>
                </c:pt>
                <c:pt idx="3762">
                  <c:v>-6.2803620988838402E-4</c:v>
                </c:pt>
                <c:pt idx="3763">
                  <c:v>-8.141967622166277E-4</c:v>
                </c:pt>
                <c:pt idx="3764">
                  <c:v>-8.0648110771493718E-4</c:v>
                </c:pt>
                <c:pt idx="3765">
                  <c:v>-7.0743277371167505E-4</c:v>
                </c:pt>
                <c:pt idx="3766">
                  <c:v>-8.5394829024860617E-4</c:v>
                </c:pt>
                <c:pt idx="3767">
                  <c:v>5.6396371049190696E-4</c:v>
                </c:pt>
                <c:pt idx="3768">
                  <c:v>2.1370956714573356E-4</c:v>
                </c:pt>
                <c:pt idx="3769">
                  <c:v>1.4763784463280372E-4</c:v>
                </c:pt>
                <c:pt idx="3770">
                  <c:v>1.4350479111160681E-4</c:v>
                </c:pt>
                <c:pt idx="3771">
                  <c:v>5.97332566890785E-5</c:v>
                </c:pt>
                <c:pt idx="3772">
                  <c:v>7.782854440025994E-5</c:v>
                </c:pt>
                <c:pt idx="3773">
                  <c:v>5.7039981934722105E-5</c:v>
                </c:pt>
                <c:pt idx="3774">
                  <c:v>3.3568802849699897E-5</c:v>
                </c:pt>
                <c:pt idx="3775">
                  <c:v>2.0760438272709038E-4</c:v>
                </c:pt>
                <c:pt idx="3776">
                  <c:v>5.9123411962043069E-4</c:v>
                </c:pt>
                <c:pt idx="3777">
                  <c:v>3.9917442996011297E-5</c:v>
                </c:pt>
                <c:pt idx="3778">
                  <c:v>-3.5696975214287349E-4</c:v>
                </c:pt>
                <c:pt idx="3779">
                  <c:v>-3.5812374569228761E-4</c:v>
                </c:pt>
                <c:pt idx="3780">
                  <c:v>-2.7202587397531298E-4</c:v>
                </c:pt>
                <c:pt idx="3781">
                  <c:v>-2.8429041316203586E-4</c:v>
                </c:pt>
                <c:pt idx="3782">
                  <c:v>-3.6842313703474091E-4</c:v>
                </c:pt>
                <c:pt idx="3783">
                  <c:v>-4.4733800278820866E-4</c:v>
                </c:pt>
                <c:pt idx="3784">
                  <c:v>-4.2086895673462319E-4</c:v>
                </c:pt>
                <c:pt idx="3785">
                  <c:v>-3.4255783225040185E-4</c:v>
                </c:pt>
                <c:pt idx="3786">
                  <c:v>-3.5129623707032097E-4</c:v>
                </c:pt>
                <c:pt idx="3787">
                  <c:v>-3.0286739990353819E-4</c:v>
                </c:pt>
                <c:pt idx="3788">
                  <c:v>-3.5882234485416108E-4</c:v>
                </c:pt>
                <c:pt idx="3789">
                  <c:v>-4.6397876246056006E-4</c:v>
                </c:pt>
                <c:pt idx="3790">
                  <c:v>-4.8795162781916854E-4</c:v>
                </c:pt>
                <c:pt idx="3791">
                  <c:v>6.6889196569906869E-4</c:v>
                </c:pt>
                <c:pt idx="3792">
                  <c:v>2.4185397277749543E-4</c:v>
                </c:pt>
                <c:pt idx="3793">
                  <c:v>8.5302862757219227E-5</c:v>
                </c:pt>
                <c:pt idx="3794">
                  <c:v>8.4762413364695283E-5</c:v>
                </c:pt>
                <c:pt idx="3795">
                  <c:v>-1.8919954216699598E-2</c:v>
                </c:pt>
                <c:pt idx="3796">
                  <c:v>-4.7927352437086138E-2</c:v>
                </c:pt>
                <c:pt idx="3797">
                  <c:v>-6.9424383249672511E-2</c:v>
                </c:pt>
                <c:pt idx="3798">
                  <c:v>-2.8390071334614651E-2</c:v>
                </c:pt>
                <c:pt idx="3799">
                  <c:v>-4.249685609194457E-2</c:v>
                </c:pt>
                <c:pt idx="3800">
                  <c:v>2.2549068091262956E-3</c:v>
                </c:pt>
                <c:pt idx="3801">
                  <c:v>-4.9181072558882717E-2</c:v>
                </c:pt>
                <c:pt idx="3802">
                  <c:v>-4.5535207477767285E-2</c:v>
                </c:pt>
                <c:pt idx="3803">
                  <c:v>-3.2791138137996535E-2</c:v>
                </c:pt>
                <c:pt idx="3804">
                  <c:v>-3.8671194472796377E-2</c:v>
                </c:pt>
                <c:pt idx="3805">
                  <c:v>-5.6551216757014522E-2</c:v>
                </c:pt>
                <c:pt idx="3806">
                  <c:v>-6.8378333243213144E-2</c:v>
                </c:pt>
                <c:pt idx="3807">
                  <c:v>-5.8761536606658192E-2</c:v>
                </c:pt>
                <c:pt idx="3808">
                  <c:v>-5.682649940166095E-2</c:v>
                </c:pt>
                <c:pt idx="3809">
                  <c:v>-2.5102183604683505E-2</c:v>
                </c:pt>
                <c:pt idx="3810">
                  <c:v>-2.9828244943189343E-2</c:v>
                </c:pt>
                <c:pt idx="3811">
                  <c:v>-3.9816316174108343E-2</c:v>
                </c:pt>
                <c:pt idx="3812">
                  <c:v>-4.0115479326581729E-2</c:v>
                </c:pt>
                <c:pt idx="3813">
                  <c:v>-2.0806236609667218E-2</c:v>
                </c:pt>
                <c:pt idx="3814">
                  <c:v>-4.8331186235814512E-2</c:v>
                </c:pt>
                <c:pt idx="3815">
                  <c:v>-3.9486254394521095E-2</c:v>
                </c:pt>
                <c:pt idx="3816">
                  <c:v>-1.0420038589540022E-2</c:v>
                </c:pt>
                <c:pt idx="3817">
                  <c:v>-2.8936596632310227E-2</c:v>
                </c:pt>
                <c:pt idx="3818">
                  <c:v>-1.9136100370796466E-2</c:v>
                </c:pt>
                <c:pt idx="3819">
                  <c:v>-2.1571570629591721E-2</c:v>
                </c:pt>
                <c:pt idx="3820">
                  <c:v>-3.8045862822048776E-2</c:v>
                </c:pt>
                <c:pt idx="3821">
                  <c:v>-1.5246648539291027E-2</c:v>
                </c:pt>
                <c:pt idx="3822">
                  <c:v>-5.6810965570708152E-2</c:v>
                </c:pt>
                <c:pt idx="3823">
                  <c:v>-2.3253925374134603E-2</c:v>
                </c:pt>
                <c:pt idx="3824">
                  <c:v>-4.2198894803674482E-2</c:v>
                </c:pt>
                <c:pt idx="3825">
                  <c:v>-5.0530103324804301E-2</c:v>
                </c:pt>
                <c:pt idx="3826">
                  <c:v>-4.3331407032253175E-2</c:v>
                </c:pt>
                <c:pt idx="3827">
                  <c:v>-1.1959080115507153E-2</c:v>
                </c:pt>
                <c:pt idx="3828">
                  <c:v>-1.7318682750784672E-2</c:v>
                </c:pt>
                <c:pt idx="3829">
                  <c:v>-4.7560146289721113E-2</c:v>
                </c:pt>
                <c:pt idx="3830">
                  <c:v>-4.2864645311878238E-2</c:v>
                </c:pt>
                <c:pt idx="3831">
                  <c:v>-7.2567830358041027E-2</c:v>
                </c:pt>
                <c:pt idx="3832">
                  <c:v>-3.0643452895310796E-2</c:v>
                </c:pt>
                <c:pt idx="3833">
                  <c:v>-3.5731093174753398E-2</c:v>
                </c:pt>
                <c:pt idx="3834">
                  <c:v>-2.2581869836590881E-2</c:v>
                </c:pt>
                <c:pt idx="3835">
                  <c:v>-7.9070764343289173E-3</c:v>
                </c:pt>
                <c:pt idx="3836">
                  <c:v>1.345674826881393E-2</c:v>
                </c:pt>
                <c:pt idx="3837">
                  <c:v>-5.6888090949281704E-2</c:v>
                </c:pt>
                <c:pt idx="3838">
                  <c:v>-2.675709270694563E-2</c:v>
                </c:pt>
                <c:pt idx="3839">
                  <c:v>-1.929060180878011E-2</c:v>
                </c:pt>
                <c:pt idx="3840">
                  <c:v>-1.6551249326348078E-2</c:v>
                </c:pt>
                <c:pt idx="3841">
                  <c:v>-3.560589848721734E-2</c:v>
                </c:pt>
                <c:pt idx="3842">
                  <c:v>-3.4508196821490929E-2</c:v>
                </c:pt>
                <c:pt idx="3843">
                  <c:v>-2.7920389749377481E-2</c:v>
                </c:pt>
                <c:pt idx="3844">
                  <c:v>-2.7786262505806E-2</c:v>
                </c:pt>
                <c:pt idx="3845">
                  <c:v>-2.4302484325446978E-2</c:v>
                </c:pt>
                <c:pt idx="3846">
                  <c:v>-2.0937025124733923E-2</c:v>
                </c:pt>
                <c:pt idx="3847">
                  <c:v>-2.777022127010409E-2</c:v>
                </c:pt>
                <c:pt idx="3848">
                  <c:v>-3.0741472467032752E-2</c:v>
                </c:pt>
                <c:pt idx="3849">
                  <c:v>-2.5839010161982184E-2</c:v>
                </c:pt>
                <c:pt idx="3850">
                  <c:v>-2.2011566115882938E-2</c:v>
                </c:pt>
                <c:pt idx="3851">
                  <c:v>-2.5110642660645933E-2</c:v>
                </c:pt>
                <c:pt idx="3852">
                  <c:v>-2.2035038163920606E-2</c:v>
                </c:pt>
                <c:pt idx="3853">
                  <c:v>-1.7305302524957773E-2</c:v>
                </c:pt>
                <c:pt idx="3854">
                  <c:v>-2.218902793852703E-2</c:v>
                </c:pt>
                <c:pt idx="3855">
                  <c:v>-3.2155712839901714E-2</c:v>
                </c:pt>
                <c:pt idx="3856">
                  <c:v>-3.833745232003654E-2</c:v>
                </c:pt>
                <c:pt idx="3857">
                  <c:v>-3.6228297347157511E-2</c:v>
                </c:pt>
                <c:pt idx="3858">
                  <c:v>-2.7674916169353869E-2</c:v>
                </c:pt>
                <c:pt idx="3859">
                  <c:v>-2.1636104240111483E-2</c:v>
                </c:pt>
                <c:pt idx="3860">
                  <c:v>-1.8915558164852148E-2</c:v>
                </c:pt>
                <c:pt idx="3861">
                  <c:v>-1.9490303961540646E-2</c:v>
                </c:pt>
                <c:pt idx="3862">
                  <c:v>-1.7467602239869751E-2</c:v>
                </c:pt>
                <c:pt idx="3863">
                  <c:v>-1.2605941991850358E-2</c:v>
                </c:pt>
                <c:pt idx="3864">
                  <c:v>-2.4741341608111925E-2</c:v>
                </c:pt>
                <c:pt idx="3865">
                  <c:v>-1.7217289190985998E-2</c:v>
                </c:pt>
                <c:pt idx="3866">
                  <c:v>-1.5739928922352559E-2</c:v>
                </c:pt>
                <c:pt idx="3867">
                  <c:v>-1.3186661957555235E-2</c:v>
                </c:pt>
                <c:pt idx="3868">
                  <c:v>-1.5997572373639891E-2</c:v>
                </c:pt>
                <c:pt idx="3869">
                  <c:v>-1.7420365523929865E-2</c:v>
                </c:pt>
                <c:pt idx="3870">
                  <c:v>-2.6448743283738627E-2</c:v>
                </c:pt>
                <c:pt idx="3871">
                  <c:v>-2.2868077404693495E-2</c:v>
                </c:pt>
                <c:pt idx="3872">
                  <c:v>-3.6302571032267264E-2</c:v>
                </c:pt>
                <c:pt idx="3873">
                  <c:v>-3.913387718982532E-2</c:v>
                </c:pt>
                <c:pt idx="3874">
                  <c:v>-1.0739348525816813E-2</c:v>
                </c:pt>
                <c:pt idx="3875">
                  <c:v>-2.6752929210845978E-2</c:v>
                </c:pt>
                <c:pt idx="3876">
                  <c:v>-4.1958553333034367E-2</c:v>
                </c:pt>
                <c:pt idx="3877">
                  <c:v>-2.0557604108520092E-2</c:v>
                </c:pt>
                <c:pt idx="3878">
                  <c:v>-4.4634398863096614E-2</c:v>
                </c:pt>
                <c:pt idx="3879">
                  <c:v>-3.4595680009188623E-3</c:v>
                </c:pt>
                <c:pt idx="3880">
                  <c:v>-5.5673127389553295E-2</c:v>
                </c:pt>
                <c:pt idx="3881">
                  <c:v>-1.0793289139168182E-2</c:v>
                </c:pt>
                <c:pt idx="3882">
                  <c:v>-2.1116461850823245E-2</c:v>
                </c:pt>
                <c:pt idx="3883">
                  <c:v>-2.3920682419609079E-2</c:v>
                </c:pt>
                <c:pt idx="3884">
                  <c:v>7.7970901370560714E-4</c:v>
                </c:pt>
                <c:pt idx="3885">
                  <c:v>-3.6240271964574224E-2</c:v>
                </c:pt>
                <c:pt idx="3886">
                  <c:v>-2.9800938146506983E-2</c:v>
                </c:pt>
                <c:pt idx="3887">
                  <c:v>-8.2006698806989364E-3</c:v>
                </c:pt>
                <c:pt idx="3888">
                  <c:v>-3.8360113578831657E-2</c:v>
                </c:pt>
                <c:pt idx="3889">
                  <c:v>-2.6150372412388458E-2</c:v>
                </c:pt>
                <c:pt idx="3890">
                  <c:v>-3.3064056747560827E-2</c:v>
                </c:pt>
                <c:pt idx="3891">
                  <c:v>-3.9876917880751053E-2</c:v>
                </c:pt>
                <c:pt idx="3892">
                  <c:v>-3.5752757736345835E-2</c:v>
                </c:pt>
                <c:pt idx="3893">
                  <c:v>-5.7476161716052604E-2</c:v>
                </c:pt>
                <c:pt idx="3894">
                  <c:v>-3.1046900980337445E-2</c:v>
                </c:pt>
                <c:pt idx="3895">
                  <c:v>-3.4533321826293019E-2</c:v>
                </c:pt>
                <c:pt idx="3896">
                  <c:v>-2.3549748159630495E-2</c:v>
                </c:pt>
                <c:pt idx="3897">
                  <c:v>-2.3281475116838205E-2</c:v>
                </c:pt>
                <c:pt idx="3898">
                  <c:v>-1.2986633512497741E-2</c:v>
                </c:pt>
                <c:pt idx="3899">
                  <c:v>-4.6944794790433654E-2</c:v>
                </c:pt>
                <c:pt idx="3900">
                  <c:v>-4.9910850579973499E-2</c:v>
                </c:pt>
                <c:pt idx="3901">
                  <c:v>3.7467509947301239E-4</c:v>
                </c:pt>
                <c:pt idx="3902">
                  <c:v>-3.3421992150886599E-2</c:v>
                </c:pt>
                <c:pt idx="3903">
                  <c:v>-1.3079924198685302E-2</c:v>
                </c:pt>
                <c:pt idx="3904">
                  <c:v>-5.0766823295565068E-2</c:v>
                </c:pt>
                <c:pt idx="3905">
                  <c:v>-1.6894188972784014E-3</c:v>
                </c:pt>
                <c:pt idx="3906">
                  <c:v>-1.2076294357325525E-3</c:v>
                </c:pt>
                <c:pt idx="3907">
                  <c:v>-2.8736819069954209E-2</c:v>
                </c:pt>
                <c:pt idx="3908">
                  <c:v>-1.938692520793486E-2</c:v>
                </c:pt>
                <c:pt idx="3909">
                  <c:v>-1.5740250484796065E-2</c:v>
                </c:pt>
                <c:pt idx="3910">
                  <c:v>-2.6077374004530657E-2</c:v>
                </c:pt>
                <c:pt idx="3911">
                  <c:v>-2.3702384867342184E-2</c:v>
                </c:pt>
                <c:pt idx="3912">
                  <c:v>-1.7011276474497496E-2</c:v>
                </c:pt>
                <c:pt idx="3913">
                  <c:v>-2.7188925475764205E-2</c:v>
                </c:pt>
                <c:pt idx="3914">
                  <c:v>-3.0865247874964367E-2</c:v>
                </c:pt>
                <c:pt idx="3915">
                  <c:v>-5.1755705421969731E-3</c:v>
                </c:pt>
                <c:pt idx="3916">
                  <c:v>-4.2359345067360499E-2</c:v>
                </c:pt>
                <c:pt idx="3917">
                  <c:v>4.6215668049693339E-3</c:v>
                </c:pt>
                <c:pt idx="3918">
                  <c:v>-4.6047944028979923E-2</c:v>
                </c:pt>
                <c:pt idx="3919">
                  <c:v>-3.5088260078506198E-2</c:v>
                </c:pt>
                <c:pt idx="3920">
                  <c:v>-5.5659425038875388E-2</c:v>
                </c:pt>
                <c:pt idx="3921">
                  <c:v>-6.1513314297835679E-2</c:v>
                </c:pt>
                <c:pt idx="3922">
                  <c:v>-6.5534796798049508E-2</c:v>
                </c:pt>
                <c:pt idx="3923">
                  <c:v>-6.6347249906144296E-2</c:v>
                </c:pt>
                <c:pt idx="3924">
                  <c:v>-5.4150681822732853E-2</c:v>
                </c:pt>
                <c:pt idx="3925">
                  <c:v>-3.4264571650573991E-2</c:v>
                </c:pt>
                <c:pt idx="3926">
                  <c:v>-3.0077162683536014E-2</c:v>
                </c:pt>
                <c:pt idx="3927">
                  <c:v>-3.5568594257212043E-3</c:v>
                </c:pt>
                <c:pt idx="3928">
                  <c:v>-2.4409253890153519E-2</c:v>
                </c:pt>
                <c:pt idx="3929">
                  <c:v>-5.7474009350263019E-2</c:v>
                </c:pt>
                <c:pt idx="3930">
                  <c:v>-4.4275337758288437E-2</c:v>
                </c:pt>
                <c:pt idx="3931">
                  <c:v>-2.8223751663430323E-2</c:v>
                </c:pt>
                <c:pt idx="3932">
                  <c:v>-1.0337122678245428E-2</c:v>
                </c:pt>
                <c:pt idx="3933">
                  <c:v>-2.2700308863918651E-2</c:v>
                </c:pt>
                <c:pt idx="3934">
                  <c:v>-2.2481215057481147E-2</c:v>
                </c:pt>
                <c:pt idx="3935">
                  <c:v>-1.0672619055110539E-2</c:v>
                </c:pt>
                <c:pt idx="3936">
                  <c:v>-5.2246977737028688E-2</c:v>
                </c:pt>
                <c:pt idx="3937">
                  <c:v>-2.1097168037207351E-2</c:v>
                </c:pt>
                <c:pt idx="3938">
                  <c:v>-3.6911541312465518E-2</c:v>
                </c:pt>
                <c:pt idx="3939">
                  <c:v>-5.7872409887979578E-2</c:v>
                </c:pt>
                <c:pt idx="3940">
                  <c:v>-2.1489985155671673E-2</c:v>
                </c:pt>
                <c:pt idx="3941">
                  <c:v>-8.8135225454360321E-3</c:v>
                </c:pt>
                <c:pt idx="3942">
                  <c:v>-3.3875346847024826E-2</c:v>
                </c:pt>
                <c:pt idx="3943">
                  <c:v>-6.2814248838286638E-2</c:v>
                </c:pt>
                <c:pt idx="3944">
                  <c:v>-6.2550729390404916E-2</c:v>
                </c:pt>
                <c:pt idx="3945">
                  <c:v>-2.5745138215966419E-2</c:v>
                </c:pt>
                <c:pt idx="3946">
                  <c:v>-1.6563490860434987E-2</c:v>
                </c:pt>
                <c:pt idx="3947">
                  <c:v>-2.9780694819412114E-2</c:v>
                </c:pt>
                <c:pt idx="3948">
                  <c:v>-7.2524084184090551E-2</c:v>
                </c:pt>
                <c:pt idx="3949">
                  <c:v>-7.2734280129561665E-2</c:v>
                </c:pt>
                <c:pt idx="3950">
                  <c:v>-3.3020997872131599E-2</c:v>
                </c:pt>
                <c:pt idx="3951">
                  <c:v>-2.4542824330519776E-2</c:v>
                </c:pt>
                <c:pt idx="3952">
                  <c:v>-2.2284295441457984E-2</c:v>
                </c:pt>
                <c:pt idx="3953">
                  <c:v>1.4055556383360422E-2</c:v>
                </c:pt>
                <c:pt idx="3954">
                  <c:v>-1.9366073121782231E-2</c:v>
                </c:pt>
                <c:pt idx="3955">
                  <c:v>-3.7210824798158376E-2</c:v>
                </c:pt>
                <c:pt idx="3956">
                  <c:v>-5.5254042742506358E-2</c:v>
                </c:pt>
                <c:pt idx="3957">
                  <c:v>-4.3429315553380719E-2</c:v>
                </c:pt>
                <c:pt idx="3958">
                  <c:v>-4.9889235529918374E-3</c:v>
                </c:pt>
                <c:pt idx="3959">
                  <c:v>-3.4265918881805628E-2</c:v>
                </c:pt>
                <c:pt idx="3960">
                  <c:v>-3.3023954005665386E-2</c:v>
                </c:pt>
                <c:pt idx="3961">
                  <c:v>-3.1775007383613142E-2</c:v>
                </c:pt>
                <c:pt idx="3962">
                  <c:v>-2.6306514459936849E-2</c:v>
                </c:pt>
                <c:pt idx="3963">
                  <c:v>-1.5486294584904954E-2</c:v>
                </c:pt>
                <c:pt idx="3964">
                  <c:v>-2.9709571952470468E-2</c:v>
                </c:pt>
                <c:pt idx="3965">
                  <c:v>-2.014832726841039E-3</c:v>
                </c:pt>
                <c:pt idx="3966">
                  <c:v>-2.3245408908723571E-2</c:v>
                </c:pt>
                <c:pt idx="3967">
                  <c:v>-5.1829003410403141E-2</c:v>
                </c:pt>
                <c:pt idx="3968">
                  <c:v>-5.6956005588695791E-2</c:v>
                </c:pt>
                <c:pt idx="3969">
                  <c:v>-7.4283340965271616E-2</c:v>
                </c:pt>
                <c:pt idx="3970">
                  <c:v>-3.0746781656911727E-2</c:v>
                </c:pt>
                <c:pt idx="3971">
                  <c:v>-2.4918462949826796E-2</c:v>
                </c:pt>
                <c:pt idx="3972">
                  <c:v>1.456417919768509E-3</c:v>
                </c:pt>
                <c:pt idx="3973">
                  <c:v>-1.6726490303969759E-2</c:v>
                </c:pt>
                <c:pt idx="3974">
                  <c:v>-2.5118792328324403E-2</c:v>
                </c:pt>
                <c:pt idx="3975">
                  <c:v>-3.3646597496866153E-2</c:v>
                </c:pt>
                <c:pt idx="3976">
                  <c:v>-2.9254547806806468E-2</c:v>
                </c:pt>
                <c:pt idx="3977">
                  <c:v>-2.6329231856430785E-2</c:v>
                </c:pt>
                <c:pt idx="3978">
                  <c:v>-1.8447676038521595E-2</c:v>
                </c:pt>
                <c:pt idx="3979">
                  <c:v>-2.0624602749621728E-2</c:v>
                </c:pt>
                <c:pt idx="3980">
                  <c:v>-1.9757929627936557E-2</c:v>
                </c:pt>
                <c:pt idx="3981">
                  <c:v>-2.6577400133575846E-2</c:v>
                </c:pt>
                <c:pt idx="3982">
                  <c:v>-1.5799395997498911E-2</c:v>
                </c:pt>
                <c:pt idx="3983">
                  <c:v>-2.5104539466593495E-2</c:v>
                </c:pt>
                <c:pt idx="3984">
                  <c:v>-3.9067684420074876E-3</c:v>
                </c:pt>
                <c:pt idx="3985">
                  <c:v>-3.9546822234240907E-2</c:v>
                </c:pt>
                <c:pt idx="3986">
                  <c:v>-4.1394312023487083E-2</c:v>
                </c:pt>
                <c:pt idx="3987">
                  <c:v>-3.0803077665176617E-2</c:v>
                </c:pt>
                <c:pt idx="3988">
                  <c:v>-7.3053549341267187E-4</c:v>
                </c:pt>
                <c:pt idx="3989">
                  <c:v>6.4736927796307754E-3</c:v>
                </c:pt>
                <c:pt idx="3990">
                  <c:v>-3.0924485782318146E-2</c:v>
                </c:pt>
                <c:pt idx="3991">
                  <c:v>-5.2001039084838219E-2</c:v>
                </c:pt>
                <c:pt idx="3992">
                  <c:v>-6.5445976002103237E-2</c:v>
                </c:pt>
                <c:pt idx="3993">
                  <c:v>-8.4809239492013452E-2</c:v>
                </c:pt>
                <c:pt idx="3994">
                  <c:v>-6.4756024931046041E-2</c:v>
                </c:pt>
                <c:pt idx="3995">
                  <c:v>-3.6072228435393476E-2</c:v>
                </c:pt>
                <c:pt idx="3996">
                  <c:v>-3.1996392581563546E-2</c:v>
                </c:pt>
                <c:pt idx="3997">
                  <c:v>-3.767369269354845E-2</c:v>
                </c:pt>
                <c:pt idx="3998">
                  <c:v>-5.0944225305770752E-2</c:v>
                </c:pt>
                <c:pt idx="3999">
                  <c:v>-3.913765126952741E-2</c:v>
                </c:pt>
                <c:pt idx="4000">
                  <c:v>7.241891452359722E-3</c:v>
                </c:pt>
                <c:pt idx="4001">
                  <c:v>9.6875109788741585E-4</c:v>
                </c:pt>
                <c:pt idx="4002">
                  <c:v>-3.0444191866159202E-2</c:v>
                </c:pt>
                <c:pt idx="4003">
                  <c:v>-1.9588988408436838E-2</c:v>
                </c:pt>
                <c:pt idx="4004">
                  <c:v>-9.332388658875642E-3</c:v>
                </c:pt>
                <c:pt idx="4005">
                  <c:v>-1.9409452275840578E-3</c:v>
                </c:pt>
                <c:pt idx="4006">
                  <c:v>-1.5571740011368011E-2</c:v>
                </c:pt>
                <c:pt idx="4007">
                  <c:v>-9.0206347179210087E-3</c:v>
                </c:pt>
                <c:pt idx="4008">
                  <c:v>-2.1723202318231782E-2</c:v>
                </c:pt>
                <c:pt idx="4009">
                  <c:v>-5.6135239161782091E-2</c:v>
                </c:pt>
                <c:pt idx="4010">
                  <c:v>-1.6691247298612443E-2</c:v>
                </c:pt>
                <c:pt idx="4011">
                  <c:v>-5.534553950306606E-2</c:v>
                </c:pt>
                <c:pt idx="4012">
                  <c:v>-1.9326883255631071E-2</c:v>
                </c:pt>
                <c:pt idx="4013">
                  <c:v>-2.9970049303721404E-2</c:v>
                </c:pt>
                <c:pt idx="4014">
                  <c:v>1.508283305480103E-5</c:v>
                </c:pt>
                <c:pt idx="4015">
                  <c:v>-5.3595084305995896E-2</c:v>
                </c:pt>
                <c:pt idx="4016">
                  <c:v>-5.7861950712175654E-2</c:v>
                </c:pt>
                <c:pt idx="4017">
                  <c:v>-2.4002627525721482E-2</c:v>
                </c:pt>
                <c:pt idx="4018">
                  <c:v>-3.4435841096138634E-2</c:v>
                </c:pt>
                <c:pt idx="4019">
                  <c:v>1.8033011210497156E-2</c:v>
                </c:pt>
                <c:pt idx="4020">
                  <c:v>7.2932403130280656E-3</c:v>
                </c:pt>
                <c:pt idx="4021">
                  <c:v>1.765599476635544E-3</c:v>
                </c:pt>
                <c:pt idx="4022">
                  <c:v>-2.9607283359825719E-2</c:v>
                </c:pt>
                <c:pt idx="4023">
                  <c:v>-3.1687101441338517E-2</c:v>
                </c:pt>
                <c:pt idx="4024">
                  <c:v>-2.1431610270658999E-2</c:v>
                </c:pt>
                <c:pt idx="4025">
                  <c:v>2.1720824105309917E-2</c:v>
                </c:pt>
                <c:pt idx="4026">
                  <c:v>-2.5395641601214422E-2</c:v>
                </c:pt>
                <c:pt idx="4027">
                  <c:v>-4.0890410445375426E-2</c:v>
                </c:pt>
                <c:pt idx="4028">
                  <c:v>-6.3535310009733463E-3</c:v>
                </c:pt>
                <c:pt idx="4029">
                  <c:v>-3.0159881856153387E-2</c:v>
                </c:pt>
                <c:pt idx="4030">
                  <c:v>1.0042266027756477E-3</c:v>
                </c:pt>
                <c:pt idx="4031">
                  <c:v>-1.2467935678515131E-2</c:v>
                </c:pt>
                <c:pt idx="4032">
                  <c:v>-2.0234671753241135E-2</c:v>
                </c:pt>
                <c:pt idx="4033">
                  <c:v>-1.5096224262760008E-2</c:v>
                </c:pt>
                <c:pt idx="4034">
                  <c:v>-3.8789533112685198E-4</c:v>
                </c:pt>
                <c:pt idx="4035">
                  <c:v>-3.5999805234222866E-2</c:v>
                </c:pt>
                <c:pt idx="4036">
                  <c:v>-7.8220728345315786E-3</c:v>
                </c:pt>
                <c:pt idx="4037">
                  <c:v>-4.3662817006321866E-2</c:v>
                </c:pt>
                <c:pt idx="4038">
                  <c:v>-2.8021911857658472E-2</c:v>
                </c:pt>
                <c:pt idx="4039">
                  <c:v>-2.3498854537786881E-3</c:v>
                </c:pt>
                <c:pt idx="4040">
                  <c:v>-5.3756337123627096E-2</c:v>
                </c:pt>
                <c:pt idx="4041">
                  <c:v>-3.1932858841100302E-2</c:v>
                </c:pt>
                <c:pt idx="4042">
                  <c:v>-1.2627004503689783E-2</c:v>
                </c:pt>
                <c:pt idx="4043">
                  <c:v>-9.8106004768015106E-3</c:v>
                </c:pt>
                <c:pt idx="4044">
                  <c:v>-4.0493995871906309E-2</c:v>
                </c:pt>
                <c:pt idx="4045">
                  <c:v>-1.3659227369051168E-2</c:v>
                </c:pt>
                <c:pt idx="4046">
                  <c:v>-2.5055178318590703E-2</c:v>
                </c:pt>
                <c:pt idx="4047">
                  <c:v>-1.9983852731307955E-2</c:v>
                </c:pt>
                <c:pt idx="4048">
                  <c:v>-1.6949044588983848E-2</c:v>
                </c:pt>
                <c:pt idx="4049">
                  <c:v>-3.0960414902492777E-3</c:v>
                </c:pt>
                <c:pt idx="4050">
                  <c:v>-1.4235512718666856E-2</c:v>
                </c:pt>
                <c:pt idx="4051">
                  <c:v>-4.511255557637462E-2</c:v>
                </c:pt>
                <c:pt idx="4052">
                  <c:v>-1.3236604329543451E-2</c:v>
                </c:pt>
                <c:pt idx="4053">
                  <c:v>-5.0887735963906805E-2</c:v>
                </c:pt>
                <c:pt idx="4054">
                  <c:v>-9.1356167176241346E-3</c:v>
                </c:pt>
                <c:pt idx="4055">
                  <c:v>-1.021784975838992E-2</c:v>
                </c:pt>
                <c:pt idx="4056">
                  <c:v>-4.5354962373828349E-2</c:v>
                </c:pt>
                <c:pt idx="4057">
                  <c:v>-3.249680041649964E-2</c:v>
                </c:pt>
                <c:pt idx="4058">
                  <c:v>-3.9797703540298247E-2</c:v>
                </c:pt>
                <c:pt idx="4059">
                  <c:v>-2.0324883674334489E-2</c:v>
                </c:pt>
                <c:pt idx="4060">
                  <c:v>-1.7032884622817105E-2</c:v>
                </c:pt>
                <c:pt idx="4061">
                  <c:v>-1.8647422715231007E-2</c:v>
                </c:pt>
                <c:pt idx="4062">
                  <c:v>-1.9354243295325559E-2</c:v>
                </c:pt>
                <c:pt idx="4063">
                  <c:v>-1.8465753312496773E-2</c:v>
                </c:pt>
                <c:pt idx="4064">
                  <c:v>-1.5212547576453779E-2</c:v>
                </c:pt>
                <c:pt idx="4065">
                  <c:v>-2.3677170708601359E-2</c:v>
                </c:pt>
                <c:pt idx="4066">
                  <c:v>-1.9656382952818668E-2</c:v>
                </c:pt>
                <c:pt idx="4067">
                  <c:v>-1.680264772062014E-2</c:v>
                </c:pt>
                <c:pt idx="4068">
                  <c:v>-2.9585732326792426E-2</c:v>
                </c:pt>
                <c:pt idx="4069">
                  <c:v>-2.3084332269071185E-2</c:v>
                </c:pt>
                <c:pt idx="4070">
                  <c:v>-2.9141084028797035E-2</c:v>
                </c:pt>
                <c:pt idx="4071">
                  <c:v>-2.9974186251947633E-2</c:v>
                </c:pt>
                <c:pt idx="4072">
                  <c:v>-2.5224997442391914E-2</c:v>
                </c:pt>
                <c:pt idx="4073">
                  <c:v>-1.5368833616224103E-2</c:v>
                </c:pt>
                <c:pt idx="4074">
                  <c:v>-3.7374733880677774E-2</c:v>
                </c:pt>
                <c:pt idx="4075">
                  <c:v>-3.9987076282315841E-2</c:v>
                </c:pt>
                <c:pt idx="4076">
                  <c:v>-3.4511555511037864E-2</c:v>
                </c:pt>
                <c:pt idx="4077">
                  <c:v>-2.291925523073687E-2</c:v>
                </c:pt>
                <c:pt idx="4078">
                  <c:v>-2.3152053881566239E-2</c:v>
                </c:pt>
                <c:pt idx="4079">
                  <c:v>-1.9637710094551834E-2</c:v>
                </c:pt>
                <c:pt idx="4080">
                  <c:v>-1.5784117570344817E-2</c:v>
                </c:pt>
                <c:pt idx="4081">
                  <c:v>-1.7280392666155699E-2</c:v>
                </c:pt>
                <c:pt idx="4082">
                  <c:v>-1.7605049293456163E-2</c:v>
                </c:pt>
                <c:pt idx="4083">
                  <c:v>-2.0755154550090624E-2</c:v>
                </c:pt>
                <c:pt idx="4084">
                  <c:v>-1.9907412059571975E-2</c:v>
                </c:pt>
                <c:pt idx="4085">
                  <c:v>-1.2945508756001305E-2</c:v>
                </c:pt>
                <c:pt idx="4086">
                  <c:v>-5.0171923327447722E-2</c:v>
                </c:pt>
                <c:pt idx="4087">
                  <c:v>-2.9762693339892277E-2</c:v>
                </c:pt>
                <c:pt idx="4088">
                  <c:v>6.8611062773693918E-3</c:v>
                </c:pt>
                <c:pt idx="4089">
                  <c:v>1.5098070294314226E-2</c:v>
                </c:pt>
                <c:pt idx="4090">
                  <c:v>-2.8428366344766264E-2</c:v>
                </c:pt>
                <c:pt idx="4091">
                  <c:v>-4.0562735877497386E-3</c:v>
                </c:pt>
                <c:pt idx="4092">
                  <c:v>1.0098861615652734E-2</c:v>
                </c:pt>
                <c:pt idx="4093">
                  <c:v>-2.6967240931791325E-2</c:v>
                </c:pt>
                <c:pt idx="4094">
                  <c:v>-4.8455708300744913E-3</c:v>
                </c:pt>
                <c:pt idx="4095">
                  <c:v>-2.1595065467914717E-2</c:v>
                </c:pt>
                <c:pt idx="4096">
                  <c:v>-1.2318079987090448E-2</c:v>
                </c:pt>
                <c:pt idx="4097">
                  <c:v>-2.0484142938824019E-2</c:v>
                </c:pt>
                <c:pt idx="4098">
                  <c:v>-9.2328179281845613E-3</c:v>
                </c:pt>
                <c:pt idx="4099">
                  <c:v>-4.4417828204489737E-2</c:v>
                </c:pt>
                <c:pt idx="4100">
                  <c:v>-2.4595359035599125E-2</c:v>
                </c:pt>
                <c:pt idx="4101">
                  <c:v>-4.8440275047951439E-2</c:v>
                </c:pt>
                <c:pt idx="4102">
                  <c:v>-1.0973179302347001E-2</c:v>
                </c:pt>
                <c:pt idx="4103">
                  <c:v>-3.5050192165279485E-2</c:v>
                </c:pt>
                <c:pt idx="4104">
                  <c:v>-3.4903243368923065E-3</c:v>
                </c:pt>
                <c:pt idx="4105">
                  <c:v>-2.647408586166489E-2</c:v>
                </c:pt>
                <c:pt idx="4106">
                  <c:v>-2.5420506152094634E-2</c:v>
                </c:pt>
                <c:pt idx="4107">
                  <c:v>7.721841888746648E-5</c:v>
                </c:pt>
                <c:pt idx="4108">
                  <c:v>-4.1803576939373414E-2</c:v>
                </c:pt>
                <c:pt idx="4109">
                  <c:v>-1.4044381557814418E-2</c:v>
                </c:pt>
                <c:pt idx="4110">
                  <c:v>-1.2763913928682178E-2</c:v>
                </c:pt>
                <c:pt idx="4111">
                  <c:v>-3.7617357140739792E-2</c:v>
                </c:pt>
                <c:pt idx="4112">
                  <c:v>-8.8090501368090889E-3</c:v>
                </c:pt>
                <c:pt idx="4113">
                  <c:v>-4.0871488620184922E-2</c:v>
                </c:pt>
                <c:pt idx="4114">
                  <c:v>-1.5736594527150309E-2</c:v>
                </c:pt>
                <c:pt idx="4115">
                  <c:v>-2.7800595607937083E-2</c:v>
                </c:pt>
                <c:pt idx="4116">
                  <c:v>-2.9302090575816946E-2</c:v>
                </c:pt>
                <c:pt idx="4117">
                  <c:v>-4.0168575111684257E-2</c:v>
                </c:pt>
                <c:pt idx="4118">
                  <c:v>-2.804684317604508E-2</c:v>
                </c:pt>
                <c:pt idx="4119">
                  <c:v>3.5515732133931232E-3</c:v>
                </c:pt>
                <c:pt idx="4120">
                  <c:v>-2.3923903213650299E-2</c:v>
                </c:pt>
                <c:pt idx="4121">
                  <c:v>-2.0490846153627597E-2</c:v>
                </c:pt>
                <c:pt idx="4122">
                  <c:v>-1.1568548813932667E-2</c:v>
                </c:pt>
                <c:pt idx="4123">
                  <c:v>-1.6432979334402159E-2</c:v>
                </c:pt>
                <c:pt idx="4124">
                  <c:v>-3.3255792362580826E-2</c:v>
                </c:pt>
                <c:pt idx="4125">
                  <c:v>-3.7249613272484695E-2</c:v>
                </c:pt>
                <c:pt idx="4126">
                  <c:v>-2.898885300814541E-2</c:v>
                </c:pt>
                <c:pt idx="4127">
                  <c:v>-3.1904118903611563E-2</c:v>
                </c:pt>
                <c:pt idx="4128">
                  <c:v>-3.3356656732927939E-2</c:v>
                </c:pt>
                <c:pt idx="4129">
                  <c:v>-2.7792193114009364E-2</c:v>
                </c:pt>
                <c:pt idx="4130">
                  <c:v>-4.715133033582556E-2</c:v>
                </c:pt>
                <c:pt idx="4131">
                  <c:v>-5.2747617446145728E-2</c:v>
                </c:pt>
                <c:pt idx="4132">
                  <c:v>-3.3670519608573361E-2</c:v>
                </c:pt>
                <c:pt idx="4133">
                  <c:v>-2.1640573554457535E-2</c:v>
                </c:pt>
                <c:pt idx="4134">
                  <c:v>-2.1206343822845405E-2</c:v>
                </c:pt>
                <c:pt idx="4135">
                  <c:v>-1.9357522795986161E-2</c:v>
                </c:pt>
                <c:pt idx="4136">
                  <c:v>-2.2100988579381441E-2</c:v>
                </c:pt>
                <c:pt idx="4137">
                  <c:v>-2.3181974011283628E-2</c:v>
                </c:pt>
                <c:pt idx="4138">
                  <c:v>-1.8372881202924653E-2</c:v>
                </c:pt>
                <c:pt idx="4139">
                  <c:v>-2.7526329137361638E-2</c:v>
                </c:pt>
                <c:pt idx="4140">
                  <c:v>-7.3834447994539192E-3</c:v>
                </c:pt>
                <c:pt idx="4141">
                  <c:v>-1.5640587762769449E-2</c:v>
                </c:pt>
                <c:pt idx="4142">
                  <c:v>-4.6429928173584559E-2</c:v>
                </c:pt>
                <c:pt idx="4143">
                  <c:v>-3.457865011471585E-2</c:v>
                </c:pt>
                <c:pt idx="4144">
                  <c:v>-2.418119454157263E-2</c:v>
                </c:pt>
                <c:pt idx="4145">
                  <c:v>-2.6449872131699258E-2</c:v>
                </c:pt>
                <c:pt idx="4146">
                  <c:v>-6.1890332596673319E-3</c:v>
                </c:pt>
                <c:pt idx="4147">
                  <c:v>-4.4729744833461059E-2</c:v>
                </c:pt>
                <c:pt idx="4148">
                  <c:v>-3.68399477872388E-2</c:v>
                </c:pt>
                <c:pt idx="4149">
                  <c:v>-1.7527518967381812E-2</c:v>
                </c:pt>
                <c:pt idx="4150">
                  <c:v>-3.4221340454138161E-2</c:v>
                </c:pt>
                <c:pt idx="4151">
                  <c:v>-2.4592731181802611E-2</c:v>
                </c:pt>
                <c:pt idx="4152">
                  <c:v>-4.1236892419144737E-2</c:v>
                </c:pt>
                <c:pt idx="4153">
                  <c:v>-2.3316921178876102E-2</c:v>
                </c:pt>
                <c:pt idx="4154">
                  <c:v>-5.2975512949423688E-2</c:v>
                </c:pt>
                <c:pt idx="4155">
                  <c:v>-1.601389966802581E-2</c:v>
                </c:pt>
                <c:pt idx="4156">
                  <c:v>-4.4508374942359215E-2</c:v>
                </c:pt>
                <c:pt idx="4157">
                  <c:v>-4.4570768154112178E-2</c:v>
                </c:pt>
                <c:pt idx="4158">
                  <c:v>-1.4793214415524225E-2</c:v>
                </c:pt>
                <c:pt idx="4159">
                  <c:v>-5.2765408543666618E-2</c:v>
                </c:pt>
                <c:pt idx="4160">
                  <c:v>-4.1039521123116859E-2</c:v>
                </c:pt>
                <c:pt idx="4161">
                  <c:v>-5.496606047993334E-2</c:v>
                </c:pt>
                <c:pt idx="4162">
                  <c:v>-3.6345702891988095E-2</c:v>
                </c:pt>
                <c:pt idx="4163">
                  <c:v>-1.9450320908673015E-2</c:v>
                </c:pt>
                <c:pt idx="4164">
                  <c:v>-3.6680996061412917E-2</c:v>
                </c:pt>
                <c:pt idx="4165">
                  <c:v>-4.9778303183149415E-2</c:v>
                </c:pt>
                <c:pt idx="4166">
                  <c:v>-5.1741363381896437E-2</c:v>
                </c:pt>
                <c:pt idx="4167">
                  <c:v>-6.4473701323208288E-2</c:v>
                </c:pt>
                <c:pt idx="4168">
                  <c:v>-2.1479882435436162E-2</c:v>
                </c:pt>
                <c:pt idx="4169">
                  <c:v>3.9732972903065347E-3</c:v>
                </c:pt>
                <c:pt idx="4170">
                  <c:v>1.1494627930527799E-2</c:v>
                </c:pt>
                <c:pt idx="4171">
                  <c:v>-4.7930455792392052E-2</c:v>
                </c:pt>
                <c:pt idx="4172">
                  <c:v>-2.3506321910246732E-2</c:v>
                </c:pt>
                <c:pt idx="4173">
                  <c:v>3.2862142377040682E-3</c:v>
                </c:pt>
                <c:pt idx="4174">
                  <c:v>-2.6036362095461705E-2</c:v>
                </c:pt>
                <c:pt idx="4175">
                  <c:v>-6.972206437628521E-3</c:v>
                </c:pt>
                <c:pt idx="4176">
                  <c:v>-2.5599590520049204E-2</c:v>
                </c:pt>
                <c:pt idx="4177">
                  <c:v>-2.3193838522789303E-2</c:v>
                </c:pt>
                <c:pt idx="4178">
                  <c:v>-1.963834718141854E-2</c:v>
                </c:pt>
                <c:pt idx="4179">
                  <c:v>-2.7989419160992113E-3</c:v>
                </c:pt>
                <c:pt idx="4180">
                  <c:v>-5.0708589632442944E-2</c:v>
                </c:pt>
                <c:pt idx="4181">
                  <c:v>-9.0431095891632483E-3</c:v>
                </c:pt>
                <c:pt idx="4182">
                  <c:v>-6.2432006969167543E-3</c:v>
                </c:pt>
                <c:pt idx="4183">
                  <c:v>-4.3436815080568028E-2</c:v>
                </c:pt>
                <c:pt idx="4184">
                  <c:v>-4.6205837064507163E-2</c:v>
                </c:pt>
                <c:pt idx="4185">
                  <c:v>-2.6686458800474853E-2</c:v>
                </c:pt>
                <c:pt idx="4186">
                  <c:v>2.1927930801882586E-2</c:v>
                </c:pt>
                <c:pt idx="4187">
                  <c:v>-1.5062032004626483E-2</c:v>
                </c:pt>
                <c:pt idx="4188">
                  <c:v>-2.3442288147002527E-2</c:v>
                </c:pt>
                <c:pt idx="4189">
                  <c:v>-2.5343440123973566E-2</c:v>
                </c:pt>
                <c:pt idx="4190">
                  <c:v>-2.3230761932146904E-2</c:v>
                </c:pt>
                <c:pt idx="4191">
                  <c:v>-1.2750322739695553E-2</c:v>
                </c:pt>
                <c:pt idx="4192">
                  <c:v>-1.1313031739016583E-2</c:v>
                </c:pt>
                <c:pt idx="4193">
                  <c:v>-2.3131492424978261E-2</c:v>
                </c:pt>
                <c:pt idx="4194">
                  <c:v>6.7456358995521383E-3</c:v>
                </c:pt>
                <c:pt idx="4195">
                  <c:v>-4.1280588036065727E-2</c:v>
                </c:pt>
                <c:pt idx="4196">
                  <c:v>-1.2020722808687942E-2</c:v>
                </c:pt>
                <c:pt idx="4197">
                  <c:v>-5.027028896664968E-2</c:v>
                </c:pt>
                <c:pt idx="4198">
                  <c:v>-3.1994431897406507E-2</c:v>
                </c:pt>
                <c:pt idx="4199">
                  <c:v>-3.3838590763789221E-2</c:v>
                </c:pt>
                <c:pt idx="4200">
                  <c:v>-1.9282599496217231E-2</c:v>
                </c:pt>
                <c:pt idx="4201">
                  <c:v>-3.014682764112633E-2</c:v>
                </c:pt>
                <c:pt idx="4202">
                  <c:v>-4.0325110332276967E-2</c:v>
                </c:pt>
                <c:pt idx="4203">
                  <c:v>-4.130180131934269E-2</c:v>
                </c:pt>
                <c:pt idx="4204">
                  <c:v>-2.5286945037760012E-2</c:v>
                </c:pt>
                <c:pt idx="4205">
                  <c:v>-5.0304788175089828E-2</c:v>
                </c:pt>
                <c:pt idx="4206">
                  <c:v>-2.5646028504920357E-2</c:v>
                </c:pt>
                <c:pt idx="4207">
                  <c:v>-2.8984183228168644E-2</c:v>
                </c:pt>
                <c:pt idx="4208">
                  <c:v>-3.6248106568106002E-2</c:v>
                </c:pt>
                <c:pt idx="4209">
                  <c:v>-2.3947332673244028E-2</c:v>
                </c:pt>
                <c:pt idx="4210">
                  <c:v>-4.0193403079114037E-2</c:v>
                </c:pt>
                <c:pt idx="4211">
                  <c:v>-1.8459720237075743E-2</c:v>
                </c:pt>
                <c:pt idx="4212">
                  <c:v>-3.3293747905355775E-2</c:v>
                </c:pt>
                <c:pt idx="4213">
                  <c:v>-1.207636703169788E-2</c:v>
                </c:pt>
                <c:pt idx="4214">
                  <c:v>-1.919206761901401E-2</c:v>
                </c:pt>
                <c:pt idx="4215">
                  <c:v>-4.6303738112834197E-2</c:v>
                </c:pt>
                <c:pt idx="4216">
                  <c:v>-2.0235155123844679E-2</c:v>
                </c:pt>
                <c:pt idx="4217">
                  <c:v>4.8582588059526925E-3</c:v>
                </c:pt>
                <c:pt idx="4218">
                  <c:v>-3.5101723559546903E-2</c:v>
                </c:pt>
                <c:pt idx="4219">
                  <c:v>-3.2903770679012838E-2</c:v>
                </c:pt>
                <c:pt idx="4220">
                  <c:v>-4.7131239180717349E-2</c:v>
                </c:pt>
                <c:pt idx="4221">
                  <c:v>-5.5848743445525199E-2</c:v>
                </c:pt>
                <c:pt idx="4222">
                  <c:v>-1.242341935896576E-2</c:v>
                </c:pt>
                <c:pt idx="4223">
                  <c:v>-3.8524858438997209E-2</c:v>
                </c:pt>
                <c:pt idx="4224">
                  <c:v>-1.0167077276796704E-2</c:v>
                </c:pt>
                <c:pt idx="4225">
                  <c:v>-5.2880034572370525E-2</c:v>
                </c:pt>
                <c:pt idx="4226">
                  <c:v>-2.8478566658084663E-2</c:v>
                </c:pt>
                <c:pt idx="4227">
                  <c:v>-2.4250130092416861E-2</c:v>
                </c:pt>
                <c:pt idx="4228">
                  <c:v>-1.2548426801012402E-3</c:v>
                </c:pt>
                <c:pt idx="4229">
                  <c:v>-9.6681467646802313E-3</c:v>
                </c:pt>
                <c:pt idx="4230">
                  <c:v>-2.7955564348807763E-2</c:v>
                </c:pt>
                <c:pt idx="4231">
                  <c:v>-3.0310013847350627E-2</c:v>
                </c:pt>
                <c:pt idx="4232">
                  <c:v>-3.2194954408035693E-2</c:v>
                </c:pt>
                <c:pt idx="4233">
                  <c:v>-1.6367228346185231E-2</c:v>
                </c:pt>
                <c:pt idx="4234">
                  <c:v>-2.5313463147796894E-2</c:v>
                </c:pt>
                <c:pt idx="4235">
                  <c:v>8.7145204309835758E-2</c:v>
                </c:pt>
                <c:pt idx="4236">
                  <c:v>-2.890485658281104E-3</c:v>
                </c:pt>
                <c:pt idx="4237">
                  <c:v>1.4228148330593405E-2</c:v>
                </c:pt>
                <c:pt idx="4238">
                  <c:v>-2.2568612676982035E-2</c:v>
                </c:pt>
                <c:pt idx="4239">
                  <c:v>-2.9449323462400773E-2</c:v>
                </c:pt>
                <c:pt idx="4240">
                  <c:v>-2.1441174467415464E-2</c:v>
                </c:pt>
                <c:pt idx="4241">
                  <c:v>-1.5349028109153324E-2</c:v>
                </c:pt>
                <c:pt idx="4242">
                  <c:v>-9.0145307672086436E-3</c:v>
                </c:pt>
                <c:pt idx="4243">
                  <c:v>-2.5409312953608119E-2</c:v>
                </c:pt>
                <c:pt idx="4244">
                  <c:v>-1.8492122833855287E-2</c:v>
                </c:pt>
                <c:pt idx="4245">
                  <c:v>-1.4519301341023264E-2</c:v>
                </c:pt>
                <c:pt idx="4246">
                  <c:v>-2.603725226980767E-2</c:v>
                </c:pt>
                <c:pt idx="4247">
                  <c:v>-6.5227226217522772E-3</c:v>
                </c:pt>
                <c:pt idx="4248">
                  <c:v>-4.2438603655038695E-2</c:v>
                </c:pt>
                <c:pt idx="4249">
                  <c:v>-3.1649990506700969E-2</c:v>
                </c:pt>
                <c:pt idx="4250">
                  <c:v>-9.1929390378433368E-3</c:v>
                </c:pt>
                <c:pt idx="4251">
                  <c:v>-2.1987811645217341E-2</c:v>
                </c:pt>
                <c:pt idx="4252">
                  <c:v>-5.8854437382981264E-3</c:v>
                </c:pt>
                <c:pt idx="4253">
                  <c:v>-4.8534633998714216E-2</c:v>
                </c:pt>
                <c:pt idx="4254">
                  <c:v>-4.8908644604840748E-2</c:v>
                </c:pt>
                <c:pt idx="4255">
                  <c:v>-7.5054785568517855E-3</c:v>
                </c:pt>
                <c:pt idx="4256">
                  <c:v>-3.6226031687203911E-2</c:v>
                </c:pt>
                <c:pt idx="4257">
                  <c:v>-2.0819963948662701E-2</c:v>
                </c:pt>
                <c:pt idx="4258">
                  <c:v>-3.5430540814494246E-2</c:v>
                </c:pt>
                <c:pt idx="4259">
                  <c:v>-1.4974059886999399E-2</c:v>
                </c:pt>
                <c:pt idx="4260">
                  <c:v>-2.5933400193370933E-2</c:v>
                </c:pt>
                <c:pt idx="4261">
                  <c:v>-2.6449709715901704E-2</c:v>
                </c:pt>
                <c:pt idx="4262">
                  <c:v>-2.9018142121069821E-2</c:v>
                </c:pt>
                <c:pt idx="4263">
                  <c:v>-3.0822789567424295E-2</c:v>
                </c:pt>
                <c:pt idx="4264">
                  <c:v>-2.6697242851846485E-2</c:v>
                </c:pt>
                <c:pt idx="4265">
                  <c:v>-2.5378361500268731E-2</c:v>
                </c:pt>
                <c:pt idx="4266">
                  <c:v>1.6488140485563169E-3</c:v>
                </c:pt>
                <c:pt idx="4267">
                  <c:v>-2.8582514948317633E-2</c:v>
                </c:pt>
                <c:pt idx="4268">
                  <c:v>-3.5621406945379533E-2</c:v>
                </c:pt>
                <c:pt idx="4269">
                  <c:v>-1.2775901398376619E-2</c:v>
                </c:pt>
                <c:pt idx="4270">
                  <c:v>-3.1225592896302716E-2</c:v>
                </c:pt>
                <c:pt idx="4271">
                  <c:v>-7.3520029699006527E-3</c:v>
                </c:pt>
                <c:pt idx="4272">
                  <c:v>-3.0080412054287145E-2</c:v>
                </c:pt>
                <c:pt idx="4273">
                  <c:v>-2.2051366749423016E-2</c:v>
                </c:pt>
                <c:pt idx="4274">
                  <c:v>-4.2347275785822439E-2</c:v>
                </c:pt>
                <c:pt idx="4275">
                  <c:v>1.3483212404712088E-2</c:v>
                </c:pt>
                <c:pt idx="4276">
                  <c:v>-3.1303782064020645E-2</c:v>
                </c:pt>
                <c:pt idx="4277">
                  <c:v>-1.3732276178599432E-2</c:v>
                </c:pt>
                <c:pt idx="4278">
                  <c:v>-3.2629657262051838E-2</c:v>
                </c:pt>
                <c:pt idx="4279">
                  <c:v>-6.6650625875676259E-2</c:v>
                </c:pt>
                <c:pt idx="4280">
                  <c:v>-2.5954958402081698E-2</c:v>
                </c:pt>
                <c:pt idx="4281">
                  <c:v>-2.4099366914867529E-2</c:v>
                </c:pt>
                <c:pt idx="4282">
                  <c:v>-3.1727145691754166E-2</c:v>
                </c:pt>
                <c:pt idx="4283">
                  <c:v>-3.4312050745632802E-2</c:v>
                </c:pt>
                <c:pt idx="4284">
                  <c:v>-1.0800008064884459E-2</c:v>
                </c:pt>
                <c:pt idx="4285">
                  <c:v>-6.5503101029587372E-3</c:v>
                </c:pt>
                <c:pt idx="4286">
                  <c:v>-4.6983534044118855E-2</c:v>
                </c:pt>
                <c:pt idx="4287">
                  <c:v>-2.6861439623940511E-2</c:v>
                </c:pt>
                <c:pt idx="4288">
                  <c:v>-2.8061389664816243E-2</c:v>
                </c:pt>
                <c:pt idx="4289">
                  <c:v>-5.4196361426125349E-3</c:v>
                </c:pt>
                <c:pt idx="4290">
                  <c:v>-4.5668878179570917E-2</c:v>
                </c:pt>
                <c:pt idx="4291">
                  <c:v>3.021930767219609E-3</c:v>
                </c:pt>
                <c:pt idx="4292">
                  <c:v>-4.4503648412924895E-2</c:v>
                </c:pt>
                <c:pt idx="4293">
                  <c:v>-2.6520755305174649E-2</c:v>
                </c:pt>
                <c:pt idx="4294">
                  <c:v>-4.1589963530838672E-2</c:v>
                </c:pt>
                <c:pt idx="4295">
                  <c:v>-3.1993966053559884E-2</c:v>
                </c:pt>
                <c:pt idx="4296">
                  <c:v>-1.3506533756790402E-2</c:v>
                </c:pt>
                <c:pt idx="4297">
                  <c:v>-2.6359098042552657E-2</c:v>
                </c:pt>
                <c:pt idx="4298">
                  <c:v>-1.1768329579503953E-2</c:v>
                </c:pt>
                <c:pt idx="4299">
                  <c:v>-4.0158063336475688E-2</c:v>
                </c:pt>
                <c:pt idx="4300">
                  <c:v>-4.6723468217030446E-2</c:v>
                </c:pt>
                <c:pt idx="4301">
                  <c:v>-4.6307550995305244E-2</c:v>
                </c:pt>
                <c:pt idx="4302">
                  <c:v>-2.7180214487700059E-2</c:v>
                </c:pt>
                <c:pt idx="4303">
                  <c:v>-2.267783257818037E-2</c:v>
                </c:pt>
                <c:pt idx="4304">
                  <c:v>-3.6729104922597428E-2</c:v>
                </c:pt>
                <c:pt idx="4305">
                  <c:v>-2.1722766420446706E-2</c:v>
                </c:pt>
                <c:pt idx="4306">
                  <c:v>5.821100138033687E-3</c:v>
                </c:pt>
                <c:pt idx="4307">
                  <c:v>-2.6439103347417996E-2</c:v>
                </c:pt>
                <c:pt idx="4308">
                  <c:v>-2.3729310283846457E-2</c:v>
                </c:pt>
                <c:pt idx="4309">
                  <c:v>-2.432947112471693E-2</c:v>
                </c:pt>
                <c:pt idx="4310">
                  <c:v>-2.5228570482752857E-2</c:v>
                </c:pt>
                <c:pt idx="4311">
                  <c:v>-2.5308839993493485E-2</c:v>
                </c:pt>
                <c:pt idx="4312">
                  <c:v>-2.2607790232509181E-2</c:v>
                </c:pt>
                <c:pt idx="4313">
                  <c:v>-2.3244135326412955E-2</c:v>
                </c:pt>
                <c:pt idx="4314">
                  <c:v>-2.0169822238224961E-2</c:v>
                </c:pt>
                <c:pt idx="4315">
                  <c:v>-2.1299173735845691E-2</c:v>
                </c:pt>
                <c:pt idx="4316">
                  <c:v>-1.6393253009061078E-2</c:v>
                </c:pt>
                <c:pt idx="4317">
                  <c:v>-6.8114687147100922E-2</c:v>
                </c:pt>
                <c:pt idx="4318">
                  <c:v>-7.8952648609478621E-2</c:v>
                </c:pt>
                <c:pt idx="4319">
                  <c:v>-3.161369956227654E-2</c:v>
                </c:pt>
                <c:pt idx="4320">
                  <c:v>-1.9537031855013244E-2</c:v>
                </c:pt>
                <c:pt idx="4321">
                  <c:v>-3.0527357443848612E-2</c:v>
                </c:pt>
                <c:pt idx="4322">
                  <c:v>-2.8906870111594513E-2</c:v>
                </c:pt>
                <c:pt idx="4323">
                  <c:v>-3.6273911768428549E-2</c:v>
                </c:pt>
                <c:pt idx="4324">
                  <c:v>-1.6784280551643365E-2</c:v>
                </c:pt>
                <c:pt idx="4325">
                  <c:v>-8.3073847457718116E-3</c:v>
                </c:pt>
                <c:pt idx="4326">
                  <c:v>-1.5023987285610154E-2</c:v>
                </c:pt>
                <c:pt idx="4327">
                  <c:v>-9.3590354707439993E-3</c:v>
                </c:pt>
                <c:pt idx="4328">
                  <c:v>-2.5789987685339945E-2</c:v>
                </c:pt>
                <c:pt idx="4329">
                  <c:v>-2.1703448118099294E-2</c:v>
                </c:pt>
                <c:pt idx="4330">
                  <c:v>-2.0064768151889109E-2</c:v>
                </c:pt>
                <c:pt idx="4331">
                  <c:v>-1.7826562293279006E-2</c:v>
                </c:pt>
                <c:pt idx="4332">
                  <c:v>-1.8599509835837653E-2</c:v>
                </c:pt>
                <c:pt idx="4333">
                  <c:v>-2.4802698401946169E-2</c:v>
                </c:pt>
                <c:pt idx="4334">
                  <c:v>-1.9072767071129884E-2</c:v>
                </c:pt>
                <c:pt idx="4335">
                  <c:v>-1.3488567375633115E-2</c:v>
                </c:pt>
                <c:pt idx="4336">
                  <c:v>6.1451125896525276E-3</c:v>
                </c:pt>
                <c:pt idx="4337">
                  <c:v>-1.3736836121803762E-2</c:v>
                </c:pt>
                <c:pt idx="4338">
                  <c:v>-2.1269004691679697E-2</c:v>
                </c:pt>
                <c:pt idx="4339">
                  <c:v>-2.2563231447774092E-2</c:v>
                </c:pt>
                <c:pt idx="4340">
                  <c:v>-3.2470666088483931E-2</c:v>
                </c:pt>
                <c:pt idx="4341">
                  <c:v>-1.6567177350629736E-2</c:v>
                </c:pt>
                <c:pt idx="4342">
                  <c:v>-1.5023048234330427E-2</c:v>
                </c:pt>
                <c:pt idx="4343">
                  <c:v>-5.058774631863442E-3</c:v>
                </c:pt>
                <c:pt idx="4344">
                  <c:v>-1.0681375438009027E-2</c:v>
                </c:pt>
                <c:pt idx="4345">
                  <c:v>-1.3589111487199846E-2</c:v>
                </c:pt>
                <c:pt idx="4346">
                  <c:v>-1.535985599393047E-2</c:v>
                </c:pt>
                <c:pt idx="4347">
                  <c:v>-2.4912294106974511E-2</c:v>
                </c:pt>
                <c:pt idx="4348">
                  <c:v>-3.7582343724319694E-3</c:v>
                </c:pt>
                <c:pt idx="4349">
                  <c:v>-3.2722943726236776E-2</c:v>
                </c:pt>
                <c:pt idx="4350">
                  <c:v>-2.0577473309112124E-2</c:v>
                </c:pt>
                <c:pt idx="4351">
                  <c:v>-4.9646509662225639E-3</c:v>
                </c:pt>
                <c:pt idx="4352">
                  <c:v>-3.6468337251118359E-2</c:v>
                </c:pt>
                <c:pt idx="4353">
                  <c:v>-2.865916508072984E-2</c:v>
                </c:pt>
                <c:pt idx="4354">
                  <c:v>-2.7401071295587581E-2</c:v>
                </c:pt>
                <c:pt idx="4355">
                  <c:v>-2.9681395780043484E-2</c:v>
                </c:pt>
                <c:pt idx="4356">
                  <c:v>-4.247804916387473E-2</c:v>
                </c:pt>
                <c:pt idx="4357">
                  <c:v>-2.8082498334937835E-2</c:v>
                </c:pt>
                <c:pt idx="4358">
                  <c:v>-2.5487065897198541E-2</c:v>
                </c:pt>
                <c:pt idx="4359">
                  <c:v>-1.6023332109984391E-2</c:v>
                </c:pt>
                <c:pt idx="4360">
                  <c:v>2.0556256954201439E-2</c:v>
                </c:pt>
                <c:pt idx="4361">
                  <c:v>-1.0759583599120683E-2</c:v>
                </c:pt>
                <c:pt idx="4362">
                  <c:v>-3.7997791268976601E-2</c:v>
                </c:pt>
                <c:pt idx="4363">
                  <c:v>-5.259752670480352E-2</c:v>
                </c:pt>
                <c:pt idx="4364">
                  <c:v>-1.1233804248093861E-2</c:v>
                </c:pt>
                <c:pt idx="4365">
                  <c:v>-9.8420537608817759E-3</c:v>
                </c:pt>
                <c:pt idx="4366">
                  <c:v>-9.229071105809292E-3</c:v>
                </c:pt>
                <c:pt idx="4367">
                  <c:v>-2.4385255385859051E-2</c:v>
                </c:pt>
                <c:pt idx="4368">
                  <c:v>-5.8582688225980971E-3</c:v>
                </c:pt>
                <c:pt idx="4369">
                  <c:v>-1.5148939921964664E-2</c:v>
                </c:pt>
                <c:pt idx="4370">
                  <c:v>-2.6589446272489183E-2</c:v>
                </c:pt>
                <c:pt idx="4371">
                  <c:v>4.079508215749662E-3</c:v>
                </c:pt>
                <c:pt idx="4372">
                  <c:v>-1.1524618877827906E-2</c:v>
                </c:pt>
                <c:pt idx="4373">
                  <c:v>-4.0833400705371926E-2</c:v>
                </c:pt>
                <c:pt idx="4374">
                  <c:v>-1.038774996295946E-3</c:v>
                </c:pt>
                <c:pt idx="4375">
                  <c:v>-1.3352323943884487E-2</c:v>
                </c:pt>
                <c:pt idx="4376">
                  <c:v>-5.0646296552935274E-2</c:v>
                </c:pt>
                <c:pt idx="4377">
                  <c:v>-1.3384830433410129E-2</c:v>
                </c:pt>
                <c:pt idx="4378">
                  <c:v>-5.4358025297522932E-3</c:v>
                </c:pt>
                <c:pt idx="4379">
                  <c:v>-2.8730447241817839E-2</c:v>
                </c:pt>
                <c:pt idx="4380">
                  <c:v>-1.9975855034095765E-2</c:v>
                </c:pt>
                <c:pt idx="4381">
                  <c:v>-1.7753775594345253E-2</c:v>
                </c:pt>
                <c:pt idx="4382">
                  <c:v>-2.1278892108355364E-2</c:v>
                </c:pt>
                <c:pt idx="4383">
                  <c:v>-1.7791523148621577E-2</c:v>
                </c:pt>
                <c:pt idx="4384">
                  <c:v>-1.3564701336721427E-2</c:v>
                </c:pt>
                <c:pt idx="4385">
                  <c:v>-5.4651421604931076E-3</c:v>
                </c:pt>
                <c:pt idx="4386">
                  <c:v>-1.1395750595022737E-2</c:v>
                </c:pt>
                <c:pt idx="4387">
                  <c:v>-1.4393053777319156E-2</c:v>
                </c:pt>
                <c:pt idx="4388">
                  <c:v>-1.6434708763862944E-2</c:v>
                </c:pt>
                <c:pt idx="4389">
                  <c:v>-1.2101675508524304E-2</c:v>
                </c:pt>
                <c:pt idx="4390">
                  <c:v>-2.3644130812510565E-2</c:v>
                </c:pt>
                <c:pt idx="4391">
                  <c:v>-3.0267329991648762E-2</c:v>
                </c:pt>
                <c:pt idx="4392">
                  <c:v>-8.1931437792860246E-3</c:v>
                </c:pt>
                <c:pt idx="4393">
                  <c:v>-2.7574958851402327E-2</c:v>
                </c:pt>
                <c:pt idx="4394">
                  <c:v>-3.9736032566580079E-2</c:v>
                </c:pt>
                <c:pt idx="4395">
                  <c:v>-1.0208086112988384E-2</c:v>
                </c:pt>
                <c:pt idx="4396">
                  <c:v>-2.2246194132856445E-2</c:v>
                </c:pt>
                <c:pt idx="4397">
                  <c:v>-1.1762421175970131E-2</c:v>
                </c:pt>
                <c:pt idx="4398">
                  <c:v>-1.7286199574146531E-2</c:v>
                </c:pt>
                <c:pt idx="4399">
                  <c:v>-1.2940923881606375E-2</c:v>
                </c:pt>
                <c:pt idx="4400">
                  <c:v>-1.4727969501452727E-2</c:v>
                </c:pt>
                <c:pt idx="4401">
                  <c:v>-1.9922602045383573E-2</c:v>
                </c:pt>
                <c:pt idx="4402">
                  <c:v>-1.8250998201501469E-2</c:v>
                </c:pt>
                <c:pt idx="4403">
                  <c:v>-1.5367666916399113E-2</c:v>
                </c:pt>
                <c:pt idx="4404">
                  <c:v>-2.4857702831840772E-2</c:v>
                </c:pt>
                <c:pt idx="4405">
                  <c:v>-3.0701749044182162E-2</c:v>
                </c:pt>
                <c:pt idx="4406">
                  <c:v>-1.4659654351009601E-2</c:v>
                </c:pt>
                <c:pt idx="4407">
                  <c:v>-4.8348633228880909E-2</c:v>
                </c:pt>
                <c:pt idx="4408">
                  <c:v>-1.7861376455272394E-2</c:v>
                </c:pt>
                <c:pt idx="4409">
                  <c:v>1.373186224051311E-2</c:v>
                </c:pt>
                <c:pt idx="4410">
                  <c:v>-1.6435788603500655E-2</c:v>
                </c:pt>
                <c:pt idx="4411">
                  <c:v>-1.344282859644848E-2</c:v>
                </c:pt>
                <c:pt idx="4412">
                  <c:v>-3.0398294136667173E-2</c:v>
                </c:pt>
                <c:pt idx="4413">
                  <c:v>-1.9210002718315494E-2</c:v>
                </c:pt>
                <c:pt idx="4414">
                  <c:v>4.890462507386048E-3</c:v>
                </c:pt>
                <c:pt idx="4415">
                  <c:v>-4.2978245179479908E-2</c:v>
                </c:pt>
                <c:pt idx="4416">
                  <c:v>-1.3770909552461824E-2</c:v>
                </c:pt>
                <c:pt idx="4417">
                  <c:v>-1.6341477693676568E-2</c:v>
                </c:pt>
                <c:pt idx="4418">
                  <c:v>-1.6604898916885664E-2</c:v>
                </c:pt>
                <c:pt idx="4419">
                  <c:v>-2.199796120493239E-2</c:v>
                </c:pt>
                <c:pt idx="4420">
                  <c:v>-1.5424095082065927E-2</c:v>
                </c:pt>
                <c:pt idx="4421">
                  <c:v>-2.3507457774807287E-2</c:v>
                </c:pt>
                <c:pt idx="4422">
                  <c:v>-1.8474208143303632E-2</c:v>
                </c:pt>
                <c:pt idx="4423">
                  <c:v>-5.5917802491369682E-3</c:v>
                </c:pt>
                <c:pt idx="4424">
                  <c:v>-1.3362976370876823E-2</c:v>
                </c:pt>
                <c:pt idx="4425">
                  <c:v>-2.090641503925391E-2</c:v>
                </c:pt>
                <c:pt idx="4426">
                  <c:v>-2.1165039973866987E-2</c:v>
                </c:pt>
                <c:pt idx="4427">
                  <c:v>-2.737821854656183E-2</c:v>
                </c:pt>
                <c:pt idx="4428">
                  <c:v>-4.3680580802024756E-2</c:v>
                </c:pt>
                <c:pt idx="4429">
                  <c:v>-3.7656352068948261E-2</c:v>
                </c:pt>
                <c:pt idx="4430">
                  <c:v>-3.561409922844154E-2</c:v>
                </c:pt>
                <c:pt idx="4431">
                  <c:v>-2.3184736724533282E-2</c:v>
                </c:pt>
                <c:pt idx="4432">
                  <c:v>-3.5673934937279252E-2</c:v>
                </c:pt>
                <c:pt idx="4433">
                  <c:v>-2.7731970007508055E-2</c:v>
                </c:pt>
                <c:pt idx="4434">
                  <c:v>-2.9769906035005102E-2</c:v>
                </c:pt>
                <c:pt idx="4435">
                  <c:v>-2.1723929491817482E-2</c:v>
                </c:pt>
                <c:pt idx="4436">
                  <c:v>-2.5359952700901953E-2</c:v>
                </c:pt>
                <c:pt idx="4437">
                  <c:v>-2.4388856409855015E-2</c:v>
                </c:pt>
                <c:pt idx="4438">
                  <c:v>-2.3075503437702344E-2</c:v>
                </c:pt>
                <c:pt idx="4439">
                  <c:v>-2.1002256048839506E-2</c:v>
                </c:pt>
                <c:pt idx="4440">
                  <c:v>-1.4517839288191987E-2</c:v>
                </c:pt>
                <c:pt idx="4441">
                  <c:v>-2.7316658509571295E-2</c:v>
                </c:pt>
                <c:pt idx="4442">
                  <c:v>-1.4199672125830794E-2</c:v>
                </c:pt>
                <c:pt idx="4443">
                  <c:v>-2.2447462388670215E-2</c:v>
                </c:pt>
                <c:pt idx="4444">
                  <c:v>-2.7498190011520852E-2</c:v>
                </c:pt>
                <c:pt idx="4445">
                  <c:v>-6.9556705605017576E-3</c:v>
                </c:pt>
                <c:pt idx="4446">
                  <c:v>-3.9425932798259948E-2</c:v>
                </c:pt>
                <c:pt idx="4447">
                  <c:v>-2.2941162850820027E-2</c:v>
                </c:pt>
                <c:pt idx="4448">
                  <c:v>-1.4171543075858018E-2</c:v>
                </c:pt>
                <c:pt idx="4449">
                  <c:v>-2.2631298970032715E-2</c:v>
                </c:pt>
                <c:pt idx="4450">
                  <c:v>-2.491735970492312E-2</c:v>
                </c:pt>
                <c:pt idx="4451">
                  <c:v>-2.5462381890560534E-2</c:v>
                </c:pt>
                <c:pt idx="4452">
                  <c:v>-1.8298070753034107E-2</c:v>
                </c:pt>
                <c:pt idx="4453">
                  <c:v>-1.6840601258528955E-2</c:v>
                </c:pt>
                <c:pt idx="4454">
                  <c:v>-2.0368113184967226E-2</c:v>
                </c:pt>
                <c:pt idx="4455">
                  <c:v>-2.2476546127547039E-2</c:v>
                </c:pt>
                <c:pt idx="4456">
                  <c:v>-2.1850963335869247E-2</c:v>
                </c:pt>
                <c:pt idx="4457">
                  <c:v>-2.4151474504130594E-2</c:v>
                </c:pt>
                <c:pt idx="4458">
                  <c:v>-3.0642935890698365E-2</c:v>
                </c:pt>
                <c:pt idx="4459">
                  <c:v>-1.7550442330753063E-2</c:v>
                </c:pt>
                <c:pt idx="4460">
                  <c:v>-1.860693847816066E-2</c:v>
                </c:pt>
                <c:pt idx="4461">
                  <c:v>-2.4372938180232655E-2</c:v>
                </c:pt>
                <c:pt idx="4462">
                  <c:v>-3.8653517117566588E-3</c:v>
                </c:pt>
                <c:pt idx="4463">
                  <c:v>-2.3573296502708556E-2</c:v>
                </c:pt>
                <c:pt idx="4464">
                  <c:v>-7.0006945429174489E-2</c:v>
                </c:pt>
                <c:pt idx="4465">
                  <c:v>-3.0217969864472703E-2</c:v>
                </c:pt>
                <c:pt idx="4466">
                  <c:v>-4.028675514426279E-2</c:v>
                </c:pt>
                <c:pt idx="4467">
                  <c:v>-3.4585564558069305E-2</c:v>
                </c:pt>
                <c:pt idx="4468">
                  <c:v>-4.6781732553294583E-2</c:v>
                </c:pt>
                <c:pt idx="4469">
                  <c:v>-1.9005065388121658E-2</c:v>
                </c:pt>
                <c:pt idx="4470">
                  <c:v>-3.4728009334105997E-2</c:v>
                </c:pt>
                <c:pt idx="4471">
                  <c:v>-1.4361275328800794E-2</c:v>
                </c:pt>
                <c:pt idx="4472">
                  <c:v>-3.5993976311503667E-2</c:v>
                </c:pt>
                <c:pt idx="4473">
                  <c:v>-1.4163304230783354E-2</c:v>
                </c:pt>
                <c:pt idx="4474">
                  <c:v>-2.1751505539391564E-2</c:v>
                </c:pt>
                <c:pt idx="4475">
                  <c:v>-5.4348173498422895E-3</c:v>
                </c:pt>
                <c:pt idx="4476">
                  <c:v>-2.6152954322253889E-2</c:v>
                </c:pt>
                <c:pt idx="4477">
                  <c:v>-7.8022511183608007E-2</c:v>
                </c:pt>
                <c:pt idx="4478">
                  <c:v>-4.4687469571029981E-2</c:v>
                </c:pt>
                <c:pt idx="4479">
                  <c:v>-1.2154419059831332E-2</c:v>
                </c:pt>
                <c:pt idx="4480">
                  <c:v>-3.666429273784827E-2</c:v>
                </c:pt>
                <c:pt idx="4481">
                  <c:v>-7.3831297831902315E-2</c:v>
                </c:pt>
                <c:pt idx="4482">
                  <c:v>-4.0070366238060345E-2</c:v>
                </c:pt>
                <c:pt idx="4483">
                  <c:v>-3.4321812139171549E-2</c:v>
                </c:pt>
                <c:pt idx="4484">
                  <c:v>-2.7832644101070635E-2</c:v>
                </c:pt>
                <c:pt idx="4485">
                  <c:v>-2.0446863032592889E-2</c:v>
                </c:pt>
                <c:pt idx="4486">
                  <c:v>-1.7796478135648608E-2</c:v>
                </c:pt>
                <c:pt idx="4487">
                  <c:v>-2.7835940538820264E-3</c:v>
                </c:pt>
                <c:pt idx="4488">
                  <c:v>-3.3175645236101184E-2</c:v>
                </c:pt>
                <c:pt idx="4489">
                  <c:v>-2.5370236073995418E-2</c:v>
                </c:pt>
                <c:pt idx="4490">
                  <c:v>-4.4754006014314777E-2</c:v>
                </c:pt>
                <c:pt idx="4491">
                  <c:v>-2.8866926531792431E-3</c:v>
                </c:pt>
                <c:pt idx="4492">
                  <c:v>-3.5428852827862359E-2</c:v>
                </c:pt>
                <c:pt idx="4493">
                  <c:v>-1.7076497734661189E-2</c:v>
                </c:pt>
                <c:pt idx="4494">
                  <c:v>-1.5507091901956519E-2</c:v>
                </c:pt>
                <c:pt idx="4495">
                  <c:v>-4.4453564892679275E-3</c:v>
                </c:pt>
                <c:pt idx="4496">
                  <c:v>3.6787130055940573E-4</c:v>
                </c:pt>
                <c:pt idx="4497">
                  <c:v>-2.0740318455368154E-2</c:v>
                </c:pt>
                <c:pt idx="4498">
                  <c:v>-2.3127917083936762E-2</c:v>
                </c:pt>
                <c:pt idx="4499">
                  <c:v>-3.0846151309263891E-2</c:v>
                </c:pt>
                <c:pt idx="4500">
                  <c:v>5.3993497089709318E-3</c:v>
                </c:pt>
                <c:pt idx="4501">
                  <c:v>-2.6508770898281291E-2</c:v>
                </c:pt>
                <c:pt idx="4502">
                  <c:v>-2.2680220903524215E-2</c:v>
                </c:pt>
                <c:pt idx="4503">
                  <c:v>-2.5639861025466316E-2</c:v>
                </c:pt>
                <c:pt idx="4504">
                  <c:v>-1.9993044911924308E-2</c:v>
                </c:pt>
                <c:pt idx="4505">
                  <c:v>-1.3049206042898226E-2</c:v>
                </c:pt>
                <c:pt idx="4506">
                  <c:v>-1.7089061258581877E-2</c:v>
                </c:pt>
                <c:pt idx="4507">
                  <c:v>-1.3813932469823211E-2</c:v>
                </c:pt>
                <c:pt idx="4508">
                  <c:v>-1.2421940934911549E-2</c:v>
                </c:pt>
                <c:pt idx="4509">
                  <c:v>-1.9029419293459006E-2</c:v>
                </c:pt>
                <c:pt idx="4510">
                  <c:v>-1.9751727949691218E-2</c:v>
                </c:pt>
                <c:pt idx="4511">
                  <c:v>-7.7008909236515035E-3</c:v>
                </c:pt>
                <c:pt idx="4512">
                  <c:v>-1.7272851752101481E-2</c:v>
                </c:pt>
                <c:pt idx="4513">
                  <c:v>-1.6792677596350832E-2</c:v>
                </c:pt>
                <c:pt idx="4514">
                  <c:v>-8.6707683524929156E-3</c:v>
                </c:pt>
                <c:pt idx="4515">
                  <c:v>-1.3744539334398011E-2</c:v>
                </c:pt>
                <c:pt idx="4516">
                  <c:v>-1.9966642427742029E-2</c:v>
                </c:pt>
                <c:pt idx="4517">
                  <c:v>-1.1978317348180601E-2</c:v>
                </c:pt>
                <c:pt idx="4518">
                  <c:v>-1.4842762090209103E-2</c:v>
                </c:pt>
                <c:pt idx="4519">
                  <c:v>-3.1408618098043219E-2</c:v>
                </c:pt>
                <c:pt idx="4520">
                  <c:v>-5.2258648392451805E-3</c:v>
                </c:pt>
                <c:pt idx="4521">
                  <c:v>-1.6558657139255417E-2</c:v>
                </c:pt>
                <c:pt idx="4522">
                  <c:v>-1.3621791214102032E-2</c:v>
                </c:pt>
                <c:pt idx="4523">
                  <c:v>-1.8862254409996053E-2</c:v>
                </c:pt>
                <c:pt idx="4524">
                  <c:v>-1.7253167666056692E-2</c:v>
                </c:pt>
                <c:pt idx="4525">
                  <c:v>-9.5285575876374214E-3</c:v>
                </c:pt>
                <c:pt idx="4526">
                  <c:v>-2.8997602786980832E-3</c:v>
                </c:pt>
                <c:pt idx="4527">
                  <c:v>-2.0133424705941254E-2</c:v>
                </c:pt>
                <c:pt idx="4528">
                  <c:v>1.5278537867654315E-3</c:v>
                </c:pt>
                <c:pt idx="4529">
                  <c:v>-1.9312849667764691E-2</c:v>
                </c:pt>
                <c:pt idx="4530">
                  <c:v>-2.4346080755170363E-2</c:v>
                </c:pt>
                <c:pt idx="4531">
                  <c:v>-2.1937809093555301E-2</c:v>
                </c:pt>
                <c:pt idx="4532">
                  <c:v>-2.1488059126266657E-2</c:v>
                </c:pt>
                <c:pt idx="4533">
                  <c:v>-3.9277247764205069E-2</c:v>
                </c:pt>
                <c:pt idx="4534">
                  <c:v>-3.7817170576267406E-2</c:v>
                </c:pt>
                <c:pt idx="4535">
                  <c:v>-1.466588711647044E-2</c:v>
                </c:pt>
                <c:pt idx="4536">
                  <c:v>-3.3019343263596054E-2</c:v>
                </c:pt>
                <c:pt idx="4537">
                  <c:v>-2.3482522907587275E-2</c:v>
                </c:pt>
                <c:pt idx="4538">
                  <c:v>-2.0523224727500438E-2</c:v>
                </c:pt>
                <c:pt idx="4539">
                  <c:v>-1.5669778827257248E-2</c:v>
                </c:pt>
                <c:pt idx="4540">
                  <c:v>-5.0126575969754644E-2</c:v>
                </c:pt>
                <c:pt idx="4541">
                  <c:v>-3.3777792469934467E-2</c:v>
                </c:pt>
                <c:pt idx="4542">
                  <c:v>-2.9689271191754296E-2</c:v>
                </c:pt>
                <c:pt idx="4543">
                  <c:v>-1.7765290702611545E-2</c:v>
                </c:pt>
                <c:pt idx="4544">
                  <c:v>-2.11995794902652E-2</c:v>
                </c:pt>
                <c:pt idx="4545">
                  <c:v>-3.5234204197810953E-2</c:v>
                </c:pt>
                <c:pt idx="4546">
                  <c:v>-3.2440784035373198E-2</c:v>
                </c:pt>
                <c:pt idx="4547">
                  <c:v>-1.5716326388009173E-2</c:v>
                </c:pt>
                <c:pt idx="4548">
                  <c:v>-2.2940506266200981E-2</c:v>
                </c:pt>
                <c:pt idx="4549">
                  <c:v>-2.2549729431922384E-2</c:v>
                </c:pt>
                <c:pt idx="4550">
                  <c:v>-1.8613085776956584E-2</c:v>
                </c:pt>
                <c:pt idx="4551">
                  <c:v>-1.4935926173064664E-2</c:v>
                </c:pt>
                <c:pt idx="4552">
                  <c:v>-1.814785157561933E-2</c:v>
                </c:pt>
                <c:pt idx="4553">
                  <c:v>-1.8623805742895863E-2</c:v>
                </c:pt>
                <c:pt idx="4554">
                  <c:v>-1.3656496985414846E-2</c:v>
                </c:pt>
                <c:pt idx="4555">
                  <c:v>-1.2562981687759154E-2</c:v>
                </c:pt>
                <c:pt idx="4556">
                  <c:v>-6.7141231713351412E-3</c:v>
                </c:pt>
                <c:pt idx="4557">
                  <c:v>-1.8220598032286837E-2</c:v>
                </c:pt>
                <c:pt idx="4558">
                  <c:v>-1.0158862888171992E-2</c:v>
                </c:pt>
                <c:pt idx="4559">
                  <c:v>-2.0513133370623934E-2</c:v>
                </c:pt>
                <c:pt idx="4560">
                  <c:v>-4.2874376627807943E-2</c:v>
                </c:pt>
                <c:pt idx="4561">
                  <c:v>-1.5301914178922306E-2</c:v>
                </c:pt>
                <c:pt idx="4562">
                  <c:v>-1.6618663435951284E-2</c:v>
                </c:pt>
                <c:pt idx="4563">
                  <c:v>-3.3424586724428884E-2</c:v>
                </c:pt>
                <c:pt idx="4564">
                  <c:v>-1.376128918975366E-2</c:v>
                </c:pt>
                <c:pt idx="4565">
                  <c:v>-3.926025109307809E-2</c:v>
                </c:pt>
                <c:pt idx="4566">
                  <c:v>-6.0213487369535999E-3</c:v>
                </c:pt>
                <c:pt idx="4567">
                  <c:v>-1.6574772041268768E-2</c:v>
                </c:pt>
                <c:pt idx="4568">
                  <c:v>-1.1173765713820907E-2</c:v>
                </c:pt>
                <c:pt idx="4569">
                  <c:v>-1.1175045024828722E-2</c:v>
                </c:pt>
                <c:pt idx="4570">
                  <c:v>-2.0875392859214338E-2</c:v>
                </c:pt>
                <c:pt idx="4571">
                  <c:v>-1.5343942690676004E-2</c:v>
                </c:pt>
                <c:pt idx="4572">
                  <c:v>-1.4535872337475747E-2</c:v>
                </c:pt>
                <c:pt idx="4573">
                  <c:v>-1.5065439940759489E-2</c:v>
                </c:pt>
                <c:pt idx="4574">
                  <c:v>-1.4520102184455435E-2</c:v>
                </c:pt>
                <c:pt idx="4575">
                  <c:v>-1.569212807550166E-2</c:v>
                </c:pt>
                <c:pt idx="4576">
                  <c:v>-1.4060071862960164E-2</c:v>
                </c:pt>
                <c:pt idx="4577">
                  <c:v>-3.3214217109096937E-3</c:v>
                </c:pt>
                <c:pt idx="4578">
                  <c:v>-1.338782806635032E-2</c:v>
                </c:pt>
                <c:pt idx="4579">
                  <c:v>-1.4069835779934106E-2</c:v>
                </c:pt>
                <c:pt idx="4580">
                  <c:v>-1.5794997097173111E-2</c:v>
                </c:pt>
                <c:pt idx="4581">
                  <c:v>-1.6740329076946812E-2</c:v>
                </c:pt>
                <c:pt idx="4582">
                  <c:v>-2.1376222914957669E-2</c:v>
                </c:pt>
                <c:pt idx="4583">
                  <c:v>-2.0225637740208375E-2</c:v>
                </c:pt>
                <c:pt idx="4584">
                  <c:v>-2.3338438658767023E-2</c:v>
                </c:pt>
                <c:pt idx="4585">
                  <c:v>-2.3358945335636592E-3</c:v>
                </c:pt>
                <c:pt idx="4586">
                  <c:v>-1.2433754077807181E-2</c:v>
                </c:pt>
                <c:pt idx="4587">
                  <c:v>-1.3908520643472283E-2</c:v>
                </c:pt>
                <c:pt idx="4588">
                  <c:v>-1.8604736157583547E-2</c:v>
                </c:pt>
                <c:pt idx="4589">
                  <c:v>-1.9732138475644371E-2</c:v>
                </c:pt>
                <c:pt idx="4590">
                  <c:v>-2.9783991629538358E-2</c:v>
                </c:pt>
                <c:pt idx="4591">
                  <c:v>-2.2468362880022734E-2</c:v>
                </c:pt>
                <c:pt idx="4592">
                  <c:v>-2.2135393502396874E-2</c:v>
                </c:pt>
                <c:pt idx="4593">
                  <c:v>-1.6497543606247708E-2</c:v>
                </c:pt>
                <c:pt idx="4594">
                  <c:v>-1.167246276704902E-2</c:v>
                </c:pt>
                <c:pt idx="4595">
                  <c:v>-7.9765673277341891E-3</c:v>
                </c:pt>
                <c:pt idx="4596">
                  <c:v>-2.4560567247904966E-3</c:v>
                </c:pt>
                <c:pt idx="4597">
                  <c:v>1.7363227869288207E-3</c:v>
                </c:pt>
                <c:pt idx="4598">
                  <c:v>5.5911990929920382E-4</c:v>
                </c:pt>
                <c:pt idx="4599">
                  <c:v>2.9780998821678536E-3</c:v>
                </c:pt>
                <c:pt idx="4600">
                  <c:v>3.1397847284621336E-3</c:v>
                </c:pt>
                <c:pt idx="4601">
                  <c:v>2.7949625573575158E-3</c:v>
                </c:pt>
                <c:pt idx="4602">
                  <c:v>-2.7142896264531924E-4</c:v>
                </c:pt>
                <c:pt idx="4603">
                  <c:v>-2.5079920371107677E-3</c:v>
                </c:pt>
                <c:pt idx="4604">
                  <c:v>-2.8374877507636306E-3</c:v>
                </c:pt>
                <c:pt idx="4605">
                  <c:v>-5.4811736027487882E-3</c:v>
                </c:pt>
                <c:pt idx="4606">
                  <c:v>-7.1024234295275993E-3</c:v>
                </c:pt>
                <c:pt idx="4607">
                  <c:v>7.02106512650139E-4</c:v>
                </c:pt>
                <c:pt idx="4608">
                  <c:v>-5.108246913344763E-3</c:v>
                </c:pt>
                <c:pt idx="4609">
                  <c:v>-7.1919846826769933E-3</c:v>
                </c:pt>
                <c:pt idx="4610">
                  <c:v>-4.8292527430985289E-3</c:v>
                </c:pt>
                <c:pt idx="4611">
                  <c:v>-6.1139427886865274E-3</c:v>
                </c:pt>
                <c:pt idx="4612">
                  <c:v>-7.9569046438709122E-3</c:v>
                </c:pt>
                <c:pt idx="4613">
                  <c:v>-9.1839688301511308E-3</c:v>
                </c:pt>
                <c:pt idx="4614">
                  <c:v>-8.6602494121976389E-3</c:v>
                </c:pt>
                <c:pt idx="4615">
                  <c:v>-1.3251402706048245E-2</c:v>
                </c:pt>
                <c:pt idx="4616">
                  <c:v>-8.9201809696972806E-3</c:v>
                </c:pt>
                <c:pt idx="4617">
                  <c:v>-7.5842154353702651E-3</c:v>
                </c:pt>
                <c:pt idx="4618">
                  <c:v>-6.5112477635799583E-3</c:v>
                </c:pt>
                <c:pt idx="4619">
                  <c:v>-3.329526867277879E-3</c:v>
                </c:pt>
                <c:pt idx="4620">
                  <c:v>-2.9753432149595639E-4</c:v>
                </c:pt>
                <c:pt idx="4621">
                  <c:v>2.317473729441162E-3</c:v>
                </c:pt>
                <c:pt idx="4622">
                  <c:v>3.7442054667929259E-3</c:v>
                </c:pt>
                <c:pt idx="4623">
                  <c:v>-4.6996035573140674E-4</c:v>
                </c:pt>
                <c:pt idx="4624">
                  <c:v>3.398329643258995E-3</c:v>
                </c:pt>
                <c:pt idx="4625">
                  <c:v>4.7172677247893271E-4</c:v>
                </c:pt>
                <c:pt idx="4626">
                  <c:v>3.6698334485470478E-4</c:v>
                </c:pt>
                <c:pt idx="4627">
                  <c:v>2.1508594414215272E-5</c:v>
                </c:pt>
                <c:pt idx="4628">
                  <c:v>4.4411459078812259E-4</c:v>
                </c:pt>
                <c:pt idx="4629">
                  <c:v>-7.7697989826077513E-4</c:v>
                </c:pt>
                <c:pt idx="4630">
                  <c:v>-2.4039170044999527E-3</c:v>
                </c:pt>
                <c:pt idx="4631">
                  <c:v>4.1288557417087776E-3</c:v>
                </c:pt>
                <c:pt idx="4632">
                  <c:v>-1.6894003832043048E-3</c:v>
                </c:pt>
                <c:pt idx="4633">
                  <c:v>-6.4981491069953379E-3</c:v>
                </c:pt>
                <c:pt idx="4634">
                  <c:v>-1.1370492348473957E-2</c:v>
                </c:pt>
                <c:pt idx="4635">
                  <c:v>-1.1659779586418126E-2</c:v>
                </c:pt>
                <c:pt idx="4636">
                  <c:v>-1.3320287716656642E-2</c:v>
                </c:pt>
                <c:pt idx="4637">
                  <c:v>-1.468606621037041E-2</c:v>
                </c:pt>
                <c:pt idx="4638">
                  <c:v>-1.8795094578445855E-2</c:v>
                </c:pt>
                <c:pt idx="4639">
                  <c:v>-1.4060714208676326E-2</c:v>
                </c:pt>
                <c:pt idx="4640">
                  <c:v>-2.0152766415497573E-2</c:v>
                </c:pt>
                <c:pt idx="4641">
                  <c:v>-2.3231722808840508E-2</c:v>
                </c:pt>
                <c:pt idx="4642">
                  <c:v>-2.5760538325955786E-2</c:v>
                </c:pt>
                <c:pt idx="4643">
                  <c:v>-2.0387730055697113E-2</c:v>
                </c:pt>
                <c:pt idx="4644">
                  <c:v>-1.7992181226415317E-2</c:v>
                </c:pt>
                <c:pt idx="4645">
                  <c:v>-9.5888705402309964E-3</c:v>
                </c:pt>
                <c:pt idx="4646">
                  <c:v>-5.2198932521413379E-3</c:v>
                </c:pt>
                <c:pt idx="4647">
                  <c:v>-1.9999513126426173E-3</c:v>
                </c:pt>
                <c:pt idx="4648">
                  <c:v>-4.5546622721692256E-3</c:v>
                </c:pt>
                <c:pt idx="4649">
                  <c:v>-2.0080084771235342E-3</c:v>
                </c:pt>
                <c:pt idx="4650">
                  <c:v>-2.3609218019036054E-3</c:v>
                </c:pt>
                <c:pt idx="4651">
                  <c:v>-2.5773086636848063E-3</c:v>
                </c:pt>
                <c:pt idx="4652">
                  <c:v>-3.1429788617757799E-3</c:v>
                </c:pt>
                <c:pt idx="4653">
                  <c:v>-6.6093609707120332E-3</c:v>
                </c:pt>
                <c:pt idx="4654">
                  <c:v>-5.8273008651490467E-3</c:v>
                </c:pt>
                <c:pt idx="4655">
                  <c:v>-9.6606601257740322E-4</c:v>
                </c:pt>
                <c:pt idx="4656">
                  <c:v>-7.8729226803731251E-3</c:v>
                </c:pt>
                <c:pt idx="4657">
                  <c:v>-5.3245594279212414E-3</c:v>
                </c:pt>
                <c:pt idx="4658">
                  <c:v>-7.6546311190863131E-3</c:v>
                </c:pt>
                <c:pt idx="4659">
                  <c:v>-6.7221431273703537E-3</c:v>
                </c:pt>
                <c:pt idx="4660">
                  <c:v>-1.3387151462526647E-2</c:v>
                </c:pt>
                <c:pt idx="4661">
                  <c:v>-1.8258678657927307E-2</c:v>
                </c:pt>
                <c:pt idx="4662">
                  <c:v>-1.4380912634374776E-2</c:v>
                </c:pt>
                <c:pt idx="4663">
                  <c:v>-1.205958567845525E-2</c:v>
                </c:pt>
                <c:pt idx="4664">
                  <c:v>-1.3529885672168685E-2</c:v>
                </c:pt>
                <c:pt idx="4665">
                  <c:v>4.7790743029099518E-3</c:v>
                </c:pt>
                <c:pt idx="4666">
                  <c:v>8.6779597568501631E-3</c:v>
                </c:pt>
                <c:pt idx="4667">
                  <c:v>-5.2277908122446849E-2</c:v>
                </c:pt>
                <c:pt idx="4668">
                  <c:v>2.0222596208847983E-2</c:v>
                </c:pt>
                <c:pt idx="4669">
                  <c:v>3.7741629648825582E-2</c:v>
                </c:pt>
                <c:pt idx="4670">
                  <c:v>5.5938210646774233E-2</c:v>
                </c:pt>
                <c:pt idx="4671">
                  <c:v>0.12113658061524168</c:v>
                </c:pt>
                <c:pt idx="4672">
                  <c:v>0.17143226366749514</c:v>
                </c:pt>
                <c:pt idx="4673">
                  <c:v>0.16716379174363138</c:v>
                </c:pt>
                <c:pt idx="4674">
                  <c:v>0.15546262861625354</c:v>
                </c:pt>
                <c:pt idx="4675">
                  <c:v>0.14822552303865424</c:v>
                </c:pt>
                <c:pt idx="4676">
                  <c:v>0.14202020242206123</c:v>
                </c:pt>
                <c:pt idx="4677">
                  <c:v>0.13883204673164279</c:v>
                </c:pt>
                <c:pt idx="4678">
                  <c:v>0.13470368080076525</c:v>
                </c:pt>
                <c:pt idx="4679">
                  <c:v>0.1384599445414238</c:v>
                </c:pt>
                <c:pt idx="4680">
                  <c:v>0.14360345069269487</c:v>
                </c:pt>
                <c:pt idx="4681">
                  <c:v>8.2156523543496368E-2</c:v>
                </c:pt>
                <c:pt idx="4682">
                  <c:v>8.3063255889629956E-2</c:v>
                </c:pt>
                <c:pt idx="4683">
                  <c:v>0.11950598929860672</c:v>
                </c:pt>
                <c:pt idx="4684">
                  <c:v>0.10196574730378735</c:v>
                </c:pt>
                <c:pt idx="4685">
                  <c:v>6.3821359597222141E-2</c:v>
                </c:pt>
                <c:pt idx="4686">
                  <c:v>5.7815606113292922E-2</c:v>
                </c:pt>
                <c:pt idx="4687">
                  <c:v>3.1682956662537003E-2</c:v>
                </c:pt>
                <c:pt idx="4688">
                  <c:v>3.0652069385490446E-2</c:v>
                </c:pt>
                <c:pt idx="4689">
                  <c:v>4.064335511148625E-2</c:v>
                </c:pt>
                <c:pt idx="4690">
                  <c:v>8.2664820096408714E-2</c:v>
                </c:pt>
                <c:pt idx="4691">
                  <c:v>9.3492189301443332E-2</c:v>
                </c:pt>
                <c:pt idx="4692">
                  <c:v>8.1964252249349126E-2</c:v>
                </c:pt>
                <c:pt idx="4693">
                  <c:v>9.2474530895237383E-2</c:v>
                </c:pt>
                <c:pt idx="4694">
                  <c:v>8.4442998770266592E-2</c:v>
                </c:pt>
                <c:pt idx="4695">
                  <c:v>9.0755370309290082E-2</c:v>
                </c:pt>
                <c:pt idx="4696">
                  <c:v>0.1066870489668464</c:v>
                </c:pt>
                <c:pt idx="4697">
                  <c:v>0.10730779983386173</c:v>
                </c:pt>
                <c:pt idx="4698">
                  <c:v>9.6786097469993795E-2</c:v>
                </c:pt>
                <c:pt idx="4699">
                  <c:v>8.7828955544368703E-2</c:v>
                </c:pt>
                <c:pt idx="4700">
                  <c:v>8.7946815660904037E-2</c:v>
                </c:pt>
                <c:pt idx="4701">
                  <c:v>9.143978887617088E-2</c:v>
                </c:pt>
                <c:pt idx="4702">
                  <c:v>7.7219141476241607E-2</c:v>
                </c:pt>
                <c:pt idx="4703">
                  <c:v>7.5082279285953221E-2</c:v>
                </c:pt>
                <c:pt idx="4704">
                  <c:v>3.5389491449267778E-2</c:v>
                </c:pt>
                <c:pt idx="4705">
                  <c:v>3.6608100035342726E-2</c:v>
                </c:pt>
                <c:pt idx="4706">
                  <c:v>3.2844058452211118E-2</c:v>
                </c:pt>
                <c:pt idx="4707">
                  <c:v>3.0935356990645688E-2</c:v>
                </c:pt>
                <c:pt idx="4708">
                  <c:v>1.1155998139977258E-2</c:v>
                </c:pt>
                <c:pt idx="4709">
                  <c:v>1.8634591175553706E-2</c:v>
                </c:pt>
                <c:pt idx="4710">
                  <c:v>6.3832607138141637E-2</c:v>
                </c:pt>
                <c:pt idx="4711">
                  <c:v>2.0845615893212006E-2</c:v>
                </c:pt>
                <c:pt idx="4712">
                  <c:v>3.0980135653193238E-2</c:v>
                </c:pt>
                <c:pt idx="4713">
                  <c:v>1.8643028834217191E-2</c:v>
                </c:pt>
                <c:pt idx="4714">
                  <c:v>8.3219681978052053E-3</c:v>
                </c:pt>
                <c:pt idx="4715">
                  <c:v>1.1722355331355573E-2</c:v>
                </c:pt>
                <c:pt idx="4716">
                  <c:v>1.6238633180195059E-2</c:v>
                </c:pt>
                <c:pt idx="4717">
                  <c:v>2.2282754632448495E-2</c:v>
                </c:pt>
                <c:pt idx="4718">
                  <c:v>5.5459064956522773E-2</c:v>
                </c:pt>
                <c:pt idx="4719">
                  <c:v>8.3982371897134686E-2</c:v>
                </c:pt>
                <c:pt idx="4720">
                  <c:v>8.094795091191051E-2</c:v>
                </c:pt>
                <c:pt idx="4721">
                  <c:v>9.0282798248665821E-2</c:v>
                </c:pt>
                <c:pt idx="4722">
                  <c:v>9.04319216468841E-2</c:v>
                </c:pt>
                <c:pt idx="4723">
                  <c:v>0.10800223315622354</c:v>
                </c:pt>
                <c:pt idx="4724">
                  <c:v>0.11228958213445552</c:v>
                </c:pt>
                <c:pt idx="4725">
                  <c:v>9.0678359338917824E-2</c:v>
                </c:pt>
                <c:pt idx="4726">
                  <c:v>8.764797287083774E-2</c:v>
                </c:pt>
                <c:pt idx="4727">
                  <c:v>5.1799314249693404E-2</c:v>
                </c:pt>
                <c:pt idx="4728">
                  <c:v>4.0295136808578692E-2</c:v>
                </c:pt>
                <c:pt idx="4729">
                  <c:v>3.7449192341424728E-2</c:v>
                </c:pt>
                <c:pt idx="4730">
                  <c:v>3.5858297492697651E-2</c:v>
                </c:pt>
                <c:pt idx="4731">
                  <c:v>5.1677364796689211E-2</c:v>
                </c:pt>
                <c:pt idx="4732">
                  <c:v>9.7161247261057689E-3</c:v>
                </c:pt>
                <c:pt idx="4733">
                  <c:v>2.7520471883516834E-2</c:v>
                </c:pt>
                <c:pt idx="4734">
                  <c:v>6.1468136631480208E-2</c:v>
                </c:pt>
                <c:pt idx="4735">
                  <c:v>1.1956552967714751E-2</c:v>
                </c:pt>
                <c:pt idx="4736">
                  <c:v>3.8777776810060734E-2</c:v>
                </c:pt>
                <c:pt idx="4737">
                  <c:v>2.1217069417418296E-2</c:v>
                </c:pt>
                <c:pt idx="4738">
                  <c:v>1.6764107356873788E-2</c:v>
                </c:pt>
                <c:pt idx="4739">
                  <c:v>3.8836283273575217E-2</c:v>
                </c:pt>
                <c:pt idx="4740">
                  <c:v>1.5474314471118647E-2</c:v>
                </c:pt>
                <c:pt idx="4741">
                  <c:v>2.3090150041701833E-2</c:v>
                </c:pt>
                <c:pt idx="4742">
                  <c:v>4.5676472980781542E-2</c:v>
                </c:pt>
                <c:pt idx="4743">
                  <c:v>9.1167308318976376E-2</c:v>
                </c:pt>
                <c:pt idx="4744">
                  <c:v>7.6280312391518598E-2</c:v>
                </c:pt>
                <c:pt idx="4745">
                  <c:v>8.6144964321442613E-2</c:v>
                </c:pt>
                <c:pt idx="4746">
                  <c:v>8.8915432165533576E-2</c:v>
                </c:pt>
                <c:pt idx="4747">
                  <c:v>8.8255600225009626E-2</c:v>
                </c:pt>
                <c:pt idx="4748">
                  <c:v>8.5676369468925734E-2</c:v>
                </c:pt>
                <c:pt idx="4749">
                  <c:v>9.2786596311143443E-2</c:v>
                </c:pt>
                <c:pt idx="4750">
                  <c:v>9.8384239102811549E-2</c:v>
                </c:pt>
                <c:pt idx="4751">
                  <c:v>6.4223122479750511E-2</c:v>
                </c:pt>
                <c:pt idx="4752">
                  <c:v>3.7759351542014097E-2</c:v>
                </c:pt>
                <c:pt idx="4753">
                  <c:v>3.6764725213557274E-2</c:v>
                </c:pt>
                <c:pt idx="4754">
                  <c:v>3.0699007665530784E-2</c:v>
                </c:pt>
                <c:pt idx="4755">
                  <c:v>3.0799227199242999E-2</c:v>
                </c:pt>
                <c:pt idx="4756">
                  <c:v>3.3955404707409577E-2</c:v>
                </c:pt>
                <c:pt idx="4757">
                  <c:v>3.3151339219230726E-2</c:v>
                </c:pt>
                <c:pt idx="4758">
                  <c:v>3.2665359432159147E-2</c:v>
                </c:pt>
                <c:pt idx="4759">
                  <c:v>2.9697248225927179E-2</c:v>
                </c:pt>
                <c:pt idx="4760">
                  <c:v>5.1281063631250047E-2</c:v>
                </c:pt>
                <c:pt idx="4761">
                  <c:v>4.962073591828399E-2</c:v>
                </c:pt>
                <c:pt idx="4762">
                  <c:v>4.6255383308558766E-2</c:v>
                </c:pt>
                <c:pt idx="4763">
                  <c:v>3.5121460771839356E-2</c:v>
                </c:pt>
                <c:pt idx="4764">
                  <c:v>2.6981077014537846E-2</c:v>
                </c:pt>
                <c:pt idx="4765">
                  <c:v>4.4405666467716869E-2</c:v>
                </c:pt>
                <c:pt idx="4766">
                  <c:v>5.211650309175761E-2</c:v>
                </c:pt>
                <c:pt idx="4767">
                  <c:v>2.9657325013432625E-2</c:v>
                </c:pt>
                <c:pt idx="4768">
                  <c:v>3.33242318618691E-2</c:v>
                </c:pt>
                <c:pt idx="4769">
                  <c:v>2.7245446213511947E-2</c:v>
                </c:pt>
                <c:pt idx="4770">
                  <c:v>1.3865561859268363E-2</c:v>
                </c:pt>
                <c:pt idx="4771">
                  <c:v>3.7719193396480388E-2</c:v>
                </c:pt>
                <c:pt idx="4772">
                  <c:v>3.389414209145674E-2</c:v>
                </c:pt>
                <c:pt idx="4773">
                  <c:v>4.9634390567984535E-2</c:v>
                </c:pt>
                <c:pt idx="4774">
                  <c:v>4.201966389789516E-2</c:v>
                </c:pt>
                <c:pt idx="4775">
                  <c:v>3.9625905849540038E-2</c:v>
                </c:pt>
                <c:pt idx="4776">
                  <c:v>3.673732158965793E-2</c:v>
                </c:pt>
                <c:pt idx="4777">
                  <c:v>5.5133862854084795E-2</c:v>
                </c:pt>
                <c:pt idx="4778">
                  <c:v>3.7453829841788293E-2</c:v>
                </c:pt>
                <c:pt idx="4779">
                  <c:v>5.7405773959796423E-2</c:v>
                </c:pt>
                <c:pt idx="4780">
                  <c:v>5.8018530229035595E-2</c:v>
                </c:pt>
                <c:pt idx="4781">
                  <c:v>5.575356595078651E-2</c:v>
                </c:pt>
                <c:pt idx="4782">
                  <c:v>5.3654555898368192E-2</c:v>
                </c:pt>
                <c:pt idx="4783">
                  <c:v>5.8505221927806328E-2</c:v>
                </c:pt>
                <c:pt idx="4784">
                  <c:v>0.12740716518937253</c:v>
                </c:pt>
                <c:pt idx="4785">
                  <c:v>0.17143621339699941</c:v>
                </c:pt>
                <c:pt idx="4786">
                  <c:v>0.10064410960801695</c:v>
                </c:pt>
                <c:pt idx="4787">
                  <c:v>6.1409867920745591E-2</c:v>
                </c:pt>
                <c:pt idx="4788">
                  <c:v>9.5976028133778687E-2</c:v>
                </c:pt>
                <c:pt idx="4789">
                  <c:v>7.807570954781029E-2</c:v>
                </c:pt>
                <c:pt idx="4790">
                  <c:v>7.3415342961840518E-2</c:v>
                </c:pt>
                <c:pt idx="4791">
                  <c:v>7.5706539580844986E-2</c:v>
                </c:pt>
                <c:pt idx="4792">
                  <c:v>6.485158386762134E-2</c:v>
                </c:pt>
                <c:pt idx="4793">
                  <c:v>7.5393445735478543E-2</c:v>
                </c:pt>
                <c:pt idx="4794">
                  <c:v>6.9509795586763637E-2</c:v>
                </c:pt>
                <c:pt idx="4795">
                  <c:v>8.4668301757052464E-2</c:v>
                </c:pt>
                <c:pt idx="4796">
                  <c:v>8.8605923214833557E-2</c:v>
                </c:pt>
                <c:pt idx="4797">
                  <c:v>8.1264370431856248E-2</c:v>
                </c:pt>
                <c:pt idx="4798">
                  <c:v>7.7992923841502249E-2</c:v>
                </c:pt>
                <c:pt idx="4799">
                  <c:v>8.8514300246960359E-2</c:v>
                </c:pt>
                <c:pt idx="4800">
                  <c:v>8.8282370340204808E-2</c:v>
                </c:pt>
                <c:pt idx="4801">
                  <c:v>9.0867639900253469E-2</c:v>
                </c:pt>
                <c:pt idx="4802">
                  <c:v>8.6158366284758467E-2</c:v>
                </c:pt>
                <c:pt idx="4803">
                  <c:v>8.6564581621564496E-2</c:v>
                </c:pt>
                <c:pt idx="4804">
                  <c:v>9.693489884594414E-2</c:v>
                </c:pt>
                <c:pt idx="4805">
                  <c:v>9.0675388239503274E-2</c:v>
                </c:pt>
                <c:pt idx="4806">
                  <c:v>9.3763789330653186E-2</c:v>
                </c:pt>
                <c:pt idx="4807">
                  <c:v>0.10390256762729917</c:v>
                </c:pt>
                <c:pt idx="4808">
                  <c:v>0.10691596978949519</c:v>
                </c:pt>
                <c:pt idx="4809">
                  <c:v>0.10231956249753188</c:v>
                </c:pt>
                <c:pt idx="4810">
                  <c:v>9.9893855375957269E-2</c:v>
                </c:pt>
                <c:pt idx="4811">
                  <c:v>0.17436930060782338</c:v>
                </c:pt>
                <c:pt idx="4812">
                  <c:v>0.2209442933546524</c:v>
                </c:pt>
                <c:pt idx="4813">
                  <c:v>0.23873977516816669</c:v>
                </c:pt>
                <c:pt idx="4814">
                  <c:v>0.20865719839927085</c:v>
                </c:pt>
                <c:pt idx="4815">
                  <c:v>0.20770643351342816</c:v>
                </c:pt>
                <c:pt idx="4816">
                  <c:v>0.18722820933223042</c:v>
                </c:pt>
                <c:pt idx="4817">
                  <c:v>0.19839262198476537</c:v>
                </c:pt>
                <c:pt idx="4818">
                  <c:v>0.19844987627881985</c:v>
                </c:pt>
                <c:pt idx="4819">
                  <c:v>0.19308431909190138</c:v>
                </c:pt>
                <c:pt idx="4820">
                  <c:v>0.1893586729309934</c:v>
                </c:pt>
                <c:pt idx="4821">
                  <c:v>0.19702229249740097</c:v>
                </c:pt>
                <c:pt idx="4822">
                  <c:v>0.19241078600165909</c:v>
                </c:pt>
                <c:pt idx="4823">
                  <c:v>0.18741123280444583</c:v>
                </c:pt>
                <c:pt idx="4824">
                  <c:v>0.19043829497319631</c:v>
                </c:pt>
                <c:pt idx="4825">
                  <c:v>0.18584559143684551</c:v>
                </c:pt>
                <c:pt idx="4826">
                  <c:v>0.18689360008917749</c:v>
                </c:pt>
                <c:pt idx="4827">
                  <c:v>0.18062837993412864</c:v>
                </c:pt>
                <c:pt idx="4828">
                  <c:v>0.20670824565987564</c:v>
                </c:pt>
                <c:pt idx="4829">
                  <c:v>0.23207300105070994</c:v>
                </c:pt>
                <c:pt idx="4830">
                  <c:v>0.23477029322135806</c:v>
                </c:pt>
                <c:pt idx="4831">
                  <c:v>0.24897064165471272</c:v>
                </c:pt>
                <c:pt idx="4832">
                  <c:v>0.23912697951560177</c:v>
                </c:pt>
                <c:pt idx="4833">
                  <c:v>0.2486110538086527</c:v>
                </c:pt>
                <c:pt idx="4834">
                  <c:v>0.2685247980777743</c:v>
                </c:pt>
                <c:pt idx="4835">
                  <c:v>0.26073363238028424</c:v>
                </c:pt>
                <c:pt idx="4836">
                  <c:v>0.26923111906471758</c:v>
                </c:pt>
                <c:pt idx="4837">
                  <c:v>0.26623341882647711</c:v>
                </c:pt>
                <c:pt idx="4838">
                  <c:v>0.26222096390167693</c:v>
                </c:pt>
                <c:pt idx="4839">
                  <c:v>0.23547120020919254</c:v>
                </c:pt>
                <c:pt idx="4840">
                  <c:v>0.18501365285843616</c:v>
                </c:pt>
                <c:pt idx="4841">
                  <c:v>0.18320805222310071</c:v>
                </c:pt>
                <c:pt idx="4842">
                  <c:v>0.20149215141847204</c:v>
                </c:pt>
                <c:pt idx="4843">
                  <c:v>0.19983219604151883</c:v>
                </c:pt>
                <c:pt idx="4844">
                  <c:v>0.20383698405995024</c:v>
                </c:pt>
                <c:pt idx="4845">
                  <c:v>0.21668549005327598</c:v>
                </c:pt>
                <c:pt idx="4846">
                  <c:v>0.2114217980984805</c:v>
                </c:pt>
                <c:pt idx="4847">
                  <c:v>0.22315617215597278</c:v>
                </c:pt>
                <c:pt idx="4848">
                  <c:v>0.19393694582121768</c:v>
                </c:pt>
                <c:pt idx="4849">
                  <c:v>0.18190745682820034</c:v>
                </c:pt>
                <c:pt idx="4850">
                  <c:v>0.2121070015150047</c:v>
                </c:pt>
                <c:pt idx="4851">
                  <c:v>0.20989046155876442</c:v>
                </c:pt>
                <c:pt idx="4852">
                  <c:v>0.20294486511014651</c:v>
                </c:pt>
                <c:pt idx="4853">
                  <c:v>0.22478686232214862</c:v>
                </c:pt>
                <c:pt idx="4854">
                  <c:v>0.22432839467355611</c:v>
                </c:pt>
                <c:pt idx="4855">
                  <c:v>0.22850606662665091</c:v>
                </c:pt>
                <c:pt idx="4856">
                  <c:v>0.23497705228498286</c:v>
                </c:pt>
                <c:pt idx="4857">
                  <c:v>0.25140890426462004</c:v>
                </c:pt>
                <c:pt idx="4858">
                  <c:v>0.25507102423856021</c:v>
                </c:pt>
                <c:pt idx="4859">
                  <c:v>0.24455958238796363</c:v>
                </c:pt>
                <c:pt idx="4860">
                  <c:v>0.21867477817601871</c:v>
                </c:pt>
                <c:pt idx="4861">
                  <c:v>0.22557621413906501</c:v>
                </c:pt>
                <c:pt idx="4862">
                  <c:v>0.17110236969858705</c:v>
                </c:pt>
                <c:pt idx="4863">
                  <c:v>9.8149275984533255E-2</c:v>
                </c:pt>
                <c:pt idx="4864">
                  <c:v>7.9466564170545442E-2</c:v>
                </c:pt>
                <c:pt idx="4865">
                  <c:v>6.2066783577909367E-2</c:v>
                </c:pt>
                <c:pt idx="4866">
                  <c:v>6.5158745536873702E-2</c:v>
                </c:pt>
                <c:pt idx="4867">
                  <c:v>5.4783325569626715E-2</c:v>
                </c:pt>
                <c:pt idx="4868">
                  <c:v>4.3174830992626125E-2</c:v>
                </c:pt>
                <c:pt idx="4869">
                  <c:v>4.2769949570175297E-2</c:v>
                </c:pt>
                <c:pt idx="4870">
                  <c:v>3.0919855943038286E-2</c:v>
                </c:pt>
                <c:pt idx="4871">
                  <c:v>4.2972821147635017E-2</c:v>
                </c:pt>
                <c:pt idx="4872">
                  <c:v>5.4298836045954008E-2</c:v>
                </c:pt>
                <c:pt idx="4873">
                  <c:v>5.4038994059485354E-2</c:v>
                </c:pt>
                <c:pt idx="4874">
                  <c:v>6.4418705866410908E-2</c:v>
                </c:pt>
                <c:pt idx="4875">
                  <c:v>6.4207891443955653E-2</c:v>
                </c:pt>
                <c:pt idx="4876">
                  <c:v>6.5878471849401821E-2</c:v>
                </c:pt>
                <c:pt idx="4877">
                  <c:v>6.4693880991543051E-2</c:v>
                </c:pt>
                <c:pt idx="4878">
                  <c:v>6.6941270453255403E-2</c:v>
                </c:pt>
                <c:pt idx="4879">
                  <c:v>6.4447544872795123E-2</c:v>
                </c:pt>
                <c:pt idx="4880">
                  <c:v>6.7516866801748704E-2</c:v>
                </c:pt>
                <c:pt idx="4881">
                  <c:v>5.1974225277174629E-2</c:v>
                </c:pt>
                <c:pt idx="4882">
                  <c:v>4.2963846531402353E-2</c:v>
                </c:pt>
                <c:pt idx="4883">
                  <c:v>3.2514750872744289E-2</c:v>
                </c:pt>
                <c:pt idx="4884">
                  <c:v>3.4249962029715725E-2</c:v>
                </c:pt>
                <c:pt idx="4885">
                  <c:v>2.0474795142335796E-2</c:v>
                </c:pt>
                <c:pt idx="4886">
                  <c:v>2.0901496774634949E-2</c:v>
                </c:pt>
                <c:pt idx="4887">
                  <c:v>2.5138984480833255E-2</c:v>
                </c:pt>
                <c:pt idx="4888">
                  <c:v>2.6070201730673356E-2</c:v>
                </c:pt>
                <c:pt idx="4889">
                  <c:v>2.2314679238584732E-2</c:v>
                </c:pt>
                <c:pt idx="4890">
                  <c:v>2.7737868140480237E-2</c:v>
                </c:pt>
                <c:pt idx="4891">
                  <c:v>2.7881783077864181E-2</c:v>
                </c:pt>
                <c:pt idx="4892">
                  <c:v>2.5746018158169383E-2</c:v>
                </c:pt>
                <c:pt idx="4893">
                  <c:v>2.7616058984515423E-2</c:v>
                </c:pt>
                <c:pt idx="4894">
                  <c:v>2.9033014021838843E-2</c:v>
                </c:pt>
                <c:pt idx="4895">
                  <c:v>2.8623160501869065E-2</c:v>
                </c:pt>
                <c:pt idx="4896">
                  <c:v>2.550790503100266E-2</c:v>
                </c:pt>
                <c:pt idx="4897">
                  <c:v>2.9552110721104682E-2</c:v>
                </c:pt>
                <c:pt idx="4898">
                  <c:v>2.5629739435366547E-2</c:v>
                </c:pt>
                <c:pt idx="4899">
                  <c:v>2.8672109452569507E-2</c:v>
                </c:pt>
                <c:pt idx="4900">
                  <c:v>2.9910669832824987E-2</c:v>
                </c:pt>
                <c:pt idx="4901">
                  <c:v>2.9237532313659349E-2</c:v>
                </c:pt>
                <c:pt idx="4902">
                  <c:v>2.8359965545559935E-2</c:v>
                </c:pt>
                <c:pt idx="4903">
                  <c:v>1.3200501122749356E-2</c:v>
                </c:pt>
                <c:pt idx="4904">
                  <c:v>5.3697102710984906E-2</c:v>
                </c:pt>
                <c:pt idx="4905">
                  <c:v>8.2652579163211767E-3</c:v>
                </c:pt>
                <c:pt idx="4906">
                  <c:v>5.8082436204940344E-2</c:v>
                </c:pt>
                <c:pt idx="4907">
                  <c:v>1.1547890688043952E-2</c:v>
                </c:pt>
                <c:pt idx="4908">
                  <c:v>2.806274676591794E-2</c:v>
                </c:pt>
                <c:pt idx="4909">
                  <c:v>4.0670109256231102E-2</c:v>
                </c:pt>
                <c:pt idx="4910">
                  <c:v>5.1974576478383633E-2</c:v>
                </c:pt>
                <c:pt idx="4911">
                  <c:v>4.0988849988970288E-2</c:v>
                </c:pt>
                <c:pt idx="4912">
                  <c:v>6.6863000619752824E-2</c:v>
                </c:pt>
                <c:pt idx="4913">
                  <c:v>2.159802255929244E-2</c:v>
                </c:pt>
                <c:pt idx="4914">
                  <c:v>7.6897898936768558E-2</c:v>
                </c:pt>
                <c:pt idx="4915">
                  <c:v>2.1755611627593888E-2</c:v>
                </c:pt>
                <c:pt idx="4916">
                  <c:v>5.5988006588337483E-2</c:v>
                </c:pt>
                <c:pt idx="4917">
                  <c:v>5.5412788927491623E-2</c:v>
                </c:pt>
                <c:pt idx="4918">
                  <c:v>6.0356750029052962E-2</c:v>
                </c:pt>
                <c:pt idx="4919">
                  <c:v>5.8271581075479979E-2</c:v>
                </c:pt>
                <c:pt idx="4920">
                  <c:v>6.071644695571779E-2</c:v>
                </c:pt>
                <c:pt idx="4921">
                  <c:v>6.4865238761841526E-2</c:v>
                </c:pt>
                <c:pt idx="4922">
                  <c:v>5.8358173570106892E-2</c:v>
                </c:pt>
                <c:pt idx="4923">
                  <c:v>6.4014443024838205E-2</c:v>
                </c:pt>
                <c:pt idx="4924">
                  <c:v>6.2079413041215788E-2</c:v>
                </c:pt>
                <c:pt idx="4925">
                  <c:v>6.2097239367591886E-2</c:v>
                </c:pt>
                <c:pt idx="4926">
                  <c:v>9.1732397143238678E-2</c:v>
                </c:pt>
                <c:pt idx="4927">
                  <c:v>8.725815141222143E-2</c:v>
                </c:pt>
                <c:pt idx="4928">
                  <c:v>0.10973229706349573</c:v>
                </c:pt>
                <c:pt idx="4929">
                  <c:v>0.12308928345071982</c:v>
                </c:pt>
                <c:pt idx="4930">
                  <c:v>0.12810095235128136</c:v>
                </c:pt>
                <c:pt idx="4931">
                  <c:v>0.13227096338850713</c:v>
                </c:pt>
                <c:pt idx="4932">
                  <c:v>0.12120461549923174</c:v>
                </c:pt>
                <c:pt idx="4933">
                  <c:v>0.1182646688798223</c:v>
                </c:pt>
                <c:pt idx="4934">
                  <c:v>0.11876418015622316</c:v>
                </c:pt>
                <c:pt idx="4935">
                  <c:v>0.10974405038561237</c:v>
                </c:pt>
                <c:pt idx="4936">
                  <c:v>0.13615457850490931</c:v>
                </c:pt>
                <c:pt idx="4937">
                  <c:v>9.9142426977225417E-2</c:v>
                </c:pt>
                <c:pt idx="4938">
                  <c:v>0.10569638508321511</c:v>
                </c:pt>
                <c:pt idx="4939">
                  <c:v>0.10882110448696024</c:v>
                </c:pt>
                <c:pt idx="4940">
                  <c:v>9.3525473786103486E-2</c:v>
                </c:pt>
                <c:pt idx="4941">
                  <c:v>9.7273214327938964E-2</c:v>
                </c:pt>
                <c:pt idx="4942">
                  <c:v>0.11342007632652046</c:v>
                </c:pt>
                <c:pt idx="4943">
                  <c:v>0.11628232237214926</c:v>
                </c:pt>
                <c:pt idx="4944">
                  <c:v>0.11884360585902387</c:v>
                </c:pt>
                <c:pt idx="4945">
                  <c:v>0.12280545716582107</c:v>
                </c:pt>
                <c:pt idx="4946">
                  <c:v>0.12203345737788487</c:v>
                </c:pt>
                <c:pt idx="4947">
                  <c:v>0.12418003128090306</c:v>
                </c:pt>
                <c:pt idx="4948">
                  <c:v>0.11599293665579259</c:v>
                </c:pt>
                <c:pt idx="4949">
                  <c:v>0.11365113210554255</c:v>
                </c:pt>
                <c:pt idx="4950">
                  <c:v>0.11071096958008485</c:v>
                </c:pt>
                <c:pt idx="4951">
                  <c:v>0.1115333354027057</c:v>
                </c:pt>
                <c:pt idx="4952">
                  <c:v>0.10757029594036943</c:v>
                </c:pt>
                <c:pt idx="4953">
                  <c:v>8.1252433283024353E-2</c:v>
                </c:pt>
                <c:pt idx="4954">
                  <c:v>0.12159855883930121</c:v>
                </c:pt>
                <c:pt idx="4955">
                  <c:v>0.13644060409504577</c:v>
                </c:pt>
                <c:pt idx="4956">
                  <c:v>0.11609269629341076</c:v>
                </c:pt>
                <c:pt idx="4957">
                  <c:v>0.13580163753833929</c:v>
                </c:pt>
                <c:pt idx="4958">
                  <c:v>6.902673315452991E-2</c:v>
                </c:pt>
                <c:pt idx="4959">
                  <c:v>6.0930240776757717E-2</c:v>
                </c:pt>
                <c:pt idx="4960">
                  <c:v>7.0547759482235003E-2</c:v>
                </c:pt>
                <c:pt idx="4961">
                  <c:v>4.9671899869268864E-2</c:v>
                </c:pt>
                <c:pt idx="4962">
                  <c:v>4.6149693675647814E-2</c:v>
                </c:pt>
                <c:pt idx="4963">
                  <c:v>5.4342990020120191E-2</c:v>
                </c:pt>
                <c:pt idx="4964">
                  <c:v>6.4375452850755549E-2</c:v>
                </c:pt>
                <c:pt idx="4965">
                  <c:v>4.0633787252342055E-2</c:v>
                </c:pt>
                <c:pt idx="4966">
                  <c:v>3.8123685064717243E-2</c:v>
                </c:pt>
                <c:pt idx="4967">
                  <c:v>7.1500772987099184E-2</c:v>
                </c:pt>
                <c:pt idx="4968">
                  <c:v>0.10205834413733189</c:v>
                </c:pt>
                <c:pt idx="4969">
                  <c:v>9.4567983440600023E-2</c:v>
                </c:pt>
                <c:pt idx="4970">
                  <c:v>0.10124081076263858</c:v>
                </c:pt>
                <c:pt idx="4971">
                  <c:v>9.9281033236280139E-2</c:v>
                </c:pt>
                <c:pt idx="4972">
                  <c:v>0.10009180209511959</c:v>
                </c:pt>
                <c:pt idx="4973">
                  <c:v>0.10877269638919776</c:v>
                </c:pt>
                <c:pt idx="4974">
                  <c:v>0.11591814170499355</c:v>
                </c:pt>
                <c:pt idx="4975">
                  <c:v>0.11891811623892701</c:v>
                </c:pt>
                <c:pt idx="4976">
                  <c:v>0.1356299377084802</c:v>
                </c:pt>
                <c:pt idx="4977">
                  <c:v>0.13704249098544286</c:v>
                </c:pt>
                <c:pt idx="4978">
                  <c:v>0.1733832497604334</c:v>
                </c:pt>
                <c:pt idx="4979">
                  <c:v>0.15688001852546321</c:v>
                </c:pt>
                <c:pt idx="4980">
                  <c:v>0.14113769496558012</c:v>
                </c:pt>
                <c:pt idx="4981">
                  <c:v>0.16753977296847875</c:v>
                </c:pt>
                <c:pt idx="4982">
                  <c:v>0.15964980266913434</c:v>
                </c:pt>
                <c:pt idx="4983">
                  <c:v>0.16138315518843868</c:v>
                </c:pt>
                <c:pt idx="4984">
                  <c:v>0.16732862421161421</c:v>
                </c:pt>
                <c:pt idx="4985">
                  <c:v>0.18277123777671886</c:v>
                </c:pt>
                <c:pt idx="4986">
                  <c:v>0.15870233612485884</c:v>
                </c:pt>
                <c:pt idx="4987">
                  <c:v>0.13831184350283185</c:v>
                </c:pt>
                <c:pt idx="4988">
                  <c:v>0.14837381305378147</c:v>
                </c:pt>
                <c:pt idx="4989">
                  <c:v>0.14692896749803824</c:v>
                </c:pt>
                <c:pt idx="4990">
                  <c:v>0.14427308726058052</c:v>
                </c:pt>
                <c:pt idx="4991">
                  <c:v>0.14135935028432695</c:v>
                </c:pt>
                <c:pt idx="4992">
                  <c:v>0.1429659973895917</c:v>
                </c:pt>
                <c:pt idx="4993">
                  <c:v>0.14930092964226713</c:v>
                </c:pt>
                <c:pt idx="4994">
                  <c:v>0.14471319646563927</c:v>
                </c:pt>
                <c:pt idx="4995">
                  <c:v>0.13805535086958098</c:v>
                </c:pt>
                <c:pt idx="4996">
                  <c:v>0.14180401956117883</c:v>
                </c:pt>
                <c:pt idx="4997">
                  <c:v>0.13934986339750746</c:v>
                </c:pt>
                <c:pt idx="4998">
                  <c:v>0.14326442364147743</c:v>
                </c:pt>
                <c:pt idx="4999">
                  <c:v>0.15409565351336502</c:v>
                </c:pt>
                <c:pt idx="5000">
                  <c:v>0.15268987725218597</c:v>
                </c:pt>
                <c:pt idx="5001">
                  <c:v>0.15818391013434693</c:v>
                </c:pt>
                <c:pt idx="5002">
                  <c:v>0.16515624376080204</c:v>
                </c:pt>
                <c:pt idx="5003">
                  <c:v>0.15036805946112486</c:v>
                </c:pt>
                <c:pt idx="5004">
                  <c:v>0.14118450692457382</c:v>
                </c:pt>
                <c:pt idx="5005">
                  <c:v>0.17286331256106224</c:v>
                </c:pt>
                <c:pt idx="5006">
                  <c:v>0.15661595359513597</c:v>
                </c:pt>
                <c:pt idx="5007">
                  <c:v>0.14214692552861302</c:v>
                </c:pt>
                <c:pt idx="5008">
                  <c:v>0.13427586195327926</c:v>
                </c:pt>
                <c:pt idx="5009">
                  <c:v>0.1188500740742426</c:v>
                </c:pt>
                <c:pt idx="5010">
                  <c:v>6.8720141427356954E-2</c:v>
                </c:pt>
                <c:pt idx="5011">
                  <c:v>7.4375319112418362E-2</c:v>
                </c:pt>
                <c:pt idx="5012">
                  <c:v>7.4697082769215523E-2</c:v>
                </c:pt>
                <c:pt idx="5013">
                  <c:v>7.2898610202207892E-2</c:v>
                </c:pt>
                <c:pt idx="5014">
                  <c:v>0.12597477092506834</c:v>
                </c:pt>
                <c:pt idx="5015">
                  <c:v>0.12678185882686963</c:v>
                </c:pt>
                <c:pt idx="5016">
                  <c:v>0.12682360503102194</c:v>
                </c:pt>
                <c:pt idx="5017">
                  <c:v>0.14416005972365545</c:v>
                </c:pt>
                <c:pt idx="5018">
                  <c:v>0.14342285786224637</c:v>
                </c:pt>
                <c:pt idx="5019">
                  <c:v>0.14742584306908071</c:v>
                </c:pt>
                <c:pt idx="5020">
                  <c:v>0.15150357919850174</c:v>
                </c:pt>
                <c:pt idx="5021">
                  <c:v>0.15595353732480866</c:v>
                </c:pt>
                <c:pt idx="5022">
                  <c:v>0.15411095794038143</c:v>
                </c:pt>
                <c:pt idx="5023">
                  <c:v>0.15805530716786853</c:v>
                </c:pt>
                <c:pt idx="5024">
                  <c:v>0.16533213567847493</c:v>
                </c:pt>
                <c:pt idx="5025">
                  <c:v>0.15207321579007152</c:v>
                </c:pt>
                <c:pt idx="5026">
                  <c:v>0.1531839909501142</c:v>
                </c:pt>
                <c:pt idx="5027">
                  <c:v>8.6349947558207574E-2</c:v>
                </c:pt>
                <c:pt idx="5028">
                  <c:v>6.5378380477824002E-2</c:v>
                </c:pt>
                <c:pt idx="5029">
                  <c:v>4.4036243439536618E-2</c:v>
                </c:pt>
                <c:pt idx="5030">
                  <c:v>4.055138573297111E-2</c:v>
                </c:pt>
                <c:pt idx="5031">
                  <c:v>3.3896115551651382E-2</c:v>
                </c:pt>
                <c:pt idx="5032">
                  <c:v>2.7161956038002203E-2</c:v>
                </c:pt>
                <c:pt idx="5033">
                  <c:v>2.433697561393558E-2</c:v>
                </c:pt>
                <c:pt idx="5034">
                  <c:v>2.4582721134321549E-2</c:v>
                </c:pt>
                <c:pt idx="5035">
                  <c:v>2.5183500424889118E-2</c:v>
                </c:pt>
                <c:pt idx="5036">
                  <c:v>2.9961557173665502E-2</c:v>
                </c:pt>
                <c:pt idx="5037">
                  <c:v>2.7317005962546888E-2</c:v>
                </c:pt>
                <c:pt idx="5038">
                  <c:v>2.6316254475234439E-2</c:v>
                </c:pt>
                <c:pt idx="5039">
                  <c:v>2.6288206079135942E-2</c:v>
                </c:pt>
                <c:pt idx="5040">
                  <c:v>2.6085207306211868E-2</c:v>
                </c:pt>
                <c:pt idx="5041">
                  <c:v>2.5012510972834748E-2</c:v>
                </c:pt>
                <c:pt idx="5042">
                  <c:v>2.6742717582901965E-2</c:v>
                </c:pt>
                <c:pt idx="5043">
                  <c:v>2.654199286186569E-2</c:v>
                </c:pt>
                <c:pt idx="5044">
                  <c:v>2.5865453469577804E-2</c:v>
                </c:pt>
                <c:pt idx="5045">
                  <c:v>2.8418018281843389E-2</c:v>
                </c:pt>
                <c:pt idx="5046">
                  <c:v>2.5698840281589592E-2</c:v>
                </c:pt>
                <c:pt idx="5047">
                  <c:v>2.5858754147315244E-2</c:v>
                </c:pt>
                <c:pt idx="5048">
                  <c:v>1.811674154723654E-2</c:v>
                </c:pt>
                <c:pt idx="5049">
                  <c:v>1.8578463556713651E-2</c:v>
                </c:pt>
                <c:pt idx="5050">
                  <c:v>2.4880302151261881E-2</c:v>
                </c:pt>
                <c:pt idx="5051">
                  <c:v>2.4929251371848975E-2</c:v>
                </c:pt>
                <c:pt idx="5052">
                  <c:v>2.3191105507121289E-2</c:v>
                </c:pt>
                <c:pt idx="5053">
                  <c:v>2.36577778953245E-2</c:v>
                </c:pt>
                <c:pt idx="5054">
                  <c:v>2.8165787320312802E-2</c:v>
                </c:pt>
                <c:pt idx="5055">
                  <c:v>2.0287367494963862E-2</c:v>
                </c:pt>
                <c:pt idx="5056">
                  <c:v>3.8650103527496898E-2</c:v>
                </c:pt>
                <c:pt idx="5057">
                  <c:v>2.3663687479982053E-2</c:v>
                </c:pt>
                <c:pt idx="5058">
                  <c:v>4.7691376782732518E-2</c:v>
                </c:pt>
                <c:pt idx="5059">
                  <c:v>3.9613790062552584E-2</c:v>
                </c:pt>
                <c:pt idx="5060">
                  <c:v>2.747004045109307E-2</c:v>
                </c:pt>
                <c:pt idx="5061">
                  <c:v>4.1618937301901644E-2</c:v>
                </c:pt>
                <c:pt idx="5062">
                  <c:v>3.8149693603282075E-2</c:v>
                </c:pt>
                <c:pt idx="5063">
                  <c:v>3.4664585247623829E-2</c:v>
                </c:pt>
                <c:pt idx="5064">
                  <c:v>4.6992116520322431E-2</c:v>
                </c:pt>
                <c:pt idx="5065">
                  <c:v>4.3950486834641748E-2</c:v>
                </c:pt>
                <c:pt idx="5066">
                  <c:v>5.04616340013384E-2</c:v>
                </c:pt>
                <c:pt idx="5067">
                  <c:v>5.9166138140977466E-2</c:v>
                </c:pt>
                <c:pt idx="5068">
                  <c:v>1.6985224450550614E-2</c:v>
                </c:pt>
                <c:pt idx="5069">
                  <c:v>4.3270551088751434E-2</c:v>
                </c:pt>
                <c:pt idx="5070">
                  <c:v>3.9972828319326803E-2</c:v>
                </c:pt>
                <c:pt idx="5071">
                  <c:v>4.7147658637717686E-2</c:v>
                </c:pt>
                <c:pt idx="5072">
                  <c:v>4.1566330821788559E-2</c:v>
                </c:pt>
                <c:pt idx="5073">
                  <c:v>4.8319967714027183E-2</c:v>
                </c:pt>
                <c:pt idx="5074">
                  <c:v>3.3424202563133255E-2</c:v>
                </c:pt>
                <c:pt idx="5075">
                  <c:v>2.073849275685102E-2</c:v>
                </c:pt>
                <c:pt idx="5076">
                  <c:v>2.5043769263350359E-2</c:v>
                </c:pt>
                <c:pt idx="5077">
                  <c:v>2.6842981413775901E-2</c:v>
                </c:pt>
                <c:pt idx="5078">
                  <c:v>2.8692231037788788E-2</c:v>
                </c:pt>
                <c:pt idx="5079">
                  <c:v>2.2423053305542062E-2</c:v>
                </c:pt>
                <c:pt idx="5080">
                  <c:v>2.646047175556657E-2</c:v>
                </c:pt>
                <c:pt idx="5081">
                  <c:v>3.1432144756121189E-2</c:v>
                </c:pt>
                <c:pt idx="5082">
                  <c:v>3.2284996010344888E-2</c:v>
                </c:pt>
                <c:pt idx="5083">
                  <c:v>3.2154611384382067E-2</c:v>
                </c:pt>
                <c:pt idx="5084">
                  <c:v>2.9049226090956247E-2</c:v>
                </c:pt>
                <c:pt idx="5085">
                  <c:v>3.5848142969100043E-2</c:v>
                </c:pt>
                <c:pt idx="5086">
                  <c:v>3.718599547805293E-2</c:v>
                </c:pt>
                <c:pt idx="5087">
                  <c:v>3.419050744774986E-2</c:v>
                </c:pt>
                <c:pt idx="5088">
                  <c:v>3.4716391721964217E-2</c:v>
                </c:pt>
                <c:pt idx="5089">
                  <c:v>4.0585904310115779E-2</c:v>
                </c:pt>
                <c:pt idx="5090">
                  <c:v>4.3883974930589653E-2</c:v>
                </c:pt>
                <c:pt idx="5091">
                  <c:v>4.8424948287065853E-2</c:v>
                </c:pt>
                <c:pt idx="5092">
                  <c:v>3.8958029920803432E-2</c:v>
                </c:pt>
                <c:pt idx="5093">
                  <c:v>4.6997112090161379E-2</c:v>
                </c:pt>
                <c:pt idx="5094">
                  <c:v>3.4426265207137929E-2</c:v>
                </c:pt>
                <c:pt idx="5095">
                  <c:v>3.9281723367262898E-2</c:v>
                </c:pt>
                <c:pt idx="5096">
                  <c:v>5.9063820746428262E-2</c:v>
                </c:pt>
                <c:pt idx="5097">
                  <c:v>7.7294080105372351E-2</c:v>
                </c:pt>
                <c:pt idx="5098">
                  <c:v>7.9196066912981145E-2</c:v>
                </c:pt>
                <c:pt idx="5099">
                  <c:v>5.668961269332292E-2</c:v>
                </c:pt>
                <c:pt idx="5100">
                  <c:v>7.1644894307185805E-2</c:v>
                </c:pt>
                <c:pt idx="5101">
                  <c:v>8.2522084172432897E-2</c:v>
                </c:pt>
                <c:pt idx="5102">
                  <c:v>0.10514533100609363</c:v>
                </c:pt>
                <c:pt idx="5103">
                  <c:v>0.11328548571846625</c:v>
                </c:pt>
                <c:pt idx="5104">
                  <c:v>0.10629987146758188</c:v>
                </c:pt>
                <c:pt idx="5105">
                  <c:v>8.9704450829377932E-2</c:v>
                </c:pt>
                <c:pt idx="5106">
                  <c:v>5.049864212254776E-2</c:v>
                </c:pt>
                <c:pt idx="5107">
                  <c:v>2.6428398239364315E-2</c:v>
                </c:pt>
                <c:pt idx="5108">
                  <c:v>3.3452654796575193E-2</c:v>
                </c:pt>
                <c:pt idx="5109">
                  <c:v>2.740212526275005E-2</c:v>
                </c:pt>
                <c:pt idx="5110">
                  <c:v>1.1795071467631169E-2</c:v>
                </c:pt>
                <c:pt idx="5111">
                  <c:v>4.0221572975934847E-3</c:v>
                </c:pt>
                <c:pt idx="5112">
                  <c:v>6.6099745955800551E-3</c:v>
                </c:pt>
                <c:pt idx="5113">
                  <c:v>2.8325513626929588E-2</c:v>
                </c:pt>
                <c:pt idx="5114">
                  <c:v>2.880254645870834E-2</c:v>
                </c:pt>
                <c:pt idx="5115">
                  <c:v>9.0021475643461579E-2</c:v>
                </c:pt>
                <c:pt idx="5116">
                  <c:v>8.9826192732890026E-2</c:v>
                </c:pt>
                <c:pt idx="5117">
                  <c:v>9.7335298416761543E-2</c:v>
                </c:pt>
                <c:pt idx="5118">
                  <c:v>0.10390139985458716</c:v>
                </c:pt>
                <c:pt idx="5119">
                  <c:v>9.9828481820071743E-2</c:v>
                </c:pt>
                <c:pt idx="5120">
                  <c:v>9.8205636738915567E-2</c:v>
                </c:pt>
                <c:pt idx="5121">
                  <c:v>0.11331629797207469</c:v>
                </c:pt>
                <c:pt idx="5122">
                  <c:v>0.10120946917349183</c:v>
                </c:pt>
                <c:pt idx="5123">
                  <c:v>8.4447772095710333E-2</c:v>
                </c:pt>
                <c:pt idx="5124">
                  <c:v>0.11461770989992713</c:v>
                </c:pt>
                <c:pt idx="5125">
                  <c:v>8.40276516859884E-2</c:v>
                </c:pt>
                <c:pt idx="5126">
                  <c:v>9.1129630300516809E-2</c:v>
                </c:pt>
                <c:pt idx="5127">
                  <c:v>9.2300700775266573E-2</c:v>
                </c:pt>
                <c:pt idx="5128">
                  <c:v>8.8301641063518052E-2</c:v>
                </c:pt>
                <c:pt idx="5129">
                  <c:v>5.1773767414859215E-2</c:v>
                </c:pt>
                <c:pt idx="5130">
                  <c:v>3.5155870577966354E-2</c:v>
                </c:pt>
                <c:pt idx="5131">
                  <c:v>4.3204616496056128E-2</c:v>
                </c:pt>
                <c:pt idx="5132">
                  <c:v>4.3265570640016182E-2</c:v>
                </c:pt>
                <c:pt idx="5133">
                  <c:v>4.6749619478823834E-2</c:v>
                </c:pt>
                <c:pt idx="5134">
                  <c:v>5.1777450904795755E-2</c:v>
                </c:pt>
                <c:pt idx="5135">
                  <c:v>4.9693507458291097E-2</c:v>
                </c:pt>
                <c:pt idx="5136">
                  <c:v>3.6358657800816124E-2</c:v>
                </c:pt>
                <c:pt idx="5137">
                  <c:v>3.8438072049661105E-2</c:v>
                </c:pt>
                <c:pt idx="5138">
                  <c:v>4.9405217021134887E-2</c:v>
                </c:pt>
                <c:pt idx="5139">
                  <c:v>5.4980253281199487E-2</c:v>
                </c:pt>
                <c:pt idx="5140">
                  <c:v>5.8084806225591978E-2</c:v>
                </c:pt>
                <c:pt idx="5141">
                  <c:v>6.3488909646745792E-2</c:v>
                </c:pt>
                <c:pt idx="5142">
                  <c:v>0.10243632832826287</c:v>
                </c:pt>
                <c:pt idx="5143">
                  <c:v>0.10177210284734566</c:v>
                </c:pt>
                <c:pt idx="5144">
                  <c:v>0.11685710495981541</c:v>
                </c:pt>
                <c:pt idx="5145">
                  <c:v>0.11071275907274553</c:v>
                </c:pt>
                <c:pt idx="5146">
                  <c:v>0.13815360962084516</c:v>
                </c:pt>
                <c:pt idx="5147">
                  <c:v>0.11495917557680584</c:v>
                </c:pt>
                <c:pt idx="5148">
                  <c:v>0.12591850864944365</c:v>
                </c:pt>
                <c:pt idx="5149">
                  <c:v>0.10525802572577155</c:v>
                </c:pt>
                <c:pt idx="5150">
                  <c:v>0.11343336127070669</c:v>
                </c:pt>
                <c:pt idx="5151">
                  <c:v>0.10406119857470625</c:v>
                </c:pt>
                <c:pt idx="5152">
                  <c:v>0.1194554668908593</c:v>
                </c:pt>
                <c:pt idx="5153">
                  <c:v>0.13390310711611028</c:v>
                </c:pt>
                <c:pt idx="5154">
                  <c:v>0.13818304676585316</c:v>
                </c:pt>
                <c:pt idx="5155">
                  <c:v>0.116868030721821</c:v>
                </c:pt>
                <c:pt idx="5156">
                  <c:v>0.10721171334059709</c:v>
                </c:pt>
                <c:pt idx="5157">
                  <c:v>0.10953842092855123</c:v>
                </c:pt>
                <c:pt idx="5158">
                  <c:v>0.10766422992641755</c:v>
                </c:pt>
                <c:pt idx="5159">
                  <c:v>0.115073671988906</c:v>
                </c:pt>
                <c:pt idx="5160">
                  <c:v>0.12013027150063919</c:v>
                </c:pt>
                <c:pt idx="5161">
                  <c:v>0.12733387925488854</c:v>
                </c:pt>
                <c:pt idx="5162">
                  <c:v>0.11924980638247633</c:v>
                </c:pt>
                <c:pt idx="5163">
                  <c:v>0.12366088057138143</c:v>
                </c:pt>
                <c:pt idx="5164">
                  <c:v>9.9161045862094718E-2</c:v>
                </c:pt>
                <c:pt idx="5165">
                  <c:v>0.11977147826005885</c:v>
                </c:pt>
                <c:pt idx="5166">
                  <c:v>0.11229517808420746</c:v>
                </c:pt>
                <c:pt idx="5167">
                  <c:v>0.1233622645040048</c:v>
                </c:pt>
                <c:pt idx="5168">
                  <c:v>0.11009831277225741</c:v>
                </c:pt>
                <c:pt idx="5169">
                  <c:v>0.11514426361877066</c:v>
                </c:pt>
                <c:pt idx="5170">
                  <c:v>0.11966364663566753</c:v>
                </c:pt>
                <c:pt idx="5171">
                  <c:v>0.13040313492315428</c:v>
                </c:pt>
                <c:pt idx="5172">
                  <c:v>0.12098721789071214</c:v>
                </c:pt>
                <c:pt idx="5173">
                  <c:v>0.14009560359212625</c:v>
                </c:pt>
                <c:pt idx="5174">
                  <c:v>0.12201200467618373</c:v>
                </c:pt>
                <c:pt idx="5175">
                  <c:v>0.13224160068239324</c:v>
                </c:pt>
                <c:pt idx="5176">
                  <c:v>0.1223298746380487</c:v>
                </c:pt>
                <c:pt idx="5177">
                  <c:v>0.1157467295822233</c:v>
                </c:pt>
                <c:pt idx="5178">
                  <c:v>0.10174697456620319</c:v>
                </c:pt>
                <c:pt idx="5179">
                  <c:v>6.663668257062702E-2</c:v>
                </c:pt>
                <c:pt idx="5180">
                  <c:v>7.0658378111981252E-2</c:v>
                </c:pt>
                <c:pt idx="5181">
                  <c:v>6.8736473147118671E-2</c:v>
                </c:pt>
                <c:pt idx="5182">
                  <c:v>7.1814324110272276E-2</c:v>
                </c:pt>
                <c:pt idx="5183">
                  <c:v>5.6176570344576689E-2</c:v>
                </c:pt>
                <c:pt idx="5184">
                  <c:v>8.3912771472430508E-2</c:v>
                </c:pt>
                <c:pt idx="5185">
                  <c:v>0.13388938489650742</c:v>
                </c:pt>
                <c:pt idx="5186">
                  <c:v>0.13479790803393221</c:v>
                </c:pt>
                <c:pt idx="5187">
                  <c:v>0.13651054580408609</c:v>
                </c:pt>
                <c:pt idx="5188">
                  <c:v>0.14751509104153029</c:v>
                </c:pt>
                <c:pt idx="5189">
                  <c:v>0.14392623557979814</c:v>
                </c:pt>
                <c:pt idx="5190">
                  <c:v>0.15080341495748231</c:v>
                </c:pt>
                <c:pt idx="5191">
                  <c:v>0.14204321689469621</c:v>
                </c:pt>
                <c:pt idx="5192">
                  <c:v>0.14819761323036945</c:v>
                </c:pt>
                <c:pt idx="5193">
                  <c:v>0.15320021309438994</c:v>
                </c:pt>
                <c:pt idx="5194">
                  <c:v>0.16904066344379337</c:v>
                </c:pt>
                <c:pt idx="5195">
                  <c:v>0.10322258308906015</c:v>
                </c:pt>
                <c:pt idx="5196">
                  <c:v>8.7854553357344919E-2</c:v>
                </c:pt>
                <c:pt idx="5197">
                  <c:v>5.5159955011899728E-2</c:v>
                </c:pt>
                <c:pt idx="5198">
                  <c:v>5.7162771167860241E-2</c:v>
                </c:pt>
                <c:pt idx="5199">
                  <c:v>2.6187901422948724E-2</c:v>
                </c:pt>
                <c:pt idx="5200">
                  <c:v>3.1317145227460513E-2</c:v>
                </c:pt>
                <c:pt idx="5201">
                  <c:v>2.7512085182453926E-2</c:v>
                </c:pt>
                <c:pt idx="5202">
                  <c:v>2.3162600784357647E-2</c:v>
                </c:pt>
                <c:pt idx="5203">
                  <c:v>2.3760528384371649E-2</c:v>
                </c:pt>
                <c:pt idx="5204">
                  <c:v>2.8481767984226438E-2</c:v>
                </c:pt>
                <c:pt idx="5205">
                  <c:v>2.6781207294851814E-2</c:v>
                </c:pt>
                <c:pt idx="5206">
                  <c:v>2.942865719050252E-2</c:v>
                </c:pt>
                <c:pt idx="5207">
                  <c:v>2.9108959574656024E-2</c:v>
                </c:pt>
                <c:pt idx="5208">
                  <c:v>2.8114763172646662E-2</c:v>
                </c:pt>
                <c:pt idx="5209">
                  <c:v>2.9591114441148179E-2</c:v>
                </c:pt>
                <c:pt idx="5210">
                  <c:v>2.8685477088021032E-2</c:v>
                </c:pt>
                <c:pt idx="5211">
                  <c:v>3.3464667240664679E-2</c:v>
                </c:pt>
                <c:pt idx="5212">
                  <c:v>3.0582927626400969E-2</c:v>
                </c:pt>
                <c:pt idx="5213">
                  <c:v>4.1729969033482396E-2</c:v>
                </c:pt>
                <c:pt idx="5214">
                  <c:v>4.113529536527169E-2</c:v>
                </c:pt>
                <c:pt idx="5215">
                  <c:v>2.0961564682385862E-2</c:v>
                </c:pt>
                <c:pt idx="5216">
                  <c:v>1.3847991589315116E-2</c:v>
                </c:pt>
                <c:pt idx="5217">
                  <c:v>1.3394372108078036E-2</c:v>
                </c:pt>
                <c:pt idx="5218">
                  <c:v>1.577987019310792E-2</c:v>
                </c:pt>
                <c:pt idx="5219">
                  <c:v>2.2341952954228587E-2</c:v>
                </c:pt>
                <c:pt idx="5220">
                  <c:v>6.4227722738108397E-3</c:v>
                </c:pt>
                <c:pt idx="5221">
                  <c:v>1.8836930084705435E-2</c:v>
                </c:pt>
                <c:pt idx="5222">
                  <c:v>3.1099087412018469E-2</c:v>
                </c:pt>
                <c:pt idx="5223">
                  <c:v>2.7715471541250578E-2</c:v>
                </c:pt>
                <c:pt idx="5224">
                  <c:v>3.2505316161502179E-2</c:v>
                </c:pt>
                <c:pt idx="5225">
                  <c:v>2.8688888520716962E-2</c:v>
                </c:pt>
                <c:pt idx="5226">
                  <c:v>2.8319907613821197E-2</c:v>
                </c:pt>
                <c:pt idx="5227">
                  <c:v>3.2753466586442889E-2</c:v>
                </c:pt>
                <c:pt idx="5228">
                  <c:v>3.3952051393961784E-2</c:v>
                </c:pt>
                <c:pt idx="5229">
                  <c:v>2.9494475322249122E-2</c:v>
                </c:pt>
                <c:pt idx="5230">
                  <c:v>2.6437823128486474E-2</c:v>
                </c:pt>
                <c:pt idx="5231">
                  <c:v>2.5178599671206055E-2</c:v>
                </c:pt>
                <c:pt idx="5232">
                  <c:v>2.6401846740726941E-2</c:v>
                </c:pt>
                <c:pt idx="5233">
                  <c:v>3.5750098727667406E-2</c:v>
                </c:pt>
                <c:pt idx="5234">
                  <c:v>2.6173382851464113E-2</c:v>
                </c:pt>
                <c:pt idx="5235">
                  <c:v>3.0624540731812311E-2</c:v>
                </c:pt>
                <c:pt idx="5236">
                  <c:v>3.3745325413196546E-2</c:v>
                </c:pt>
                <c:pt idx="5237">
                  <c:v>3.4353943807221947E-2</c:v>
                </c:pt>
                <c:pt idx="5238">
                  <c:v>3.2697134118744725E-2</c:v>
                </c:pt>
                <c:pt idx="5239">
                  <c:v>2.1338798870874816E-2</c:v>
                </c:pt>
                <c:pt idx="5240">
                  <c:v>1.0055574202228166E-2</c:v>
                </c:pt>
                <c:pt idx="5241">
                  <c:v>1.5948188476881349E-2</c:v>
                </c:pt>
                <c:pt idx="5242">
                  <c:v>1.2868100236983749E-2</c:v>
                </c:pt>
                <c:pt idx="5243">
                  <c:v>1.978639556423991E-2</c:v>
                </c:pt>
                <c:pt idx="5244">
                  <c:v>2.1599521730221286E-2</c:v>
                </c:pt>
                <c:pt idx="5245">
                  <c:v>1.3839722446477822E-2</c:v>
                </c:pt>
                <c:pt idx="5246">
                  <c:v>3.3724075305650948E-2</c:v>
                </c:pt>
                <c:pt idx="5247">
                  <c:v>3.3233940699664483E-2</c:v>
                </c:pt>
                <c:pt idx="5248">
                  <c:v>3.7291967619940081E-2</c:v>
                </c:pt>
                <c:pt idx="5249">
                  <c:v>4.3328188751735386E-2</c:v>
                </c:pt>
                <c:pt idx="5250">
                  <c:v>3.7889805918975117E-2</c:v>
                </c:pt>
                <c:pt idx="5251">
                  <c:v>4.3046400526421225E-2</c:v>
                </c:pt>
                <c:pt idx="5252">
                  <c:v>3.5977346662058797E-2</c:v>
                </c:pt>
                <c:pt idx="5253">
                  <c:v>3.516681462341717E-2</c:v>
                </c:pt>
                <c:pt idx="5254">
                  <c:v>3.366330049120618E-2</c:v>
                </c:pt>
                <c:pt idx="5255">
                  <c:v>3.1914803809690286E-2</c:v>
                </c:pt>
                <c:pt idx="5256">
                  <c:v>3.3365741837776935E-2</c:v>
                </c:pt>
                <c:pt idx="5257">
                  <c:v>3.1394343759773922E-2</c:v>
                </c:pt>
                <c:pt idx="5258">
                  <c:v>2.9994888639596203E-2</c:v>
                </c:pt>
                <c:pt idx="5259">
                  <c:v>2.8927863237096875E-2</c:v>
                </c:pt>
                <c:pt idx="5260">
                  <c:v>3.4957648477412055E-2</c:v>
                </c:pt>
                <c:pt idx="5261">
                  <c:v>3.2781682118381603E-2</c:v>
                </c:pt>
                <c:pt idx="5262">
                  <c:v>3.3255906752228927E-2</c:v>
                </c:pt>
                <c:pt idx="5263">
                  <c:v>2.0575392045341343E-2</c:v>
                </c:pt>
                <c:pt idx="5264">
                  <c:v>3.0732997102653661E-2</c:v>
                </c:pt>
                <c:pt idx="5265">
                  <c:v>5.5776258335264596E-2</c:v>
                </c:pt>
                <c:pt idx="5266">
                  <c:v>2.9170858297355062E-2</c:v>
                </c:pt>
                <c:pt idx="5267">
                  <c:v>4.7829347587570403E-2</c:v>
                </c:pt>
                <c:pt idx="5268">
                  <c:v>4.1906552069258821E-2</c:v>
                </c:pt>
                <c:pt idx="5269">
                  <c:v>4.717020198454324E-2</c:v>
                </c:pt>
                <c:pt idx="5270">
                  <c:v>4.4663252702713103E-2</c:v>
                </c:pt>
                <c:pt idx="5271">
                  <c:v>4.2037257156820253E-2</c:v>
                </c:pt>
                <c:pt idx="5272">
                  <c:v>3.8355227319329423E-2</c:v>
                </c:pt>
                <c:pt idx="5273">
                  <c:v>3.190309214963119E-2</c:v>
                </c:pt>
                <c:pt idx="5274">
                  <c:v>4.2082916496547745E-2</c:v>
                </c:pt>
                <c:pt idx="5275">
                  <c:v>3.0976919623065004E-2</c:v>
                </c:pt>
                <c:pt idx="5276">
                  <c:v>3.1770098278155898E-2</c:v>
                </c:pt>
                <c:pt idx="5277">
                  <c:v>4.5136199473215809E-2</c:v>
                </c:pt>
                <c:pt idx="5278">
                  <c:v>3.5114456288033495E-2</c:v>
                </c:pt>
                <c:pt idx="5279">
                  <c:v>3.5641641929589379E-2</c:v>
                </c:pt>
                <c:pt idx="5280">
                  <c:v>3.3793434263266357E-2</c:v>
                </c:pt>
                <c:pt idx="5281">
                  <c:v>3.2361287340474915E-2</c:v>
                </c:pt>
                <c:pt idx="5282">
                  <c:v>3.2728309157670984E-2</c:v>
                </c:pt>
                <c:pt idx="5283">
                  <c:v>1.9475423532872755E-2</c:v>
                </c:pt>
                <c:pt idx="5284">
                  <c:v>2.6012894118029501E-2</c:v>
                </c:pt>
                <c:pt idx="5285">
                  <c:v>2.3086256346725939E-2</c:v>
                </c:pt>
                <c:pt idx="5286">
                  <c:v>3.1741043701181415E-2</c:v>
                </c:pt>
                <c:pt idx="5287">
                  <c:v>3.960687418490387E-2</c:v>
                </c:pt>
                <c:pt idx="5288">
                  <c:v>4.1924360350291873E-2</c:v>
                </c:pt>
                <c:pt idx="5289">
                  <c:v>5.5782000081448013E-2</c:v>
                </c:pt>
                <c:pt idx="5290">
                  <c:v>5.0490843082975946E-2</c:v>
                </c:pt>
                <c:pt idx="5291">
                  <c:v>5.601772066267225E-2</c:v>
                </c:pt>
                <c:pt idx="5292">
                  <c:v>4.0441889277235313E-2</c:v>
                </c:pt>
                <c:pt idx="5293">
                  <c:v>3.4043795878789591E-2</c:v>
                </c:pt>
                <c:pt idx="5294">
                  <c:v>4.1587020419650948E-2</c:v>
                </c:pt>
                <c:pt idx="5295">
                  <c:v>3.9940826931363034E-2</c:v>
                </c:pt>
                <c:pt idx="5296">
                  <c:v>2.2979388890751677E-2</c:v>
                </c:pt>
                <c:pt idx="5297">
                  <c:v>3.0206356027702143E-2</c:v>
                </c:pt>
                <c:pt idx="5298">
                  <c:v>2.0903025434929955E-2</c:v>
                </c:pt>
                <c:pt idx="5299">
                  <c:v>2.5545400353669728E-2</c:v>
                </c:pt>
                <c:pt idx="5300">
                  <c:v>2.9256478950065112E-2</c:v>
                </c:pt>
                <c:pt idx="5301">
                  <c:v>2.6855482685433196E-2</c:v>
                </c:pt>
                <c:pt idx="5302">
                  <c:v>2.7100189888627123E-2</c:v>
                </c:pt>
                <c:pt idx="5303">
                  <c:v>2.7223177960730149E-2</c:v>
                </c:pt>
                <c:pt idx="5304">
                  <c:v>2.9850519476427455E-2</c:v>
                </c:pt>
                <c:pt idx="5305">
                  <c:v>2.6991332993531215E-2</c:v>
                </c:pt>
                <c:pt idx="5306">
                  <c:v>2.9962053371300597E-2</c:v>
                </c:pt>
                <c:pt idx="5307">
                  <c:v>4.1334204232983701E-2</c:v>
                </c:pt>
                <c:pt idx="5308">
                  <c:v>3.6149940112883139E-2</c:v>
                </c:pt>
                <c:pt idx="5309">
                  <c:v>2.9021260893796468E-2</c:v>
                </c:pt>
                <c:pt idx="5310">
                  <c:v>1.6398047391638988E-2</c:v>
                </c:pt>
                <c:pt idx="5311">
                  <c:v>1.9339951720145247E-2</c:v>
                </c:pt>
                <c:pt idx="5312">
                  <c:v>1.6506296412604232E-2</c:v>
                </c:pt>
                <c:pt idx="5313">
                  <c:v>2.1207125027925655E-2</c:v>
                </c:pt>
                <c:pt idx="5314">
                  <c:v>2.6297054265296559E-2</c:v>
                </c:pt>
                <c:pt idx="5315">
                  <c:v>1.9717046994329121E-2</c:v>
                </c:pt>
                <c:pt idx="5316">
                  <c:v>2.5521900931724888E-2</c:v>
                </c:pt>
                <c:pt idx="5317">
                  <c:v>3.281371080039016E-2</c:v>
                </c:pt>
                <c:pt idx="5318">
                  <c:v>3.7750555428469244E-2</c:v>
                </c:pt>
                <c:pt idx="5319">
                  <c:v>3.9006656697855073E-2</c:v>
                </c:pt>
                <c:pt idx="5320">
                  <c:v>4.0193396786069292E-2</c:v>
                </c:pt>
                <c:pt idx="5321">
                  <c:v>3.1121767161769412E-2</c:v>
                </c:pt>
                <c:pt idx="5322">
                  <c:v>3.5912599317700702E-2</c:v>
                </c:pt>
                <c:pt idx="5323">
                  <c:v>3.9094525980085948E-2</c:v>
                </c:pt>
                <c:pt idx="5324">
                  <c:v>4.8361330299582228E-2</c:v>
                </c:pt>
                <c:pt idx="5325">
                  <c:v>3.8660905722400447E-2</c:v>
                </c:pt>
                <c:pt idx="5326">
                  <c:v>3.6153263405350779E-2</c:v>
                </c:pt>
                <c:pt idx="5327">
                  <c:v>4.0968047660267244E-2</c:v>
                </c:pt>
                <c:pt idx="5328">
                  <c:v>3.2195067002610024E-2</c:v>
                </c:pt>
                <c:pt idx="5329">
                  <c:v>3.0502896574089715E-2</c:v>
                </c:pt>
                <c:pt idx="5330">
                  <c:v>2.9163753148940878E-2</c:v>
                </c:pt>
                <c:pt idx="5331">
                  <c:v>2.9476999078749094E-2</c:v>
                </c:pt>
                <c:pt idx="5332">
                  <c:v>2.6558931941826205E-2</c:v>
                </c:pt>
                <c:pt idx="5333">
                  <c:v>2.6329280015094596E-2</c:v>
                </c:pt>
                <c:pt idx="5334">
                  <c:v>2.6902763552390886E-2</c:v>
                </c:pt>
                <c:pt idx="5335">
                  <c:v>9.3274687960409556E-3</c:v>
                </c:pt>
                <c:pt idx="5336">
                  <c:v>1.3527632897317281E-2</c:v>
                </c:pt>
                <c:pt idx="5337">
                  <c:v>2.0109485678861446E-2</c:v>
                </c:pt>
                <c:pt idx="5338">
                  <c:v>3.4915715411169029E-2</c:v>
                </c:pt>
                <c:pt idx="5339">
                  <c:v>1.854751266134921E-2</c:v>
                </c:pt>
                <c:pt idx="5340">
                  <c:v>2.3127607281911301E-2</c:v>
                </c:pt>
                <c:pt idx="5341">
                  <c:v>-0.22519324858301398</c:v>
                </c:pt>
                <c:pt idx="5342">
                  <c:v>-0.58482563057338521</c:v>
                </c:pt>
                <c:pt idx="5343">
                  <c:v>-0.46314343630973975</c:v>
                </c:pt>
                <c:pt idx="5344">
                  <c:v>-0.421249329291083</c:v>
                </c:pt>
                <c:pt idx="5345">
                  <c:v>-0.33727321221216822</c:v>
                </c:pt>
                <c:pt idx="5346">
                  <c:v>-0.24506831207786625</c:v>
                </c:pt>
                <c:pt idx="5347">
                  <c:v>-0.23895768059084418</c:v>
                </c:pt>
                <c:pt idx="5348">
                  <c:v>-0.12382193469356338</c:v>
                </c:pt>
                <c:pt idx="5349">
                  <c:v>-3.5612403672624728E-3</c:v>
                </c:pt>
                <c:pt idx="5350">
                  <c:v>-0.13316637006205448</c:v>
                </c:pt>
                <c:pt idx="5351">
                  <c:v>-2.8975306275299078E-2</c:v>
                </c:pt>
                <c:pt idx="5352">
                  <c:v>-4.0248440911626786E-3</c:v>
                </c:pt>
                <c:pt idx="5353">
                  <c:v>1.1864835464652279E-2</c:v>
                </c:pt>
                <c:pt idx="5354">
                  <c:v>1.3518963868913134E-2</c:v>
                </c:pt>
                <c:pt idx="5355">
                  <c:v>1.8709290601916138E-2</c:v>
                </c:pt>
                <c:pt idx="5356">
                  <c:v>2.8666774757843128E-2</c:v>
                </c:pt>
                <c:pt idx="5357">
                  <c:v>2.518741495582685E-2</c:v>
                </c:pt>
                <c:pt idx="5358">
                  <c:v>2.7631262357295367E-2</c:v>
                </c:pt>
                <c:pt idx="5359">
                  <c:v>2.3243688739024139E-2</c:v>
                </c:pt>
                <c:pt idx="5360">
                  <c:v>6.3442302061830968E-3</c:v>
                </c:pt>
                <c:pt idx="5361">
                  <c:v>-0.3822139831113156</c:v>
                </c:pt>
                <c:pt idx="5362">
                  <c:v>-0.39337743947684867</c:v>
                </c:pt>
                <c:pt idx="5363">
                  <c:v>-0.39505294862765977</c:v>
                </c:pt>
                <c:pt idx="5364">
                  <c:v>-0.43060637752080172</c:v>
                </c:pt>
                <c:pt idx="5365">
                  <c:v>-0.33356080391026161</c:v>
                </c:pt>
                <c:pt idx="5366">
                  <c:v>-0.46225532853755968</c:v>
                </c:pt>
                <c:pt idx="5367">
                  <c:v>-0.43556843791098843</c:v>
                </c:pt>
                <c:pt idx="5368">
                  <c:v>-0.35062083357370522</c:v>
                </c:pt>
                <c:pt idx="5369">
                  <c:v>-0.33659968046849914</c:v>
                </c:pt>
                <c:pt idx="5370">
                  <c:v>-0.31851247734615284</c:v>
                </c:pt>
                <c:pt idx="5371">
                  <c:v>-0.30119007105718787</c:v>
                </c:pt>
                <c:pt idx="5372">
                  <c:v>-0.23925058670992491</c:v>
                </c:pt>
                <c:pt idx="5373">
                  <c:v>-0.23690771278624392</c:v>
                </c:pt>
                <c:pt idx="5374">
                  <c:v>-4.3679048144133738E-2</c:v>
                </c:pt>
                <c:pt idx="5375">
                  <c:v>-3.4896316460439128E-2</c:v>
                </c:pt>
                <c:pt idx="5376">
                  <c:v>-2.6061367742962624E-2</c:v>
                </c:pt>
                <c:pt idx="5377">
                  <c:v>-1.7174201991703879E-2</c:v>
                </c:pt>
                <c:pt idx="5378">
                  <c:v>-8.2348192066632291E-3</c:v>
                </c:pt>
                <c:pt idx="5379">
                  <c:v>7.5678061216029422E-4</c:v>
                </c:pt>
                <c:pt idx="5380">
                  <c:v>9.8005974647657271E-3</c:v>
                </c:pt>
                <c:pt idx="5381">
                  <c:v>1.8896631351153503E-2</c:v>
                </c:pt>
                <c:pt idx="5382">
                  <c:v>2.8044882271323287E-2</c:v>
                </c:pt>
                <c:pt idx="5383">
                  <c:v>3.7245350225275524E-2</c:v>
                </c:pt>
                <c:pt idx="5384">
                  <c:v>4.6498035213009867E-2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-0.10749372192072153</c:v>
                </c:pt>
                <c:pt idx="5440">
                  <c:v>-0.13912316430495214</c:v>
                </c:pt>
                <c:pt idx="5441">
                  <c:v>-0.12807186084793076</c:v>
                </c:pt>
                <c:pt idx="5442">
                  <c:v>-8.7692011535377853E-2</c:v>
                </c:pt>
                <c:pt idx="5443">
                  <c:v>-9.0498235730911494E-3</c:v>
                </c:pt>
                <c:pt idx="5444">
                  <c:v>-6.2708313420555634E-2</c:v>
                </c:pt>
                <c:pt idx="5445">
                  <c:v>-4.6063440832692558E-2</c:v>
                </c:pt>
                <c:pt idx="5446">
                  <c:v>6.0975530863902321E-3</c:v>
                </c:pt>
                <c:pt idx="5447">
                  <c:v>-1.3805985644659742E-2</c:v>
                </c:pt>
                <c:pt idx="5448">
                  <c:v>8.7233988454317336E-3</c:v>
                </c:pt>
                <c:pt idx="5449">
                  <c:v>1.1406737511062179E-2</c:v>
                </c:pt>
                <c:pt idx="5450">
                  <c:v>1.2783465231697173E-2</c:v>
                </c:pt>
                <c:pt idx="5451">
                  <c:v>1.8183768686898576E-2</c:v>
                </c:pt>
                <c:pt idx="5452">
                  <c:v>1.8930811302486982E-2</c:v>
                </c:pt>
                <c:pt idx="5453">
                  <c:v>2.0717488872490284E-2</c:v>
                </c:pt>
                <c:pt idx="5454">
                  <c:v>1.8458119998284499E-2</c:v>
                </c:pt>
                <c:pt idx="5455">
                  <c:v>1.7064772211980331E-2</c:v>
                </c:pt>
                <c:pt idx="5456">
                  <c:v>2.029169746126112E-2</c:v>
                </c:pt>
                <c:pt idx="5457">
                  <c:v>2.2843538172580877E-2</c:v>
                </c:pt>
                <c:pt idx="5458">
                  <c:v>2.7321816353080976E-2</c:v>
                </c:pt>
                <c:pt idx="5459">
                  <c:v>2.0582285800708644E-2</c:v>
                </c:pt>
                <c:pt idx="5460">
                  <c:v>3.3001092098294077E-2</c:v>
                </c:pt>
                <c:pt idx="5461">
                  <c:v>3.5005937727586901E-2</c:v>
                </c:pt>
                <c:pt idx="5462">
                  <c:v>8.7151255605323174E-3</c:v>
                </c:pt>
                <c:pt idx="5463">
                  <c:v>1.9709420473796865E-2</c:v>
                </c:pt>
                <c:pt idx="5464">
                  <c:v>1.5159584599943843E-2</c:v>
                </c:pt>
                <c:pt idx="5465">
                  <c:v>2.2634728280123889E-2</c:v>
                </c:pt>
                <c:pt idx="5466">
                  <c:v>1.6263311697796653E-2</c:v>
                </c:pt>
                <c:pt idx="5467">
                  <c:v>2.0413398614248891E-2</c:v>
                </c:pt>
                <c:pt idx="5468">
                  <c:v>2.1969991093284135E-2</c:v>
                </c:pt>
                <c:pt idx="5469">
                  <c:v>2.5591355104639564E-2</c:v>
                </c:pt>
                <c:pt idx="5470">
                  <c:v>2.8141290546965358E-2</c:v>
                </c:pt>
                <c:pt idx="5471">
                  <c:v>4.6044107201540389E-2</c:v>
                </c:pt>
                <c:pt idx="5472">
                  <c:v>4.3506602929075336E-2</c:v>
                </c:pt>
                <c:pt idx="5473">
                  <c:v>5.2472849313153283E-2</c:v>
                </c:pt>
                <c:pt idx="5474">
                  <c:v>4.697805523600334E-2</c:v>
                </c:pt>
                <c:pt idx="5475">
                  <c:v>4.6655282366280124E-2</c:v>
                </c:pt>
                <c:pt idx="5476">
                  <c:v>4.4250602463074148E-2</c:v>
                </c:pt>
                <c:pt idx="5477">
                  <c:v>7.407807290939826E-2</c:v>
                </c:pt>
                <c:pt idx="5478">
                  <c:v>9.0590119383846979E-2</c:v>
                </c:pt>
                <c:pt idx="5479">
                  <c:v>8.6395828432817387E-2</c:v>
                </c:pt>
                <c:pt idx="5480">
                  <c:v>0.10477008601040755</c:v>
                </c:pt>
                <c:pt idx="5481">
                  <c:v>0.1154703308853194</c:v>
                </c:pt>
                <c:pt idx="5482">
                  <c:v>0.13354410662373437</c:v>
                </c:pt>
                <c:pt idx="5483">
                  <c:v>0.12859642519807585</c:v>
                </c:pt>
                <c:pt idx="5484">
                  <c:v>0.15521792616343094</c:v>
                </c:pt>
                <c:pt idx="5485">
                  <c:v>0.15791565733382198</c:v>
                </c:pt>
                <c:pt idx="5486">
                  <c:v>0.16712865574074492</c:v>
                </c:pt>
                <c:pt idx="5487">
                  <c:v>0.16895928452213077</c:v>
                </c:pt>
                <c:pt idx="5488">
                  <c:v>0.16684395429521232</c:v>
                </c:pt>
                <c:pt idx="5489">
                  <c:v>0.16643079116922369</c:v>
                </c:pt>
                <c:pt idx="5490">
                  <c:v>0.16254630763377617</c:v>
                </c:pt>
                <c:pt idx="5491">
                  <c:v>0.15446010827781506</c:v>
                </c:pt>
                <c:pt idx="5492">
                  <c:v>0.16363946457054726</c:v>
                </c:pt>
                <c:pt idx="5493">
                  <c:v>0.1700874698201077</c:v>
                </c:pt>
                <c:pt idx="5494">
                  <c:v>0.18574059758651804</c:v>
                </c:pt>
                <c:pt idx="5495">
                  <c:v>0.18142187982239016</c:v>
                </c:pt>
                <c:pt idx="5496">
                  <c:v>0.18324925600354788</c:v>
                </c:pt>
                <c:pt idx="5497">
                  <c:v>0.19018403919292834</c:v>
                </c:pt>
                <c:pt idx="5498">
                  <c:v>0.18433016855787324</c:v>
                </c:pt>
                <c:pt idx="5499">
                  <c:v>0.18659378086251763</c:v>
                </c:pt>
                <c:pt idx="5500">
                  <c:v>0.17029259997436469</c:v>
                </c:pt>
                <c:pt idx="5501">
                  <c:v>0.16569794423625489</c:v>
                </c:pt>
                <c:pt idx="5502">
                  <c:v>0.17629602434031799</c:v>
                </c:pt>
                <c:pt idx="5503">
                  <c:v>0.16672957257587237</c:v>
                </c:pt>
                <c:pt idx="5504">
                  <c:v>0.18072408871334053</c:v>
                </c:pt>
                <c:pt idx="5505">
                  <c:v>0.18637877344197024</c:v>
                </c:pt>
                <c:pt idx="5506">
                  <c:v>0.2036227440976926</c:v>
                </c:pt>
                <c:pt idx="5507">
                  <c:v>0.19252852056299186</c:v>
                </c:pt>
                <c:pt idx="5508">
                  <c:v>0.16978642648556938</c:v>
                </c:pt>
                <c:pt idx="5509">
                  <c:v>0.12010299251783266</c:v>
                </c:pt>
                <c:pt idx="5510">
                  <c:v>9.6767264664525413E-2</c:v>
                </c:pt>
                <c:pt idx="5511">
                  <c:v>6.0914137874654384E-2</c:v>
                </c:pt>
                <c:pt idx="5512">
                  <c:v>4.6359259678425156E-2</c:v>
                </c:pt>
                <c:pt idx="5513">
                  <c:v>4.4184488097043284E-2</c:v>
                </c:pt>
                <c:pt idx="5514">
                  <c:v>4.7813129660665761E-2</c:v>
                </c:pt>
                <c:pt idx="5515">
                  <c:v>3.7120921118771404E-2</c:v>
                </c:pt>
                <c:pt idx="5516">
                  <c:v>3.9786428019385971E-2</c:v>
                </c:pt>
                <c:pt idx="5517">
                  <c:v>3.8511995955189067E-2</c:v>
                </c:pt>
                <c:pt idx="5518">
                  <c:v>4.068938657191886E-2</c:v>
                </c:pt>
                <c:pt idx="5519">
                  <c:v>4.2718305121722526E-2</c:v>
                </c:pt>
                <c:pt idx="5520">
                  <c:v>4.3237903270382974E-2</c:v>
                </c:pt>
                <c:pt idx="5521">
                  <c:v>5.0574980589650584E-2</c:v>
                </c:pt>
                <c:pt idx="5522">
                  <c:v>4.8086296616783562E-2</c:v>
                </c:pt>
                <c:pt idx="5523">
                  <c:v>5.8442893928468936E-2</c:v>
                </c:pt>
                <c:pt idx="5524">
                  <c:v>6.6108901206832563E-2</c:v>
                </c:pt>
                <c:pt idx="5525">
                  <c:v>6.3780702037204581E-2</c:v>
                </c:pt>
                <c:pt idx="5526">
                  <c:v>6.4370606398800351E-2</c:v>
                </c:pt>
                <c:pt idx="5527">
                  <c:v>6.2889005199523854E-2</c:v>
                </c:pt>
                <c:pt idx="5528">
                  <c:v>6.433353008483722E-2</c:v>
                </c:pt>
                <c:pt idx="5529">
                  <c:v>5.8749705585685159E-2</c:v>
                </c:pt>
                <c:pt idx="5530">
                  <c:v>4.8520775883021061E-2</c:v>
                </c:pt>
                <c:pt idx="5531">
                  <c:v>2.0926866788198707E-2</c:v>
                </c:pt>
                <c:pt idx="5532">
                  <c:v>-9.1974110551339625E-2</c:v>
                </c:pt>
                <c:pt idx="5533">
                  <c:v>-0.21106691875758254</c:v>
                </c:pt>
                <c:pt idx="5534">
                  <c:v>-0.24502552959725665</c:v>
                </c:pt>
                <c:pt idx="5535">
                  <c:v>-0.23065507695525977</c:v>
                </c:pt>
                <c:pt idx="5536">
                  <c:v>-0.2085111823151147</c:v>
                </c:pt>
                <c:pt idx="5537">
                  <c:v>-0.20570719340115118</c:v>
                </c:pt>
                <c:pt idx="5538">
                  <c:v>-0.18794995261135369</c:v>
                </c:pt>
                <c:pt idx="5539">
                  <c:v>-0.18228702177695127</c:v>
                </c:pt>
                <c:pt idx="5540">
                  <c:v>-9.6598581315553073E-2</c:v>
                </c:pt>
                <c:pt idx="5541">
                  <c:v>-0.10374660733067857</c:v>
                </c:pt>
                <c:pt idx="5542">
                  <c:v>-2.434362618554748E-2</c:v>
                </c:pt>
                <c:pt idx="5543">
                  <c:v>-2.1464381527160455E-2</c:v>
                </c:pt>
                <c:pt idx="5544">
                  <c:v>6.8904449609426353E-3</c:v>
                </c:pt>
                <c:pt idx="5545">
                  <c:v>1.2084211878118971E-2</c:v>
                </c:pt>
                <c:pt idx="5546">
                  <c:v>1.4323075503901217E-2</c:v>
                </c:pt>
                <c:pt idx="5547">
                  <c:v>1.4391910893154215E-2</c:v>
                </c:pt>
                <c:pt idx="5548">
                  <c:v>1.4808235382035781E-2</c:v>
                </c:pt>
                <c:pt idx="5549">
                  <c:v>1.8334071618417845E-2</c:v>
                </c:pt>
                <c:pt idx="5550">
                  <c:v>1.7946808511061778E-2</c:v>
                </c:pt>
                <c:pt idx="5551">
                  <c:v>1.6735835751185226E-2</c:v>
                </c:pt>
                <c:pt idx="5552">
                  <c:v>1.6219640655154303E-2</c:v>
                </c:pt>
                <c:pt idx="5553">
                  <c:v>-6.210120343614263E-2</c:v>
                </c:pt>
                <c:pt idx="5554">
                  <c:v>-7.2384290508984914E-2</c:v>
                </c:pt>
                <c:pt idx="5555">
                  <c:v>-0.14856306987209777</c:v>
                </c:pt>
                <c:pt idx="5556">
                  <c:v>-3.5755195391217208E-2</c:v>
                </c:pt>
                <c:pt idx="5557">
                  <c:v>-0.20737056337155765</c:v>
                </c:pt>
                <c:pt idx="5558">
                  <c:v>-2.8183344929517618E-2</c:v>
                </c:pt>
                <c:pt idx="5559">
                  <c:v>-0.19097593629204979</c:v>
                </c:pt>
                <c:pt idx="5560">
                  <c:v>-0.11018709852970095</c:v>
                </c:pt>
                <c:pt idx="5561">
                  <c:v>-6.0176460063801607E-4</c:v>
                </c:pt>
                <c:pt idx="5562">
                  <c:v>7.2953973690297212E-3</c:v>
                </c:pt>
                <c:pt idx="5563">
                  <c:v>-6.7643909178353393E-3</c:v>
                </c:pt>
                <c:pt idx="5564">
                  <c:v>3.8014993633235764E-3</c:v>
                </c:pt>
                <c:pt idx="5565">
                  <c:v>1.9217568046173514E-2</c:v>
                </c:pt>
                <c:pt idx="5566">
                  <c:v>2.513299218761926E-2</c:v>
                </c:pt>
                <c:pt idx="5567">
                  <c:v>2.2243680370992249E-2</c:v>
                </c:pt>
                <c:pt idx="5568">
                  <c:v>2.1980493468600898E-2</c:v>
                </c:pt>
                <c:pt idx="5569">
                  <c:v>1.9659039833703422E-2</c:v>
                </c:pt>
                <c:pt idx="5570">
                  <c:v>2.4487430861509077E-2</c:v>
                </c:pt>
                <c:pt idx="5571">
                  <c:v>2.7126464403800624E-2</c:v>
                </c:pt>
                <c:pt idx="5572">
                  <c:v>2.4827625119427627E-2</c:v>
                </c:pt>
                <c:pt idx="5573">
                  <c:v>2.4546221960901324E-2</c:v>
                </c:pt>
                <c:pt idx="5574">
                  <c:v>2.0596491647014891E-2</c:v>
                </c:pt>
                <c:pt idx="5575">
                  <c:v>2.0140940407946183E-2</c:v>
                </c:pt>
                <c:pt idx="5576">
                  <c:v>1.6472091981321303E-2</c:v>
                </c:pt>
                <c:pt idx="5577">
                  <c:v>1.5805654002342621E-2</c:v>
                </c:pt>
                <c:pt idx="5578">
                  <c:v>-3.6912357118342584E-3</c:v>
                </c:pt>
                <c:pt idx="5579">
                  <c:v>5.3637249163562871E-3</c:v>
                </c:pt>
                <c:pt idx="5580">
                  <c:v>-4.5237096387368829E-2</c:v>
                </c:pt>
                <c:pt idx="5581">
                  <c:v>-0.1065608630453645</c:v>
                </c:pt>
                <c:pt idx="5582">
                  <c:v>-0.1996308870678617</c:v>
                </c:pt>
                <c:pt idx="5583">
                  <c:v>-7.7652410060904467E-2</c:v>
                </c:pt>
                <c:pt idx="5584">
                  <c:v>-0.22952976095681721</c:v>
                </c:pt>
                <c:pt idx="5585">
                  <c:v>-6.039322269200291E-2</c:v>
                </c:pt>
                <c:pt idx="5586">
                  <c:v>-1.8455572724637142E-2</c:v>
                </c:pt>
                <c:pt idx="5587">
                  <c:v>-4.8998489441107185E-4</c:v>
                </c:pt>
                <c:pt idx="5588">
                  <c:v>1.1612343023527497E-2</c:v>
                </c:pt>
                <c:pt idx="5589">
                  <c:v>1.8048280307208724E-2</c:v>
                </c:pt>
                <c:pt idx="5590">
                  <c:v>2.9560077505568452E-2</c:v>
                </c:pt>
                <c:pt idx="5591">
                  <c:v>3.082912818995295E-2</c:v>
                </c:pt>
                <c:pt idx="5592">
                  <c:v>2.822503208864104E-2</c:v>
                </c:pt>
                <c:pt idx="5593">
                  <c:v>2.6887181287822883E-2</c:v>
                </c:pt>
                <c:pt idx="5594">
                  <c:v>2.5106773298712772E-2</c:v>
                </c:pt>
                <c:pt idx="5595">
                  <c:v>1.33055450967994E-2</c:v>
                </c:pt>
                <c:pt idx="5596">
                  <c:v>2.2579789216239866E-2</c:v>
                </c:pt>
                <c:pt idx="5597">
                  <c:v>5.7069486892275334E-3</c:v>
                </c:pt>
                <c:pt idx="5598">
                  <c:v>1.8423736477569227E-2</c:v>
                </c:pt>
                <c:pt idx="5599">
                  <c:v>4.2331612670594099E-2</c:v>
                </c:pt>
                <c:pt idx="5600">
                  <c:v>4.2170270792760214E-2</c:v>
                </c:pt>
                <c:pt idx="5601">
                  <c:v>4.221913464055109E-2</c:v>
                </c:pt>
                <c:pt idx="5602">
                  <c:v>4.8049247113634445E-2</c:v>
                </c:pt>
                <c:pt idx="5603">
                  <c:v>6.4448894945199647E-2</c:v>
                </c:pt>
                <c:pt idx="5604">
                  <c:v>5.8604114183869925E-2</c:v>
                </c:pt>
                <c:pt idx="5605">
                  <c:v>6.1083198704261106E-2</c:v>
                </c:pt>
                <c:pt idx="5606">
                  <c:v>4.6501101290167636E-2</c:v>
                </c:pt>
                <c:pt idx="5607">
                  <c:v>2.6130970213407087E-2</c:v>
                </c:pt>
                <c:pt idx="5608">
                  <c:v>1.4886926468870939E-2</c:v>
                </c:pt>
                <c:pt idx="5609">
                  <c:v>2.1564699608937241E-2</c:v>
                </c:pt>
                <c:pt idx="5610">
                  <c:v>1.9341479636041718E-2</c:v>
                </c:pt>
                <c:pt idx="5611">
                  <c:v>1.6349761781221449E-2</c:v>
                </c:pt>
                <c:pt idx="5612">
                  <c:v>2.0371093935335104E-2</c:v>
                </c:pt>
                <c:pt idx="5613">
                  <c:v>1.7538534942144961E-2</c:v>
                </c:pt>
                <c:pt idx="5614">
                  <c:v>2.2861647837358511E-2</c:v>
                </c:pt>
                <c:pt idx="5615">
                  <c:v>2.0308612250310637E-2</c:v>
                </c:pt>
                <c:pt idx="5616">
                  <c:v>2.3074099626962621E-2</c:v>
                </c:pt>
                <c:pt idx="5617">
                  <c:v>2.2626135192639282E-2</c:v>
                </c:pt>
                <c:pt idx="5618">
                  <c:v>2.4043186639447441E-2</c:v>
                </c:pt>
                <c:pt idx="5619">
                  <c:v>3.0684377548515863E-2</c:v>
                </c:pt>
                <c:pt idx="5620">
                  <c:v>2.4992147660473446E-2</c:v>
                </c:pt>
                <c:pt idx="5621">
                  <c:v>3.2203316444371893E-3</c:v>
                </c:pt>
                <c:pt idx="5622">
                  <c:v>2.4433302331082266E-2</c:v>
                </c:pt>
                <c:pt idx="5623">
                  <c:v>1.1294562249482701E-2</c:v>
                </c:pt>
                <c:pt idx="5624">
                  <c:v>1.0383556953886793E-2</c:v>
                </c:pt>
                <c:pt idx="5625">
                  <c:v>6.7448805982974216E-2</c:v>
                </c:pt>
                <c:pt idx="5626">
                  <c:v>4.7994146959740212E-2</c:v>
                </c:pt>
                <c:pt idx="5627">
                  <c:v>2.5696129041398317E-2</c:v>
                </c:pt>
                <c:pt idx="5628">
                  <c:v>3.3820091370617714E-2</c:v>
                </c:pt>
                <c:pt idx="5629">
                  <c:v>5.311287944585478E-3</c:v>
                </c:pt>
                <c:pt idx="5630">
                  <c:v>-0.35756075752280519</c:v>
                </c:pt>
                <c:pt idx="5631">
                  <c:v>-0.33842915640572363</c:v>
                </c:pt>
                <c:pt idx="5632">
                  <c:v>-0.30000912965969784</c:v>
                </c:pt>
                <c:pt idx="5633">
                  <c:v>-0.26476863141103579</c:v>
                </c:pt>
                <c:pt idx="5634">
                  <c:v>-0.22779999703244144</c:v>
                </c:pt>
                <c:pt idx="5635">
                  <c:v>-0.18970479721203976</c:v>
                </c:pt>
                <c:pt idx="5636">
                  <c:v>-0.15799909577404217</c:v>
                </c:pt>
                <c:pt idx="5637">
                  <c:v>-0.14600758441806619</c:v>
                </c:pt>
                <c:pt idx="5638">
                  <c:v>-0.12739065618064946</c:v>
                </c:pt>
                <c:pt idx="5639">
                  <c:v>-8.2589317671556556E-2</c:v>
                </c:pt>
                <c:pt idx="5640">
                  <c:v>-5.939715223499422E-3</c:v>
                </c:pt>
                <c:pt idx="5641">
                  <c:v>7.122919717265537E-3</c:v>
                </c:pt>
                <c:pt idx="5642">
                  <c:v>1.1044622096755573E-2</c:v>
                </c:pt>
                <c:pt idx="5643">
                  <c:v>1.0642922997611692E-2</c:v>
                </c:pt>
                <c:pt idx="5644">
                  <c:v>1.6053860432536163E-2</c:v>
                </c:pt>
                <c:pt idx="5645">
                  <c:v>1.5247313035602839E-2</c:v>
                </c:pt>
                <c:pt idx="5646">
                  <c:v>1.4023068766307991E-2</c:v>
                </c:pt>
                <c:pt idx="5647">
                  <c:v>-4.992857243906401E-3</c:v>
                </c:pt>
                <c:pt idx="5648">
                  <c:v>1.8600383085487886E-2</c:v>
                </c:pt>
                <c:pt idx="5649">
                  <c:v>2.8290017723920254E-2</c:v>
                </c:pt>
                <c:pt idx="5650">
                  <c:v>2.3275725318412023E-2</c:v>
                </c:pt>
                <c:pt idx="5651">
                  <c:v>3.7725318192653831E-2</c:v>
                </c:pt>
                <c:pt idx="5652">
                  <c:v>3.1536393787429777E-2</c:v>
                </c:pt>
                <c:pt idx="5653">
                  <c:v>1.7839988546879727E-2</c:v>
                </c:pt>
                <c:pt idx="5654">
                  <c:v>2.5633771263086073E-2</c:v>
                </c:pt>
                <c:pt idx="5655">
                  <c:v>3.3933692867353357E-2</c:v>
                </c:pt>
                <c:pt idx="5656">
                  <c:v>2.0117668026339981E-2</c:v>
                </c:pt>
                <c:pt idx="5657">
                  <c:v>1.9306641179036809E-2</c:v>
                </c:pt>
                <c:pt idx="5658">
                  <c:v>1.8538154656214181E-2</c:v>
                </c:pt>
                <c:pt idx="5659">
                  <c:v>2.0397947113971679E-2</c:v>
                </c:pt>
                <c:pt idx="5660">
                  <c:v>2.4845625021196201E-2</c:v>
                </c:pt>
                <c:pt idx="5661">
                  <c:v>2.632065127545722E-2</c:v>
                </c:pt>
                <c:pt idx="5662">
                  <c:v>2.6257177302732436E-2</c:v>
                </c:pt>
                <c:pt idx="5663">
                  <c:v>2.911824235057138E-2</c:v>
                </c:pt>
                <c:pt idx="5664">
                  <c:v>1.7332808811475406E-2</c:v>
                </c:pt>
                <c:pt idx="5665">
                  <c:v>2.0807743897481391E-2</c:v>
                </c:pt>
                <c:pt idx="5666">
                  <c:v>3.6054077883028481E-2</c:v>
                </c:pt>
                <c:pt idx="5667">
                  <c:v>5.1767671829890588E-2</c:v>
                </c:pt>
                <c:pt idx="5668">
                  <c:v>4.9646905417783931E-2</c:v>
                </c:pt>
                <c:pt idx="5669">
                  <c:v>4.4866422359974907E-2</c:v>
                </c:pt>
                <c:pt idx="5670">
                  <c:v>3.313288715120697E-2</c:v>
                </c:pt>
                <c:pt idx="5671">
                  <c:v>6.1094082185730036E-2</c:v>
                </c:pt>
                <c:pt idx="5672">
                  <c:v>7.3941793494680788E-2</c:v>
                </c:pt>
                <c:pt idx="5673">
                  <c:v>8.8032080610358124E-2</c:v>
                </c:pt>
                <c:pt idx="5674">
                  <c:v>7.5268528009157648E-2</c:v>
                </c:pt>
                <c:pt idx="5675">
                  <c:v>0.15044051793165539</c:v>
                </c:pt>
                <c:pt idx="5676">
                  <c:v>4.9150144006050056E-2</c:v>
                </c:pt>
                <c:pt idx="5677">
                  <c:v>2.6777165797014918E-2</c:v>
                </c:pt>
                <c:pt idx="5678">
                  <c:v>3.6763393382562015E-2</c:v>
                </c:pt>
                <c:pt idx="5679">
                  <c:v>3.3564268540875672E-2</c:v>
                </c:pt>
                <c:pt idx="5680">
                  <c:v>3.4970331933365871E-2</c:v>
                </c:pt>
                <c:pt idx="5681">
                  <c:v>3.1395626513752849E-2</c:v>
                </c:pt>
                <c:pt idx="5682">
                  <c:v>3.4173610482271313E-2</c:v>
                </c:pt>
                <c:pt idx="5683">
                  <c:v>2.1498368703339064E-2</c:v>
                </c:pt>
                <c:pt idx="5684">
                  <c:v>2.4899736969823529E-2</c:v>
                </c:pt>
                <c:pt idx="5685">
                  <c:v>2.4343913673400126E-2</c:v>
                </c:pt>
                <c:pt idx="5686">
                  <c:v>2.0487702638914668E-2</c:v>
                </c:pt>
                <c:pt idx="5687">
                  <c:v>2.5353016898058602E-2</c:v>
                </c:pt>
                <c:pt idx="5688">
                  <c:v>2.2391686358608016E-2</c:v>
                </c:pt>
                <c:pt idx="5689">
                  <c:v>2.4319576661820649E-2</c:v>
                </c:pt>
                <c:pt idx="5690">
                  <c:v>5.027427332284045E-2</c:v>
                </c:pt>
                <c:pt idx="5691">
                  <c:v>0.19395308682246612</c:v>
                </c:pt>
                <c:pt idx="5692">
                  <c:v>0.19596387453558181</c:v>
                </c:pt>
                <c:pt idx="5693">
                  <c:v>0.17089852461793648</c:v>
                </c:pt>
                <c:pt idx="5694">
                  <c:v>0.16032005858020323</c:v>
                </c:pt>
                <c:pt idx="5695">
                  <c:v>0.16402077299176707</c:v>
                </c:pt>
                <c:pt idx="5696">
                  <c:v>0.11575762841694869</c:v>
                </c:pt>
                <c:pt idx="5697">
                  <c:v>9.2818716545157692E-2</c:v>
                </c:pt>
                <c:pt idx="5698">
                  <c:v>1.7225310607579487E-2</c:v>
                </c:pt>
                <c:pt idx="5699">
                  <c:v>3.4632395783170719E-2</c:v>
                </c:pt>
                <c:pt idx="5700">
                  <c:v>2.7515454275630812E-2</c:v>
                </c:pt>
                <c:pt idx="5701">
                  <c:v>2.958901860929836E-2</c:v>
                </c:pt>
                <c:pt idx="5702">
                  <c:v>1.6609638415609633E-2</c:v>
                </c:pt>
                <c:pt idx="5703">
                  <c:v>3.5777639054438197E-2</c:v>
                </c:pt>
                <c:pt idx="5704">
                  <c:v>3.2523740701589261E-2</c:v>
                </c:pt>
                <c:pt idx="5705">
                  <c:v>9.7416501053376042E-3</c:v>
                </c:pt>
                <c:pt idx="5706">
                  <c:v>2.402822370645747E-2</c:v>
                </c:pt>
                <c:pt idx="5707">
                  <c:v>2.4674999698705413E-2</c:v>
                </c:pt>
                <c:pt idx="5708">
                  <c:v>2.4270633851532608E-2</c:v>
                </c:pt>
                <c:pt idx="5709">
                  <c:v>2.2074226503942508E-2</c:v>
                </c:pt>
                <c:pt idx="5710">
                  <c:v>2.7249078400072988E-2</c:v>
                </c:pt>
                <c:pt idx="5711">
                  <c:v>2.8060815359833555E-2</c:v>
                </c:pt>
                <c:pt idx="5712">
                  <c:v>2.2320360439884772E-2</c:v>
                </c:pt>
                <c:pt idx="5713">
                  <c:v>2.0851475694605638E-2</c:v>
                </c:pt>
                <c:pt idx="5714">
                  <c:v>1.6875859031062895E-2</c:v>
                </c:pt>
                <c:pt idx="5715">
                  <c:v>2.639279129021492E-2</c:v>
                </c:pt>
                <c:pt idx="5716">
                  <c:v>2.7289893970597463E-2</c:v>
                </c:pt>
                <c:pt idx="5717">
                  <c:v>2.1474456528146686E-2</c:v>
                </c:pt>
                <c:pt idx="5718">
                  <c:v>1.4593802885108953E-2</c:v>
                </c:pt>
                <c:pt idx="5719">
                  <c:v>1.036768283011737E-2</c:v>
                </c:pt>
                <c:pt idx="5720">
                  <c:v>5.3306613876396743E-2</c:v>
                </c:pt>
                <c:pt idx="5721">
                  <c:v>2.2850710126775049E-2</c:v>
                </c:pt>
                <c:pt idx="5722">
                  <c:v>-0.21196109813766886</c:v>
                </c:pt>
                <c:pt idx="5723">
                  <c:v>-0.33549769709163912</c:v>
                </c:pt>
                <c:pt idx="5724">
                  <c:v>-0.35716622165291861</c:v>
                </c:pt>
                <c:pt idx="5725">
                  <c:v>-0.35369705504633309</c:v>
                </c:pt>
                <c:pt idx="5726">
                  <c:v>-0.32856160889595964</c:v>
                </c:pt>
                <c:pt idx="5727">
                  <c:v>-0.35552018487468912</c:v>
                </c:pt>
                <c:pt idx="5728">
                  <c:v>-0.10737304613845707</c:v>
                </c:pt>
                <c:pt idx="5729">
                  <c:v>-3.7295028799693777E-2</c:v>
                </c:pt>
                <c:pt idx="5730">
                  <c:v>-2.1123023015751627E-2</c:v>
                </c:pt>
                <c:pt idx="5731">
                  <c:v>-4.2145264649030099E-3</c:v>
                </c:pt>
                <c:pt idx="5732">
                  <c:v>7.4917151002091148E-3</c:v>
                </c:pt>
                <c:pt idx="5733">
                  <c:v>1.0810008883254165E-2</c:v>
                </c:pt>
                <c:pt idx="5734">
                  <c:v>1.3952956878080036E-2</c:v>
                </c:pt>
                <c:pt idx="5735">
                  <c:v>2.1342523414694767E-2</c:v>
                </c:pt>
                <c:pt idx="5736">
                  <c:v>2.3874146089766513E-2</c:v>
                </c:pt>
                <c:pt idx="5737">
                  <c:v>2.2789007814294458E-2</c:v>
                </c:pt>
                <c:pt idx="5738">
                  <c:v>2.5469484477551003E-2</c:v>
                </c:pt>
                <c:pt idx="5739">
                  <c:v>2.5705160988758441E-2</c:v>
                </c:pt>
                <c:pt idx="5740">
                  <c:v>2.1844984590972168E-2</c:v>
                </c:pt>
                <c:pt idx="5741">
                  <c:v>2.0537401928602591E-2</c:v>
                </c:pt>
                <c:pt idx="5742">
                  <c:v>1.4226981805763348E-2</c:v>
                </c:pt>
                <c:pt idx="5743">
                  <c:v>4.3622655337981573E-3</c:v>
                </c:pt>
                <c:pt idx="5744">
                  <c:v>-4.680743137544309E-2</c:v>
                </c:pt>
                <c:pt idx="5745">
                  <c:v>-3.0834034131232917E-2</c:v>
                </c:pt>
                <c:pt idx="5746">
                  <c:v>-7.9933422257885217E-2</c:v>
                </c:pt>
                <c:pt idx="5747">
                  <c:v>-3.7565274934535438E-2</c:v>
                </c:pt>
                <c:pt idx="5748">
                  <c:v>-3.8759169885309801E-2</c:v>
                </c:pt>
                <c:pt idx="5749">
                  <c:v>-1.9538839943756731E-2</c:v>
                </c:pt>
                <c:pt idx="5750">
                  <c:v>-2.0367719197564031E-2</c:v>
                </c:pt>
                <c:pt idx="5751">
                  <c:v>-1.4111107261262874E-2</c:v>
                </c:pt>
                <c:pt idx="5752">
                  <c:v>8.1148880732378748E-2</c:v>
                </c:pt>
                <c:pt idx="5753">
                  <c:v>0.12947959599030159</c:v>
                </c:pt>
                <c:pt idx="5754">
                  <c:v>0.16820378577427811</c:v>
                </c:pt>
                <c:pt idx="5755">
                  <c:v>0.18452832143083886</c:v>
                </c:pt>
                <c:pt idx="5756">
                  <c:v>0.17973566501520508</c:v>
                </c:pt>
                <c:pt idx="5757">
                  <c:v>0.17889795112724788</c:v>
                </c:pt>
                <c:pt idx="5758">
                  <c:v>0.17845326009983786</c:v>
                </c:pt>
                <c:pt idx="5759">
                  <c:v>0.18800178887066718</c:v>
                </c:pt>
                <c:pt idx="5760">
                  <c:v>0.18119135161485453</c:v>
                </c:pt>
                <c:pt idx="5761">
                  <c:v>0.13015406058685153</c:v>
                </c:pt>
                <c:pt idx="5762">
                  <c:v>6.5728068131411646E-2</c:v>
                </c:pt>
                <c:pt idx="5763">
                  <c:v>3.1231259492595049E-2</c:v>
                </c:pt>
                <c:pt idx="5764">
                  <c:v>2.6518655514991486E-2</c:v>
                </c:pt>
                <c:pt idx="5765">
                  <c:v>2.7560387169379065E-2</c:v>
                </c:pt>
                <c:pt idx="5766">
                  <c:v>2.229019618803418E-2</c:v>
                </c:pt>
                <c:pt idx="5767">
                  <c:v>1.2889812255631541E-2</c:v>
                </c:pt>
                <c:pt idx="5768">
                  <c:v>2.0899218429729315E-2</c:v>
                </c:pt>
                <c:pt idx="5769">
                  <c:v>-5.6502801671807011E-2</c:v>
                </c:pt>
                <c:pt idx="5770">
                  <c:v>-0.12803263786581956</c:v>
                </c:pt>
                <c:pt idx="5771">
                  <c:v>-0.32872632600955037</c:v>
                </c:pt>
                <c:pt idx="5772">
                  <c:v>-0.31172901750962578</c:v>
                </c:pt>
                <c:pt idx="5773">
                  <c:v>-0.31378427917280055</c:v>
                </c:pt>
                <c:pt idx="5774">
                  <c:v>-0.28298631233664084</c:v>
                </c:pt>
                <c:pt idx="5775">
                  <c:v>-0.2595774372815548</c:v>
                </c:pt>
                <c:pt idx="5776">
                  <c:v>-0.26825973968529915</c:v>
                </c:pt>
                <c:pt idx="5777">
                  <c:v>-0.23502360989630419</c:v>
                </c:pt>
                <c:pt idx="5778">
                  <c:v>-0.23303695142428674</c:v>
                </c:pt>
                <c:pt idx="5779">
                  <c:v>-0.21204697226021196</c:v>
                </c:pt>
                <c:pt idx="5780">
                  <c:v>-0.15800665068544525</c:v>
                </c:pt>
                <c:pt idx="5781">
                  <c:v>-0.13298730374678874</c:v>
                </c:pt>
                <c:pt idx="5782">
                  <c:v>-0.10329260335527934</c:v>
                </c:pt>
                <c:pt idx="5783">
                  <c:v>7.5773881334420296E-4</c:v>
                </c:pt>
                <c:pt idx="5784">
                  <c:v>-2.2371057984148404E-3</c:v>
                </c:pt>
                <c:pt idx="5785">
                  <c:v>4.9721032305220288E-3</c:v>
                </c:pt>
                <c:pt idx="5786">
                  <c:v>1.4018691372496717E-2</c:v>
                </c:pt>
                <c:pt idx="5787">
                  <c:v>2.373741119389345E-2</c:v>
                </c:pt>
                <c:pt idx="5788">
                  <c:v>2.0629606767041602E-2</c:v>
                </c:pt>
                <c:pt idx="5789">
                  <c:v>1.9228568680569425E-2</c:v>
                </c:pt>
                <c:pt idx="5790">
                  <c:v>1.0216137222196883E-2</c:v>
                </c:pt>
                <c:pt idx="5791">
                  <c:v>9.9531240316638181E-3</c:v>
                </c:pt>
                <c:pt idx="5792">
                  <c:v>-2.783522778237027E-2</c:v>
                </c:pt>
                <c:pt idx="5793">
                  <c:v>-0.2788131869378121</c:v>
                </c:pt>
                <c:pt idx="5794">
                  <c:v>-0.32527301513355283</c:v>
                </c:pt>
                <c:pt idx="5795">
                  <c:v>-0.39334266215798303</c:v>
                </c:pt>
                <c:pt idx="5796">
                  <c:v>-0.44670102502121933</c:v>
                </c:pt>
                <c:pt idx="5797">
                  <c:v>-0.38460916475738943</c:v>
                </c:pt>
                <c:pt idx="5798">
                  <c:v>-0.41065241353386933</c:v>
                </c:pt>
                <c:pt idx="5799">
                  <c:v>-0.45880382339374726</c:v>
                </c:pt>
                <c:pt idx="5800">
                  <c:v>-0.44735547392810349</c:v>
                </c:pt>
                <c:pt idx="5801">
                  <c:v>-0.4136476627130059</c:v>
                </c:pt>
                <c:pt idx="5802">
                  <c:v>-0.39538742151445838</c:v>
                </c:pt>
                <c:pt idx="5803">
                  <c:v>-0.35673138206003691</c:v>
                </c:pt>
                <c:pt idx="5804">
                  <c:v>-0.35886560672932372</c:v>
                </c:pt>
                <c:pt idx="5805">
                  <c:v>-0.32035065971592952</c:v>
                </c:pt>
                <c:pt idx="5806">
                  <c:v>-0.23456042480782238</c:v>
                </c:pt>
                <c:pt idx="5807">
                  <c:v>-6.7425510213484016E-2</c:v>
                </c:pt>
                <c:pt idx="5808">
                  <c:v>1.3889246131726684E-2</c:v>
                </c:pt>
                <c:pt idx="5809">
                  <c:v>2.1518205350166211E-2</c:v>
                </c:pt>
                <c:pt idx="5810">
                  <c:v>1.869213152462422E-2</c:v>
                </c:pt>
                <c:pt idx="5811">
                  <c:v>1.9498981511671742E-2</c:v>
                </c:pt>
                <c:pt idx="5812">
                  <c:v>4.0515781696780932E-2</c:v>
                </c:pt>
                <c:pt idx="5813">
                  <c:v>2.115202361902371E-2</c:v>
                </c:pt>
                <c:pt idx="5814">
                  <c:v>1.2003181097375019E-2</c:v>
                </c:pt>
                <c:pt idx="5815">
                  <c:v>-0.10879870925449092</c:v>
                </c:pt>
                <c:pt idx="5816">
                  <c:v>-0.40566974780358828</c:v>
                </c:pt>
                <c:pt idx="5817">
                  <c:v>-0.39778859947797524</c:v>
                </c:pt>
                <c:pt idx="5818">
                  <c:v>-0.37607109546620221</c:v>
                </c:pt>
                <c:pt idx="5819">
                  <c:v>-0.50450900630330719</c:v>
                </c:pt>
                <c:pt idx="5820">
                  <c:v>-0.48484106714766845</c:v>
                </c:pt>
                <c:pt idx="5821">
                  <c:v>-0.48241855934544248</c:v>
                </c:pt>
                <c:pt idx="5822">
                  <c:v>-0.5161422467592921</c:v>
                </c:pt>
                <c:pt idx="5823">
                  <c:v>-0.5196984724263628</c:v>
                </c:pt>
                <c:pt idx="5824">
                  <c:v>-0.57359273776041142</c:v>
                </c:pt>
                <c:pt idx="5825">
                  <c:v>-0.55739703357949988</c:v>
                </c:pt>
                <c:pt idx="5826">
                  <c:v>-0.4545341463765491</c:v>
                </c:pt>
                <c:pt idx="5827">
                  <c:v>-0.47096779944568734</c:v>
                </c:pt>
                <c:pt idx="5828">
                  <c:v>-0.44020327845435403</c:v>
                </c:pt>
                <c:pt idx="5829">
                  <c:v>-0.39821699262028021</c:v>
                </c:pt>
                <c:pt idx="5830">
                  <c:v>-0.32650068926907511</c:v>
                </c:pt>
                <c:pt idx="5831">
                  <c:v>-0.13741505636392179</c:v>
                </c:pt>
                <c:pt idx="5832">
                  <c:v>-5.1539029580135537E-2</c:v>
                </c:pt>
                <c:pt idx="5833">
                  <c:v>-1.8067113726093723E-2</c:v>
                </c:pt>
                <c:pt idx="5834">
                  <c:v>-6.1235149153626072E-4</c:v>
                </c:pt>
                <c:pt idx="5835">
                  <c:v>1.4066199905223767E-2</c:v>
                </c:pt>
                <c:pt idx="5836">
                  <c:v>2.3797643743578213E-2</c:v>
                </c:pt>
                <c:pt idx="5837">
                  <c:v>2.4612220500514981E-2</c:v>
                </c:pt>
                <c:pt idx="5838">
                  <c:v>2.0321134540259342E-2</c:v>
                </c:pt>
                <c:pt idx="5839">
                  <c:v>-8.5014603615303344E-2</c:v>
                </c:pt>
                <c:pt idx="5840">
                  <c:v>-0.44532515075686285</c:v>
                </c:pt>
                <c:pt idx="5841">
                  <c:v>-0.51018849376887732</c:v>
                </c:pt>
                <c:pt idx="5842">
                  <c:v>-0.58440544955049112</c:v>
                </c:pt>
                <c:pt idx="5843">
                  <c:v>-0.70004730999027831</c:v>
                </c:pt>
                <c:pt idx="5844">
                  <c:v>-0.6860076407346688</c:v>
                </c:pt>
                <c:pt idx="5845">
                  <c:v>-0.66812271597965678</c:v>
                </c:pt>
                <c:pt idx="5846">
                  <c:v>-0.74299145463808958</c:v>
                </c:pt>
                <c:pt idx="5847">
                  <c:v>-0.91652338345886397</c:v>
                </c:pt>
                <c:pt idx="5848">
                  <c:v>-0.71823135904588198</c:v>
                </c:pt>
                <c:pt idx="5849">
                  <c:v>-0.62710031099081565</c:v>
                </c:pt>
                <c:pt idx="5850">
                  <c:v>-0.52876134770816041</c:v>
                </c:pt>
                <c:pt idx="5851">
                  <c:v>-0.37819748829043343</c:v>
                </c:pt>
                <c:pt idx="5852">
                  <c:v>-0.32337584307541228</c:v>
                </c:pt>
                <c:pt idx="5853">
                  <c:v>-0.28826289481735529</c:v>
                </c:pt>
                <c:pt idx="5854">
                  <c:v>-0.22974331430901448</c:v>
                </c:pt>
                <c:pt idx="5855">
                  <c:v>-0.15447350090260342</c:v>
                </c:pt>
                <c:pt idx="5856">
                  <c:v>-4.1276551169454861E-2</c:v>
                </c:pt>
                <c:pt idx="5857">
                  <c:v>-2.7086291445437893E-2</c:v>
                </c:pt>
                <c:pt idx="5858">
                  <c:v>-8.4214104265815833E-3</c:v>
                </c:pt>
                <c:pt idx="5859">
                  <c:v>-1.6851197273397262E-4</c:v>
                </c:pt>
                <c:pt idx="5860">
                  <c:v>8.9407994412457423E-3</c:v>
                </c:pt>
                <c:pt idx="5861">
                  <c:v>9.0208239612640153E-3</c:v>
                </c:pt>
                <c:pt idx="5862">
                  <c:v>5.8742277445361238E-3</c:v>
                </c:pt>
                <c:pt idx="5863">
                  <c:v>-8.9180069764220007E-2</c:v>
                </c:pt>
                <c:pt idx="5864">
                  <c:v>-0.46797262099180098</c:v>
                </c:pt>
                <c:pt idx="5865">
                  <c:v>-0.58187269367029493</c:v>
                </c:pt>
                <c:pt idx="5866">
                  <c:v>-0.53663410683175716</c:v>
                </c:pt>
                <c:pt idx="5867">
                  <c:v>-0.56334712326332548</c:v>
                </c:pt>
                <c:pt idx="5868">
                  <c:v>-0.52187079862098318</c:v>
                </c:pt>
                <c:pt idx="5869">
                  <c:v>-0.56396381977826338</c:v>
                </c:pt>
                <c:pt idx="5870">
                  <c:v>-0.60225100401294207</c:v>
                </c:pt>
                <c:pt idx="5871">
                  <c:v>-0.4897735972945565</c:v>
                </c:pt>
                <c:pt idx="5872">
                  <c:v>-0.38014518557353894</c:v>
                </c:pt>
                <c:pt idx="5873">
                  <c:v>-0.39898868965646112</c:v>
                </c:pt>
                <c:pt idx="5874">
                  <c:v>-0.42298554217547174</c:v>
                </c:pt>
                <c:pt idx="5875">
                  <c:v>-0.34895949185990238</c:v>
                </c:pt>
                <c:pt idx="5876">
                  <c:v>-0.20170355061931772</c:v>
                </c:pt>
                <c:pt idx="5877">
                  <c:v>-9.6015907061646782E-2</c:v>
                </c:pt>
                <c:pt idx="5878">
                  <c:v>1.7365897214256475E-2</c:v>
                </c:pt>
                <c:pt idx="5879">
                  <c:v>-9.4635398933388645E-4</c:v>
                </c:pt>
                <c:pt idx="5880">
                  <c:v>1.9014898789761845E-2</c:v>
                </c:pt>
                <c:pt idx="5881">
                  <c:v>1.9581149499210932E-2</c:v>
                </c:pt>
                <c:pt idx="5882">
                  <c:v>2.1805869952059794E-2</c:v>
                </c:pt>
                <c:pt idx="5883">
                  <c:v>2.322522132414339E-2</c:v>
                </c:pt>
                <c:pt idx="5884">
                  <c:v>2.2416494575403928E-2</c:v>
                </c:pt>
                <c:pt idx="5885">
                  <c:v>0.11828357328079279</c:v>
                </c:pt>
                <c:pt idx="5886">
                  <c:v>0.22910469143800832</c:v>
                </c:pt>
                <c:pt idx="5887">
                  <c:v>0.1432916418044401</c:v>
                </c:pt>
                <c:pt idx="5888">
                  <c:v>2.4930140576767561E-2</c:v>
                </c:pt>
                <c:pt idx="5889">
                  <c:v>2.489727154426772E-2</c:v>
                </c:pt>
                <c:pt idx="5890">
                  <c:v>1.0921410851325046E-2</c:v>
                </c:pt>
                <c:pt idx="5891">
                  <c:v>1.987905750030124E-2</c:v>
                </c:pt>
                <c:pt idx="5892">
                  <c:v>1.8988039814850727E-2</c:v>
                </c:pt>
                <c:pt idx="5893">
                  <c:v>-1.8881108104092652E-2</c:v>
                </c:pt>
                <c:pt idx="5894">
                  <c:v>-6.9835992964738997E-2</c:v>
                </c:pt>
                <c:pt idx="5895">
                  <c:v>-6.5903844610250562E-2</c:v>
                </c:pt>
                <c:pt idx="5896">
                  <c:v>-0.10418009364134849</c:v>
                </c:pt>
                <c:pt idx="5897">
                  <c:v>-5.8679149146626759E-2</c:v>
                </c:pt>
                <c:pt idx="5898">
                  <c:v>-6.7917906344409473E-2</c:v>
                </c:pt>
                <c:pt idx="5899">
                  <c:v>-0.14157906762290615</c:v>
                </c:pt>
                <c:pt idx="5900">
                  <c:v>-3.4215633825872102E-2</c:v>
                </c:pt>
                <c:pt idx="5901">
                  <c:v>-4.3842898693398955E-2</c:v>
                </c:pt>
                <c:pt idx="5902">
                  <c:v>1.844122351415528E-2</c:v>
                </c:pt>
                <c:pt idx="5903">
                  <c:v>2.1136505637664286E-2</c:v>
                </c:pt>
                <c:pt idx="5904">
                  <c:v>2.3216703521818406E-2</c:v>
                </c:pt>
                <c:pt idx="5905">
                  <c:v>2.2906177471387047E-2</c:v>
                </c:pt>
                <c:pt idx="5906">
                  <c:v>1.9724006481803939E-2</c:v>
                </c:pt>
                <c:pt idx="5907">
                  <c:v>0.18088778295232522</c:v>
                </c:pt>
                <c:pt idx="5908">
                  <c:v>0.25981433929078251</c:v>
                </c:pt>
                <c:pt idx="5909">
                  <c:v>0.27392174781052536</c:v>
                </c:pt>
                <c:pt idx="5910">
                  <c:v>0.26845714556812289</c:v>
                </c:pt>
                <c:pt idx="5911">
                  <c:v>0.23219372037696423</c:v>
                </c:pt>
                <c:pt idx="5912">
                  <c:v>0.1954954135373633</c:v>
                </c:pt>
                <c:pt idx="5913">
                  <c:v>0.11390667691683568</c:v>
                </c:pt>
                <c:pt idx="5914">
                  <c:v>1.9560214100206925E-2</c:v>
                </c:pt>
                <c:pt idx="5915">
                  <c:v>1.173040766509436E-2</c:v>
                </c:pt>
                <c:pt idx="5916">
                  <c:v>1.0381440770287978E-2</c:v>
                </c:pt>
                <c:pt idx="5917">
                  <c:v>6.5009363619808096E-3</c:v>
                </c:pt>
                <c:pt idx="5918">
                  <c:v>-9.3890454050234495E-2</c:v>
                </c:pt>
                <c:pt idx="5919">
                  <c:v>-0.26541394124205131</c:v>
                </c:pt>
                <c:pt idx="5920">
                  <c:v>-6.9498725470337183E-2</c:v>
                </c:pt>
                <c:pt idx="5921">
                  <c:v>1.2631280663195192E-3</c:v>
                </c:pt>
                <c:pt idx="5922">
                  <c:v>3.9322700118579572E-3</c:v>
                </c:pt>
                <c:pt idx="5923">
                  <c:v>6.1575902556287622E-3</c:v>
                </c:pt>
                <c:pt idx="5924">
                  <c:v>7.9766483607647039E-3</c:v>
                </c:pt>
                <c:pt idx="5925">
                  <c:v>1.1867931405412344E-2</c:v>
                </c:pt>
                <c:pt idx="5926">
                  <c:v>1.6658519646362474E-2</c:v>
                </c:pt>
                <c:pt idx="5927">
                  <c:v>1.8701521695756368E-2</c:v>
                </c:pt>
                <c:pt idx="5928">
                  <c:v>1.6356962879356635E-2</c:v>
                </c:pt>
                <c:pt idx="5929">
                  <c:v>2.1012204894321682E-2</c:v>
                </c:pt>
                <c:pt idx="5930">
                  <c:v>2.5679387222228584E-2</c:v>
                </c:pt>
                <c:pt idx="5931">
                  <c:v>2.3159062798024262E-2</c:v>
                </c:pt>
                <c:pt idx="5932">
                  <c:v>2.7097383208911779E-2</c:v>
                </c:pt>
                <c:pt idx="5933">
                  <c:v>2.5053073087645723E-2</c:v>
                </c:pt>
                <c:pt idx="5934">
                  <c:v>1.0556172992768283E-2</c:v>
                </c:pt>
                <c:pt idx="5935">
                  <c:v>1.2847966892042026E-2</c:v>
                </c:pt>
                <c:pt idx="5936">
                  <c:v>1.5478812196300554E-2</c:v>
                </c:pt>
                <c:pt idx="5937">
                  <c:v>2.8660272756636684E-2</c:v>
                </c:pt>
                <c:pt idx="5938">
                  <c:v>1.4628308196342919E-2</c:v>
                </c:pt>
                <c:pt idx="5939">
                  <c:v>-3.9724554587445365E-2</c:v>
                </c:pt>
                <c:pt idx="5940">
                  <c:v>-0.26939071072818827</c:v>
                </c:pt>
                <c:pt idx="5941">
                  <c:v>-0.28095183779019445</c:v>
                </c:pt>
                <c:pt idx="5942">
                  <c:v>-0.21480408801476003</c:v>
                </c:pt>
                <c:pt idx="5943">
                  <c:v>-0.22685509979981203</c:v>
                </c:pt>
                <c:pt idx="5944">
                  <c:v>-0.201091754429192</c:v>
                </c:pt>
                <c:pt idx="5945">
                  <c:v>-0.22616810029403434</c:v>
                </c:pt>
                <c:pt idx="5946">
                  <c:v>-0.22098156632372021</c:v>
                </c:pt>
                <c:pt idx="5947">
                  <c:v>-0.16313600014617813</c:v>
                </c:pt>
                <c:pt idx="5948">
                  <c:v>-0.15114137458782437</c:v>
                </c:pt>
                <c:pt idx="5949">
                  <c:v>-2.1601849733183354E-2</c:v>
                </c:pt>
                <c:pt idx="5950">
                  <c:v>-0.10151666967449387</c:v>
                </c:pt>
                <c:pt idx="5951">
                  <c:v>-1.4105179182090468E-3</c:v>
                </c:pt>
                <c:pt idx="5952">
                  <c:v>2.3688926711542806E-3</c:v>
                </c:pt>
                <c:pt idx="5953">
                  <c:v>-6.4663503094448255E-4</c:v>
                </c:pt>
                <c:pt idx="5954">
                  <c:v>1.1765017007445791E-2</c:v>
                </c:pt>
                <c:pt idx="5955">
                  <c:v>2.8093320064582351E-2</c:v>
                </c:pt>
                <c:pt idx="5956">
                  <c:v>2.4682791187714243E-2</c:v>
                </c:pt>
                <c:pt idx="5957">
                  <c:v>2.2313944195582414E-2</c:v>
                </c:pt>
                <c:pt idx="5958">
                  <c:v>2.031741938768835E-2</c:v>
                </c:pt>
                <c:pt idx="5959">
                  <c:v>1.4016129864466499E-2</c:v>
                </c:pt>
                <c:pt idx="5960">
                  <c:v>1.5617966750480395E-2</c:v>
                </c:pt>
                <c:pt idx="5961">
                  <c:v>1.4677969306710897E-2</c:v>
                </c:pt>
                <c:pt idx="5962">
                  <c:v>2.6115503302108517E-2</c:v>
                </c:pt>
                <c:pt idx="5963">
                  <c:v>2.4613413499958666E-3</c:v>
                </c:pt>
                <c:pt idx="5964">
                  <c:v>-0.29163304325993428</c:v>
                </c:pt>
                <c:pt idx="5965">
                  <c:v>-0.26603412055540454</c:v>
                </c:pt>
                <c:pt idx="5966">
                  <c:v>-0.18836665902686367</c:v>
                </c:pt>
                <c:pt idx="5967">
                  <c:v>-0.13879567268639917</c:v>
                </c:pt>
                <c:pt idx="5968">
                  <c:v>-0.15725473470287621</c:v>
                </c:pt>
                <c:pt idx="5969">
                  <c:v>-0.10195516001379948</c:v>
                </c:pt>
                <c:pt idx="5970">
                  <c:v>-6.4444793599627501E-2</c:v>
                </c:pt>
                <c:pt idx="5971">
                  <c:v>-8.8871433875792716E-2</c:v>
                </c:pt>
                <c:pt idx="5972">
                  <c:v>-9.0403503729945874E-3</c:v>
                </c:pt>
                <c:pt idx="5973">
                  <c:v>1.3529887432276122E-2</c:v>
                </c:pt>
                <c:pt idx="5974">
                  <c:v>1.9732330428016972E-2</c:v>
                </c:pt>
                <c:pt idx="5975">
                  <c:v>2.9102088524108286E-2</c:v>
                </c:pt>
                <c:pt idx="5976">
                  <c:v>2.179367038843532E-2</c:v>
                </c:pt>
                <c:pt idx="5977">
                  <c:v>2.270408122301799E-2</c:v>
                </c:pt>
                <c:pt idx="5978">
                  <c:v>2.3783404884870737E-2</c:v>
                </c:pt>
                <c:pt idx="5979">
                  <c:v>2.1532767229192461E-2</c:v>
                </c:pt>
                <c:pt idx="5980">
                  <c:v>2.3970714692371806E-2</c:v>
                </c:pt>
                <c:pt idx="5981">
                  <c:v>2.1888126842158621E-2</c:v>
                </c:pt>
                <c:pt idx="5982">
                  <c:v>2.0071791359227868E-2</c:v>
                </c:pt>
                <c:pt idx="5983">
                  <c:v>1.7311116515068125E-2</c:v>
                </c:pt>
                <c:pt idx="5984">
                  <c:v>2.0975697311805971E-2</c:v>
                </c:pt>
                <c:pt idx="5985">
                  <c:v>2.520982725652187E-2</c:v>
                </c:pt>
                <c:pt idx="5986">
                  <c:v>2.7889039260605097E-2</c:v>
                </c:pt>
                <c:pt idx="5987">
                  <c:v>2.3670093342630642E-2</c:v>
                </c:pt>
                <c:pt idx="5988">
                  <c:v>2.8839772208520562E-2</c:v>
                </c:pt>
                <c:pt idx="5989">
                  <c:v>2.9257248518039122E-2</c:v>
                </c:pt>
                <c:pt idx="5990">
                  <c:v>2.6512900655586997E-2</c:v>
                </c:pt>
                <c:pt idx="5991">
                  <c:v>2.44214631902855E-2</c:v>
                </c:pt>
                <c:pt idx="5992">
                  <c:v>3.5184603642593321E-2</c:v>
                </c:pt>
                <c:pt idx="5993">
                  <c:v>1.9802828371388241E-2</c:v>
                </c:pt>
                <c:pt idx="5994">
                  <c:v>2.1797276944169938E-2</c:v>
                </c:pt>
                <c:pt idx="5995">
                  <c:v>2.5671126595839762E-2</c:v>
                </c:pt>
                <c:pt idx="5996">
                  <c:v>2.4168946729155375E-2</c:v>
                </c:pt>
                <c:pt idx="5997">
                  <c:v>2.7801714009163411E-2</c:v>
                </c:pt>
                <c:pt idx="5998">
                  <c:v>2.2895993396399927E-2</c:v>
                </c:pt>
                <c:pt idx="5999">
                  <c:v>0.16660338481776146</c:v>
                </c:pt>
                <c:pt idx="6000">
                  <c:v>0.27196911145585578</c:v>
                </c:pt>
                <c:pt idx="6001">
                  <c:v>0.221691786848284</c:v>
                </c:pt>
                <c:pt idx="6002">
                  <c:v>0.20979526738773083</c:v>
                </c:pt>
                <c:pt idx="6003">
                  <c:v>0.18026985633499909</c:v>
                </c:pt>
                <c:pt idx="6004">
                  <c:v>0.16991711669369494</c:v>
                </c:pt>
                <c:pt idx="6005">
                  <c:v>0.16358967304064034</c:v>
                </c:pt>
                <c:pt idx="6006">
                  <c:v>0.15736146565973094</c:v>
                </c:pt>
                <c:pt idx="6007">
                  <c:v>0.15244735218768191</c:v>
                </c:pt>
                <c:pt idx="6008">
                  <c:v>0.14146504747049546</c:v>
                </c:pt>
                <c:pt idx="6009">
                  <c:v>0.1323764910616704</c:v>
                </c:pt>
                <c:pt idx="6010">
                  <c:v>4.9676727975277557E-2</c:v>
                </c:pt>
                <c:pt idx="6011">
                  <c:v>2.3527061383524658E-2</c:v>
                </c:pt>
                <c:pt idx="6012">
                  <c:v>2.0751932369450582E-2</c:v>
                </c:pt>
                <c:pt idx="6013">
                  <c:v>2.1634458419329216E-2</c:v>
                </c:pt>
                <c:pt idx="6014">
                  <c:v>3.7305756607374327E-2</c:v>
                </c:pt>
                <c:pt idx="6015">
                  <c:v>2.1628525677290532E-2</c:v>
                </c:pt>
                <c:pt idx="6016">
                  <c:v>-5.4952017230747224E-3</c:v>
                </c:pt>
                <c:pt idx="6017">
                  <c:v>-5.0758663999591586E-2</c:v>
                </c:pt>
                <c:pt idx="6018">
                  <c:v>-0.10782407883292576</c:v>
                </c:pt>
                <c:pt idx="6019">
                  <c:v>-0.11247725004095681</c:v>
                </c:pt>
                <c:pt idx="6020">
                  <c:v>-2.3730990096198272E-2</c:v>
                </c:pt>
                <c:pt idx="6021">
                  <c:v>2.0243010433913945E-2</c:v>
                </c:pt>
                <c:pt idx="6022">
                  <c:v>1.8133332554178573E-2</c:v>
                </c:pt>
                <c:pt idx="6023">
                  <c:v>2.3412364929734166E-2</c:v>
                </c:pt>
                <c:pt idx="6024">
                  <c:v>2.2032774836988473E-2</c:v>
                </c:pt>
                <c:pt idx="6025">
                  <c:v>2.1586447321847762E-2</c:v>
                </c:pt>
                <c:pt idx="6026">
                  <c:v>2.1148104268636728E-2</c:v>
                </c:pt>
                <c:pt idx="6027">
                  <c:v>0.13925244244535034</c:v>
                </c:pt>
                <c:pt idx="6028">
                  <c:v>0.25201160560021058</c:v>
                </c:pt>
                <c:pt idx="6029">
                  <c:v>0.24313418569472639</c:v>
                </c:pt>
                <c:pt idx="6030">
                  <c:v>0.20650644526987805</c:v>
                </c:pt>
                <c:pt idx="6031">
                  <c:v>0.17912177285133543</c:v>
                </c:pt>
                <c:pt idx="6032">
                  <c:v>0.11571775715573422</c:v>
                </c:pt>
                <c:pt idx="6033">
                  <c:v>3.6866193280595649E-2</c:v>
                </c:pt>
                <c:pt idx="6034">
                  <c:v>2.8985804131301324E-2</c:v>
                </c:pt>
                <c:pt idx="6035">
                  <c:v>2.0039315967567056E-2</c:v>
                </c:pt>
                <c:pt idx="6036">
                  <c:v>2.1229467399814808E-2</c:v>
                </c:pt>
                <c:pt idx="6037">
                  <c:v>1.4248446045357094E-2</c:v>
                </c:pt>
                <c:pt idx="6038">
                  <c:v>-7.9056677056936572E-2</c:v>
                </c:pt>
                <c:pt idx="6039">
                  <c:v>-9.4682189070974376E-3</c:v>
                </c:pt>
                <c:pt idx="6040">
                  <c:v>-6.8097497410759947E-2</c:v>
                </c:pt>
                <c:pt idx="6041">
                  <c:v>-9.870449287016253E-2</c:v>
                </c:pt>
                <c:pt idx="6042">
                  <c:v>-0.1014584438754044</c:v>
                </c:pt>
                <c:pt idx="6043">
                  <c:v>-2.8329451384411227E-2</c:v>
                </c:pt>
                <c:pt idx="6044">
                  <c:v>4.9741518136487226E-3</c:v>
                </c:pt>
                <c:pt idx="6045">
                  <c:v>-1.2376267110479709E-2</c:v>
                </c:pt>
                <c:pt idx="6046">
                  <c:v>1.868895757883254E-2</c:v>
                </c:pt>
                <c:pt idx="6047">
                  <c:v>2.1486449010850932E-2</c:v>
                </c:pt>
                <c:pt idx="6048">
                  <c:v>1.9718946815589448E-2</c:v>
                </c:pt>
                <c:pt idx="6049">
                  <c:v>2.223804843250737E-2</c:v>
                </c:pt>
                <c:pt idx="6050">
                  <c:v>2.1122605047501734E-2</c:v>
                </c:pt>
                <c:pt idx="6051">
                  <c:v>2.242606650059106E-2</c:v>
                </c:pt>
                <c:pt idx="6052">
                  <c:v>2.2641481832248719E-2</c:v>
                </c:pt>
                <c:pt idx="6053">
                  <c:v>2.226642884415201E-2</c:v>
                </c:pt>
                <c:pt idx="6054">
                  <c:v>2.0690218570652039E-2</c:v>
                </c:pt>
                <c:pt idx="6055">
                  <c:v>2.0456113859880852E-2</c:v>
                </c:pt>
                <c:pt idx="6056">
                  <c:v>1.772337684109734E-2</c:v>
                </c:pt>
                <c:pt idx="6057">
                  <c:v>2.1254620408920403E-2</c:v>
                </c:pt>
                <c:pt idx="6058">
                  <c:v>7.4955769831330753E-3</c:v>
                </c:pt>
                <c:pt idx="6059">
                  <c:v>-5.5988042570665489E-2</c:v>
                </c:pt>
                <c:pt idx="6060">
                  <c:v>-0.15185426024123377</c:v>
                </c:pt>
                <c:pt idx="6061">
                  <c:v>-8.7472619652051262E-2</c:v>
                </c:pt>
                <c:pt idx="6062">
                  <c:v>-0.18273218070453123</c:v>
                </c:pt>
                <c:pt idx="6063">
                  <c:v>-9.9365668983152328E-2</c:v>
                </c:pt>
                <c:pt idx="6064">
                  <c:v>-0.31899151558307265</c:v>
                </c:pt>
                <c:pt idx="6065">
                  <c:v>-0.15083726335326428</c:v>
                </c:pt>
                <c:pt idx="6066">
                  <c:v>-0.21099839171036247</c:v>
                </c:pt>
                <c:pt idx="6067">
                  <c:v>-0.21496077500971866</c:v>
                </c:pt>
                <c:pt idx="6068">
                  <c:v>-0.1972499189353239</c:v>
                </c:pt>
                <c:pt idx="6069">
                  <c:v>-0.20245289814403694</c:v>
                </c:pt>
                <c:pt idx="6070">
                  <c:v>-6.8407942383933398E-2</c:v>
                </c:pt>
                <c:pt idx="6071">
                  <c:v>1.5952660008295531E-2</c:v>
                </c:pt>
                <c:pt idx="6072">
                  <c:v>2.0226829423033249E-2</c:v>
                </c:pt>
                <c:pt idx="6073">
                  <c:v>1.7699834321028111E-2</c:v>
                </c:pt>
                <c:pt idx="6074">
                  <c:v>1.3521099002117693E-2</c:v>
                </c:pt>
                <c:pt idx="6075">
                  <c:v>1.3040867386175594E-2</c:v>
                </c:pt>
                <c:pt idx="6076">
                  <c:v>1.8462206602343458E-2</c:v>
                </c:pt>
                <c:pt idx="6077">
                  <c:v>2.5410890362817837E-2</c:v>
                </c:pt>
                <c:pt idx="6078">
                  <c:v>1.897890606188752E-2</c:v>
                </c:pt>
                <c:pt idx="6079">
                  <c:v>1.3509543127321656E-2</c:v>
                </c:pt>
                <c:pt idx="6080">
                  <c:v>-0.11101016644585236</c:v>
                </c:pt>
                <c:pt idx="6081">
                  <c:v>-0.14848864911168025</c:v>
                </c:pt>
                <c:pt idx="6082">
                  <c:v>-0.20032475080852663</c:v>
                </c:pt>
                <c:pt idx="6083">
                  <c:v>-0.21189408258042655</c:v>
                </c:pt>
                <c:pt idx="6084">
                  <c:v>-0.33255271146638221</c:v>
                </c:pt>
                <c:pt idx="6085">
                  <c:v>-0.3184741200327883</c:v>
                </c:pt>
                <c:pt idx="6086">
                  <c:v>-0.3019236078219687</c:v>
                </c:pt>
                <c:pt idx="6087">
                  <c:v>-0.3365221557292456</c:v>
                </c:pt>
                <c:pt idx="6088">
                  <c:v>-0.34661091649460979</c:v>
                </c:pt>
                <c:pt idx="6089">
                  <c:v>-0.24413751144078555</c:v>
                </c:pt>
                <c:pt idx="6090">
                  <c:v>-0.34869239826042225</c:v>
                </c:pt>
                <c:pt idx="6091">
                  <c:v>-0.1791168984098252</c:v>
                </c:pt>
                <c:pt idx="6092">
                  <c:v>-0.26193088302989415</c:v>
                </c:pt>
                <c:pt idx="6093">
                  <c:v>-0.23567299439434394</c:v>
                </c:pt>
                <c:pt idx="6094">
                  <c:v>-0.23478330393277044</c:v>
                </c:pt>
                <c:pt idx="6095">
                  <c:v>-0.18462028773342412</c:v>
                </c:pt>
                <c:pt idx="6096">
                  <c:v>-7.5908371282936505E-3</c:v>
                </c:pt>
                <c:pt idx="6097">
                  <c:v>-1.1584988913808008E-2</c:v>
                </c:pt>
                <c:pt idx="6098">
                  <c:v>-1.0084668388443805E-2</c:v>
                </c:pt>
                <c:pt idx="6099">
                  <c:v>3.573948152535227E-3</c:v>
                </c:pt>
                <c:pt idx="6100">
                  <c:v>1.1734265564852494E-2</c:v>
                </c:pt>
                <c:pt idx="6101">
                  <c:v>1.7521447428857275E-2</c:v>
                </c:pt>
                <c:pt idx="6102">
                  <c:v>1.4948269622571331E-2</c:v>
                </c:pt>
                <c:pt idx="6103">
                  <c:v>-0.14580468359765469</c:v>
                </c:pt>
                <c:pt idx="6104">
                  <c:v>-0.29502655197471422</c:v>
                </c:pt>
                <c:pt idx="6105">
                  <c:v>-0.18586544140254099</c:v>
                </c:pt>
                <c:pt idx="6106">
                  <c:v>-0.24798896293810352</c:v>
                </c:pt>
                <c:pt idx="6107">
                  <c:v>-0.27012959573105505</c:v>
                </c:pt>
                <c:pt idx="6108">
                  <c:v>-0.35456992256330133</c:v>
                </c:pt>
                <c:pt idx="6109">
                  <c:v>-0.33506928806725284</c:v>
                </c:pt>
                <c:pt idx="6110">
                  <c:v>-0.373528903928872</c:v>
                </c:pt>
                <c:pt idx="6111">
                  <c:v>-0.4581855300737287</c:v>
                </c:pt>
                <c:pt idx="6112">
                  <c:v>-0.39699556904189193</c:v>
                </c:pt>
                <c:pt idx="6113">
                  <c:v>-0.38377855911306902</c:v>
                </c:pt>
                <c:pt idx="6114">
                  <c:v>-0.37565564288447384</c:v>
                </c:pt>
                <c:pt idx="6115">
                  <c:v>-0.3274474421409807</c:v>
                </c:pt>
                <c:pt idx="6116">
                  <c:v>-0.32386822121046877</c:v>
                </c:pt>
                <c:pt idx="6117">
                  <c:v>-0.31911449023023192</c:v>
                </c:pt>
                <c:pt idx="6118">
                  <c:v>-0.26589802248587913</c:v>
                </c:pt>
                <c:pt idx="6119">
                  <c:v>-0.10268356972514067</c:v>
                </c:pt>
                <c:pt idx="6120">
                  <c:v>8.7438358811253152E-3</c:v>
                </c:pt>
                <c:pt idx="6121">
                  <c:v>1.6852191867875625E-2</c:v>
                </c:pt>
                <c:pt idx="6122">
                  <c:v>2.0535945810114319E-2</c:v>
                </c:pt>
                <c:pt idx="6123">
                  <c:v>9.3785533547710489E-3</c:v>
                </c:pt>
                <c:pt idx="6124">
                  <c:v>1.8474734806071848E-2</c:v>
                </c:pt>
                <c:pt idx="6125">
                  <c:v>1.7644463309716477E-2</c:v>
                </c:pt>
                <c:pt idx="6126">
                  <c:v>2.1663387745236368E-2</c:v>
                </c:pt>
                <c:pt idx="6127">
                  <c:v>-7.0842948380291607E-2</c:v>
                </c:pt>
                <c:pt idx="6128">
                  <c:v>-0.12796673829574834</c:v>
                </c:pt>
                <c:pt idx="6129">
                  <c:v>-3.6182353109909658E-2</c:v>
                </c:pt>
                <c:pt idx="6130">
                  <c:v>-6.4166336699075455E-2</c:v>
                </c:pt>
                <c:pt idx="6131">
                  <c:v>-0.11504616735878712</c:v>
                </c:pt>
                <c:pt idx="6132">
                  <c:v>-0.11369670317655323</c:v>
                </c:pt>
                <c:pt idx="6133">
                  <c:v>-0.18177836784933221</c:v>
                </c:pt>
                <c:pt idx="6134">
                  <c:v>-0.1510585872228847</c:v>
                </c:pt>
                <c:pt idx="6135">
                  <c:v>-0.17638576225726993</c:v>
                </c:pt>
                <c:pt idx="6136">
                  <c:v>-0.25162447958767031</c:v>
                </c:pt>
                <c:pt idx="6137">
                  <c:v>-0.21115319794275705</c:v>
                </c:pt>
                <c:pt idx="6138">
                  <c:v>-0.22172450627211582</c:v>
                </c:pt>
                <c:pt idx="6139">
                  <c:v>-0.212698307416747</c:v>
                </c:pt>
                <c:pt idx="6140">
                  <c:v>-0.16696530929135178</c:v>
                </c:pt>
                <c:pt idx="6141">
                  <c:v>-0.17798042055857632</c:v>
                </c:pt>
                <c:pt idx="6142">
                  <c:v>-0.14190038554575379</c:v>
                </c:pt>
                <c:pt idx="6143">
                  <c:v>-4.1669077856465155E-2</c:v>
                </c:pt>
                <c:pt idx="6144">
                  <c:v>-6.2491600116017891E-3</c:v>
                </c:pt>
                <c:pt idx="6145">
                  <c:v>4.4578696784842589E-3</c:v>
                </c:pt>
                <c:pt idx="6146">
                  <c:v>6.6622104764794653E-3</c:v>
                </c:pt>
                <c:pt idx="6147">
                  <c:v>9.4756766169226958E-3</c:v>
                </c:pt>
                <c:pt idx="6148">
                  <c:v>1.3893194912212074E-2</c:v>
                </c:pt>
                <c:pt idx="6149">
                  <c:v>1.6135555488097759E-2</c:v>
                </c:pt>
                <c:pt idx="6150">
                  <c:v>1.2263307856641287E-2</c:v>
                </c:pt>
                <c:pt idx="6151">
                  <c:v>-0.1396676092348122</c:v>
                </c:pt>
                <c:pt idx="6152">
                  <c:v>-0.22328917091934197</c:v>
                </c:pt>
                <c:pt idx="6153">
                  <c:v>-0.19172463036514384</c:v>
                </c:pt>
                <c:pt idx="6154">
                  <c:v>-0.23802056212809383</c:v>
                </c:pt>
                <c:pt idx="6155">
                  <c:v>-0.36392518402757568</c:v>
                </c:pt>
                <c:pt idx="6156">
                  <c:v>-0.25901327596491963</c:v>
                </c:pt>
                <c:pt idx="6157">
                  <c:v>-0.25218444159581305</c:v>
                </c:pt>
                <c:pt idx="6158">
                  <c:v>-0.29460747664811782</c:v>
                </c:pt>
                <c:pt idx="6159">
                  <c:v>-0.3210213638377914</c:v>
                </c:pt>
                <c:pt idx="6160">
                  <c:v>-0.29748739160803644</c:v>
                </c:pt>
                <c:pt idx="6161">
                  <c:v>-0.27920369253220267</c:v>
                </c:pt>
                <c:pt idx="6162">
                  <c:v>-0.24814889806729781</c:v>
                </c:pt>
                <c:pt idx="6163">
                  <c:v>-0.21351753377143787</c:v>
                </c:pt>
                <c:pt idx="6164">
                  <c:v>-0.19438658336677492</c:v>
                </c:pt>
                <c:pt idx="6165">
                  <c:v>-0.10387344078385979</c:v>
                </c:pt>
                <c:pt idx="6166">
                  <c:v>-0.12032899826534114</c:v>
                </c:pt>
                <c:pt idx="6167">
                  <c:v>-4.0775347872283277E-2</c:v>
                </c:pt>
                <c:pt idx="6168">
                  <c:v>1.2060481959438459E-2</c:v>
                </c:pt>
                <c:pt idx="6169">
                  <c:v>1.3022133010846582E-2</c:v>
                </c:pt>
                <c:pt idx="6170">
                  <c:v>8.5103785355314151E-3</c:v>
                </c:pt>
                <c:pt idx="6171">
                  <c:v>1.1582213377506367E-2</c:v>
                </c:pt>
                <c:pt idx="6172">
                  <c:v>1.7468527019211186E-2</c:v>
                </c:pt>
                <c:pt idx="6173">
                  <c:v>1.8369097062621801E-2</c:v>
                </c:pt>
                <c:pt idx="6174">
                  <c:v>2.1612201826283851E-2</c:v>
                </c:pt>
                <c:pt idx="6175">
                  <c:v>-0.10037317523043987</c:v>
                </c:pt>
                <c:pt idx="6176">
                  <c:v>-0.21557541671388841</c:v>
                </c:pt>
                <c:pt idx="6177">
                  <c:v>-0.2330004148506464</c:v>
                </c:pt>
                <c:pt idx="6178">
                  <c:v>-0.35903942001660966</c:v>
                </c:pt>
                <c:pt idx="6179">
                  <c:v>-0.37133617268851099</c:v>
                </c:pt>
                <c:pt idx="6180">
                  <c:v>-0.38906543860571335</c:v>
                </c:pt>
                <c:pt idx="6181">
                  <c:v>-0.45890114862230208</c:v>
                </c:pt>
                <c:pt idx="6182">
                  <c:v>-0.25632296966493462</c:v>
                </c:pt>
                <c:pt idx="6183">
                  <c:v>-0.16370244987174878</c:v>
                </c:pt>
                <c:pt idx="6184">
                  <c:v>-0.19167443931788114</c:v>
                </c:pt>
                <c:pt idx="6185">
                  <c:v>-0.21571822420735412</c:v>
                </c:pt>
                <c:pt idx="6186">
                  <c:v>-0.25310938189918319</c:v>
                </c:pt>
                <c:pt idx="6187">
                  <c:v>-0.27665420272341151</c:v>
                </c:pt>
                <c:pt idx="6188">
                  <c:v>-0.26179482489361816</c:v>
                </c:pt>
                <c:pt idx="6189">
                  <c:v>-0.18794437269492381</c:v>
                </c:pt>
                <c:pt idx="6190">
                  <c:v>-0.21980177413208421</c:v>
                </c:pt>
                <c:pt idx="6191">
                  <c:v>-0.1000033598955115</c:v>
                </c:pt>
                <c:pt idx="6192">
                  <c:v>-1.4471612123343031E-3</c:v>
                </c:pt>
                <c:pt idx="6193">
                  <c:v>-2.1789021312177003E-3</c:v>
                </c:pt>
                <c:pt idx="6194">
                  <c:v>1.8148679964138381E-3</c:v>
                </c:pt>
                <c:pt idx="6195">
                  <c:v>1.2663690445171833E-2</c:v>
                </c:pt>
                <c:pt idx="6196">
                  <c:v>1.7172841446580007E-2</c:v>
                </c:pt>
                <c:pt idx="6197">
                  <c:v>1.8136302622237525E-2</c:v>
                </c:pt>
                <c:pt idx="6198">
                  <c:v>1.9442044712893829E-2</c:v>
                </c:pt>
                <c:pt idx="6199">
                  <c:v>2.1244897960740056E-2</c:v>
                </c:pt>
                <c:pt idx="6200">
                  <c:v>2.1857344985490985E-2</c:v>
                </c:pt>
                <c:pt idx="6201">
                  <c:v>2.1310611921795349E-2</c:v>
                </c:pt>
                <c:pt idx="6202">
                  <c:v>-0.12305686125874425</c:v>
                </c:pt>
                <c:pt idx="6203">
                  <c:v>-0.19919405658932562</c:v>
                </c:pt>
                <c:pt idx="6204">
                  <c:v>-0.18184608666411767</c:v>
                </c:pt>
                <c:pt idx="6205">
                  <c:v>-0.22589421359319711</c:v>
                </c:pt>
                <c:pt idx="6206">
                  <c:v>-0.25985730461783652</c:v>
                </c:pt>
                <c:pt idx="6207">
                  <c:v>-0.24460974372712599</c:v>
                </c:pt>
                <c:pt idx="6208">
                  <c:v>-0.30135448713905483</c:v>
                </c:pt>
                <c:pt idx="6209">
                  <c:v>-0.28340204509260547</c:v>
                </c:pt>
                <c:pt idx="6210">
                  <c:v>-6.9890832682365539E-2</c:v>
                </c:pt>
                <c:pt idx="6211">
                  <c:v>-0.16597537805839377</c:v>
                </c:pt>
                <c:pt idx="6212">
                  <c:v>-0.13140130753612514</c:v>
                </c:pt>
                <c:pt idx="6213">
                  <c:v>-9.4120607885852747E-2</c:v>
                </c:pt>
                <c:pt idx="6214">
                  <c:v>-0.17119697298696693</c:v>
                </c:pt>
                <c:pt idx="6215">
                  <c:v>-2.8233226799397923E-2</c:v>
                </c:pt>
                <c:pt idx="6216">
                  <c:v>-2.7569706481950243E-2</c:v>
                </c:pt>
                <c:pt idx="6217">
                  <c:v>3.000920014322471E-3</c:v>
                </c:pt>
                <c:pt idx="6218">
                  <c:v>1.2698195558478799E-2</c:v>
                </c:pt>
                <c:pt idx="6219">
                  <c:v>1.2710193216737133E-2</c:v>
                </c:pt>
                <c:pt idx="6220">
                  <c:v>2.0110592256112211E-2</c:v>
                </c:pt>
                <c:pt idx="6221">
                  <c:v>2.132567806139455E-2</c:v>
                </c:pt>
                <c:pt idx="6222">
                  <c:v>2.1278669728796301E-2</c:v>
                </c:pt>
                <c:pt idx="6223">
                  <c:v>2.2855451290419018E-2</c:v>
                </c:pt>
                <c:pt idx="6224">
                  <c:v>2.2931401212696351E-2</c:v>
                </c:pt>
                <c:pt idx="6225">
                  <c:v>2.4666542825633721E-2</c:v>
                </c:pt>
                <c:pt idx="6226">
                  <c:v>2.7088460332391189E-2</c:v>
                </c:pt>
                <c:pt idx="6227">
                  <c:v>2.4835511543678898E-2</c:v>
                </c:pt>
                <c:pt idx="6228">
                  <c:v>2.6985236983235267E-2</c:v>
                </c:pt>
                <c:pt idx="6229">
                  <c:v>2.2817862662793474E-2</c:v>
                </c:pt>
                <c:pt idx="6230">
                  <c:v>2.0852567377973089E-2</c:v>
                </c:pt>
                <c:pt idx="6231">
                  <c:v>2.2223553361566364E-2</c:v>
                </c:pt>
                <c:pt idx="6232">
                  <c:v>2.524052765345949E-2</c:v>
                </c:pt>
                <c:pt idx="6233">
                  <c:v>2.5436603871603389E-2</c:v>
                </c:pt>
                <c:pt idx="6234">
                  <c:v>2.3558779815374273E-2</c:v>
                </c:pt>
                <c:pt idx="6235">
                  <c:v>2.8906788780320769E-2</c:v>
                </c:pt>
                <c:pt idx="6236">
                  <c:v>2.3846247837875045E-2</c:v>
                </c:pt>
                <c:pt idx="6237">
                  <c:v>2.6948994147272771E-2</c:v>
                </c:pt>
                <c:pt idx="6238">
                  <c:v>2.356141163464855E-2</c:v>
                </c:pt>
                <c:pt idx="6239">
                  <c:v>2.5815532818142448E-2</c:v>
                </c:pt>
                <c:pt idx="6240">
                  <c:v>2.6224372948429591E-2</c:v>
                </c:pt>
                <c:pt idx="6241">
                  <c:v>2.2896452065299191E-2</c:v>
                </c:pt>
                <c:pt idx="6242">
                  <c:v>2.264927401123415E-2</c:v>
                </c:pt>
                <c:pt idx="6243">
                  <c:v>2.2638192976687562E-2</c:v>
                </c:pt>
                <c:pt idx="6244">
                  <c:v>2.2769791988700931E-2</c:v>
                </c:pt>
                <c:pt idx="6245">
                  <c:v>2.150053225253272E-2</c:v>
                </c:pt>
                <c:pt idx="6246">
                  <c:v>2.0955624002021795E-2</c:v>
                </c:pt>
                <c:pt idx="6247">
                  <c:v>2.0144229793559409E-2</c:v>
                </c:pt>
                <c:pt idx="6248">
                  <c:v>2.1729512085093657E-2</c:v>
                </c:pt>
                <c:pt idx="6249">
                  <c:v>2.0291117421660163E-2</c:v>
                </c:pt>
                <c:pt idx="6250">
                  <c:v>2.3265593154112474E-2</c:v>
                </c:pt>
                <c:pt idx="6251">
                  <c:v>2.391350426930583E-2</c:v>
                </c:pt>
                <c:pt idx="6252">
                  <c:v>2.2306282486357572E-2</c:v>
                </c:pt>
                <c:pt idx="6253">
                  <c:v>1.9058805868909463E-2</c:v>
                </c:pt>
                <c:pt idx="6254">
                  <c:v>5.0355165574389009E-3</c:v>
                </c:pt>
                <c:pt idx="6255">
                  <c:v>-8.5973288391167732E-2</c:v>
                </c:pt>
                <c:pt idx="6256">
                  <c:v>-0.1337313819799622</c:v>
                </c:pt>
                <c:pt idx="6257">
                  <c:v>-0.10783798749859143</c:v>
                </c:pt>
                <c:pt idx="6258">
                  <c:v>-0.11173001244748028</c:v>
                </c:pt>
                <c:pt idx="6259">
                  <c:v>-8.7075890725482774E-2</c:v>
                </c:pt>
                <c:pt idx="6260">
                  <c:v>-4.1096442134181253E-2</c:v>
                </c:pt>
                <c:pt idx="6261">
                  <c:v>1.5130117490840379E-2</c:v>
                </c:pt>
                <c:pt idx="6262">
                  <c:v>1.8145662487097387E-2</c:v>
                </c:pt>
                <c:pt idx="6263">
                  <c:v>2.418232281412187E-2</c:v>
                </c:pt>
                <c:pt idx="6264">
                  <c:v>2.5735249777550911E-2</c:v>
                </c:pt>
                <c:pt idx="6265">
                  <c:v>2.063092195622521E-2</c:v>
                </c:pt>
                <c:pt idx="6266">
                  <c:v>2.3113702472435493E-2</c:v>
                </c:pt>
                <c:pt idx="6267">
                  <c:v>2.3435392057793169E-2</c:v>
                </c:pt>
                <c:pt idx="6268">
                  <c:v>2.0484543558796427E-2</c:v>
                </c:pt>
                <c:pt idx="6269">
                  <c:v>2.3640937543527311E-2</c:v>
                </c:pt>
                <c:pt idx="6270">
                  <c:v>2.4669600566635929E-2</c:v>
                </c:pt>
                <c:pt idx="6271">
                  <c:v>2.1985650123129898E-2</c:v>
                </c:pt>
                <c:pt idx="6272">
                  <c:v>1.9522747995946051E-2</c:v>
                </c:pt>
                <c:pt idx="6273">
                  <c:v>2.2181604567338139E-2</c:v>
                </c:pt>
                <c:pt idx="6274">
                  <c:v>2.2506826248294226E-2</c:v>
                </c:pt>
                <c:pt idx="6275">
                  <c:v>3.1170363368337971E-2</c:v>
                </c:pt>
                <c:pt idx="6276">
                  <c:v>-0.19513884388600089</c:v>
                </c:pt>
                <c:pt idx="6277">
                  <c:v>-0.1645231823073926</c:v>
                </c:pt>
                <c:pt idx="6278">
                  <c:v>-0.15071112487014554</c:v>
                </c:pt>
                <c:pt idx="6279">
                  <c:v>-0.21506782808147346</c:v>
                </c:pt>
                <c:pt idx="6280">
                  <c:v>-0.2087735985772543</c:v>
                </c:pt>
                <c:pt idx="6281">
                  <c:v>-0.16739849927522699</c:v>
                </c:pt>
                <c:pt idx="6282">
                  <c:v>-0.16896204788673583</c:v>
                </c:pt>
                <c:pt idx="6283">
                  <c:v>-7.8407755411339472E-2</c:v>
                </c:pt>
                <c:pt idx="6284">
                  <c:v>-0.1647347865727504</c:v>
                </c:pt>
                <c:pt idx="6285">
                  <c:v>-0.1435608847860026</c:v>
                </c:pt>
                <c:pt idx="6286">
                  <c:v>-0.18147947510397686</c:v>
                </c:pt>
                <c:pt idx="6287">
                  <c:v>9.1266591295521126E-3</c:v>
                </c:pt>
                <c:pt idx="6288">
                  <c:v>1.357341900478321E-2</c:v>
                </c:pt>
                <c:pt idx="6289">
                  <c:v>1.2694478217552759E-2</c:v>
                </c:pt>
                <c:pt idx="6290">
                  <c:v>1.0098960378018355E-2</c:v>
                </c:pt>
                <c:pt idx="6291">
                  <c:v>1.317235909470986E-2</c:v>
                </c:pt>
                <c:pt idx="6292">
                  <c:v>1.9730417098292621E-2</c:v>
                </c:pt>
                <c:pt idx="6293">
                  <c:v>2.3034691215091729E-2</c:v>
                </c:pt>
                <c:pt idx="6294">
                  <c:v>2.107622489437953E-2</c:v>
                </c:pt>
                <c:pt idx="6295">
                  <c:v>1.0360575845225619E-2</c:v>
                </c:pt>
                <c:pt idx="6296">
                  <c:v>-0.17873970577485371</c:v>
                </c:pt>
                <c:pt idx="6297">
                  <c:v>-0.27501381173104067</c:v>
                </c:pt>
                <c:pt idx="6298">
                  <c:v>-0.21482956964148742</c:v>
                </c:pt>
                <c:pt idx="6299">
                  <c:v>-0.27254509758010648</c:v>
                </c:pt>
                <c:pt idx="6300">
                  <c:v>-0.28284598156092589</c:v>
                </c:pt>
                <c:pt idx="6301">
                  <c:v>-0.31872802983428261</c:v>
                </c:pt>
                <c:pt idx="6302">
                  <c:v>-0.29792468492209995</c:v>
                </c:pt>
                <c:pt idx="6303">
                  <c:v>-0.33676138861678312</c:v>
                </c:pt>
                <c:pt idx="6304">
                  <c:v>-0.29333722526120976</c:v>
                </c:pt>
                <c:pt idx="6305">
                  <c:v>-0.27471323913082907</c:v>
                </c:pt>
                <c:pt idx="6306">
                  <c:v>-0.31486915461301218</c:v>
                </c:pt>
                <c:pt idx="6307">
                  <c:v>-0.27546541061911939</c:v>
                </c:pt>
                <c:pt idx="6308">
                  <c:v>-0.23477137288231817</c:v>
                </c:pt>
                <c:pt idx="6309">
                  <c:v>-6.164946687934645E-2</c:v>
                </c:pt>
                <c:pt idx="6310">
                  <c:v>-0.21339296991720041</c:v>
                </c:pt>
                <c:pt idx="6311">
                  <c:v>-9.6622876158125124E-3</c:v>
                </c:pt>
                <c:pt idx="6312">
                  <c:v>-2.2864398188139038E-3</c:v>
                </c:pt>
                <c:pt idx="6313">
                  <c:v>-9.5157341852855409E-4</c:v>
                </c:pt>
                <c:pt idx="6314">
                  <c:v>8.0874467553215309E-3</c:v>
                </c:pt>
                <c:pt idx="6315">
                  <c:v>1.9032546639234947E-2</c:v>
                </c:pt>
                <c:pt idx="6316">
                  <c:v>2.2845485590909202E-2</c:v>
                </c:pt>
                <c:pt idx="6317">
                  <c:v>2.137667812796936E-2</c:v>
                </c:pt>
                <c:pt idx="6318">
                  <c:v>1.9961684093411289E-2</c:v>
                </c:pt>
                <c:pt idx="6319">
                  <c:v>1.4655824373730102E-2</c:v>
                </c:pt>
                <c:pt idx="6320">
                  <c:v>-0.21521920033185601</c:v>
                </c:pt>
                <c:pt idx="6321">
                  <c:v>-0.28390455534027326</c:v>
                </c:pt>
                <c:pt idx="6322">
                  <c:v>-0.27167474465246749</c:v>
                </c:pt>
                <c:pt idx="6323">
                  <c:v>-0.27658330068535586</c:v>
                </c:pt>
                <c:pt idx="6324">
                  <c:v>-0.29686689282561451</c:v>
                </c:pt>
                <c:pt idx="6325">
                  <c:v>-0.3439057488054445</c:v>
                </c:pt>
                <c:pt idx="6326">
                  <c:v>-0.34538363871419814</c:v>
                </c:pt>
                <c:pt idx="6327">
                  <c:v>-0.34290757573086927</c:v>
                </c:pt>
                <c:pt idx="6328">
                  <c:v>-0.3739357127605098</c:v>
                </c:pt>
                <c:pt idx="6329">
                  <c:v>-0.36669487775911208</c:v>
                </c:pt>
                <c:pt idx="6330">
                  <c:v>-0.37073774664611647</c:v>
                </c:pt>
                <c:pt idx="6331">
                  <c:v>-0.38153265513450002</c:v>
                </c:pt>
                <c:pt idx="6332">
                  <c:v>-0.35189132580336507</c:v>
                </c:pt>
                <c:pt idx="6333">
                  <c:v>-0.22244379967222916</c:v>
                </c:pt>
                <c:pt idx="6334">
                  <c:v>-0.24781240208435493</c:v>
                </c:pt>
                <c:pt idx="6335">
                  <c:v>-0.20194933930729228</c:v>
                </c:pt>
                <c:pt idx="6336">
                  <c:v>-1.5343454755727119E-2</c:v>
                </c:pt>
                <c:pt idx="6337">
                  <c:v>-5.3589914096895484E-3</c:v>
                </c:pt>
                <c:pt idx="6338">
                  <c:v>8.4884677238844693E-4</c:v>
                </c:pt>
                <c:pt idx="6339">
                  <c:v>1.3888058512339355E-2</c:v>
                </c:pt>
                <c:pt idx="6340">
                  <c:v>1.6494484802075278E-2</c:v>
                </c:pt>
                <c:pt idx="6341">
                  <c:v>1.7726685893177354E-2</c:v>
                </c:pt>
                <c:pt idx="6342">
                  <c:v>1.1390094262320407E-2</c:v>
                </c:pt>
                <c:pt idx="6343">
                  <c:v>-0.15589476645433503</c:v>
                </c:pt>
                <c:pt idx="6344">
                  <c:v>-0.39369185891657288</c:v>
                </c:pt>
                <c:pt idx="6345">
                  <c:v>-0.3522514506585363</c:v>
                </c:pt>
                <c:pt idx="6346">
                  <c:v>-0.35233352339814256</c:v>
                </c:pt>
                <c:pt idx="6347">
                  <c:v>-0.42420286987904604</c:v>
                </c:pt>
                <c:pt idx="6348">
                  <c:v>-0.45247502427697717</c:v>
                </c:pt>
                <c:pt idx="6349">
                  <c:v>-0.43492716338013959</c:v>
                </c:pt>
                <c:pt idx="6350">
                  <c:v>-0.41465633856367107</c:v>
                </c:pt>
                <c:pt idx="6351">
                  <c:v>-0.40957294965036356</c:v>
                </c:pt>
                <c:pt idx="6352">
                  <c:v>-0.43231107626893278</c:v>
                </c:pt>
                <c:pt idx="6353">
                  <c:v>-0.43106314147776803</c:v>
                </c:pt>
                <c:pt idx="6354">
                  <c:v>-0.41116564267673772</c:v>
                </c:pt>
                <c:pt idx="6355">
                  <c:v>-0.38549520510751323</c:v>
                </c:pt>
                <c:pt idx="6356">
                  <c:v>-0.38746429680969063</c:v>
                </c:pt>
                <c:pt idx="6357">
                  <c:v>-0.36239560704726842</c:v>
                </c:pt>
                <c:pt idx="6358">
                  <c:v>-0.31280028345402244</c:v>
                </c:pt>
                <c:pt idx="6359">
                  <c:v>-7.599346639081421E-2</c:v>
                </c:pt>
                <c:pt idx="6360">
                  <c:v>-8.0732822393045547E-3</c:v>
                </c:pt>
                <c:pt idx="6361">
                  <c:v>-1.773171391296793E-2</c:v>
                </c:pt>
                <c:pt idx="6362">
                  <c:v>7.886224039750242E-3</c:v>
                </c:pt>
                <c:pt idx="6363">
                  <c:v>2.1344998572069881E-2</c:v>
                </c:pt>
                <c:pt idx="6364">
                  <c:v>1.6035269397726676E-2</c:v>
                </c:pt>
                <c:pt idx="6365">
                  <c:v>2.0929571409946432E-2</c:v>
                </c:pt>
                <c:pt idx="6366">
                  <c:v>1.9669631423940657E-2</c:v>
                </c:pt>
                <c:pt idx="6367">
                  <c:v>-0.14174157878370866</c:v>
                </c:pt>
                <c:pt idx="6368">
                  <c:v>-0.40309181561592267</c:v>
                </c:pt>
                <c:pt idx="6369">
                  <c:v>-0.36071424968077564</c:v>
                </c:pt>
                <c:pt idx="6370">
                  <c:v>-0.39034120351665691</c:v>
                </c:pt>
                <c:pt idx="6371">
                  <c:v>-0.4361422555326861</c:v>
                </c:pt>
                <c:pt idx="6372">
                  <c:v>-0.49616726395632255</c:v>
                </c:pt>
                <c:pt idx="6373">
                  <c:v>-0.47716690185887184</c:v>
                </c:pt>
                <c:pt idx="6374">
                  <c:v>-0.50806731269507477</c:v>
                </c:pt>
                <c:pt idx="6375">
                  <c:v>-0.53634716376181302</c:v>
                </c:pt>
                <c:pt idx="6376">
                  <c:v>-0.54764330031922037</c:v>
                </c:pt>
                <c:pt idx="6377">
                  <c:v>-0.50800763541202854</c:v>
                </c:pt>
                <c:pt idx="6378">
                  <c:v>-0.48327424960223703</c:v>
                </c:pt>
                <c:pt idx="6379">
                  <c:v>-0.44736452584563552</c:v>
                </c:pt>
                <c:pt idx="6380">
                  <c:v>-0.41377105696650984</c:v>
                </c:pt>
                <c:pt idx="6381">
                  <c:v>-0.39323907378264095</c:v>
                </c:pt>
                <c:pt idx="6382">
                  <c:v>-0.37240032681978041</c:v>
                </c:pt>
                <c:pt idx="6383">
                  <c:v>-0.17067483854711435</c:v>
                </c:pt>
                <c:pt idx="6384">
                  <c:v>-2.9195032329424171E-2</c:v>
                </c:pt>
                <c:pt idx="6385">
                  <c:v>-2.2789014577392575E-2</c:v>
                </c:pt>
                <c:pt idx="6386">
                  <c:v>-2.414713591511275E-3</c:v>
                </c:pt>
                <c:pt idx="6387">
                  <c:v>8.3903828752241952E-3</c:v>
                </c:pt>
                <c:pt idx="6388">
                  <c:v>1.2359039769244944E-2</c:v>
                </c:pt>
                <c:pt idx="6389">
                  <c:v>1.5937767852406037E-2</c:v>
                </c:pt>
                <c:pt idx="6390">
                  <c:v>1.5791869414921677E-2</c:v>
                </c:pt>
                <c:pt idx="6391">
                  <c:v>-0.1660796373132962</c:v>
                </c:pt>
                <c:pt idx="6392">
                  <c:v>-0.34842685938981027</c:v>
                </c:pt>
                <c:pt idx="6393">
                  <c:v>-0.2882289538943576</c:v>
                </c:pt>
                <c:pt idx="6394">
                  <c:v>-0.2986388627146726</c:v>
                </c:pt>
                <c:pt idx="6395">
                  <c:v>-0.27053011043693748</c:v>
                </c:pt>
                <c:pt idx="6396">
                  <c:v>-0.2926479385681563</c:v>
                </c:pt>
                <c:pt idx="6397">
                  <c:v>-0.33486242237267705</c:v>
                </c:pt>
                <c:pt idx="6398">
                  <c:v>-0.34973504231395114</c:v>
                </c:pt>
                <c:pt idx="6399">
                  <c:v>-0.34941970659145838</c:v>
                </c:pt>
                <c:pt idx="6400">
                  <c:v>-0.37678081019576243</c:v>
                </c:pt>
                <c:pt idx="6401">
                  <c:v>-0.32738204248806713</c:v>
                </c:pt>
                <c:pt idx="6402">
                  <c:v>-0.29991062423347031</c:v>
                </c:pt>
                <c:pt idx="6403">
                  <c:v>-0.31486341686327551</c:v>
                </c:pt>
                <c:pt idx="6404">
                  <c:v>-0.32707707183491042</c:v>
                </c:pt>
                <c:pt idx="6405">
                  <c:v>-0.33118530236616278</c:v>
                </c:pt>
                <c:pt idx="6406">
                  <c:v>-0.33323870289930652</c:v>
                </c:pt>
                <c:pt idx="6407">
                  <c:v>-0.34573315783508352</c:v>
                </c:pt>
                <c:pt idx="6408">
                  <c:v>-0.19267639209661178</c:v>
                </c:pt>
                <c:pt idx="6409">
                  <c:v>-6.40111979248532E-2</c:v>
                </c:pt>
                <c:pt idx="6410">
                  <c:v>-6.1095771319809852E-2</c:v>
                </c:pt>
                <c:pt idx="6411">
                  <c:v>-2.4435778321339245E-2</c:v>
                </c:pt>
                <c:pt idx="6412">
                  <c:v>-2.6860373932998667E-3</c:v>
                </c:pt>
                <c:pt idx="6413">
                  <c:v>9.0089432063330255E-3</c:v>
                </c:pt>
                <c:pt idx="6414">
                  <c:v>1.2602323926310317E-2</c:v>
                </c:pt>
                <c:pt idx="6415">
                  <c:v>-0.17741495201617169</c:v>
                </c:pt>
                <c:pt idx="6416">
                  <c:v>-0.31417223563677416</c:v>
                </c:pt>
                <c:pt idx="6417">
                  <c:v>-0.22979925566733161</c:v>
                </c:pt>
                <c:pt idx="6418">
                  <c:v>-8.212812426451041E-2</c:v>
                </c:pt>
                <c:pt idx="6419">
                  <c:v>-0.27897152533555447</c:v>
                </c:pt>
                <c:pt idx="6420">
                  <c:v>-0.14089748403957467</c:v>
                </c:pt>
                <c:pt idx="6421">
                  <c:v>-0.43635199752040082</c:v>
                </c:pt>
                <c:pt idx="6422">
                  <c:v>-0.30055325957168355</c:v>
                </c:pt>
                <c:pt idx="6423">
                  <c:v>-0.3185881436516369</c:v>
                </c:pt>
                <c:pt idx="6424">
                  <c:v>-0.32868571358897314</c:v>
                </c:pt>
                <c:pt idx="6425">
                  <c:v>-0.19002995108626031</c:v>
                </c:pt>
                <c:pt idx="6426">
                  <c:v>-0.24473679800148748</c:v>
                </c:pt>
                <c:pt idx="6427">
                  <c:v>-0.19009726237936891</c:v>
                </c:pt>
                <c:pt idx="6428">
                  <c:v>-0.18739811275652635</c:v>
                </c:pt>
                <c:pt idx="6429">
                  <c:v>-0.25331582280968351</c:v>
                </c:pt>
                <c:pt idx="6430">
                  <c:v>-0.1940088470740827</c:v>
                </c:pt>
                <c:pt idx="6431">
                  <c:v>-0.18625490368512118</c:v>
                </c:pt>
                <c:pt idx="6432">
                  <c:v>-5.0769560000389988E-3</c:v>
                </c:pt>
                <c:pt idx="6433">
                  <c:v>3.3161252481424446E-3</c:v>
                </c:pt>
                <c:pt idx="6434">
                  <c:v>8.971555098454967E-5</c:v>
                </c:pt>
                <c:pt idx="6435">
                  <c:v>7.0386861322645445E-3</c:v>
                </c:pt>
                <c:pt idx="6436">
                  <c:v>1.5912729625624959E-2</c:v>
                </c:pt>
                <c:pt idx="6437">
                  <c:v>1.9132065333107823E-2</c:v>
                </c:pt>
                <c:pt idx="6438">
                  <c:v>1.9005784615945213E-2</c:v>
                </c:pt>
                <c:pt idx="6439">
                  <c:v>-9.4375780334493897E-2</c:v>
                </c:pt>
                <c:pt idx="6440">
                  <c:v>-0.27452421422145923</c:v>
                </c:pt>
                <c:pt idx="6441">
                  <c:v>-0.2605022815428823</c:v>
                </c:pt>
                <c:pt idx="6442">
                  <c:v>-0.42817263353683521</c:v>
                </c:pt>
                <c:pt idx="6443">
                  <c:v>-0.38631633957352002</c:v>
                </c:pt>
                <c:pt idx="6444">
                  <c:v>-0.47117741143864683</c:v>
                </c:pt>
                <c:pt idx="6445">
                  <c:v>-0.60290845991502118</c:v>
                </c:pt>
                <c:pt idx="6446">
                  <c:v>-0.60548759439028543</c:v>
                </c:pt>
                <c:pt idx="6447">
                  <c:v>-0.59184240888584572</c:v>
                </c:pt>
                <c:pt idx="6448">
                  <c:v>-0.52867640659724868</c:v>
                </c:pt>
                <c:pt idx="6449">
                  <c:v>-0.45719503890809149</c:v>
                </c:pt>
                <c:pt idx="6450">
                  <c:v>-0.35116651267207971</c:v>
                </c:pt>
                <c:pt idx="6451">
                  <c:v>-0.42028337580399167</c:v>
                </c:pt>
                <c:pt idx="6452">
                  <c:v>-0.3769186280720897</c:v>
                </c:pt>
                <c:pt idx="6453">
                  <c:v>-0.33449077375620556</c:v>
                </c:pt>
                <c:pt idx="6454">
                  <c:v>-0.36205491266770068</c:v>
                </c:pt>
                <c:pt idx="6455">
                  <c:v>-0.21852931556668967</c:v>
                </c:pt>
                <c:pt idx="6456">
                  <c:v>-8.7861868754463404E-2</c:v>
                </c:pt>
                <c:pt idx="6457">
                  <c:v>-3.9185627259055111E-2</c:v>
                </c:pt>
                <c:pt idx="6458">
                  <c:v>-8.7935052346836164E-3</c:v>
                </c:pt>
                <c:pt idx="6459">
                  <c:v>2.183854724462129E-3</c:v>
                </c:pt>
                <c:pt idx="6460">
                  <c:v>1.0429478857524266E-2</c:v>
                </c:pt>
                <c:pt idx="6461">
                  <c:v>1.6889322465919211E-2</c:v>
                </c:pt>
                <c:pt idx="6462">
                  <c:v>1.7389305686837348E-2</c:v>
                </c:pt>
                <c:pt idx="6463">
                  <c:v>-0.12123595820605491</c:v>
                </c:pt>
                <c:pt idx="6464">
                  <c:v>-0.32446759096927152</c:v>
                </c:pt>
                <c:pt idx="6465">
                  <c:v>-0.31676156038458547</c:v>
                </c:pt>
                <c:pt idx="6466">
                  <c:v>-0.39174894084818285</c:v>
                </c:pt>
                <c:pt idx="6467">
                  <c:v>-0.40082044831099384</c:v>
                </c:pt>
                <c:pt idx="6468">
                  <c:v>-0.46689406367466585</c:v>
                </c:pt>
                <c:pt idx="6469">
                  <c:v>-0.48051727701548536</c:v>
                </c:pt>
                <c:pt idx="6470">
                  <c:v>-0.45198247998554947</c:v>
                </c:pt>
                <c:pt idx="6471">
                  <c:v>-0.49270293955505495</c:v>
                </c:pt>
                <c:pt idx="6472">
                  <c:v>-0.48765646434198923</c:v>
                </c:pt>
                <c:pt idx="6473">
                  <c:v>-0.38239268062770693</c:v>
                </c:pt>
                <c:pt idx="6474">
                  <c:v>-0.40242220129734563</c:v>
                </c:pt>
                <c:pt idx="6475">
                  <c:v>-0.39430212547661297</c:v>
                </c:pt>
                <c:pt idx="6476">
                  <c:v>-0.3386871709598217</c:v>
                </c:pt>
                <c:pt idx="6477">
                  <c:v>-0.31243132338864971</c:v>
                </c:pt>
                <c:pt idx="6478">
                  <c:v>-0.30235805246647335</c:v>
                </c:pt>
                <c:pt idx="6479">
                  <c:v>-0.17250594141225556</c:v>
                </c:pt>
                <c:pt idx="6480">
                  <c:v>-4.7527026268360084E-2</c:v>
                </c:pt>
                <c:pt idx="6481">
                  <c:v>-3.7842723849131205E-2</c:v>
                </c:pt>
                <c:pt idx="6482">
                  <c:v>-1.4002576176858933E-2</c:v>
                </c:pt>
                <c:pt idx="6483">
                  <c:v>-3.5067597616364487E-3</c:v>
                </c:pt>
                <c:pt idx="6484">
                  <c:v>-2.2434733886888443E-3</c:v>
                </c:pt>
                <c:pt idx="6485">
                  <c:v>6.1309826348672518E-3</c:v>
                </c:pt>
                <c:pt idx="6486">
                  <c:v>8.9533613746086409E-3</c:v>
                </c:pt>
                <c:pt idx="6487">
                  <c:v>-0.11121930863678296</c:v>
                </c:pt>
                <c:pt idx="6488">
                  <c:v>-0.32031242214588435</c:v>
                </c:pt>
                <c:pt idx="6489">
                  <c:v>-0.33438820830979182</c:v>
                </c:pt>
                <c:pt idx="6490">
                  <c:v>-0.37312269225854588</c:v>
                </c:pt>
                <c:pt idx="6491">
                  <c:v>-0.33825650111784589</c:v>
                </c:pt>
                <c:pt idx="6492">
                  <c:v>-0.31371609137540973</c:v>
                </c:pt>
                <c:pt idx="6493">
                  <c:v>-0.36906657367041507</c:v>
                </c:pt>
                <c:pt idx="6494">
                  <c:v>-0.3276369913548689</c:v>
                </c:pt>
                <c:pt idx="6495">
                  <c:v>-0.288772172725757</c:v>
                </c:pt>
                <c:pt idx="6496">
                  <c:v>-0.29989391162394807</c:v>
                </c:pt>
                <c:pt idx="6497">
                  <c:v>-0.27985070307615523</c:v>
                </c:pt>
                <c:pt idx="6498">
                  <c:v>-0.2481260640793666</c:v>
                </c:pt>
                <c:pt idx="6499">
                  <c:v>-0.25182371491347261</c:v>
                </c:pt>
                <c:pt idx="6500">
                  <c:v>-0.13058000117494425</c:v>
                </c:pt>
                <c:pt idx="6501">
                  <c:v>-0.14772925425685146</c:v>
                </c:pt>
                <c:pt idx="6502">
                  <c:v>-0.13221609174115068</c:v>
                </c:pt>
                <c:pt idx="6503">
                  <c:v>-0.11389497090501252</c:v>
                </c:pt>
                <c:pt idx="6504">
                  <c:v>-3.2560697796979259E-3</c:v>
                </c:pt>
                <c:pt idx="6505">
                  <c:v>-4.3800883122291859E-3</c:v>
                </c:pt>
                <c:pt idx="6506">
                  <c:v>-1.6717765511428879E-3</c:v>
                </c:pt>
                <c:pt idx="6507">
                  <c:v>5.0311811681413464E-3</c:v>
                </c:pt>
                <c:pt idx="6508">
                  <c:v>1.6055700536252597E-2</c:v>
                </c:pt>
                <c:pt idx="6509">
                  <c:v>2.0117098467513812E-2</c:v>
                </c:pt>
                <c:pt idx="6510">
                  <c:v>2.1357206578128392E-2</c:v>
                </c:pt>
                <c:pt idx="6511">
                  <c:v>-4.9245154675303444E-2</c:v>
                </c:pt>
                <c:pt idx="6512">
                  <c:v>-0.12739329081409184</c:v>
                </c:pt>
                <c:pt idx="6513">
                  <c:v>-0.22892197675706275</c:v>
                </c:pt>
                <c:pt idx="6514">
                  <c:v>-0.26438755513280454</c:v>
                </c:pt>
                <c:pt idx="6515">
                  <c:v>-0.27726219056103529</c:v>
                </c:pt>
                <c:pt idx="6516">
                  <c:v>-0.30047429075457799</c:v>
                </c:pt>
                <c:pt idx="6517">
                  <c:v>-0.29457444640658781</c:v>
                </c:pt>
                <c:pt idx="6518">
                  <c:v>-0.34197836422952799</c:v>
                </c:pt>
                <c:pt idx="6519">
                  <c:v>-0.36352793319437277</c:v>
                </c:pt>
                <c:pt idx="6520">
                  <c:v>-0.3709538055106324</c:v>
                </c:pt>
                <c:pt idx="6521">
                  <c:v>-0.3300419986517254</c:v>
                </c:pt>
                <c:pt idx="6522">
                  <c:v>-0.34769949081125257</c:v>
                </c:pt>
                <c:pt idx="6523">
                  <c:v>-0.35463957673273755</c:v>
                </c:pt>
                <c:pt idx="6524">
                  <c:v>-0.35155684028146056</c:v>
                </c:pt>
                <c:pt idx="6525">
                  <c:v>-0.36317725301480608</c:v>
                </c:pt>
                <c:pt idx="6526">
                  <c:v>-0.31184813901232511</c:v>
                </c:pt>
                <c:pt idx="6527">
                  <c:v>-0.16551949779088238</c:v>
                </c:pt>
                <c:pt idx="6528">
                  <c:v>-6.1385786267724812E-2</c:v>
                </c:pt>
                <c:pt idx="6529">
                  <c:v>-3.8005912551393323E-2</c:v>
                </c:pt>
                <c:pt idx="6530">
                  <c:v>-1.4278645882704027E-2</c:v>
                </c:pt>
                <c:pt idx="6531">
                  <c:v>-2.0786069274176585E-3</c:v>
                </c:pt>
                <c:pt idx="6532">
                  <c:v>7.7783859450977809E-3</c:v>
                </c:pt>
                <c:pt idx="6533">
                  <c:v>1.4304974347418819E-2</c:v>
                </c:pt>
                <c:pt idx="6534">
                  <c:v>1.7840163857285058E-2</c:v>
                </c:pt>
                <c:pt idx="6535">
                  <c:v>-0.12546776830758546</c:v>
                </c:pt>
                <c:pt idx="6536">
                  <c:v>-0.34349430678837872</c:v>
                </c:pt>
                <c:pt idx="6537">
                  <c:v>-0.43034390190569211</c:v>
                </c:pt>
                <c:pt idx="6538">
                  <c:v>-0.42805628556701131</c:v>
                </c:pt>
                <c:pt idx="6539">
                  <c:v>-0.52665062108055705</c:v>
                </c:pt>
                <c:pt idx="6540">
                  <c:v>-0.48183427170738569</c:v>
                </c:pt>
                <c:pt idx="6541">
                  <c:v>-0.53174457111418649</c:v>
                </c:pt>
                <c:pt idx="6542">
                  <c:v>-0.51939314766018663</c:v>
                </c:pt>
                <c:pt idx="6543">
                  <c:v>-0.52620266133831917</c:v>
                </c:pt>
                <c:pt idx="6544">
                  <c:v>-0.50029283478202868</c:v>
                </c:pt>
                <c:pt idx="6545">
                  <c:v>-0.4954725024613395</c:v>
                </c:pt>
                <c:pt idx="6546">
                  <c:v>-0.49023761627723422</c:v>
                </c:pt>
                <c:pt idx="6547">
                  <c:v>-0.50993981380510045</c:v>
                </c:pt>
                <c:pt idx="6548">
                  <c:v>-0.49103583140796753</c:v>
                </c:pt>
                <c:pt idx="6549">
                  <c:v>-0.44831716775104896</c:v>
                </c:pt>
                <c:pt idx="6550">
                  <c:v>-0.44789151419841383</c:v>
                </c:pt>
                <c:pt idx="6551">
                  <c:v>-0.25382209705226255</c:v>
                </c:pt>
                <c:pt idx="6552">
                  <c:v>-9.5688436982036509E-2</c:v>
                </c:pt>
                <c:pt idx="6553">
                  <c:v>-3.844539584639501E-2</c:v>
                </c:pt>
                <c:pt idx="6554">
                  <c:v>1.6756312178296507E-3</c:v>
                </c:pt>
                <c:pt idx="6555">
                  <c:v>1.1398276208116289E-2</c:v>
                </c:pt>
                <c:pt idx="6556">
                  <c:v>1.4646474734016562E-2</c:v>
                </c:pt>
                <c:pt idx="6557">
                  <c:v>1.9530273508430587E-2</c:v>
                </c:pt>
                <c:pt idx="6558">
                  <c:v>1.7773648684456571E-2</c:v>
                </c:pt>
                <c:pt idx="6559">
                  <c:v>-0.14759230535642817</c:v>
                </c:pt>
                <c:pt idx="6560">
                  <c:v>-0.38949618252254703</c:v>
                </c:pt>
                <c:pt idx="6561">
                  <c:v>-0.35249847885807034</c:v>
                </c:pt>
                <c:pt idx="6562">
                  <c:v>-0.42204724616226863</c:v>
                </c:pt>
                <c:pt idx="6563">
                  <c:v>-0.37741173743358913</c:v>
                </c:pt>
                <c:pt idx="6564">
                  <c:v>-0.37401167203034763</c:v>
                </c:pt>
                <c:pt idx="6565">
                  <c:v>-0.40537246650397069</c:v>
                </c:pt>
                <c:pt idx="6566">
                  <c:v>-0.43158085514786154</c:v>
                </c:pt>
                <c:pt idx="6567">
                  <c:v>-0.38329230725128854</c:v>
                </c:pt>
                <c:pt idx="6568">
                  <c:v>-0.39749138134894846</c:v>
                </c:pt>
                <c:pt idx="6569">
                  <c:v>-0.38485951686633818</c:v>
                </c:pt>
                <c:pt idx="6570">
                  <c:v>-0.36939694164596953</c:v>
                </c:pt>
                <c:pt idx="6571">
                  <c:v>-0.3227637290113794</c:v>
                </c:pt>
                <c:pt idx="6572">
                  <c:v>-0.13534801354725817</c:v>
                </c:pt>
                <c:pt idx="6573">
                  <c:v>-0.18022496505667979</c:v>
                </c:pt>
                <c:pt idx="6574">
                  <c:v>-0.1595939526543135</c:v>
                </c:pt>
                <c:pt idx="6575">
                  <c:v>-0.1533530670200409</c:v>
                </c:pt>
                <c:pt idx="6576">
                  <c:v>-8.3212144699098718E-3</c:v>
                </c:pt>
                <c:pt idx="6577">
                  <c:v>-9.7380796276858288E-3</c:v>
                </c:pt>
                <c:pt idx="6578">
                  <c:v>-5.1672606649983809E-3</c:v>
                </c:pt>
                <c:pt idx="6579">
                  <c:v>-2.3769424272495092E-3</c:v>
                </c:pt>
                <c:pt idx="6580">
                  <c:v>-4.823385807723137E-3</c:v>
                </c:pt>
                <c:pt idx="6581">
                  <c:v>-4.3471083542770414E-3</c:v>
                </c:pt>
                <c:pt idx="6582">
                  <c:v>-2.6611905655726693E-3</c:v>
                </c:pt>
                <c:pt idx="6583">
                  <c:v>-0.14079274799697269</c:v>
                </c:pt>
                <c:pt idx="6584">
                  <c:v>-0.29808666108060494</c:v>
                </c:pt>
                <c:pt idx="6585">
                  <c:v>-0.3523360499312968</c:v>
                </c:pt>
                <c:pt idx="6586">
                  <c:v>-0.35503070967262562</c:v>
                </c:pt>
                <c:pt idx="6587">
                  <c:v>-0.35347499650408665</c:v>
                </c:pt>
                <c:pt idx="6588">
                  <c:v>-0.42055371929670132</c:v>
                </c:pt>
                <c:pt idx="6589">
                  <c:v>-0.41753286239828941</c:v>
                </c:pt>
                <c:pt idx="6590">
                  <c:v>-0.41647006826688138</c:v>
                </c:pt>
                <c:pt idx="6591">
                  <c:v>-0.39163949819233168</c:v>
                </c:pt>
                <c:pt idx="6592">
                  <c:v>-0.38347723569837205</c:v>
                </c:pt>
                <c:pt idx="6593">
                  <c:v>-0.34767399324141024</c:v>
                </c:pt>
                <c:pt idx="6594">
                  <c:v>-0.33832052452405109</c:v>
                </c:pt>
                <c:pt idx="6595">
                  <c:v>-0.23224737784562191</c:v>
                </c:pt>
                <c:pt idx="6596">
                  <c:v>-0.22020524149252974</c:v>
                </c:pt>
                <c:pt idx="6597">
                  <c:v>-0.20956055389191375</c:v>
                </c:pt>
                <c:pt idx="6598">
                  <c:v>-0.2042761141223606</c:v>
                </c:pt>
                <c:pt idx="6599">
                  <c:v>-0.18534498668174723</c:v>
                </c:pt>
                <c:pt idx="6600">
                  <c:v>-4.5368028869074754E-2</c:v>
                </c:pt>
                <c:pt idx="6601">
                  <c:v>-4.7231898665073858E-2</c:v>
                </c:pt>
                <c:pt idx="6602">
                  <c:v>-3.1499910648022107E-2</c:v>
                </c:pt>
                <c:pt idx="6603">
                  <c:v>-1.2190083592024115E-2</c:v>
                </c:pt>
                <c:pt idx="6604">
                  <c:v>4.9484098024338112E-4</c:v>
                </c:pt>
                <c:pt idx="6605">
                  <c:v>6.8681528430198551E-3</c:v>
                </c:pt>
                <c:pt idx="6606">
                  <c:v>1.3344765474958189E-2</c:v>
                </c:pt>
                <c:pt idx="6607">
                  <c:v>-0.12617982409346859</c:v>
                </c:pt>
                <c:pt idx="6608">
                  <c:v>-0.40251673464539495</c:v>
                </c:pt>
                <c:pt idx="6609">
                  <c:v>-0.45957053631531986</c:v>
                </c:pt>
                <c:pt idx="6610">
                  <c:v>-0.47003338077099815</c:v>
                </c:pt>
                <c:pt idx="6611">
                  <c:v>-0.55880010602129182</c:v>
                </c:pt>
                <c:pt idx="6612">
                  <c:v>-0.51034757044045864</c:v>
                </c:pt>
                <c:pt idx="6613">
                  <c:v>-0.51028647736301957</c:v>
                </c:pt>
                <c:pt idx="6614">
                  <c:v>-0.55000643804928218</c:v>
                </c:pt>
                <c:pt idx="6615">
                  <c:v>-0.52087867457006998</c:v>
                </c:pt>
                <c:pt idx="6616">
                  <c:v>-0.52792884818354746</c:v>
                </c:pt>
                <c:pt idx="6617">
                  <c:v>-0.47743483551915655</c:v>
                </c:pt>
                <c:pt idx="6618">
                  <c:v>-0.52392254289784113</c:v>
                </c:pt>
                <c:pt idx="6619">
                  <c:v>-0.51434082933552272</c:v>
                </c:pt>
                <c:pt idx="6620">
                  <c:v>-0.47863937545480001</c:v>
                </c:pt>
                <c:pt idx="6621">
                  <c:v>-0.44318990391699098</c:v>
                </c:pt>
                <c:pt idx="6622">
                  <c:v>-0.42684232599251298</c:v>
                </c:pt>
                <c:pt idx="6623">
                  <c:v>-0.27081575173159622</c:v>
                </c:pt>
                <c:pt idx="6624">
                  <c:v>-8.3651468608174184E-2</c:v>
                </c:pt>
                <c:pt idx="6625">
                  <c:v>-1.3904066364467138E-2</c:v>
                </c:pt>
                <c:pt idx="6626">
                  <c:v>3.3102217594154146E-3</c:v>
                </c:pt>
                <c:pt idx="6627">
                  <c:v>3.2506913862639128E-3</c:v>
                </c:pt>
                <c:pt idx="6628">
                  <c:v>7.8038964854033116E-3</c:v>
                </c:pt>
                <c:pt idx="6629">
                  <c:v>1.2292514274391134E-2</c:v>
                </c:pt>
                <c:pt idx="6630">
                  <c:v>1.976674937762489E-2</c:v>
                </c:pt>
                <c:pt idx="6631">
                  <c:v>-0.13203896381197539</c:v>
                </c:pt>
                <c:pt idx="6632">
                  <c:v>-0.43722512471140201</c:v>
                </c:pt>
                <c:pt idx="6633">
                  <c:v>-0.52694506548682385</c:v>
                </c:pt>
                <c:pt idx="6634">
                  <c:v>-0.52033431846967337</c:v>
                </c:pt>
                <c:pt idx="6635">
                  <c:v>-0.46112322507697767</c:v>
                </c:pt>
                <c:pt idx="6636">
                  <c:v>-0.43132086835812161</c:v>
                </c:pt>
                <c:pt idx="6637">
                  <c:v>-0.36334059992991902</c:v>
                </c:pt>
                <c:pt idx="6638">
                  <c:v>-0.3728113986494298</c:v>
                </c:pt>
                <c:pt idx="6639">
                  <c:v>-0.43216974945057962</c:v>
                </c:pt>
                <c:pt idx="6640">
                  <c:v>-0.5053054080761834</c:v>
                </c:pt>
                <c:pt idx="6641">
                  <c:v>-0.52792476749047057</c:v>
                </c:pt>
                <c:pt idx="6642">
                  <c:v>-0.54535162660123937</c:v>
                </c:pt>
                <c:pt idx="6643">
                  <c:v>-0.49808128879465047</c:v>
                </c:pt>
                <c:pt idx="6644">
                  <c:v>-0.50049711870297908</c:v>
                </c:pt>
                <c:pt idx="6645">
                  <c:v>-0.43864253784751284</c:v>
                </c:pt>
                <c:pt idx="6646">
                  <c:v>-0.46081220145605001</c:v>
                </c:pt>
                <c:pt idx="6647">
                  <c:v>-0.27532299064942772</c:v>
                </c:pt>
                <c:pt idx="6648">
                  <c:v>-7.459535586669773E-2</c:v>
                </c:pt>
                <c:pt idx="6649">
                  <c:v>-2.998236815589915E-2</c:v>
                </c:pt>
                <c:pt idx="6650">
                  <c:v>1.8304430000817898E-2</c:v>
                </c:pt>
                <c:pt idx="6651">
                  <c:v>1.3356208389303268E-2</c:v>
                </c:pt>
                <c:pt idx="6652">
                  <c:v>1.5026109109273439E-2</c:v>
                </c:pt>
                <c:pt idx="6653">
                  <c:v>1.3876911998845051E-2</c:v>
                </c:pt>
                <c:pt idx="6654">
                  <c:v>1.670405095579424E-2</c:v>
                </c:pt>
                <c:pt idx="6655">
                  <c:v>-0.1255550582564047</c:v>
                </c:pt>
                <c:pt idx="6656">
                  <c:v>-0.44062400260313761</c:v>
                </c:pt>
                <c:pt idx="6657">
                  <c:v>-0.45279263705521766</c:v>
                </c:pt>
                <c:pt idx="6658">
                  <c:v>-0.52590606940376239</c:v>
                </c:pt>
                <c:pt idx="6659">
                  <c:v>-0.56581892482443741</c:v>
                </c:pt>
                <c:pt idx="6660">
                  <c:v>-0.63493824994303549</c:v>
                </c:pt>
                <c:pt idx="6661">
                  <c:v>-0.66208398446439487</c:v>
                </c:pt>
                <c:pt idx="6662">
                  <c:v>-0.64991629863740552</c:v>
                </c:pt>
                <c:pt idx="6663">
                  <c:v>-0.71885033618699168</c:v>
                </c:pt>
                <c:pt idx="6664">
                  <c:v>-0.72170709828800839</c:v>
                </c:pt>
                <c:pt idx="6665">
                  <c:v>-0.56749115546298645</c:v>
                </c:pt>
                <c:pt idx="6666">
                  <c:v>-0.55966032756025819</c:v>
                </c:pt>
                <c:pt idx="6667">
                  <c:v>-0.54116988267943367</c:v>
                </c:pt>
                <c:pt idx="6668">
                  <c:v>-0.55498118288069564</c:v>
                </c:pt>
                <c:pt idx="6669">
                  <c:v>-0.49736430502194473</c:v>
                </c:pt>
                <c:pt idx="6670">
                  <c:v>-0.50517059886917792</c:v>
                </c:pt>
                <c:pt idx="6671">
                  <c:v>-0.28212255586914864</c:v>
                </c:pt>
                <c:pt idx="6672">
                  <c:v>-0.12169442902599337</c:v>
                </c:pt>
                <c:pt idx="6673">
                  <c:v>-5.8015407019200833E-2</c:v>
                </c:pt>
                <c:pt idx="6674">
                  <c:v>-2.169277671647531E-2</c:v>
                </c:pt>
                <c:pt idx="6675">
                  <c:v>3.9175600307486055E-3</c:v>
                </c:pt>
                <c:pt idx="6676">
                  <c:v>1.5031177687346322E-2</c:v>
                </c:pt>
                <c:pt idx="6677">
                  <c:v>1.8189848462333361E-2</c:v>
                </c:pt>
                <c:pt idx="6678">
                  <c:v>1.6567756441216018E-2</c:v>
                </c:pt>
                <c:pt idx="6679">
                  <c:v>-0.2380951436174138</c:v>
                </c:pt>
                <c:pt idx="6680">
                  <c:v>-0.50692780261320136</c:v>
                </c:pt>
                <c:pt idx="6681">
                  <c:v>-0.51003509760154597</c:v>
                </c:pt>
                <c:pt idx="6682">
                  <c:v>-0.66196151333760245</c:v>
                </c:pt>
                <c:pt idx="6683">
                  <c:v>-0.73232001834245541</c:v>
                </c:pt>
                <c:pt idx="6684">
                  <c:v>-0.68416613272316573</c:v>
                </c:pt>
                <c:pt idx="6685">
                  <c:v>-0.52516556923075075</c:v>
                </c:pt>
                <c:pt idx="6686">
                  <c:v>-0.77539574932734112</c:v>
                </c:pt>
                <c:pt idx="6687">
                  <c:v>-0.47871840319076625</c:v>
                </c:pt>
                <c:pt idx="6688">
                  <c:v>-0.51355314796448492</c:v>
                </c:pt>
                <c:pt idx="6689">
                  <c:v>-0.46250524845213842</c:v>
                </c:pt>
                <c:pt idx="6690">
                  <c:v>-0.56480364609264821</c:v>
                </c:pt>
                <c:pt idx="6691">
                  <c:v>-0.3641122460035664</c:v>
                </c:pt>
                <c:pt idx="6692">
                  <c:v>-0.47904029097318857</c:v>
                </c:pt>
                <c:pt idx="6693">
                  <c:v>-0.42183219759669494</c:v>
                </c:pt>
                <c:pt idx="6694">
                  <c:v>-0.40971559734012319</c:v>
                </c:pt>
                <c:pt idx="6695">
                  <c:v>-0.31027044459732983</c:v>
                </c:pt>
                <c:pt idx="6696">
                  <c:v>-0.13164209181087289</c:v>
                </c:pt>
                <c:pt idx="6697">
                  <c:v>-2.9560901421984118E-2</c:v>
                </c:pt>
                <c:pt idx="6698">
                  <c:v>-2.7836229087157124E-3</c:v>
                </c:pt>
                <c:pt idx="6699">
                  <c:v>3.6715537519051299E-3</c:v>
                </c:pt>
                <c:pt idx="6700">
                  <c:v>1.1267747356802827E-2</c:v>
                </c:pt>
                <c:pt idx="6701">
                  <c:v>2.144246452556104E-2</c:v>
                </c:pt>
                <c:pt idx="6702">
                  <c:v>-0.11421940398276734</c:v>
                </c:pt>
                <c:pt idx="6703">
                  <c:v>-0.38863699355740777</c:v>
                </c:pt>
                <c:pt idx="6704">
                  <c:v>-0.44864498074611953</c:v>
                </c:pt>
                <c:pt idx="6705">
                  <c:v>-0.3554737349420426</c:v>
                </c:pt>
                <c:pt idx="6706">
                  <c:v>-0.39134119866267847</c:v>
                </c:pt>
                <c:pt idx="6707">
                  <c:v>-0.44336431944086085</c:v>
                </c:pt>
                <c:pt idx="6708">
                  <c:v>-0.49818060458215008</c:v>
                </c:pt>
                <c:pt idx="6709">
                  <c:v>-0.45370087687896182</c:v>
                </c:pt>
                <c:pt idx="6710">
                  <c:v>-0.48051940124469411</c:v>
                </c:pt>
                <c:pt idx="6711">
                  <c:v>-0.53393892488382066</c:v>
                </c:pt>
                <c:pt idx="6712">
                  <c:v>-0.44111812923951277</c:v>
                </c:pt>
                <c:pt idx="6713">
                  <c:v>-0.44227891945891479</c:v>
                </c:pt>
                <c:pt idx="6714">
                  <c:v>-0.42505434517058827</c:v>
                </c:pt>
                <c:pt idx="6715">
                  <c:v>-0.39974049445157284</c:v>
                </c:pt>
                <c:pt idx="6716">
                  <c:v>-0.44412554095390477</c:v>
                </c:pt>
                <c:pt idx="6717">
                  <c:v>-0.3634168789474328</c:v>
                </c:pt>
                <c:pt idx="6718">
                  <c:v>-0.38342463761210638</c:v>
                </c:pt>
                <c:pt idx="6719">
                  <c:v>-0.22303749195411063</c:v>
                </c:pt>
                <c:pt idx="6720">
                  <c:v>-7.3078125057200641E-2</c:v>
                </c:pt>
                <c:pt idx="6721">
                  <c:v>-5.7315485109609564E-2</c:v>
                </c:pt>
                <c:pt idx="6722">
                  <c:v>-2.7666128170916675E-2</c:v>
                </c:pt>
                <c:pt idx="6723">
                  <c:v>-1.0230947196300862E-2</c:v>
                </c:pt>
                <c:pt idx="6724">
                  <c:v>5.5005635907837015E-3</c:v>
                </c:pt>
                <c:pt idx="6725">
                  <c:v>1.481651185146576E-2</c:v>
                </c:pt>
                <c:pt idx="6726">
                  <c:v>1.5721271195644832E-2</c:v>
                </c:pt>
                <c:pt idx="6727">
                  <c:v>-0.15645224616631487</c:v>
                </c:pt>
                <c:pt idx="6728">
                  <c:v>-0.43072212035349078</c:v>
                </c:pt>
                <c:pt idx="6729">
                  <c:v>-0.45736085938453586</c:v>
                </c:pt>
                <c:pt idx="6730">
                  <c:v>-0.47817563870963598</c:v>
                </c:pt>
                <c:pt idx="6731">
                  <c:v>-0.50162802684362351</c:v>
                </c:pt>
                <c:pt idx="6732">
                  <c:v>-0.54785756950955267</c:v>
                </c:pt>
                <c:pt idx="6733">
                  <c:v>-0.55948145347873168</c:v>
                </c:pt>
                <c:pt idx="6734">
                  <c:v>-0.58755053248301348</c:v>
                </c:pt>
                <c:pt idx="6735">
                  <c:v>-0.60108631315070682</c:v>
                </c:pt>
                <c:pt idx="6736">
                  <c:v>-0.54704266960631498</c:v>
                </c:pt>
                <c:pt idx="6737">
                  <c:v>-0.52222687153480429</c:v>
                </c:pt>
                <c:pt idx="6738">
                  <c:v>-0.40822005088698454</c:v>
                </c:pt>
                <c:pt idx="6739">
                  <c:v>-0.33447047424675802</c:v>
                </c:pt>
                <c:pt idx="6740">
                  <c:v>-0.41925698874804002</c:v>
                </c:pt>
                <c:pt idx="6741">
                  <c:v>-0.29445180469407978</c:v>
                </c:pt>
                <c:pt idx="6742">
                  <c:v>-0.37522332730670621</c:v>
                </c:pt>
                <c:pt idx="6743">
                  <c:v>-0.14736424246700394</c:v>
                </c:pt>
                <c:pt idx="6744">
                  <c:v>-4.532283833261979E-2</c:v>
                </c:pt>
                <c:pt idx="6745">
                  <c:v>-2.0023727984476804E-2</c:v>
                </c:pt>
                <c:pt idx="6746">
                  <c:v>-3.1974991072714169E-3</c:v>
                </c:pt>
                <c:pt idx="6747">
                  <c:v>4.1310597449594729E-3</c:v>
                </c:pt>
                <c:pt idx="6748">
                  <c:v>6.5047106740259023E-3</c:v>
                </c:pt>
                <c:pt idx="6749">
                  <c:v>9.2202437955119215E-3</c:v>
                </c:pt>
                <c:pt idx="6750">
                  <c:v>1.194888779380877E-3</c:v>
                </c:pt>
                <c:pt idx="6751">
                  <c:v>-0.19191267823762048</c:v>
                </c:pt>
                <c:pt idx="6752">
                  <c:v>-0.36121172900466969</c:v>
                </c:pt>
                <c:pt idx="6753">
                  <c:v>-0.32907339683704406</c:v>
                </c:pt>
                <c:pt idx="6754">
                  <c:v>-0.3149288670232912</c:v>
                </c:pt>
                <c:pt idx="6755">
                  <c:v>-0.33791647545926923</c:v>
                </c:pt>
                <c:pt idx="6756">
                  <c:v>-0.30647278085935187</c:v>
                </c:pt>
                <c:pt idx="6757">
                  <c:v>-0.33646956539187928</c:v>
                </c:pt>
                <c:pt idx="6758">
                  <c:v>-0.34251132016604507</c:v>
                </c:pt>
                <c:pt idx="6759">
                  <c:v>-0.40449511214431538</c:v>
                </c:pt>
                <c:pt idx="6760">
                  <c:v>-0.38989843236577842</c:v>
                </c:pt>
                <c:pt idx="6761">
                  <c:v>-0.28759741067744332</c:v>
                </c:pt>
                <c:pt idx="6762">
                  <c:v>-0.27389898348303848</c:v>
                </c:pt>
                <c:pt idx="6763">
                  <c:v>-0.31968115205128211</c:v>
                </c:pt>
                <c:pt idx="6764">
                  <c:v>-0.28336261749284219</c:v>
                </c:pt>
                <c:pt idx="6765">
                  <c:v>-0.21555541394685074</c:v>
                </c:pt>
                <c:pt idx="6766">
                  <c:v>-0.18240842815007799</c:v>
                </c:pt>
                <c:pt idx="6767">
                  <c:v>-0.17623931494148984</c:v>
                </c:pt>
                <c:pt idx="6768">
                  <c:v>-3.6415991345141313E-2</c:v>
                </c:pt>
                <c:pt idx="6769">
                  <c:v>-2.1177787763284387E-2</c:v>
                </c:pt>
                <c:pt idx="6770">
                  <c:v>-1.1629490303710764E-2</c:v>
                </c:pt>
                <c:pt idx="6771">
                  <c:v>-6.3055907520557187E-3</c:v>
                </c:pt>
                <c:pt idx="6772">
                  <c:v>5.1203718636988482E-4</c:v>
                </c:pt>
                <c:pt idx="6773">
                  <c:v>-2.3244995251585598E-4</c:v>
                </c:pt>
                <c:pt idx="6774">
                  <c:v>4.0724501951902112E-3</c:v>
                </c:pt>
                <c:pt idx="6775">
                  <c:v>-8.364137925181972E-2</c:v>
                </c:pt>
                <c:pt idx="6776">
                  <c:v>-0.27144164920359931</c:v>
                </c:pt>
                <c:pt idx="6777">
                  <c:v>-0.25157186490938782</c:v>
                </c:pt>
                <c:pt idx="6778">
                  <c:v>-0.30072814156358069</c:v>
                </c:pt>
                <c:pt idx="6779">
                  <c:v>-0.32812653101959993</c:v>
                </c:pt>
                <c:pt idx="6780">
                  <c:v>-0.33377435865513505</c:v>
                </c:pt>
                <c:pt idx="6781">
                  <c:v>-0.31925711921306937</c:v>
                </c:pt>
                <c:pt idx="6782">
                  <c:v>-0.30142314105203183</c:v>
                </c:pt>
                <c:pt idx="6783">
                  <c:v>-0.33631962846819574</c:v>
                </c:pt>
                <c:pt idx="6784">
                  <c:v>-0.31102433774740246</c:v>
                </c:pt>
                <c:pt idx="6785">
                  <c:v>-0.29262351020879368</c:v>
                </c:pt>
                <c:pt idx="6786">
                  <c:v>-0.30977280634850118</c:v>
                </c:pt>
                <c:pt idx="6787">
                  <c:v>-0.28101294937110605</c:v>
                </c:pt>
                <c:pt idx="6788">
                  <c:v>-0.27384403212921277</c:v>
                </c:pt>
                <c:pt idx="6789">
                  <c:v>-0.30733907744995043</c:v>
                </c:pt>
                <c:pt idx="6790">
                  <c:v>-0.26641706176450553</c:v>
                </c:pt>
                <c:pt idx="6791">
                  <c:v>-0.12416092403347699</c:v>
                </c:pt>
                <c:pt idx="6792">
                  <c:v>-2.4699883498412244E-2</c:v>
                </c:pt>
                <c:pt idx="6793">
                  <c:v>-2.1121568594776319E-2</c:v>
                </c:pt>
                <c:pt idx="6794">
                  <c:v>-1.771368777798208E-2</c:v>
                </c:pt>
                <c:pt idx="6795">
                  <c:v>-1.3212556906485996E-2</c:v>
                </c:pt>
                <c:pt idx="6796">
                  <c:v>-7.8628583244618744E-3</c:v>
                </c:pt>
                <c:pt idx="6797">
                  <c:v>-2.9645604999689284E-3</c:v>
                </c:pt>
                <c:pt idx="6798">
                  <c:v>-8.5502686617817542E-2</c:v>
                </c:pt>
                <c:pt idx="6799">
                  <c:v>-0.2631853548585526</c:v>
                </c:pt>
                <c:pt idx="6800">
                  <c:v>-0.29927775054973094</c:v>
                </c:pt>
                <c:pt idx="6801">
                  <c:v>-0.30540169394301797</c:v>
                </c:pt>
                <c:pt idx="6802">
                  <c:v>-0.3102485308284027</c:v>
                </c:pt>
                <c:pt idx="6803">
                  <c:v>-0.39586559907746421</c:v>
                </c:pt>
                <c:pt idx="6804">
                  <c:v>-0.49569156557259925</c:v>
                </c:pt>
                <c:pt idx="6805">
                  <c:v>-0.5032125487203537</c:v>
                </c:pt>
                <c:pt idx="6806">
                  <c:v>-0.57582412415988959</c:v>
                </c:pt>
                <c:pt idx="6807">
                  <c:v>-0.67645045052810571</c:v>
                </c:pt>
                <c:pt idx="6808">
                  <c:v>-0.63252509077715235</c:v>
                </c:pt>
                <c:pt idx="6809">
                  <c:v>-0.57260544399867452</c:v>
                </c:pt>
                <c:pt idx="6810">
                  <c:v>-0.5473789055751006</c:v>
                </c:pt>
                <c:pt idx="6811">
                  <c:v>-0.54839604091939997</c:v>
                </c:pt>
                <c:pt idx="6812">
                  <c:v>-0.43362017033619771</c:v>
                </c:pt>
                <c:pt idx="6813">
                  <c:v>-0.32794482591196045</c:v>
                </c:pt>
                <c:pt idx="6814">
                  <c:v>-0.37141719464668477</c:v>
                </c:pt>
                <c:pt idx="6815">
                  <c:v>-0.209188908808462</c:v>
                </c:pt>
                <c:pt idx="6816">
                  <c:v>-5.4828376947865874E-2</c:v>
                </c:pt>
                <c:pt idx="6817">
                  <c:v>-1.9519239729646986E-2</c:v>
                </c:pt>
                <c:pt idx="6818">
                  <c:v>7.9925255742593123E-3</c:v>
                </c:pt>
                <c:pt idx="6819">
                  <c:v>1.1937094317932266E-2</c:v>
                </c:pt>
                <c:pt idx="6820">
                  <c:v>1.0356111755520486E-2</c:v>
                </c:pt>
                <c:pt idx="6821">
                  <c:v>1.3351213929986266E-2</c:v>
                </c:pt>
                <c:pt idx="6822">
                  <c:v>-7.9193896447127279E-2</c:v>
                </c:pt>
                <c:pt idx="6823">
                  <c:v>-0.3001717085470238</c:v>
                </c:pt>
                <c:pt idx="6824">
                  <c:v>-0.33281933238116074</c:v>
                </c:pt>
                <c:pt idx="6825">
                  <c:v>-0.36238903284250967</c:v>
                </c:pt>
                <c:pt idx="6826">
                  <c:v>-0.50351091006834514</c:v>
                </c:pt>
                <c:pt idx="6827">
                  <c:v>-0.43246542015811301</c:v>
                </c:pt>
                <c:pt idx="6828">
                  <c:v>-0.56630272174287255</c:v>
                </c:pt>
                <c:pt idx="6829">
                  <c:v>-0.54101583546111365</c:v>
                </c:pt>
                <c:pt idx="6830">
                  <c:v>-0.45136104223103241</c:v>
                </c:pt>
                <c:pt idx="6831">
                  <c:v>-0.4039075305288109</c:v>
                </c:pt>
                <c:pt idx="6832">
                  <c:v>-0.38827447260018394</c:v>
                </c:pt>
                <c:pt idx="6833">
                  <c:v>-0.39998092027801824</c:v>
                </c:pt>
                <c:pt idx="6834">
                  <c:v>-0.36366760398731246</c:v>
                </c:pt>
                <c:pt idx="6835">
                  <c:v>-0.34784141849575084</c:v>
                </c:pt>
                <c:pt idx="6836">
                  <c:v>-0.31227930578073643</c:v>
                </c:pt>
                <c:pt idx="6837">
                  <c:v>-0.23994898156795202</c:v>
                </c:pt>
                <c:pt idx="6838">
                  <c:v>-0.24644453365344335</c:v>
                </c:pt>
                <c:pt idx="6839">
                  <c:v>-2.9958620395189293E-2</c:v>
                </c:pt>
                <c:pt idx="6840">
                  <c:v>-1.1235219984716828E-2</c:v>
                </c:pt>
                <c:pt idx="6841">
                  <c:v>-1.3519924255857123E-2</c:v>
                </c:pt>
                <c:pt idx="6842">
                  <c:v>-2.9261684526773546E-3</c:v>
                </c:pt>
                <c:pt idx="6843">
                  <c:v>9.434367809277245E-3</c:v>
                </c:pt>
                <c:pt idx="6844">
                  <c:v>3.3787535530872728E-2</c:v>
                </c:pt>
                <c:pt idx="6845">
                  <c:v>7.5892295679794594E-2</c:v>
                </c:pt>
                <c:pt idx="6846">
                  <c:v>4.8720616250599535E-2</c:v>
                </c:pt>
                <c:pt idx="6847">
                  <c:v>-8.3326279129667336E-2</c:v>
                </c:pt>
                <c:pt idx="6848">
                  <c:v>-0.19046441293628472</c:v>
                </c:pt>
                <c:pt idx="6849">
                  <c:v>-0.22619727024420788</c:v>
                </c:pt>
                <c:pt idx="6850">
                  <c:v>-0.25934174357987122</c:v>
                </c:pt>
                <c:pt idx="6851">
                  <c:v>-0.26493997498285987</c:v>
                </c:pt>
                <c:pt idx="6852">
                  <c:v>-0.3645166325862314</c:v>
                </c:pt>
                <c:pt idx="6853">
                  <c:v>-0.41902674788623628</c:v>
                </c:pt>
                <c:pt idx="6854">
                  <c:v>-0.51696626301043747</c:v>
                </c:pt>
                <c:pt idx="6855">
                  <c:v>-0.5740107792508008</c:v>
                </c:pt>
                <c:pt idx="6856">
                  <c:v>-0.44206336810433328</c:v>
                </c:pt>
                <c:pt idx="6857">
                  <c:v>-0.3502410580512193</c:v>
                </c:pt>
                <c:pt idx="6858">
                  <c:v>-0.2148228763283806</c:v>
                </c:pt>
                <c:pt idx="6859">
                  <c:v>-0.32968397531242988</c:v>
                </c:pt>
                <c:pt idx="6860">
                  <c:v>-0.36506896411852341</c:v>
                </c:pt>
                <c:pt idx="6861">
                  <c:v>-0.19856925108622869</c:v>
                </c:pt>
                <c:pt idx="6862">
                  <c:v>-0.23763687380639087</c:v>
                </c:pt>
                <c:pt idx="6863">
                  <c:v>-0.12015211752173724</c:v>
                </c:pt>
                <c:pt idx="6864">
                  <c:v>-6.6503065695675406E-2</c:v>
                </c:pt>
                <c:pt idx="6865">
                  <c:v>-2.1611547555371102E-2</c:v>
                </c:pt>
                <c:pt idx="6866">
                  <c:v>-6.7146239106867468E-3</c:v>
                </c:pt>
                <c:pt idx="6867">
                  <c:v>1.1266274653842763E-2</c:v>
                </c:pt>
                <c:pt idx="6868">
                  <c:v>1.4271078446379851E-2</c:v>
                </c:pt>
                <c:pt idx="6869">
                  <c:v>1.7672124382095988E-2</c:v>
                </c:pt>
                <c:pt idx="6870">
                  <c:v>1.6134918689166076E-2</c:v>
                </c:pt>
                <c:pt idx="6871">
                  <c:v>-7.0897224943918702E-2</c:v>
                </c:pt>
                <c:pt idx="6872">
                  <c:v>-0.35898906706343314</c:v>
                </c:pt>
                <c:pt idx="6873">
                  <c:v>-0.35421491385831344</c:v>
                </c:pt>
                <c:pt idx="6874">
                  <c:v>-0.433046034488479</c:v>
                </c:pt>
                <c:pt idx="6875">
                  <c:v>-0.42534253872004146</c:v>
                </c:pt>
                <c:pt idx="6876">
                  <c:v>-0.43708401802312141</c:v>
                </c:pt>
                <c:pt idx="6877">
                  <c:v>-0.50016581227175749</c:v>
                </c:pt>
                <c:pt idx="6878">
                  <c:v>-0.51619150071098985</c:v>
                </c:pt>
                <c:pt idx="6879">
                  <c:v>-0.48245433651622421</c:v>
                </c:pt>
                <c:pt idx="6880">
                  <c:v>-0.41132640191591874</c:v>
                </c:pt>
                <c:pt idx="6881">
                  <c:v>-0.44349810505652842</c:v>
                </c:pt>
                <c:pt idx="6882">
                  <c:v>-0.43242223809317881</c:v>
                </c:pt>
                <c:pt idx="6883">
                  <c:v>-0.40241971823643174</c:v>
                </c:pt>
                <c:pt idx="6884">
                  <c:v>-0.44113693254542491</c:v>
                </c:pt>
                <c:pt idx="6885">
                  <c:v>-0.41444056763186515</c:v>
                </c:pt>
                <c:pt idx="6886">
                  <c:v>-0.42113973596774179</c:v>
                </c:pt>
                <c:pt idx="6887">
                  <c:v>-0.21223425519535055</c:v>
                </c:pt>
                <c:pt idx="6888">
                  <c:v>-5.7931080828948975E-2</c:v>
                </c:pt>
                <c:pt idx="6889">
                  <c:v>-2.7792767605684769E-2</c:v>
                </c:pt>
                <c:pt idx="6890">
                  <c:v>-1.1543428774303225E-3</c:v>
                </c:pt>
                <c:pt idx="6891">
                  <c:v>9.5108083210545622E-3</c:v>
                </c:pt>
                <c:pt idx="6892">
                  <c:v>1.6476834282810403E-2</c:v>
                </c:pt>
                <c:pt idx="6893">
                  <c:v>2.0478975441501016E-2</c:v>
                </c:pt>
                <c:pt idx="6894">
                  <c:v>1.6879348588086662E-2</c:v>
                </c:pt>
                <c:pt idx="6895">
                  <c:v>-9.8093903027743526E-2</c:v>
                </c:pt>
                <c:pt idx="6896">
                  <c:v>-0.35247281037257389</c:v>
                </c:pt>
                <c:pt idx="6897">
                  <c:v>-0.30013449736446107</c:v>
                </c:pt>
                <c:pt idx="6898">
                  <c:v>-0.40790499353771892</c:v>
                </c:pt>
                <c:pt idx="6899">
                  <c:v>-0.46566551139662155</c:v>
                </c:pt>
                <c:pt idx="6900">
                  <c:v>-0.48070383237384423</c:v>
                </c:pt>
                <c:pt idx="6901">
                  <c:v>-0.50892047384149197</c:v>
                </c:pt>
                <c:pt idx="6902">
                  <c:v>-0.52127083899616078</c:v>
                </c:pt>
                <c:pt idx="6903">
                  <c:v>-0.50664291215770385</c:v>
                </c:pt>
                <c:pt idx="6904">
                  <c:v>-0.49777314499866032</c:v>
                </c:pt>
                <c:pt idx="6905">
                  <c:v>-0.46673018565166924</c:v>
                </c:pt>
                <c:pt idx="6906">
                  <c:v>-0.22429278081219198</c:v>
                </c:pt>
                <c:pt idx="6907">
                  <c:v>-0.48789019032176106</c:v>
                </c:pt>
                <c:pt idx="6908">
                  <c:v>-0.34874217186623035</c:v>
                </c:pt>
                <c:pt idx="6909">
                  <c:v>-0.31517958534892204</c:v>
                </c:pt>
                <c:pt idx="6910">
                  <c:v>-0.39363149645115181</c:v>
                </c:pt>
                <c:pt idx="6911">
                  <c:v>-0.18922232456569565</c:v>
                </c:pt>
                <c:pt idx="6912">
                  <c:v>-4.8270208412861761E-2</c:v>
                </c:pt>
                <c:pt idx="6913">
                  <c:v>2.0223360035967457E-2</c:v>
                </c:pt>
                <c:pt idx="6914">
                  <c:v>6.2995108530551E-2</c:v>
                </c:pt>
                <c:pt idx="6915">
                  <c:v>4.6058285231158423E-2</c:v>
                </c:pt>
                <c:pt idx="6916">
                  <c:v>1.0239745560590484E-2</c:v>
                </c:pt>
                <c:pt idx="6917">
                  <c:v>1.1677683584609974E-2</c:v>
                </c:pt>
                <c:pt idx="6918">
                  <c:v>1.4953626936774368E-2</c:v>
                </c:pt>
                <c:pt idx="6919">
                  <c:v>-5.0179714117058474E-2</c:v>
                </c:pt>
                <c:pt idx="6920">
                  <c:v>-0.30628762376084634</c:v>
                </c:pt>
                <c:pt idx="6921">
                  <c:v>-0.30582308271863601</c:v>
                </c:pt>
                <c:pt idx="6922">
                  <c:v>-0.31481775679079782</c:v>
                </c:pt>
                <c:pt idx="6923">
                  <c:v>-0.38060539947218325</c:v>
                </c:pt>
                <c:pt idx="6924">
                  <c:v>-0.4128952577921654</c:v>
                </c:pt>
                <c:pt idx="6925">
                  <c:v>-0.41569714433379673</c:v>
                </c:pt>
                <c:pt idx="6926">
                  <c:v>-0.50911127906495279</c:v>
                </c:pt>
                <c:pt idx="6927">
                  <c:v>-0.46764731301554635</c:v>
                </c:pt>
                <c:pt idx="6928">
                  <c:v>-0.43907874607020098</c:v>
                </c:pt>
                <c:pt idx="6929">
                  <c:v>-0.46457093046901959</c:v>
                </c:pt>
                <c:pt idx="6930">
                  <c:v>-0.49953352244749244</c:v>
                </c:pt>
                <c:pt idx="6931">
                  <c:v>-0.41299900327252237</c:v>
                </c:pt>
                <c:pt idx="6932">
                  <c:v>-0.4297552194762862</c:v>
                </c:pt>
                <c:pt idx="6933">
                  <c:v>-0.39958705852590648</c:v>
                </c:pt>
                <c:pt idx="6934">
                  <c:v>-0.37012076135753108</c:v>
                </c:pt>
                <c:pt idx="6935">
                  <c:v>-0.14086149424373534</c:v>
                </c:pt>
                <c:pt idx="6936">
                  <c:v>-6.2653713183965121E-2</c:v>
                </c:pt>
                <c:pt idx="6937">
                  <c:v>-4.5119046573266756E-2</c:v>
                </c:pt>
                <c:pt idx="6938">
                  <c:v>-2.7256146051447879E-2</c:v>
                </c:pt>
                <c:pt idx="6939">
                  <c:v>-2.2539452505496053E-2</c:v>
                </c:pt>
                <c:pt idx="6940">
                  <c:v>-4.0826088715622188E-4</c:v>
                </c:pt>
                <c:pt idx="6941">
                  <c:v>1.0009890601709008E-2</c:v>
                </c:pt>
                <c:pt idx="6942">
                  <c:v>-3.5806836241166824E-2</c:v>
                </c:pt>
                <c:pt idx="6943">
                  <c:v>-0.3095614801942197</c:v>
                </c:pt>
                <c:pt idx="6944">
                  <c:v>-0.38265565253270828</c:v>
                </c:pt>
                <c:pt idx="6945">
                  <c:v>-0.43295393095699786</c:v>
                </c:pt>
                <c:pt idx="6946">
                  <c:v>-0.52733538262660962</c:v>
                </c:pt>
                <c:pt idx="6947">
                  <c:v>-0.53233027951650502</c:v>
                </c:pt>
                <c:pt idx="6948">
                  <c:v>-0.63259218286977847</c:v>
                </c:pt>
                <c:pt idx="6949">
                  <c:v>-0.65811727507600848</c:v>
                </c:pt>
                <c:pt idx="6950">
                  <c:v>-0.56990040397571273</c:v>
                </c:pt>
                <c:pt idx="6951">
                  <c:v>-0.49584330294748863</c:v>
                </c:pt>
                <c:pt idx="6952">
                  <c:v>-0.62848199451745634</c:v>
                </c:pt>
                <c:pt idx="6953">
                  <c:v>-0.50131337054738245</c:v>
                </c:pt>
                <c:pt idx="6954">
                  <c:v>-0.44449165195791474</c:v>
                </c:pt>
                <c:pt idx="6955">
                  <c:v>-0.43345123542191233</c:v>
                </c:pt>
                <c:pt idx="6956">
                  <c:v>-0.38126750654035341</c:v>
                </c:pt>
                <c:pt idx="6957">
                  <c:v>-0.34871070459350395</c:v>
                </c:pt>
                <c:pt idx="6958">
                  <c:v>-0.31544274043584458</c:v>
                </c:pt>
                <c:pt idx="6959">
                  <c:v>-0.10083282346227299</c:v>
                </c:pt>
                <c:pt idx="6960">
                  <c:v>-1.7955767386553988E-2</c:v>
                </c:pt>
                <c:pt idx="6961">
                  <c:v>1.7947967574300751E-2</c:v>
                </c:pt>
                <c:pt idx="6962">
                  <c:v>1.7521664815387708E-2</c:v>
                </c:pt>
                <c:pt idx="6963">
                  <c:v>8.5124547054995208E-3</c:v>
                </c:pt>
                <c:pt idx="6964">
                  <c:v>1.731063767073137E-2</c:v>
                </c:pt>
                <c:pt idx="6965">
                  <c:v>2.5101916041119991E-2</c:v>
                </c:pt>
                <c:pt idx="6966">
                  <c:v>-2.2149635725094839E-2</c:v>
                </c:pt>
                <c:pt idx="6967">
                  <c:v>-0.24763156791931645</c:v>
                </c:pt>
                <c:pt idx="6968">
                  <c:v>-0.21635200647805281</c:v>
                </c:pt>
                <c:pt idx="6969">
                  <c:v>-0.23700794407287584</c:v>
                </c:pt>
                <c:pt idx="6970">
                  <c:v>-0.37274677915210797</c:v>
                </c:pt>
                <c:pt idx="6971">
                  <c:v>-0.39422108293443964</c:v>
                </c:pt>
                <c:pt idx="6972">
                  <c:v>-0.44065380461589748</c:v>
                </c:pt>
                <c:pt idx="6973">
                  <c:v>-0.44529521197183791</c:v>
                </c:pt>
                <c:pt idx="6974">
                  <c:v>-0.40383123765947154</c:v>
                </c:pt>
                <c:pt idx="6975">
                  <c:v>-0.4602565448742425</c:v>
                </c:pt>
                <c:pt idx="6976">
                  <c:v>-0.42272138699008738</c:v>
                </c:pt>
                <c:pt idx="6977">
                  <c:v>-0.46140253895176597</c:v>
                </c:pt>
                <c:pt idx="6978">
                  <c:v>-0.48180498111495218</c:v>
                </c:pt>
                <c:pt idx="6979">
                  <c:v>-0.44478597374579432</c:v>
                </c:pt>
                <c:pt idx="6980">
                  <c:v>-0.43258604047949123</c:v>
                </c:pt>
                <c:pt idx="6981">
                  <c:v>-0.35618900214287147</c:v>
                </c:pt>
                <c:pt idx="6982">
                  <c:v>-0.3499768916813672</c:v>
                </c:pt>
                <c:pt idx="6983">
                  <c:v>-0.13100170114196305</c:v>
                </c:pt>
                <c:pt idx="6984">
                  <c:v>-9.0514076670278068E-2</c:v>
                </c:pt>
                <c:pt idx="6985">
                  <c:v>-5.2171656148540226E-2</c:v>
                </c:pt>
                <c:pt idx="6986">
                  <c:v>-1.7341831226975694E-2</c:v>
                </c:pt>
                <c:pt idx="6987">
                  <c:v>6.696789651359553E-3</c:v>
                </c:pt>
                <c:pt idx="6988">
                  <c:v>1.5051576683115298E-2</c:v>
                </c:pt>
                <c:pt idx="6989">
                  <c:v>1.4614031479624487E-2</c:v>
                </c:pt>
                <c:pt idx="6990">
                  <c:v>-0.10814774335682975</c:v>
                </c:pt>
                <c:pt idx="6991">
                  <c:v>-0.31719201812467235</c:v>
                </c:pt>
                <c:pt idx="6992">
                  <c:v>-0.29428616652766187</c:v>
                </c:pt>
                <c:pt idx="6993">
                  <c:v>-0.46348243587250743</c:v>
                </c:pt>
                <c:pt idx="6994">
                  <c:v>-0.49445939870175831</c:v>
                </c:pt>
                <c:pt idx="6995">
                  <c:v>-0.50851382838433046</c:v>
                </c:pt>
                <c:pt idx="6996">
                  <c:v>-0.42032803692186305</c:v>
                </c:pt>
                <c:pt idx="6997">
                  <c:v>-0.41569536863856082</c:v>
                </c:pt>
                <c:pt idx="6998">
                  <c:v>-0.38480851230359436</c:v>
                </c:pt>
                <c:pt idx="6999">
                  <c:v>-0.37252194774224129</c:v>
                </c:pt>
                <c:pt idx="7000">
                  <c:v>-0.36222126950666145</c:v>
                </c:pt>
                <c:pt idx="7001">
                  <c:v>-0.37911896240619641</c:v>
                </c:pt>
                <c:pt idx="7002">
                  <c:v>-0.36677622941838295</c:v>
                </c:pt>
                <c:pt idx="7003">
                  <c:v>-0.34103887479484235</c:v>
                </c:pt>
                <c:pt idx="7004">
                  <c:v>-0.31606683217665155</c:v>
                </c:pt>
                <c:pt idx="7005">
                  <c:v>-0.30276282695277174</c:v>
                </c:pt>
                <c:pt idx="7006">
                  <c:v>-0.24447254618517034</c:v>
                </c:pt>
                <c:pt idx="7007">
                  <c:v>-9.3854429327257113E-2</c:v>
                </c:pt>
                <c:pt idx="7008">
                  <c:v>-3.0408391851183506E-2</c:v>
                </c:pt>
                <c:pt idx="7009">
                  <c:v>-7.8744136597525879E-3</c:v>
                </c:pt>
                <c:pt idx="7010">
                  <c:v>-3.1247347108344825E-3</c:v>
                </c:pt>
                <c:pt idx="7011">
                  <c:v>1.2293420517704838E-2</c:v>
                </c:pt>
                <c:pt idx="7012">
                  <c:v>1.3999137971449385E-2</c:v>
                </c:pt>
                <c:pt idx="7013">
                  <c:v>1.671484230249139E-2</c:v>
                </c:pt>
                <c:pt idx="7014">
                  <c:v>-6.0102770157200024E-2</c:v>
                </c:pt>
                <c:pt idx="7015">
                  <c:v>-0.35668993793235965</c:v>
                </c:pt>
                <c:pt idx="7016">
                  <c:v>-0.32435607176994757</c:v>
                </c:pt>
                <c:pt idx="7017">
                  <c:v>-0.32348870664333168</c:v>
                </c:pt>
                <c:pt idx="7018">
                  <c:v>-0.4317518275897877</c:v>
                </c:pt>
                <c:pt idx="7019">
                  <c:v>-0.56955149204641509</c:v>
                </c:pt>
                <c:pt idx="7020">
                  <c:v>-0.42335424296114432</c:v>
                </c:pt>
                <c:pt idx="7021">
                  <c:v>-0.4555901875712875</c:v>
                </c:pt>
                <c:pt idx="7022">
                  <c:v>-0.46961495633369654</c:v>
                </c:pt>
                <c:pt idx="7023">
                  <c:v>-0.39758190439986496</c:v>
                </c:pt>
                <c:pt idx="7024">
                  <c:v>-0.39657332571149789</c:v>
                </c:pt>
                <c:pt idx="7025">
                  <c:v>-0.33580426168859379</c:v>
                </c:pt>
                <c:pt idx="7026">
                  <c:v>-0.36575940719543876</c:v>
                </c:pt>
                <c:pt idx="7027">
                  <c:v>-0.33086153841370641</c:v>
                </c:pt>
                <c:pt idx="7028">
                  <c:v>-0.31527995283094618</c:v>
                </c:pt>
                <c:pt idx="7029">
                  <c:v>-0.28950915895168849</c:v>
                </c:pt>
                <c:pt idx="7030">
                  <c:v>-0.26800003415683199</c:v>
                </c:pt>
                <c:pt idx="7031">
                  <c:v>-9.5153031716344011E-2</c:v>
                </c:pt>
                <c:pt idx="7032">
                  <c:v>-8.8785299882920173E-3</c:v>
                </c:pt>
                <c:pt idx="7033">
                  <c:v>1.9323053268076415E-2</c:v>
                </c:pt>
                <c:pt idx="7034">
                  <c:v>9.774362374396323E-3</c:v>
                </c:pt>
                <c:pt idx="7035">
                  <c:v>8.1970412221153942E-3</c:v>
                </c:pt>
                <c:pt idx="7036">
                  <c:v>1.5110918483435055E-2</c:v>
                </c:pt>
                <c:pt idx="7037">
                  <c:v>1.5723950287773063E-2</c:v>
                </c:pt>
                <c:pt idx="7038">
                  <c:v>2.6412419534370627E-2</c:v>
                </c:pt>
                <c:pt idx="7039">
                  <c:v>-0.19334482229317368</c:v>
                </c:pt>
                <c:pt idx="7040">
                  <c:v>-0.2382598120886977</c:v>
                </c:pt>
                <c:pt idx="7041">
                  <c:v>-0.16425576301545278</c:v>
                </c:pt>
                <c:pt idx="7042">
                  <c:v>-0.2882085857548517</c:v>
                </c:pt>
                <c:pt idx="7043">
                  <c:v>-0.34341402028360429</c:v>
                </c:pt>
                <c:pt idx="7044">
                  <c:v>-0.35816930193523966</c:v>
                </c:pt>
                <c:pt idx="7045">
                  <c:v>-0.35373858038690265</c:v>
                </c:pt>
                <c:pt idx="7046">
                  <c:v>-0.36553342078327139</c:v>
                </c:pt>
                <c:pt idx="7047">
                  <c:v>-0.28293218013045845</c:v>
                </c:pt>
                <c:pt idx="7048">
                  <c:v>-0.27036588079653828</c:v>
                </c:pt>
                <c:pt idx="7049">
                  <c:v>-0.30166894123276317</c:v>
                </c:pt>
                <c:pt idx="7050">
                  <c:v>-0.33695757044563346</c:v>
                </c:pt>
                <c:pt idx="7051">
                  <c:v>-0.30484274200822897</c:v>
                </c:pt>
                <c:pt idx="7052">
                  <c:v>-0.29852910504664898</c:v>
                </c:pt>
                <c:pt idx="7053">
                  <c:v>-0.259504877518204</c:v>
                </c:pt>
                <c:pt idx="7054">
                  <c:v>-0.10523893765057604</c:v>
                </c:pt>
                <c:pt idx="7055">
                  <c:v>-9.8022492358322805E-2</c:v>
                </c:pt>
                <c:pt idx="7056">
                  <c:v>-3.3305567041155282E-2</c:v>
                </c:pt>
                <c:pt idx="7057">
                  <c:v>-2.6006128223333177E-3</c:v>
                </c:pt>
                <c:pt idx="7058">
                  <c:v>1.0014940562278283E-2</c:v>
                </c:pt>
                <c:pt idx="7059">
                  <c:v>1.1199944053294884E-2</c:v>
                </c:pt>
                <c:pt idx="7060">
                  <c:v>1.6555392388712304E-2</c:v>
                </c:pt>
                <c:pt idx="7061">
                  <c:v>1.7872115654997658E-2</c:v>
                </c:pt>
                <c:pt idx="7062">
                  <c:v>2.0243308031282905E-2</c:v>
                </c:pt>
                <c:pt idx="7063">
                  <c:v>-6.5852661348501679E-2</c:v>
                </c:pt>
                <c:pt idx="7064">
                  <c:v>-0.28902023998101622</c:v>
                </c:pt>
                <c:pt idx="7065">
                  <c:v>-0.21620518361740435</c:v>
                </c:pt>
                <c:pt idx="7066">
                  <c:v>-9.5293448496011179E-2</c:v>
                </c:pt>
                <c:pt idx="7067">
                  <c:v>-0.34158470547485337</c:v>
                </c:pt>
                <c:pt idx="7068">
                  <c:v>-0.31478810994875106</c:v>
                </c:pt>
                <c:pt idx="7069">
                  <c:v>-0.33072289432161506</c:v>
                </c:pt>
                <c:pt idx="7070">
                  <c:v>-0.3765320242252026</c:v>
                </c:pt>
                <c:pt idx="7071">
                  <c:v>-0.37103100201382438</c:v>
                </c:pt>
                <c:pt idx="7072">
                  <c:v>-0.3804620582501837</c:v>
                </c:pt>
                <c:pt idx="7073">
                  <c:v>-0.28110049650386409</c:v>
                </c:pt>
                <c:pt idx="7074">
                  <c:v>-0.32911276674928608</c:v>
                </c:pt>
                <c:pt idx="7075">
                  <c:v>-0.23800028235276402</c:v>
                </c:pt>
                <c:pt idx="7076">
                  <c:v>-0.33243337913370924</c:v>
                </c:pt>
                <c:pt idx="7077">
                  <c:v>-0.20571903489098384</c:v>
                </c:pt>
                <c:pt idx="7078">
                  <c:v>-0.29455424644792483</c:v>
                </c:pt>
                <c:pt idx="7079">
                  <c:v>-0.12859352672030341</c:v>
                </c:pt>
                <c:pt idx="7080">
                  <c:v>-3.9434729280987929E-2</c:v>
                </c:pt>
                <c:pt idx="7081">
                  <c:v>-1.1264356253624135E-2</c:v>
                </c:pt>
                <c:pt idx="7082">
                  <c:v>1.3821329773913938E-3</c:v>
                </c:pt>
                <c:pt idx="7083">
                  <c:v>1.4518708378418907E-2</c:v>
                </c:pt>
                <c:pt idx="7084">
                  <c:v>1.5596569487289554E-2</c:v>
                </c:pt>
                <c:pt idx="7085">
                  <c:v>1.7269754810285136E-2</c:v>
                </c:pt>
                <c:pt idx="7086">
                  <c:v>1.1859069866022452E-2</c:v>
                </c:pt>
                <c:pt idx="7087">
                  <c:v>-9.1961477243710621E-2</c:v>
                </c:pt>
                <c:pt idx="7088">
                  <c:v>-0.38226302489933811</c:v>
                </c:pt>
                <c:pt idx="7089">
                  <c:v>-0.32538628229549588</c:v>
                </c:pt>
                <c:pt idx="7090">
                  <c:v>-0.35229880556906479</c:v>
                </c:pt>
                <c:pt idx="7091">
                  <c:v>-0.35926839505920477</c:v>
                </c:pt>
                <c:pt idx="7092">
                  <c:v>-0.42908942893196439</c:v>
                </c:pt>
                <c:pt idx="7093">
                  <c:v>-0.44704071258697403</c:v>
                </c:pt>
                <c:pt idx="7094">
                  <c:v>-0.38870813621739048</c:v>
                </c:pt>
                <c:pt idx="7095">
                  <c:v>-0.39979888464806151</c:v>
                </c:pt>
                <c:pt idx="7096">
                  <c:v>-0.46609052573349924</c:v>
                </c:pt>
                <c:pt idx="7097">
                  <c:v>-0.37381104168709828</c:v>
                </c:pt>
                <c:pt idx="7098">
                  <c:v>-0.21256966733043869</c:v>
                </c:pt>
                <c:pt idx="7099">
                  <c:v>-0.41711863280458844</c:v>
                </c:pt>
                <c:pt idx="7100">
                  <c:v>-0.4237571404293074</c:v>
                </c:pt>
                <c:pt idx="7101">
                  <c:v>-0.33291019937994443</c:v>
                </c:pt>
                <c:pt idx="7102">
                  <c:v>-0.31857044885693581</c:v>
                </c:pt>
                <c:pt idx="7103">
                  <c:v>-0.34481702032975675</c:v>
                </c:pt>
                <c:pt idx="7104">
                  <c:v>-0.29563638600053027</c:v>
                </c:pt>
                <c:pt idx="7105">
                  <c:v>-0.16632650505303448</c:v>
                </c:pt>
                <c:pt idx="7106">
                  <c:v>-6.0208338476001606E-2</c:v>
                </c:pt>
                <c:pt idx="7107">
                  <c:v>-1.4658410815266578E-2</c:v>
                </c:pt>
                <c:pt idx="7108">
                  <c:v>-2.0613228137907657E-3</c:v>
                </c:pt>
                <c:pt idx="7109">
                  <c:v>6.015217108334526E-3</c:v>
                </c:pt>
                <c:pt idx="7110">
                  <c:v>7.5352887622012442E-3</c:v>
                </c:pt>
                <c:pt idx="7111">
                  <c:v>-0.10286040478768682</c:v>
                </c:pt>
                <c:pt idx="7112">
                  <c:v>-0.40740164962872755</c:v>
                </c:pt>
                <c:pt idx="7113">
                  <c:v>-0.45459955505425748</c:v>
                </c:pt>
                <c:pt idx="7114">
                  <c:v>-0.44970885125074161</c:v>
                </c:pt>
                <c:pt idx="7115">
                  <c:v>-0.48460543712319515</c:v>
                </c:pt>
                <c:pt idx="7116">
                  <c:v>-0.50526596051530359</c:v>
                </c:pt>
                <c:pt idx="7117">
                  <c:v>-0.48663250495165422</c:v>
                </c:pt>
                <c:pt idx="7118">
                  <c:v>-0.44363662387262959</c:v>
                </c:pt>
                <c:pt idx="7119">
                  <c:v>-0.46908791285587614</c:v>
                </c:pt>
                <c:pt idx="7120">
                  <c:v>-0.41654609055591119</c:v>
                </c:pt>
                <c:pt idx="7121">
                  <c:v>-0.41253271450068474</c:v>
                </c:pt>
                <c:pt idx="7122">
                  <c:v>-0.3674649056634437</c:v>
                </c:pt>
                <c:pt idx="7123">
                  <c:v>-0.31876606740104552</c:v>
                </c:pt>
                <c:pt idx="7124">
                  <c:v>-0.32896615311106364</c:v>
                </c:pt>
                <c:pt idx="7125">
                  <c:v>-0.28890970582340986</c:v>
                </c:pt>
                <c:pt idx="7126">
                  <c:v>-0.2860643103699671</c:v>
                </c:pt>
                <c:pt idx="7127">
                  <c:v>-0.27027843040516186</c:v>
                </c:pt>
                <c:pt idx="7128">
                  <c:v>-0.24381576106944061</c:v>
                </c:pt>
                <c:pt idx="7129">
                  <c:v>-0.11866947386167798</c:v>
                </c:pt>
                <c:pt idx="7130">
                  <c:v>-8.2627222623592109E-2</c:v>
                </c:pt>
                <c:pt idx="7131">
                  <c:v>-4.450678388928718E-2</c:v>
                </c:pt>
                <c:pt idx="7132">
                  <c:v>-1.3533622363908229E-2</c:v>
                </c:pt>
                <c:pt idx="7133">
                  <c:v>-1.3434644144683879E-3</c:v>
                </c:pt>
                <c:pt idx="7134">
                  <c:v>7.3535406873667551E-3</c:v>
                </c:pt>
                <c:pt idx="7135">
                  <c:v>-8.5531924613166541E-2</c:v>
                </c:pt>
                <c:pt idx="7136">
                  <c:v>-0.30273492238638988</c:v>
                </c:pt>
                <c:pt idx="7137">
                  <c:v>-0.3520075871725733</c:v>
                </c:pt>
                <c:pt idx="7138">
                  <c:v>-0.32438067060585402</c:v>
                </c:pt>
                <c:pt idx="7139">
                  <c:v>-0.40681207940429093</c:v>
                </c:pt>
                <c:pt idx="7140">
                  <c:v>-0.50184673011680592</c:v>
                </c:pt>
                <c:pt idx="7141">
                  <c:v>-0.45704727269542966</c:v>
                </c:pt>
                <c:pt idx="7142">
                  <c:v>-0.46662001764739608</c:v>
                </c:pt>
                <c:pt idx="7143">
                  <c:v>-0.49729122298013906</c:v>
                </c:pt>
                <c:pt idx="7144">
                  <c:v>-0.51894670198761428</c:v>
                </c:pt>
                <c:pt idx="7145">
                  <c:v>-0.42920761583216477</c:v>
                </c:pt>
                <c:pt idx="7146">
                  <c:v>-0.410954195347906</c:v>
                </c:pt>
                <c:pt idx="7147">
                  <c:v>-0.4103342004908106</c:v>
                </c:pt>
                <c:pt idx="7148">
                  <c:v>-0.32441049559420904</c:v>
                </c:pt>
                <c:pt idx="7149">
                  <c:v>-0.25607262976891504</c:v>
                </c:pt>
                <c:pt idx="7150">
                  <c:v>-0.28363627394424129</c:v>
                </c:pt>
                <c:pt idx="7151">
                  <c:v>-0.26505076350471646</c:v>
                </c:pt>
                <c:pt idx="7152">
                  <c:v>-0.30474597858098718</c:v>
                </c:pt>
                <c:pt idx="7153">
                  <c:v>-0.26523061689314725</c:v>
                </c:pt>
                <c:pt idx="7154">
                  <c:v>-0.11284215305900999</c:v>
                </c:pt>
                <c:pt idx="7155">
                  <c:v>-2.923909336370055E-2</c:v>
                </c:pt>
                <c:pt idx="7156">
                  <c:v>-2.1484095873579748E-3</c:v>
                </c:pt>
                <c:pt idx="7157">
                  <c:v>7.4014165027203403E-3</c:v>
                </c:pt>
                <c:pt idx="7158">
                  <c:v>-0.19232863889793123</c:v>
                </c:pt>
                <c:pt idx="7159">
                  <c:v>-0.26905968027950106</c:v>
                </c:pt>
                <c:pt idx="7160">
                  <c:v>-0.32495560848349719</c:v>
                </c:pt>
                <c:pt idx="7161">
                  <c:v>-0.37116645474643001</c:v>
                </c:pt>
                <c:pt idx="7162">
                  <c:v>-0.39705607486576711</c:v>
                </c:pt>
                <c:pt idx="7163">
                  <c:v>-0.52040408368453672</c:v>
                </c:pt>
                <c:pt idx="7164">
                  <c:v>-0.5514430090709852</c:v>
                </c:pt>
                <c:pt idx="7165">
                  <c:v>-0.52483846963284275</c:v>
                </c:pt>
                <c:pt idx="7166">
                  <c:v>-0.50273991687455977</c:v>
                </c:pt>
                <c:pt idx="7167">
                  <c:v>-0.45332113928450507</c:v>
                </c:pt>
                <c:pt idx="7168">
                  <c:v>-0.45920056881744742</c:v>
                </c:pt>
                <c:pt idx="7169">
                  <c:v>-0.42355853744472916</c:v>
                </c:pt>
                <c:pt idx="7170">
                  <c:v>-0.35746193686680416</c:v>
                </c:pt>
                <c:pt idx="7171">
                  <c:v>-0.34497061847562832</c:v>
                </c:pt>
                <c:pt idx="7172">
                  <c:v>-0.34080137397993537</c:v>
                </c:pt>
                <c:pt idx="7173">
                  <c:v>-0.36756211293432223</c:v>
                </c:pt>
                <c:pt idx="7174">
                  <c:v>-0.34099097724492822</c:v>
                </c:pt>
                <c:pt idx="7175">
                  <c:v>-0.32222188363314869</c:v>
                </c:pt>
                <c:pt idx="7176">
                  <c:v>-0.30303013529008238</c:v>
                </c:pt>
                <c:pt idx="7177">
                  <c:v>-0.31117611584261734</c:v>
                </c:pt>
                <c:pt idx="7178">
                  <c:v>-0.2888362580183696</c:v>
                </c:pt>
                <c:pt idx="7179">
                  <c:v>-0.25783219921957845</c:v>
                </c:pt>
                <c:pt idx="7180">
                  <c:v>-0.25665817603338997</c:v>
                </c:pt>
                <c:pt idx="7181">
                  <c:v>-0.24317350843380603</c:v>
                </c:pt>
                <c:pt idx="7182">
                  <c:v>-0.23522833516144259</c:v>
                </c:pt>
                <c:pt idx="7183">
                  <c:v>-0.21681778216128783</c:v>
                </c:pt>
                <c:pt idx="7184">
                  <c:v>-0.20321632888565133</c:v>
                </c:pt>
                <c:pt idx="7185">
                  <c:v>-0.236502150556816</c:v>
                </c:pt>
                <c:pt idx="7186">
                  <c:v>-0.22037666247918464</c:v>
                </c:pt>
                <c:pt idx="7187">
                  <c:v>-0.2207122189758525</c:v>
                </c:pt>
                <c:pt idx="7188">
                  <c:v>-0.23866305309058888</c:v>
                </c:pt>
                <c:pt idx="7189">
                  <c:v>-0.2183638052980772</c:v>
                </c:pt>
                <c:pt idx="7190">
                  <c:v>-0.21771540733111627</c:v>
                </c:pt>
                <c:pt idx="7191">
                  <c:v>-0.24700389470488418</c:v>
                </c:pt>
                <c:pt idx="7192">
                  <c:v>-0.28539189070847037</c:v>
                </c:pt>
                <c:pt idx="7193">
                  <c:v>-0.32651919542198776</c:v>
                </c:pt>
                <c:pt idx="7194">
                  <c:v>-0.34555628249348941</c:v>
                </c:pt>
                <c:pt idx="7195">
                  <c:v>-0.34809341315306469</c:v>
                </c:pt>
                <c:pt idx="7196">
                  <c:v>-0.31176745589953841</c:v>
                </c:pt>
                <c:pt idx="7197">
                  <c:v>-0.29739767309300424</c:v>
                </c:pt>
                <c:pt idx="7198">
                  <c:v>-0.28317604042383276</c:v>
                </c:pt>
                <c:pt idx="7199">
                  <c:v>-0.2745382907253987</c:v>
                </c:pt>
                <c:pt idx="7200">
                  <c:v>-0.25741938616173043</c:v>
                </c:pt>
                <c:pt idx="7201">
                  <c:v>-0.26333836746499684</c:v>
                </c:pt>
                <c:pt idx="7202">
                  <c:v>-0.25041675517468082</c:v>
                </c:pt>
                <c:pt idx="7203">
                  <c:v>-0.22562541348664394</c:v>
                </c:pt>
                <c:pt idx="7204">
                  <c:v>-0.23627457620885842</c:v>
                </c:pt>
                <c:pt idx="7205">
                  <c:v>-0.23379838089952709</c:v>
                </c:pt>
                <c:pt idx="7206">
                  <c:v>-0.23056658841213171</c:v>
                </c:pt>
                <c:pt idx="7207">
                  <c:v>-0.22761912233100801</c:v>
                </c:pt>
                <c:pt idx="7208">
                  <c:v>-0.24945318521673276</c:v>
                </c:pt>
                <c:pt idx="7209">
                  <c:v>-0.24789111389978938</c:v>
                </c:pt>
                <c:pt idx="7210">
                  <c:v>-0.28932192760228143</c:v>
                </c:pt>
                <c:pt idx="7211">
                  <c:v>-0.37179424203188816</c:v>
                </c:pt>
                <c:pt idx="7212">
                  <c:v>-0.41037528627229214</c:v>
                </c:pt>
                <c:pt idx="7213">
                  <c:v>-0.38367080841927254</c:v>
                </c:pt>
                <c:pt idx="7214">
                  <c:v>-0.3537116620611841</c:v>
                </c:pt>
                <c:pt idx="7215">
                  <c:v>-0.39592193155691752</c:v>
                </c:pt>
                <c:pt idx="7216">
                  <c:v>-0.39292409160878822</c:v>
                </c:pt>
                <c:pt idx="7217">
                  <c:v>-0.36289343263498153</c:v>
                </c:pt>
                <c:pt idx="7218">
                  <c:v>-0.30666894687074442</c:v>
                </c:pt>
                <c:pt idx="7219">
                  <c:v>-0.2846992068099507</c:v>
                </c:pt>
                <c:pt idx="7220">
                  <c:v>-0.25713628400676869</c:v>
                </c:pt>
                <c:pt idx="7221">
                  <c:v>-0.25489912852669905</c:v>
                </c:pt>
                <c:pt idx="7222">
                  <c:v>-0.22828663550713363</c:v>
                </c:pt>
                <c:pt idx="7223">
                  <c:v>-0.22568896293146312</c:v>
                </c:pt>
                <c:pt idx="7224">
                  <c:v>-0.24409397719953074</c:v>
                </c:pt>
                <c:pt idx="7225">
                  <c:v>-0.23730893344618892</c:v>
                </c:pt>
                <c:pt idx="7226">
                  <c:v>-0.12240218437796213</c:v>
                </c:pt>
                <c:pt idx="7227">
                  <c:v>-0.19955666683445433</c:v>
                </c:pt>
                <c:pt idx="7228">
                  <c:v>-0.11865699226876771</c:v>
                </c:pt>
                <c:pt idx="7229">
                  <c:v>-9.3173083374293211E-2</c:v>
                </c:pt>
                <c:pt idx="7230">
                  <c:v>-0.12719579605206163</c:v>
                </c:pt>
                <c:pt idx="7231">
                  <c:v>-7.6432602781923015E-2</c:v>
                </c:pt>
                <c:pt idx="7232">
                  <c:v>-2.2732135087002475E-2</c:v>
                </c:pt>
                <c:pt idx="7233">
                  <c:v>-0.11018347181067396</c:v>
                </c:pt>
                <c:pt idx="7234">
                  <c:v>-8.2510478045564911E-2</c:v>
                </c:pt>
                <c:pt idx="7235">
                  <c:v>-7.5236176585571158E-3</c:v>
                </c:pt>
                <c:pt idx="7236">
                  <c:v>-8.7300043277122236E-2</c:v>
                </c:pt>
                <c:pt idx="7237">
                  <c:v>-9.5210027025837918E-2</c:v>
                </c:pt>
                <c:pt idx="7238">
                  <c:v>-1.5312409457379642E-2</c:v>
                </c:pt>
                <c:pt idx="7239">
                  <c:v>-7.0053464189254164E-2</c:v>
                </c:pt>
                <c:pt idx="7240">
                  <c:v>-8.4805412139091096E-2</c:v>
                </c:pt>
                <c:pt idx="7241">
                  <c:v>-3.5056541456363825E-2</c:v>
                </c:pt>
                <c:pt idx="7242">
                  <c:v>-3.7027807895991527E-2</c:v>
                </c:pt>
                <c:pt idx="7243">
                  <c:v>-0.1146511760777493</c:v>
                </c:pt>
                <c:pt idx="7244">
                  <c:v>-4.3073585375067246E-2</c:v>
                </c:pt>
                <c:pt idx="7245">
                  <c:v>-4.069932782478447E-2</c:v>
                </c:pt>
                <c:pt idx="7246">
                  <c:v>-9.3517891239754958E-2</c:v>
                </c:pt>
                <c:pt idx="7247">
                  <c:v>-8.3118094234447493E-2</c:v>
                </c:pt>
                <c:pt idx="7248">
                  <c:v>-6.4281191629202488E-3</c:v>
                </c:pt>
                <c:pt idx="7249">
                  <c:v>-5.1135797017601181E-2</c:v>
                </c:pt>
                <c:pt idx="7250">
                  <c:v>2.3763052547382171E-2</c:v>
                </c:pt>
                <c:pt idx="7251">
                  <c:v>2.4158436504108569E-2</c:v>
                </c:pt>
                <c:pt idx="7252">
                  <c:v>2.5049872868984361E-2</c:v>
                </c:pt>
                <c:pt idx="7253">
                  <c:v>2.3208933441346703E-2</c:v>
                </c:pt>
                <c:pt idx="7254">
                  <c:v>2.4329809603253344E-2</c:v>
                </c:pt>
                <c:pt idx="7255">
                  <c:v>1.5153313774802323E-2</c:v>
                </c:pt>
                <c:pt idx="7256">
                  <c:v>1.5272683912650405E-2</c:v>
                </c:pt>
                <c:pt idx="7257">
                  <c:v>1.3477620023016701E-2</c:v>
                </c:pt>
                <c:pt idx="7258">
                  <c:v>-0.14579688234190291</c:v>
                </c:pt>
                <c:pt idx="7259">
                  <c:v>-0.14876488593971834</c:v>
                </c:pt>
                <c:pt idx="7260">
                  <c:v>-4.4959288293060978E-2</c:v>
                </c:pt>
                <c:pt idx="7261">
                  <c:v>-0.33164872329905043</c:v>
                </c:pt>
                <c:pt idx="7262">
                  <c:v>-6.3648037243041897E-2</c:v>
                </c:pt>
                <c:pt idx="7263">
                  <c:v>-0.41022197922233256</c:v>
                </c:pt>
                <c:pt idx="7264">
                  <c:v>-0.12191102016708893</c:v>
                </c:pt>
                <c:pt idx="7265">
                  <c:v>-0.38021337229189139</c:v>
                </c:pt>
                <c:pt idx="7266">
                  <c:v>-0.27219598882382284</c:v>
                </c:pt>
                <c:pt idx="7267">
                  <c:v>-0.21685931682301848</c:v>
                </c:pt>
                <c:pt idx="7268">
                  <c:v>-0.10167202760597961</c:v>
                </c:pt>
                <c:pt idx="7269">
                  <c:v>-5.6509866122322734E-2</c:v>
                </c:pt>
                <c:pt idx="7270">
                  <c:v>-0.11908381234119152</c:v>
                </c:pt>
                <c:pt idx="7271">
                  <c:v>-0.15293935635080907</c:v>
                </c:pt>
                <c:pt idx="7272">
                  <c:v>-9.723417310343821E-2</c:v>
                </c:pt>
                <c:pt idx="7273">
                  <c:v>-0.11057773060371481</c:v>
                </c:pt>
                <c:pt idx="7274">
                  <c:v>-0.12413032507279727</c:v>
                </c:pt>
                <c:pt idx="7275">
                  <c:v>-0.1185517831371966</c:v>
                </c:pt>
                <c:pt idx="7276">
                  <c:v>-0.13913956870669156</c:v>
                </c:pt>
                <c:pt idx="7277">
                  <c:v>-0.10887250527315337</c:v>
                </c:pt>
                <c:pt idx="7278">
                  <c:v>-0.10886709617255559</c:v>
                </c:pt>
                <c:pt idx="7279">
                  <c:v>-0.11365985605467625</c:v>
                </c:pt>
                <c:pt idx="7280">
                  <c:v>-0.12232917243707894</c:v>
                </c:pt>
                <c:pt idx="7281">
                  <c:v>-0.22142310131887918</c:v>
                </c:pt>
                <c:pt idx="7282">
                  <c:v>-0.35376482236099471</c:v>
                </c:pt>
                <c:pt idx="7283">
                  <c:v>-0.41744653547109223</c:v>
                </c:pt>
                <c:pt idx="7284">
                  <c:v>-0.40974825432370554</c:v>
                </c:pt>
                <c:pt idx="7285">
                  <c:v>-0.36350676894413592</c:v>
                </c:pt>
                <c:pt idx="7286">
                  <c:v>-0.29545796763428195</c:v>
                </c:pt>
                <c:pt idx="7287">
                  <c:v>-0.31229035785965165</c:v>
                </c:pt>
                <c:pt idx="7288">
                  <c:v>-0.33413951131272662</c:v>
                </c:pt>
                <c:pt idx="7289">
                  <c:v>-0.28698917724093181</c:v>
                </c:pt>
                <c:pt idx="7290">
                  <c:v>-0.24542477015007255</c:v>
                </c:pt>
                <c:pt idx="7291">
                  <c:v>-0.22022807447572748</c:v>
                </c:pt>
                <c:pt idx="7292">
                  <c:v>-0.15816820718412949</c:v>
                </c:pt>
                <c:pt idx="7293">
                  <c:v>-0.11536098243394474</c:v>
                </c:pt>
                <c:pt idx="7294">
                  <c:v>-8.374803946490221E-2</c:v>
                </c:pt>
                <c:pt idx="7295">
                  <c:v>-3.7300558382869213E-2</c:v>
                </c:pt>
                <c:pt idx="7296">
                  <c:v>7.4703423644718438E-3</c:v>
                </c:pt>
                <c:pt idx="7297">
                  <c:v>3.317394215942393E-2</c:v>
                </c:pt>
                <c:pt idx="7298">
                  <c:v>3.6313227668281038E-2</c:v>
                </c:pt>
                <c:pt idx="7299">
                  <c:v>3.6304763830481555E-2</c:v>
                </c:pt>
                <c:pt idx="7300">
                  <c:v>3.5305293443547367E-2</c:v>
                </c:pt>
                <c:pt idx="7301">
                  <c:v>3.3001898556200573E-2</c:v>
                </c:pt>
                <c:pt idx="7302">
                  <c:v>3.5873939696693294E-2</c:v>
                </c:pt>
                <c:pt idx="7303">
                  <c:v>3.51807530732407E-2</c:v>
                </c:pt>
                <c:pt idx="7304">
                  <c:v>2.6992272434293533E-2</c:v>
                </c:pt>
                <c:pt idx="7305">
                  <c:v>1.8085906296360713E-2</c:v>
                </c:pt>
                <c:pt idx="7306">
                  <c:v>-0.12719794477850335</c:v>
                </c:pt>
                <c:pt idx="7307">
                  <c:v>-0.12868205891812792</c:v>
                </c:pt>
                <c:pt idx="7308">
                  <c:v>-0.20464787965888673</c:v>
                </c:pt>
                <c:pt idx="7309">
                  <c:v>-3.9879386817155756E-2</c:v>
                </c:pt>
                <c:pt idx="7310">
                  <c:v>-0.26856678893222991</c:v>
                </c:pt>
                <c:pt idx="7311">
                  <c:v>-0.25698885412936501</c:v>
                </c:pt>
                <c:pt idx="7312">
                  <c:v>-0.19673844901820087</c:v>
                </c:pt>
                <c:pt idx="7313">
                  <c:v>-0.20247769623771572</c:v>
                </c:pt>
                <c:pt idx="7314">
                  <c:v>-0.16552298469164775</c:v>
                </c:pt>
                <c:pt idx="7315">
                  <c:v>-0.15001831737156462</c:v>
                </c:pt>
                <c:pt idx="7316">
                  <c:v>-0.12754115916251915</c:v>
                </c:pt>
                <c:pt idx="7317">
                  <c:v>-9.3230360957012356E-2</c:v>
                </c:pt>
                <c:pt idx="7318">
                  <c:v>-6.6883005137916923E-2</c:v>
                </c:pt>
                <c:pt idx="7319">
                  <c:v>-5.2930781141599513E-2</c:v>
                </c:pt>
                <c:pt idx="7320">
                  <c:v>-3.8556978822288673E-2</c:v>
                </c:pt>
                <c:pt idx="7321">
                  <c:v>-2.4857474371263249E-4</c:v>
                </c:pt>
                <c:pt idx="7322">
                  <c:v>1.1273132131437607E-3</c:v>
                </c:pt>
                <c:pt idx="7323">
                  <c:v>2.1106298658134875E-2</c:v>
                </c:pt>
                <c:pt idx="7324">
                  <c:v>1.913617596680732E-2</c:v>
                </c:pt>
                <c:pt idx="7325">
                  <c:v>2.1691360122344801E-2</c:v>
                </c:pt>
                <c:pt idx="7326">
                  <c:v>1.977934137319037E-2</c:v>
                </c:pt>
                <c:pt idx="7327">
                  <c:v>1.0388123720315586E-2</c:v>
                </c:pt>
                <c:pt idx="7328">
                  <c:v>-6.0900757616156025E-4</c:v>
                </c:pt>
                <c:pt idx="7329">
                  <c:v>-4.9808464192692609E-2</c:v>
                </c:pt>
                <c:pt idx="7330">
                  <c:v>-0.32089335891316012</c:v>
                </c:pt>
                <c:pt idx="7331">
                  <c:v>-0.29391079037332668</c:v>
                </c:pt>
                <c:pt idx="7332">
                  <c:v>-0.21106431986806054</c:v>
                </c:pt>
                <c:pt idx="7333">
                  <c:v>-0.32091635492310167</c:v>
                </c:pt>
                <c:pt idx="7334">
                  <c:v>-0.3244106405306097</c:v>
                </c:pt>
                <c:pt idx="7335">
                  <c:v>-0.32212371765367126</c:v>
                </c:pt>
                <c:pt idx="7336">
                  <c:v>-0.33105041247281819</c:v>
                </c:pt>
                <c:pt idx="7337">
                  <c:v>-0.3225390013190309</c:v>
                </c:pt>
                <c:pt idx="7338">
                  <c:v>-0.255135507335158</c:v>
                </c:pt>
                <c:pt idx="7339">
                  <c:v>-0.22099917142360836</c:v>
                </c:pt>
                <c:pt idx="7340">
                  <c:v>-0.1869541127631682</c:v>
                </c:pt>
                <c:pt idx="7341">
                  <c:v>-0.14706157695785912</c:v>
                </c:pt>
                <c:pt idx="7342">
                  <c:v>-0.12036237150716804</c:v>
                </c:pt>
                <c:pt idx="7343">
                  <c:v>-0.12221615006936311</c:v>
                </c:pt>
                <c:pt idx="7344">
                  <c:v>-4.9916550999693977E-2</c:v>
                </c:pt>
                <c:pt idx="7345">
                  <c:v>-7.5739483067763097E-2</c:v>
                </c:pt>
                <c:pt idx="7346">
                  <c:v>-2.4425608072798539E-3</c:v>
                </c:pt>
                <c:pt idx="7347">
                  <c:v>-9.7343326933725938E-2</c:v>
                </c:pt>
                <c:pt idx="7348">
                  <c:v>1.725833356858298E-2</c:v>
                </c:pt>
                <c:pt idx="7349">
                  <c:v>1.9846867269334767E-2</c:v>
                </c:pt>
                <c:pt idx="7350">
                  <c:v>1.7089495228966304E-2</c:v>
                </c:pt>
                <c:pt idx="7351">
                  <c:v>-3.2041698822499957E-2</c:v>
                </c:pt>
                <c:pt idx="7352">
                  <c:v>-4.0871509752706557E-2</c:v>
                </c:pt>
                <c:pt idx="7353">
                  <c:v>-9.7056404396708151E-2</c:v>
                </c:pt>
                <c:pt idx="7354">
                  <c:v>-0.11846913847579864</c:v>
                </c:pt>
                <c:pt idx="7355">
                  <c:v>-0.24746556229744671</c:v>
                </c:pt>
                <c:pt idx="7356">
                  <c:v>-0.25288666074820321</c:v>
                </c:pt>
                <c:pt idx="7357">
                  <c:v>-0.28259933331499071</c:v>
                </c:pt>
                <c:pt idx="7358">
                  <c:v>-0.31769685492608291</c:v>
                </c:pt>
                <c:pt idx="7359">
                  <c:v>-0.32612210613266557</c:v>
                </c:pt>
                <c:pt idx="7360">
                  <c:v>-0.34610335011422161</c:v>
                </c:pt>
                <c:pt idx="7361">
                  <c:v>-0.35694855850992369</c:v>
                </c:pt>
                <c:pt idx="7362">
                  <c:v>-0.3150771330424651</c:v>
                </c:pt>
                <c:pt idx="7363">
                  <c:v>-0.29668322664842001</c:v>
                </c:pt>
                <c:pt idx="7364">
                  <c:v>-0.26334065973391524</c:v>
                </c:pt>
                <c:pt idx="7365">
                  <c:v>-0.17158755987802896</c:v>
                </c:pt>
                <c:pt idx="7366">
                  <c:v>-0.15261833457470028</c:v>
                </c:pt>
                <c:pt idx="7367">
                  <c:v>-8.8662332289930007E-2</c:v>
                </c:pt>
                <c:pt idx="7368">
                  <c:v>-2.3259437363146812E-2</c:v>
                </c:pt>
                <c:pt idx="7369">
                  <c:v>-2.8333484978713746E-3</c:v>
                </c:pt>
                <c:pt idx="7370">
                  <c:v>3.3919915105570324E-3</c:v>
                </c:pt>
                <c:pt idx="7371">
                  <c:v>9.4519550323894468E-3</c:v>
                </c:pt>
                <c:pt idx="7372">
                  <c:v>9.5660219980412582E-3</c:v>
                </c:pt>
                <c:pt idx="7373">
                  <c:v>1.3671784927737369E-2</c:v>
                </c:pt>
                <c:pt idx="7374">
                  <c:v>1.4254833674295949E-2</c:v>
                </c:pt>
                <c:pt idx="7375">
                  <c:v>-4.6394362358832701E-2</c:v>
                </c:pt>
                <c:pt idx="7376">
                  <c:v>-0.21012706669376852</c:v>
                </c:pt>
                <c:pt idx="7377">
                  <c:v>-0.24756520007882027</c:v>
                </c:pt>
                <c:pt idx="7378">
                  <c:v>-0.31802678322044681</c:v>
                </c:pt>
                <c:pt idx="7379">
                  <c:v>-0.3175378393273468</c:v>
                </c:pt>
                <c:pt idx="7380">
                  <c:v>-0.31038099222083726</c:v>
                </c:pt>
                <c:pt idx="7381">
                  <c:v>-0.36989177914247634</c:v>
                </c:pt>
                <c:pt idx="7382">
                  <c:v>-0.42514483518445501</c:v>
                </c:pt>
                <c:pt idx="7383">
                  <c:v>-0.41639378060912108</c:v>
                </c:pt>
                <c:pt idx="7384">
                  <c:v>-0.46307652706066371</c:v>
                </c:pt>
                <c:pt idx="7385">
                  <c:v>-0.42831175215911549</c:v>
                </c:pt>
                <c:pt idx="7386">
                  <c:v>-0.38377053922730087</c:v>
                </c:pt>
                <c:pt idx="7387">
                  <c:v>-0.28364942836539347</c:v>
                </c:pt>
                <c:pt idx="7388">
                  <c:v>-0.25792649598204093</c:v>
                </c:pt>
                <c:pt idx="7389">
                  <c:v>-0.26095122339139298</c:v>
                </c:pt>
                <c:pt idx="7390">
                  <c:v>-0.1903804968274028</c:v>
                </c:pt>
                <c:pt idx="7391">
                  <c:v>-0.27537280327327956</c:v>
                </c:pt>
                <c:pt idx="7392">
                  <c:v>-0.14596450702617478</c:v>
                </c:pt>
                <c:pt idx="7393">
                  <c:v>-6.2675637256142822E-2</c:v>
                </c:pt>
                <c:pt idx="7394">
                  <c:v>-4.900360471747002E-3</c:v>
                </c:pt>
                <c:pt idx="7395">
                  <c:v>8.6778876699853298E-3</c:v>
                </c:pt>
                <c:pt idx="7396">
                  <c:v>1.3746971483335686E-2</c:v>
                </c:pt>
                <c:pt idx="7397">
                  <c:v>2.17193972881107E-2</c:v>
                </c:pt>
                <c:pt idx="7398">
                  <c:v>1.8722893828366803E-2</c:v>
                </c:pt>
                <c:pt idx="7399">
                  <c:v>-4.0060857577895466E-2</c:v>
                </c:pt>
                <c:pt idx="7400">
                  <c:v>-4.8219935753018639E-2</c:v>
                </c:pt>
                <c:pt idx="7401">
                  <c:v>-0.27958297564267892</c:v>
                </c:pt>
                <c:pt idx="7402">
                  <c:v>-0.1458425260143669</c:v>
                </c:pt>
                <c:pt idx="7403">
                  <c:v>-0.40099721310608549</c:v>
                </c:pt>
                <c:pt idx="7404">
                  <c:v>-0.31257404960812657</c:v>
                </c:pt>
                <c:pt idx="7405">
                  <c:v>-0.31964066757670589</c:v>
                </c:pt>
                <c:pt idx="7406">
                  <c:v>-0.34112868711723743</c:v>
                </c:pt>
                <c:pt idx="7407">
                  <c:v>-0.31948641931413635</c:v>
                </c:pt>
                <c:pt idx="7408">
                  <c:v>-0.36766051868309091</c:v>
                </c:pt>
                <c:pt idx="7409">
                  <c:v>-0.32202165377756892</c:v>
                </c:pt>
                <c:pt idx="7410">
                  <c:v>-0.31550517558054042</c:v>
                </c:pt>
                <c:pt idx="7411">
                  <c:v>-0.26767453758071097</c:v>
                </c:pt>
                <c:pt idx="7412">
                  <c:v>-0.23303152950764572</c:v>
                </c:pt>
                <c:pt idx="7413">
                  <c:v>-0.21803307325267021</c:v>
                </c:pt>
                <c:pt idx="7414">
                  <c:v>-0.2053985449761192</c:v>
                </c:pt>
                <c:pt idx="7415">
                  <c:v>-0.16978846325548369</c:v>
                </c:pt>
                <c:pt idx="7416">
                  <c:v>-0.16547780021334579</c:v>
                </c:pt>
                <c:pt idx="7417">
                  <c:v>-0.11519677942609988</c:v>
                </c:pt>
                <c:pt idx="7418">
                  <c:v>-1.9532515638158176E-2</c:v>
                </c:pt>
                <c:pt idx="7419">
                  <c:v>-0.10402921135956993</c:v>
                </c:pt>
                <c:pt idx="7420">
                  <c:v>1.4380673619179135E-2</c:v>
                </c:pt>
                <c:pt idx="7421">
                  <c:v>1.9912497828111355E-2</c:v>
                </c:pt>
                <c:pt idx="7422">
                  <c:v>1.6020176871856934E-2</c:v>
                </c:pt>
                <c:pt idx="7423">
                  <c:v>-7.2098553659869738E-2</c:v>
                </c:pt>
                <c:pt idx="7424">
                  <c:v>-6.7238156226435503E-2</c:v>
                </c:pt>
                <c:pt idx="7425">
                  <c:v>-0.32722310399052973</c:v>
                </c:pt>
                <c:pt idx="7426">
                  <c:v>-9.0033236182458176E-2</c:v>
                </c:pt>
                <c:pt idx="7427">
                  <c:v>-0.49134156990839706</c:v>
                </c:pt>
                <c:pt idx="7428">
                  <c:v>-0.41125278594121867</c:v>
                </c:pt>
                <c:pt idx="7429">
                  <c:v>-0.41408781248310944</c:v>
                </c:pt>
                <c:pt idx="7430">
                  <c:v>-0.42380421693127729</c:v>
                </c:pt>
                <c:pt idx="7431">
                  <c:v>-0.42311077621399462</c:v>
                </c:pt>
                <c:pt idx="7432">
                  <c:v>-0.42612118666229959</c:v>
                </c:pt>
                <c:pt idx="7433">
                  <c:v>-0.36886614449648086</c:v>
                </c:pt>
                <c:pt idx="7434">
                  <c:v>-0.33809863896185205</c:v>
                </c:pt>
                <c:pt idx="7435">
                  <c:v>-0.30724016742978716</c:v>
                </c:pt>
                <c:pt idx="7436">
                  <c:v>-0.27819825288838096</c:v>
                </c:pt>
                <c:pt idx="7437">
                  <c:v>-0.23449290807104656</c:v>
                </c:pt>
                <c:pt idx="7438">
                  <c:v>-0.24729029902331739</c:v>
                </c:pt>
                <c:pt idx="7439">
                  <c:v>-0.22696294744443068</c:v>
                </c:pt>
                <c:pt idx="7440">
                  <c:v>-0.20225188029603802</c:v>
                </c:pt>
                <c:pt idx="7441">
                  <c:v>-0.1833393169838182</c:v>
                </c:pt>
                <c:pt idx="7442">
                  <c:v>-2.5619557648881321E-2</c:v>
                </c:pt>
                <c:pt idx="7443">
                  <c:v>-7.1050172395438066E-3</c:v>
                </c:pt>
                <c:pt idx="7444">
                  <c:v>1.179652359984722E-2</c:v>
                </c:pt>
                <c:pt idx="7445">
                  <c:v>1.9582215074108379E-2</c:v>
                </c:pt>
                <c:pt idx="7446">
                  <c:v>2.1573365037552673E-2</c:v>
                </c:pt>
                <c:pt idx="7447">
                  <c:v>-8.4085809778535303E-2</c:v>
                </c:pt>
                <c:pt idx="7448">
                  <c:v>-0.12187430356979917</c:v>
                </c:pt>
                <c:pt idx="7449">
                  <c:v>-0.18973950676804219</c:v>
                </c:pt>
                <c:pt idx="7450">
                  <c:v>-0.3186777567433311</c:v>
                </c:pt>
                <c:pt idx="7451">
                  <c:v>-0.19832112450256742</c:v>
                </c:pt>
                <c:pt idx="7452">
                  <c:v>-0.22293139214483415</c:v>
                </c:pt>
                <c:pt idx="7453">
                  <c:v>-0.2105387735688764</c:v>
                </c:pt>
                <c:pt idx="7454">
                  <c:v>-0.27256161640583931</c:v>
                </c:pt>
                <c:pt idx="7455">
                  <c:v>-0.29480983862406679</c:v>
                </c:pt>
                <c:pt idx="7456">
                  <c:v>-0.26321822286834073</c:v>
                </c:pt>
                <c:pt idx="7457">
                  <c:v>-0.2191587353141782</c:v>
                </c:pt>
                <c:pt idx="7458">
                  <c:v>-0.22336612789758717</c:v>
                </c:pt>
                <c:pt idx="7459">
                  <c:v>-0.21853351138109431</c:v>
                </c:pt>
                <c:pt idx="7460">
                  <c:v>-0.20039764201460405</c:v>
                </c:pt>
                <c:pt idx="7461">
                  <c:v>-0.19623988957042604</c:v>
                </c:pt>
                <c:pt idx="7462">
                  <c:v>-0.18581471578484274</c:v>
                </c:pt>
                <c:pt idx="7463">
                  <c:v>-0.181485760410526</c:v>
                </c:pt>
                <c:pt idx="7464">
                  <c:v>-0.14914503793123982</c:v>
                </c:pt>
                <c:pt idx="7465">
                  <c:v>-0.12258343566250302</c:v>
                </c:pt>
                <c:pt idx="7466">
                  <c:v>-6.9672158350712596E-2</c:v>
                </c:pt>
                <c:pt idx="7467">
                  <c:v>-0.12925158121683811</c:v>
                </c:pt>
                <c:pt idx="7468">
                  <c:v>-0.13584705718333032</c:v>
                </c:pt>
                <c:pt idx="7469">
                  <c:v>-5.9429694868072258E-2</c:v>
                </c:pt>
                <c:pt idx="7470">
                  <c:v>-0.1817922391883334</c:v>
                </c:pt>
                <c:pt idx="7471">
                  <c:v>-0.19365590944395067</c:v>
                </c:pt>
                <c:pt idx="7472">
                  <c:v>-0.18579763720621897</c:v>
                </c:pt>
                <c:pt idx="7473">
                  <c:v>-0.21283608422155909</c:v>
                </c:pt>
                <c:pt idx="7474">
                  <c:v>-0.23490386849647316</c:v>
                </c:pt>
                <c:pt idx="7475">
                  <c:v>-0.23120725823828708</c:v>
                </c:pt>
                <c:pt idx="7476">
                  <c:v>-0.26109020144830331</c:v>
                </c:pt>
                <c:pt idx="7477">
                  <c:v>-0.31913860651587195</c:v>
                </c:pt>
                <c:pt idx="7478">
                  <c:v>-0.39724133152502439</c:v>
                </c:pt>
                <c:pt idx="7479">
                  <c:v>-0.38939779102120525</c:v>
                </c:pt>
                <c:pt idx="7480">
                  <c:v>-0.45646924308049458</c:v>
                </c:pt>
                <c:pt idx="7481">
                  <c:v>-0.41402517427847219</c:v>
                </c:pt>
                <c:pt idx="7482">
                  <c:v>-0.35849138854487494</c:v>
                </c:pt>
                <c:pt idx="7483">
                  <c:v>-0.31819851381520953</c:v>
                </c:pt>
                <c:pt idx="7484">
                  <c:v>-0.28104828335664062</c:v>
                </c:pt>
                <c:pt idx="7485">
                  <c:v>-0.26108966158682984</c:v>
                </c:pt>
                <c:pt idx="7486">
                  <c:v>-0.23385986688557187</c:v>
                </c:pt>
                <c:pt idx="7487">
                  <c:v>3.3318266179593797E-2</c:v>
                </c:pt>
                <c:pt idx="7488">
                  <c:v>6.4414444213122396E-2</c:v>
                </c:pt>
                <c:pt idx="7489">
                  <c:v>6.3025125856171968E-2</c:v>
                </c:pt>
                <c:pt idx="7490">
                  <c:v>6.1622497318282406E-2</c:v>
                </c:pt>
                <c:pt idx="7491">
                  <c:v>6.0206558599453744E-2</c:v>
                </c:pt>
                <c:pt idx="7492">
                  <c:v>5.8777309699685379E-2</c:v>
                </c:pt>
                <c:pt idx="7493">
                  <c:v>5.7334750618977422E-2</c:v>
                </c:pt>
                <c:pt idx="7494">
                  <c:v>5.5878881357330289E-2</c:v>
                </c:pt>
                <c:pt idx="7495">
                  <c:v>5.4409701914743626E-2</c:v>
                </c:pt>
                <c:pt idx="7496">
                  <c:v>5.2927212291217662E-2</c:v>
                </c:pt>
                <c:pt idx="7497">
                  <c:v>5.1431412486752287E-2</c:v>
                </c:pt>
                <c:pt idx="7498">
                  <c:v>4.9922302501347555E-2</c:v>
                </c:pt>
                <c:pt idx="7499">
                  <c:v>4.8399882335003384E-2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-0.44745286662835571</c:v>
                </c:pt>
                <c:pt idx="7697">
                  <c:v>-0.43620777282191675</c:v>
                </c:pt>
                <c:pt idx="7698">
                  <c:v>-0.37968399820036303</c:v>
                </c:pt>
                <c:pt idx="7699">
                  <c:v>-0.36608951946976731</c:v>
                </c:pt>
                <c:pt idx="7700">
                  <c:v>-0.33602432173955055</c:v>
                </c:pt>
                <c:pt idx="7701">
                  <c:v>-0.32896360153098031</c:v>
                </c:pt>
                <c:pt idx="7702">
                  <c:v>-0.2922184888270638</c:v>
                </c:pt>
                <c:pt idx="7703">
                  <c:v>-0.10997769700919457</c:v>
                </c:pt>
                <c:pt idx="7704">
                  <c:v>-6.8798750665267125E-2</c:v>
                </c:pt>
                <c:pt idx="7705">
                  <c:v>-2.7064319255091698E-2</c:v>
                </c:pt>
                <c:pt idx="7706">
                  <c:v>-6.4310660447074539E-3</c:v>
                </c:pt>
                <c:pt idx="7707">
                  <c:v>3.7715295977279301E-3</c:v>
                </c:pt>
                <c:pt idx="7708">
                  <c:v>8.9468917208684381E-3</c:v>
                </c:pt>
                <c:pt idx="7709">
                  <c:v>1.2194178544216967E-2</c:v>
                </c:pt>
                <c:pt idx="7710">
                  <c:v>1.7952903182646439E-2</c:v>
                </c:pt>
                <c:pt idx="7711">
                  <c:v>-0.18747149298662943</c:v>
                </c:pt>
                <c:pt idx="7712">
                  <c:v>-0.22049791871838401</c:v>
                </c:pt>
                <c:pt idx="7713">
                  <c:v>-0.24065812904069273</c:v>
                </c:pt>
                <c:pt idx="7714">
                  <c:v>-0.2323361238410992</c:v>
                </c:pt>
                <c:pt idx="7715">
                  <c:v>-0.37504019677346345</c:v>
                </c:pt>
                <c:pt idx="7716">
                  <c:v>-0.41416826007233221</c:v>
                </c:pt>
                <c:pt idx="7717">
                  <c:v>-0.34430677101777724</c:v>
                </c:pt>
                <c:pt idx="7718">
                  <c:v>-0.25310643983619674</c:v>
                </c:pt>
                <c:pt idx="7719">
                  <c:v>-0.40207396894630798</c:v>
                </c:pt>
                <c:pt idx="7720">
                  <c:v>-0.4722519847370738</c:v>
                </c:pt>
                <c:pt idx="7721">
                  <c:v>-0.37945285546354635</c:v>
                </c:pt>
                <c:pt idx="7722">
                  <c:v>-0.12583080393009927</c:v>
                </c:pt>
                <c:pt idx="7723">
                  <c:v>-0.163623121925868</c:v>
                </c:pt>
                <c:pt idx="7724">
                  <c:v>-9.1154736966422928E-2</c:v>
                </c:pt>
                <c:pt idx="7725">
                  <c:v>5.557891400831595E-3</c:v>
                </c:pt>
                <c:pt idx="7726">
                  <c:v>1.3888517022918708E-2</c:v>
                </c:pt>
                <c:pt idx="7727">
                  <c:v>1.7096647148135108E-2</c:v>
                </c:pt>
                <c:pt idx="7728">
                  <c:v>1.6638967617030348E-2</c:v>
                </c:pt>
                <c:pt idx="7729">
                  <c:v>2.2888516218335941E-2</c:v>
                </c:pt>
                <c:pt idx="7730">
                  <c:v>2.7619292911187438E-2</c:v>
                </c:pt>
                <c:pt idx="7731">
                  <c:v>2.643542556502201E-2</c:v>
                </c:pt>
                <c:pt idx="7732">
                  <c:v>2.4499516541937535E-2</c:v>
                </c:pt>
                <c:pt idx="7733">
                  <c:v>2.6354839981580374E-2</c:v>
                </c:pt>
                <c:pt idx="7734">
                  <c:v>2.1940509040660302E-2</c:v>
                </c:pt>
                <c:pt idx="7735">
                  <c:v>1.7750222025770649E-2</c:v>
                </c:pt>
                <c:pt idx="7736">
                  <c:v>1.3319344376868414E-2</c:v>
                </c:pt>
                <c:pt idx="7737">
                  <c:v>2.3021506387761511E-2</c:v>
                </c:pt>
                <c:pt idx="7738">
                  <c:v>2.9283158119677504E-2</c:v>
                </c:pt>
                <c:pt idx="7739">
                  <c:v>1.4350885642547336E-2</c:v>
                </c:pt>
                <c:pt idx="7740">
                  <c:v>1.9570676718582949E-2</c:v>
                </c:pt>
                <c:pt idx="7741">
                  <c:v>2.9897902257317904E-2</c:v>
                </c:pt>
                <c:pt idx="7742">
                  <c:v>2.844499510331799E-2</c:v>
                </c:pt>
                <c:pt idx="7743">
                  <c:v>3.293311795939774E-2</c:v>
                </c:pt>
                <c:pt idx="7744">
                  <c:v>2.6076807149463754E-2</c:v>
                </c:pt>
                <c:pt idx="7745">
                  <c:v>2.5156934708223725E-2</c:v>
                </c:pt>
                <c:pt idx="7746">
                  <c:v>2.5495493103247259E-2</c:v>
                </c:pt>
                <c:pt idx="7747">
                  <c:v>2.3577691515221235E-2</c:v>
                </c:pt>
                <c:pt idx="7748">
                  <c:v>2.0230309258199415E-2</c:v>
                </c:pt>
                <c:pt idx="7749">
                  <c:v>2.507805141427142E-2</c:v>
                </c:pt>
                <c:pt idx="7750">
                  <c:v>2.4024889174679771E-2</c:v>
                </c:pt>
                <c:pt idx="7751">
                  <c:v>2.2663394209181821E-2</c:v>
                </c:pt>
                <c:pt idx="7752">
                  <c:v>2.5924808645972717E-2</c:v>
                </c:pt>
                <c:pt idx="7753">
                  <c:v>2.5183408389480234E-2</c:v>
                </c:pt>
                <c:pt idx="7754">
                  <c:v>2.4751240270208853E-2</c:v>
                </c:pt>
                <c:pt idx="7755">
                  <c:v>2.3170598612002533E-2</c:v>
                </c:pt>
                <c:pt idx="7756">
                  <c:v>2.7661414283237221E-2</c:v>
                </c:pt>
                <c:pt idx="7757">
                  <c:v>2.5797225335626357E-2</c:v>
                </c:pt>
                <c:pt idx="7758">
                  <c:v>2.3792755066843668E-2</c:v>
                </c:pt>
                <c:pt idx="7759">
                  <c:v>1.7146915525022639E-2</c:v>
                </c:pt>
                <c:pt idx="7760">
                  <c:v>1.8025711094303759E-2</c:v>
                </c:pt>
                <c:pt idx="7761">
                  <c:v>2.0843248257434169E-2</c:v>
                </c:pt>
                <c:pt idx="7762">
                  <c:v>-7.9860666485081458E-2</c:v>
                </c:pt>
                <c:pt idx="7763">
                  <c:v>-0.35218817228192423</c:v>
                </c:pt>
                <c:pt idx="7764">
                  <c:v>-0.28779643943305427</c:v>
                </c:pt>
                <c:pt idx="7765">
                  <c:v>-0.27065518573619479</c:v>
                </c:pt>
                <c:pt idx="7766">
                  <c:v>-0.41403943985039848</c:v>
                </c:pt>
                <c:pt idx="7767">
                  <c:v>-0.34504765166427559</c:v>
                </c:pt>
                <c:pt idx="7768">
                  <c:v>-0.35652432102876064</c:v>
                </c:pt>
                <c:pt idx="7769">
                  <c:v>-0.2301524329772453</c:v>
                </c:pt>
                <c:pt idx="7770">
                  <c:v>-0.23440284618088719</c:v>
                </c:pt>
                <c:pt idx="7771">
                  <c:v>-0.17664236602910496</c:v>
                </c:pt>
                <c:pt idx="7772">
                  <c:v>-0.1934429538680843</c:v>
                </c:pt>
                <c:pt idx="7773">
                  <c:v>-2.654172578765944E-2</c:v>
                </c:pt>
                <c:pt idx="7774">
                  <c:v>-1.7864743009717889E-3</c:v>
                </c:pt>
                <c:pt idx="7775">
                  <c:v>6.044673723946671E-4</c:v>
                </c:pt>
                <c:pt idx="7776">
                  <c:v>4.7988430341502119E-3</c:v>
                </c:pt>
                <c:pt idx="7777">
                  <c:v>1.3284809916443189E-2</c:v>
                </c:pt>
                <c:pt idx="7778">
                  <c:v>1.7857811381127738E-2</c:v>
                </c:pt>
                <c:pt idx="7779">
                  <c:v>2.0168664898463706E-2</c:v>
                </c:pt>
                <c:pt idx="7780">
                  <c:v>2.3599060047563337E-2</c:v>
                </c:pt>
                <c:pt idx="7781">
                  <c:v>2.5522628328555869E-2</c:v>
                </c:pt>
                <c:pt idx="7782">
                  <c:v>2.6883871117854646E-2</c:v>
                </c:pt>
                <c:pt idx="7783">
                  <c:v>-2.6179802345578547E-2</c:v>
                </c:pt>
                <c:pt idx="7784">
                  <c:v>-0.3090479245583464</c:v>
                </c:pt>
                <c:pt idx="7785">
                  <c:v>-0.22019582183070557</c:v>
                </c:pt>
                <c:pt idx="7786">
                  <c:v>-0.20276716733358524</c:v>
                </c:pt>
                <c:pt idx="7787">
                  <c:v>-0.20285420791820261</c:v>
                </c:pt>
                <c:pt idx="7788">
                  <c:v>-0.23084670866805646</c:v>
                </c:pt>
                <c:pt idx="7789">
                  <c:v>-0.24851148769059411</c:v>
                </c:pt>
                <c:pt idx="7790">
                  <c:v>-0.29109134335346587</c:v>
                </c:pt>
                <c:pt idx="7791">
                  <c:v>-0.29282129521803718</c:v>
                </c:pt>
                <c:pt idx="7792">
                  <c:v>-0.26439981084198327</c:v>
                </c:pt>
                <c:pt idx="7793">
                  <c:v>-0.23805626797236756</c:v>
                </c:pt>
                <c:pt idx="7794">
                  <c:v>-0.15244641395502434</c:v>
                </c:pt>
                <c:pt idx="7795">
                  <c:v>-2.8340266952977883E-2</c:v>
                </c:pt>
                <c:pt idx="7796">
                  <c:v>-0.24361288983038237</c:v>
                </c:pt>
                <c:pt idx="7797">
                  <c:v>-6.4342598481033589E-2</c:v>
                </c:pt>
                <c:pt idx="7798">
                  <c:v>-0.10572120878051983</c:v>
                </c:pt>
                <c:pt idx="7799">
                  <c:v>6.9430164002654915E-3</c:v>
                </c:pt>
                <c:pt idx="7800">
                  <c:v>1.7563645778627634E-2</c:v>
                </c:pt>
                <c:pt idx="7801">
                  <c:v>1.6179703519139627E-2</c:v>
                </c:pt>
                <c:pt idx="7802">
                  <c:v>2.0949872653695155E-2</c:v>
                </c:pt>
                <c:pt idx="7803">
                  <c:v>2.7340851451099896E-2</c:v>
                </c:pt>
                <c:pt idx="7804">
                  <c:v>2.862968198712848E-2</c:v>
                </c:pt>
                <c:pt idx="7805">
                  <c:v>2.1854218943200249E-2</c:v>
                </c:pt>
                <c:pt idx="7806">
                  <c:v>1.9652314208051622E-2</c:v>
                </c:pt>
                <c:pt idx="7807">
                  <c:v>1.4370269303112906E-2</c:v>
                </c:pt>
                <c:pt idx="7808">
                  <c:v>-0.22820356242729506</c:v>
                </c:pt>
                <c:pt idx="7809">
                  <c:v>-0.26521517663071342</c:v>
                </c:pt>
                <c:pt idx="7810">
                  <c:v>-3.0719923902264454E-2</c:v>
                </c:pt>
                <c:pt idx="7811">
                  <c:v>-0.39940158758240368</c:v>
                </c:pt>
                <c:pt idx="7812">
                  <c:v>-0.36067345776820581</c:v>
                </c:pt>
                <c:pt idx="7813">
                  <c:v>-0.3572934633220663</c:v>
                </c:pt>
                <c:pt idx="7814">
                  <c:v>-0.39906574728639721</c:v>
                </c:pt>
                <c:pt idx="7815">
                  <c:v>-0.31073591416662649</c:v>
                </c:pt>
                <c:pt idx="7816">
                  <c:v>-0.32216028771641059</c:v>
                </c:pt>
                <c:pt idx="7817">
                  <c:v>-0.25036397817805617</c:v>
                </c:pt>
                <c:pt idx="7818">
                  <c:v>-0.23489698669503156</c:v>
                </c:pt>
                <c:pt idx="7819">
                  <c:v>-0.13209803860909083</c:v>
                </c:pt>
                <c:pt idx="7820">
                  <c:v>-0.13324570094309776</c:v>
                </c:pt>
                <c:pt idx="7821">
                  <c:v>-0.14706059797320539</c:v>
                </c:pt>
                <c:pt idx="7822">
                  <c:v>-0.18658064820359918</c:v>
                </c:pt>
                <c:pt idx="7823">
                  <c:v>-4.2678910971088078E-2</c:v>
                </c:pt>
                <c:pt idx="7824">
                  <c:v>1.3906227262291555E-2</c:v>
                </c:pt>
                <c:pt idx="7825">
                  <c:v>1.495131797564061E-2</c:v>
                </c:pt>
                <c:pt idx="7826">
                  <c:v>1.7697289140979608E-2</c:v>
                </c:pt>
                <c:pt idx="7827">
                  <c:v>1.5852776627389355E-2</c:v>
                </c:pt>
                <c:pt idx="7828">
                  <c:v>1.7860847093859714E-2</c:v>
                </c:pt>
                <c:pt idx="7829">
                  <c:v>1.7409897006823029E-2</c:v>
                </c:pt>
                <c:pt idx="7830">
                  <c:v>2.0473908354777977E-2</c:v>
                </c:pt>
                <c:pt idx="7831">
                  <c:v>-6.8096371531944255E-2</c:v>
                </c:pt>
                <c:pt idx="7832">
                  <c:v>-0.20502153051121463</c:v>
                </c:pt>
                <c:pt idx="7833">
                  <c:v>-0.22526075088119257</c:v>
                </c:pt>
                <c:pt idx="7834">
                  <c:v>-0.45363387221893708</c:v>
                </c:pt>
                <c:pt idx="7835">
                  <c:v>-0.42229322107665229</c:v>
                </c:pt>
                <c:pt idx="7836">
                  <c:v>-0.41444697664051339</c:v>
                </c:pt>
                <c:pt idx="7837">
                  <c:v>-0.41203673107091954</c:v>
                </c:pt>
                <c:pt idx="7838">
                  <c:v>-0.45084835290858544</c:v>
                </c:pt>
                <c:pt idx="7839">
                  <c:v>-0.46546790453682846</c:v>
                </c:pt>
                <c:pt idx="7840">
                  <c:v>-0.49199945497167258</c:v>
                </c:pt>
                <c:pt idx="7841">
                  <c:v>-0.34686814912334124</c:v>
                </c:pt>
                <c:pt idx="7842">
                  <c:v>-0.25443226504074867</c:v>
                </c:pt>
                <c:pt idx="7843">
                  <c:v>-0.23385300595133007</c:v>
                </c:pt>
                <c:pt idx="7844">
                  <c:v>-0.21919043438904456</c:v>
                </c:pt>
                <c:pt idx="7845">
                  <c:v>-0.106590126694294</c:v>
                </c:pt>
                <c:pt idx="7846">
                  <c:v>-0.16655256290586681</c:v>
                </c:pt>
                <c:pt idx="7847">
                  <c:v>-8.1029638879230037E-2</c:v>
                </c:pt>
                <c:pt idx="7848">
                  <c:v>4.443992292219646E-3</c:v>
                </c:pt>
                <c:pt idx="7849">
                  <c:v>4.4082032570121592E-3</c:v>
                </c:pt>
                <c:pt idx="7850">
                  <c:v>1.4001079932518548E-2</c:v>
                </c:pt>
                <c:pt idx="7851">
                  <c:v>1.6819434296374756E-2</c:v>
                </c:pt>
                <c:pt idx="7852">
                  <c:v>2.0310421713004349E-2</c:v>
                </c:pt>
                <c:pt idx="7853">
                  <c:v>2.6297200308886035E-2</c:v>
                </c:pt>
                <c:pt idx="7854">
                  <c:v>2.6193493471141353E-2</c:v>
                </c:pt>
                <c:pt idx="7855">
                  <c:v>-2.4425314911076027E-2</c:v>
                </c:pt>
                <c:pt idx="7856">
                  <c:v>-0.22827241733145034</c:v>
                </c:pt>
                <c:pt idx="7857">
                  <c:v>-0.16542247130145041</c:v>
                </c:pt>
                <c:pt idx="7858">
                  <c:v>-0.30621406985278682</c:v>
                </c:pt>
                <c:pt idx="7859">
                  <c:v>-0.42001490338501635</c:v>
                </c:pt>
                <c:pt idx="7860">
                  <c:v>-0.44050413460158733</c:v>
                </c:pt>
                <c:pt idx="7861">
                  <c:v>-0.40542504173988902</c:v>
                </c:pt>
                <c:pt idx="7862">
                  <c:v>-0.38259865016064537</c:v>
                </c:pt>
                <c:pt idx="7863">
                  <c:v>-0.38280361272415292</c:v>
                </c:pt>
                <c:pt idx="7864">
                  <c:v>-0.35046271838455717</c:v>
                </c:pt>
                <c:pt idx="7865">
                  <c:v>-0.30809415618223762</c:v>
                </c:pt>
                <c:pt idx="7866">
                  <c:v>-0.20399203841106428</c:v>
                </c:pt>
                <c:pt idx="7867">
                  <c:v>-9.6403313326886647E-2</c:v>
                </c:pt>
                <c:pt idx="7868">
                  <c:v>-5.4194498816278185E-2</c:v>
                </c:pt>
                <c:pt idx="7869">
                  <c:v>-0.10513981621586807</c:v>
                </c:pt>
                <c:pt idx="7870">
                  <c:v>-5.1182316408961412E-2</c:v>
                </c:pt>
                <c:pt idx="7871">
                  <c:v>-1.4972300727466326E-2</c:v>
                </c:pt>
                <c:pt idx="7872">
                  <c:v>1.3678485901750611E-2</c:v>
                </c:pt>
                <c:pt idx="7873">
                  <c:v>1.9545430844036999E-2</c:v>
                </c:pt>
                <c:pt idx="7874">
                  <c:v>2.0191117442542986E-2</c:v>
                </c:pt>
                <c:pt idx="7875">
                  <c:v>1.8518029370622632E-2</c:v>
                </c:pt>
                <c:pt idx="7876">
                  <c:v>1.9320740044070025E-2</c:v>
                </c:pt>
                <c:pt idx="7877">
                  <c:v>2.1791222457672999E-2</c:v>
                </c:pt>
                <c:pt idx="7878">
                  <c:v>2.2731638453653107E-2</c:v>
                </c:pt>
                <c:pt idx="7879">
                  <c:v>2.1644720137918246E-2</c:v>
                </c:pt>
                <c:pt idx="7880">
                  <c:v>-4.7737124918582809E-3</c:v>
                </c:pt>
                <c:pt idx="7881">
                  <c:v>-0.1666541562055307</c:v>
                </c:pt>
                <c:pt idx="7882">
                  <c:v>-0.16018481459532327</c:v>
                </c:pt>
                <c:pt idx="7883">
                  <c:v>-0.14274269672129292</c:v>
                </c:pt>
                <c:pt idx="7884">
                  <c:v>-2.5575451437013723E-2</c:v>
                </c:pt>
                <c:pt idx="7885">
                  <c:v>-0.17232884727298139</c:v>
                </c:pt>
                <c:pt idx="7886">
                  <c:v>-0.20405958441824068</c:v>
                </c:pt>
                <c:pt idx="7887">
                  <c:v>-0.19250260880769471</c:v>
                </c:pt>
                <c:pt idx="7888">
                  <c:v>-0.22380762222345141</c:v>
                </c:pt>
                <c:pt idx="7889">
                  <c:v>-0.23476343640443348</c:v>
                </c:pt>
                <c:pt idx="7890">
                  <c:v>-0.2219660167944757</c:v>
                </c:pt>
                <c:pt idx="7891">
                  <c:v>-0.22323233969531028</c:v>
                </c:pt>
                <c:pt idx="7892">
                  <c:v>-0.15116424297214662</c:v>
                </c:pt>
                <c:pt idx="7893">
                  <c:v>-0.10828915827460539</c:v>
                </c:pt>
                <c:pt idx="7894">
                  <c:v>-0.11827454988277188</c:v>
                </c:pt>
                <c:pt idx="7895">
                  <c:v>-3.7534012355247309E-2</c:v>
                </c:pt>
                <c:pt idx="7896">
                  <c:v>-3.1316564082324624E-2</c:v>
                </c:pt>
                <c:pt idx="7897">
                  <c:v>-1.4565819949778987E-2</c:v>
                </c:pt>
                <c:pt idx="7898">
                  <c:v>1.7012706052214586E-3</c:v>
                </c:pt>
                <c:pt idx="7899">
                  <c:v>5.2268787161333001E-3</c:v>
                </c:pt>
                <c:pt idx="7900">
                  <c:v>2.7651505743672899E-3</c:v>
                </c:pt>
                <c:pt idx="7901">
                  <c:v>9.8671720018393156E-3</c:v>
                </c:pt>
                <c:pt idx="7902">
                  <c:v>1.1792805128218384E-2</c:v>
                </c:pt>
                <c:pt idx="7903">
                  <c:v>-5.4213235063552342E-2</c:v>
                </c:pt>
                <c:pt idx="7904">
                  <c:v>-6.6624259637103458E-2</c:v>
                </c:pt>
                <c:pt idx="7905">
                  <c:v>-0.2580170353677938</c:v>
                </c:pt>
                <c:pt idx="7906">
                  <c:v>-0.26959109948819571</c:v>
                </c:pt>
                <c:pt idx="7907">
                  <c:v>-0.35504878231855552</c:v>
                </c:pt>
                <c:pt idx="7908">
                  <c:v>-0.38814741231531924</c:v>
                </c:pt>
                <c:pt idx="7909">
                  <c:v>-0.35232647538634143</c:v>
                </c:pt>
                <c:pt idx="7910">
                  <c:v>-0.29897763826849649</c:v>
                </c:pt>
                <c:pt idx="7911">
                  <c:v>-0.2613185551761904</c:v>
                </c:pt>
                <c:pt idx="7912">
                  <c:v>-0.32081168539843979</c:v>
                </c:pt>
                <c:pt idx="7913">
                  <c:v>-0.24896824644547122</c:v>
                </c:pt>
                <c:pt idx="7914">
                  <c:v>-0.14787051041150823</c:v>
                </c:pt>
                <c:pt idx="7915">
                  <c:v>-0.1613002515072193</c:v>
                </c:pt>
                <c:pt idx="7916">
                  <c:v>-6.6384063638280685E-2</c:v>
                </c:pt>
                <c:pt idx="7917">
                  <c:v>-0.1543338512481997</c:v>
                </c:pt>
                <c:pt idx="7918">
                  <c:v>-0.10201588045758304</c:v>
                </c:pt>
                <c:pt idx="7919">
                  <c:v>-5.2686504574018064E-2</c:v>
                </c:pt>
                <c:pt idx="7920">
                  <c:v>8.7792498825795661E-3</c:v>
                </c:pt>
                <c:pt idx="7921">
                  <c:v>1.444516982239692E-2</c:v>
                </c:pt>
                <c:pt idx="7922">
                  <c:v>1.3891369868515696E-2</c:v>
                </c:pt>
                <c:pt idx="7923">
                  <c:v>1.4404888875927557E-2</c:v>
                </c:pt>
                <c:pt idx="7924">
                  <c:v>1.6553570888335607E-2</c:v>
                </c:pt>
                <c:pt idx="7925">
                  <c:v>1.6915738598752356E-2</c:v>
                </c:pt>
                <c:pt idx="7926">
                  <c:v>2.002653888516949E-2</c:v>
                </c:pt>
                <c:pt idx="7927">
                  <c:v>1.5412267847239494E-2</c:v>
                </c:pt>
                <c:pt idx="7928">
                  <c:v>1.3786810397568459E-2</c:v>
                </c:pt>
                <c:pt idx="7929">
                  <c:v>1.7360867864021315E-2</c:v>
                </c:pt>
                <c:pt idx="7930">
                  <c:v>-0.17161828387274278</c:v>
                </c:pt>
                <c:pt idx="7931">
                  <c:v>-0.24079079134082182</c:v>
                </c:pt>
                <c:pt idx="7932">
                  <c:v>-0.30723691621899579</c:v>
                </c:pt>
                <c:pt idx="7933">
                  <c:v>-0.27649855138771701</c:v>
                </c:pt>
                <c:pt idx="7934">
                  <c:v>-0.1991400644238433</c:v>
                </c:pt>
                <c:pt idx="7935">
                  <c:v>-0.19191482491623593</c:v>
                </c:pt>
                <c:pt idx="7936">
                  <c:v>-0.20677230948956168</c:v>
                </c:pt>
                <c:pt idx="7937">
                  <c:v>-7.3368811880487245E-2</c:v>
                </c:pt>
                <c:pt idx="7938">
                  <c:v>-0.20248955803815594</c:v>
                </c:pt>
                <c:pt idx="7939">
                  <c:v>-0.12249025664523884</c:v>
                </c:pt>
                <c:pt idx="7940">
                  <c:v>-7.0767497524257122E-2</c:v>
                </c:pt>
                <c:pt idx="7941">
                  <c:v>-0.11163236263994206</c:v>
                </c:pt>
                <c:pt idx="7942">
                  <c:v>-0.12868759061167029</c:v>
                </c:pt>
                <c:pt idx="7943">
                  <c:v>-4.14556942554762E-4</c:v>
                </c:pt>
                <c:pt idx="7944">
                  <c:v>1.1345344983908491E-2</c:v>
                </c:pt>
                <c:pt idx="7945">
                  <c:v>1.1868455467622802E-2</c:v>
                </c:pt>
                <c:pt idx="7946">
                  <c:v>6.7000702246255792E-3</c:v>
                </c:pt>
                <c:pt idx="7947">
                  <c:v>1.0452412586535833E-2</c:v>
                </c:pt>
                <c:pt idx="7948">
                  <c:v>1.3628073672487227E-2</c:v>
                </c:pt>
                <c:pt idx="7949">
                  <c:v>2.0320297798473441E-2</c:v>
                </c:pt>
                <c:pt idx="7950">
                  <c:v>1.9467900910051777E-2</c:v>
                </c:pt>
                <c:pt idx="7951">
                  <c:v>1.6593551130438752E-2</c:v>
                </c:pt>
                <c:pt idx="7952">
                  <c:v>-0.18281567564144202</c:v>
                </c:pt>
                <c:pt idx="7953">
                  <c:v>-0.27640580361029071</c:v>
                </c:pt>
                <c:pt idx="7954">
                  <c:v>-0.21551965378064095</c:v>
                </c:pt>
                <c:pt idx="7955">
                  <c:v>-0.34865172214987655</c:v>
                </c:pt>
                <c:pt idx="7956">
                  <c:v>-0.35160251341492849</c:v>
                </c:pt>
                <c:pt idx="7957">
                  <c:v>-0.25872440125884494</c:v>
                </c:pt>
                <c:pt idx="7958">
                  <c:v>-0.28613892427744902</c:v>
                </c:pt>
                <c:pt idx="7959">
                  <c:v>-0.36933584194057723</c:v>
                </c:pt>
                <c:pt idx="7960">
                  <c:v>-0.32020018793204791</c:v>
                </c:pt>
                <c:pt idx="7961">
                  <c:v>-0.26576453778490278</c:v>
                </c:pt>
                <c:pt idx="7962">
                  <c:v>-0.26542712680292796</c:v>
                </c:pt>
                <c:pt idx="7963">
                  <c:v>-0.2470309059623029</c:v>
                </c:pt>
                <c:pt idx="7964">
                  <c:v>-0.21141835363289929</c:v>
                </c:pt>
                <c:pt idx="7965">
                  <c:v>-0.17849918149508853</c:v>
                </c:pt>
                <c:pt idx="7966">
                  <c:v>-0.19849748575599427</c:v>
                </c:pt>
                <c:pt idx="7967">
                  <c:v>-6.3663293794189182E-2</c:v>
                </c:pt>
                <c:pt idx="7968">
                  <c:v>-1.5576826092213832E-2</c:v>
                </c:pt>
                <c:pt idx="7969">
                  <c:v>-3.7316046313254718E-3</c:v>
                </c:pt>
                <c:pt idx="7970">
                  <c:v>4.4737379407658643E-4</c:v>
                </c:pt>
                <c:pt idx="7971">
                  <c:v>6.6056636631493804E-3</c:v>
                </c:pt>
                <c:pt idx="7972">
                  <c:v>1.6131618479820083E-2</c:v>
                </c:pt>
                <c:pt idx="7973">
                  <c:v>2.0693459795271339E-2</c:v>
                </c:pt>
                <c:pt idx="7974">
                  <c:v>2.1815265678077359E-2</c:v>
                </c:pt>
                <c:pt idx="7975">
                  <c:v>-5.5541045875744245E-2</c:v>
                </c:pt>
                <c:pt idx="7976">
                  <c:v>-0.29498723790981923</c:v>
                </c:pt>
                <c:pt idx="7977">
                  <c:v>-0.32312378847195034</c:v>
                </c:pt>
                <c:pt idx="7978">
                  <c:v>-0.25352991123415591</c:v>
                </c:pt>
                <c:pt idx="7979">
                  <c:v>-0.29292417555606681</c:v>
                </c:pt>
                <c:pt idx="7980">
                  <c:v>-0.31554443570085938</c:v>
                </c:pt>
                <c:pt idx="7981">
                  <c:v>-0.37363477112205601</c:v>
                </c:pt>
                <c:pt idx="7982">
                  <c:v>-0.42359325522009267</c:v>
                </c:pt>
                <c:pt idx="7983">
                  <c:v>-0.41661248984472898</c:v>
                </c:pt>
                <c:pt idx="7984">
                  <c:v>-0.39315895790720862</c:v>
                </c:pt>
                <c:pt idx="7985">
                  <c:v>-0.35286832379797439</c:v>
                </c:pt>
                <c:pt idx="7986">
                  <c:v>-0.28580637704103073</c:v>
                </c:pt>
                <c:pt idx="7987">
                  <c:v>-0.28251888257341601</c:v>
                </c:pt>
                <c:pt idx="7988">
                  <c:v>-0.26145858463390781</c:v>
                </c:pt>
                <c:pt idx="7989">
                  <c:v>-0.27139262092556754</c:v>
                </c:pt>
                <c:pt idx="7990">
                  <c:v>-0.26487300312503015</c:v>
                </c:pt>
                <c:pt idx="7991">
                  <c:v>-8.778157619803599E-2</c:v>
                </c:pt>
                <c:pt idx="7992">
                  <c:v>-4.9636664837093128E-2</c:v>
                </c:pt>
                <c:pt idx="7993">
                  <c:v>-4.6815613197159947E-2</c:v>
                </c:pt>
                <c:pt idx="7994">
                  <c:v>-2.4925433231134119E-2</c:v>
                </c:pt>
                <c:pt idx="7995">
                  <c:v>-1.0299762180253245E-2</c:v>
                </c:pt>
                <c:pt idx="7996">
                  <c:v>-1.2344534652871536E-3</c:v>
                </c:pt>
                <c:pt idx="7997">
                  <c:v>4.2277310890525398E-3</c:v>
                </c:pt>
                <c:pt idx="7998">
                  <c:v>1.050053146005399E-2</c:v>
                </c:pt>
                <c:pt idx="7999">
                  <c:v>-2.2238728665148647E-2</c:v>
                </c:pt>
                <c:pt idx="8000">
                  <c:v>-0.21723348204940571</c:v>
                </c:pt>
                <c:pt idx="8001">
                  <c:v>-0.25684015546812339</c:v>
                </c:pt>
                <c:pt idx="8002">
                  <c:v>-0.26215512390105977</c:v>
                </c:pt>
                <c:pt idx="8003">
                  <c:v>-0.25720402535519382</c:v>
                </c:pt>
                <c:pt idx="8004">
                  <c:v>-0.26332637773830264</c:v>
                </c:pt>
                <c:pt idx="8005">
                  <c:v>-0.240802702542848</c:v>
                </c:pt>
                <c:pt idx="8006">
                  <c:v>-0.23304407329830287</c:v>
                </c:pt>
                <c:pt idx="8007">
                  <c:v>-0.23625888443441573</c:v>
                </c:pt>
                <c:pt idx="8008">
                  <c:v>-0.28540417361838316</c:v>
                </c:pt>
                <c:pt idx="8009">
                  <c:v>-0.27691512890465464</c:v>
                </c:pt>
                <c:pt idx="8010">
                  <c:v>-0.2487450765550035</c:v>
                </c:pt>
                <c:pt idx="8011">
                  <c:v>-0.1755678295536526</c:v>
                </c:pt>
                <c:pt idx="8012">
                  <c:v>-9.0288171065121464E-2</c:v>
                </c:pt>
                <c:pt idx="8013">
                  <c:v>-0.13593405777704357</c:v>
                </c:pt>
                <c:pt idx="8014">
                  <c:v>-7.6044966991514806E-2</c:v>
                </c:pt>
                <c:pt idx="8015">
                  <c:v>-1.3077543525889433E-2</c:v>
                </c:pt>
                <c:pt idx="8016">
                  <c:v>1.074249200928366E-2</c:v>
                </c:pt>
                <c:pt idx="8017">
                  <c:v>1.7131000260569181E-2</c:v>
                </c:pt>
                <c:pt idx="8018">
                  <c:v>1.9927994505834382E-2</c:v>
                </c:pt>
                <c:pt idx="8019">
                  <c:v>2.4944871696551411E-2</c:v>
                </c:pt>
                <c:pt idx="8020">
                  <c:v>2.1305250563160235E-2</c:v>
                </c:pt>
                <c:pt idx="8021">
                  <c:v>2.2106191737094032E-2</c:v>
                </c:pt>
                <c:pt idx="8022">
                  <c:v>7.7440647214989305E-2</c:v>
                </c:pt>
                <c:pt idx="8023">
                  <c:v>5.2855592937823978E-2</c:v>
                </c:pt>
                <c:pt idx="8024">
                  <c:v>3.254275232334479E-2</c:v>
                </c:pt>
                <c:pt idx="8025">
                  <c:v>4.2178014168932035E-2</c:v>
                </c:pt>
                <c:pt idx="8026">
                  <c:v>2.3908629609490157E-2</c:v>
                </c:pt>
                <c:pt idx="8027">
                  <c:v>1.53793565328414E-2</c:v>
                </c:pt>
                <c:pt idx="8028">
                  <c:v>1.8230115707399805E-3</c:v>
                </c:pt>
                <c:pt idx="8029">
                  <c:v>-5.1269023453245098E-2</c:v>
                </c:pt>
                <c:pt idx="8030">
                  <c:v>-0.27395162490718766</c:v>
                </c:pt>
                <c:pt idx="8031">
                  <c:v>-0.2410007137547957</c:v>
                </c:pt>
                <c:pt idx="8032">
                  <c:v>-0.21674850726555456</c:v>
                </c:pt>
                <c:pt idx="8033">
                  <c:v>-0.15264301456406951</c:v>
                </c:pt>
                <c:pt idx="8034">
                  <c:v>-6.3901362794605593E-2</c:v>
                </c:pt>
                <c:pt idx="8035">
                  <c:v>-0.12668220403183006</c:v>
                </c:pt>
                <c:pt idx="8036">
                  <c:v>-8.1275410843589593E-2</c:v>
                </c:pt>
                <c:pt idx="8037">
                  <c:v>-7.9432420671403672E-2</c:v>
                </c:pt>
                <c:pt idx="8038">
                  <c:v>-6.666279583777085E-2</c:v>
                </c:pt>
                <c:pt idx="8039">
                  <c:v>-3.822304758668013E-5</c:v>
                </c:pt>
                <c:pt idx="8040">
                  <c:v>1.0447495354911518E-2</c:v>
                </c:pt>
                <c:pt idx="8041">
                  <c:v>1.5336558092057804E-2</c:v>
                </c:pt>
                <c:pt idx="8042">
                  <c:v>2.5829234715399364E-2</c:v>
                </c:pt>
                <c:pt idx="8043">
                  <c:v>1.5217071129466032E-2</c:v>
                </c:pt>
                <c:pt idx="8044">
                  <c:v>1.0047147918522381E-2</c:v>
                </c:pt>
                <c:pt idx="8045">
                  <c:v>1.7035773401914173E-2</c:v>
                </c:pt>
                <c:pt idx="8046">
                  <c:v>1.7513008272615756E-2</c:v>
                </c:pt>
                <c:pt idx="8047">
                  <c:v>1.9054719842270713E-2</c:v>
                </c:pt>
                <c:pt idx="8048">
                  <c:v>1.3057943646444755E-3</c:v>
                </c:pt>
                <c:pt idx="8049">
                  <c:v>-0.13753187547969387</c:v>
                </c:pt>
                <c:pt idx="8050">
                  <c:v>-0.31260213345169746</c:v>
                </c:pt>
                <c:pt idx="8051">
                  <c:v>-0.32560555498152488</c:v>
                </c:pt>
                <c:pt idx="8052">
                  <c:v>-0.28540991163213497</c:v>
                </c:pt>
                <c:pt idx="8053">
                  <c:v>-0.26415854204473233</c:v>
                </c:pt>
                <c:pt idx="8054">
                  <c:v>-0.26434493026505212</c:v>
                </c:pt>
                <c:pt idx="8055">
                  <c:v>-0.29288657705990584</c:v>
                </c:pt>
                <c:pt idx="8056">
                  <c:v>-0.2708168083989716</c:v>
                </c:pt>
                <c:pt idx="8057">
                  <c:v>-0.22160471516475691</c:v>
                </c:pt>
                <c:pt idx="8058">
                  <c:v>-0.18435006257585554</c:v>
                </c:pt>
                <c:pt idx="8059">
                  <c:v>-0.13266787114015433</c:v>
                </c:pt>
                <c:pt idx="8060">
                  <c:v>-8.5097351142136915E-2</c:v>
                </c:pt>
                <c:pt idx="8061">
                  <c:v>-9.7798718447046448E-2</c:v>
                </c:pt>
                <c:pt idx="8062">
                  <c:v>-8.0699320533882415E-2</c:v>
                </c:pt>
                <c:pt idx="8063">
                  <c:v>-6.93728487744011E-2</c:v>
                </c:pt>
                <c:pt idx="8064">
                  <c:v>1.1262606700755193E-4</c:v>
                </c:pt>
                <c:pt idx="8065">
                  <c:v>5.5517442573858227E-3</c:v>
                </c:pt>
                <c:pt idx="8066">
                  <c:v>1.3817152964639924E-2</c:v>
                </c:pt>
                <c:pt idx="8067">
                  <c:v>1.6370215286357168E-2</c:v>
                </c:pt>
                <c:pt idx="8068">
                  <c:v>1.6166345488264237E-2</c:v>
                </c:pt>
                <c:pt idx="8069">
                  <c:v>1.7229750234604001E-2</c:v>
                </c:pt>
                <c:pt idx="8070">
                  <c:v>1.8075771634809813E-2</c:v>
                </c:pt>
                <c:pt idx="8071">
                  <c:v>1.6453151257355334E-2</c:v>
                </c:pt>
                <c:pt idx="8072">
                  <c:v>-0.12434379320953171</c:v>
                </c:pt>
                <c:pt idx="8073">
                  <c:v>-0.13139608462764213</c:v>
                </c:pt>
                <c:pt idx="8074">
                  <c:v>-0.21244719671942303</c:v>
                </c:pt>
                <c:pt idx="8075">
                  <c:v>-0.14010406630792149</c:v>
                </c:pt>
                <c:pt idx="8076">
                  <c:v>-0.3370765588436857</c:v>
                </c:pt>
                <c:pt idx="8077">
                  <c:v>-0.29653131485932333</c:v>
                </c:pt>
                <c:pt idx="8078">
                  <c:v>-0.30226695633116446</c:v>
                </c:pt>
                <c:pt idx="8079">
                  <c:v>-0.26464580371836105</c:v>
                </c:pt>
                <c:pt idx="8080">
                  <c:v>-0.26363993254214768</c:v>
                </c:pt>
                <c:pt idx="8081">
                  <c:v>-0.16922704098027783</c:v>
                </c:pt>
                <c:pt idx="8082">
                  <c:v>-0.15679745204197373</c:v>
                </c:pt>
                <c:pt idx="8083">
                  <c:v>-0.15804666952690674</c:v>
                </c:pt>
                <c:pt idx="8084">
                  <c:v>-6.3663853664051834E-2</c:v>
                </c:pt>
                <c:pt idx="8085">
                  <c:v>-2.8033830197434538E-3</c:v>
                </c:pt>
                <c:pt idx="8086">
                  <c:v>-5.6898777921253994E-3</c:v>
                </c:pt>
                <c:pt idx="8087">
                  <c:v>-5.5535543203675385E-3</c:v>
                </c:pt>
                <c:pt idx="8088">
                  <c:v>-6.7420547573900222E-4</c:v>
                </c:pt>
                <c:pt idx="8089">
                  <c:v>6.2500065178964052E-3</c:v>
                </c:pt>
                <c:pt idx="8090">
                  <c:v>9.3741620408755704E-3</c:v>
                </c:pt>
                <c:pt idx="8091">
                  <c:v>9.4209706226946362E-3</c:v>
                </c:pt>
                <c:pt idx="8092">
                  <c:v>1.2073449611990772E-2</c:v>
                </c:pt>
                <c:pt idx="8093">
                  <c:v>1.3934110667418594E-2</c:v>
                </c:pt>
                <c:pt idx="8094">
                  <c:v>1.5173095104479938E-2</c:v>
                </c:pt>
                <c:pt idx="8095">
                  <c:v>1.5984316342962081E-2</c:v>
                </c:pt>
                <c:pt idx="8096">
                  <c:v>1.2735960663364796E-2</c:v>
                </c:pt>
                <c:pt idx="8097">
                  <c:v>8.0142204458064584E-3</c:v>
                </c:pt>
                <c:pt idx="8098">
                  <c:v>8.0609613515771512E-3</c:v>
                </c:pt>
                <c:pt idx="8099">
                  <c:v>1.151517842144731E-2</c:v>
                </c:pt>
                <c:pt idx="8100">
                  <c:v>7.1822037965278886E-3</c:v>
                </c:pt>
                <c:pt idx="8101">
                  <c:v>-0.23199173851152033</c:v>
                </c:pt>
                <c:pt idx="8102">
                  <c:v>-0.4230163424652969</c:v>
                </c:pt>
                <c:pt idx="8103">
                  <c:v>-0.44762443143519476</c:v>
                </c:pt>
                <c:pt idx="8104">
                  <c:v>-0.44723584194998095</c:v>
                </c:pt>
                <c:pt idx="8105">
                  <c:v>-0.30473863583022842</c:v>
                </c:pt>
                <c:pt idx="8106">
                  <c:v>-0.29922305200211602</c:v>
                </c:pt>
                <c:pt idx="8107">
                  <c:v>-0.29323486636512508</c:v>
                </c:pt>
                <c:pt idx="8108">
                  <c:v>-0.2326124797971249</c:v>
                </c:pt>
                <c:pt idx="8109">
                  <c:v>-0.26712910357825259</c:v>
                </c:pt>
                <c:pt idx="8110">
                  <c:v>-0.2433632593997252</c:v>
                </c:pt>
                <c:pt idx="8111">
                  <c:v>-0.10250407153241547</c:v>
                </c:pt>
                <c:pt idx="8112">
                  <c:v>-6.2470396196128403E-2</c:v>
                </c:pt>
                <c:pt idx="8113">
                  <c:v>-2.6523383809229334E-2</c:v>
                </c:pt>
                <c:pt idx="8114">
                  <c:v>-1.0096131622762055E-2</c:v>
                </c:pt>
                <c:pt idx="8115">
                  <c:v>4.4811914981096879E-3</c:v>
                </c:pt>
                <c:pt idx="8116">
                  <c:v>9.6652929422488786E-3</c:v>
                </c:pt>
                <c:pt idx="8117">
                  <c:v>1.1390806936844064E-2</c:v>
                </c:pt>
                <c:pt idx="8118">
                  <c:v>1.3787455294637818E-2</c:v>
                </c:pt>
                <c:pt idx="8119">
                  <c:v>-0.11225381551782489</c:v>
                </c:pt>
                <c:pt idx="8120">
                  <c:v>-0.34554680096110318</c:v>
                </c:pt>
                <c:pt idx="8121">
                  <c:v>-0.40436221840316949</c:v>
                </c:pt>
                <c:pt idx="8122">
                  <c:v>-0.42345676925485365</c:v>
                </c:pt>
                <c:pt idx="8123">
                  <c:v>-0.43857286151435132</c:v>
                </c:pt>
                <c:pt idx="8124">
                  <c:v>-0.4371700824923026</c:v>
                </c:pt>
                <c:pt idx="8125">
                  <c:v>-0.45104164916286593</c:v>
                </c:pt>
                <c:pt idx="8126">
                  <c:v>-0.44906650655654923</c:v>
                </c:pt>
                <c:pt idx="8127">
                  <c:v>-0.44890029587596902</c:v>
                </c:pt>
                <c:pt idx="8128">
                  <c:v>-0.45307966274037387</c:v>
                </c:pt>
                <c:pt idx="8129">
                  <c:v>-0.44919950478687753</c:v>
                </c:pt>
                <c:pt idx="8130">
                  <c:v>-0.40788736365715489</c:v>
                </c:pt>
                <c:pt idx="8131">
                  <c:v>-0.32999797918052209</c:v>
                </c:pt>
                <c:pt idx="8132">
                  <c:v>-0.30000980737396826</c:v>
                </c:pt>
                <c:pt idx="8133">
                  <c:v>-0.28377616793329191</c:v>
                </c:pt>
                <c:pt idx="8134">
                  <c:v>-0.26207269229183472</c:v>
                </c:pt>
                <c:pt idx="8135">
                  <c:v>-0.1765395300814081</c:v>
                </c:pt>
                <c:pt idx="8136">
                  <c:v>-9.3965949863721615E-2</c:v>
                </c:pt>
                <c:pt idx="8137">
                  <c:v>-5.2938746797764419E-2</c:v>
                </c:pt>
                <c:pt idx="8138">
                  <c:v>-1.854659982750731E-2</c:v>
                </c:pt>
                <c:pt idx="8139">
                  <c:v>-4.1320926136922216E-3</c:v>
                </c:pt>
                <c:pt idx="8140">
                  <c:v>9.3074679645535601E-3</c:v>
                </c:pt>
                <c:pt idx="8141">
                  <c:v>1.1180039691570373E-2</c:v>
                </c:pt>
                <c:pt idx="8142">
                  <c:v>-0.16343785494420546</c:v>
                </c:pt>
                <c:pt idx="8143">
                  <c:v>-0.30924441817682391</c:v>
                </c:pt>
                <c:pt idx="8144">
                  <c:v>-0.34100266557750319</c:v>
                </c:pt>
                <c:pt idx="8145">
                  <c:v>-0.43546748245968275</c:v>
                </c:pt>
                <c:pt idx="8146">
                  <c:v>-0.43983557098467074</c:v>
                </c:pt>
                <c:pt idx="8147">
                  <c:v>-0.49000596468573188</c:v>
                </c:pt>
                <c:pt idx="8148">
                  <c:v>-0.51756925213904603</c:v>
                </c:pt>
                <c:pt idx="8149">
                  <c:v>-0.59163155265541623</c:v>
                </c:pt>
                <c:pt idx="8150">
                  <c:v>-0.66551867205260407</c:v>
                </c:pt>
                <c:pt idx="8151">
                  <c:v>-0.74936173874265866</c:v>
                </c:pt>
                <c:pt idx="8152">
                  <c:v>-0.67409191987035888</c:v>
                </c:pt>
                <c:pt idx="8153">
                  <c:v>-0.55061618611397367</c:v>
                </c:pt>
                <c:pt idx="8154">
                  <c:v>-0.50900404567136692</c:v>
                </c:pt>
                <c:pt idx="8155">
                  <c:v>-0.47558486198996475</c:v>
                </c:pt>
                <c:pt idx="8156">
                  <c:v>-0.42806635980898811</c:v>
                </c:pt>
                <c:pt idx="8157">
                  <c:v>-0.43573281241970818</c:v>
                </c:pt>
                <c:pt idx="8158">
                  <c:v>-0.40135714857086263</c:v>
                </c:pt>
                <c:pt idx="8159">
                  <c:v>-0.2018120085660543</c:v>
                </c:pt>
                <c:pt idx="8160">
                  <c:v>-0.10593615403529327</c:v>
                </c:pt>
                <c:pt idx="8161">
                  <c:v>-4.5827922565437412E-2</c:v>
                </c:pt>
                <c:pt idx="8162">
                  <c:v>-1.8800438234539883E-2</c:v>
                </c:pt>
                <c:pt idx="8163">
                  <c:v>3.1727265607651273E-4</c:v>
                </c:pt>
                <c:pt idx="8164">
                  <c:v>1.4663712739541881E-2</c:v>
                </c:pt>
                <c:pt idx="8165">
                  <c:v>1.6512794997444975E-2</c:v>
                </c:pt>
                <c:pt idx="8166">
                  <c:v>-7.4050486948703989E-2</c:v>
                </c:pt>
                <c:pt idx="8167">
                  <c:v>-0.33757724134761075</c:v>
                </c:pt>
                <c:pt idx="8168">
                  <c:v>-0.36111678901193034</c:v>
                </c:pt>
                <c:pt idx="8169">
                  <c:v>-0.42141139231245223</c:v>
                </c:pt>
                <c:pt idx="8170">
                  <c:v>-0.51160023525360376</c:v>
                </c:pt>
                <c:pt idx="8171">
                  <c:v>-0.59683198167760332</c:v>
                </c:pt>
                <c:pt idx="8172">
                  <c:v>-0.53387846290860819</c:v>
                </c:pt>
                <c:pt idx="8173">
                  <c:v>-0.53678073148900185</c:v>
                </c:pt>
                <c:pt idx="8174">
                  <c:v>-0.54037914392621278</c:v>
                </c:pt>
                <c:pt idx="8175">
                  <c:v>-0.62730414209432162</c:v>
                </c:pt>
                <c:pt idx="8176">
                  <c:v>-0.58609072913512406</c:v>
                </c:pt>
                <c:pt idx="8177">
                  <c:v>-0.53300842916605407</c:v>
                </c:pt>
                <c:pt idx="8178">
                  <c:v>-0.50503515046852054</c:v>
                </c:pt>
                <c:pt idx="8179">
                  <c:v>-0.46598511446944157</c:v>
                </c:pt>
                <c:pt idx="8180">
                  <c:v>-0.42228033974783652</c:v>
                </c:pt>
                <c:pt idx="8181">
                  <c:v>-0.44822251316117473</c:v>
                </c:pt>
                <c:pt idx="8182">
                  <c:v>-0.40361950268414393</c:v>
                </c:pt>
                <c:pt idx="8183">
                  <c:v>-0.38646442045063517</c:v>
                </c:pt>
                <c:pt idx="8184">
                  <c:v>-0.35163030327798855</c:v>
                </c:pt>
                <c:pt idx="8185">
                  <c:v>-0.18728036298679904</c:v>
                </c:pt>
                <c:pt idx="8186">
                  <c:v>-8.9484189673104717E-2</c:v>
                </c:pt>
                <c:pt idx="8187">
                  <c:v>-7.0876812503835387E-2</c:v>
                </c:pt>
                <c:pt idx="8188">
                  <c:v>-0.31528713992567936</c:v>
                </c:pt>
                <c:pt idx="8189">
                  <c:v>-0.36371485414157112</c:v>
                </c:pt>
                <c:pt idx="8190">
                  <c:v>-0.32710335904145632</c:v>
                </c:pt>
                <c:pt idx="8191">
                  <c:v>-0.31144792196225207</c:v>
                </c:pt>
                <c:pt idx="8192">
                  <c:v>-0.38058372663129469</c:v>
                </c:pt>
                <c:pt idx="8193">
                  <c:v>-0.41641059806129449</c:v>
                </c:pt>
                <c:pt idx="8194">
                  <c:v>-0.50073241758373921</c:v>
                </c:pt>
                <c:pt idx="8195">
                  <c:v>-0.47771935002609595</c:v>
                </c:pt>
                <c:pt idx="8196">
                  <c:v>-0.2912734352889626</c:v>
                </c:pt>
                <c:pt idx="8197">
                  <c:v>-0.15854002310552517</c:v>
                </c:pt>
                <c:pt idx="8198">
                  <c:v>-2.1440275280883134E-2</c:v>
                </c:pt>
                <c:pt idx="8199">
                  <c:v>0.10035176115543142</c:v>
                </c:pt>
                <c:pt idx="8200">
                  <c:v>-0.46633023338146951</c:v>
                </c:pt>
                <c:pt idx="8201">
                  <c:v>-0.48603559269329133</c:v>
                </c:pt>
                <c:pt idx="8202">
                  <c:v>-0.33070982560088397</c:v>
                </c:pt>
                <c:pt idx="8203">
                  <c:v>-0.29419055017368995</c:v>
                </c:pt>
                <c:pt idx="8204">
                  <c:v>-0.26833760556176528</c:v>
                </c:pt>
                <c:pt idx="8205">
                  <c:v>-0.29208856337572286</c:v>
                </c:pt>
                <c:pt idx="8206">
                  <c:v>-0.29863554987896518</c:v>
                </c:pt>
                <c:pt idx="8207">
                  <c:v>-0.10479713992131799</c:v>
                </c:pt>
                <c:pt idx="8208">
                  <c:v>-5.5989434695789937E-2</c:v>
                </c:pt>
                <c:pt idx="8209">
                  <c:v>-3.8891647228069821E-2</c:v>
                </c:pt>
                <c:pt idx="8210">
                  <c:v>-3.7623469440062091E-2</c:v>
                </c:pt>
                <c:pt idx="8211">
                  <c:v>-3.0739018738619419E-2</c:v>
                </c:pt>
                <c:pt idx="8212">
                  <c:v>-1.7269417853685038E-2</c:v>
                </c:pt>
                <c:pt idx="8213">
                  <c:v>-5.7846002119467457E-3</c:v>
                </c:pt>
                <c:pt idx="8214">
                  <c:v>1.8018258572551427E-3</c:v>
                </c:pt>
                <c:pt idx="8215">
                  <c:v>-0.20454767362701309</c:v>
                </c:pt>
                <c:pt idx="8216">
                  <c:v>-0.29613173433942186</c:v>
                </c:pt>
                <c:pt idx="8217">
                  <c:v>-0.30254584197339618</c:v>
                </c:pt>
                <c:pt idx="8218">
                  <c:v>-0.32431240321986338</c:v>
                </c:pt>
                <c:pt idx="8219">
                  <c:v>-0.37101757693544507</c:v>
                </c:pt>
                <c:pt idx="8220">
                  <c:v>-0.48373849197401059</c:v>
                </c:pt>
                <c:pt idx="8221">
                  <c:v>-0.50473712714102348</c:v>
                </c:pt>
                <c:pt idx="8222">
                  <c:v>-0.40202475476738053</c:v>
                </c:pt>
                <c:pt idx="8223">
                  <c:v>-0.43645884551718639</c:v>
                </c:pt>
                <c:pt idx="8224">
                  <c:v>-0.4465064387271474</c:v>
                </c:pt>
                <c:pt idx="8225">
                  <c:v>-0.41080982626007279</c:v>
                </c:pt>
                <c:pt idx="8226">
                  <c:v>-0.35643386606726857</c:v>
                </c:pt>
                <c:pt idx="8227">
                  <c:v>-0.14997633021516787</c:v>
                </c:pt>
                <c:pt idx="8228">
                  <c:v>-0.18964471397194355</c:v>
                </c:pt>
                <c:pt idx="8229">
                  <c:v>-0.19119101024499954</c:v>
                </c:pt>
                <c:pt idx="8230">
                  <c:v>-0.19313334827271011</c:v>
                </c:pt>
                <c:pt idx="8231">
                  <c:v>-9.3273111674825063E-2</c:v>
                </c:pt>
                <c:pt idx="8232">
                  <c:v>-0.10523099220038859</c:v>
                </c:pt>
                <c:pt idx="8233">
                  <c:v>-0.11530812005392446</c:v>
                </c:pt>
                <c:pt idx="8234">
                  <c:v>-0.12350449523543219</c:v>
                </c:pt>
                <c:pt idx="8235">
                  <c:v>-0.12982011774491253</c:v>
                </c:pt>
                <c:pt idx="8236">
                  <c:v>-0.13425498758236484</c:v>
                </c:pt>
                <c:pt idx="8237">
                  <c:v>-0.13680910474778915</c:v>
                </c:pt>
                <c:pt idx="8238">
                  <c:v>-0.13748246924118568</c:v>
                </c:pt>
                <c:pt idx="8239">
                  <c:v>-0.13627508106255423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-5.4733388222103939E-3</c:v>
                </c:pt>
                <c:pt idx="8290">
                  <c:v>-1.1056738623111691E-2</c:v>
                </c:pt>
                <c:pt idx="8291">
                  <c:v>-6.0129154981285779E-2</c:v>
                </c:pt>
                <c:pt idx="8292">
                  <c:v>-7.3904903925031573E-2</c:v>
                </c:pt>
                <c:pt idx="8293">
                  <c:v>-7.4954317459592884E-2</c:v>
                </c:pt>
                <c:pt idx="8294">
                  <c:v>-5.6169708317743677E-2</c:v>
                </c:pt>
                <c:pt idx="8295">
                  <c:v>-6.506755805608784E-2</c:v>
                </c:pt>
                <c:pt idx="8296">
                  <c:v>-6.8480470435300936E-2</c:v>
                </c:pt>
                <c:pt idx="8297">
                  <c:v>-6.3182593386772207E-2</c:v>
                </c:pt>
                <c:pt idx="8298">
                  <c:v>-6.855634779717748E-2</c:v>
                </c:pt>
                <c:pt idx="8299">
                  <c:v>-4.9933709659555875E-2</c:v>
                </c:pt>
                <c:pt idx="8300">
                  <c:v>-4.9894155741089144E-2</c:v>
                </c:pt>
                <c:pt idx="8301">
                  <c:v>-4.4893961263304263E-2</c:v>
                </c:pt>
                <c:pt idx="8302">
                  <c:v>-2.821086057849467E-2</c:v>
                </c:pt>
                <c:pt idx="8303">
                  <c:v>-8.8954092911278128E-3</c:v>
                </c:pt>
                <c:pt idx="8304">
                  <c:v>-6.9829257898417494E-3</c:v>
                </c:pt>
                <c:pt idx="8305">
                  <c:v>-8.0675680239912558E-3</c:v>
                </c:pt>
                <c:pt idx="8306">
                  <c:v>-6.0330619625693794E-3</c:v>
                </c:pt>
                <c:pt idx="8307">
                  <c:v>-3.8261894529509287E-3</c:v>
                </c:pt>
                <c:pt idx="8308">
                  <c:v>-1.6498566699648832E-3</c:v>
                </c:pt>
                <c:pt idx="8309">
                  <c:v>-4.0754025196546446E-4</c:v>
                </c:pt>
                <c:pt idx="8310">
                  <c:v>1.191915304639966E-3</c:v>
                </c:pt>
                <c:pt idx="8311">
                  <c:v>-7.890798414450147E-5</c:v>
                </c:pt>
                <c:pt idx="8312">
                  <c:v>-2.0326827411289469E-3</c:v>
                </c:pt>
                <c:pt idx="8313">
                  <c:v>-2.9107199437773952E-3</c:v>
                </c:pt>
                <c:pt idx="8314">
                  <c:v>-2.238120287480334E-2</c:v>
                </c:pt>
                <c:pt idx="8315">
                  <c:v>-5.5576606954716466E-2</c:v>
                </c:pt>
                <c:pt idx="8316">
                  <c:v>-5.5440927296822817E-2</c:v>
                </c:pt>
                <c:pt idx="8317">
                  <c:v>-5.5775139193158574E-2</c:v>
                </c:pt>
                <c:pt idx="8318">
                  <c:v>-5.5937962278542301E-2</c:v>
                </c:pt>
                <c:pt idx="8319">
                  <c:v>-0.13008654924924953</c:v>
                </c:pt>
                <c:pt idx="8320">
                  <c:v>-0.1234480061141414</c:v>
                </c:pt>
                <c:pt idx="8321">
                  <c:v>-0.14680634007682036</c:v>
                </c:pt>
                <c:pt idx="8322">
                  <c:v>-0.16347325746143448</c:v>
                </c:pt>
                <c:pt idx="8323">
                  <c:v>-0.16629213761156031</c:v>
                </c:pt>
                <c:pt idx="8324">
                  <c:v>-0.15230770023204615</c:v>
                </c:pt>
                <c:pt idx="8325">
                  <c:v>-0.16133295934308897</c:v>
                </c:pt>
                <c:pt idx="8326">
                  <c:v>-0.15572125069366302</c:v>
                </c:pt>
                <c:pt idx="8327">
                  <c:v>-9.7731014806833411E-2</c:v>
                </c:pt>
                <c:pt idx="8328">
                  <c:v>-6.4976984770266408E-2</c:v>
                </c:pt>
                <c:pt idx="8329">
                  <c:v>-5.3689144552539897E-2</c:v>
                </c:pt>
                <c:pt idx="8330">
                  <c:v>-4.5720730013933591E-2</c:v>
                </c:pt>
                <c:pt idx="8331">
                  <c:v>-3.4342499000550378E-2</c:v>
                </c:pt>
                <c:pt idx="8332">
                  <c:v>-2.3145024086470706E-2</c:v>
                </c:pt>
                <c:pt idx="8333">
                  <c:v>-1.3156875809547065E-2</c:v>
                </c:pt>
                <c:pt idx="8334">
                  <c:v>-4.5803565436589415E-3</c:v>
                </c:pt>
                <c:pt idx="8335">
                  <c:v>-4.6744351935146915E-2</c:v>
                </c:pt>
                <c:pt idx="8336">
                  <c:v>-0.15517811736704792</c:v>
                </c:pt>
                <c:pt idx="8337">
                  <c:v>-0.15145380325355692</c:v>
                </c:pt>
                <c:pt idx="8338">
                  <c:v>-0.14822277283463264</c:v>
                </c:pt>
                <c:pt idx="8339">
                  <c:v>-0.14792590902341113</c:v>
                </c:pt>
                <c:pt idx="8340">
                  <c:v>-0.17208331912606981</c:v>
                </c:pt>
                <c:pt idx="8341">
                  <c:v>-0.21963235032090545</c:v>
                </c:pt>
                <c:pt idx="8342">
                  <c:v>-0.24386794027064049</c:v>
                </c:pt>
                <c:pt idx="8343">
                  <c:v>-0.25094387855654016</c:v>
                </c:pt>
                <c:pt idx="8344">
                  <c:v>-0.2362353380979765</c:v>
                </c:pt>
                <c:pt idx="8345">
                  <c:v>-0.19378011133771669</c:v>
                </c:pt>
                <c:pt idx="8346">
                  <c:v>-0.13414314781409686</c:v>
                </c:pt>
                <c:pt idx="8347">
                  <c:v>-0.10363546168637426</c:v>
                </c:pt>
                <c:pt idx="8348">
                  <c:v>-7.0469296976123072E-2</c:v>
                </c:pt>
                <c:pt idx="8349">
                  <c:v>-4.6783092008751845E-2</c:v>
                </c:pt>
                <c:pt idx="8350">
                  <c:v>-5.9854912489424116E-2</c:v>
                </c:pt>
                <c:pt idx="8351">
                  <c:v>-5.4305935161397755E-4</c:v>
                </c:pt>
                <c:pt idx="8352">
                  <c:v>7.8641766430555761E-5</c:v>
                </c:pt>
                <c:pt idx="8353">
                  <c:v>6.4568888430086117E-3</c:v>
                </c:pt>
                <c:pt idx="8354">
                  <c:v>6.8111102408376506E-3</c:v>
                </c:pt>
                <c:pt idx="8355">
                  <c:v>7.6306870694972349E-3</c:v>
                </c:pt>
                <c:pt idx="8356">
                  <c:v>8.2860446607110443E-3</c:v>
                </c:pt>
                <c:pt idx="8357">
                  <c:v>8.8614560391092074E-3</c:v>
                </c:pt>
                <c:pt idx="8358">
                  <c:v>9.1443686242884785E-3</c:v>
                </c:pt>
                <c:pt idx="8359">
                  <c:v>6.8604384344695723E-3</c:v>
                </c:pt>
                <c:pt idx="8360">
                  <c:v>4.581201525488696E-3</c:v>
                </c:pt>
                <c:pt idx="8361">
                  <c:v>-5.0041099157241734E-4</c:v>
                </c:pt>
                <c:pt idx="8362">
                  <c:v>3.433711730252685E-3</c:v>
                </c:pt>
                <c:pt idx="8363">
                  <c:v>-8.0245447547077991E-4</c:v>
                </c:pt>
                <c:pt idx="8364">
                  <c:v>1.6616446599340038E-3</c:v>
                </c:pt>
                <c:pt idx="8365">
                  <c:v>3.923669477030366E-3</c:v>
                </c:pt>
                <c:pt idx="8366">
                  <c:v>6.9422561128420742E-4</c:v>
                </c:pt>
                <c:pt idx="8367">
                  <c:v>1.230349793856446E-3</c:v>
                </c:pt>
                <c:pt idx="8368">
                  <c:v>5.51127833468804E-3</c:v>
                </c:pt>
                <c:pt idx="8369">
                  <c:v>9.2129184072093934E-3</c:v>
                </c:pt>
                <c:pt idx="8370">
                  <c:v>8.9569578333127259E-3</c:v>
                </c:pt>
                <c:pt idx="8371">
                  <c:v>9.5587060552828496E-3</c:v>
                </c:pt>
                <c:pt idx="8372">
                  <c:v>7.1498032248940666E-3</c:v>
                </c:pt>
                <c:pt idx="8373">
                  <c:v>9.9377178013435354E-3</c:v>
                </c:pt>
                <c:pt idx="8374">
                  <c:v>9.5057796403761451E-3</c:v>
                </c:pt>
                <c:pt idx="8375">
                  <c:v>1.0445352229059551E-2</c:v>
                </c:pt>
                <c:pt idx="8376">
                  <c:v>1.0472713422578906E-2</c:v>
                </c:pt>
                <c:pt idx="8377">
                  <c:v>1.0686435365744965E-2</c:v>
                </c:pt>
                <c:pt idx="8378">
                  <c:v>8.6991912374033073E-3</c:v>
                </c:pt>
                <c:pt idx="8379">
                  <c:v>8.9531153577690811E-3</c:v>
                </c:pt>
                <c:pt idx="8380">
                  <c:v>8.8760765041661048E-3</c:v>
                </c:pt>
                <c:pt idx="8381">
                  <c:v>9.7100555315347541E-3</c:v>
                </c:pt>
                <c:pt idx="8382">
                  <c:v>7.5044857781297755E-2</c:v>
                </c:pt>
                <c:pt idx="8383">
                  <c:v>4.7417856279427774E-2</c:v>
                </c:pt>
                <c:pt idx="8384">
                  <c:v>-2.8609742444098787E-3</c:v>
                </c:pt>
                <c:pt idx="8385">
                  <c:v>-8.7798625152908632E-3</c:v>
                </c:pt>
                <c:pt idx="8386">
                  <c:v>-0.11477364546623545</c:v>
                </c:pt>
                <c:pt idx="8387">
                  <c:v>-0.12877984054952796</c:v>
                </c:pt>
                <c:pt idx="8388">
                  <c:v>-0.1477660458951294</c:v>
                </c:pt>
                <c:pt idx="8389">
                  <c:v>-0.14531439527650153</c:v>
                </c:pt>
                <c:pt idx="8390">
                  <c:v>-0.17007317312304629</c:v>
                </c:pt>
                <c:pt idx="8391">
                  <c:v>-0.17927725427805402</c:v>
                </c:pt>
                <c:pt idx="8392">
                  <c:v>-0.17318276095245108</c:v>
                </c:pt>
                <c:pt idx="8393">
                  <c:v>-0.16289257627922862</c:v>
                </c:pt>
                <c:pt idx="8394">
                  <c:v>-0.11386289880627899</c:v>
                </c:pt>
                <c:pt idx="8395">
                  <c:v>-3.9119542713998312E-2</c:v>
                </c:pt>
                <c:pt idx="8396">
                  <c:v>-0.11902126863984556</c:v>
                </c:pt>
                <c:pt idx="8397">
                  <c:v>-5.5919381076078856E-2</c:v>
                </c:pt>
                <c:pt idx="8398">
                  <c:v>-3.3616058403228746E-2</c:v>
                </c:pt>
                <c:pt idx="8399">
                  <c:v>-1.6934006783287082E-2</c:v>
                </c:pt>
                <c:pt idx="8400">
                  <c:v>-4.660630574743304E-3</c:v>
                </c:pt>
                <c:pt idx="8401">
                  <c:v>-1.0054920626302874E-3</c:v>
                </c:pt>
                <c:pt idx="8402">
                  <c:v>2.8639128503340017E-3</c:v>
                </c:pt>
                <c:pt idx="8403">
                  <c:v>8.3830944510632621E-3</c:v>
                </c:pt>
                <c:pt idx="8404">
                  <c:v>7.3673468665278212E-3</c:v>
                </c:pt>
                <c:pt idx="8405">
                  <c:v>7.3969377635202437E-3</c:v>
                </c:pt>
                <c:pt idx="8406">
                  <c:v>6.5589379757623892E-3</c:v>
                </c:pt>
                <c:pt idx="8407">
                  <c:v>4.935993837658267E-3</c:v>
                </c:pt>
                <c:pt idx="8408">
                  <c:v>2.0856505266448559E-3</c:v>
                </c:pt>
                <c:pt idx="8409">
                  <c:v>1.3654250139918782E-3</c:v>
                </c:pt>
                <c:pt idx="8410">
                  <c:v>-3.3921869790670164E-3</c:v>
                </c:pt>
                <c:pt idx="8411">
                  <c:v>-4.4835130325781417E-2</c:v>
                </c:pt>
                <c:pt idx="8412">
                  <c:v>-0.10223445129033168</c:v>
                </c:pt>
                <c:pt idx="8413">
                  <c:v>-0.21368947232169205</c:v>
                </c:pt>
                <c:pt idx="8414">
                  <c:v>-7.282839371572164E-2</c:v>
                </c:pt>
                <c:pt idx="8415">
                  <c:v>-0.27723001897952604</c:v>
                </c:pt>
                <c:pt idx="8416">
                  <c:v>-0.20227647894381709</c:v>
                </c:pt>
                <c:pt idx="8417">
                  <c:v>-0.10113241129714988</c:v>
                </c:pt>
                <c:pt idx="8418">
                  <c:v>-0.17232226400413223</c:v>
                </c:pt>
                <c:pt idx="8419">
                  <c:v>-0.11632668774205339</c:v>
                </c:pt>
                <c:pt idx="8420">
                  <c:v>-8.1994645518458073E-2</c:v>
                </c:pt>
                <c:pt idx="8421">
                  <c:v>-8.3866401127039025E-2</c:v>
                </c:pt>
                <c:pt idx="8422">
                  <c:v>-5.8561625702089136E-2</c:v>
                </c:pt>
                <c:pt idx="8423">
                  <c:v>-1.6027661395643131E-2</c:v>
                </c:pt>
                <c:pt idx="8424">
                  <c:v>-1.2929081745577867E-2</c:v>
                </c:pt>
                <c:pt idx="8425">
                  <c:v>-7.804252183903895E-3</c:v>
                </c:pt>
                <c:pt idx="8426">
                  <c:v>-2.6579731440281615E-3</c:v>
                </c:pt>
                <c:pt idx="8427">
                  <c:v>2.0075469237686582E-3</c:v>
                </c:pt>
                <c:pt idx="8428">
                  <c:v>6.6484623028649882E-3</c:v>
                </c:pt>
                <c:pt idx="8429">
                  <c:v>7.4800036275645115E-3</c:v>
                </c:pt>
                <c:pt idx="8430">
                  <c:v>9.0644471791098864E-3</c:v>
                </c:pt>
                <c:pt idx="8431">
                  <c:v>5.4375333362116085E-3</c:v>
                </c:pt>
                <c:pt idx="8432">
                  <c:v>-2.0651750595272783E-3</c:v>
                </c:pt>
                <c:pt idx="8433">
                  <c:v>-2.3188339683833114E-2</c:v>
                </c:pt>
                <c:pt idx="8434">
                  <c:v>-0.1267008037743303</c:v>
                </c:pt>
                <c:pt idx="8435">
                  <c:v>-6.0305849778723684E-2</c:v>
                </c:pt>
                <c:pt idx="8436">
                  <c:v>-0.23323264214428488</c:v>
                </c:pt>
                <c:pt idx="8437">
                  <c:v>-8.6945665558417373E-2</c:v>
                </c:pt>
                <c:pt idx="8438">
                  <c:v>-0.25038314864348554</c:v>
                </c:pt>
                <c:pt idx="8439">
                  <c:v>-0.18140998653071549</c:v>
                </c:pt>
                <c:pt idx="8440">
                  <c:v>-0.15821387289025698</c:v>
                </c:pt>
                <c:pt idx="8441">
                  <c:v>-8.8117814683512707E-2</c:v>
                </c:pt>
                <c:pt idx="8442">
                  <c:v>-0.18265836394775392</c:v>
                </c:pt>
                <c:pt idx="8443">
                  <c:v>-0.12624763608351067</c:v>
                </c:pt>
                <c:pt idx="8444">
                  <c:v>-7.929051680338764E-2</c:v>
                </c:pt>
                <c:pt idx="8445">
                  <c:v>-0.11924329878963699</c:v>
                </c:pt>
                <c:pt idx="8446">
                  <c:v>-0.10242603604656786</c:v>
                </c:pt>
                <c:pt idx="8447">
                  <c:v>-3.5436077341596206E-2</c:v>
                </c:pt>
                <c:pt idx="8448">
                  <c:v>-2.7584825369860171E-2</c:v>
                </c:pt>
                <c:pt idx="8449">
                  <c:v>-1.6834203578916868E-2</c:v>
                </c:pt>
                <c:pt idx="8450">
                  <c:v>-8.6925264465497407E-3</c:v>
                </c:pt>
                <c:pt idx="8451">
                  <c:v>-4.3709763328146816E-3</c:v>
                </c:pt>
                <c:pt idx="8452">
                  <c:v>1.2226011816485638E-3</c:v>
                </c:pt>
                <c:pt idx="8453">
                  <c:v>4.6488806615658865E-3</c:v>
                </c:pt>
                <c:pt idx="8454">
                  <c:v>4.741847762440932E-3</c:v>
                </c:pt>
                <c:pt idx="8455">
                  <c:v>4.1102575431542264E-3</c:v>
                </c:pt>
                <c:pt idx="8456">
                  <c:v>-6.2090124587953252E-2</c:v>
                </c:pt>
                <c:pt idx="8457">
                  <c:v>-6.2765798108264145E-2</c:v>
                </c:pt>
                <c:pt idx="8458">
                  <c:v>-8.5947238331714554E-2</c:v>
                </c:pt>
                <c:pt idx="8459">
                  <c:v>-5.7766635108540715E-2</c:v>
                </c:pt>
                <c:pt idx="8460">
                  <c:v>-2.5563294738732659E-2</c:v>
                </c:pt>
                <c:pt idx="8461">
                  <c:v>-2.5799099055525031E-2</c:v>
                </c:pt>
                <c:pt idx="8462">
                  <c:v>-1.5747010449135356E-2</c:v>
                </c:pt>
                <c:pt idx="8463">
                  <c:v>-2.5976115279577654E-2</c:v>
                </c:pt>
                <c:pt idx="8464">
                  <c:v>-3.4646341441893609E-2</c:v>
                </c:pt>
                <c:pt idx="8465">
                  <c:v>-3.1417908049328126E-2</c:v>
                </c:pt>
                <c:pt idx="8466">
                  <c:v>-1.888334386512288E-2</c:v>
                </c:pt>
                <c:pt idx="8467">
                  <c:v>-1.2575896090109361E-2</c:v>
                </c:pt>
                <c:pt idx="8468">
                  <c:v>-2.6583919738874577E-2</c:v>
                </c:pt>
                <c:pt idx="8469">
                  <c:v>-2.0745226990860472E-2</c:v>
                </c:pt>
                <c:pt idx="8470">
                  <c:v>2.9001327386848729E-4</c:v>
                </c:pt>
                <c:pt idx="8471">
                  <c:v>6.4153543677856958E-3</c:v>
                </c:pt>
                <c:pt idx="8472">
                  <c:v>6.1552603071111734E-3</c:v>
                </c:pt>
                <c:pt idx="8473">
                  <c:v>9.5049787122897123E-3</c:v>
                </c:pt>
                <c:pt idx="8474">
                  <c:v>7.6583604125892634E-3</c:v>
                </c:pt>
                <c:pt idx="8475">
                  <c:v>6.0796930022146544E-3</c:v>
                </c:pt>
                <c:pt idx="8476">
                  <c:v>7.3673725680439041E-3</c:v>
                </c:pt>
                <c:pt idx="8477">
                  <c:v>7.0705867620870708E-3</c:v>
                </c:pt>
                <c:pt idx="8478">
                  <c:v>6.4767473119064344E-3</c:v>
                </c:pt>
                <c:pt idx="8479">
                  <c:v>6.6320680551169081E-3</c:v>
                </c:pt>
                <c:pt idx="8480">
                  <c:v>6.4240099669258402E-3</c:v>
                </c:pt>
                <c:pt idx="8481">
                  <c:v>-2.3401967130350781E-3</c:v>
                </c:pt>
                <c:pt idx="8482">
                  <c:v>-6.0211490188147071E-4</c:v>
                </c:pt>
                <c:pt idx="8483">
                  <c:v>-5.3491533151228904E-4</c:v>
                </c:pt>
                <c:pt idx="8484">
                  <c:v>-1.8046467467307365E-3</c:v>
                </c:pt>
                <c:pt idx="8485">
                  <c:v>2.9031307878907227E-4</c:v>
                </c:pt>
                <c:pt idx="8486">
                  <c:v>2.2960335731550779E-3</c:v>
                </c:pt>
                <c:pt idx="8487">
                  <c:v>2.4565124040838065E-3</c:v>
                </c:pt>
                <c:pt idx="8488">
                  <c:v>1.0463139443112374E-3</c:v>
                </c:pt>
                <c:pt idx="8489">
                  <c:v>2.2928428345031903E-3</c:v>
                </c:pt>
                <c:pt idx="8490">
                  <c:v>2.102381235517238E-3</c:v>
                </c:pt>
                <c:pt idx="8491">
                  <c:v>2.9186634676949181E-3</c:v>
                </c:pt>
                <c:pt idx="8492">
                  <c:v>3.1928674318130314E-3</c:v>
                </c:pt>
                <c:pt idx="8493">
                  <c:v>3.3145330702204975E-3</c:v>
                </c:pt>
                <c:pt idx="8494">
                  <c:v>6.6825321899490397E-3</c:v>
                </c:pt>
                <c:pt idx="8495">
                  <c:v>6.9298915416741149E-3</c:v>
                </c:pt>
                <c:pt idx="8496">
                  <c:v>6.7578011547109297E-3</c:v>
                </c:pt>
                <c:pt idx="8497">
                  <c:v>7.3546802311895091E-3</c:v>
                </c:pt>
                <c:pt idx="8498">
                  <c:v>1.0272193368110734E-2</c:v>
                </c:pt>
                <c:pt idx="8499">
                  <c:v>9.9776678838273802E-3</c:v>
                </c:pt>
                <c:pt idx="8500">
                  <c:v>8.9134003028020006E-3</c:v>
                </c:pt>
                <c:pt idx="8501">
                  <c:v>8.7704614815457532E-3</c:v>
                </c:pt>
                <c:pt idx="8502">
                  <c:v>1.164412855512423E-2</c:v>
                </c:pt>
                <c:pt idx="8503">
                  <c:v>1.0279482628410866E-2</c:v>
                </c:pt>
                <c:pt idx="8504">
                  <c:v>-1.1790490325927479E-3</c:v>
                </c:pt>
                <c:pt idx="8505">
                  <c:v>-6.2942167709021703E-3</c:v>
                </c:pt>
                <c:pt idx="8506">
                  <c:v>-7.2332857207268253E-3</c:v>
                </c:pt>
                <c:pt idx="8507">
                  <c:v>-4.5333654028934392E-3</c:v>
                </c:pt>
                <c:pt idx="8508">
                  <c:v>-9.8490932275092252E-4</c:v>
                </c:pt>
                <c:pt idx="8509">
                  <c:v>-5.3342700325359933E-2</c:v>
                </c:pt>
                <c:pt idx="8510">
                  <c:v>-0.22627692293018403</c:v>
                </c:pt>
                <c:pt idx="8511">
                  <c:v>-0.13364715691362244</c:v>
                </c:pt>
                <c:pt idx="8512">
                  <c:v>-0.11993263520019035</c:v>
                </c:pt>
                <c:pt idx="8513">
                  <c:v>-0.11252548851484781</c:v>
                </c:pt>
                <c:pt idx="8514">
                  <c:v>-7.0427301881700308E-2</c:v>
                </c:pt>
                <c:pt idx="8515">
                  <c:v>-3.7730782070552291E-2</c:v>
                </c:pt>
                <c:pt idx="8516">
                  <c:v>-1.3921169024561126E-2</c:v>
                </c:pt>
                <c:pt idx="8517">
                  <c:v>-1.2614692869388657E-2</c:v>
                </c:pt>
                <c:pt idx="8518">
                  <c:v>4.1652611276845808E-3</c:v>
                </c:pt>
                <c:pt idx="8519">
                  <c:v>6.2974218067343339E-3</c:v>
                </c:pt>
                <c:pt idx="8520">
                  <c:v>7.0967008953436647E-3</c:v>
                </c:pt>
                <c:pt idx="8521">
                  <c:v>8.9007794241310109E-3</c:v>
                </c:pt>
                <c:pt idx="8522">
                  <c:v>9.6168189527545255E-3</c:v>
                </c:pt>
                <c:pt idx="8523">
                  <c:v>9.4044946702050748E-3</c:v>
                </c:pt>
                <c:pt idx="8524">
                  <c:v>9.6275020265428075E-3</c:v>
                </c:pt>
                <c:pt idx="8525">
                  <c:v>1.1568234347717919E-2</c:v>
                </c:pt>
                <c:pt idx="8526">
                  <c:v>1.0411399255239609E-2</c:v>
                </c:pt>
                <c:pt idx="8527">
                  <c:v>2.5649859244548552E-3</c:v>
                </c:pt>
                <c:pt idx="8528">
                  <c:v>-1.0699947406448885E-2</c:v>
                </c:pt>
                <c:pt idx="8529">
                  <c:v>-1.0050883497439097E-2</c:v>
                </c:pt>
                <c:pt idx="8530">
                  <c:v>-1.3248036241536712E-2</c:v>
                </c:pt>
                <c:pt idx="8531">
                  <c:v>-3.3726216362679161E-2</c:v>
                </c:pt>
                <c:pt idx="8532">
                  <c:v>-0.22063962301269474</c:v>
                </c:pt>
                <c:pt idx="8533">
                  <c:v>-0.15045288770301862</c:v>
                </c:pt>
                <c:pt idx="8534">
                  <c:v>-0.12756363290685593</c:v>
                </c:pt>
                <c:pt idx="8535">
                  <c:v>-0.12690265639425696</c:v>
                </c:pt>
                <c:pt idx="8536">
                  <c:v>-0.14873385076058618</c:v>
                </c:pt>
                <c:pt idx="8537">
                  <c:v>-0.15679078523865017</c:v>
                </c:pt>
                <c:pt idx="8538">
                  <c:v>-0.11195650361287339</c:v>
                </c:pt>
                <c:pt idx="8539">
                  <c:v>-6.6539540316017068E-2</c:v>
                </c:pt>
                <c:pt idx="8540">
                  <c:v>-4.1251743185656248E-2</c:v>
                </c:pt>
                <c:pt idx="8541">
                  <c:v>-5.7786085252476742E-2</c:v>
                </c:pt>
                <c:pt idx="8542">
                  <c:v>-1.4731955321846058E-2</c:v>
                </c:pt>
                <c:pt idx="8543">
                  <c:v>-4.2399797172768337E-2</c:v>
                </c:pt>
                <c:pt idx="8544">
                  <c:v>-6.0428090085117596E-3</c:v>
                </c:pt>
                <c:pt idx="8545">
                  <c:v>-8.7908897668809178E-3</c:v>
                </c:pt>
                <c:pt idx="8546">
                  <c:v>-4.983556699567032E-3</c:v>
                </c:pt>
                <c:pt idx="8547">
                  <c:v>1.801964985109249E-3</c:v>
                </c:pt>
                <c:pt idx="8548">
                  <c:v>8.5763716338878547E-3</c:v>
                </c:pt>
                <c:pt idx="8549">
                  <c:v>1.0127038612709088E-2</c:v>
                </c:pt>
                <c:pt idx="8550">
                  <c:v>9.4343614489577638E-3</c:v>
                </c:pt>
                <c:pt idx="8551">
                  <c:v>6.91450902718054E-3</c:v>
                </c:pt>
                <c:pt idx="8552">
                  <c:v>-5.1210735666387197E-3</c:v>
                </c:pt>
                <c:pt idx="8553">
                  <c:v>-6.5285443619512344E-3</c:v>
                </c:pt>
                <c:pt idx="8554">
                  <c:v>-1.7909385445487102E-2</c:v>
                </c:pt>
                <c:pt idx="8555">
                  <c:v>-0.16412552822655038</c:v>
                </c:pt>
                <c:pt idx="8556">
                  <c:v>-0.13745025098286229</c:v>
                </c:pt>
                <c:pt idx="8557">
                  <c:v>-0.13603048199531706</c:v>
                </c:pt>
                <c:pt idx="8558">
                  <c:v>-0.15986518667622521</c:v>
                </c:pt>
                <c:pt idx="8559">
                  <c:v>-0.15744630186998687</c:v>
                </c:pt>
                <c:pt idx="8560">
                  <c:v>-0.17999415751758779</c:v>
                </c:pt>
                <c:pt idx="8561">
                  <c:v>-0.15570586733587496</c:v>
                </c:pt>
                <c:pt idx="8562">
                  <c:v>-0.14974745579739995</c:v>
                </c:pt>
                <c:pt idx="8563">
                  <c:v>-7.2987098173369222E-2</c:v>
                </c:pt>
                <c:pt idx="8564">
                  <c:v>-6.4865884872390464E-2</c:v>
                </c:pt>
                <c:pt idx="8565">
                  <c:v>-7.4087928563081856E-2</c:v>
                </c:pt>
                <c:pt idx="8566">
                  <c:v>-8.3123813193437229E-2</c:v>
                </c:pt>
                <c:pt idx="8567">
                  <c:v>-2.1363943560908025E-2</c:v>
                </c:pt>
                <c:pt idx="8568">
                  <c:v>-1.3035567795220571E-2</c:v>
                </c:pt>
                <c:pt idx="8569">
                  <c:v>-4.7614070405008523E-3</c:v>
                </c:pt>
                <c:pt idx="8570">
                  <c:v>1.0203998836122922E-3</c:v>
                </c:pt>
                <c:pt idx="8571">
                  <c:v>1.0066648901367674E-2</c:v>
                </c:pt>
                <c:pt idx="8572">
                  <c:v>9.3954500786090807E-3</c:v>
                </c:pt>
                <c:pt idx="8573">
                  <c:v>7.2731561172222903E-3</c:v>
                </c:pt>
                <c:pt idx="8574">
                  <c:v>8.3148750568123337E-3</c:v>
                </c:pt>
                <c:pt idx="8575">
                  <c:v>6.6191890431916813E-3</c:v>
                </c:pt>
                <c:pt idx="8576">
                  <c:v>-3.4187153525000582E-4</c:v>
                </c:pt>
                <c:pt idx="8577">
                  <c:v>-3.4897464934031909E-3</c:v>
                </c:pt>
                <c:pt idx="8578">
                  <c:v>-4.1333403490940522E-2</c:v>
                </c:pt>
                <c:pt idx="8579">
                  <c:v>-9.4539827991447681E-2</c:v>
                </c:pt>
                <c:pt idx="8580">
                  <c:v>-6.7486067894576951E-2</c:v>
                </c:pt>
                <c:pt idx="8581">
                  <c:v>-0.14029043257245868</c:v>
                </c:pt>
                <c:pt idx="8582">
                  <c:v>-0.15537625770466118</c:v>
                </c:pt>
                <c:pt idx="8583">
                  <c:v>-8.7438449907808136E-2</c:v>
                </c:pt>
                <c:pt idx="8584">
                  <c:v>-0.13369832003359769</c:v>
                </c:pt>
                <c:pt idx="8585">
                  <c:v>-0.10342303603913192</c:v>
                </c:pt>
                <c:pt idx="8586">
                  <c:v>-0.12643398196074393</c:v>
                </c:pt>
                <c:pt idx="8587">
                  <c:v>-8.1674443176592823E-2</c:v>
                </c:pt>
                <c:pt idx="8588">
                  <c:v>-6.0292568121699648E-2</c:v>
                </c:pt>
                <c:pt idx="8589">
                  <c:v>-9.7597982921434817E-2</c:v>
                </c:pt>
                <c:pt idx="8590">
                  <c:v>-4.9669162419859296E-2</c:v>
                </c:pt>
                <c:pt idx="8591">
                  <c:v>-1.0306473748311203E-2</c:v>
                </c:pt>
                <c:pt idx="8592">
                  <c:v>-6.6390672444707503E-3</c:v>
                </c:pt>
                <c:pt idx="8593">
                  <c:v>-6.3550786630143345E-3</c:v>
                </c:pt>
                <c:pt idx="8594">
                  <c:v>-4.8498741589280657E-3</c:v>
                </c:pt>
                <c:pt idx="8595">
                  <c:v>-1.5343121643893822E-3</c:v>
                </c:pt>
                <c:pt idx="8596">
                  <c:v>4.212086044553187E-3</c:v>
                </c:pt>
                <c:pt idx="8597">
                  <c:v>6.7727290385147581E-3</c:v>
                </c:pt>
                <c:pt idx="8598">
                  <c:v>9.0158166010820256E-3</c:v>
                </c:pt>
                <c:pt idx="8599">
                  <c:v>7.9545207509709136E-3</c:v>
                </c:pt>
                <c:pt idx="8600">
                  <c:v>1.971023385966345E-3</c:v>
                </c:pt>
                <c:pt idx="8601">
                  <c:v>-6.3490811869680889E-3</c:v>
                </c:pt>
                <c:pt idx="8602">
                  <c:v>-2.9093755397300004E-2</c:v>
                </c:pt>
                <c:pt idx="8603">
                  <c:v>-0.19155261027850817</c:v>
                </c:pt>
                <c:pt idx="8604">
                  <c:v>-0.10212482529362088</c:v>
                </c:pt>
                <c:pt idx="8605">
                  <c:v>-0.20350495257407131</c:v>
                </c:pt>
                <c:pt idx="8606">
                  <c:v>-0.18009639677218087</c:v>
                </c:pt>
                <c:pt idx="8607">
                  <c:v>-0.18542298919893052</c:v>
                </c:pt>
                <c:pt idx="8608">
                  <c:v>-0.1764647680554377</c:v>
                </c:pt>
                <c:pt idx="8609">
                  <c:v>-0.10864929385678546</c:v>
                </c:pt>
                <c:pt idx="8610">
                  <c:v>-0.16607489882751192</c:v>
                </c:pt>
                <c:pt idx="8611">
                  <c:v>-0.11223552012989886</c:v>
                </c:pt>
                <c:pt idx="8612">
                  <c:v>-6.6519360791338786E-2</c:v>
                </c:pt>
                <c:pt idx="8613">
                  <c:v>-9.051254733270872E-2</c:v>
                </c:pt>
                <c:pt idx="8614">
                  <c:v>-6.0173275537134085E-2</c:v>
                </c:pt>
                <c:pt idx="8615">
                  <c:v>-1.2541784010517809E-2</c:v>
                </c:pt>
                <c:pt idx="8616">
                  <c:v>-9.2597614654653815E-3</c:v>
                </c:pt>
                <c:pt idx="8617">
                  <c:v>9.3776112286072394E-4</c:v>
                </c:pt>
                <c:pt idx="8618">
                  <c:v>8.7050834737403254E-3</c:v>
                </c:pt>
                <c:pt idx="8619">
                  <c:v>1.1508305044468996E-2</c:v>
                </c:pt>
                <c:pt idx="8620">
                  <c:v>1.0137333058012342E-2</c:v>
                </c:pt>
                <c:pt idx="8621">
                  <c:v>1.0642643222616028E-2</c:v>
                </c:pt>
                <c:pt idx="8622">
                  <c:v>1.1553846625006263E-2</c:v>
                </c:pt>
                <c:pt idx="8623">
                  <c:v>9.3295231510209815E-3</c:v>
                </c:pt>
                <c:pt idx="8624">
                  <c:v>-1.651488182424941E-3</c:v>
                </c:pt>
                <c:pt idx="8625">
                  <c:v>-2.6984937172329659E-3</c:v>
                </c:pt>
                <c:pt idx="8626">
                  <c:v>-9.5056696433622201E-4</c:v>
                </c:pt>
                <c:pt idx="8627">
                  <c:v>-2.5533650583510459E-3</c:v>
                </c:pt>
                <c:pt idx="8628">
                  <c:v>-9.0079237750983782E-2</c:v>
                </c:pt>
                <c:pt idx="8629">
                  <c:v>-0.14908121714800343</c:v>
                </c:pt>
                <c:pt idx="8630">
                  <c:v>-0.1182843683197087</c:v>
                </c:pt>
                <c:pt idx="8631">
                  <c:v>-0.12179254195263291</c:v>
                </c:pt>
                <c:pt idx="8632">
                  <c:v>-9.4130800174241816E-2</c:v>
                </c:pt>
                <c:pt idx="8633">
                  <c:v>-8.7205086991738123E-2</c:v>
                </c:pt>
                <c:pt idx="8634">
                  <c:v>-4.0458479184007613E-2</c:v>
                </c:pt>
                <c:pt idx="8635">
                  <c:v>-8.655826245351713E-3</c:v>
                </c:pt>
                <c:pt idx="8636">
                  <c:v>5.3329000751352719E-3</c:v>
                </c:pt>
                <c:pt idx="8637">
                  <c:v>1.027856816677815E-2</c:v>
                </c:pt>
                <c:pt idx="8638">
                  <c:v>1.2439032159715717E-2</c:v>
                </c:pt>
                <c:pt idx="8639">
                  <c:v>1.2649204560856848E-2</c:v>
                </c:pt>
                <c:pt idx="8640">
                  <c:v>1.0114041534416914E-2</c:v>
                </c:pt>
                <c:pt idx="8641">
                  <c:v>9.6787956653352266E-3</c:v>
                </c:pt>
                <c:pt idx="8642">
                  <c:v>1.0882279398884467E-2</c:v>
                </c:pt>
                <c:pt idx="8643">
                  <c:v>8.3158483328185609E-2</c:v>
                </c:pt>
                <c:pt idx="8644">
                  <c:v>5.6283668664647978E-2</c:v>
                </c:pt>
                <c:pt idx="8645">
                  <c:v>6.1120100274110981E-2</c:v>
                </c:pt>
                <c:pt idx="8646">
                  <c:v>4.8854837845572277E-2</c:v>
                </c:pt>
                <c:pt idx="8647">
                  <c:v>3.3204979664720205E-2</c:v>
                </c:pt>
                <c:pt idx="8648">
                  <c:v>3.9353037928582239E-2</c:v>
                </c:pt>
                <c:pt idx="8649">
                  <c:v>2.1159190066888444E-2</c:v>
                </c:pt>
                <c:pt idx="8650">
                  <c:v>1.0505244137437171E-2</c:v>
                </c:pt>
                <c:pt idx="8651">
                  <c:v>-2.5283948500124361E-3</c:v>
                </c:pt>
                <c:pt idx="8652">
                  <c:v>3.5271232512727319E-3</c:v>
                </c:pt>
                <c:pt idx="8653">
                  <c:v>3.2875084278788159E-3</c:v>
                </c:pt>
                <c:pt idx="8654">
                  <c:v>-0.14228812674254035</c:v>
                </c:pt>
                <c:pt idx="8655">
                  <c:v>-4.5070100104806901E-2</c:v>
                </c:pt>
                <c:pt idx="8656">
                  <c:v>-9.9743462552497761E-2</c:v>
                </c:pt>
                <c:pt idx="8657">
                  <c:v>-4.7345487115275316E-2</c:v>
                </c:pt>
                <c:pt idx="8658">
                  <c:v>-2.4536904308539834E-2</c:v>
                </c:pt>
                <c:pt idx="8659">
                  <c:v>-3.3850583334143411E-2</c:v>
                </c:pt>
                <c:pt idx="8660">
                  <c:v>1.0011989338660266E-3</c:v>
                </c:pt>
                <c:pt idx="8661">
                  <c:v>2.8100037849717097E-3</c:v>
                </c:pt>
                <c:pt idx="8662">
                  <c:v>4.2649451384751185E-3</c:v>
                </c:pt>
                <c:pt idx="8663">
                  <c:v>1.1477177075902172E-2</c:v>
                </c:pt>
                <c:pt idx="8664">
                  <c:v>1.4051758481320968E-2</c:v>
                </c:pt>
                <c:pt idx="8665">
                  <c:v>1.2764414980812109E-2</c:v>
                </c:pt>
                <c:pt idx="8666">
                  <c:v>1.1335740118043431E-2</c:v>
                </c:pt>
                <c:pt idx="8667">
                  <c:v>1.8055278202799955E-2</c:v>
                </c:pt>
                <c:pt idx="8668">
                  <c:v>7.6905892891705102E-2</c:v>
                </c:pt>
                <c:pt idx="8669">
                  <c:v>5.5666919068654272E-2</c:v>
                </c:pt>
                <c:pt idx="8670">
                  <c:v>5.0200322765749768E-2</c:v>
                </c:pt>
                <c:pt idx="8671">
                  <c:v>4.8961308789382277E-2</c:v>
                </c:pt>
                <c:pt idx="8672">
                  <c:v>2.8726246963570286E-2</c:v>
                </c:pt>
                <c:pt idx="8673">
                  <c:v>2.634750454190582E-2</c:v>
                </c:pt>
                <c:pt idx="8674">
                  <c:v>-5.0096139752603571E-4</c:v>
                </c:pt>
                <c:pt idx="8675">
                  <c:v>-1.0990518216447018E-2</c:v>
                </c:pt>
                <c:pt idx="8676">
                  <c:v>-3.5255304541715921E-3</c:v>
                </c:pt>
                <c:pt idx="8677">
                  <c:v>-4.5894207339246727E-2</c:v>
                </c:pt>
                <c:pt idx="8678">
                  <c:v>-0.16880273471177876</c:v>
                </c:pt>
                <c:pt idx="8679">
                  <c:v>-9.8918558862060704E-2</c:v>
                </c:pt>
                <c:pt idx="8680">
                  <c:v>-0.11243550934348946</c:v>
                </c:pt>
                <c:pt idx="8681">
                  <c:v>-0.10590877372256287</c:v>
                </c:pt>
                <c:pt idx="8682">
                  <c:v>-6.2927060068533158E-2</c:v>
                </c:pt>
                <c:pt idx="8683">
                  <c:v>-7.9201227985318562E-2</c:v>
                </c:pt>
                <c:pt idx="8684">
                  <c:v>-3.2169199477406936E-2</c:v>
                </c:pt>
                <c:pt idx="8685">
                  <c:v>-7.076737766909974E-2</c:v>
                </c:pt>
                <c:pt idx="8686">
                  <c:v>-1.7145344072349113E-2</c:v>
                </c:pt>
                <c:pt idx="8687">
                  <c:v>-4.1410865729408004E-2</c:v>
                </c:pt>
                <c:pt idx="8688">
                  <c:v>2.0655351109406402E-3</c:v>
                </c:pt>
                <c:pt idx="8689">
                  <c:v>5.309259990774258E-3</c:v>
                </c:pt>
                <c:pt idx="8690">
                  <c:v>9.1978236867692586E-3</c:v>
                </c:pt>
                <c:pt idx="8691">
                  <c:v>9.9771085924910442E-3</c:v>
                </c:pt>
                <c:pt idx="8692">
                  <c:v>1.0659928211685725E-2</c:v>
                </c:pt>
                <c:pt idx="8693">
                  <c:v>1.01954939858312E-2</c:v>
                </c:pt>
                <c:pt idx="8694">
                  <c:v>9.8287671846702569E-3</c:v>
                </c:pt>
                <c:pt idx="8695">
                  <c:v>9.5005430856067961E-3</c:v>
                </c:pt>
                <c:pt idx="8696">
                  <c:v>1.671432374933909E-3</c:v>
                </c:pt>
                <c:pt idx="8697">
                  <c:v>2.4773769867721634E-3</c:v>
                </c:pt>
                <c:pt idx="8698">
                  <c:v>3.8609909681784627E-2</c:v>
                </c:pt>
                <c:pt idx="8699">
                  <c:v>1.2987334305351483E-2</c:v>
                </c:pt>
                <c:pt idx="8700">
                  <c:v>-5.5291334512063799E-2</c:v>
                </c:pt>
                <c:pt idx="8701">
                  <c:v>-0.23957047676686727</c:v>
                </c:pt>
                <c:pt idx="8702">
                  <c:v>-0.14475498223412622</c:v>
                </c:pt>
                <c:pt idx="8703">
                  <c:v>-0.12974268350862012</c:v>
                </c:pt>
                <c:pt idx="8704">
                  <c:v>-0.1110433729241091</c:v>
                </c:pt>
                <c:pt idx="8705">
                  <c:v>-0.10367951666889981</c:v>
                </c:pt>
                <c:pt idx="8706">
                  <c:v>-0.13191126634654604</c:v>
                </c:pt>
                <c:pt idx="8707">
                  <c:v>-7.6957882642833486E-2</c:v>
                </c:pt>
                <c:pt idx="8708">
                  <c:v>-1.5298936764837441E-2</c:v>
                </c:pt>
                <c:pt idx="8709">
                  <c:v>-5.2341274983275787E-2</c:v>
                </c:pt>
                <c:pt idx="8710">
                  <c:v>-5.598131353061328E-2</c:v>
                </c:pt>
                <c:pt idx="8711">
                  <c:v>-1.6590026017692719E-3</c:v>
                </c:pt>
                <c:pt idx="8712">
                  <c:v>8.9292575243140118E-3</c:v>
                </c:pt>
                <c:pt idx="8713">
                  <c:v>1.5018494326990373E-2</c:v>
                </c:pt>
                <c:pt idx="8714">
                  <c:v>1.4203474885555579E-2</c:v>
                </c:pt>
                <c:pt idx="8715">
                  <c:v>1.2646307364356471E-2</c:v>
                </c:pt>
                <c:pt idx="8716">
                  <c:v>1.918843790636399E-2</c:v>
                </c:pt>
                <c:pt idx="8717">
                  <c:v>2.632708918112639E-2</c:v>
                </c:pt>
                <c:pt idx="8718">
                  <c:v>2.2934974714519198E-2</c:v>
                </c:pt>
                <c:pt idx="8719">
                  <c:v>1.782627363972417E-2</c:v>
                </c:pt>
                <c:pt idx="8720">
                  <c:v>1.0436301551107204E-2</c:v>
                </c:pt>
                <c:pt idx="8721">
                  <c:v>-5.1966765195625864E-3</c:v>
                </c:pt>
                <c:pt idx="8722">
                  <c:v>1.8714321904732531E-2</c:v>
                </c:pt>
                <c:pt idx="8723">
                  <c:v>-1.6226996066375208E-2</c:v>
                </c:pt>
                <c:pt idx="8724">
                  <c:v>-2.9026294692082687E-2</c:v>
                </c:pt>
                <c:pt idx="8725">
                  <c:v>-8.4734683993379217E-2</c:v>
                </c:pt>
                <c:pt idx="8726">
                  <c:v>-4.0044745484979646E-2</c:v>
                </c:pt>
                <c:pt idx="8727">
                  <c:v>-0.10145655023526538</c:v>
                </c:pt>
                <c:pt idx="8728">
                  <c:v>-0.13891490098582776</c:v>
                </c:pt>
                <c:pt idx="8729">
                  <c:v>-2.7568660443431459E-4</c:v>
                </c:pt>
                <c:pt idx="8730">
                  <c:v>-9.4414921428070137E-3</c:v>
                </c:pt>
                <c:pt idx="8731">
                  <c:v>-9.8340805941022659E-3</c:v>
                </c:pt>
                <c:pt idx="8732">
                  <c:v>5.0592227557235241E-3</c:v>
                </c:pt>
                <c:pt idx="8733">
                  <c:v>-7.3027765663697966E-2</c:v>
                </c:pt>
                <c:pt idx="8734">
                  <c:v>-0.15365193112232262</c:v>
                </c:pt>
                <c:pt idx="8735">
                  <c:v>1.2586930973599355E-2</c:v>
                </c:pt>
                <c:pt idx="8736">
                  <c:v>2.6268664602180518E-2</c:v>
                </c:pt>
                <c:pt idx="8737">
                  <c:v>1.9978481061368247E-2</c:v>
                </c:pt>
                <c:pt idx="8738">
                  <c:v>5.9851441387720316E-3</c:v>
                </c:pt>
                <c:pt idx="8739">
                  <c:v>-3.8906473643103385E-3</c:v>
                </c:pt>
                <c:pt idx="8740">
                  <c:v>-6.3809557763615859E-3</c:v>
                </c:pt>
                <c:pt idx="8741">
                  <c:v>1.9950896278032875E-3</c:v>
                </c:pt>
                <c:pt idx="8742">
                  <c:v>1.9301847756419657E-2</c:v>
                </c:pt>
                <c:pt idx="8743">
                  <c:v>1.2463753804784893E-2</c:v>
                </c:pt>
                <c:pt idx="8744">
                  <c:v>1.9094325893797164E-2</c:v>
                </c:pt>
                <c:pt idx="8745">
                  <c:v>1.8630299882589376E-2</c:v>
                </c:pt>
                <c:pt idx="8746">
                  <c:v>8.0580693379041796E-3</c:v>
                </c:pt>
                <c:pt idx="8747">
                  <c:v>-3.7429210665870814E-2</c:v>
                </c:pt>
                <c:pt idx="8748">
                  <c:v>-3.3852579987224782E-2</c:v>
                </c:pt>
                <c:pt idx="8749">
                  <c:v>-0.24208914590682654</c:v>
                </c:pt>
                <c:pt idx="8750">
                  <c:v>-7.4113167417648423E-2</c:v>
                </c:pt>
                <c:pt idx="8751">
                  <c:v>-0.32039665996537914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0EA0-40E6-AD42-EC55CFB566A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Time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5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AHU_heating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Sheet2!$G$1</c:f>
              <c:strCache>
                <c:ptCount val="1"/>
                <c:pt idx="0">
                  <c:v>Q_1035-01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Sheet2!$G$2:$G$8753</c:f>
              <c:numCache>
                <c:formatCode>General</c:formatCode>
                <c:ptCount val="8752"/>
                <c:pt idx="0">
                  <c:v>2.1626075753712778E-2</c:v>
                </c:pt>
                <c:pt idx="1">
                  <c:v>2.3153816628925933E-2</c:v>
                </c:pt>
                <c:pt idx="2">
                  <c:v>2.4177004751099157E-2</c:v>
                </c:pt>
                <c:pt idx="3">
                  <c:v>8.7687649277114948E-2</c:v>
                </c:pt>
                <c:pt idx="4">
                  <c:v>8.2673647623749819E-2</c:v>
                </c:pt>
                <c:pt idx="5">
                  <c:v>6.4164724273593751E-2</c:v>
                </c:pt>
                <c:pt idx="6">
                  <c:v>6.1367099263049604E-2</c:v>
                </c:pt>
                <c:pt idx="7">
                  <c:v>6.1616760892289582E-2</c:v>
                </c:pt>
                <c:pt idx="8">
                  <c:v>5.4207713154717847E-2</c:v>
                </c:pt>
                <c:pt idx="9">
                  <c:v>5.301619476608125E-2</c:v>
                </c:pt>
                <c:pt idx="10">
                  <c:v>2.2735467530242661E-2</c:v>
                </c:pt>
                <c:pt idx="11">
                  <c:v>2.235628467241341E-2</c:v>
                </c:pt>
                <c:pt idx="12">
                  <c:v>2.0054031306869592E-2</c:v>
                </c:pt>
                <c:pt idx="13">
                  <c:v>1.9692725716464625E-2</c:v>
                </c:pt>
                <c:pt idx="14">
                  <c:v>2.3452103641243158E-2</c:v>
                </c:pt>
                <c:pt idx="15">
                  <c:v>2.3146157842725716E-2</c:v>
                </c:pt>
                <c:pt idx="16">
                  <c:v>2.1598207156376354E-2</c:v>
                </c:pt>
                <c:pt idx="17">
                  <c:v>2.0585942581649246E-2</c:v>
                </c:pt>
                <c:pt idx="18">
                  <c:v>2.533121208244685E-2</c:v>
                </c:pt>
                <c:pt idx="19">
                  <c:v>2.2572176359471459E-2</c:v>
                </c:pt>
                <c:pt idx="20">
                  <c:v>2.0675859378220762E-2</c:v>
                </c:pt>
                <c:pt idx="21">
                  <c:v>2.2216043270986918E-2</c:v>
                </c:pt>
                <c:pt idx="22">
                  <c:v>7.3509386330450191E-2</c:v>
                </c:pt>
                <c:pt idx="23">
                  <c:v>0.10274420546957468</c:v>
                </c:pt>
                <c:pt idx="24">
                  <c:v>6.9582923067223051E-2</c:v>
                </c:pt>
                <c:pt idx="25">
                  <c:v>5.6120453752042901E-2</c:v>
                </c:pt>
                <c:pt idx="26">
                  <c:v>7.6521064375756856E-2</c:v>
                </c:pt>
                <c:pt idx="27">
                  <c:v>0.10757883909361095</c:v>
                </c:pt>
                <c:pt idx="28">
                  <c:v>0.10632961812439304</c:v>
                </c:pt>
                <c:pt idx="29">
                  <c:v>0.1131337558915954</c:v>
                </c:pt>
                <c:pt idx="30">
                  <c:v>0.13064405617332769</c:v>
                </c:pt>
                <c:pt idx="31">
                  <c:v>0.13334863602815258</c:v>
                </c:pt>
                <c:pt idx="32">
                  <c:v>0.12362612832071465</c:v>
                </c:pt>
                <c:pt idx="33">
                  <c:v>0.13086956642426592</c:v>
                </c:pt>
                <c:pt idx="34">
                  <c:v>0.12965640428086356</c:v>
                </c:pt>
                <c:pt idx="35">
                  <c:v>0.13679070153053552</c:v>
                </c:pt>
                <c:pt idx="36">
                  <c:v>0.13811222271869197</c:v>
                </c:pt>
                <c:pt idx="37">
                  <c:v>0.12359993501063517</c:v>
                </c:pt>
                <c:pt idx="38">
                  <c:v>0.10255821539960409</c:v>
                </c:pt>
                <c:pt idx="39">
                  <c:v>0.10493952108862571</c:v>
                </c:pt>
                <c:pt idx="40">
                  <c:v>5.5871317720223294E-2</c:v>
                </c:pt>
                <c:pt idx="41">
                  <c:v>6.2172646761834094E-2</c:v>
                </c:pt>
                <c:pt idx="42">
                  <c:v>0.19332213836367676</c:v>
                </c:pt>
                <c:pt idx="43">
                  <c:v>0.10793569920209509</c:v>
                </c:pt>
                <c:pt idx="44">
                  <c:v>0.10125870220223689</c:v>
                </c:pt>
                <c:pt idx="45">
                  <c:v>0.10262797118319844</c:v>
                </c:pt>
                <c:pt idx="46">
                  <c:v>0.10012790775445508</c:v>
                </c:pt>
                <c:pt idx="47">
                  <c:v>0.10368702117510437</c:v>
                </c:pt>
                <c:pt idx="48">
                  <c:v>0.10646274119476531</c:v>
                </c:pt>
                <c:pt idx="49">
                  <c:v>0.11031657706515648</c:v>
                </c:pt>
                <c:pt idx="50">
                  <c:v>0.11168502423619817</c:v>
                </c:pt>
                <c:pt idx="51">
                  <c:v>0.11227929249681749</c:v>
                </c:pt>
                <c:pt idx="52">
                  <c:v>0.10874433974496224</c:v>
                </c:pt>
                <c:pt idx="53">
                  <c:v>0.10966251415981196</c:v>
                </c:pt>
                <c:pt idx="54">
                  <c:v>0.10744791481361665</c:v>
                </c:pt>
                <c:pt idx="55">
                  <c:v>0.10911330881701017</c:v>
                </c:pt>
                <c:pt idx="56">
                  <c:v>9.369401289051954E-2</c:v>
                </c:pt>
                <c:pt idx="57">
                  <c:v>0.10281165122090412</c:v>
                </c:pt>
                <c:pt idx="58">
                  <c:v>8.5889135093482893E-2</c:v>
                </c:pt>
                <c:pt idx="59">
                  <c:v>0.1060114309800682</c:v>
                </c:pt>
                <c:pt idx="60">
                  <c:v>0.15537275780999427</c:v>
                </c:pt>
                <c:pt idx="61">
                  <c:v>0.11825871115165303</c:v>
                </c:pt>
                <c:pt idx="62">
                  <c:v>8.2473689199636588E-2</c:v>
                </c:pt>
                <c:pt idx="63">
                  <c:v>5.9337230329336209E-2</c:v>
                </c:pt>
                <c:pt idx="64">
                  <c:v>6.3010023878341162E-2</c:v>
                </c:pt>
                <c:pt idx="65">
                  <c:v>6.3719371126631952E-2</c:v>
                </c:pt>
                <c:pt idx="66">
                  <c:v>6.3483811294166512E-2</c:v>
                </c:pt>
                <c:pt idx="67">
                  <c:v>0.1332089147047997</c:v>
                </c:pt>
                <c:pt idx="68">
                  <c:v>0.18306532295549569</c:v>
                </c:pt>
                <c:pt idx="69">
                  <c:v>0.10656388613058704</c:v>
                </c:pt>
                <c:pt idx="70">
                  <c:v>0.10525340733609696</c:v>
                </c:pt>
                <c:pt idx="71">
                  <c:v>0.10352035726486962</c:v>
                </c:pt>
                <c:pt idx="72">
                  <c:v>0.11046705292795907</c:v>
                </c:pt>
                <c:pt idx="73">
                  <c:v>0.10810893730980485</c:v>
                </c:pt>
                <c:pt idx="74">
                  <c:v>0.10451210620491792</c:v>
                </c:pt>
                <c:pt idx="75">
                  <c:v>7.9319619320870421E-2</c:v>
                </c:pt>
                <c:pt idx="76">
                  <c:v>0.10493907389005143</c:v>
                </c:pt>
                <c:pt idx="77">
                  <c:v>0.11353517688262231</c:v>
                </c:pt>
                <c:pt idx="78">
                  <c:v>0.11459460475491269</c:v>
                </c:pt>
                <c:pt idx="79">
                  <c:v>0.11736622235644487</c:v>
                </c:pt>
                <c:pt idx="80">
                  <c:v>0.10277279979649513</c:v>
                </c:pt>
                <c:pt idx="81">
                  <c:v>0.10499810070082177</c:v>
                </c:pt>
                <c:pt idx="82">
                  <c:v>9.2672813961518261E-2</c:v>
                </c:pt>
                <c:pt idx="83">
                  <c:v>9.1040657914936166E-2</c:v>
                </c:pt>
                <c:pt idx="84">
                  <c:v>8.2144875545251475E-2</c:v>
                </c:pt>
                <c:pt idx="85">
                  <c:v>6.1205786966474572E-2</c:v>
                </c:pt>
                <c:pt idx="86">
                  <c:v>5.9233183199543453E-2</c:v>
                </c:pt>
                <c:pt idx="87">
                  <c:v>5.1380662407345012E-2</c:v>
                </c:pt>
                <c:pt idx="88">
                  <c:v>5.555813101958898E-2</c:v>
                </c:pt>
                <c:pt idx="89">
                  <c:v>5.9366964287093628E-2</c:v>
                </c:pt>
                <c:pt idx="90">
                  <c:v>5.6159545037486068E-2</c:v>
                </c:pt>
                <c:pt idx="91">
                  <c:v>5.3885816439330832E-2</c:v>
                </c:pt>
                <c:pt idx="92">
                  <c:v>6.0109241982473902E-2</c:v>
                </c:pt>
                <c:pt idx="93">
                  <c:v>6.5761907344593806E-2</c:v>
                </c:pt>
                <c:pt idx="94">
                  <c:v>7.0415872255546283E-2</c:v>
                </c:pt>
                <c:pt idx="95">
                  <c:v>7.3714026900338653E-2</c:v>
                </c:pt>
                <c:pt idx="96">
                  <c:v>6.7113733352834479E-2</c:v>
                </c:pt>
                <c:pt idx="97">
                  <c:v>0.11736283263207405</c:v>
                </c:pt>
                <c:pt idx="98">
                  <c:v>0.17161056114878168</c:v>
                </c:pt>
                <c:pt idx="99">
                  <c:v>0.11139082572535534</c:v>
                </c:pt>
                <c:pt idx="100">
                  <c:v>0.11013160645232663</c:v>
                </c:pt>
                <c:pt idx="101">
                  <c:v>0.10168934558785499</c:v>
                </c:pt>
                <c:pt idx="102">
                  <c:v>9.8620053751653738E-2</c:v>
                </c:pt>
                <c:pt idx="103">
                  <c:v>0.1038375035268858</c:v>
                </c:pt>
                <c:pt idx="104">
                  <c:v>6.613103321882019E-2</c:v>
                </c:pt>
                <c:pt idx="105">
                  <c:v>0.10078348462449833</c:v>
                </c:pt>
                <c:pt idx="106">
                  <c:v>7.7691906865115193E-2</c:v>
                </c:pt>
                <c:pt idx="107">
                  <c:v>6.014910391567195E-2</c:v>
                </c:pt>
                <c:pt idx="108">
                  <c:v>6.394538021330988E-2</c:v>
                </c:pt>
                <c:pt idx="109">
                  <c:v>5.3155653141653603E-2</c:v>
                </c:pt>
                <c:pt idx="110">
                  <c:v>4.5133661164466286E-2</c:v>
                </c:pt>
                <c:pt idx="111">
                  <c:v>4.8436801840304654E-2</c:v>
                </c:pt>
                <c:pt idx="112">
                  <c:v>5.0768858405124372E-2</c:v>
                </c:pt>
                <c:pt idx="113">
                  <c:v>5.218999022028302E-2</c:v>
                </c:pt>
                <c:pt idx="114">
                  <c:v>4.6532234582185278E-2</c:v>
                </c:pt>
                <c:pt idx="115">
                  <c:v>5.3331440571754943E-2</c:v>
                </c:pt>
                <c:pt idx="116">
                  <c:v>5.3593006952892833E-2</c:v>
                </c:pt>
                <c:pt idx="117">
                  <c:v>4.6632474028572561E-2</c:v>
                </c:pt>
                <c:pt idx="118">
                  <c:v>5.2897908245466939E-2</c:v>
                </c:pt>
                <c:pt idx="119">
                  <c:v>5.9653479098633409E-2</c:v>
                </c:pt>
                <c:pt idx="120">
                  <c:v>5.5749547632664154E-2</c:v>
                </c:pt>
                <c:pt idx="121">
                  <c:v>5.0255887925574338E-2</c:v>
                </c:pt>
                <c:pt idx="122">
                  <c:v>5.1140596279671754E-2</c:v>
                </c:pt>
                <c:pt idx="123">
                  <c:v>5.0458409037848394E-2</c:v>
                </c:pt>
                <c:pt idx="124">
                  <c:v>6.2224407832166373E-2</c:v>
                </c:pt>
                <c:pt idx="125">
                  <c:v>6.2192668296620471E-2</c:v>
                </c:pt>
                <c:pt idx="126">
                  <c:v>6.3640998563047349E-2</c:v>
                </c:pt>
                <c:pt idx="127">
                  <c:v>6.8520166665402574E-2</c:v>
                </c:pt>
                <c:pt idx="128">
                  <c:v>5.9714892263962482E-2</c:v>
                </c:pt>
                <c:pt idx="129">
                  <c:v>5.34665980996408E-2</c:v>
                </c:pt>
                <c:pt idx="130">
                  <c:v>5.0691692621275347E-2</c:v>
                </c:pt>
                <c:pt idx="131">
                  <c:v>4.538095888794997E-2</c:v>
                </c:pt>
                <c:pt idx="132">
                  <c:v>-0.19215628883211394</c:v>
                </c:pt>
                <c:pt idx="133">
                  <c:v>-0.21779429761130725</c:v>
                </c:pt>
                <c:pt idx="134">
                  <c:v>-0.26373492418994415</c:v>
                </c:pt>
                <c:pt idx="135">
                  <c:v>-0.27700802989933221</c:v>
                </c:pt>
                <c:pt idx="136">
                  <c:v>-0.22396101426897086</c:v>
                </c:pt>
                <c:pt idx="137">
                  <c:v>-0.19937792265240131</c:v>
                </c:pt>
                <c:pt idx="138">
                  <c:v>-0.16136557685277086</c:v>
                </c:pt>
                <c:pt idx="139">
                  <c:v>-0.12578606550225957</c:v>
                </c:pt>
                <c:pt idx="140">
                  <c:v>-2.290085088134786E-2</c:v>
                </c:pt>
                <c:pt idx="141">
                  <c:v>-0.11913355883083432</c:v>
                </c:pt>
                <c:pt idx="142">
                  <c:v>-0.11809299785906312</c:v>
                </c:pt>
                <c:pt idx="143">
                  <c:v>-4.5826116593492262E-2</c:v>
                </c:pt>
                <c:pt idx="144">
                  <c:v>-4.0199531668017895E-2</c:v>
                </c:pt>
                <c:pt idx="145">
                  <c:v>4.6790271535705905E-2</c:v>
                </c:pt>
                <c:pt idx="146">
                  <c:v>5.1595509346308584E-2</c:v>
                </c:pt>
                <c:pt idx="147">
                  <c:v>5.1570060844171185E-2</c:v>
                </c:pt>
                <c:pt idx="148">
                  <c:v>5.3386793156593025E-2</c:v>
                </c:pt>
                <c:pt idx="149">
                  <c:v>5.1280744602084517E-2</c:v>
                </c:pt>
                <c:pt idx="150">
                  <c:v>6.0181341975742798E-2</c:v>
                </c:pt>
                <c:pt idx="151">
                  <c:v>6.1546995048746202E-2</c:v>
                </c:pt>
                <c:pt idx="152">
                  <c:v>6.3186937519514638E-2</c:v>
                </c:pt>
                <c:pt idx="153">
                  <c:v>6.1468689805369035E-2</c:v>
                </c:pt>
                <c:pt idx="154">
                  <c:v>5.7990531796591922E-2</c:v>
                </c:pt>
                <c:pt idx="155">
                  <c:v>5.6107416188616144E-2</c:v>
                </c:pt>
                <c:pt idx="156">
                  <c:v>5.9308979832065067E-2</c:v>
                </c:pt>
                <c:pt idx="157">
                  <c:v>6.3774499649485547E-2</c:v>
                </c:pt>
                <c:pt idx="158">
                  <c:v>6.708041863196211E-2</c:v>
                </c:pt>
                <c:pt idx="159">
                  <c:v>6.2694493725762718E-2</c:v>
                </c:pt>
                <c:pt idx="160">
                  <c:v>7.0836132059669862E-2</c:v>
                </c:pt>
                <c:pt idx="161">
                  <c:v>0.14223630607520804</c:v>
                </c:pt>
                <c:pt idx="162">
                  <c:v>0.1152855492479868</c:v>
                </c:pt>
                <c:pt idx="163">
                  <c:v>0.25921870836283628</c:v>
                </c:pt>
                <c:pt idx="164">
                  <c:v>0.33325327983873182</c:v>
                </c:pt>
                <c:pt idx="165">
                  <c:v>0.41894906538567755</c:v>
                </c:pt>
                <c:pt idx="166">
                  <c:v>0.36859663573156098</c:v>
                </c:pt>
                <c:pt idx="167">
                  <c:v>0.27661404662010908</c:v>
                </c:pt>
                <c:pt idx="168">
                  <c:v>0.29570770508446059</c:v>
                </c:pt>
                <c:pt idx="169">
                  <c:v>0.29537320441866621</c:v>
                </c:pt>
                <c:pt idx="170">
                  <c:v>0.31644746766548948</c:v>
                </c:pt>
                <c:pt idx="171">
                  <c:v>0.33008707844406304</c:v>
                </c:pt>
                <c:pt idx="172">
                  <c:v>0.34896416815897946</c:v>
                </c:pt>
                <c:pt idx="173">
                  <c:v>0.35982201728431989</c:v>
                </c:pt>
                <c:pt idx="174">
                  <c:v>0.37087588742129179</c:v>
                </c:pt>
                <c:pt idx="175">
                  <c:v>0.36415605884293989</c:v>
                </c:pt>
                <c:pt idx="176">
                  <c:v>0.32828518847929999</c:v>
                </c:pt>
                <c:pt idx="177">
                  <c:v>0.27161381840813781</c:v>
                </c:pt>
                <c:pt idx="178">
                  <c:v>0.25559852698697388</c:v>
                </c:pt>
                <c:pt idx="179">
                  <c:v>0.25034589908805527</c:v>
                </c:pt>
                <c:pt idx="180">
                  <c:v>0.27019368407580874</c:v>
                </c:pt>
                <c:pt idx="181">
                  <c:v>0.27639565065519911</c:v>
                </c:pt>
                <c:pt idx="182">
                  <c:v>0.30945961174330389</c:v>
                </c:pt>
                <c:pt idx="183">
                  <c:v>0.29470050699108336</c:v>
                </c:pt>
                <c:pt idx="184">
                  <c:v>0.26396921369647008</c:v>
                </c:pt>
                <c:pt idx="185">
                  <c:v>0.23665821793537084</c:v>
                </c:pt>
                <c:pt idx="186">
                  <c:v>0.30548288662354528</c:v>
                </c:pt>
                <c:pt idx="187">
                  <c:v>0.27345275110159367</c:v>
                </c:pt>
                <c:pt idx="188">
                  <c:v>0.26235097080166098</c:v>
                </c:pt>
                <c:pt idx="189">
                  <c:v>0.27844937733418818</c:v>
                </c:pt>
                <c:pt idx="190">
                  <c:v>0.27963143899151793</c:v>
                </c:pt>
                <c:pt idx="191">
                  <c:v>0.28778658244309724</c:v>
                </c:pt>
                <c:pt idx="192">
                  <c:v>0.27170567421044906</c:v>
                </c:pt>
                <c:pt idx="193">
                  <c:v>0.25965322449717287</c:v>
                </c:pt>
                <c:pt idx="194">
                  <c:v>0.24855452794726535</c:v>
                </c:pt>
                <c:pt idx="195">
                  <c:v>0.26212057080253331</c:v>
                </c:pt>
                <c:pt idx="196">
                  <c:v>0.2693177960247804</c:v>
                </c:pt>
                <c:pt idx="197">
                  <c:v>0.24804213072450912</c:v>
                </c:pt>
                <c:pt idx="198">
                  <c:v>0.24256979262612002</c:v>
                </c:pt>
                <c:pt idx="199">
                  <c:v>0.27026996362192929</c:v>
                </c:pt>
                <c:pt idx="200">
                  <c:v>0.26390452210188525</c:v>
                </c:pt>
                <c:pt idx="201">
                  <c:v>0.26845381398266233</c:v>
                </c:pt>
                <c:pt idx="202">
                  <c:v>0.26368237379385551</c:v>
                </c:pt>
                <c:pt idx="203">
                  <c:v>0.2578396425905593</c:v>
                </c:pt>
                <c:pt idx="204">
                  <c:v>0.2544559586817603</c:v>
                </c:pt>
                <c:pt idx="205">
                  <c:v>0.23301445588902675</c:v>
                </c:pt>
                <c:pt idx="206">
                  <c:v>0.21521680183281269</c:v>
                </c:pt>
                <c:pt idx="207">
                  <c:v>0.13779389081919369</c:v>
                </c:pt>
                <c:pt idx="208">
                  <c:v>0.13972507062597583</c:v>
                </c:pt>
                <c:pt idx="209">
                  <c:v>0.16434684111410325</c:v>
                </c:pt>
                <c:pt idx="210">
                  <c:v>0.10233993223548836</c:v>
                </c:pt>
                <c:pt idx="211">
                  <c:v>0.47982606347980872</c:v>
                </c:pt>
                <c:pt idx="212">
                  <c:v>0.44523614093900615</c:v>
                </c:pt>
                <c:pt idx="213">
                  <c:v>0.27782189497665677</c:v>
                </c:pt>
                <c:pt idx="214">
                  <c:v>0.26449929443094056</c:v>
                </c:pt>
                <c:pt idx="215">
                  <c:v>0.27431443154888746</c:v>
                </c:pt>
                <c:pt idx="216">
                  <c:v>0.27809762750224226</c:v>
                </c:pt>
                <c:pt idx="217">
                  <c:v>0.2869931045674261</c:v>
                </c:pt>
                <c:pt idx="218">
                  <c:v>0.28598788577824574</c:v>
                </c:pt>
                <c:pt idx="219">
                  <c:v>0.27725646322842273</c:v>
                </c:pt>
                <c:pt idx="220">
                  <c:v>0.25976671464787332</c:v>
                </c:pt>
                <c:pt idx="221">
                  <c:v>0.26536641814554879</c:v>
                </c:pt>
                <c:pt idx="222">
                  <c:v>0.26045966816099259</c:v>
                </c:pt>
                <c:pt idx="223">
                  <c:v>0.27819649987252371</c:v>
                </c:pt>
                <c:pt idx="224">
                  <c:v>0.25928490932338655</c:v>
                </c:pt>
                <c:pt idx="225">
                  <c:v>0.22202411131894692</c:v>
                </c:pt>
                <c:pt idx="226">
                  <c:v>0.26646490503349679</c:v>
                </c:pt>
                <c:pt idx="227">
                  <c:v>0.25325906916876656</c:v>
                </c:pt>
                <c:pt idx="228">
                  <c:v>0.20434741052991498</c:v>
                </c:pt>
                <c:pt idx="229">
                  <c:v>0.19072317864146854</c:v>
                </c:pt>
                <c:pt idx="230">
                  <c:v>0.21300266922100611</c:v>
                </c:pt>
                <c:pt idx="231">
                  <c:v>0.21593385971374013</c:v>
                </c:pt>
                <c:pt idx="232">
                  <c:v>0.19620709111103293</c:v>
                </c:pt>
                <c:pt idx="233">
                  <c:v>0.2374262072037566</c:v>
                </c:pt>
                <c:pt idx="234">
                  <c:v>0.26425029710980358</c:v>
                </c:pt>
                <c:pt idx="235">
                  <c:v>0.2856911949442858</c:v>
                </c:pt>
                <c:pt idx="236">
                  <c:v>0.26579293180461722</c:v>
                </c:pt>
                <c:pt idx="237">
                  <c:v>0.25897806619221386</c:v>
                </c:pt>
                <c:pt idx="238">
                  <c:v>0.25683709809390093</c:v>
                </c:pt>
                <c:pt idx="239">
                  <c:v>0.26379066250304833</c:v>
                </c:pt>
                <c:pt idx="240">
                  <c:v>0.25666381361225776</c:v>
                </c:pt>
                <c:pt idx="241">
                  <c:v>0.26623598506538165</c:v>
                </c:pt>
                <c:pt idx="242">
                  <c:v>0.2490090661334568</c:v>
                </c:pt>
                <c:pt idx="243">
                  <c:v>0.26212054457700024</c:v>
                </c:pt>
                <c:pt idx="244">
                  <c:v>0.27957087883590331</c:v>
                </c:pt>
                <c:pt idx="245">
                  <c:v>0.27382779167038729</c:v>
                </c:pt>
                <c:pt idx="246">
                  <c:v>0.26691834398073772</c:v>
                </c:pt>
                <c:pt idx="247">
                  <c:v>0.26860445389450116</c:v>
                </c:pt>
                <c:pt idx="248">
                  <c:v>0.25409830008482909</c:v>
                </c:pt>
                <c:pt idx="249">
                  <c:v>0.25029577617274146</c:v>
                </c:pt>
                <c:pt idx="250">
                  <c:v>0.24012158500988418</c:v>
                </c:pt>
                <c:pt idx="251">
                  <c:v>0.18507425398140037</c:v>
                </c:pt>
                <c:pt idx="252">
                  <c:v>0.12213821900284719</c:v>
                </c:pt>
                <c:pt idx="253">
                  <c:v>7.6078223982942103E-2</c:v>
                </c:pt>
                <c:pt idx="254">
                  <c:v>5.6640386540271204E-2</c:v>
                </c:pt>
                <c:pt idx="255">
                  <c:v>5.4722483691584251E-2</c:v>
                </c:pt>
                <c:pt idx="256">
                  <c:v>5.5107762240427925E-2</c:v>
                </c:pt>
                <c:pt idx="257">
                  <c:v>5.7693517032841805E-2</c:v>
                </c:pt>
                <c:pt idx="258">
                  <c:v>5.8401323536963437E-2</c:v>
                </c:pt>
                <c:pt idx="259">
                  <c:v>5.3102358093230294E-2</c:v>
                </c:pt>
                <c:pt idx="260">
                  <c:v>5.9242395441114599E-2</c:v>
                </c:pt>
                <c:pt idx="261">
                  <c:v>5.3865449688771376E-2</c:v>
                </c:pt>
                <c:pt idx="262">
                  <c:v>5.6130236979155937E-2</c:v>
                </c:pt>
                <c:pt idx="263">
                  <c:v>6.6071698630507408E-2</c:v>
                </c:pt>
                <c:pt idx="264">
                  <c:v>0.19600594280743189</c:v>
                </c:pt>
                <c:pt idx="265">
                  <c:v>0.12004759573198363</c:v>
                </c:pt>
                <c:pt idx="266">
                  <c:v>0.16071046615010029</c:v>
                </c:pt>
                <c:pt idx="267">
                  <c:v>0.53905951619203307</c:v>
                </c:pt>
                <c:pt idx="268">
                  <c:v>0.33784572027916354</c:v>
                </c:pt>
                <c:pt idx="269">
                  <c:v>0.27911938289678828</c:v>
                </c:pt>
                <c:pt idx="270">
                  <c:v>0.29570355579859769</c:v>
                </c:pt>
                <c:pt idx="271">
                  <c:v>0.27062401343440651</c:v>
                </c:pt>
                <c:pt idx="272">
                  <c:v>0.25203239216187395</c:v>
                </c:pt>
                <c:pt idx="273">
                  <c:v>0.15608235813806998</c:v>
                </c:pt>
                <c:pt idx="274">
                  <c:v>6.411382207088441E-2</c:v>
                </c:pt>
                <c:pt idx="275">
                  <c:v>7.2535440242202237E-2</c:v>
                </c:pt>
                <c:pt idx="276">
                  <c:v>6.0558464592106009E-2</c:v>
                </c:pt>
                <c:pt idx="277">
                  <c:v>6.1208775033774317E-2</c:v>
                </c:pt>
                <c:pt idx="278">
                  <c:v>4.8481877937081565E-2</c:v>
                </c:pt>
                <c:pt idx="279">
                  <c:v>5.0658305156501965E-2</c:v>
                </c:pt>
                <c:pt idx="280">
                  <c:v>5.1658632625055212E-2</c:v>
                </c:pt>
                <c:pt idx="281">
                  <c:v>5.251711785141909E-2</c:v>
                </c:pt>
                <c:pt idx="282">
                  <c:v>5.2198668380434875E-2</c:v>
                </c:pt>
                <c:pt idx="283">
                  <c:v>5.3925518842151528E-2</c:v>
                </c:pt>
                <c:pt idx="284">
                  <c:v>5.4081974937148822E-2</c:v>
                </c:pt>
                <c:pt idx="285">
                  <c:v>5.1591602917781809E-2</c:v>
                </c:pt>
                <c:pt idx="286">
                  <c:v>5.0896050472566172E-2</c:v>
                </c:pt>
                <c:pt idx="287">
                  <c:v>5.8656486963705325E-2</c:v>
                </c:pt>
                <c:pt idx="288">
                  <c:v>5.5886671581207262E-2</c:v>
                </c:pt>
                <c:pt idx="289">
                  <c:v>5.6599505698673606E-2</c:v>
                </c:pt>
                <c:pt idx="290">
                  <c:v>5.4846749463597709E-2</c:v>
                </c:pt>
                <c:pt idx="291">
                  <c:v>5.6139376052679754E-2</c:v>
                </c:pt>
                <c:pt idx="292">
                  <c:v>5.621549192562459E-2</c:v>
                </c:pt>
                <c:pt idx="293">
                  <c:v>5.6740141535934527E-2</c:v>
                </c:pt>
                <c:pt idx="294">
                  <c:v>5.5895940760088053E-2</c:v>
                </c:pt>
                <c:pt idx="295">
                  <c:v>5.805148543553252E-2</c:v>
                </c:pt>
                <c:pt idx="296">
                  <c:v>5.8960609938144115E-2</c:v>
                </c:pt>
                <c:pt idx="297">
                  <c:v>5.1629924304399881E-2</c:v>
                </c:pt>
                <c:pt idx="298">
                  <c:v>5.5080490988542688E-2</c:v>
                </c:pt>
                <c:pt idx="299">
                  <c:v>5.5504546222453856E-2</c:v>
                </c:pt>
                <c:pt idx="300">
                  <c:v>5.4049003888757712E-2</c:v>
                </c:pt>
                <c:pt idx="301">
                  <c:v>5.830266449707671E-2</c:v>
                </c:pt>
                <c:pt idx="302">
                  <c:v>5.3702386474341009E-2</c:v>
                </c:pt>
                <c:pt idx="303">
                  <c:v>5.4885362614043087E-2</c:v>
                </c:pt>
                <c:pt idx="304">
                  <c:v>5.8796716387591763E-2</c:v>
                </c:pt>
                <c:pt idx="305">
                  <c:v>0.10079752442042585</c:v>
                </c:pt>
                <c:pt idx="306">
                  <c:v>5.9857222418635468E-2</c:v>
                </c:pt>
                <c:pt idx="307">
                  <c:v>6.3952854684093577E-2</c:v>
                </c:pt>
                <c:pt idx="308">
                  <c:v>7.1590823640064721E-2</c:v>
                </c:pt>
                <c:pt idx="309">
                  <c:v>6.8988954224275589E-2</c:v>
                </c:pt>
                <c:pt idx="310">
                  <c:v>6.477139901848121E-2</c:v>
                </c:pt>
                <c:pt idx="311">
                  <c:v>6.438318068259262E-2</c:v>
                </c:pt>
                <c:pt idx="312">
                  <c:v>6.5945629999534378E-2</c:v>
                </c:pt>
                <c:pt idx="313">
                  <c:v>6.1459748123741761E-2</c:v>
                </c:pt>
                <c:pt idx="314">
                  <c:v>0.22481200030722803</c:v>
                </c:pt>
                <c:pt idx="315">
                  <c:v>0.36022269128581547</c:v>
                </c:pt>
                <c:pt idx="316">
                  <c:v>0.34313314249161581</c:v>
                </c:pt>
                <c:pt idx="317">
                  <c:v>0.32330756665172494</c:v>
                </c:pt>
                <c:pt idx="318">
                  <c:v>0.30635485037316634</c:v>
                </c:pt>
                <c:pt idx="319">
                  <c:v>0.29429323827564435</c:v>
                </c:pt>
                <c:pt idx="320">
                  <c:v>0.2996924727959</c:v>
                </c:pt>
                <c:pt idx="321">
                  <c:v>0.2845067850542945</c:v>
                </c:pt>
                <c:pt idx="322">
                  <c:v>0.29509279129611266</c:v>
                </c:pt>
                <c:pt idx="323">
                  <c:v>0.14669182560934105</c:v>
                </c:pt>
                <c:pt idx="324">
                  <c:v>7.5853667165587418E-2</c:v>
                </c:pt>
                <c:pt idx="325">
                  <c:v>6.9066831322991101E-2</c:v>
                </c:pt>
                <c:pt idx="326">
                  <c:v>5.6789974531284204E-2</c:v>
                </c:pt>
                <c:pt idx="327">
                  <c:v>6.5587461320163035E-2</c:v>
                </c:pt>
                <c:pt idx="328">
                  <c:v>5.1517879479778213E-2</c:v>
                </c:pt>
                <c:pt idx="329">
                  <c:v>4.856446400402905E-2</c:v>
                </c:pt>
                <c:pt idx="330">
                  <c:v>6.0217056203354907E-2</c:v>
                </c:pt>
                <c:pt idx="331">
                  <c:v>6.4251474026363858E-2</c:v>
                </c:pt>
                <c:pt idx="332">
                  <c:v>6.8527851046232449E-2</c:v>
                </c:pt>
                <c:pt idx="333">
                  <c:v>7.4053090313977776E-2</c:v>
                </c:pt>
                <c:pt idx="334">
                  <c:v>6.4563668799013998E-2</c:v>
                </c:pt>
                <c:pt idx="335">
                  <c:v>6.7051058815266087E-2</c:v>
                </c:pt>
                <c:pt idx="336">
                  <c:v>0.18637080816214865</c:v>
                </c:pt>
                <c:pt idx="337">
                  <c:v>0.3001576217378899</c:v>
                </c:pt>
                <c:pt idx="338">
                  <c:v>0.36983995520535168</c:v>
                </c:pt>
                <c:pt idx="339">
                  <c:v>0.41369821913204397</c:v>
                </c:pt>
                <c:pt idx="340">
                  <c:v>0.40979349894648887</c:v>
                </c:pt>
                <c:pt idx="341">
                  <c:v>0.40208568595576466</c:v>
                </c:pt>
                <c:pt idx="342">
                  <c:v>0.38953541848233103</c:v>
                </c:pt>
                <c:pt idx="343">
                  <c:v>0.37418798663025227</c:v>
                </c:pt>
                <c:pt idx="344">
                  <c:v>0.33385220146447281</c:v>
                </c:pt>
                <c:pt idx="345">
                  <c:v>0.31019974471861889</c:v>
                </c:pt>
                <c:pt idx="346">
                  <c:v>0.33908414706341811</c:v>
                </c:pt>
                <c:pt idx="347">
                  <c:v>0.34075776689714049</c:v>
                </c:pt>
                <c:pt idx="348">
                  <c:v>0.13643541745658766</c:v>
                </c:pt>
                <c:pt idx="349">
                  <c:v>4.8212317525101973E-2</c:v>
                </c:pt>
                <c:pt idx="350">
                  <c:v>5.5193444805986119E-2</c:v>
                </c:pt>
                <c:pt idx="351">
                  <c:v>5.7428161973687851E-2</c:v>
                </c:pt>
                <c:pt idx="352">
                  <c:v>5.531487338703707E-2</c:v>
                </c:pt>
                <c:pt idx="353">
                  <c:v>5.2533574616051279E-2</c:v>
                </c:pt>
                <c:pt idx="354">
                  <c:v>4.2329006194436421E-2</c:v>
                </c:pt>
                <c:pt idx="355">
                  <c:v>6.2858185555595969E-2</c:v>
                </c:pt>
                <c:pt idx="356">
                  <c:v>5.9837570357419677E-2</c:v>
                </c:pt>
                <c:pt idx="357">
                  <c:v>6.4765856917676376E-2</c:v>
                </c:pt>
                <c:pt idx="358">
                  <c:v>7.0852774086654899E-2</c:v>
                </c:pt>
                <c:pt idx="359">
                  <c:v>0.23754268564886302</c:v>
                </c:pt>
                <c:pt idx="360">
                  <c:v>0.37506811226094217</c:v>
                </c:pt>
                <c:pt idx="361">
                  <c:v>0.39773805619633407</c:v>
                </c:pt>
                <c:pt idx="362">
                  <c:v>0.40679625198958952</c:v>
                </c:pt>
                <c:pt idx="363">
                  <c:v>0.40658100069543845</c:v>
                </c:pt>
                <c:pt idx="364">
                  <c:v>0.35957694628732556</c:v>
                </c:pt>
                <c:pt idx="365">
                  <c:v>0.34118307828700895</c:v>
                </c:pt>
                <c:pt idx="366">
                  <c:v>0.33104942064861381</c:v>
                </c:pt>
                <c:pt idx="367">
                  <c:v>0.32199464547141804</c:v>
                </c:pt>
                <c:pt idx="368">
                  <c:v>0.29978206733518725</c:v>
                </c:pt>
                <c:pt idx="369">
                  <c:v>0.26219154980158021</c:v>
                </c:pt>
                <c:pt idx="370">
                  <c:v>0.25451388412145987</c:v>
                </c:pt>
                <c:pt idx="371">
                  <c:v>0.28154344579496415</c:v>
                </c:pt>
                <c:pt idx="372">
                  <c:v>0.19607370364739413</c:v>
                </c:pt>
                <c:pt idx="373">
                  <c:v>6.350141592193391E-2</c:v>
                </c:pt>
                <c:pt idx="374">
                  <c:v>5.9738905916115047E-2</c:v>
                </c:pt>
                <c:pt idx="375">
                  <c:v>5.6897437004016539E-2</c:v>
                </c:pt>
                <c:pt idx="376">
                  <c:v>6.0143124803362771E-2</c:v>
                </c:pt>
                <c:pt idx="377">
                  <c:v>6.2318633026920901E-2</c:v>
                </c:pt>
                <c:pt idx="378">
                  <c:v>6.6398337968216675E-2</c:v>
                </c:pt>
                <c:pt idx="379">
                  <c:v>6.4303058002407959E-2</c:v>
                </c:pt>
                <c:pt idx="380">
                  <c:v>6.0935469564955248E-2</c:v>
                </c:pt>
                <c:pt idx="381">
                  <c:v>6.439245069320379E-2</c:v>
                </c:pt>
                <c:pt idx="382">
                  <c:v>0.1787121005444656</c:v>
                </c:pt>
                <c:pt idx="383">
                  <c:v>0.37636017941203748</c:v>
                </c:pt>
                <c:pt idx="384">
                  <c:v>0.39414283622677937</c:v>
                </c:pt>
                <c:pt idx="385">
                  <c:v>0.3986219695366936</c:v>
                </c:pt>
                <c:pt idx="386">
                  <c:v>0.40731032176462378</c:v>
                </c:pt>
                <c:pt idx="387">
                  <c:v>0.38899632389956618</c:v>
                </c:pt>
                <c:pt idx="388">
                  <c:v>0.36086218520933211</c:v>
                </c:pt>
                <c:pt idx="389">
                  <c:v>0.34259706549306851</c:v>
                </c:pt>
                <c:pt idx="390">
                  <c:v>0.33538996349223998</c:v>
                </c:pt>
                <c:pt idx="391">
                  <c:v>0.32995696305119382</c:v>
                </c:pt>
                <c:pt idx="392">
                  <c:v>0.3117158876594972</c:v>
                </c:pt>
                <c:pt idx="393">
                  <c:v>0.30937990571550994</c:v>
                </c:pt>
                <c:pt idx="394">
                  <c:v>0.33704007182107676</c:v>
                </c:pt>
                <c:pt idx="395">
                  <c:v>0.25348715644726538</c:v>
                </c:pt>
                <c:pt idx="396">
                  <c:v>6.6023536502334723E-2</c:v>
                </c:pt>
                <c:pt idx="397">
                  <c:v>5.8165233775919013E-2</c:v>
                </c:pt>
                <c:pt idx="398">
                  <c:v>5.8563842869072395E-2</c:v>
                </c:pt>
                <c:pt idx="399">
                  <c:v>6.5569558053406252E-2</c:v>
                </c:pt>
                <c:pt idx="400">
                  <c:v>6.5317742416446861E-2</c:v>
                </c:pt>
                <c:pt idx="401">
                  <c:v>7.8559922703164212E-2</c:v>
                </c:pt>
                <c:pt idx="402">
                  <c:v>6.7686534102240653E-2</c:v>
                </c:pt>
                <c:pt idx="403">
                  <c:v>7.1144223465873527E-2</c:v>
                </c:pt>
                <c:pt idx="404">
                  <c:v>6.6433784209509045E-2</c:v>
                </c:pt>
                <c:pt idx="405">
                  <c:v>0.28721109557694041</c:v>
                </c:pt>
                <c:pt idx="406">
                  <c:v>0.43806865667417216</c:v>
                </c:pt>
                <c:pt idx="407">
                  <c:v>0.44832636047141433</c:v>
                </c:pt>
                <c:pt idx="408">
                  <c:v>0.4372115464711297</c:v>
                </c:pt>
                <c:pt idx="409">
                  <c:v>0.4340776871948846</c:v>
                </c:pt>
                <c:pt idx="410">
                  <c:v>0.41742774290215606</c:v>
                </c:pt>
                <c:pt idx="411">
                  <c:v>0.40463833457502352</c:v>
                </c:pt>
                <c:pt idx="412">
                  <c:v>0.37778302279897247</c:v>
                </c:pt>
                <c:pt idx="413">
                  <c:v>0.36914758422159333</c:v>
                </c:pt>
                <c:pt idx="414">
                  <c:v>0.36490842405557705</c:v>
                </c:pt>
                <c:pt idx="415">
                  <c:v>0.34990852251112253</c:v>
                </c:pt>
                <c:pt idx="416">
                  <c:v>0.32240167356898924</c:v>
                </c:pt>
                <c:pt idx="417">
                  <c:v>0.29846163866787351</c:v>
                </c:pt>
                <c:pt idx="418">
                  <c:v>0.25706432274933172</c:v>
                </c:pt>
                <c:pt idx="419">
                  <c:v>0.24320393379833119</c:v>
                </c:pt>
                <c:pt idx="420">
                  <c:v>0.18955926967571388</c:v>
                </c:pt>
                <c:pt idx="421">
                  <c:v>0.19807526316007579</c:v>
                </c:pt>
                <c:pt idx="422">
                  <c:v>0.18389950457072718</c:v>
                </c:pt>
                <c:pt idx="423">
                  <c:v>0.12601505480408662</c:v>
                </c:pt>
                <c:pt idx="424">
                  <c:v>3.3264049490742777E-2</c:v>
                </c:pt>
                <c:pt idx="425">
                  <c:v>0.12639282287983353</c:v>
                </c:pt>
                <c:pt idx="426">
                  <c:v>0.27781173229986755</c:v>
                </c:pt>
                <c:pt idx="427">
                  <c:v>0.26691219382554915</c:v>
                </c:pt>
                <c:pt idx="428">
                  <c:v>0.21187594811805319</c:v>
                </c:pt>
                <c:pt idx="429">
                  <c:v>0.18137610883552785</c:v>
                </c:pt>
                <c:pt idx="430">
                  <c:v>0.17614012112997046</c:v>
                </c:pt>
                <c:pt idx="431">
                  <c:v>0.19117178603712165</c:v>
                </c:pt>
                <c:pt idx="432">
                  <c:v>0.18923618979277934</c:v>
                </c:pt>
                <c:pt idx="433">
                  <c:v>0.18700467427644818</c:v>
                </c:pt>
                <c:pt idx="434">
                  <c:v>0.1851063227467229</c:v>
                </c:pt>
                <c:pt idx="435">
                  <c:v>0.16997285429678347</c:v>
                </c:pt>
                <c:pt idx="436">
                  <c:v>0.17997997292672127</c:v>
                </c:pt>
                <c:pt idx="437">
                  <c:v>0.17494783537353276</c:v>
                </c:pt>
                <c:pt idx="438">
                  <c:v>0.18040563524678585</c:v>
                </c:pt>
                <c:pt idx="439">
                  <c:v>0.1771243684565213</c:v>
                </c:pt>
                <c:pt idx="440">
                  <c:v>0.17225337764508358</c:v>
                </c:pt>
                <c:pt idx="441">
                  <c:v>0.1738459234490336</c:v>
                </c:pt>
                <c:pt idx="442">
                  <c:v>0.17901090344388859</c:v>
                </c:pt>
                <c:pt idx="443">
                  <c:v>0.19526297884969118</c:v>
                </c:pt>
                <c:pt idx="444">
                  <c:v>0.17500423487236091</c:v>
                </c:pt>
                <c:pt idx="445">
                  <c:v>0.1774158917584169</c:v>
                </c:pt>
                <c:pt idx="446">
                  <c:v>0.19339305753223804</c:v>
                </c:pt>
                <c:pt idx="447">
                  <c:v>0.19505138923759116</c:v>
                </c:pt>
                <c:pt idx="448">
                  <c:v>0.19006815837888411</c:v>
                </c:pt>
                <c:pt idx="449">
                  <c:v>0.19172025158172021</c:v>
                </c:pt>
                <c:pt idx="450">
                  <c:v>0.17265799566727824</c:v>
                </c:pt>
                <c:pt idx="451">
                  <c:v>0.16973755707738211</c:v>
                </c:pt>
                <c:pt idx="452">
                  <c:v>0.17965214399781368</c:v>
                </c:pt>
                <c:pt idx="453">
                  <c:v>0.16969980148652586</c:v>
                </c:pt>
                <c:pt idx="454">
                  <c:v>0.17273566368915938</c:v>
                </c:pt>
                <c:pt idx="455">
                  <c:v>0.17687981877660489</c:v>
                </c:pt>
                <c:pt idx="456">
                  <c:v>0.17355316646024421</c:v>
                </c:pt>
                <c:pt idx="457">
                  <c:v>0.17302836499180493</c:v>
                </c:pt>
                <c:pt idx="458">
                  <c:v>0.16381059283099153</c:v>
                </c:pt>
                <c:pt idx="459">
                  <c:v>0.17302657046513364</c:v>
                </c:pt>
                <c:pt idx="460">
                  <c:v>0.16457956898524795</c:v>
                </c:pt>
                <c:pt idx="461">
                  <c:v>0.16642597963511788</c:v>
                </c:pt>
                <c:pt idx="462">
                  <c:v>0.16241108645380092</c:v>
                </c:pt>
                <c:pt idx="463">
                  <c:v>0.16269393450906244</c:v>
                </c:pt>
                <c:pt idx="464">
                  <c:v>0.17457858758718939</c:v>
                </c:pt>
                <c:pt idx="465">
                  <c:v>0.15992396991905714</c:v>
                </c:pt>
                <c:pt idx="466">
                  <c:v>0.18764613926290966</c:v>
                </c:pt>
                <c:pt idx="467">
                  <c:v>0.18371048781546004</c:v>
                </c:pt>
                <c:pt idx="468">
                  <c:v>0.17790737248610025</c:v>
                </c:pt>
                <c:pt idx="469">
                  <c:v>0.20666721420253126</c:v>
                </c:pt>
                <c:pt idx="470">
                  <c:v>0.16497905885204883</c:v>
                </c:pt>
                <c:pt idx="471">
                  <c:v>0.17267284430958854</c:v>
                </c:pt>
                <c:pt idx="472">
                  <c:v>0.18042910777139298</c:v>
                </c:pt>
                <c:pt idx="473">
                  <c:v>0.17710460989949692</c:v>
                </c:pt>
                <c:pt idx="474">
                  <c:v>0.1768932260256553</c:v>
                </c:pt>
                <c:pt idx="475">
                  <c:v>0.16357009822940424</c:v>
                </c:pt>
                <c:pt idx="476">
                  <c:v>0.16743476746243974</c:v>
                </c:pt>
                <c:pt idx="477">
                  <c:v>0.16791826480481203</c:v>
                </c:pt>
                <c:pt idx="478">
                  <c:v>0.16801941409108342</c:v>
                </c:pt>
                <c:pt idx="479">
                  <c:v>0.16709431528595137</c:v>
                </c:pt>
                <c:pt idx="480">
                  <c:v>0.1711622583509893</c:v>
                </c:pt>
                <c:pt idx="481">
                  <c:v>0.17110234923814102</c:v>
                </c:pt>
                <c:pt idx="482">
                  <c:v>0.16724640076286332</c:v>
                </c:pt>
                <c:pt idx="483">
                  <c:v>0.1803654709093323</c:v>
                </c:pt>
                <c:pt idx="484">
                  <c:v>0.17453910357093055</c:v>
                </c:pt>
                <c:pt idx="485">
                  <c:v>0.17137842002738377</c:v>
                </c:pt>
                <c:pt idx="486">
                  <c:v>0.16529366872537424</c:v>
                </c:pt>
                <c:pt idx="487">
                  <c:v>0.1740935239072251</c:v>
                </c:pt>
                <c:pt idx="488">
                  <c:v>0.17059059285212175</c:v>
                </c:pt>
                <c:pt idx="489">
                  <c:v>0.22651127728399104</c:v>
                </c:pt>
                <c:pt idx="490">
                  <c:v>0.23432450525991069</c:v>
                </c:pt>
                <c:pt idx="491">
                  <c:v>0.22032098411583562</c:v>
                </c:pt>
                <c:pt idx="492">
                  <c:v>0.12870484620037473</c:v>
                </c:pt>
                <c:pt idx="493">
                  <c:v>6.8528789681474744E-2</c:v>
                </c:pt>
                <c:pt idx="494">
                  <c:v>2.330162389634928E-2</c:v>
                </c:pt>
                <c:pt idx="495">
                  <c:v>3.6298506452226806E-2</c:v>
                </c:pt>
                <c:pt idx="496">
                  <c:v>2.3614647292371598E-2</c:v>
                </c:pt>
                <c:pt idx="497">
                  <c:v>2.0860147711727776E-2</c:v>
                </c:pt>
                <c:pt idx="498">
                  <c:v>2.2974003434178436E-2</c:v>
                </c:pt>
                <c:pt idx="499">
                  <c:v>2.4540904052771789E-2</c:v>
                </c:pt>
                <c:pt idx="500">
                  <c:v>0.15804599519349599</c:v>
                </c:pt>
                <c:pt idx="501">
                  <c:v>0.12008511654714309</c:v>
                </c:pt>
                <c:pt idx="502">
                  <c:v>7.3167991563168291E-2</c:v>
                </c:pt>
                <c:pt idx="503">
                  <c:v>7.0222647586446016E-2</c:v>
                </c:pt>
                <c:pt idx="504">
                  <c:v>6.5273076115307666E-2</c:v>
                </c:pt>
                <c:pt idx="505">
                  <c:v>6.4794155504863588E-2</c:v>
                </c:pt>
                <c:pt idx="506">
                  <c:v>5.5801012164106191E-2</c:v>
                </c:pt>
                <c:pt idx="507">
                  <c:v>5.6076404655884232E-2</c:v>
                </c:pt>
                <c:pt idx="508">
                  <c:v>0.26853925983505617</c:v>
                </c:pt>
                <c:pt idx="509">
                  <c:v>0.37520645612184295</c:v>
                </c:pt>
                <c:pt idx="510">
                  <c:v>0.23417941400177453</c:v>
                </c:pt>
                <c:pt idx="511">
                  <c:v>0.19526884149637658</c:v>
                </c:pt>
                <c:pt idx="512">
                  <c:v>0.17945706945170592</c:v>
                </c:pt>
                <c:pt idx="513">
                  <c:v>0.11092422551975395</c:v>
                </c:pt>
                <c:pt idx="514">
                  <c:v>4.8787138218202353E-2</c:v>
                </c:pt>
                <c:pt idx="515">
                  <c:v>2.3756806513071577E-2</c:v>
                </c:pt>
                <c:pt idx="516">
                  <c:v>1.1971649543432272E-2</c:v>
                </c:pt>
                <c:pt idx="517">
                  <c:v>1.825915289671081E-2</c:v>
                </c:pt>
                <c:pt idx="518">
                  <c:v>2.0772506489679318E-2</c:v>
                </c:pt>
                <c:pt idx="519">
                  <c:v>2.0425357835335303E-2</c:v>
                </c:pt>
                <c:pt idx="520">
                  <c:v>2.0680056349529807E-2</c:v>
                </c:pt>
                <c:pt idx="521">
                  <c:v>2.2160803600144802E-2</c:v>
                </c:pt>
                <c:pt idx="522">
                  <c:v>2.1561306259617653E-2</c:v>
                </c:pt>
                <c:pt idx="523">
                  <c:v>2.1503195063224515E-2</c:v>
                </c:pt>
                <c:pt idx="524">
                  <c:v>1.6404070383205044E-2</c:v>
                </c:pt>
                <c:pt idx="525">
                  <c:v>2.1288253187119587E-2</c:v>
                </c:pt>
                <c:pt idx="526">
                  <c:v>1.8779103555036838E-2</c:v>
                </c:pt>
                <c:pt idx="527">
                  <c:v>2.0412641267113601E-2</c:v>
                </c:pt>
                <c:pt idx="528">
                  <c:v>1.925279997839523E-2</c:v>
                </c:pt>
                <c:pt idx="529">
                  <c:v>2.0471444968859852E-2</c:v>
                </c:pt>
                <c:pt idx="530">
                  <c:v>1.9452755645612524E-2</c:v>
                </c:pt>
                <c:pt idx="531">
                  <c:v>2.1853344254392809E-2</c:v>
                </c:pt>
                <c:pt idx="532">
                  <c:v>2.0036367953694147E-2</c:v>
                </c:pt>
                <c:pt idx="533">
                  <c:v>2.1058713834733355E-2</c:v>
                </c:pt>
                <c:pt idx="534">
                  <c:v>6.6075390278705445E-2</c:v>
                </c:pt>
                <c:pt idx="535">
                  <c:v>0.11978466469358852</c:v>
                </c:pt>
                <c:pt idx="536">
                  <c:v>5.9906366839314107E-2</c:v>
                </c:pt>
                <c:pt idx="537">
                  <c:v>2.3213195626058628E-2</c:v>
                </c:pt>
                <c:pt idx="538">
                  <c:v>1.8845978210337219E-2</c:v>
                </c:pt>
                <c:pt idx="539">
                  <c:v>2.3337634582743447E-2</c:v>
                </c:pt>
                <c:pt idx="540">
                  <c:v>1.4237448052903719E-2</c:v>
                </c:pt>
                <c:pt idx="541">
                  <c:v>2.1095895235018761E-2</c:v>
                </c:pt>
                <c:pt idx="542">
                  <c:v>2.1822070602556271E-2</c:v>
                </c:pt>
                <c:pt idx="543">
                  <c:v>1.9852838123747524E-2</c:v>
                </c:pt>
                <c:pt idx="544">
                  <c:v>2.1439321132571246E-2</c:v>
                </c:pt>
                <c:pt idx="545">
                  <c:v>2.0590752351334757E-2</c:v>
                </c:pt>
                <c:pt idx="546">
                  <c:v>2.2055626341552923E-2</c:v>
                </c:pt>
                <c:pt idx="547">
                  <c:v>1.9534512711087498E-2</c:v>
                </c:pt>
                <c:pt idx="548">
                  <c:v>2.0241463689571512E-2</c:v>
                </c:pt>
                <c:pt idx="549">
                  <c:v>2.3480854012981073E-2</c:v>
                </c:pt>
                <c:pt idx="550">
                  <c:v>2.1261339390440663E-2</c:v>
                </c:pt>
                <c:pt idx="551">
                  <c:v>1.706291804332552E-2</c:v>
                </c:pt>
                <c:pt idx="552">
                  <c:v>1.8240825543811175E-2</c:v>
                </c:pt>
                <c:pt idx="553">
                  <c:v>1.8596880224702787E-2</c:v>
                </c:pt>
                <c:pt idx="554">
                  <c:v>2.3625992757683064E-2</c:v>
                </c:pt>
                <c:pt idx="555">
                  <c:v>2.6272496079533973E-2</c:v>
                </c:pt>
                <c:pt idx="556">
                  <c:v>2.1367767475224127E-2</c:v>
                </c:pt>
                <c:pt idx="557">
                  <c:v>2.230156004998152E-2</c:v>
                </c:pt>
                <c:pt idx="558">
                  <c:v>2.4921722335034629E-2</c:v>
                </c:pt>
                <c:pt idx="559">
                  <c:v>2.5535871751244318E-2</c:v>
                </c:pt>
                <c:pt idx="560">
                  <c:v>1.9299551512112358E-2</c:v>
                </c:pt>
                <c:pt idx="561">
                  <c:v>1.2322516413679771E-2</c:v>
                </c:pt>
                <c:pt idx="562">
                  <c:v>3.0260829594272575E-2</c:v>
                </c:pt>
                <c:pt idx="563">
                  <c:v>2.0082096004741215E-2</c:v>
                </c:pt>
                <c:pt idx="564">
                  <c:v>1.9993824356157298E-2</c:v>
                </c:pt>
                <c:pt idx="565">
                  <c:v>2.585489106261846E-2</c:v>
                </c:pt>
                <c:pt idx="566">
                  <c:v>2.3268865450497257E-2</c:v>
                </c:pt>
                <c:pt idx="567">
                  <c:v>1.8540127391206737E-2</c:v>
                </c:pt>
                <c:pt idx="568">
                  <c:v>2.3028331252819449E-2</c:v>
                </c:pt>
                <c:pt idx="569">
                  <c:v>2.3268272933756884E-2</c:v>
                </c:pt>
                <c:pt idx="570">
                  <c:v>2.2511558873676171E-2</c:v>
                </c:pt>
                <c:pt idx="571">
                  <c:v>2.2205921151608691E-2</c:v>
                </c:pt>
                <c:pt idx="572">
                  <c:v>2.2575957171116618E-2</c:v>
                </c:pt>
                <c:pt idx="573">
                  <c:v>2.2584769071637912E-2</c:v>
                </c:pt>
                <c:pt idx="574">
                  <c:v>2.4252895032625999E-2</c:v>
                </c:pt>
                <c:pt idx="575">
                  <c:v>2.1654192008773006E-2</c:v>
                </c:pt>
                <c:pt idx="576">
                  <c:v>2.1948208635331229E-2</c:v>
                </c:pt>
                <c:pt idx="577">
                  <c:v>2.1832457277754323E-2</c:v>
                </c:pt>
                <c:pt idx="578">
                  <c:v>2.1171481895063512E-2</c:v>
                </c:pt>
                <c:pt idx="579">
                  <c:v>2.0702904766942948E-2</c:v>
                </c:pt>
                <c:pt idx="580">
                  <c:v>2.1226975483107029E-2</c:v>
                </c:pt>
                <c:pt idx="581">
                  <c:v>1.985420439284908E-2</c:v>
                </c:pt>
                <c:pt idx="582">
                  <c:v>2.1721148208215527E-2</c:v>
                </c:pt>
                <c:pt idx="583">
                  <c:v>2.3567865667184763E-2</c:v>
                </c:pt>
                <c:pt idx="584">
                  <c:v>2.591467556928433E-2</c:v>
                </c:pt>
                <c:pt idx="585">
                  <c:v>2.517456094817333E-2</c:v>
                </c:pt>
                <c:pt idx="586">
                  <c:v>2.5204081116612671E-2</c:v>
                </c:pt>
                <c:pt idx="587">
                  <c:v>1.73093715749334E-2</c:v>
                </c:pt>
                <c:pt idx="588">
                  <c:v>1.6978225759886605E-2</c:v>
                </c:pt>
                <c:pt idx="589">
                  <c:v>-5.399164775626641E-4</c:v>
                </c:pt>
                <c:pt idx="590">
                  <c:v>3.198607574462449E-2</c:v>
                </c:pt>
                <c:pt idx="591">
                  <c:v>9.1697006119818791E-2</c:v>
                </c:pt>
                <c:pt idx="592">
                  <c:v>9.2569012647351803E-2</c:v>
                </c:pt>
                <c:pt idx="593">
                  <c:v>9.6775900707127466E-2</c:v>
                </c:pt>
                <c:pt idx="594">
                  <c:v>7.9405782486330359E-2</c:v>
                </c:pt>
                <c:pt idx="595">
                  <c:v>7.223082461117282E-2</c:v>
                </c:pt>
                <c:pt idx="596">
                  <c:v>5.7242408167528208E-2</c:v>
                </c:pt>
                <c:pt idx="597">
                  <c:v>7.2597466306775701E-2</c:v>
                </c:pt>
                <c:pt idx="598">
                  <c:v>6.7679242317318325E-2</c:v>
                </c:pt>
                <c:pt idx="599">
                  <c:v>6.9280683386583622E-2</c:v>
                </c:pt>
                <c:pt idx="600">
                  <c:v>5.9509002337084185E-2</c:v>
                </c:pt>
                <c:pt idx="601">
                  <c:v>5.8619815633597694E-2</c:v>
                </c:pt>
                <c:pt idx="602">
                  <c:v>4.9864690241830781E-2</c:v>
                </c:pt>
                <c:pt idx="603">
                  <c:v>4.2136767734296143E-2</c:v>
                </c:pt>
                <c:pt idx="604">
                  <c:v>3.5810980298983296E-2</c:v>
                </c:pt>
                <c:pt idx="605">
                  <c:v>3.1412553099867492E-2</c:v>
                </c:pt>
                <c:pt idx="606">
                  <c:v>2.5122382531022596E-2</c:v>
                </c:pt>
                <c:pt idx="607">
                  <c:v>2.324533859312921E-2</c:v>
                </c:pt>
                <c:pt idx="608">
                  <c:v>2.1031756369887682E-2</c:v>
                </c:pt>
                <c:pt idx="609">
                  <c:v>2.3313928568026825E-2</c:v>
                </c:pt>
                <c:pt idx="610">
                  <c:v>3.3045205699643483E-2</c:v>
                </c:pt>
                <c:pt idx="611">
                  <c:v>2.3133999228882197E-2</c:v>
                </c:pt>
                <c:pt idx="612">
                  <c:v>3.2415059043964412E-2</c:v>
                </c:pt>
                <c:pt idx="613">
                  <c:v>4.0134927133566582E-2</c:v>
                </c:pt>
                <c:pt idx="614">
                  <c:v>7.0396771683226847E-2</c:v>
                </c:pt>
                <c:pt idx="615">
                  <c:v>7.8969641703190749E-2</c:v>
                </c:pt>
                <c:pt idx="616">
                  <c:v>7.3497063313280916E-2</c:v>
                </c:pt>
                <c:pt idx="617">
                  <c:v>7.2224019828683192E-2</c:v>
                </c:pt>
                <c:pt idx="618">
                  <c:v>8.4215540390842392E-2</c:v>
                </c:pt>
                <c:pt idx="619">
                  <c:v>4.142326046274046E-2</c:v>
                </c:pt>
                <c:pt idx="620">
                  <c:v>8.2767882973869139E-2</c:v>
                </c:pt>
                <c:pt idx="621">
                  <c:v>7.1825064722720516E-2</c:v>
                </c:pt>
                <c:pt idx="622">
                  <c:v>7.0157967550601497E-2</c:v>
                </c:pt>
                <c:pt idx="623">
                  <c:v>7.1486350467375059E-2</c:v>
                </c:pt>
                <c:pt idx="624">
                  <c:v>7.3770841283903155E-2</c:v>
                </c:pt>
                <c:pt idx="625">
                  <c:v>6.539801054024276E-2</c:v>
                </c:pt>
                <c:pt idx="626">
                  <c:v>6.3213456115682062E-2</c:v>
                </c:pt>
                <c:pt idx="627">
                  <c:v>6.9731700247216033E-2</c:v>
                </c:pt>
                <c:pt idx="628">
                  <c:v>6.1012894787020273E-2</c:v>
                </c:pt>
                <c:pt idx="629">
                  <c:v>7.3697741181688467E-2</c:v>
                </c:pt>
                <c:pt idx="630">
                  <c:v>8.1626791482335967E-2</c:v>
                </c:pt>
                <c:pt idx="631">
                  <c:v>0.24334240605920252</c:v>
                </c:pt>
                <c:pt idx="632">
                  <c:v>0.39791219436139008</c:v>
                </c:pt>
                <c:pt idx="633">
                  <c:v>0.36541713395870007</c:v>
                </c:pt>
                <c:pt idx="634">
                  <c:v>0.3802378114433117</c:v>
                </c:pt>
                <c:pt idx="635">
                  <c:v>0.36845717011846729</c:v>
                </c:pt>
                <c:pt idx="636">
                  <c:v>0.34456994459897272</c:v>
                </c:pt>
                <c:pt idx="637">
                  <c:v>0.3468353281055363</c:v>
                </c:pt>
                <c:pt idx="638">
                  <c:v>0.25996055520172201</c:v>
                </c:pt>
                <c:pt idx="639">
                  <c:v>0.23054821436637465</c:v>
                </c:pt>
                <c:pt idx="640">
                  <c:v>0.23804781715138576</c:v>
                </c:pt>
                <c:pt idx="641">
                  <c:v>0.25165834031062878</c:v>
                </c:pt>
                <c:pt idx="642">
                  <c:v>0.25152155966028211</c:v>
                </c:pt>
                <c:pt idx="643">
                  <c:v>0.20268829374118949</c:v>
                </c:pt>
                <c:pt idx="644">
                  <c:v>0.20335655344784528</c:v>
                </c:pt>
                <c:pt idx="645">
                  <c:v>0.19243467630361383</c:v>
                </c:pt>
                <c:pt idx="646">
                  <c:v>0.17578204315496174</c:v>
                </c:pt>
                <c:pt idx="647">
                  <c:v>0.16750278218290116</c:v>
                </c:pt>
                <c:pt idx="648">
                  <c:v>0.16625353445729771</c:v>
                </c:pt>
                <c:pt idx="649">
                  <c:v>0.16457765590699366</c:v>
                </c:pt>
                <c:pt idx="650">
                  <c:v>0.15968648712565972</c:v>
                </c:pt>
                <c:pt idx="651">
                  <c:v>0.16877988563862364</c:v>
                </c:pt>
                <c:pt idx="652">
                  <c:v>0.17018976823435503</c:v>
                </c:pt>
                <c:pt idx="653">
                  <c:v>0.17826311165258316</c:v>
                </c:pt>
                <c:pt idx="654">
                  <c:v>0.17501388523383554</c:v>
                </c:pt>
                <c:pt idx="655">
                  <c:v>0.18165569852960897</c:v>
                </c:pt>
                <c:pt idx="656">
                  <c:v>0.17602934912288198</c:v>
                </c:pt>
                <c:pt idx="657">
                  <c:v>0.12663607914704353</c:v>
                </c:pt>
                <c:pt idx="658">
                  <c:v>0.12759410365533758</c:v>
                </c:pt>
                <c:pt idx="659">
                  <c:v>0.17991691637216861</c:v>
                </c:pt>
                <c:pt idx="660">
                  <c:v>0.17083748625979273</c:v>
                </c:pt>
                <c:pt idx="661">
                  <c:v>0.19551470710286545</c:v>
                </c:pt>
                <c:pt idx="662">
                  <c:v>0.2452413675224267</c:v>
                </c:pt>
                <c:pt idx="663">
                  <c:v>0.2162571691511401</c:v>
                </c:pt>
                <c:pt idx="664">
                  <c:v>0.20003101945966906</c:v>
                </c:pt>
                <c:pt idx="665">
                  <c:v>0.17447837539446354</c:v>
                </c:pt>
                <c:pt idx="666">
                  <c:v>0.1704568699171114</c:v>
                </c:pt>
                <c:pt idx="667">
                  <c:v>0.17984260674266128</c:v>
                </c:pt>
                <c:pt idx="668">
                  <c:v>0.19388735020879355</c:v>
                </c:pt>
                <c:pt idx="669">
                  <c:v>0.17762997962430468</c:v>
                </c:pt>
                <c:pt idx="670">
                  <c:v>0.16874539474043687</c:v>
                </c:pt>
                <c:pt idx="671">
                  <c:v>0.16688083906700477</c:v>
                </c:pt>
                <c:pt idx="672">
                  <c:v>0.17107935557351103</c:v>
                </c:pt>
                <c:pt idx="673">
                  <c:v>0.17399282088347864</c:v>
                </c:pt>
                <c:pt idx="674">
                  <c:v>0.17145937418867135</c:v>
                </c:pt>
                <c:pt idx="675">
                  <c:v>0.16079314946116235</c:v>
                </c:pt>
                <c:pt idx="676">
                  <c:v>0.17744213478410703</c:v>
                </c:pt>
                <c:pt idx="677">
                  <c:v>0.16918693572134416</c:v>
                </c:pt>
                <c:pt idx="678">
                  <c:v>0.17894755867755532</c:v>
                </c:pt>
                <c:pt idx="679">
                  <c:v>0.1757649058221305</c:v>
                </c:pt>
                <c:pt idx="680">
                  <c:v>0.16700478326389959</c:v>
                </c:pt>
                <c:pt idx="681">
                  <c:v>0.1313034585666632</c:v>
                </c:pt>
                <c:pt idx="682">
                  <c:v>0.10866941836355831</c:v>
                </c:pt>
                <c:pt idx="683">
                  <c:v>0.1329955346726589</c:v>
                </c:pt>
                <c:pt idx="684">
                  <c:v>0.11255966653505167</c:v>
                </c:pt>
                <c:pt idx="685">
                  <c:v>8.1770058381093177E-2</c:v>
                </c:pt>
                <c:pt idx="686">
                  <c:v>6.1724303873652686E-2</c:v>
                </c:pt>
                <c:pt idx="687">
                  <c:v>4.2685051414324E-2</c:v>
                </c:pt>
                <c:pt idx="688">
                  <c:v>1.9067122622742433E-2</c:v>
                </c:pt>
                <c:pt idx="689">
                  <c:v>2.0862651930624566E-2</c:v>
                </c:pt>
                <c:pt idx="690">
                  <c:v>2.3243614737409889E-2</c:v>
                </c:pt>
                <c:pt idx="691">
                  <c:v>0.15066529391925546</c:v>
                </c:pt>
                <c:pt idx="692">
                  <c:v>9.801292122558114E-2</c:v>
                </c:pt>
                <c:pt idx="693">
                  <c:v>6.7134115752499474E-2</c:v>
                </c:pt>
                <c:pt idx="694">
                  <c:v>6.4198066778079321E-2</c:v>
                </c:pt>
                <c:pt idx="695">
                  <c:v>6.8193589433619653E-2</c:v>
                </c:pt>
                <c:pt idx="696">
                  <c:v>7.2276919388369346E-2</c:v>
                </c:pt>
                <c:pt idx="697">
                  <c:v>6.7042481335196372E-2</c:v>
                </c:pt>
                <c:pt idx="698">
                  <c:v>7.6509938098275748E-2</c:v>
                </c:pt>
                <c:pt idx="699">
                  <c:v>0.12428758451123824</c:v>
                </c:pt>
                <c:pt idx="700">
                  <c:v>0.3633089143255458</c:v>
                </c:pt>
                <c:pt idx="701">
                  <c:v>0.38329877772100845</c:v>
                </c:pt>
                <c:pt idx="702">
                  <c:v>0.29518902743695152</c:v>
                </c:pt>
                <c:pt idx="703">
                  <c:v>0.26082962950591093</c:v>
                </c:pt>
                <c:pt idx="704">
                  <c:v>0.19770420470261932</c:v>
                </c:pt>
                <c:pt idx="705">
                  <c:v>0.18965991780017477</c:v>
                </c:pt>
                <c:pt idx="706">
                  <c:v>0.10961898387850477</c:v>
                </c:pt>
                <c:pt idx="707">
                  <c:v>6.1434570386801265E-2</c:v>
                </c:pt>
                <c:pt idx="708">
                  <c:v>3.7445487225408317E-2</c:v>
                </c:pt>
                <c:pt idx="709">
                  <c:v>1.7532505776846233E-2</c:v>
                </c:pt>
                <c:pt idx="710">
                  <c:v>2.5252847305247076E-2</c:v>
                </c:pt>
                <c:pt idx="711">
                  <c:v>1.6427637773402663E-2</c:v>
                </c:pt>
                <c:pt idx="712">
                  <c:v>1.9751186775514375E-2</c:v>
                </c:pt>
                <c:pt idx="713">
                  <c:v>2.0548466599460094E-2</c:v>
                </c:pt>
                <c:pt idx="714">
                  <c:v>1.9566886603700002E-2</c:v>
                </c:pt>
                <c:pt idx="715">
                  <c:v>1.9356341021185025E-2</c:v>
                </c:pt>
                <c:pt idx="716">
                  <c:v>1.9750313858989031E-2</c:v>
                </c:pt>
                <c:pt idx="717">
                  <c:v>2.2257575045169002E-2</c:v>
                </c:pt>
                <c:pt idx="718">
                  <c:v>7.4768017245975024E-2</c:v>
                </c:pt>
                <c:pt idx="719">
                  <c:v>0.15774593860169892</c:v>
                </c:pt>
                <c:pt idx="720">
                  <c:v>8.5571530099571011E-2</c:v>
                </c:pt>
                <c:pt idx="721">
                  <c:v>7.7752471151663449E-2</c:v>
                </c:pt>
                <c:pt idx="722">
                  <c:v>6.7900923595650711E-2</c:v>
                </c:pt>
                <c:pt idx="723">
                  <c:v>6.6469301667260464E-2</c:v>
                </c:pt>
                <c:pt idx="724">
                  <c:v>0.24384915609549937</c:v>
                </c:pt>
                <c:pt idx="725">
                  <c:v>0.35201560887978744</c:v>
                </c:pt>
                <c:pt idx="726">
                  <c:v>0.27522035159614744</c:v>
                </c:pt>
                <c:pt idx="727">
                  <c:v>0.22245092412622738</c:v>
                </c:pt>
                <c:pt idx="728">
                  <c:v>0.2208602549186689</c:v>
                </c:pt>
                <c:pt idx="729">
                  <c:v>0.18503428042331493</c:v>
                </c:pt>
                <c:pt idx="730">
                  <c:v>0.11193965721701396</c:v>
                </c:pt>
                <c:pt idx="731">
                  <c:v>2.9220541047294268E-2</c:v>
                </c:pt>
                <c:pt idx="732">
                  <c:v>1.8568178411381787E-2</c:v>
                </c:pt>
                <c:pt idx="733">
                  <c:v>2.0471740118386279E-2</c:v>
                </c:pt>
                <c:pt idx="734">
                  <c:v>2.2809053846804313E-2</c:v>
                </c:pt>
                <c:pt idx="735">
                  <c:v>1.8608582270634565E-2</c:v>
                </c:pt>
                <c:pt idx="736">
                  <c:v>2.1829642384788999E-2</c:v>
                </c:pt>
                <c:pt idx="737">
                  <c:v>2.3126698913665616E-2</c:v>
                </c:pt>
                <c:pt idx="738">
                  <c:v>2.2325209812402748E-2</c:v>
                </c:pt>
                <c:pt idx="739">
                  <c:v>2.0685881034046325E-2</c:v>
                </c:pt>
                <c:pt idx="740">
                  <c:v>1.8805495935211462E-2</c:v>
                </c:pt>
                <c:pt idx="741">
                  <c:v>2.1149392748635074E-2</c:v>
                </c:pt>
                <c:pt idx="742">
                  <c:v>2.2988305091226808E-2</c:v>
                </c:pt>
                <c:pt idx="743">
                  <c:v>2.4255626229010115E-2</c:v>
                </c:pt>
                <c:pt idx="744">
                  <c:v>2.135669407673613E-2</c:v>
                </c:pt>
                <c:pt idx="745">
                  <c:v>2.3157741602894341E-2</c:v>
                </c:pt>
                <c:pt idx="746">
                  <c:v>2.1217796431209027E-2</c:v>
                </c:pt>
                <c:pt idx="747">
                  <c:v>2.3347592382086925E-2</c:v>
                </c:pt>
                <c:pt idx="748">
                  <c:v>2.0821193972302605E-2</c:v>
                </c:pt>
                <c:pt idx="749">
                  <c:v>0.35953871483373095</c:v>
                </c:pt>
                <c:pt idx="750">
                  <c:v>0.41058432958627783</c:v>
                </c:pt>
                <c:pt idx="751">
                  <c:v>0.24981773516780187</c:v>
                </c:pt>
                <c:pt idx="752">
                  <c:v>0.20406182160377997</c:v>
                </c:pt>
                <c:pt idx="753">
                  <c:v>0.16842755601968423</c:v>
                </c:pt>
                <c:pt idx="754">
                  <c:v>0.13393454991843159</c:v>
                </c:pt>
                <c:pt idx="755">
                  <c:v>0.13046248357517851</c:v>
                </c:pt>
                <c:pt idx="756">
                  <c:v>8.2651634092791346E-2</c:v>
                </c:pt>
                <c:pt idx="757">
                  <c:v>2.1074609215993422E-2</c:v>
                </c:pt>
                <c:pt idx="758">
                  <c:v>2.1653173456632174E-2</c:v>
                </c:pt>
                <c:pt idx="759">
                  <c:v>2.1085286266204661E-2</c:v>
                </c:pt>
                <c:pt idx="760">
                  <c:v>2.0283981636015382E-2</c:v>
                </c:pt>
                <c:pt idx="761">
                  <c:v>2.0352335421628984E-2</c:v>
                </c:pt>
                <c:pt idx="762">
                  <c:v>2.3415917890987348E-2</c:v>
                </c:pt>
                <c:pt idx="763">
                  <c:v>2.3156679504496104E-2</c:v>
                </c:pt>
                <c:pt idx="764">
                  <c:v>2.1849848455234588E-2</c:v>
                </c:pt>
                <c:pt idx="765">
                  <c:v>2.4390558505920073E-2</c:v>
                </c:pt>
                <c:pt idx="766">
                  <c:v>2.2370662416599348E-2</c:v>
                </c:pt>
                <c:pt idx="767">
                  <c:v>0.3638524169542996</c:v>
                </c:pt>
                <c:pt idx="768">
                  <c:v>0.29844543257913347</c:v>
                </c:pt>
                <c:pt idx="769">
                  <c:v>0.21876829994528368</c:v>
                </c:pt>
                <c:pt idx="770">
                  <c:v>0.20819559632650766</c:v>
                </c:pt>
                <c:pt idx="771">
                  <c:v>0.21159099315778609</c:v>
                </c:pt>
                <c:pt idx="772">
                  <c:v>0.20818345574515429</c:v>
                </c:pt>
                <c:pt idx="773">
                  <c:v>0.16972870228879955</c:v>
                </c:pt>
                <c:pt idx="774">
                  <c:v>0.16290354666272142</c:v>
                </c:pt>
                <c:pt idx="775">
                  <c:v>0.17332848340506116</c:v>
                </c:pt>
                <c:pt idx="776">
                  <c:v>0.15984652520622958</c:v>
                </c:pt>
                <c:pt idx="777">
                  <c:v>0.11625700030402798</c:v>
                </c:pt>
                <c:pt idx="778">
                  <c:v>8.2008616601043305E-2</c:v>
                </c:pt>
                <c:pt idx="779">
                  <c:v>6.9126464717920971E-2</c:v>
                </c:pt>
                <c:pt idx="780">
                  <c:v>5.6853545727745702E-2</c:v>
                </c:pt>
                <c:pt idx="781">
                  <c:v>7.7359016540920117E-2</c:v>
                </c:pt>
                <c:pt idx="782">
                  <c:v>3.1687043928898248E-2</c:v>
                </c:pt>
                <c:pt idx="783">
                  <c:v>2.3591436174162105E-2</c:v>
                </c:pt>
                <c:pt idx="784">
                  <c:v>2.1811140244973874E-2</c:v>
                </c:pt>
                <c:pt idx="785">
                  <c:v>1.690565885467581E-2</c:v>
                </c:pt>
                <c:pt idx="786">
                  <c:v>2.1816435598960945E-2</c:v>
                </c:pt>
                <c:pt idx="787">
                  <c:v>2.4651348163578585E-2</c:v>
                </c:pt>
                <c:pt idx="788">
                  <c:v>0.13028055520069101</c:v>
                </c:pt>
                <c:pt idx="789">
                  <c:v>0.10413794416214035</c:v>
                </c:pt>
                <c:pt idx="790">
                  <c:v>7.7373403189897008E-2</c:v>
                </c:pt>
                <c:pt idx="791">
                  <c:v>7.0052998632134295E-2</c:v>
                </c:pt>
                <c:pt idx="792">
                  <c:v>6.7289601919393746E-2</c:v>
                </c:pt>
                <c:pt idx="793">
                  <c:v>6.323341979531534E-2</c:v>
                </c:pt>
                <c:pt idx="794">
                  <c:v>7.0063421410460097E-2</c:v>
                </c:pt>
                <c:pt idx="795">
                  <c:v>0.43257314587888801</c:v>
                </c:pt>
                <c:pt idx="796">
                  <c:v>0.38328187371808564</c:v>
                </c:pt>
                <c:pt idx="797">
                  <c:v>0.30009706644089096</c:v>
                </c:pt>
                <c:pt idx="798">
                  <c:v>0.26522811255763479</c:v>
                </c:pt>
                <c:pt idx="799">
                  <c:v>0.23330749841432619</c:v>
                </c:pt>
                <c:pt idx="800">
                  <c:v>0.19757828281634804</c:v>
                </c:pt>
                <c:pt idx="801">
                  <c:v>0.15149937486211756</c:v>
                </c:pt>
                <c:pt idx="802">
                  <c:v>0.13017801995018774</c:v>
                </c:pt>
                <c:pt idx="803">
                  <c:v>7.6456215366226543E-2</c:v>
                </c:pt>
                <c:pt idx="804">
                  <c:v>2.4231079817693964E-2</c:v>
                </c:pt>
                <c:pt idx="805">
                  <c:v>1.9902680259968358E-2</c:v>
                </c:pt>
                <c:pt idx="806">
                  <c:v>1.7698663801974331E-2</c:v>
                </c:pt>
                <c:pt idx="807">
                  <c:v>2.3434353107590185E-2</c:v>
                </c:pt>
                <c:pt idx="808">
                  <c:v>2.4546784627058182E-2</c:v>
                </c:pt>
                <c:pt idx="809">
                  <c:v>2.1483594662698776E-2</c:v>
                </c:pt>
                <c:pt idx="810">
                  <c:v>1.8808738580906325E-2</c:v>
                </c:pt>
                <c:pt idx="811">
                  <c:v>2.1796696301713964E-2</c:v>
                </c:pt>
                <c:pt idx="812">
                  <c:v>1.891401625017021E-2</c:v>
                </c:pt>
                <c:pt idx="813">
                  <c:v>2.0309654607896136E-2</c:v>
                </c:pt>
                <c:pt idx="814">
                  <c:v>2.0613930307569809E-2</c:v>
                </c:pt>
                <c:pt idx="815">
                  <c:v>2.5046377064452691E-2</c:v>
                </c:pt>
                <c:pt idx="816">
                  <c:v>2.8775554029414532E-2</c:v>
                </c:pt>
                <c:pt idx="817">
                  <c:v>2.5003371947834502E-2</c:v>
                </c:pt>
                <c:pt idx="818">
                  <c:v>2.2494025926105467E-2</c:v>
                </c:pt>
                <c:pt idx="819">
                  <c:v>2.2476277152896781E-2</c:v>
                </c:pt>
                <c:pt idx="820">
                  <c:v>0.12449261590002798</c:v>
                </c:pt>
                <c:pt idx="821">
                  <c:v>0.31698100486200653</c:v>
                </c:pt>
                <c:pt idx="822">
                  <c:v>0.24282116526342923</c:v>
                </c:pt>
                <c:pt idx="823">
                  <c:v>0.19141829544672484</c:v>
                </c:pt>
                <c:pt idx="824">
                  <c:v>0.16959885811041411</c:v>
                </c:pt>
                <c:pt idx="825">
                  <c:v>0.12002442368021601</c:v>
                </c:pt>
                <c:pt idx="826">
                  <c:v>6.137877860333471E-2</c:v>
                </c:pt>
                <c:pt idx="827">
                  <c:v>1.419040498433617E-2</c:v>
                </c:pt>
                <c:pt idx="828">
                  <c:v>1.6582591283474689E-2</c:v>
                </c:pt>
                <c:pt idx="829">
                  <c:v>2.0061014001851483E-2</c:v>
                </c:pt>
                <c:pt idx="830">
                  <c:v>2.3096791723512419E-2</c:v>
                </c:pt>
                <c:pt idx="831">
                  <c:v>2.5329592505971252E-2</c:v>
                </c:pt>
                <c:pt idx="832">
                  <c:v>3.1322513566549456E-2</c:v>
                </c:pt>
                <c:pt idx="833">
                  <c:v>2.6928229162093167E-2</c:v>
                </c:pt>
                <c:pt idx="834">
                  <c:v>1.9973943941549256E-2</c:v>
                </c:pt>
                <c:pt idx="835">
                  <c:v>2.1648798726475495E-2</c:v>
                </c:pt>
                <c:pt idx="836">
                  <c:v>2.1916852830529975E-2</c:v>
                </c:pt>
                <c:pt idx="837">
                  <c:v>2.2827034138893702E-2</c:v>
                </c:pt>
                <c:pt idx="838">
                  <c:v>1.961532836914805E-2</c:v>
                </c:pt>
                <c:pt idx="839">
                  <c:v>2.0010015552179804E-2</c:v>
                </c:pt>
                <c:pt idx="840">
                  <c:v>1.8617532853900724E-2</c:v>
                </c:pt>
                <c:pt idx="841">
                  <c:v>1.846818993762132E-2</c:v>
                </c:pt>
                <c:pt idx="842">
                  <c:v>2.1042603889078672E-2</c:v>
                </c:pt>
                <c:pt idx="843">
                  <c:v>2.2796072607140293E-2</c:v>
                </c:pt>
                <c:pt idx="844">
                  <c:v>2.1013696742213251E-2</c:v>
                </c:pt>
                <c:pt idx="845">
                  <c:v>2.0517107603961256E-2</c:v>
                </c:pt>
                <c:pt idx="846">
                  <c:v>2.0489512060428334E-2</c:v>
                </c:pt>
                <c:pt idx="847">
                  <c:v>1.8514559570083255E-2</c:v>
                </c:pt>
                <c:pt idx="848">
                  <c:v>1.4280718858912933E-2</c:v>
                </c:pt>
                <c:pt idx="849">
                  <c:v>1.1840711818605409E-2</c:v>
                </c:pt>
                <c:pt idx="850">
                  <c:v>7.3898599881114749E-3</c:v>
                </c:pt>
                <c:pt idx="851">
                  <c:v>2.3863346113256394E-3</c:v>
                </c:pt>
                <c:pt idx="852">
                  <c:v>1.9531043725012326E-2</c:v>
                </c:pt>
                <c:pt idx="853">
                  <c:v>1.928921333670347E-2</c:v>
                </c:pt>
                <c:pt idx="854">
                  <c:v>3.8281658705554375E-2</c:v>
                </c:pt>
                <c:pt idx="855">
                  <c:v>3.8056668125640167E-2</c:v>
                </c:pt>
                <c:pt idx="856">
                  <c:v>4.4217963676918472E-2</c:v>
                </c:pt>
                <c:pt idx="857">
                  <c:v>4.6656045529285317E-2</c:v>
                </c:pt>
                <c:pt idx="858">
                  <c:v>4.4575536728826796E-2</c:v>
                </c:pt>
                <c:pt idx="859">
                  <c:v>4.1789983204547465E-2</c:v>
                </c:pt>
                <c:pt idx="860">
                  <c:v>4.0485061254895691E-2</c:v>
                </c:pt>
                <c:pt idx="861">
                  <c:v>4.0596298195695137E-2</c:v>
                </c:pt>
                <c:pt idx="862">
                  <c:v>4.0454397681629055E-2</c:v>
                </c:pt>
                <c:pt idx="863">
                  <c:v>3.9885039049150313E-2</c:v>
                </c:pt>
                <c:pt idx="864">
                  <c:v>4.2150208092587092E-2</c:v>
                </c:pt>
                <c:pt idx="865">
                  <c:v>4.1406506741134608E-2</c:v>
                </c:pt>
                <c:pt idx="866">
                  <c:v>3.9861917354936813E-2</c:v>
                </c:pt>
                <c:pt idx="867">
                  <c:v>3.7710500052901844E-2</c:v>
                </c:pt>
                <c:pt idx="868">
                  <c:v>3.7506150741870907E-2</c:v>
                </c:pt>
                <c:pt idx="869">
                  <c:v>3.6462175391492928E-2</c:v>
                </c:pt>
                <c:pt idx="870">
                  <c:v>3.8298452372080523E-2</c:v>
                </c:pt>
                <c:pt idx="871">
                  <c:v>4.4905385895237356E-2</c:v>
                </c:pt>
                <c:pt idx="872">
                  <c:v>3.9982571569460827E-2</c:v>
                </c:pt>
                <c:pt idx="873">
                  <c:v>2.8418687401648737E-2</c:v>
                </c:pt>
                <c:pt idx="874">
                  <c:v>2.9143782557335268E-2</c:v>
                </c:pt>
                <c:pt idx="875">
                  <c:v>2.5962206868234142E-2</c:v>
                </c:pt>
                <c:pt idx="876">
                  <c:v>2.4910372878953386E-2</c:v>
                </c:pt>
                <c:pt idx="877">
                  <c:v>1.9669350792657646E-2</c:v>
                </c:pt>
                <c:pt idx="878">
                  <c:v>2.6182296550202433E-2</c:v>
                </c:pt>
                <c:pt idx="879">
                  <c:v>2.9233544039938514E-2</c:v>
                </c:pt>
                <c:pt idx="880">
                  <c:v>2.8706539119512854E-2</c:v>
                </c:pt>
                <c:pt idx="881">
                  <c:v>2.6624778782709201E-2</c:v>
                </c:pt>
                <c:pt idx="882">
                  <c:v>2.4552786107139513E-2</c:v>
                </c:pt>
                <c:pt idx="883">
                  <c:v>2.4714833127169055E-2</c:v>
                </c:pt>
                <c:pt idx="884">
                  <c:v>2.1176368584027983E-2</c:v>
                </c:pt>
                <c:pt idx="885">
                  <c:v>2.1537495310515572E-2</c:v>
                </c:pt>
                <c:pt idx="886">
                  <c:v>1.9546429708779452E-2</c:v>
                </c:pt>
                <c:pt idx="887">
                  <c:v>2.1361300711553337E-2</c:v>
                </c:pt>
                <c:pt idx="888">
                  <c:v>2.0688088958239925E-2</c:v>
                </c:pt>
                <c:pt idx="889">
                  <c:v>2.2044903927553802E-2</c:v>
                </c:pt>
                <c:pt idx="890">
                  <c:v>2.1977841108316635E-2</c:v>
                </c:pt>
                <c:pt idx="891">
                  <c:v>2.1727671640293669E-2</c:v>
                </c:pt>
                <c:pt idx="892">
                  <c:v>2.2526592638691417E-2</c:v>
                </c:pt>
                <c:pt idx="893">
                  <c:v>2.1138067558443274E-2</c:v>
                </c:pt>
                <c:pt idx="894">
                  <c:v>2.5828598363177441E-2</c:v>
                </c:pt>
                <c:pt idx="895">
                  <c:v>2.2970321583274958E-2</c:v>
                </c:pt>
                <c:pt idx="896">
                  <c:v>1.6645561987604848E-2</c:v>
                </c:pt>
                <c:pt idx="897">
                  <c:v>2.2215190093142698E-2</c:v>
                </c:pt>
                <c:pt idx="898">
                  <c:v>2.4809361682721933E-2</c:v>
                </c:pt>
                <c:pt idx="899">
                  <c:v>2.3117469827014979E-2</c:v>
                </c:pt>
                <c:pt idx="900">
                  <c:v>2.8158188369607661E-2</c:v>
                </c:pt>
                <c:pt idx="901">
                  <c:v>3.169344311787467E-2</c:v>
                </c:pt>
                <c:pt idx="902">
                  <c:v>2.6809041785512102E-2</c:v>
                </c:pt>
                <c:pt idx="903">
                  <c:v>2.4513558330255349E-2</c:v>
                </c:pt>
                <c:pt idx="904">
                  <c:v>0.11421436478447967</c:v>
                </c:pt>
                <c:pt idx="905">
                  <c:v>0.20896617059422798</c:v>
                </c:pt>
                <c:pt idx="906">
                  <c:v>0.26788042523740546</c:v>
                </c:pt>
                <c:pt idx="907">
                  <c:v>0.22460172628720643</c:v>
                </c:pt>
                <c:pt idx="908">
                  <c:v>0.19076107242870824</c:v>
                </c:pt>
                <c:pt idx="909">
                  <c:v>0.18128578178946456</c:v>
                </c:pt>
                <c:pt idx="910">
                  <c:v>0.19469589103493509</c:v>
                </c:pt>
                <c:pt idx="911">
                  <c:v>0.19646727007621112</c:v>
                </c:pt>
                <c:pt idx="912">
                  <c:v>0.18575928477455239</c:v>
                </c:pt>
                <c:pt idx="913">
                  <c:v>0.18267265212828068</c:v>
                </c:pt>
                <c:pt idx="914">
                  <c:v>0.17304109454222272</c:v>
                </c:pt>
                <c:pt idx="915">
                  <c:v>0.17015982467516391</c:v>
                </c:pt>
                <c:pt idx="916">
                  <c:v>0.17048418687704506</c:v>
                </c:pt>
                <c:pt idx="917">
                  <c:v>0.16716473132928422</c:v>
                </c:pt>
                <c:pt idx="918">
                  <c:v>0.17152564093267642</c:v>
                </c:pt>
                <c:pt idx="919">
                  <c:v>0.17998756686203973</c:v>
                </c:pt>
                <c:pt idx="920">
                  <c:v>0.16189807067469622</c:v>
                </c:pt>
                <c:pt idx="921">
                  <c:v>0.14563108647555567</c:v>
                </c:pt>
                <c:pt idx="922">
                  <c:v>0.14971367725876192</c:v>
                </c:pt>
                <c:pt idx="923">
                  <c:v>0.18478564772646472</c:v>
                </c:pt>
                <c:pt idx="924">
                  <c:v>0.18443780461289155</c:v>
                </c:pt>
                <c:pt idx="925">
                  <c:v>0.21462337150559008</c:v>
                </c:pt>
                <c:pt idx="926">
                  <c:v>0.22465512319814288</c:v>
                </c:pt>
                <c:pt idx="927">
                  <c:v>0.22296479019321688</c:v>
                </c:pt>
                <c:pt idx="928">
                  <c:v>0.20170781361704054</c:v>
                </c:pt>
                <c:pt idx="929">
                  <c:v>0.18625906320717575</c:v>
                </c:pt>
                <c:pt idx="930">
                  <c:v>0.16576265263247675</c:v>
                </c:pt>
                <c:pt idx="931">
                  <c:v>0.16978234707720574</c:v>
                </c:pt>
                <c:pt idx="932">
                  <c:v>0.17125050122574301</c:v>
                </c:pt>
                <c:pt idx="933">
                  <c:v>0.17022180556628946</c:v>
                </c:pt>
                <c:pt idx="934">
                  <c:v>0.17653175408009836</c:v>
                </c:pt>
                <c:pt idx="935">
                  <c:v>0.18293814667824204</c:v>
                </c:pt>
                <c:pt idx="936">
                  <c:v>0.1968136034567099</c:v>
                </c:pt>
                <c:pt idx="937">
                  <c:v>0.19199101071645852</c:v>
                </c:pt>
                <c:pt idx="938">
                  <c:v>0.18846730028548817</c:v>
                </c:pt>
                <c:pt idx="939">
                  <c:v>0.19062459903832774</c:v>
                </c:pt>
                <c:pt idx="940">
                  <c:v>0.19813341065974699</c:v>
                </c:pt>
                <c:pt idx="941">
                  <c:v>0.22127415823288343</c:v>
                </c:pt>
                <c:pt idx="942">
                  <c:v>0.22945032820143929</c:v>
                </c:pt>
                <c:pt idx="943">
                  <c:v>0.21252246568058136</c:v>
                </c:pt>
                <c:pt idx="944">
                  <c:v>0.20752656859232382</c:v>
                </c:pt>
                <c:pt idx="945">
                  <c:v>0.2002058910229044</c:v>
                </c:pt>
                <c:pt idx="946">
                  <c:v>0.17196043747127518</c:v>
                </c:pt>
                <c:pt idx="947">
                  <c:v>0.15046205970195989</c:v>
                </c:pt>
                <c:pt idx="948">
                  <c:v>0.11718216742810522</c:v>
                </c:pt>
                <c:pt idx="949">
                  <c:v>8.5654602035263441E-2</c:v>
                </c:pt>
                <c:pt idx="950">
                  <c:v>0.12995265132157752</c:v>
                </c:pt>
                <c:pt idx="951">
                  <c:v>0.20512939827301135</c:v>
                </c:pt>
                <c:pt idx="952">
                  <c:v>0.20261984558477175</c:v>
                </c:pt>
                <c:pt idx="953">
                  <c:v>0.17698370907568606</c:v>
                </c:pt>
                <c:pt idx="954">
                  <c:v>0.17134670967887483</c:v>
                </c:pt>
                <c:pt idx="955">
                  <c:v>0.19698995082807244</c:v>
                </c:pt>
                <c:pt idx="956">
                  <c:v>0.19265951409518128</c:v>
                </c:pt>
                <c:pt idx="957">
                  <c:v>0.1780375218462843</c:v>
                </c:pt>
                <c:pt idx="958">
                  <c:v>0.18399923419207348</c:v>
                </c:pt>
                <c:pt idx="959">
                  <c:v>0.17398470502872801</c:v>
                </c:pt>
                <c:pt idx="960">
                  <c:v>0.17902724199065748</c:v>
                </c:pt>
                <c:pt idx="961">
                  <c:v>0.19105653439813641</c:v>
                </c:pt>
                <c:pt idx="962">
                  <c:v>0.17210681591533444</c:v>
                </c:pt>
                <c:pt idx="963">
                  <c:v>0.17042943227167923</c:v>
                </c:pt>
                <c:pt idx="964">
                  <c:v>0.19264084965103309</c:v>
                </c:pt>
                <c:pt idx="965">
                  <c:v>0.18485957803918784</c:v>
                </c:pt>
                <c:pt idx="966">
                  <c:v>0.18015177346378977</c:v>
                </c:pt>
                <c:pt idx="967">
                  <c:v>0.17622401253204714</c:v>
                </c:pt>
                <c:pt idx="968">
                  <c:v>0.20362958301741568</c:v>
                </c:pt>
                <c:pt idx="969">
                  <c:v>0.19470796310259914</c:v>
                </c:pt>
                <c:pt idx="970">
                  <c:v>0.17735754778614646</c:v>
                </c:pt>
                <c:pt idx="971">
                  <c:v>0.14237643730632016</c:v>
                </c:pt>
                <c:pt idx="972">
                  <c:v>5.0813815991145123E-2</c:v>
                </c:pt>
                <c:pt idx="973">
                  <c:v>2.142730646828709E-2</c:v>
                </c:pt>
                <c:pt idx="974">
                  <c:v>1.9909353842410476E-2</c:v>
                </c:pt>
                <c:pt idx="975">
                  <c:v>2.0833621822157929E-2</c:v>
                </c:pt>
                <c:pt idx="976">
                  <c:v>1.7511645932989303E-2</c:v>
                </c:pt>
                <c:pt idx="977">
                  <c:v>2.0767767852010892E-2</c:v>
                </c:pt>
                <c:pt idx="978">
                  <c:v>2.0490059993068705E-2</c:v>
                </c:pt>
                <c:pt idx="979">
                  <c:v>2.0472112311569167E-2</c:v>
                </c:pt>
                <c:pt idx="980">
                  <c:v>2.2171056913466575E-2</c:v>
                </c:pt>
                <c:pt idx="981">
                  <c:v>2.3726150426521448E-2</c:v>
                </c:pt>
                <c:pt idx="982">
                  <c:v>2.1131075053284602E-2</c:v>
                </c:pt>
                <c:pt idx="983">
                  <c:v>2.6226940636793542E-2</c:v>
                </c:pt>
                <c:pt idx="984">
                  <c:v>2.442132768403002E-2</c:v>
                </c:pt>
                <c:pt idx="985">
                  <c:v>7.1897856461038218E-2</c:v>
                </c:pt>
                <c:pt idx="986">
                  <c:v>0.43552395704859642</c:v>
                </c:pt>
                <c:pt idx="987">
                  <c:v>0.25269739223779675</c:v>
                </c:pt>
                <c:pt idx="988">
                  <c:v>0.17345418994488804</c:v>
                </c:pt>
                <c:pt idx="989">
                  <c:v>0.14637337721730373</c:v>
                </c:pt>
                <c:pt idx="990">
                  <c:v>0.13952973546570654</c:v>
                </c:pt>
                <c:pt idx="991">
                  <c:v>0.13409774071725786</c:v>
                </c:pt>
                <c:pt idx="992">
                  <c:v>0.11655032209158674</c:v>
                </c:pt>
                <c:pt idx="993">
                  <c:v>8.163205999642191E-2</c:v>
                </c:pt>
                <c:pt idx="994">
                  <c:v>5.0265620727158428E-2</c:v>
                </c:pt>
                <c:pt idx="995">
                  <c:v>2.3338251429531855E-2</c:v>
                </c:pt>
                <c:pt idx="996">
                  <c:v>2.0161725096661812E-2</c:v>
                </c:pt>
                <c:pt idx="997">
                  <c:v>2.3432871622604656E-2</c:v>
                </c:pt>
                <c:pt idx="998">
                  <c:v>2.0229882511320622E-2</c:v>
                </c:pt>
                <c:pt idx="999">
                  <c:v>1.9205342909454172E-2</c:v>
                </c:pt>
                <c:pt idx="1000">
                  <c:v>1.8962713421980824E-2</c:v>
                </c:pt>
                <c:pt idx="1001">
                  <c:v>2.3196672742239542E-2</c:v>
                </c:pt>
                <c:pt idx="1002">
                  <c:v>2.334587327842217E-2</c:v>
                </c:pt>
                <c:pt idx="1003">
                  <c:v>2.4020448823218354E-2</c:v>
                </c:pt>
                <c:pt idx="1004">
                  <c:v>2.2037699078438115E-2</c:v>
                </c:pt>
                <c:pt idx="1005">
                  <c:v>2.3971782408040793E-2</c:v>
                </c:pt>
                <c:pt idx="1006">
                  <c:v>2.2643384623146409E-2</c:v>
                </c:pt>
                <c:pt idx="1007">
                  <c:v>2.0590688400278428E-2</c:v>
                </c:pt>
                <c:pt idx="1008">
                  <c:v>1.913284618297046E-2</c:v>
                </c:pt>
                <c:pt idx="1009">
                  <c:v>2.8503517476058917E-2</c:v>
                </c:pt>
                <c:pt idx="1010">
                  <c:v>0.22820496370170545</c:v>
                </c:pt>
                <c:pt idx="1011">
                  <c:v>0.30652360343013713</c:v>
                </c:pt>
                <c:pt idx="1012">
                  <c:v>0.24470062903132003</c:v>
                </c:pt>
                <c:pt idx="1013">
                  <c:v>0.19876099740680972</c:v>
                </c:pt>
                <c:pt idx="1014">
                  <c:v>0.19502342364077405</c:v>
                </c:pt>
                <c:pt idx="1015">
                  <c:v>0.17607520213164984</c:v>
                </c:pt>
                <c:pt idx="1016">
                  <c:v>0.19088540674731064</c:v>
                </c:pt>
                <c:pt idx="1017">
                  <c:v>0.16389891055578418</c:v>
                </c:pt>
                <c:pt idx="1018">
                  <c:v>0.17741594630138802</c:v>
                </c:pt>
                <c:pt idx="1019">
                  <c:v>0.16804429839003024</c:v>
                </c:pt>
                <c:pt idx="1020">
                  <c:v>0.12284078869255596</c:v>
                </c:pt>
                <c:pt idx="1021">
                  <c:v>2.4194903436311005E-2</c:v>
                </c:pt>
                <c:pt idx="1022">
                  <c:v>2.7351137557473582E-2</c:v>
                </c:pt>
                <c:pt idx="1023">
                  <c:v>0.11132442987462829</c:v>
                </c:pt>
                <c:pt idx="1024">
                  <c:v>0.14524172512350217</c:v>
                </c:pt>
                <c:pt idx="1025">
                  <c:v>9.339981345125796E-2</c:v>
                </c:pt>
                <c:pt idx="1026">
                  <c:v>0.24761638920842</c:v>
                </c:pt>
                <c:pt idx="1027">
                  <c:v>0.3943946679444118</c:v>
                </c:pt>
                <c:pt idx="1028">
                  <c:v>0.26726459450032225</c:v>
                </c:pt>
                <c:pt idx="1029">
                  <c:v>0.21973957953267481</c:v>
                </c:pt>
                <c:pt idx="1030">
                  <c:v>0.20582695331062759</c:v>
                </c:pt>
                <c:pt idx="1031">
                  <c:v>0.18987447944070698</c:v>
                </c:pt>
                <c:pt idx="1032">
                  <c:v>0.1902143180791934</c:v>
                </c:pt>
                <c:pt idx="1033">
                  <c:v>0.18424350776897541</c:v>
                </c:pt>
                <c:pt idx="1034">
                  <c:v>0.17370471478749711</c:v>
                </c:pt>
                <c:pt idx="1035">
                  <c:v>0.17981015919728005</c:v>
                </c:pt>
                <c:pt idx="1036">
                  <c:v>0.17344471396624644</c:v>
                </c:pt>
                <c:pt idx="1037">
                  <c:v>0.17291107936263181</c:v>
                </c:pt>
                <c:pt idx="1038">
                  <c:v>0.16784725688008037</c:v>
                </c:pt>
                <c:pt idx="1039">
                  <c:v>0.16566617064386072</c:v>
                </c:pt>
                <c:pt idx="1040">
                  <c:v>0.16313375239436367</c:v>
                </c:pt>
                <c:pt idx="1041">
                  <c:v>0.16509192556772587</c:v>
                </c:pt>
                <c:pt idx="1042">
                  <c:v>0.15886221090897992</c:v>
                </c:pt>
                <c:pt idx="1043">
                  <c:v>0.16999845101133856</c:v>
                </c:pt>
                <c:pt idx="1044">
                  <c:v>0.17164599310705048</c:v>
                </c:pt>
                <c:pt idx="1045">
                  <c:v>0.17029106704991875</c:v>
                </c:pt>
                <c:pt idx="1046">
                  <c:v>0.16398502488064862</c:v>
                </c:pt>
                <c:pt idx="1047">
                  <c:v>0.16870089089507873</c:v>
                </c:pt>
                <c:pt idx="1048">
                  <c:v>0.16255171176944599</c:v>
                </c:pt>
                <c:pt idx="1049">
                  <c:v>0.19188645910897023</c:v>
                </c:pt>
                <c:pt idx="1050">
                  <c:v>0.20517132288866169</c:v>
                </c:pt>
                <c:pt idx="1051">
                  <c:v>0.21208908455653802</c:v>
                </c:pt>
                <c:pt idx="1052">
                  <c:v>0.22322434824773649</c:v>
                </c:pt>
                <c:pt idx="1053">
                  <c:v>0.22294323301663416</c:v>
                </c:pt>
                <c:pt idx="1054">
                  <c:v>0.21735344310982777</c:v>
                </c:pt>
                <c:pt idx="1055">
                  <c:v>0.23288100325643923</c:v>
                </c:pt>
                <c:pt idx="1056">
                  <c:v>0.23674169073936832</c:v>
                </c:pt>
                <c:pt idx="1057">
                  <c:v>0.23092640350600721</c:v>
                </c:pt>
                <c:pt idx="1058">
                  <c:v>0.24872047429080821</c:v>
                </c:pt>
                <c:pt idx="1059">
                  <c:v>0.24615945525584315</c:v>
                </c:pt>
                <c:pt idx="1060">
                  <c:v>0.25028127247014548</c:v>
                </c:pt>
                <c:pt idx="1061">
                  <c:v>0.25996971771674704</c:v>
                </c:pt>
                <c:pt idx="1062">
                  <c:v>0.25772925678205161</c:v>
                </c:pt>
                <c:pt idx="1063">
                  <c:v>0.24517541989715994</c:v>
                </c:pt>
                <c:pt idx="1064">
                  <c:v>0.24661888976472857</c:v>
                </c:pt>
                <c:pt idx="1065">
                  <c:v>0.23069409945698482</c:v>
                </c:pt>
                <c:pt idx="1066">
                  <c:v>0.21674034873530956</c:v>
                </c:pt>
                <c:pt idx="1067">
                  <c:v>0.18380629366054574</c:v>
                </c:pt>
                <c:pt idx="1068">
                  <c:v>0.16718813918035569</c:v>
                </c:pt>
                <c:pt idx="1069">
                  <c:v>0.16943355857032047</c:v>
                </c:pt>
                <c:pt idx="1070">
                  <c:v>0.18105059023843603</c:v>
                </c:pt>
                <c:pt idx="1071">
                  <c:v>0.18167516230204295</c:v>
                </c:pt>
                <c:pt idx="1072">
                  <c:v>0.18720850592109906</c:v>
                </c:pt>
                <c:pt idx="1073">
                  <c:v>0.18462049080525159</c:v>
                </c:pt>
                <c:pt idx="1074">
                  <c:v>0.19069259615464743</c:v>
                </c:pt>
                <c:pt idx="1075">
                  <c:v>0.18244542760062987</c:v>
                </c:pt>
                <c:pt idx="1076">
                  <c:v>0.18996409077543991</c:v>
                </c:pt>
                <c:pt idx="1077">
                  <c:v>0.1898874916551683</c:v>
                </c:pt>
                <c:pt idx="1078">
                  <c:v>0.19575131077358948</c:v>
                </c:pt>
                <c:pt idx="1079">
                  <c:v>0.19042299528235299</c:v>
                </c:pt>
                <c:pt idx="1080">
                  <c:v>0.2060695409478506</c:v>
                </c:pt>
                <c:pt idx="1081">
                  <c:v>0.20868816669026655</c:v>
                </c:pt>
                <c:pt idx="1082">
                  <c:v>0.21179399164279034</c:v>
                </c:pt>
                <c:pt idx="1083">
                  <c:v>0.20977565311176632</c:v>
                </c:pt>
                <c:pt idx="1084">
                  <c:v>0.2252580964500249</c:v>
                </c:pt>
                <c:pt idx="1085">
                  <c:v>0.23496577341348321</c:v>
                </c:pt>
                <c:pt idx="1086">
                  <c:v>0.25004805137057018</c:v>
                </c:pt>
                <c:pt idx="1087">
                  <c:v>0.25611222417361129</c:v>
                </c:pt>
                <c:pt idx="1088">
                  <c:v>0.21660155408664927</c:v>
                </c:pt>
                <c:pt idx="1089">
                  <c:v>0.19480863530690828</c:v>
                </c:pt>
                <c:pt idx="1090">
                  <c:v>0.18503653756346883</c:v>
                </c:pt>
                <c:pt idx="1091">
                  <c:v>0.19649525386344124</c:v>
                </c:pt>
                <c:pt idx="1092">
                  <c:v>0.18801096869822306</c:v>
                </c:pt>
                <c:pt idx="1093">
                  <c:v>0.21515062722532741</c:v>
                </c:pt>
                <c:pt idx="1094">
                  <c:v>0.23098823114280051</c:v>
                </c:pt>
                <c:pt idx="1095">
                  <c:v>0.2142781430179132</c:v>
                </c:pt>
                <c:pt idx="1096">
                  <c:v>0.21010164852544361</c:v>
                </c:pt>
                <c:pt idx="1097">
                  <c:v>0.20835754097714493</c:v>
                </c:pt>
                <c:pt idx="1098">
                  <c:v>0.202014142900073</c:v>
                </c:pt>
                <c:pt idx="1099">
                  <c:v>0.206404880400822</c:v>
                </c:pt>
                <c:pt idx="1100">
                  <c:v>0.21062470009957696</c:v>
                </c:pt>
                <c:pt idx="1101">
                  <c:v>0.18530668417905574</c:v>
                </c:pt>
                <c:pt idx="1102">
                  <c:v>0.18742979809157492</c:v>
                </c:pt>
                <c:pt idx="1103">
                  <c:v>0.20017461032889763</c:v>
                </c:pt>
                <c:pt idx="1104">
                  <c:v>0.2115556928397484</c:v>
                </c:pt>
                <c:pt idx="1105">
                  <c:v>0.21785433637564516</c:v>
                </c:pt>
                <c:pt idx="1106">
                  <c:v>0.22440294778755532</c:v>
                </c:pt>
                <c:pt idx="1107">
                  <c:v>0.22951002826227831</c:v>
                </c:pt>
                <c:pt idx="1108">
                  <c:v>0.24281236388745814</c:v>
                </c:pt>
                <c:pt idx="1109">
                  <c:v>0.24858688782276897</c:v>
                </c:pt>
                <c:pt idx="1110">
                  <c:v>0.23791510066353452</c:v>
                </c:pt>
                <c:pt idx="1111">
                  <c:v>0.23604701287509713</c:v>
                </c:pt>
                <c:pt idx="1112">
                  <c:v>0.25597178817783522</c:v>
                </c:pt>
                <c:pt idx="1113">
                  <c:v>0.25318229907401574</c:v>
                </c:pt>
                <c:pt idx="1114">
                  <c:v>0.26879879226359227</c:v>
                </c:pt>
                <c:pt idx="1115">
                  <c:v>0.24328213503900362</c:v>
                </c:pt>
                <c:pt idx="1116">
                  <c:v>0.23207761938754634</c:v>
                </c:pt>
                <c:pt idx="1117">
                  <c:v>0.21487710245042371</c:v>
                </c:pt>
                <c:pt idx="1118">
                  <c:v>0.22299264604884489</c:v>
                </c:pt>
                <c:pt idx="1119">
                  <c:v>0.20197490788263339</c:v>
                </c:pt>
                <c:pt idx="1120">
                  <c:v>0.21059791665050287</c:v>
                </c:pt>
                <c:pt idx="1121">
                  <c:v>0.20803444364425805</c:v>
                </c:pt>
                <c:pt idx="1122">
                  <c:v>0.19014302913025682</c:v>
                </c:pt>
                <c:pt idx="1123">
                  <c:v>0.20735026703059867</c:v>
                </c:pt>
                <c:pt idx="1124">
                  <c:v>0.19695643635190269</c:v>
                </c:pt>
                <c:pt idx="1125">
                  <c:v>0.2051016510691008</c:v>
                </c:pt>
                <c:pt idx="1126">
                  <c:v>0.21461271852933866</c:v>
                </c:pt>
                <c:pt idx="1127">
                  <c:v>0.20808264218476019</c:v>
                </c:pt>
                <c:pt idx="1128">
                  <c:v>0.21852789411359738</c:v>
                </c:pt>
                <c:pt idx="1129">
                  <c:v>0.22368897687328615</c:v>
                </c:pt>
                <c:pt idx="1130">
                  <c:v>0.23451666359472406</c:v>
                </c:pt>
                <c:pt idx="1131">
                  <c:v>0.2452906540254591</c:v>
                </c:pt>
                <c:pt idx="1132">
                  <c:v>0.24789879345412241</c:v>
                </c:pt>
                <c:pt idx="1133">
                  <c:v>0.24711925564192122</c:v>
                </c:pt>
                <c:pt idx="1134">
                  <c:v>0.23650363457829549</c:v>
                </c:pt>
                <c:pt idx="1135">
                  <c:v>0.24009219649786809</c:v>
                </c:pt>
                <c:pt idx="1136">
                  <c:v>0.26358681134642059</c:v>
                </c:pt>
                <c:pt idx="1137">
                  <c:v>0.2331174600820991</c:v>
                </c:pt>
                <c:pt idx="1138">
                  <c:v>0.24870499735483476</c:v>
                </c:pt>
                <c:pt idx="1139">
                  <c:v>0.23784889820646052</c:v>
                </c:pt>
                <c:pt idx="1140">
                  <c:v>0.23649218546459833</c:v>
                </c:pt>
                <c:pt idx="1141">
                  <c:v>0.22929253940876357</c:v>
                </c:pt>
                <c:pt idx="1142">
                  <c:v>0.2381617379857065</c:v>
                </c:pt>
                <c:pt idx="1143">
                  <c:v>0.22908011388008004</c:v>
                </c:pt>
                <c:pt idx="1144">
                  <c:v>0.21674374792921419</c:v>
                </c:pt>
                <c:pt idx="1145">
                  <c:v>0.20543228507614014</c:v>
                </c:pt>
                <c:pt idx="1146">
                  <c:v>0.22531568723721107</c:v>
                </c:pt>
                <c:pt idx="1147">
                  <c:v>0.22374889613113205</c:v>
                </c:pt>
                <c:pt idx="1148">
                  <c:v>0.25803855213053095</c:v>
                </c:pt>
                <c:pt idx="1149">
                  <c:v>0.27215398992393858</c:v>
                </c:pt>
                <c:pt idx="1150">
                  <c:v>0.2660924327530414</c:v>
                </c:pt>
                <c:pt idx="1151">
                  <c:v>0.26866430925850993</c:v>
                </c:pt>
                <c:pt idx="1152">
                  <c:v>0.29045602061806775</c:v>
                </c:pt>
                <c:pt idx="1153">
                  <c:v>0.2784519855000927</c:v>
                </c:pt>
                <c:pt idx="1154">
                  <c:v>0.29667319769293421</c:v>
                </c:pt>
                <c:pt idx="1155">
                  <c:v>0.3195130303431703</c:v>
                </c:pt>
                <c:pt idx="1156">
                  <c:v>0.32463588142115823</c:v>
                </c:pt>
                <c:pt idx="1157">
                  <c:v>0.31870844794560527</c:v>
                </c:pt>
                <c:pt idx="1158">
                  <c:v>0.30690174570038192</c:v>
                </c:pt>
                <c:pt idx="1159">
                  <c:v>0.2989844857289356</c:v>
                </c:pt>
                <c:pt idx="1160">
                  <c:v>0.29244913180218068</c:v>
                </c:pt>
                <c:pt idx="1161">
                  <c:v>0.29796945761521854</c:v>
                </c:pt>
                <c:pt idx="1162">
                  <c:v>0.30053400330421104</c:v>
                </c:pt>
                <c:pt idx="1163">
                  <c:v>0.28630090600307501</c:v>
                </c:pt>
                <c:pt idx="1164">
                  <c:v>0.27751942245065742</c:v>
                </c:pt>
                <c:pt idx="1165">
                  <c:v>0.26543043746613676</c:v>
                </c:pt>
                <c:pt idx="1166">
                  <c:v>0.27316924450059094</c:v>
                </c:pt>
                <c:pt idx="1167">
                  <c:v>0.26261502542461057</c:v>
                </c:pt>
                <c:pt idx="1168">
                  <c:v>0.27671511310144714</c:v>
                </c:pt>
                <c:pt idx="1169">
                  <c:v>0.2736964561180758</c:v>
                </c:pt>
                <c:pt idx="1170">
                  <c:v>0.25778928466271167</c:v>
                </c:pt>
                <c:pt idx="1171">
                  <c:v>0.26291335846344777</c:v>
                </c:pt>
                <c:pt idx="1172">
                  <c:v>0.24333705110113482</c:v>
                </c:pt>
                <c:pt idx="1173">
                  <c:v>0.24028569257656288</c:v>
                </c:pt>
                <c:pt idx="1174">
                  <c:v>0.24759263810011845</c:v>
                </c:pt>
                <c:pt idx="1175">
                  <c:v>0.24597755331747273</c:v>
                </c:pt>
                <c:pt idx="1176">
                  <c:v>0.25255771035595503</c:v>
                </c:pt>
                <c:pt idx="1177">
                  <c:v>0.256178897793227</c:v>
                </c:pt>
                <c:pt idx="1178">
                  <c:v>0.26606577626033134</c:v>
                </c:pt>
                <c:pt idx="1179">
                  <c:v>0.24432213857975552</c:v>
                </c:pt>
                <c:pt idx="1180">
                  <c:v>0.24660185759730269</c:v>
                </c:pt>
                <c:pt idx="1181">
                  <c:v>0.24921470753139474</c:v>
                </c:pt>
                <c:pt idx="1182">
                  <c:v>0.22742999427456045</c:v>
                </c:pt>
                <c:pt idx="1183">
                  <c:v>0.215278934767831</c:v>
                </c:pt>
                <c:pt idx="1184">
                  <c:v>0.20410916443460919</c:v>
                </c:pt>
                <c:pt idx="1185">
                  <c:v>0.21457136744246039</c:v>
                </c:pt>
                <c:pt idx="1186">
                  <c:v>0.21579521299739657</c:v>
                </c:pt>
                <c:pt idx="1187">
                  <c:v>0.21132970596949149</c:v>
                </c:pt>
                <c:pt idx="1188">
                  <c:v>0.18274843252317202</c:v>
                </c:pt>
                <c:pt idx="1189">
                  <c:v>0.17998659660459768</c:v>
                </c:pt>
                <c:pt idx="1190">
                  <c:v>0.18298086157287308</c:v>
                </c:pt>
                <c:pt idx="1191">
                  <c:v>0.18676072070482197</c:v>
                </c:pt>
                <c:pt idx="1192">
                  <c:v>0.20193054808135963</c:v>
                </c:pt>
                <c:pt idx="1193">
                  <c:v>0.19518370625460879</c:v>
                </c:pt>
                <c:pt idx="1194">
                  <c:v>0.20310135762958684</c:v>
                </c:pt>
                <c:pt idx="1195">
                  <c:v>0.20791681351673041</c:v>
                </c:pt>
                <c:pt idx="1196">
                  <c:v>0.21996923923372447</c:v>
                </c:pt>
                <c:pt idx="1197">
                  <c:v>0.22621876036162655</c:v>
                </c:pt>
                <c:pt idx="1198">
                  <c:v>0.22270430366577351</c:v>
                </c:pt>
                <c:pt idx="1199">
                  <c:v>0.21107742934425627</c:v>
                </c:pt>
                <c:pt idx="1200">
                  <c:v>0.22327671839247529</c:v>
                </c:pt>
                <c:pt idx="1201">
                  <c:v>0.22242081250122944</c:v>
                </c:pt>
                <c:pt idx="1202">
                  <c:v>0.23158863479864078</c:v>
                </c:pt>
                <c:pt idx="1203">
                  <c:v>0.23462955695758098</c:v>
                </c:pt>
                <c:pt idx="1204">
                  <c:v>0.23611825606598097</c:v>
                </c:pt>
                <c:pt idx="1205">
                  <c:v>0.25603517936532205</c:v>
                </c:pt>
                <c:pt idx="1206">
                  <c:v>0.24273769767478931</c:v>
                </c:pt>
                <c:pt idx="1207">
                  <c:v>0.25218134679462983</c:v>
                </c:pt>
                <c:pt idx="1208">
                  <c:v>0.25831317507722196</c:v>
                </c:pt>
                <c:pt idx="1209">
                  <c:v>0.26959218557030495</c:v>
                </c:pt>
                <c:pt idx="1210">
                  <c:v>0.26486076320929852</c:v>
                </c:pt>
                <c:pt idx="1211">
                  <c:v>0.24572913062421389</c:v>
                </c:pt>
                <c:pt idx="1212">
                  <c:v>0.23145984959135293</c:v>
                </c:pt>
                <c:pt idx="1213">
                  <c:v>0.22579730327702266</c:v>
                </c:pt>
                <c:pt idx="1214">
                  <c:v>0.23354276910430929</c:v>
                </c:pt>
                <c:pt idx="1215">
                  <c:v>0.25247712106757625</c:v>
                </c:pt>
                <c:pt idx="1216">
                  <c:v>0.28664235795299381</c:v>
                </c:pt>
                <c:pt idx="1217">
                  <c:v>0.27539779846004264</c:v>
                </c:pt>
                <c:pt idx="1218">
                  <c:v>0.27870410928983641</c:v>
                </c:pt>
                <c:pt idx="1219">
                  <c:v>0.29224398284952463</c:v>
                </c:pt>
                <c:pt idx="1220">
                  <c:v>0.31035416468330673</c:v>
                </c:pt>
                <c:pt idx="1221">
                  <c:v>0.32930297329750363</c:v>
                </c:pt>
                <c:pt idx="1222">
                  <c:v>0.34964346146824615</c:v>
                </c:pt>
                <c:pt idx="1223">
                  <c:v>0.34494722251777687</c:v>
                </c:pt>
                <c:pt idx="1224">
                  <c:v>0.35373286818126409</c:v>
                </c:pt>
                <c:pt idx="1225">
                  <c:v>0.38306712923235675</c:v>
                </c:pt>
                <c:pt idx="1226">
                  <c:v>0.37495669694413503</c:v>
                </c:pt>
                <c:pt idx="1227">
                  <c:v>0.364078624375275</c:v>
                </c:pt>
                <c:pt idx="1228">
                  <c:v>0.36918991884271579</c:v>
                </c:pt>
                <c:pt idx="1229">
                  <c:v>0.37763878179282923</c:v>
                </c:pt>
                <c:pt idx="1230">
                  <c:v>0.35402478487027716</c:v>
                </c:pt>
                <c:pt idx="1231">
                  <c:v>0.34631685123442324</c:v>
                </c:pt>
                <c:pt idx="1232">
                  <c:v>0.3544199058769319</c:v>
                </c:pt>
                <c:pt idx="1233">
                  <c:v>0.30624729761109709</c:v>
                </c:pt>
                <c:pt idx="1234">
                  <c:v>0.29094453802966191</c:v>
                </c:pt>
                <c:pt idx="1235">
                  <c:v>0.27288556968399819</c:v>
                </c:pt>
                <c:pt idx="1236">
                  <c:v>0.24864588483336528</c:v>
                </c:pt>
                <c:pt idx="1237">
                  <c:v>0.24241893659618172</c:v>
                </c:pt>
                <c:pt idx="1238">
                  <c:v>0.25247642921016783</c:v>
                </c:pt>
                <c:pt idx="1239">
                  <c:v>0.24740948566383603</c:v>
                </c:pt>
                <c:pt idx="1240">
                  <c:v>0.24046139942408487</c:v>
                </c:pt>
                <c:pt idx="1241">
                  <c:v>0.22854181492330192</c:v>
                </c:pt>
                <c:pt idx="1242">
                  <c:v>0.2226395144783401</c:v>
                </c:pt>
                <c:pt idx="1243">
                  <c:v>0.20860553220672354</c:v>
                </c:pt>
                <c:pt idx="1244">
                  <c:v>0.18056580677378301</c:v>
                </c:pt>
                <c:pt idx="1245">
                  <c:v>0.16817337093166848</c:v>
                </c:pt>
                <c:pt idx="1246">
                  <c:v>0.16276533866723661</c:v>
                </c:pt>
                <c:pt idx="1247">
                  <c:v>0.17361814735348247</c:v>
                </c:pt>
                <c:pt idx="1248">
                  <c:v>0.18706281392836632</c:v>
                </c:pt>
                <c:pt idx="1249">
                  <c:v>0.21654580589023778</c:v>
                </c:pt>
                <c:pt idx="1250">
                  <c:v>0.23750332848204139</c:v>
                </c:pt>
                <c:pt idx="1251">
                  <c:v>0.27138650746086723</c:v>
                </c:pt>
                <c:pt idx="1252">
                  <c:v>0.28702342357403521</c:v>
                </c:pt>
                <c:pt idx="1253">
                  <c:v>0.31816899624126938</c:v>
                </c:pt>
                <c:pt idx="1254">
                  <c:v>0.32191144557569618</c:v>
                </c:pt>
                <c:pt idx="1255">
                  <c:v>0.31923808143378862</c:v>
                </c:pt>
                <c:pt idx="1256">
                  <c:v>0.28389074894434824</c:v>
                </c:pt>
                <c:pt idx="1257">
                  <c:v>0.24532650245764923</c:v>
                </c:pt>
                <c:pt idx="1258">
                  <c:v>0.2343623614130658</c:v>
                </c:pt>
                <c:pt idx="1259">
                  <c:v>0.24002483753418663</c:v>
                </c:pt>
                <c:pt idx="1260">
                  <c:v>0.22663139847494576</c:v>
                </c:pt>
                <c:pt idx="1261">
                  <c:v>0.22696505419328425</c:v>
                </c:pt>
                <c:pt idx="1262">
                  <c:v>0.22679171285977925</c:v>
                </c:pt>
                <c:pt idx="1263">
                  <c:v>0.21651677278430118</c:v>
                </c:pt>
                <c:pt idx="1264">
                  <c:v>0.21398371147563314</c:v>
                </c:pt>
                <c:pt idx="1265">
                  <c:v>0.22009887479585705</c:v>
                </c:pt>
                <c:pt idx="1266">
                  <c:v>0.21327315083958823</c:v>
                </c:pt>
                <c:pt idx="1267">
                  <c:v>0.22029714291686422</c:v>
                </c:pt>
                <c:pt idx="1268">
                  <c:v>0.22679491254858478</c:v>
                </c:pt>
                <c:pt idx="1269">
                  <c:v>0.2091213352286021</c:v>
                </c:pt>
                <c:pt idx="1270">
                  <c:v>0.217823277427204</c:v>
                </c:pt>
                <c:pt idx="1271">
                  <c:v>0.19859805278783627</c:v>
                </c:pt>
                <c:pt idx="1272">
                  <c:v>0.21017086885485914</c:v>
                </c:pt>
                <c:pt idx="1273">
                  <c:v>0.23152938171093529</c:v>
                </c:pt>
                <c:pt idx="1274">
                  <c:v>0.23414801218751824</c:v>
                </c:pt>
                <c:pt idx="1275">
                  <c:v>0.24146032331370976</c:v>
                </c:pt>
                <c:pt idx="1276">
                  <c:v>0.22546713707414742</c:v>
                </c:pt>
                <c:pt idx="1277">
                  <c:v>0.23345805720505117</c:v>
                </c:pt>
                <c:pt idx="1278">
                  <c:v>0.22948750178405328</c:v>
                </c:pt>
                <c:pt idx="1279">
                  <c:v>0.23647715982395417</c:v>
                </c:pt>
                <c:pt idx="1280">
                  <c:v>0.13519155336388167</c:v>
                </c:pt>
                <c:pt idx="1281">
                  <c:v>0.18884832604264698</c:v>
                </c:pt>
                <c:pt idx="1282">
                  <c:v>0.20952781346316354</c:v>
                </c:pt>
                <c:pt idx="1283">
                  <c:v>0.20303857262994576</c:v>
                </c:pt>
                <c:pt idx="1284">
                  <c:v>0.20846895231771204</c:v>
                </c:pt>
                <c:pt idx="1285">
                  <c:v>0.19715239763372946</c:v>
                </c:pt>
                <c:pt idx="1286">
                  <c:v>0.20339845372837256</c:v>
                </c:pt>
                <c:pt idx="1287">
                  <c:v>0.2151040062554691</c:v>
                </c:pt>
                <c:pt idx="1288">
                  <c:v>0.2108384123633476</c:v>
                </c:pt>
                <c:pt idx="1289">
                  <c:v>0.2044232364689646</c:v>
                </c:pt>
                <c:pt idx="1290">
                  <c:v>0.197607886699257</c:v>
                </c:pt>
                <c:pt idx="1291">
                  <c:v>0.20495455516043226</c:v>
                </c:pt>
                <c:pt idx="1292">
                  <c:v>0.21383838409020775</c:v>
                </c:pt>
                <c:pt idx="1293">
                  <c:v>0.23687274161673372</c:v>
                </c:pt>
                <c:pt idx="1294">
                  <c:v>0.256712330000962</c:v>
                </c:pt>
                <c:pt idx="1295">
                  <c:v>0.25177025511237877</c:v>
                </c:pt>
                <c:pt idx="1296">
                  <c:v>0.23799989936821628</c:v>
                </c:pt>
                <c:pt idx="1297">
                  <c:v>0.24468831251795994</c:v>
                </c:pt>
                <c:pt idx="1298">
                  <c:v>0.24114442707768952</c:v>
                </c:pt>
                <c:pt idx="1299">
                  <c:v>0.23664518691398811</c:v>
                </c:pt>
                <c:pt idx="1300">
                  <c:v>0.24057362621654449</c:v>
                </c:pt>
                <c:pt idx="1301">
                  <c:v>0.22353586725899732</c:v>
                </c:pt>
                <c:pt idx="1302">
                  <c:v>0.21152573625539828</c:v>
                </c:pt>
                <c:pt idx="1303">
                  <c:v>0.22023843843182669</c:v>
                </c:pt>
                <c:pt idx="1304">
                  <c:v>0.25521625817911414</c:v>
                </c:pt>
                <c:pt idx="1305">
                  <c:v>0.23353440372629233</c:v>
                </c:pt>
                <c:pt idx="1306">
                  <c:v>0.22263069423148785</c:v>
                </c:pt>
                <c:pt idx="1307">
                  <c:v>0.21897361133067123</c:v>
                </c:pt>
                <c:pt idx="1308">
                  <c:v>0.21011852541294448</c:v>
                </c:pt>
                <c:pt idx="1309">
                  <c:v>0.21243501699275186</c:v>
                </c:pt>
                <c:pt idx="1310">
                  <c:v>0.23443422837304334</c:v>
                </c:pt>
                <c:pt idx="1311">
                  <c:v>0.21073530042208405</c:v>
                </c:pt>
                <c:pt idx="1312">
                  <c:v>0.18948281981077902</c:v>
                </c:pt>
                <c:pt idx="1313">
                  <c:v>0.17419466343995166</c:v>
                </c:pt>
                <c:pt idx="1314">
                  <c:v>0.16760226305679765</c:v>
                </c:pt>
                <c:pt idx="1315">
                  <c:v>0.15581387481026007</c:v>
                </c:pt>
                <c:pt idx="1316">
                  <c:v>0.16085332548276679</c:v>
                </c:pt>
                <c:pt idx="1317">
                  <c:v>0.18050050864052442</c:v>
                </c:pt>
                <c:pt idx="1318">
                  <c:v>0.18749290628941265</c:v>
                </c:pt>
                <c:pt idx="1319">
                  <c:v>0.18829830337753278</c:v>
                </c:pt>
                <c:pt idx="1320">
                  <c:v>0.17632124373064947</c:v>
                </c:pt>
                <c:pt idx="1321">
                  <c:v>0.1743556714388875</c:v>
                </c:pt>
                <c:pt idx="1322">
                  <c:v>0.16366729837352181</c:v>
                </c:pt>
                <c:pt idx="1323">
                  <c:v>0.16630098449395203</c:v>
                </c:pt>
                <c:pt idx="1324">
                  <c:v>0.15824042736626853</c:v>
                </c:pt>
                <c:pt idx="1325">
                  <c:v>0.15910023198908979</c:v>
                </c:pt>
                <c:pt idx="1326">
                  <c:v>0.15330442390203819</c:v>
                </c:pt>
                <c:pt idx="1327">
                  <c:v>0.15835882107902646</c:v>
                </c:pt>
                <c:pt idx="1328">
                  <c:v>0.15808897549487258</c:v>
                </c:pt>
                <c:pt idx="1329">
                  <c:v>0.17588248911864895</c:v>
                </c:pt>
                <c:pt idx="1330">
                  <c:v>0.19261076947606476</c:v>
                </c:pt>
                <c:pt idx="1331">
                  <c:v>0.18847590121406219</c:v>
                </c:pt>
                <c:pt idx="1332">
                  <c:v>0.15631587857129306</c:v>
                </c:pt>
                <c:pt idx="1333">
                  <c:v>0.14832360752103049</c:v>
                </c:pt>
                <c:pt idx="1334">
                  <c:v>0.14400913049828332</c:v>
                </c:pt>
                <c:pt idx="1335">
                  <c:v>0.13763035873515525</c:v>
                </c:pt>
                <c:pt idx="1336">
                  <c:v>0.14288418460751554</c:v>
                </c:pt>
                <c:pt idx="1337">
                  <c:v>0.12917198088817089</c:v>
                </c:pt>
                <c:pt idx="1338">
                  <c:v>0.14834530449202685</c:v>
                </c:pt>
                <c:pt idx="1339">
                  <c:v>0.15057886490575134</c:v>
                </c:pt>
                <c:pt idx="1340">
                  <c:v>0.15430842040320072</c:v>
                </c:pt>
                <c:pt idx="1341">
                  <c:v>0.16360181290485357</c:v>
                </c:pt>
                <c:pt idx="1342">
                  <c:v>0.17224455044935544</c:v>
                </c:pt>
                <c:pt idx="1343">
                  <c:v>0.17094780626727371</c:v>
                </c:pt>
                <c:pt idx="1344">
                  <c:v>0.17302550073593362</c:v>
                </c:pt>
                <c:pt idx="1345">
                  <c:v>0.17674991611587157</c:v>
                </c:pt>
                <c:pt idx="1346">
                  <c:v>0.18010461724046242</c:v>
                </c:pt>
                <c:pt idx="1347">
                  <c:v>0.18113266717437124</c:v>
                </c:pt>
                <c:pt idx="1348">
                  <c:v>0.18345241539654911</c:v>
                </c:pt>
                <c:pt idx="1349">
                  <c:v>0.1906550331474095</c:v>
                </c:pt>
                <c:pt idx="1350">
                  <c:v>0.1908035705506507</c:v>
                </c:pt>
                <c:pt idx="1351">
                  <c:v>0.19092798923823984</c:v>
                </c:pt>
                <c:pt idx="1352">
                  <c:v>0.18099696117232392</c:v>
                </c:pt>
                <c:pt idx="1353">
                  <c:v>0.18277702381175945</c:v>
                </c:pt>
                <c:pt idx="1354">
                  <c:v>0.15664784598212272</c:v>
                </c:pt>
                <c:pt idx="1355">
                  <c:v>0.13169887718486425</c:v>
                </c:pt>
                <c:pt idx="1356">
                  <c:v>0.10675059365704037</c:v>
                </c:pt>
                <c:pt idx="1357">
                  <c:v>9.0869550106902106E-2</c:v>
                </c:pt>
                <c:pt idx="1358">
                  <c:v>7.9002737575381385E-2</c:v>
                </c:pt>
                <c:pt idx="1359">
                  <c:v>0.12211036704657913</c:v>
                </c:pt>
                <c:pt idx="1360">
                  <c:v>0.15510967358498592</c:v>
                </c:pt>
                <c:pt idx="1361">
                  <c:v>0.15110251875674652</c:v>
                </c:pt>
                <c:pt idx="1362">
                  <c:v>0.14584397987893666</c:v>
                </c:pt>
                <c:pt idx="1363">
                  <c:v>0.14602108675701062</c:v>
                </c:pt>
                <c:pt idx="1364">
                  <c:v>0.13809271474243992</c:v>
                </c:pt>
                <c:pt idx="1365">
                  <c:v>0.14730575675101787</c:v>
                </c:pt>
                <c:pt idx="1366">
                  <c:v>0.15094979338809353</c:v>
                </c:pt>
                <c:pt idx="1367">
                  <c:v>0.15713605236202577</c:v>
                </c:pt>
                <c:pt idx="1368">
                  <c:v>0.15798247929384521</c:v>
                </c:pt>
                <c:pt idx="1369">
                  <c:v>0.14370865733953825</c:v>
                </c:pt>
                <c:pt idx="1370">
                  <c:v>0.14615743080839763</c:v>
                </c:pt>
                <c:pt idx="1371">
                  <c:v>0.14568632425905598</c:v>
                </c:pt>
                <c:pt idx="1372">
                  <c:v>0.13322175536292252</c:v>
                </c:pt>
                <c:pt idx="1373">
                  <c:v>0.13627419802669102</c:v>
                </c:pt>
                <c:pt idx="1374">
                  <c:v>0.14813157392263618</c:v>
                </c:pt>
                <c:pt idx="1375">
                  <c:v>0.14391478836640784</c:v>
                </c:pt>
                <c:pt idx="1376">
                  <c:v>0.1490386897845235</c:v>
                </c:pt>
                <c:pt idx="1377">
                  <c:v>0.13185087683130906</c:v>
                </c:pt>
                <c:pt idx="1378">
                  <c:v>0.14432697501390951</c:v>
                </c:pt>
                <c:pt idx="1379">
                  <c:v>0.16280454917194229</c:v>
                </c:pt>
                <c:pt idx="1380">
                  <c:v>0.14964284660167432</c:v>
                </c:pt>
                <c:pt idx="1381">
                  <c:v>0.13876281649506442</c:v>
                </c:pt>
                <c:pt idx="1382">
                  <c:v>0.15264713262631285</c:v>
                </c:pt>
                <c:pt idx="1383">
                  <c:v>0.16092883949271833</c:v>
                </c:pt>
                <c:pt idx="1384">
                  <c:v>0.1345081917570069</c:v>
                </c:pt>
                <c:pt idx="1385">
                  <c:v>0.1666176765546076</c:v>
                </c:pt>
                <c:pt idx="1386">
                  <c:v>0.14489672135273204</c:v>
                </c:pt>
                <c:pt idx="1387">
                  <c:v>0.15458330235562437</c:v>
                </c:pt>
                <c:pt idx="1388">
                  <c:v>0.14152107445564988</c:v>
                </c:pt>
                <c:pt idx="1389">
                  <c:v>0.1390194066794706</c:v>
                </c:pt>
                <c:pt idx="1390">
                  <c:v>0.14070658976973321</c:v>
                </c:pt>
                <c:pt idx="1391">
                  <c:v>0.1442825272902527</c:v>
                </c:pt>
                <c:pt idx="1392">
                  <c:v>0.14613538662531977</c:v>
                </c:pt>
                <c:pt idx="1393">
                  <c:v>0.15122110268684005</c:v>
                </c:pt>
                <c:pt idx="1394">
                  <c:v>0.15544680688167323</c:v>
                </c:pt>
                <c:pt idx="1395">
                  <c:v>0.15913837168689679</c:v>
                </c:pt>
                <c:pt idx="1396">
                  <c:v>0.15941501394602392</c:v>
                </c:pt>
                <c:pt idx="1397">
                  <c:v>0.1551941597182098</c:v>
                </c:pt>
                <c:pt idx="1398">
                  <c:v>0.14968517269530401</c:v>
                </c:pt>
                <c:pt idx="1399">
                  <c:v>0.15773266324467813</c:v>
                </c:pt>
                <c:pt idx="1400">
                  <c:v>0.1486905409854101</c:v>
                </c:pt>
                <c:pt idx="1401">
                  <c:v>0.1434433479982648</c:v>
                </c:pt>
                <c:pt idx="1402">
                  <c:v>0.12973487116354412</c:v>
                </c:pt>
                <c:pt idx="1403">
                  <c:v>0.14141906893601486</c:v>
                </c:pt>
                <c:pt idx="1404">
                  <c:v>0.12634338142785803</c:v>
                </c:pt>
                <c:pt idx="1405">
                  <c:v>0.14614118018349628</c:v>
                </c:pt>
                <c:pt idx="1406">
                  <c:v>0.16340455759463671</c:v>
                </c:pt>
                <c:pt idx="1407">
                  <c:v>0.16842135670903832</c:v>
                </c:pt>
                <c:pt idx="1408">
                  <c:v>0.18124369250808722</c:v>
                </c:pt>
                <c:pt idx="1409">
                  <c:v>0.1834300365692339</c:v>
                </c:pt>
                <c:pt idx="1410">
                  <c:v>0.17573244100977675</c:v>
                </c:pt>
                <c:pt idx="1411">
                  <c:v>0.18936401219109422</c:v>
                </c:pt>
                <c:pt idx="1412">
                  <c:v>0.21352097361086397</c:v>
                </c:pt>
                <c:pt idx="1413">
                  <c:v>0.22356802148037136</c:v>
                </c:pt>
                <c:pt idx="1414">
                  <c:v>0.22631542194732251</c:v>
                </c:pt>
                <c:pt idx="1415">
                  <c:v>0.2255356646765527</c:v>
                </c:pt>
                <c:pt idx="1416">
                  <c:v>0.23371285301565992</c:v>
                </c:pt>
                <c:pt idx="1417">
                  <c:v>0.24781367505842811</c:v>
                </c:pt>
                <c:pt idx="1418">
                  <c:v>0.25818755938444393</c:v>
                </c:pt>
                <c:pt idx="1419">
                  <c:v>0.25931878410274078</c:v>
                </c:pt>
                <c:pt idx="1420">
                  <c:v>0.2644469791164864</c:v>
                </c:pt>
                <c:pt idx="1421">
                  <c:v>0.26708903225782626</c:v>
                </c:pt>
                <c:pt idx="1422">
                  <c:v>0.26750255634953429</c:v>
                </c:pt>
                <c:pt idx="1423">
                  <c:v>0.27147256712291573</c:v>
                </c:pt>
                <c:pt idx="1424">
                  <c:v>0.27407225762294513</c:v>
                </c:pt>
                <c:pt idx="1425">
                  <c:v>0.27416139296478315</c:v>
                </c:pt>
                <c:pt idx="1426">
                  <c:v>0.28054591673947354</c:v>
                </c:pt>
                <c:pt idx="1427">
                  <c:v>0.28181895194692158</c:v>
                </c:pt>
                <c:pt idx="1428">
                  <c:v>0.26249018440201666</c:v>
                </c:pt>
                <c:pt idx="1429">
                  <c:v>0.25893522946681485</c:v>
                </c:pt>
                <c:pt idx="1430">
                  <c:v>0.25479455441211912</c:v>
                </c:pt>
                <c:pt idx="1431">
                  <c:v>0.23598978040014665</c:v>
                </c:pt>
                <c:pt idx="1432">
                  <c:v>0.22996838593491531</c:v>
                </c:pt>
                <c:pt idx="1433">
                  <c:v>0.19845813621592132</c:v>
                </c:pt>
                <c:pt idx="1434">
                  <c:v>0.20704913430734009</c:v>
                </c:pt>
                <c:pt idx="1435">
                  <c:v>0.20507035234758189</c:v>
                </c:pt>
                <c:pt idx="1436">
                  <c:v>0.20254707145770995</c:v>
                </c:pt>
                <c:pt idx="1437">
                  <c:v>0.19906274173100794</c:v>
                </c:pt>
                <c:pt idx="1438">
                  <c:v>0.1964097144622691</c:v>
                </c:pt>
                <c:pt idx="1439">
                  <c:v>0.20734978774003782</c:v>
                </c:pt>
                <c:pt idx="1440">
                  <c:v>0.20645078395904709</c:v>
                </c:pt>
                <c:pt idx="1441">
                  <c:v>0.20508172540007849</c:v>
                </c:pt>
                <c:pt idx="1442">
                  <c:v>0.21323229328809273</c:v>
                </c:pt>
                <c:pt idx="1443">
                  <c:v>0.21701969662079038</c:v>
                </c:pt>
                <c:pt idx="1444">
                  <c:v>0.21534702315485887</c:v>
                </c:pt>
                <c:pt idx="1445">
                  <c:v>0.20640993771547339</c:v>
                </c:pt>
                <c:pt idx="1446">
                  <c:v>0.20109006795933568</c:v>
                </c:pt>
                <c:pt idx="1447">
                  <c:v>0.18722637066617875</c:v>
                </c:pt>
                <c:pt idx="1448">
                  <c:v>0.181993443100294</c:v>
                </c:pt>
                <c:pt idx="1449">
                  <c:v>0.17675811317388959</c:v>
                </c:pt>
                <c:pt idx="1450">
                  <c:v>0.16413908275739364</c:v>
                </c:pt>
                <c:pt idx="1451">
                  <c:v>0.17433443119359704</c:v>
                </c:pt>
                <c:pt idx="1452">
                  <c:v>0.17110177916915717</c:v>
                </c:pt>
                <c:pt idx="1453">
                  <c:v>0.16812606228501184</c:v>
                </c:pt>
                <c:pt idx="1454">
                  <c:v>0.14464609956296179</c:v>
                </c:pt>
                <c:pt idx="1455">
                  <c:v>0.14356647392046348</c:v>
                </c:pt>
                <c:pt idx="1456">
                  <c:v>0.11990222830565625</c:v>
                </c:pt>
                <c:pt idx="1457">
                  <c:v>8.535339020523465E-2</c:v>
                </c:pt>
                <c:pt idx="1458">
                  <c:v>0.1040277335638265</c:v>
                </c:pt>
                <c:pt idx="1459">
                  <c:v>0.13248708239085635</c:v>
                </c:pt>
                <c:pt idx="1460">
                  <c:v>0.14503998984461436</c:v>
                </c:pt>
                <c:pt idx="1461">
                  <c:v>0.15574186158087153</c:v>
                </c:pt>
                <c:pt idx="1462">
                  <c:v>0.15414969101533102</c:v>
                </c:pt>
                <c:pt idx="1463">
                  <c:v>0.17400021948009653</c:v>
                </c:pt>
                <c:pt idx="1464">
                  <c:v>0.16764653209257305</c:v>
                </c:pt>
                <c:pt idx="1465">
                  <c:v>0.17289073326107854</c:v>
                </c:pt>
                <c:pt idx="1466">
                  <c:v>0.19938203175629188</c:v>
                </c:pt>
                <c:pt idx="1467">
                  <c:v>0.21169047107476824</c:v>
                </c:pt>
                <c:pt idx="1468">
                  <c:v>0.21942061460040624</c:v>
                </c:pt>
                <c:pt idx="1469">
                  <c:v>0.2182562488751455</c:v>
                </c:pt>
                <c:pt idx="1470">
                  <c:v>0.22140825392279639</c:v>
                </c:pt>
                <c:pt idx="1471">
                  <c:v>0.26542940088576816</c:v>
                </c:pt>
                <c:pt idx="1472">
                  <c:v>0.39214615839988076</c:v>
                </c:pt>
                <c:pt idx="1473">
                  <c:v>0.37698128026491878</c:v>
                </c:pt>
                <c:pt idx="1474">
                  <c:v>0.36121585875115908</c:v>
                </c:pt>
                <c:pt idx="1475">
                  <c:v>0.31033872651700378</c:v>
                </c:pt>
                <c:pt idx="1476">
                  <c:v>0.30935355562103395</c:v>
                </c:pt>
                <c:pt idx="1477">
                  <c:v>0.33307047847401017</c:v>
                </c:pt>
                <c:pt idx="1478">
                  <c:v>0.32626910356875199</c:v>
                </c:pt>
                <c:pt idx="1479">
                  <c:v>0.34196674909036584</c:v>
                </c:pt>
                <c:pt idx="1480">
                  <c:v>0.35827443247047719</c:v>
                </c:pt>
                <c:pt idx="1481">
                  <c:v>0.36955361679709792</c:v>
                </c:pt>
                <c:pt idx="1482">
                  <c:v>0.37943689143250603</c:v>
                </c:pt>
                <c:pt idx="1483">
                  <c:v>0.38922796600421072</c:v>
                </c:pt>
                <c:pt idx="1484">
                  <c:v>0.39417268109799625</c:v>
                </c:pt>
                <c:pt idx="1485">
                  <c:v>0.40790367915589193</c:v>
                </c:pt>
                <c:pt idx="1486">
                  <c:v>0.40659056079014705</c:v>
                </c:pt>
                <c:pt idx="1487">
                  <c:v>0.41121575901310992</c:v>
                </c:pt>
                <c:pt idx="1488">
                  <c:v>0.42469622040028221</c:v>
                </c:pt>
                <c:pt idx="1489">
                  <c:v>0.41725631146133529</c:v>
                </c:pt>
                <c:pt idx="1490">
                  <c:v>0.42642338923655637</c:v>
                </c:pt>
                <c:pt idx="1491">
                  <c:v>0.42905210624203827</c:v>
                </c:pt>
                <c:pt idx="1492">
                  <c:v>0.43869687516297723</c:v>
                </c:pt>
                <c:pt idx="1493">
                  <c:v>0.44719202494458016</c:v>
                </c:pt>
                <c:pt idx="1494">
                  <c:v>0.45984747161649431</c:v>
                </c:pt>
                <c:pt idx="1495">
                  <c:v>0.45489083332574404</c:v>
                </c:pt>
                <c:pt idx="1496">
                  <c:v>0.42826545738860966</c:v>
                </c:pt>
                <c:pt idx="1497">
                  <c:v>0.40583912392098376</c:v>
                </c:pt>
                <c:pt idx="1498">
                  <c:v>0.38263456663803802</c:v>
                </c:pt>
                <c:pt idx="1499">
                  <c:v>0.33544286966199516</c:v>
                </c:pt>
                <c:pt idx="1500">
                  <c:v>0.32259184881653352</c:v>
                </c:pt>
                <c:pt idx="1501">
                  <c:v>0.30863481072951582</c:v>
                </c:pt>
                <c:pt idx="1502">
                  <c:v>0.31702688146852032</c:v>
                </c:pt>
                <c:pt idx="1503">
                  <c:v>0.31904844894455098</c:v>
                </c:pt>
                <c:pt idx="1504">
                  <c:v>0.2734388802608797</c:v>
                </c:pt>
                <c:pt idx="1505">
                  <c:v>0.16420472465234079</c:v>
                </c:pt>
                <c:pt idx="1506">
                  <c:v>0.16440396214926664</c:v>
                </c:pt>
                <c:pt idx="1507">
                  <c:v>0.17653997569733668</c:v>
                </c:pt>
                <c:pt idx="1508">
                  <c:v>0.16470071365840044</c:v>
                </c:pt>
                <c:pt idx="1509">
                  <c:v>0.15816259386032266</c:v>
                </c:pt>
                <c:pt idx="1510">
                  <c:v>0.15849668582026666</c:v>
                </c:pt>
                <c:pt idx="1511">
                  <c:v>0.155551494273828</c:v>
                </c:pt>
                <c:pt idx="1512">
                  <c:v>0.15607558256649878</c:v>
                </c:pt>
                <c:pt idx="1513">
                  <c:v>0.1525465561246214</c:v>
                </c:pt>
                <c:pt idx="1514">
                  <c:v>0.1532887749679519</c:v>
                </c:pt>
                <c:pt idx="1515">
                  <c:v>0.15028898140492383</c:v>
                </c:pt>
                <c:pt idx="1516">
                  <c:v>0.15165261037199745</c:v>
                </c:pt>
                <c:pt idx="1517">
                  <c:v>0.1473416086184412</c:v>
                </c:pt>
                <c:pt idx="1518">
                  <c:v>0.14623864757476454</c:v>
                </c:pt>
                <c:pt idx="1519">
                  <c:v>0.13377153829808228</c:v>
                </c:pt>
                <c:pt idx="1520">
                  <c:v>0.14763015892231288</c:v>
                </c:pt>
                <c:pt idx="1521">
                  <c:v>0.16050254892220014</c:v>
                </c:pt>
                <c:pt idx="1522">
                  <c:v>0.15549467951760595</c:v>
                </c:pt>
                <c:pt idx="1523">
                  <c:v>0.15216665754091616</c:v>
                </c:pt>
                <c:pt idx="1524">
                  <c:v>0.1426923873015809</c:v>
                </c:pt>
                <c:pt idx="1525">
                  <c:v>0.13143622767597296</c:v>
                </c:pt>
                <c:pt idx="1526">
                  <c:v>0.10980097490944996</c:v>
                </c:pt>
                <c:pt idx="1527">
                  <c:v>0.10342192456620125</c:v>
                </c:pt>
                <c:pt idx="1528">
                  <c:v>9.6980580294173779E-2</c:v>
                </c:pt>
                <c:pt idx="1529">
                  <c:v>0.18244442218327767</c:v>
                </c:pt>
                <c:pt idx="1530">
                  <c:v>0.15285732530327167</c:v>
                </c:pt>
                <c:pt idx="1531">
                  <c:v>0.15904503341382337</c:v>
                </c:pt>
                <c:pt idx="1532">
                  <c:v>0.15516020158114122</c:v>
                </c:pt>
                <c:pt idx="1533">
                  <c:v>0.15561729784342229</c:v>
                </c:pt>
                <c:pt idx="1534">
                  <c:v>0.18103029546438346</c:v>
                </c:pt>
                <c:pt idx="1535">
                  <c:v>0.19426977800412004</c:v>
                </c:pt>
                <c:pt idx="1536">
                  <c:v>0.21706166287587947</c:v>
                </c:pt>
                <c:pt idx="1537">
                  <c:v>0.229322009837399</c:v>
                </c:pt>
                <c:pt idx="1538">
                  <c:v>0.2400697505549142</c:v>
                </c:pt>
                <c:pt idx="1539">
                  <c:v>0.25737546162463792</c:v>
                </c:pt>
                <c:pt idx="1540">
                  <c:v>0.26864237190473422</c:v>
                </c:pt>
                <c:pt idx="1541">
                  <c:v>0.27498507967955416</c:v>
                </c:pt>
                <c:pt idx="1542">
                  <c:v>0.277529152954687</c:v>
                </c:pt>
                <c:pt idx="1543">
                  <c:v>0.29161313554864904</c:v>
                </c:pt>
                <c:pt idx="1544">
                  <c:v>0.27819288861939478</c:v>
                </c:pt>
                <c:pt idx="1545">
                  <c:v>0.25945352412071609</c:v>
                </c:pt>
                <c:pt idx="1546">
                  <c:v>0.24285577208556916</c:v>
                </c:pt>
                <c:pt idx="1547">
                  <c:v>0.22698849925070178</c:v>
                </c:pt>
                <c:pt idx="1548">
                  <c:v>0.24099363029249887</c:v>
                </c:pt>
                <c:pt idx="1549">
                  <c:v>0.23888697026467295</c:v>
                </c:pt>
                <c:pt idx="1550">
                  <c:v>0.23888069696844982</c:v>
                </c:pt>
                <c:pt idx="1551">
                  <c:v>0.24572292841433868</c:v>
                </c:pt>
                <c:pt idx="1552">
                  <c:v>0.24408999056016542</c:v>
                </c:pt>
                <c:pt idx="1553">
                  <c:v>0.24206660092760809</c:v>
                </c:pt>
                <c:pt idx="1554">
                  <c:v>0.23481248965470364</c:v>
                </c:pt>
                <c:pt idx="1555">
                  <c:v>0.22038818863140144</c:v>
                </c:pt>
                <c:pt idx="1556">
                  <c:v>0.21439648570486813</c:v>
                </c:pt>
                <c:pt idx="1557">
                  <c:v>0.21728992342174955</c:v>
                </c:pt>
                <c:pt idx="1558">
                  <c:v>0.21768621874838573</c:v>
                </c:pt>
                <c:pt idx="1559">
                  <c:v>0.21022016095675045</c:v>
                </c:pt>
                <c:pt idx="1560">
                  <c:v>0.2068148119622589</c:v>
                </c:pt>
                <c:pt idx="1561">
                  <c:v>0.21186461395535441</c:v>
                </c:pt>
                <c:pt idx="1562">
                  <c:v>0.20939548722420281</c:v>
                </c:pt>
                <c:pt idx="1563">
                  <c:v>0.20888270413744536</c:v>
                </c:pt>
                <c:pt idx="1564">
                  <c:v>0.21135452862243626</c:v>
                </c:pt>
                <c:pt idx="1565">
                  <c:v>0.21433271213614355</c:v>
                </c:pt>
                <c:pt idx="1566">
                  <c:v>0.37549578004264988</c:v>
                </c:pt>
                <c:pt idx="1567">
                  <c:v>0.40524711645952183</c:v>
                </c:pt>
                <c:pt idx="1568">
                  <c:v>0.36668231818605479</c:v>
                </c:pt>
                <c:pt idx="1569">
                  <c:v>0.32992519169166273</c:v>
                </c:pt>
                <c:pt idx="1570">
                  <c:v>0.27091131997970125</c:v>
                </c:pt>
                <c:pt idx="1571">
                  <c:v>0.23255623056818236</c:v>
                </c:pt>
                <c:pt idx="1572">
                  <c:v>0.20922433569353374</c:v>
                </c:pt>
                <c:pt idx="1573">
                  <c:v>0.21728731258494838</c:v>
                </c:pt>
                <c:pt idx="1574">
                  <c:v>0.22210183073249964</c:v>
                </c:pt>
                <c:pt idx="1575">
                  <c:v>0.211340310270238</c:v>
                </c:pt>
                <c:pt idx="1576">
                  <c:v>0.22818207599406312</c:v>
                </c:pt>
                <c:pt idx="1577">
                  <c:v>0.24406568614721025</c:v>
                </c:pt>
                <c:pt idx="1578">
                  <c:v>0.25393080185868561</c:v>
                </c:pt>
                <c:pt idx="1579">
                  <c:v>0.26221911004389442</c:v>
                </c:pt>
                <c:pt idx="1580">
                  <c:v>0.25870633950865696</c:v>
                </c:pt>
                <c:pt idx="1581">
                  <c:v>0.26468508299455051</c:v>
                </c:pt>
                <c:pt idx="1582">
                  <c:v>0.2709642452711416</c:v>
                </c:pt>
                <c:pt idx="1583">
                  <c:v>0.26971362354459</c:v>
                </c:pt>
                <c:pt idx="1584">
                  <c:v>0.28759197527892355</c:v>
                </c:pt>
                <c:pt idx="1585">
                  <c:v>0.29101745505171434</c:v>
                </c:pt>
                <c:pt idx="1586">
                  <c:v>0.29109992608225271</c:v>
                </c:pt>
                <c:pt idx="1587">
                  <c:v>0.28419684891753244</c:v>
                </c:pt>
                <c:pt idx="1588">
                  <c:v>0.29633059207803469</c:v>
                </c:pt>
                <c:pt idx="1589">
                  <c:v>0.28664348652874233</c:v>
                </c:pt>
                <c:pt idx="1590">
                  <c:v>0.28233681073620387</c:v>
                </c:pt>
                <c:pt idx="1591">
                  <c:v>0.28112477489425547</c:v>
                </c:pt>
                <c:pt idx="1592">
                  <c:v>0.25703713072198353</c:v>
                </c:pt>
                <c:pt idx="1593">
                  <c:v>0.22382239735649667</c:v>
                </c:pt>
                <c:pt idx="1594">
                  <c:v>0.19078965687451482</c:v>
                </c:pt>
                <c:pt idx="1595">
                  <c:v>0.18676028358181504</c:v>
                </c:pt>
                <c:pt idx="1596">
                  <c:v>0.18144591317445674</c:v>
                </c:pt>
                <c:pt idx="1597">
                  <c:v>0.20662887079881764</c:v>
                </c:pt>
                <c:pt idx="1598">
                  <c:v>0.23064877541359569</c:v>
                </c:pt>
                <c:pt idx="1599">
                  <c:v>0.23640449201998417</c:v>
                </c:pt>
                <c:pt idx="1600">
                  <c:v>0.25962223794739631</c:v>
                </c:pt>
                <c:pt idx="1601">
                  <c:v>0.27501793909667416</c:v>
                </c:pt>
                <c:pt idx="1602">
                  <c:v>0.28269277477497606</c:v>
                </c:pt>
                <c:pt idx="1603">
                  <c:v>0.28520876674691559</c:v>
                </c:pt>
                <c:pt idx="1604">
                  <c:v>0.27976144788025337</c:v>
                </c:pt>
                <c:pt idx="1605">
                  <c:v>0.22988881224283725</c:v>
                </c:pt>
                <c:pt idx="1606">
                  <c:v>0.21496940892467081</c:v>
                </c:pt>
                <c:pt idx="1607">
                  <c:v>0.20673793924111469</c:v>
                </c:pt>
                <c:pt idx="1608">
                  <c:v>0.19710204070983056</c:v>
                </c:pt>
                <c:pt idx="1609">
                  <c:v>0.19539359823059552</c:v>
                </c:pt>
                <c:pt idx="1610">
                  <c:v>0.20057701586405471</c:v>
                </c:pt>
                <c:pt idx="1611">
                  <c:v>0.21833572691809383</c:v>
                </c:pt>
                <c:pt idx="1612">
                  <c:v>0.26503778092148272</c:v>
                </c:pt>
                <c:pt idx="1613">
                  <c:v>0.29307898307696817</c:v>
                </c:pt>
                <c:pt idx="1614">
                  <c:v>0.28705166671373894</c:v>
                </c:pt>
                <c:pt idx="1615">
                  <c:v>0.26669685471813398</c:v>
                </c:pt>
                <c:pt idx="1616">
                  <c:v>0.23976542968233758</c:v>
                </c:pt>
                <c:pt idx="1617">
                  <c:v>0.22226341909240563</c:v>
                </c:pt>
                <c:pt idx="1618">
                  <c:v>0.22594851132450536</c:v>
                </c:pt>
                <c:pt idx="1619">
                  <c:v>0.27506975529004318</c:v>
                </c:pt>
                <c:pt idx="1620">
                  <c:v>0.33174040668904037</c:v>
                </c:pt>
                <c:pt idx="1621">
                  <c:v>0.2890532497960247</c:v>
                </c:pt>
                <c:pt idx="1622">
                  <c:v>0.24057124048939776</c:v>
                </c:pt>
                <c:pt idx="1623">
                  <c:v>0.26413417747781098</c:v>
                </c:pt>
                <c:pt idx="1624">
                  <c:v>0.24106105093445329</c:v>
                </c:pt>
                <c:pt idx="1625">
                  <c:v>0.25990831481247628</c:v>
                </c:pt>
                <c:pt idx="1626">
                  <c:v>0.26431231936930216</c:v>
                </c:pt>
                <c:pt idx="1627">
                  <c:v>0.26350516350621767</c:v>
                </c:pt>
                <c:pt idx="1628">
                  <c:v>0.26437072203133394</c:v>
                </c:pt>
                <c:pt idx="1629">
                  <c:v>0.26337381440073226</c:v>
                </c:pt>
                <c:pt idx="1630">
                  <c:v>0.27582477200852074</c:v>
                </c:pt>
                <c:pt idx="1631">
                  <c:v>0.26830000194826453</c:v>
                </c:pt>
                <c:pt idx="1632">
                  <c:v>0.26765038357426801</c:v>
                </c:pt>
                <c:pt idx="1633">
                  <c:v>0.27226174139195403</c:v>
                </c:pt>
                <c:pt idx="1634">
                  <c:v>0.27336792226444745</c:v>
                </c:pt>
                <c:pt idx="1635">
                  <c:v>0.28147605643983725</c:v>
                </c:pt>
                <c:pt idx="1636">
                  <c:v>0.28098586745192533</c:v>
                </c:pt>
                <c:pt idx="1637">
                  <c:v>0.27701144411029377</c:v>
                </c:pt>
                <c:pt idx="1638">
                  <c:v>0.27454996994371322</c:v>
                </c:pt>
                <c:pt idx="1639">
                  <c:v>0.28519390356479646</c:v>
                </c:pt>
                <c:pt idx="1640">
                  <c:v>0.30110677586623996</c:v>
                </c:pt>
                <c:pt idx="1641">
                  <c:v>0.30382827685682468</c:v>
                </c:pt>
                <c:pt idx="1642">
                  <c:v>0.25622835377487596</c:v>
                </c:pt>
                <c:pt idx="1643">
                  <c:v>0.17786371767158721</c:v>
                </c:pt>
                <c:pt idx="1644">
                  <c:v>0.13854887333038254</c:v>
                </c:pt>
                <c:pt idx="1645">
                  <c:v>0.11418030845206981</c:v>
                </c:pt>
                <c:pt idx="1646">
                  <c:v>0.11442034883154012</c:v>
                </c:pt>
                <c:pt idx="1647">
                  <c:v>0.11903671525627249</c:v>
                </c:pt>
                <c:pt idx="1648">
                  <c:v>0.13605353731887695</c:v>
                </c:pt>
                <c:pt idx="1649">
                  <c:v>7.1116182616640419E-2</c:v>
                </c:pt>
                <c:pt idx="1650">
                  <c:v>0.15880664042961398</c:v>
                </c:pt>
                <c:pt idx="1651">
                  <c:v>0.1756499318112397</c:v>
                </c:pt>
                <c:pt idx="1652">
                  <c:v>0.18486787253755682</c:v>
                </c:pt>
                <c:pt idx="1653">
                  <c:v>0.21015281629373497</c:v>
                </c:pt>
                <c:pt idx="1654">
                  <c:v>0.33568559092575101</c:v>
                </c:pt>
                <c:pt idx="1655">
                  <c:v>0.41991330665890031</c:v>
                </c:pt>
                <c:pt idx="1656">
                  <c:v>0.43545080747893994</c:v>
                </c:pt>
                <c:pt idx="1657">
                  <c:v>0.4592689673886467</c:v>
                </c:pt>
                <c:pt idx="1658">
                  <c:v>0.47604122799187154</c:v>
                </c:pt>
                <c:pt idx="1659">
                  <c:v>0.4938281459645088</c:v>
                </c:pt>
                <c:pt idx="1660">
                  <c:v>0.50358770982990597</c:v>
                </c:pt>
                <c:pt idx="1661">
                  <c:v>0.52575014441656864</c:v>
                </c:pt>
                <c:pt idx="1662">
                  <c:v>0.5502481250591218</c:v>
                </c:pt>
                <c:pt idx="1663">
                  <c:v>0.56878868713651165</c:v>
                </c:pt>
                <c:pt idx="1664">
                  <c:v>0.51563964122455663</c:v>
                </c:pt>
                <c:pt idx="1665">
                  <c:v>0.49925845794825358</c:v>
                </c:pt>
                <c:pt idx="1666">
                  <c:v>0.49375767030493822</c:v>
                </c:pt>
                <c:pt idx="1667">
                  <c:v>0.46187716145330859</c:v>
                </c:pt>
                <c:pt idx="1668">
                  <c:v>0.41252612099297403</c:v>
                </c:pt>
                <c:pt idx="1669">
                  <c:v>0.39668701158876829</c:v>
                </c:pt>
                <c:pt idx="1670">
                  <c:v>0.40266226705075719</c:v>
                </c:pt>
                <c:pt idx="1671">
                  <c:v>0.40529257182748868</c:v>
                </c:pt>
                <c:pt idx="1672">
                  <c:v>0.40942392425686391</c:v>
                </c:pt>
                <c:pt idx="1673">
                  <c:v>0.46067062844053824</c:v>
                </c:pt>
                <c:pt idx="1674">
                  <c:v>0.5252797448127301</c:v>
                </c:pt>
                <c:pt idx="1675">
                  <c:v>0.56841431777531848</c:v>
                </c:pt>
                <c:pt idx="1676">
                  <c:v>0.63110514071341883</c:v>
                </c:pt>
                <c:pt idx="1677">
                  <c:v>0.66258799287447101</c:v>
                </c:pt>
                <c:pt idx="1678">
                  <c:v>0.68124402234907078</c:v>
                </c:pt>
                <c:pt idx="1679">
                  <c:v>0.68076189870715254</c:v>
                </c:pt>
                <c:pt idx="1680">
                  <c:v>0.71294460334150456</c:v>
                </c:pt>
                <c:pt idx="1681">
                  <c:v>0.7390310704623787</c:v>
                </c:pt>
                <c:pt idx="1682">
                  <c:v>0.71338405544310879</c:v>
                </c:pt>
                <c:pt idx="1683">
                  <c:v>0.72168234136468368</c:v>
                </c:pt>
                <c:pt idx="1684">
                  <c:v>0.74312186124743251</c:v>
                </c:pt>
                <c:pt idx="1685">
                  <c:v>0.74479323169480249</c:v>
                </c:pt>
                <c:pt idx="1686">
                  <c:v>0.73872346711792547</c:v>
                </c:pt>
                <c:pt idx="1687">
                  <c:v>0.73791313622090782</c:v>
                </c:pt>
                <c:pt idx="1688">
                  <c:v>0.72846226026603644</c:v>
                </c:pt>
                <c:pt idx="1689">
                  <c:v>0.69703253034394386</c:v>
                </c:pt>
                <c:pt idx="1690">
                  <c:v>0.63841558487127459</c:v>
                </c:pt>
                <c:pt idx="1691">
                  <c:v>0.60439076072420483</c:v>
                </c:pt>
                <c:pt idx="1692">
                  <c:v>0.56303107137057484</c:v>
                </c:pt>
                <c:pt idx="1693">
                  <c:v>0.51918464293981303</c:v>
                </c:pt>
                <c:pt idx="1694">
                  <c:v>0.51104150236702917</c:v>
                </c:pt>
                <c:pt idx="1695">
                  <c:v>0.50359270880278351</c:v>
                </c:pt>
                <c:pt idx="1696">
                  <c:v>0.51645498427940928</c:v>
                </c:pt>
                <c:pt idx="1697">
                  <c:v>0.57290279237443198</c:v>
                </c:pt>
                <c:pt idx="1698">
                  <c:v>0.59295208097482044</c:v>
                </c:pt>
                <c:pt idx="1699">
                  <c:v>0.62290627961027933</c:v>
                </c:pt>
                <c:pt idx="1700">
                  <c:v>0.6670044974342223</c:v>
                </c:pt>
                <c:pt idx="1701">
                  <c:v>0.6816459388787266</c:v>
                </c:pt>
                <c:pt idx="1702">
                  <c:v>0.68383141202457354</c:v>
                </c:pt>
                <c:pt idx="1703">
                  <c:v>0.68107215985693725</c:v>
                </c:pt>
                <c:pt idx="1704">
                  <c:v>0.68933631514807114</c:v>
                </c:pt>
                <c:pt idx="1705">
                  <c:v>0.6964522259030258</c:v>
                </c:pt>
                <c:pt idx="1706">
                  <c:v>0.70945976254986787</c:v>
                </c:pt>
                <c:pt idx="1707">
                  <c:v>0.71174398588341092</c:v>
                </c:pt>
                <c:pt idx="1708">
                  <c:v>0.71319313589996325</c:v>
                </c:pt>
                <c:pt idx="1709">
                  <c:v>0.70513287690871707</c:v>
                </c:pt>
                <c:pt idx="1710">
                  <c:v>0.70574203037045435</c:v>
                </c:pt>
                <c:pt idx="1711">
                  <c:v>0.69463696522430374</c:v>
                </c:pt>
                <c:pt idx="1712">
                  <c:v>0.67821099094635207</c:v>
                </c:pt>
                <c:pt idx="1713">
                  <c:v>0.68293559883932642</c:v>
                </c:pt>
                <c:pt idx="1714">
                  <c:v>0.65230698488752936</c:v>
                </c:pt>
                <c:pt idx="1715">
                  <c:v>0.64688970563883375</c:v>
                </c:pt>
                <c:pt idx="1716">
                  <c:v>0.64221969137132273</c:v>
                </c:pt>
                <c:pt idx="1717">
                  <c:v>0.62405387078230112</c:v>
                </c:pt>
                <c:pt idx="1718">
                  <c:v>0.6022722303731104</c:v>
                </c:pt>
                <c:pt idx="1719">
                  <c:v>0.56280873061339176</c:v>
                </c:pt>
                <c:pt idx="1720">
                  <c:v>0.5986342686522218</c:v>
                </c:pt>
                <c:pt idx="1721">
                  <c:v>0.59650356156923789</c:v>
                </c:pt>
                <c:pt idx="1722">
                  <c:v>0.59698667462132249</c:v>
                </c:pt>
                <c:pt idx="1723">
                  <c:v>0.6031159954118489</c:v>
                </c:pt>
                <c:pt idx="1724">
                  <c:v>0.60066376100644381</c:v>
                </c:pt>
                <c:pt idx="1725">
                  <c:v>0.58502538337507692</c:v>
                </c:pt>
                <c:pt idx="1726">
                  <c:v>0.59208792403962796</c:v>
                </c:pt>
                <c:pt idx="1727">
                  <c:v>0.60942955813833999</c:v>
                </c:pt>
                <c:pt idx="1728">
                  <c:v>0.6315364367689551</c:v>
                </c:pt>
                <c:pt idx="1729">
                  <c:v>0.63470763973809807</c:v>
                </c:pt>
                <c:pt idx="1730">
                  <c:v>0.65419796281856535</c:v>
                </c:pt>
                <c:pt idx="1731">
                  <c:v>0.68597526229808781</c:v>
                </c:pt>
                <c:pt idx="1732">
                  <c:v>0.70497550489298333</c:v>
                </c:pt>
                <c:pt idx="1733">
                  <c:v>0.70289535075929477</c:v>
                </c:pt>
                <c:pt idx="1734">
                  <c:v>0.69948875576299829</c:v>
                </c:pt>
                <c:pt idx="1735">
                  <c:v>0.72990876718985742</c:v>
                </c:pt>
                <c:pt idx="1736">
                  <c:v>0.69953886144018063</c:v>
                </c:pt>
                <c:pt idx="1737">
                  <c:v>0.63757141828324515</c:v>
                </c:pt>
                <c:pt idx="1738">
                  <c:v>0.58840671294019598</c:v>
                </c:pt>
                <c:pt idx="1739">
                  <c:v>0.55539375669650115</c:v>
                </c:pt>
                <c:pt idx="1740">
                  <c:v>0.51603479574593347</c:v>
                </c:pt>
                <c:pt idx="1741">
                  <c:v>0.46331849070248765</c:v>
                </c:pt>
                <c:pt idx="1742">
                  <c:v>0.44930009618508038</c:v>
                </c:pt>
                <c:pt idx="1743">
                  <c:v>0.45580713851326182</c:v>
                </c:pt>
                <c:pt idx="1744">
                  <c:v>0.44278608005927889</c:v>
                </c:pt>
                <c:pt idx="1745">
                  <c:v>0.47062017774657444</c:v>
                </c:pt>
                <c:pt idx="1746">
                  <c:v>0.48901606585157142</c:v>
                </c:pt>
                <c:pt idx="1747">
                  <c:v>0.51096044407561059</c:v>
                </c:pt>
                <c:pt idx="1748">
                  <c:v>0.54010546865323728</c:v>
                </c:pt>
                <c:pt idx="1749">
                  <c:v>0.57087499012605003</c:v>
                </c:pt>
                <c:pt idx="1750">
                  <c:v>0.5792804605982097</c:v>
                </c:pt>
                <c:pt idx="1751">
                  <c:v>0.58472718702196447</c:v>
                </c:pt>
                <c:pt idx="1752">
                  <c:v>0.60110135293232003</c:v>
                </c:pt>
                <c:pt idx="1753">
                  <c:v>0.60861563175315836</c:v>
                </c:pt>
                <c:pt idx="1754">
                  <c:v>0.63770974845517903</c:v>
                </c:pt>
                <c:pt idx="1755">
                  <c:v>0.63458168403529724</c:v>
                </c:pt>
                <c:pt idx="1756">
                  <c:v>0.65771352280744499</c:v>
                </c:pt>
                <c:pt idx="1757">
                  <c:v>0.64993801743004642</c:v>
                </c:pt>
                <c:pt idx="1758">
                  <c:v>0.65534013988528406</c:v>
                </c:pt>
                <c:pt idx="1759">
                  <c:v>0.67935437107614283</c:v>
                </c:pt>
                <c:pt idx="1760">
                  <c:v>0.6787164451384311</c:v>
                </c:pt>
                <c:pt idx="1761">
                  <c:v>0.5928537014237939</c:v>
                </c:pt>
                <c:pt idx="1762">
                  <c:v>0.51595049134885351</c:v>
                </c:pt>
                <c:pt idx="1763">
                  <c:v>0.50190191260788186</c:v>
                </c:pt>
                <c:pt idx="1764">
                  <c:v>0.42637792188681078</c:v>
                </c:pt>
                <c:pt idx="1765">
                  <c:v>0.39708898435418016</c:v>
                </c:pt>
                <c:pt idx="1766">
                  <c:v>0.36157471679911418</c:v>
                </c:pt>
                <c:pt idx="1767">
                  <c:v>0.3455058972840172</c:v>
                </c:pt>
                <c:pt idx="1768">
                  <c:v>0.37679107931185984</c:v>
                </c:pt>
                <c:pt idx="1769">
                  <c:v>0.40367344650446713</c:v>
                </c:pt>
                <c:pt idx="1770">
                  <c:v>0.44308991679258958</c:v>
                </c:pt>
                <c:pt idx="1771">
                  <c:v>0.48303302407652376</c:v>
                </c:pt>
                <c:pt idx="1772">
                  <c:v>0.50692627499734266</c:v>
                </c:pt>
                <c:pt idx="1773">
                  <c:v>0.56881556791279442</c:v>
                </c:pt>
                <c:pt idx="1774">
                  <c:v>0.644377759149387</c:v>
                </c:pt>
                <c:pt idx="1775">
                  <c:v>0.63214953305210841</c:v>
                </c:pt>
                <c:pt idx="1776">
                  <c:v>0.64951038548101447</c:v>
                </c:pt>
                <c:pt idx="1777">
                  <c:v>0.67580787812528476</c:v>
                </c:pt>
                <c:pt idx="1778">
                  <c:v>0.67242357532462327</c:v>
                </c:pt>
                <c:pt idx="1779">
                  <c:v>0.65833741809403057</c:v>
                </c:pt>
                <c:pt idx="1780">
                  <c:v>0.67632500934409057</c:v>
                </c:pt>
                <c:pt idx="1781">
                  <c:v>0.68460120261033552</c:v>
                </c:pt>
                <c:pt idx="1782">
                  <c:v>0.66009957762818117</c:v>
                </c:pt>
                <c:pt idx="1783">
                  <c:v>0.86256079338943314</c:v>
                </c:pt>
                <c:pt idx="1784">
                  <c:v>0.38516992958415452</c:v>
                </c:pt>
                <c:pt idx="1785">
                  <c:v>0.28746723334710728</c:v>
                </c:pt>
                <c:pt idx="1786">
                  <c:v>0.28906925593932264</c:v>
                </c:pt>
                <c:pt idx="1787">
                  <c:v>0.27124803692083332</c:v>
                </c:pt>
                <c:pt idx="1788">
                  <c:v>0.22929088795449154</c:v>
                </c:pt>
                <c:pt idx="1789">
                  <c:v>0.18919265999257676</c:v>
                </c:pt>
                <c:pt idx="1790">
                  <c:v>0.18127402803020817</c:v>
                </c:pt>
                <c:pt idx="1791">
                  <c:v>0.17731515807115311</c:v>
                </c:pt>
                <c:pt idx="1792">
                  <c:v>0.19841281153414109</c:v>
                </c:pt>
                <c:pt idx="1793">
                  <c:v>0.18268547211085262</c:v>
                </c:pt>
                <c:pt idx="1794">
                  <c:v>0.17067417622315301</c:v>
                </c:pt>
                <c:pt idx="1795">
                  <c:v>0.15379914655812515</c:v>
                </c:pt>
                <c:pt idx="1796">
                  <c:v>0.16193257084520116</c:v>
                </c:pt>
                <c:pt idx="1797">
                  <c:v>0.16231901005285487</c:v>
                </c:pt>
                <c:pt idx="1798">
                  <c:v>0.15691893625108499</c:v>
                </c:pt>
                <c:pt idx="1799">
                  <c:v>0.14757722524214295</c:v>
                </c:pt>
                <c:pt idx="1800">
                  <c:v>0.15966572186094605</c:v>
                </c:pt>
                <c:pt idx="1801">
                  <c:v>0.17702905293292559</c:v>
                </c:pt>
                <c:pt idx="1802">
                  <c:v>0.18509627326029801</c:v>
                </c:pt>
                <c:pt idx="1803">
                  <c:v>0.18811476702510907</c:v>
                </c:pt>
                <c:pt idx="1804">
                  <c:v>0.18813503830475939</c:v>
                </c:pt>
                <c:pt idx="1805">
                  <c:v>0.1933136033222618</c:v>
                </c:pt>
                <c:pt idx="1806">
                  <c:v>0.20921369597129222</c:v>
                </c:pt>
                <c:pt idx="1807">
                  <c:v>0.23565030589307301</c:v>
                </c:pt>
                <c:pt idx="1808">
                  <c:v>0.19862789204764567</c:v>
                </c:pt>
                <c:pt idx="1809">
                  <c:v>0.18488001997994161</c:v>
                </c:pt>
                <c:pt idx="1810">
                  <c:v>0.17334211076140196</c:v>
                </c:pt>
                <c:pt idx="1811">
                  <c:v>0.15292313750650982</c:v>
                </c:pt>
                <c:pt idx="1812">
                  <c:v>0.13961637300000931</c:v>
                </c:pt>
                <c:pt idx="1813">
                  <c:v>0.14203994654947202</c:v>
                </c:pt>
                <c:pt idx="1814">
                  <c:v>0.1247323754718776</c:v>
                </c:pt>
                <c:pt idx="1815">
                  <c:v>0.1361354112339265</c:v>
                </c:pt>
                <c:pt idx="1816">
                  <c:v>0.13779209672702816</c:v>
                </c:pt>
                <c:pt idx="1817">
                  <c:v>0.14869783166947867</c:v>
                </c:pt>
                <c:pt idx="1818">
                  <c:v>0.16463429192992882</c:v>
                </c:pt>
                <c:pt idx="1819">
                  <c:v>0.17384649388928528</c:v>
                </c:pt>
                <c:pt idx="1820">
                  <c:v>0.17806870949797218</c:v>
                </c:pt>
                <c:pt idx="1821">
                  <c:v>0.18241875188770126</c:v>
                </c:pt>
                <c:pt idx="1822">
                  <c:v>0.18014767958971448</c:v>
                </c:pt>
                <c:pt idx="1823">
                  <c:v>0.176171583039962</c:v>
                </c:pt>
                <c:pt idx="1824">
                  <c:v>0.18417477049017592</c:v>
                </c:pt>
                <c:pt idx="1825">
                  <c:v>0.18809142778050067</c:v>
                </c:pt>
                <c:pt idx="1826">
                  <c:v>0.18958692713477646</c:v>
                </c:pt>
                <c:pt idx="1827">
                  <c:v>0.18984464384865812</c:v>
                </c:pt>
                <c:pt idx="1828">
                  <c:v>0.19333829055829008</c:v>
                </c:pt>
                <c:pt idx="1829">
                  <c:v>0.19418393594949954</c:v>
                </c:pt>
                <c:pt idx="1830">
                  <c:v>0.1942434974019325</c:v>
                </c:pt>
                <c:pt idx="1831">
                  <c:v>0.20584945662018794</c:v>
                </c:pt>
                <c:pt idx="1832">
                  <c:v>0.2292467247502897</c:v>
                </c:pt>
                <c:pt idx="1833">
                  <c:v>0.237957122783549</c:v>
                </c:pt>
                <c:pt idx="1834">
                  <c:v>0.2342358301456742</c:v>
                </c:pt>
                <c:pt idx="1835">
                  <c:v>0.23824809276660197</c:v>
                </c:pt>
                <c:pt idx="1836">
                  <c:v>0.22729374789205342</c:v>
                </c:pt>
                <c:pt idx="1837">
                  <c:v>0.21980801438370429</c:v>
                </c:pt>
                <c:pt idx="1838">
                  <c:v>0.21674779046155496</c:v>
                </c:pt>
                <c:pt idx="1839">
                  <c:v>0.19370540131095271</c:v>
                </c:pt>
                <c:pt idx="1840">
                  <c:v>0.20514748867598329</c:v>
                </c:pt>
                <c:pt idx="1841">
                  <c:v>0.21210494923620715</c:v>
                </c:pt>
                <c:pt idx="1842">
                  <c:v>0.2142317960648355</c:v>
                </c:pt>
                <c:pt idx="1843">
                  <c:v>0.21106605296114547</c:v>
                </c:pt>
                <c:pt idx="1844">
                  <c:v>0.21890677634747863</c:v>
                </c:pt>
                <c:pt idx="1845">
                  <c:v>0.22249921837690306</c:v>
                </c:pt>
                <c:pt idx="1846">
                  <c:v>0.22673115812828917</c:v>
                </c:pt>
                <c:pt idx="1847">
                  <c:v>0.22385479042910425</c:v>
                </c:pt>
                <c:pt idx="1848">
                  <c:v>0.22877104158205686</c:v>
                </c:pt>
                <c:pt idx="1849">
                  <c:v>0.23244126558685133</c:v>
                </c:pt>
                <c:pt idx="1850">
                  <c:v>0.23408334782604681</c:v>
                </c:pt>
                <c:pt idx="1851">
                  <c:v>0.22713502108756409</c:v>
                </c:pt>
                <c:pt idx="1852">
                  <c:v>0.23079093913870755</c:v>
                </c:pt>
                <c:pt idx="1853">
                  <c:v>0.23190269204348679</c:v>
                </c:pt>
                <c:pt idx="1854">
                  <c:v>0.23456363595535856</c:v>
                </c:pt>
                <c:pt idx="1855">
                  <c:v>0.23948557035932855</c:v>
                </c:pt>
                <c:pt idx="1856">
                  <c:v>0.23461795149169409</c:v>
                </c:pt>
                <c:pt idx="1857">
                  <c:v>0.23027000846049872</c:v>
                </c:pt>
                <c:pt idx="1858">
                  <c:v>0.22143815664450128</c:v>
                </c:pt>
                <c:pt idx="1859">
                  <c:v>0.22165432804035934</c:v>
                </c:pt>
                <c:pt idx="1860">
                  <c:v>0.21787961400115852</c:v>
                </c:pt>
                <c:pt idx="1861">
                  <c:v>0.22103538428892364</c:v>
                </c:pt>
                <c:pt idx="1862">
                  <c:v>0.21139806070668332</c:v>
                </c:pt>
                <c:pt idx="1863">
                  <c:v>0.20992265546137082</c:v>
                </c:pt>
                <c:pt idx="1864">
                  <c:v>0.21844229649991903</c:v>
                </c:pt>
                <c:pt idx="1865">
                  <c:v>0.21514554911403047</c:v>
                </c:pt>
                <c:pt idx="1866">
                  <c:v>0.20874468894581949</c:v>
                </c:pt>
                <c:pt idx="1867">
                  <c:v>0.21557348956712294</c:v>
                </c:pt>
                <c:pt idx="1868">
                  <c:v>0.218595450689749</c:v>
                </c:pt>
                <c:pt idx="1869">
                  <c:v>0.21420522909244369</c:v>
                </c:pt>
                <c:pt idx="1870">
                  <c:v>0.2112764795303346</c:v>
                </c:pt>
                <c:pt idx="1871">
                  <c:v>0.21277591216959124</c:v>
                </c:pt>
                <c:pt idx="1872">
                  <c:v>0.21295238777235484</c:v>
                </c:pt>
                <c:pt idx="1873">
                  <c:v>0.21356055387832848</c:v>
                </c:pt>
                <c:pt idx="1874">
                  <c:v>0.21183812082513187</c:v>
                </c:pt>
                <c:pt idx="1875">
                  <c:v>0.21959466958996499</c:v>
                </c:pt>
                <c:pt idx="1876">
                  <c:v>0.22276837515857137</c:v>
                </c:pt>
                <c:pt idx="1877">
                  <c:v>0.21785514188316846</c:v>
                </c:pt>
                <c:pt idx="1878">
                  <c:v>0.2214414494043089</c:v>
                </c:pt>
                <c:pt idx="1879">
                  <c:v>0.22425237146332999</c:v>
                </c:pt>
                <c:pt idx="1880">
                  <c:v>0.22973313672983142</c:v>
                </c:pt>
                <c:pt idx="1881">
                  <c:v>0.2374217602482688</c:v>
                </c:pt>
                <c:pt idx="1882">
                  <c:v>0.22443028805989657</c:v>
                </c:pt>
                <c:pt idx="1883">
                  <c:v>0.20841562063406474</c:v>
                </c:pt>
                <c:pt idx="1884">
                  <c:v>0.19796743875553016</c:v>
                </c:pt>
                <c:pt idx="1885">
                  <c:v>0.17741362911384659</c:v>
                </c:pt>
                <c:pt idx="1886">
                  <c:v>0.1697945621584783</c:v>
                </c:pt>
                <c:pt idx="1887">
                  <c:v>0.17233977072295834</c:v>
                </c:pt>
                <c:pt idx="1888">
                  <c:v>0.18919957409947785</c:v>
                </c:pt>
                <c:pt idx="1889">
                  <c:v>0.18962085884920535</c:v>
                </c:pt>
                <c:pt idx="1890">
                  <c:v>0.19748554353226072</c:v>
                </c:pt>
                <c:pt idx="1891">
                  <c:v>0.21124224933049757</c:v>
                </c:pt>
                <c:pt idx="1892">
                  <c:v>0.20483578537747665</c:v>
                </c:pt>
                <c:pt idx="1893">
                  <c:v>0.23194645228040428</c:v>
                </c:pt>
                <c:pt idx="1894">
                  <c:v>0.238007965500102</c:v>
                </c:pt>
                <c:pt idx="1895">
                  <c:v>0.23830282183200979</c:v>
                </c:pt>
                <c:pt idx="1896">
                  <c:v>0.23639559593018011</c:v>
                </c:pt>
                <c:pt idx="1897">
                  <c:v>0.23682879371080501</c:v>
                </c:pt>
                <c:pt idx="1898">
                  <c:v>0.2352904057540334</c:v>
                </c:pt>
                <c:pt idx="1899">
                  <c:v>0.24221460320416538</c:v>
                </c:pt>
                <c:pt idx="1900">
                  <c:v>0.2385244134157441</c:v>
                </c:pt>
                <c:pt idx="1901">
                  <c:v>0.25025621801185416</c:v>
                </c:pt>
                <c:pt idx="1902">
                  <c:v>0.2496746312414572</c:v>
                </c:pt>
                <c:pt idx="1903">
                  <c:v>0.24515232222861408</c:v>
                </c:pt>
                <c:pt idx="1904">
                  <c:v>0.25510799161181508</c:v>
                </c:pt>
                <c:pt idx="1905">
                  <c:v>0.23169815603329513</c:v>
                </c:pt>
                <c:pt idx="1906">
                  <c:v>0.23655768157146187</c:v>
                </c:pt>
                <c:pt idx="1907">
                  <c:v>0.22288117983447553</c:v>
                </c:pt>
                <c:pt idx="1908">
                  <c:v>0.21390476687476859</c:v>
                </c:pt>
                <c:pt idx="1909">
                  <c:v>0.19460952385136362</c:v>
                </c:pt>
                <c:pt idx="1910">
                  <c:v>0.17839904012029947</c:v>
                </c:pt>
                <c:pt idx="1911">
                  <c:v>0.19438382252707037</c:v>
                </c:pt>
                <c:pt idx="1912">
                  <c:v>0.17786801539296196</c:v>
                </c:pt>
                <c:pt idx="1913">
                  <c:v>0.17946027706050846</c:v>
                </c:pt>
                <c:pt idx="1914">
                  <c:v>0.18330221188232543</c:v>
                </c:pt>
                <c:pt idx="1915">
                  <c:v>0.18826980059444373</c:v>
                </c:pt>
                <c:pt idx="1916">
                  <c:v>0.19150804325800397</c:v>
                </c:pt>
                <c:pt idx="1917">
                  <c:v>0.21732454725094502</c:v>
                </c:pt>
                <c:pt idx="1918">
                  <c:v>0.22172511651428334</c:v>
                </c:pt>
                <c:pt idx="1919">
                  <c:v>0.22510123942015983</c:v>
                </c:pt>
                <c:pt idx="1920">
                  <c:v>0.21963025641104267</c:v>
                </c:pt>
                <c:pt idx="1921">
                  <c:v>0.22103388937619514</c:v>
                </c:pt>
                <c:pt idx="1922">
                  <c:v>0.21948419650659748</c:v>
                </c:pt>
                <c:pt idx="1923">
                  <c:v>0.24329834823991697</c:v>
                </c:pt>
                <c:pt idx="1924">
                  <c:v>0.25953544420897839</c:v>
                </c:pt>
                <c:pt idx="1925">
                  <c:v>0.25784699896301022</c:v>
                </c:pt>
                <c:pt idx="1926">
                  <c:v>0.25417513025244726</c:v>
                </c:pt>
                <c:pt idx="1927">
                  <c:v>0.25048827554462216</c:v>
                </c:pt>
                <c:pt idx="1928">
                  <c:v>0.24922984572744095</c:v>
                </c:pt>
                <c:pt idx="1929">
                  <c:v>0.26220576903359016</c:v>
                </c:pt>
                <c:pt idx="1930">
                  <c:v>0.26019488534947161</c:v>
                </c:pt>
                <c:pt idx="1931">
                  <c:v>0.25210420956433899</c:v>
                </c:pt>
                <c:pt idx="1932">
                  <c:v>0.24615095798312892</c:v>
                </c:pt>
                <c:pt idx="1933">
                  <c:v>0.21888829308788885</c:v>
                </c:pt>
                <c:pt idx="1934">
                  <c:v>0.26373120207534501</c:v>
                </c:pt>
                <c:pt idx="1935">
                  <c:v>0.24448727310283885</c:v>
                </c:pt>
                <c:pt idx="1936">
                  <c:v>0.23520603709783194</c:v>
                </c:pt>
                <c:pt idx="1937">
                  <c:v>0.22354788010392718</c:v>
                </c:pt>
                <c:pt idx="1938">
                  <c:v>0.24345204357608663</c:v>
                </c:pt>
                <c:pt idx="1939">
                  <c:v>0.22872793879433059</c:v>
                </c:pt>
                <c:pt idx="1940">
                  <c:v>0.23630612120070305</c:v>
                </c:pt>
                <c:pt idx="1941">
                  <c:v>0.27660733790733649</c:v>
                </c:pt>
                <c:pt idx="1942">
                  <c:v>0.29194679939915302</c:v>
                </c:pt>
                <c:pt idx="1943">
                  <c:v>0.28677454889434656</c:v>
                </c:pt>
                <c:pt idx="1944">
                  <c:v>0.29417040797815519</c:v>
                </c:pt>
                <c:pt idx="1945">
                  <c:v>0.28396396157683768</c:v>
                </c:pt>
                <c:pt idx="1946">
                  <c:v>0.28679042912029068</c:v>
                </c:pt>
                <c:pt idx="1947">
                  <c:v>0.30624547171858268</c:v>
                </c:pt>
                <c:pt idx="1948">
                  <c:v>0.31357905642115796</c:v>
                </c:pt>
                <c:pt idx="1949">
                  <c:v>0.31839002883894385</c:v>
                </c:pt>
                <c:pt idx="1950">
                  <c:v>0.30446480715200586</c:v>
                </c:pt>
                <c:pt idx="1951">
                  <c:v>0.29187561642409687</c:v>
                </c:pt>
                <c:pt idx="1952">
                  <c:v>0.27829674221084072</c:v>
                </c:pt>
                <c:pt idx="1953">
                  <c:v>0.28346078586600187</c:v>
                </c:pt>
                <c:pt idx="1954">
                  <c:v>0.25130226921220827</c:v>
                </c:pt>
                <c:pt idx="1955">
                  <c:v>0.21923208870181105</c:v>
                </c:pt>
                <c:pt idx="1956">
                  <c:v>0.2186126421173907</c:v>
                </c:pt>
                <c:pt idx="1957">
                  <c:v>0.23517852125103492</c:v>
                </c:pt>
                <c:pt idx="1958">
                  <c:v>0.20975825469077541</c:v>
                </c:pt>
                <c:pt idx="1959">
                  <c:v>0.19704927658630086</c:v>
                </c:pt>
                <c:pt idx="1960">
                  <c:v>0.19006960106648563</c:v>
                </c:pt>
                <c:pt idx="1961">
                  <c:v>0.19540151045648302</c:v>
                </c:pt>
                <c:pt idx="1962">
                  <c:v>0.20500679375294703</c:v>
                </c:pt>
                <c:pt idx="1963">
                  <c:v>0.21595918703717537</c:v>
                </c:pt>
                <c:pt idx="1964">
                  <c:v>0.23778251188344382</c:v>
                </c:pt>
                <c:pt idx="1965">
                  <c:v>0.24452558443007655</c:v>
                </c:pt>
                <c:pt idx="1966">
                  <c:v>0.26009243240787089</c:v>
                </c:pt>
                <c:pt idx="1967">
                  <c:v>0.27851197111914372</c:v>
                </c:pt>
                <c:pt idx="1968">
                  <c:v>0.28151840317996052</c:v>
                </c:pt>
                <c:pt idx="1969">
                  <c:v>0.29188768198856735</c:v>
                </c:pt>
                <c:pt idx="1970">
                  <c:v>0.28639160933179392</c:v>
                </c:pt>
                <c:pt idx="1971">
                  <c:v>0.29618328614898093</c:v>
                </c:pt>
                <c:pt idx="1972">
                  <c:v>0.31835555679849553</c:v>
                </c:pt>
                <c:pt idx="1973">
                  <c:v>0.31891242950090593</c:v>
                </c:pt>
                <c:pt idx="1974">
                  <c:v>0.31248479200762691</c:v>
                </c:pt>
                <c:pt idx="1975">
                  <c:v>0.33085153953060897</c:v>
                </c:pt>
                <c:pt idx="1976">
                  <c:v>0.34228824736016239</c:v>
                </c:pt>
                <c:pt idx="1977">
                  <c:v>0.34862282501133574</c:v>
                </c:pt>
                <c:pt idx="1978">
                  <c:v>0.31106869649775415</c:v>
                </c:pt>
                <c:pt idx="1979">
                  <c:v>0.31999169223629964</c:v>
                </c:pt>
                <c:pt idx="1980">
                  <c:v>0.2829537396836434</c:v>
                </c:pt>
                <c:pt idx="1981">
                  <c:v>0.29029774739238368</c:v>
                </c:pt>
                <c:pt idx="1982">
                  <c:v>0.2756309517447913</c:v>
                </c:pt>
                <c:pt idx="1983">
                  <c:v>0.2586516372215944</c:v>
                </c:pt>
                <c:pt idx="1984">
                  <c:v>0.28060409673260578</c:v>
                </c:pt>
                <c:pt idx="1985">
                  <c:v>0.26621454865185606</c:v>
                </c:pt>
                <c:pt idx="1986">
                  <c:v>0.27576355755480186</c:v>
                </c:pt>
                <c:pt idx="1987">
                  <c:v>0.28099846599794204</c:v>
                </c:pt>
                <c:pt idx="1988">
                  <c:v>0.2683762320234343</c:v>
                </c:pt>
                <c:pt idx="1989">
                  <c:v>0.24970412548853393</c:v>
                </c:pt>
                <c:pt idx="1990">
                  <c:v>0.24430679818919387</c:v>
                </c:pt>
                <c:pt idx="1991">
                  <c:v>0.24056683916719546</c:v>
                </c:pt>
                <c:pt idx="1992">
                  <c:v>0.24325340699946504</c:v>
                </c:pt>
                <c:pt idx="1993">
                  <c:v>0.26414513376443999</c:v>
                </c:pt>
                <c:pt idx="1994">
                  <c:v>0.23673457250274901</c:v>
                </c:pt>
                <c:pt idx="1995">
                  <c:v>0.21872221970626032</c:v>
                </c:pt>
                <c:pt idx="1996">
                  <c:v>0.20658286448263535</c:v>
                </c:pt>
                <c:pt idx="1997">
                  <c:v>0.21544235206667256</c:v>
                </c:pt>
                <c:pt idx="1998">
                  <c:v>0.21870173101398899</c:v>
                </c:pt>
                <c:pt idx="1999">
                  <c:v>0.20262603691359002</c:v>
                </c:pt>
                <c:pt idx="2000">
                  <c:v>0.19308428679000053</c:v>
                </c:pt>
                <c:pt idx="2001">
                  <c:v>0.1864755578316141</c:v>
                </c:pt>
                <c:pt idx="2002">
                  <c:v>0.15062217702412642</c:v>
                </c:pt>
                <c:pt idx="2003">
                  <c:v>0.11219725594188408</c:v>
                </c:pt>
                <c:pt idx="2004">
                  <c:v>0.10845198103691014</c:v>
                </c:pt>
                <c:pt idx="2005">
                  <c:v>0.1083272254411078</c:v>
                </c:pt>
                <c:pt idx="2006">
                  <c:v>0.1092336895178392</c:v>
                </c:pt>
                <c:pt idx="2007">
                  <c:v>0.14794145872445044</c:v>
                </c:pt>
                <c:pt idx="2008">
                  <c:v>0.20149397800876845</c:v>
                </c:pt>
                <c:pt idx="2009">
                  <c:v>0.23560217198705022</c:v>
                </c:pt>
                <c:pt idx="2010">
                  <c:v>0.26820444096706364</c:v>
                </c:pt>
                <c:pt idx="2011">
                  <c:v>0.28652971139561112</c:v>
                </c:pt>
                <c:pt idx="2012">
                  <c:v>0.32238682968947197</c:v>
                </c:pt>
                <c:pt idx="2013">
                  <c:v>0.33563500841809762</c:v>
                </c:pt>
                <c:pt idx="2014">
                  <c:v>0.36984637911299539</c:v>
                </c:pt>
                <c:pt idx="2015">
                  <c:v>0.37482822387322123</c:v>
                </c:pt>
                <c:pt idx="2016">
                  <c:v>0.39490171032070126</c:v>
                </c:pt>
                <c:pt idx="2017">
                  <c:v>0.39776171369953112</c:v>
                </c:pt>
                <c:pt idx="2018">
                  <c:v>0.3958374152939072</c:v>
                </c:pt>
                <c:pt idx="2019">
                  <c:v>0.38633352473800564</c:v>
                </c:pt>
                <c:pt idx="2020">
                  <c:v>0.38772069497837991</c:v>
                </c:pt>
                <c:pt idx="2021">
                  <c:v>0.38913516136030363</c:v>
                </c:pt>
                <c:pt idx="2022">
                  <c:v>0.37706114556030329</c:v>
                </c:pt>
                <c:pt idx="2023">
                  <c:v>0.3965148285413323</c:v>
                </c:pt>
                <c:pt idx="2024">
                  <c:v>0.39924657679134229</c:v>
                </c:pt>
                <c:pt idx="2025">
                  <c:v>0.39244114007900105</c:v>
                </c:pt>
                <c:pt idx="2026">
                  <c:v>0.38756144392291519</c:v>
                </c:pt>
                <c:pt idx="2027">
                  <c:v>0.37340272053670776</c:v>
                </c:pt>
                <c:pt idx="2028">
                  <c:v>0.38666922560873063</c:v>
                </c:pt>
                <c:pt idx="2029">
                  <c:v>0.32347206305507675</c:v>
                </c:pt>
                <c:pt idx="2030">
                  <c:v>0.3127623982601237</c:v>
                </c:pt>
                <c:pt idx="2031">
                  <c:v>0.32716049665634589</c:v>
                </c:pt>
                <c:pt idx="2032">
                  <c:v>0.37130262605601155</c:v>
                </c:pt>
                <c:pt idx="2033">
                  <c:v>0.37550540281158901</c:v>
                </c:pt>
                <c:pt idx="2034">
                  <c:v>0.37009655268033437</c:v>
                </c:pt>
                <c:pt idx="2035">
                  <c:v>0.36193523155269014</c:v>
                </c:pt>
                <c:pt idx="2036">
                  <c:v>0.36801696797445688</c:v>
                </c:pt>
                <c:pt idx="2037">
                  <c:v>0.37320499658010409</c:v>
                </c:pt>
                <c:pt idx="2038">
                  <c:v>0.36478437914440492</c:v>
                </c:pt>
                <c:pt idx="2039">
                  <c:v>0.38127750515619674</c:v>
                </c:pt>
                <c:pt idx="2040">
                  <c:v>0.37919375596440186</c:v>
                </c:pt>
                <c:pt idx="2041">
                  <c:v>0.36729389240699606</c:v>
                </c:pt>
                <c:pt idx="2042">
                  <c:v>0.36608157220140547</c:v>
                </c:pt>
                <c:pt idx="2043">
                  <c:v>0.35912201127343046</c:v>
                </c:pt>
                <c:pt idx="2044">
                  <c:v>0.35824534190994539</c:v>
                </c:pt>
                <c:pt idx="2045">
                  <c:v>0.35632409627860595</c:v>
                </c:pt>
                <c:pt idx="2046">
                  <c:v>0.36305173688392955</c:v>
                </c:pt>
                <c:pt idx="2047">
                  <c:v>0.34447488026066958</c:v>
                </c:pt>
                <c:pt idx="2048">
                  <c:v>0.34697550424030787</c:v>
                </c:pt>
                <c:pt idx="2049">
                  <c:v>0.35310092129294107</c:v>
                </c:pt>
                <c:pt idx="2050">
                  <c:v>0.31634338793290967</c:v>
                </c:pt>
                <c:pt idx="2051">
                  <c:v>0.27711411129025093</c:v>
                </c:pt>
                <c:pt idx="2052">
                  <c:v>0.2740339158216995</c:v>
                </c:pt>
                <c:pt idx="2053">
                  <c:v>0.29667711812833947</c:v>
                </c:pt>
                <c:pt idx="2054">
                  <c:v>0.29515059616316164</c:v>
                </c:pt>
                <c:pt idx="2055">
                  <c:v>0.2935624389207302</c:v>
                </c:pt>
                <c:pt idx="2056">
                  <c:v>0.30635100724721709</c:v>
                </c:pt>
                <c:pt idx="2057">
                  <c:v>0.31806069383570168</c:v>
                </c:pt>
                <c:pt idx="2058">
                  <c:v>0.32285415746412738</c:v>
                </c:pt>
                <c:pt idx="2059">
                  <c:v>0.31306853604605722</c:v>
                </c:pt>
                <c:pt idx="2060">
                  <c:v>0.30421569008555976</c:v>
                </c:pt>
                <c:pt idx="2061">
                  <c:v>0.30322508141076332</c:v>
                </c:pt>
                <c:pt idx="2062">
                  <c:v>0.31290909509387749</c:v>
                </c:pt>
                <c:pt idx="2063">
                  <c:v>0.33340216866661665</c:v>
                </c:pt>
                <c:pt idx="2064">
                  <c:v>0.33194464123641271</c:v>
                </c:pt>
                <c:pt idx="2065">
                  <c:v>0.33211796777496139</c:v>
                </c:pt>
                <c:pt idx="2066">
                  <c:v>0.3440101032604187</c:v>
                </c:pt>
                <c:pt idx="2067">
                  <c:v>0.34789742216380587</c:v>
                </c:pt>
                <c:pt idx="2068">
                  <c:v>0.34517397697627611</c:v>
                </c:pt>
                <c:pt idx="2069">
                  <c:v>0.35691597709218797</c:v>
                </c:pt>
                <c:pt idx="2070">
                  <c:v>0.35697248955642119</c:v>
                </c:pt>
                <c:pt idx="2071">
                  <c:v>0.36100173685454434</c:v>
                </c:pt>
                <c:pt idx="2072">
                  <c:v>0.36837347573326479</c:v>
                </c:pt>
                <c:pt idx="2073">
                  <c:v>0.41757861415081238</c:v>
                </c:pt>
                <c:pt idx="2074">
                  <c:v>0.42929431379642835</c:v>
                </c:pt>
                <c:pt idx="2075">
                  <c:v>0.32839450607539461</c:v>
                </c:pt>
                <c:pt idx="2076">
                  <c:v>0.31436924654082843</c:v>
                </c:pt>
                <c:pt idx="2077">
                  <c:v>0.30700208566412024</c:v>
                </c:pt>
                <c:pt idx="2078">
                  <c:v>0.2995769703276086</c:v>
                </c:pt>
                <c:pt idx="2079">
                  <c:v>0.29079751815091992</c:v>
                </c:pt>
                <c:pt idx="2080">
                  <c:v>0.28049077070585049</c:v>
                </c:pt>
                <c:pt idx="2081">
                  <c:v>0.27765054723392196</c:v>
                </c:pt>
                <c:pt idx="2082">
                  <c:v>0.27775441844565202</c:v>
                </c:pt>
                <c:pt idx="2083">
                  <c:v>0.28809194315875231</c:v>
                </c:pt>
                <c:pt idx="2084">
                  <c:v>0.29383433009063875</c:v>
                </c:pt>
                <c:pt idx="2085">
                  <c:v>0.29775929127035883</c:v>
                </c:pt>
                <c:pt idx="2086">
                  <c:v>0.30263371857680554</c:v>
                </c:pt>
                <c:pt idx="2087">
                  <c:v>0.30517625760084044</c:v>
                </c:pt>
                <c:pt idx="2088">
                  <c:v>0.30151769478879581</c:v>
                </c:pt>
                <c:pt idx="2089">
                  <c:v>0.29965741794131201</c:v>
                </c:pt>
                <c:pt idx="2090">
                  <c:v>0.31042013727222723</c:v>
                </c:pt>
                <c:pt idx="2091">
                  <c:v>0.31506053683599083</c:v>
                </c:pt>
                <c:pt idx="2092">
                  <c:v>0.31342265641890871</c:v>
                </c:pt>
                <c:pt idx="2093">
                  <c:v>0.31617346261357926</c:v>
                </c:pt>
                <c:pt idx="2094">
                  <c:v>0.32073419813526066</c:v>
                </c:pt>
                <c:pt idx="2095">
                  <c:v>0.32377227036153955</c:v>
                </c:pt>
                <c:pt idx="2096">
                  <c:v>0.34229812259500803</c:v>
                </c:pt>
                <c:pt idx="2097">
                  <c:v>0.36230711830081297</c:v>
                </c:pt>
                <c:pt idx="2098">
                  <c:v>0.35066216991376231</c:v>
                </c:pt>
                <c:pt idx="2099">
                  <c:v>0.33222700132765404</c:v>
                </c:pt>
                <c:pt idx="2100">
                  <c:v>0.30847178338208187</c:v>
                </c:pt>
                <c:pt idx="2101">
                  <c:v>0.30969897244183242</c:v>
                </c:pt>
                <c:pt idx="2102">
                  <c:v>0.2897947705296583</c:v>
                </c:pt>
                <c:pt idx="2103">
                  <c:v>0.29266206836165354</c:v>
                </c:pt>
                <c:pt idx="2104">
                  <c:v>0.28429987533967621</c:v>
                </c:pt>
                <c:pt idx="2105">
                  <c:v>0.26989794327341105</c:v>
                </c:pt>
                <c:pt idx="2106">
                  <c:v>0.28267593684584508</c:v>
                </c:pt>
                <c:pt idx="2107">
                  <c:v>0.31461059360914301</c:v>
                </c:pt>
                <c:pt idx="2108">
                  <c:v>0.32923287569789134</c:v>
                </c:pt>
                <c:pt idx="2109">
                  <c:v>0.31859273327779924</c:v>
                </c:pt>
                <c:pt idx="2110">
                  <c:v>0.32204910576874612</c:v>
                </c:pt>
                <c:pt idx="2111">
                  <c:v>0.31071830221815649</c:v>
                </c:pt>
                <c:pt idx="2112">
                  <c:v>0.29982837113064981</c:v>
                </c:pt>
                <c:pt idx="2113">
                  <c:v>0.29582162880511681</c:v>
                </c:pt>
                <c:pt idx="2114">
                  <c:v>0.28802897248749071</c:v>
                </c:pt>
                <c:pt idx="2115">
                  <c:v>0.28917522694295378</c:v>
                </c:pt>
                <c:pt idx="2116">
                  <c:v>0.29311503325077165</c:v>
                </c:pt>
                <c:pt idx="2117">
                  <c:v>0.29568673936383677</c:v>
                </c:pt>
                <c:pt idx="2118">
                  <c:v>0.29992346518188007</c:v>
                </c:pt>
                <c:pt idx="2119">
                  <c:v>0.29560181219508008</c:v>
                </c:pt>
                <c:pt idx="2120">
                  <c:v>0.29885684637570586</c:v>
                </c:pt>
                <c:pt idx="2121">
                  <c:v>0.28995802515361641</c:v>
                </c:pt>
                <c:pt idx="2122">
                  <c:v>0.27300728314090283</c:v>
                </c:pt>
                <c:pt idx="2123">
                  <c:v>0.26712715127809344</c:v>
                </c:pt>
                <c:pt idx="2124">
                  <c:v>0.24002111510028987</c:v>
                </c:pt>
                <c:pt idx="2125">
                  <c:v>0.25036332057072469</c:v>
                </c:pt>
                <c:pt idx="2126">
                  <c:v>0.25812807098390878</c:v>
                </c:pt>
                <c:pt idx="2127">
                  <c:v>0.25844676627436136</c:v>
                </c:pt>
                <c:pt idx="2128">
                  <c:v>0.24139642697556976</c:v>
                </c:pt>
                <c:pt idx="2129">
                  <c:v>0.24312328050470991</c:v>
                </c:pt>
                <c:pt idx="2130">
                  <c:v>0.23845969772080303</c:v>
                </c:pt>
                <c:pt idx="2131">
                  <c:v>0.23944963836258509</c:v>
                </c:pt>
                <c:pt idx="2132">
                  <c:v>0.23717337708121303</c:v>
                </c:pt>
                <c:pt idx="2133">
                  <c:v>0.23576134741611413</c:v>
                </c:pt>
                <c:pt idx="2134">
                  <c:v>0.23228248139054203</c:v>
                </c:pt>
                <c:pt idx="2135">
                  <c:v>0.22873440398714182</c:v>
                </c:pt>
                <c:pt idx="2136">
                  <c:v>0.23057731498761513</c:v>
                </c:pt>
                <c:pt idx="2137">
                  <c:v>0.22740817423568951</c:v>
                </c:pt>
                <c:pt idx="2138">
                  <c:v>0.21958920481985861</c:v>
                </c:pt>
                <c:pt idx="2139">
                  <c:v>0.21795473637900578</c:v>
                </c:pt>
                <c:pt idx="2140">
                  <c:v>0.21834458688869876</c:v>
                </c:pt>
                <c:pt idx="2141">
                  <c:v>0.20992793501724588</c:v>
                </c:pt>
                <c:pt idx="2142">
                  <c:v>0.2110295011692141</c:v>
                </c:pt>
                <c:pt idx="2143">
                  <c:v>0.20455739404719825</c:v>
                </c:pt>
                <c:pt idx="2144">
                  <c:v>0.20347733367673584</c:v>
                </c:pt>
                <c:pt idx="2145">
                  <c:v>0.19160980889653875</c:v>
                </c:pt>
                <c:pt idx="2146">
                  <c:v>0.15990332694816761</c:v>
                </c:pt>
                <c:pt idx="2147">
                  <c:v>0.14323621539268169</c:v>
                </c:pt>
                <c:pt idx="2148">
                  <c:v>0.1205031844811101</c:v>
                </c:pt>
                <c:pt idx="2149">
                  <c:v>0.10123604532491598</c:v>
                </c:pt>
                <c:pt idx="2150">
                  <c:v>9.6132597593887953E-2</c:v>
                </c:pt>
                <c:pt idx="2151">
                  <c:v>0.1202818181324726</c:v>
                </c:pt>
                <c:pt idx="2152">
                  <c:v>0.14648351515349939</c:v>
                </c:pt>
                <c:pt idx="2153">
                  <c:v>0.14251854290575064</c:v>
                </c:pt>
                <c:pt idx="2154">
                  <c:v>0.13244411891004709</c:v>
                </c:pt>
                <c:pt idx="2155">
                  <c:v>0.13487214891296243</c:v>
                </c:pt>
                <c:pt idx="2156">
                  <c:v>0.14178067018350654</c:v>
                </c:pt>
                <c:pt idx="2157">
                  <c:v>0.13838675140229253</c:v>
                </c:pt>
                <c:pt idx="2158">
                  <c:v>0.15290927819701799</c:v>
                </c:pt>
                <c:pt idx="2159">
                  <c:v>0.14878637862241625</c:v>
                </c:pt>
                <c:pt idx="2160">
                  <c:v>0.12621702419343558</c:v>
                </c:pt>
                <c:pt idx="2161">
                  <c:v>0.14102253427616104</c:v>
                </c:pt>
                <c:pt idx="2162">
                  <c:v>0.1570946922104719</c:v>
                </c:pt>
                <c:pt idx="2163">
                  <c:v>0.14122294666396873</c:v>
                </c:pt>
                <c:pt idx="2164">
                  <c:v>0.14236033772818835</c:v>
                </c:pt>
                <c:pt idx="2165">
                  <c:v>0.14286705920372522</c:v>
                </c:pt>
                <c:pt idx="2166">
                  <c:v>0.13637169534891894</c:v>
                </c:pt>
                <c:pt idx="2167">
                  <c:v>0.13811192978988532</c:v>
                </c:pt>
                <c:pt idx="2168">
                  <c:v>0.13829265024860132</c:v>
                </c:pt>
                <c:pt idx="2169">
                  <c:v>0.14185645795263555</c:v>
                </c:pt>
                <c:pt idx="2170">
                  <c:v>0.14516596910836235</c:v>
                </c:pt>
                <c:pt idx="2171">
                  <c:v>0.14533598176154133</c:v>
                </c:pt>
                <c:pt idx="2172">
                  <c:v>0.16541543095540567</c:v>
                </c:pt>
                <c:pt idx="2173">
                  <c:v>0.15829449331679862</c:v>
                </c:pt>
                <c:pt idx="2174">
                  <c:v>0.15147209519978011</c:v>
                </c:pt>
                <c:pt idx="2175">
                  <c:v>0.13788906633894224</c:v>
                </c:pt>
                <c:pt idx="2176">
                  <c:v>0.13747985012350722</c:v>
                </c:pt>
                <c:pt idx="2177">
                  <c:v>0.17820595354796806</c:v>
                </c:pt>
                <c:pt idx="2178">
                  <c:v>0.14359437551465909</c:v>
                </c:pt>
                <c:pt idx="2179">
                  <c:v>0.15184265341710668</c:v>
                </c:pt>
                <c:pt idx="2180">
                  <c:v>0.15920350448946935</c:v>
                </c:pt>
                <c:pt idx="2181">
                  <c:v>0.16094501050857304</c:v>
                </c:pt>
                <c:pt idx="2182">
                  <c:v>0.15599676690723091</c:v>
                </c:pt>
                <c:pt idx="2183">
                  <c:v>0.1577546897181146</c:v>
                </c:pt>
                <c:pt idx="2184">
                  <c:v>0.17556550774758459</c:v>
                </c:pt>
                <c:pt idx="2185">
                  <c:v>0.1481896068050978</c:v>
                </c:pt>
                <c:pt idx="2186">
                  <c:v>0.15467298207389057</c:v>
                </c:pt>
                <c:pt idx="2187">
                  <c:v>0.16468471597699927</c:v>
                </c:pt>
                <c:pt idx="2188">
                  <c:v>0.16509770589480002</c:v>
                </c:pt>
                <c:pt idx="2189">
                  <c:v>0.16204133292734735</c:v>
                </c:pt>
                <c:pt idx="2190">
                  <c:v>0.16390049454963543</c:v>
                </c:pt>
                <c:pt idx="2191">
                  <c:v>0.16366854306537906</c:v>
                </c:pt>
                <c:pt idx="2192">
                  <c:v>0.16709548191431534</c:v>
                </c:pt>
                <c:pt idx="2193">
                  <c:v>0.14803444229360316</c:v>
                </c:pt>
                <c:pt idx="2194">
                  <c:v>0.15484149616803586</c:v>
                </c:pt>
                <c:pt idx="2195">
                  <c:v>0.13459740969551703</c:v>
                </c:pt>
                <c:pt idx="2196">
                  <c:v>0.17373088021020222</c:v>
                </c:pt>
                <c:pt idx="2197">
                  <c:v>0.14841897702307427</c:v>
                </c:pt>
                <c:pt idx="2198">
                  <c:v>0.17378273078630549</c:v>
                </c:pt>
                <c:pt idx="2199">
                  <c:v>0.14935279180956332</c:v>
                </c:pt>
                <c:pt idx="2200">
                  <c:v>0.14373634654623449</c:v>
                </c:pt>
                <c:pt idx="2201">
                  <c:v>0.15748923320708141</c:v>
                </c:pt>
                <c:pt idx="2202">
                  <c:v>0.16517264533517875</c:v>
                </c:pt>
                <c:pt idx="2203">
                  <c:v>0.14754255404668298</c:v>
                </c:pt>
                <c:pt idx="2204">
                  <c:v>0.14293680717166143</c:v>
                </c:pt>
                <c:pt idx="2205">
                  <c:v>0.14350048749545066</c:v>
                </c:pt>
                <c:pt idx="2206">
                  <c:v>0.14383126287953826</c:v>
                </c:pt>
                <c:pt idx="2207">
                  <c:v>0.15603812004225609</c:v>
                </c:pt>
                <c:pt idx="2208">
                  <c:v>0.14882173616563432</c:v>
                </c:pt>
                <c:pt idx="2209">
                  <c:v>0.14513969084700667</c:v>
                </c:pt>
                <c:pt idx="2210">
                  <c:v>0.13339278490815457</c:v>
                </c:pt>
                <c:pt idx="2211">
                  <c:v>0.1337870075312281</c:v>
                </c:pt>
                <c:pt idx="2212">
                  <c:v>0.13332820961548841</c:v>
                </c:pt>
                <c:pt idx="2213">
                  <c:v>0.14146682971232527</c:v>
                </c:pt>
                <c:pt idx="2214">
                  <c:v>0.14355438556595279</c:v>
                </c:pt>
                <c:pt idx="2215">
                  <c:v>0.1478720263250142</c:v>
                </c:pt>
                <c:pt idx="2216">
                  <c:v>0.13908623523392252</c:v>
                </c:pt>
                <c:pt idx="2217">
                  <c:v>0.13884949452444137</c:v>
                </c:pt>
                <c:pt idx="2218">
                  <c:v>0.14184020513990153</c:v>
                </c:pt>
                <c:pt idx="2219">
                  <c:v>0.13977321563819708</c:v>
                </c:pt>
                <c:pt idx="2220">
                  <c:v>0.14460254496155842</c:v>
                </c:pt>
                <c:pt idx="2221">
                  <c:v>0.14306688517840971</c:v>
                </c:pt>
                <c:pt idx="2222">
                  <c:v>0.1435249760423789</c:v>
                </c:pt>
                <c:pt idx="2223">
                  <c:v>0.1431028498020713</c:v>
                </c:pt>
                <c:pt idx="2224">
                  <c:v>0.14248624151821088</c:v>
                </c:pt>
                <c:pt idx="2225">
                  <c:v>0.14562129534801016</c:v>
                </c:pt>
                <c:pt idx="2226">
                  <c:v>0.14763798056886865</c:v>
                </c:pt>
                <c:pt idx="2227">
                  <c:v>0.15333693581025562</c:v>
                </c:pt>
                <c:pt idx="2228">
                  <c:v>0.15754281720247873</c:v>
                </c:pt>
                <c:pt idx="2229">
                  <c:v>0.177862162264286</c:v>
                </c:pt>
                <c:pt idx="2230">
                  <c:v>0.18137158350586466</c:v>
                </c:pt>
                <c:pt idx="2231">
                  <c:v>0.18560982440268844</c:v>
                </c:pt>
                <c:pt idx="2232">
                  <c:v>0.19208423913814254</c:v>
                </c:pt>
                <c:pt idx="2233">
                  <c:v>0.19428846662186033</c:v>
                </c:pt>
                <c:pt idx="2234">
                  <c:v>0.19449988102444987</c:v>
                </c:pt>
                <c:pt idx="2235">
                  <c:v>0.19356205945996607</c:v>
                </c:pt>
                <c:pt idx="2236">
                  <c:v>0.19240731716509055</c:v>
                </c:pt>
                <c:pt idx="2237">
                  <c:v>0.19491057907244469</c:v>
                </c:pt>
                <c:pt idx="2238">
                  <c:v>0.19501985457391666</c:v>
                </c:pt>
                <c:pt idx="2239">
                  <c:v>0.19263104222623514</c:v>
                </c:pt>
                <c:pt idx="2240">
                  <c:v>0.19371188272027218</c:v>
                </c:pt>
                <c:pt idx="2241">
                  <c:v>0.20288315867753451</c:v>
                </c:pt>
                <c:pt idx="2242">
                  <c:v>0.18962392940544662</c:v>
                </c:pt>
                <c:pt idx="2243">
                  <c:v>0.17780929513745192</c:v>
                </c:pt>
                <c:pt idx="2244">
                  <c:v>0.1615722023062586</c:v>
                </c:pt>
                <c:pt idx="2245">
                  <c:v>0.14553836065941669</c:v>
                </c:pt>
                <c:pt idx="2246">
                  <c:v>0.13943069181509896</c:v>
                </c:pt>
                <c:pt idx="2247">
                  <c:v>0.13098010915661329</c:v>
                </c:pt>
                <c:pt idx="2248">
                  <c:v>0.13559200205252117</c:v>
                </c:pt>
                <c:pt idx="2249">
                  <c:v>0.1329678034657881</c:v>
                </c:pt>
                <c:pt idx="2250">
                  <c:v>0.14068750039860461</c:v>
                </c:pt>
                <c:pt idx="2251">
                  <c:v>0.13883484168049884</c:v>
                </c:pt>
                <c:pt idx="2252">
                  <c:v>0.14411000384647124</c:v>
                </c:pt>
                <c:pt idx="2253">
                  <c:v>0.15656569929543593</c:v>
                </c:pt>
                <c:pt idx="2254">
                  <c:v>0.15760918568511664</c:v>
                </c:pt>
                <c:pt idx="2255">
                  <c:v>0.16352736758382438</c:v>
                </c:pt>
                <c:pt idx="2256">
                  <c:v>0.16721724469730506</c:v>
                </c:pt>
                <c:pt idx="2257">
                  <c:v>0.17053756589612376</c:v>
                </c:pt>
                <c:pt idx="2258">
                  <c:v>0.16892526929192753</c:v>
                </c:pt>
                <c:pt idx="2259">
                  <c:v>0.17062072256626137</c:v>
                </c:pt>
                <c:pt idx="2260">
                  <c:v>0.17235912451842272</c:v>
                </c:pt>
                <c:pt idx="2261">
                  <c:v>0.16516529848298075</c:v>
                </c:pt>
                <c:pt idx="2262">
                  <c:v>0.16399567790294201</c:v>
                </c:pt>
                <c:pt idx="2263">
                  <c:v>0.16173361773017209</c:v>
                </c:pt>
                <c:pt idx="2264">
                  <c:v>0.1620919132352403</c:v>
                </c:pt>
                <c:pt idx="2265">
                  <c:v>0.17853838152011497</c:v>
                </c:pt>
                <c:pt idx="2266">
                  <c:v>0.18550926942038093</c:v>
                </c:pt>
                <c:pt idx="2267">
                  <c:v>0.18002357502495892</c:v>
                </c:pt>
                <c:pt idx="2268">
                  <c:v>0.1782576595926616</c:v>
                </c:pt>
                <c:pt idx="2269">
                  <c:v>0.1702686675032149</c:v>
                </c:pt>
                <c:pt idx="2270">
                  <c:v>0.15711640171258487</c:v>
                </c:pt>
                <c:pt idx="2271">
                  <c:v>0.14962168037971935</c:v>
                </c:pt>
                <c:pt idx="2272">
                  <c:v>0.16505813017152057</c:v>
                </c:pt>
                <c:pt idx="2273">
                  <c:v>0.17230620608460767</c:v>
                </c:pt>
                <c:pt idx="2274">
                  <c:v>0.17538455694197772</c:v>
                </c:pt>
                <c:pt idx="2275">
                  <c:v>0.18571318619936375</c:v>
                </c:pt>
                <c:pt idx="2276">
                  <c:v>0.17988556475207756</c:v>
                </c:pt>
                <c:pt idx="2277">
                  <c:v>0.17960933218691819</c:v>
                </c:pt>
                <c:pt idx="2278">
                  <c:v>0.18150173883264897</c:v>
                </c:pt>
                <c:pt idx="2279">
                  <c:v>0.18554157039246036</c:v>
                </c:pt>
                <c:pt idx="2280">
                  <c:v>0.18211791665542421</c:v>
                </c:pt>
                <c:pt idx="2281">
                  <c:v>0.18706383431000412</c:v>
                </c:pt>
                <c:pt idx="2282">
                  <c:v>0.19234526592072151</c:v>
                </c:pt>
                <c:pt idx="2283">
                  <c:v>0.19087107920368687</c:v>
                </c:pt>
                <c:pt idx="2284">
                  <c:v>0.19789454980945226</c:v>
                </c:pt>
                <c:pt idx="2285">
                  <c:v>0.18745288393301227</c:v>
                </c:pt>
                <c:pt idx="2286">
                  <c:v>0.199819446334533</c:v>
                </c:pt>
                <c:pt idx="2287">
                  <c:v>0.18895501160784395</c:v>
                </c:pt>
                <c:pt idx="2288">
                  <c:v>0.18592160603528704</c:v>
                </c:pt>
                <c:pt idx="2289">
                  <c:v>0.17811270648158931</c:v>
                </c:pt>
                <c:pt idx="2290">
                  <c:v>0.17441806579877767</c:v>
                </c:pt>
                <c:pt idx="2291">
                  <c:v>0.17521875226458594</c:v>
                </c:pt>
                <c:pt idx="2292">
                  <c:v>0.18040209306062335</c:v>
                </c:pt>
                <c:pt idx="2293">
                  <c:v>0.17812819981148637</c:v>
                </c:pt>
                <c:pt idx="2294">
                  <c:v>0.17042597258751399</c:v>
                </c:pt>
                <c:pt idx="2295">
                  <c:v>0.16805060650399867</c:v>
                </c:pt>
                <c:pt idx="2296">
                  <c:v>0.18671914767891612</c:v>
                </c:pt>
                <c:pt idx="2297">
                  <c:v>0.1893405091381887</c:v>
                </c:pt>
                <c:pt idx="2298">
                  <c:v>0.1962300216539071</c:v>
                </c:pt>
                <c:pt idx="2299">
                  <c:v>0.20084917097750241</c:v>
                </c:pt>
                <c:pt idx="2300">
                  <c:v>0.22518992119381012</c:v>
                </c:pt>
                <c:pt idx="2301">
                  <c:v>0.25020787249584375</c:v>
                </c:pt>
                <c:pt idx="2302">
                  <c:v>0.26905072780683731</c:v>
                </c:pt>
                <c:pt idx="2303">
                  <c:v>0.28430173794359032</c:v>
                </c:pt>
                <c:pt idx="2304">
                  <c:v>0.30074898332462385</c:v>
                </c:pt>
                <c:pt idx="2305">
                  <c:v>0.30138247995000206</c:v>
                </c:pt>
                <c:pt idx="2306">
                  <c:v>0.29566455189099544</c:v>
                </c:pt>
                <c:pt idx="2307">
                  <c:v>0.29203135369901495</c:v>
                </c:pt>
                <c:pt idx="2308">
                  <c:v>0.28533555039919445</c:v>
                </c:pt>
                <c:pt idx="2309">
                  <c:v>0.28025406414629045</c:v>
                </c:pt>
                <c:pt idx="2310">
                  <c:v>0.27741788163569742</c:v>
                </c:pt>
                <c:pt idx="2311">
                  <c:v>0.27712053765205324</c:v>
                </c:pt>
                <c:pt idx="2312">
                  <c:v>0.28012664582401914</c:v>
                </c:pt>
                <c:pt idx="2313">
                  <c:v>0.27940671478465884</c:v>
                </c:pt>
                <c:pt idx="2314">
                  <c:v>0.2777698961353004</c:v>
                </c:pt>
                <c:pt idx="2315">
                  <c:v>0.28586295202176598</c:v>
                </c:pt>
                <c:pt idx="2316">
                  <c:v>0.29769741216424445</c:v>
                </c:pt>
                <c:pt idx="2317">
                  <c:v>0.30362758424700953</c:v>
                </c:pt>
                <c:pt idx="2318">
                  <c:v>0.30696178550587322</c:v>
                </c:pt>
                <c:pt idx="2319">
                  <c:v>0.30035150921208875</c:v>
                </c:pt>
                <c:pt idx="2320">
                  <c:v>0.30191449374380058</c:v>
                </c:pt>
                <c:pt idx="2321">
                  <c:v>0.29489829504127257</c:v>
                </c:pt>
                <c:pt idx="2322">
                  <c:v>0.29589822747954608</c:v>
                </c:pt>
                <c:pt idx="2323">
                  <c:v>0.29878505346437051</c:v>
                </c:pt>
                <c:pt idx="2324">
                  <c:v>0.296219087330096</c:v>
                </c:pt>
                <c:pt idx="2325">
                  <c:v>0.29280612311973886</c:v>
                </c:pt>
                <c:pt idx="2326">
                  <c:v>0.2885411306376196</c:v>
                </c:pt>
                <c:pt idx="2327">
                  <c:v>0.28937612679070962</c:v>
                </c:pt>
                <c:pt idx="2328">
                  <c:v>0.29571576685152046</c:v>
                </c:pt>
                <c:pt idx="2329">
                  <c:v>0.29692644617548386</c:v>
                </c:pt>
                <c:pt idx="2330">
                  <c:v>0.29644428439776027</c:v>
                </c:pt>
                <c:pt idx="2331">
                  <c:v>0.28901136183176312</c:v>
                </c:pt>
                <c:pt idx="2332">
                  <c:v>0.28412975050194705</c:v>
                </c:pt>
                <c:pt idx="2333">
                  <c:v>0.29230917595166994</c:v>
                </c:pt>
                <c:pt idx="2334">
                  <c:v>0.28958181491536494</c:v>
                </c:pt>
                <c:pt idx="2335">
                  <c:v>0.27802730749582338</c:v>
                </c:pt>
                <c:pt idx="2336">
                  <c:v>0.27370887201713762</c:v>
                </c:pt>
                <c:pt idx="2337">
                  <c:v>0.26838632384197419</c:v>
                </c:pt>
                <c:pt idx="2338">
                  <c:v>0.25293445728846548</c:v>
                </c:pt>
                <c:pt idx="2339">
                  <c:v>0.24145608141512298</c:v>
                </c:pt>
                <c:pt idx="2340">
                  <c:v>0.223393677785302</c:v>
                </c:pt>
                <c:pt idx="2341">
                  <c:v>0.21324008001897921</c:v>
                </c:pt>
                <c:pt idx="2342">
                  <c:v>0.21399352031308688</c:v>
                </c:pt>
                <c:pt idx="2343">
                  <c:v>0.22342439240042342</c:v>
                </c:pt>
                <c:pt idx="2344">
                  <c:v>0.22834688931072072</c:v>
                </c:pt>
                <c:pt idx="2345">
                  <c:v>0.21714535325779197</c:v>
                </c:pt>
                <c:pt idx="2346">
                  <c:v>0.20564779744458819</c:v>
                </c:pt>
                <c:pt idx="2347">
                  <c:v>0.21273939895531591</c:v>
                </c:pt>
                <c:pt idx="2348">
                  <c:v>0.19084673550629461</c:v>
                </c:pt>
                <c:pt idx="2349">
                  <c:v>0.20146487589608097</c:v>
                </c:pt>
                <c:pt idx="2350">
                  <c:v>0.19132308463868811</c:v>
                </c:pt>
                <c:pt idx="2351">
                  <c:v>0.19163465854957618</c:v>
                </c:pt>
                <c:pt idx="2352">
                  <c:v>0.1916192825458897</c:v>
                </c:pt>
                <c:pt idx="2353">
                  <c:v>0.19419324444526198</c:v>
                </c:pt>
                <c:pt idx="2354">
                  <c:v>0.20989281893436154</c:v>
                </c:pt>
                <c:pt idx="2355">
                  <c:v>0.18834436689364242</c:v>
                </c:pt>
                <c:pt idx="2356">
                  <c:v>0.19344203574749552</c:v>
                </c:pt>
                <c:pt idx="2357">
                  <c:v>0.20205214349790396</c:v>
                </c:pt>
                <c:pt idx="2358">
                  <c:v>0.24746203773384584</c:v>
                </c:pt>
                <c:pt idx="2359">
                  <c:v>0.26192252669737504</c:v>
                </c:pt>
                <c:pt idx="2360">
                  <c:v>0.26772781125887668</c:v>
                </c:pt>
                <c:pt idx="2361">
                  <c:v>0.2623909119881549</c:v>
                </c:pt>
                <c:pt idx="2362">
                  <c:v>0.27354799709131078</c:v>
                </c:pt>
                <c:pt idx="2363">
                  <c:v>0.27319458495338056</c:v>
                </c:pt>
                <c:pt idx="2364">
                  <c:v>0.27051740864643437</c:v>
                </c:pt>
                <c:pt idx="2365">
                  <c:v>0.26810529825528551</c:v>
                </c:pt>
                <c:pt idx="2366">
                  <c:v>0.27558673279113521</c:v>
                </c:pt>
                <c:pt idx="2367">
                  <c:v>0.28418796851279127</c:v>
                </c:pt>
                <c:pt idx="2368">
                  <c:v>0.28587433433749343</c:v>
                </c:pt>
                <c:pt idx="2369">
                  <c:v>0.2915349935321323</c:v>
                </c:pt>
                <c:pt idx="2370">
                  <c:v>0.30811507344277311</c:v>
                </c:pt>
                <c:pt idx="2371">
                  <c:v>0.33499772510475501</c:v>
                </c:pt>
                <c:pt idx="2372">
                  <c:v>0.34577482278034621</c:v>
                </c:pt>
                <c:pt idx="2373">
                  <c:v>0.34783564873612849</c:v>
                </c:pt>
                <c:pt idx="2374">
                  <c:v>0.34509638024548794</c:v>
                </c:pt>
                <c:pt idx="2375">
                  <c:v>0.35575430650136858</c:v>
                </c:pt>
                <c:pt idx="2376">
                  <c:v>0.35188361429614162</c:v>
                </c:pt>
                <c:pt idx="2377">
                  <c:v>0.36341124568161065</c:v>
                </c:pt>
                <c:pt idx="2378">
                  <c:v>0.35771214109220167</c:v>
                </c:pt>
                <c:pt idx="2379">
                  <c:v>0.3677850439587782</c:v>
                </c:pt>
                <c:pt idx="2380">
                  <c:v>0.36868287480397294</c:v>
                </c:pt>
                <c:pt idx="2381">
                  <c:v>0.36937074321247443</c:v>
                </c:pt>
                <c:pt idx="2382">
                  <c:v>0.37637991543563043</c:v>
                </c:pt>
                <c:pt idx="2383">
                  <c:v>0.37053142923929094</c:v>
                </c:pt>
                <c:pt idx="2384">
                  <c:v>0.38055452991239758</c:v>
                </c:pt>
                <c:pt idx="2385">
                  <c:v>0.37133000024593349</c:v>
                </c:pt>
                <c:pt idx="2386">
                  <c:v>0.35940143990875228</c:v>
                </c:pt>
                <c:pt idx="2387">
                  <c:v>0.33620627445727713</c:v>
                </c:pt>
                <c:pt idx="2388">
                  <c:v>0.33365234152032519</c:v>
                </c:pt>
                <c:pt idx="2389">
                  <c:v>0.32768330776720805</c:v>
                </c:pt>
                <c:pt idx="2390">
                  <c:v>0.32408030600962989</c:v>
                </c:pt>
                <c:pt idx="2391">
                  <c:v>0.32217990312580841</c:v>
                </c:pt>
                <c:pt idx="2392">
                  <c:v>0.32505743601075837</c:v>
                </c:pt>
                <c:pt idx="2393">
                  <c:v>0.31008736095472983</c:v>
                </c:pt>
                <c:pt idx="2394">
                  <c:v>0.30122399760968821</c:v>
                </c:pt>
                <c:pt idx="2395">
                  <c:v>0.3046808996427165</c:v>
                </c:pt>
                <c:pt idx="2396">
                  <c:v>0.2945291864018959</c:v>
                </c:pt>
                <c:pt idx="2397">
                  <c:v>0.29440276131280185</c:v>
                </c:pt>
                <c:pt idx="2398">
                  <c:v>0.29018861329462531</c:v>
                </c:pt>
                <c:pt idx="2399">
                  <c:v>0.28255191484341813</c:v>
                </c:pt>
                <c:pt idx="2400">
                  <c:v>0.27972203886847335</c:v>
                </c:pt>
                <c:pt idx="2401">
                  <c:v>0.28948218507199086</c:v>
                </c:pt>
                <c:pt idx="2402">
                  <c:v>0.28491727020289626</c:v>
                </c:pt>
                <c:pt idx="2403">
                  <c:v>0.29415221211874715</c:v>
                </c:pt>
                <c:pt idx="2404">
                  <c:v>0.29363180015475393</c:v>
                </c:pt>
                <c:pt idx="2405">
                  <c:v>0.29357468812529097</c:v>
                </c:pt>
                <c:pt idx="2406">
                  <c:v>0.29459608414017152</c:v>
                </c:pt>
                <c:pt idx="2407">
                  <c:v>0.28660772827684955</c:v>
                </c:pt>
                <c:pt idx="2408">
                  <c:v>0.28967682895287622</c:v>
                </c:pt>
                <c:pt idx="2409">
                  <c:v>0.29233761387363055</c:v>
                </c:pt>
                <c:pt idx="2410">
                  <c:v>0.2924561026119234</c:v>
                </c:pt>
                <c:pt idx="2411">
                  <c:v>0.26443926795851208</c:v>
                </c:pt>
                <c:pt idx="2412">
                  <c:v>0.23496926067371718</c:v>
                </c:pt>
                <c:pt idx="2413">
                  <c:v>0.24387844337370668</c:v>
                </c:pt>
                <c:pt idx="2414">
                  <c:v>0.26075996241952637</c:v>
                </c:pt>
                <c:pt idx="2415">
                  <c:v>0.23619685724176695</c:v>
                </c:pt>
                <c:pt idx="2416">
                  <c:v>0.22886081643413966</c:v>
                </c:pt>
                <c:pt idx="2417">
                  <c:v>0.22648560607457285</c:v>
                </c:pt>
                <c:pt idx="2418">
                  <c:v>0.2149433715831254</c:v>
                </c:pt>
                <c:pt idx="2419">
                  <c:v>0.22543170486842545</c:v>
                </c:pt>
                <c:pt idx="2420">
                  <c:v>0.2260413442334209</c:v>
                </c:pt>
                <c:pt idx="2421">
                  <c:v>0.2274870940888393</c:v>
                </c:pt>
                <c:pt idx="2422">
                  <c:v>0.22068125396369709</c:v>
                </c:pt>
                <c:pt idx="2423">
                  <c:v>0.2213838226993084</c:v>
                </c:pt>
                <c:pt idx="2424">
                  <c:v>0.24948830114009835</c:v>
                </c:pt>
                <c:pt idx="2425">
                  <c:v>0.26664309483791632</c:v>
                </c:pt>
                <c:pt idx="2426">
                  <c:v>0.28316795735303302</c:v>
                </c:pt>
                <c:pt idx="2427">
                  <c:v>0.29248719168455184</c:v>
                </c:pt>
                <c:pt idx="2428">
                  <c:v>0.31560582892901873</c:v>
                </c:pt>
                <c:pt idx="2429">
                  <c:v>0.33801948071072235</c:v>
                </c:pt>
                <c:pt idx="2430">
                  <c:v>0.36260166721063691</c:v>
                </c:pt>
                <c:pt idx="2431">
                  <c:v>0.3656172688934386</c:v>
                </c:pt>
                <c:pt idx="2432">
                  <c:v>0.35282655228541138</c:v>
                </c:pt>
                <c:pt idx="2433">
                  <c:v>0.33451136911588231</c:v>
                </c:pt>
                <c:pt idx="2434">
                  <c:v>0.31845920165419345</c:v>
                </c:pt>
                <c:pt idx="2435">
                  <c:v>0.2914329865262949</c:v>
                </c:pt>
                <c:pt idx="2436">
                  <c:v>0.26253671619341318</c:v>
                </c:pt>
                <c:pt idx="2437">
                  <c:v>0.24093037487299077</c:v>
                </c:pt>
                <c:pt idx="2438">
                  <c:v>0.25038888612601939</c:v>
                </c:pt>
                <c:pt idx="2439">
                  <c:v>0.25013262009162657</c:v>
                </c:pt>
                <c:pt idx="2440">
                  <c:v>0.25620484894378426</c:v>
                </c:pt>
                <c:pt idx="2441">
                  <c:v>0.26189560805007783</c:v>
                </c:pt>
                <c:pt idx="2442">
                  <c:v>0.26938852123072521</c:v>
                </c:pt>
                <c:pt idx="2443">
                  <c:v>0.28908635774681335</c:v>
                </c:pt>
                <c:pt idx="2444">
                  <c:v>0.30729567190980372</c:v>
                </c:pt>
                <c:pt idx="2445">
                  <c:v>0.30351632954188851</c:v>
                </c:pt>
                <c:pt idx="2446">
                  <c:v>0.32959080307005845</c:v>
                </c:pt>
                <c:pt idx="2447">
                  <c:v>0.3635689978380463</c:v>
                </c:pt>
                <c:pt idx="2448">
                  <c:v>0.36855404786379348</c:v>
                </c:pt>
                <c:pt idx="2449">
                  <c:v>0.38568947227521733</c:v>
                </c:pt>
                <c:pt idx="2450">
                  <c:v>0.37908774803467171</c:v>
                </c:pt>
                <c:pt idx="2451">
                  <c:v>0.38718658542155338</c:v>
                </c:pt>
                <c:pt idx="2452">
                  <c:v>0.39941719641480911</c:v>
                </c:pt>
                <c:pt idx="2453">
                  <c:v>0.40944746396548026</c:v>
                </c:pt>
                <c:pt idx="2454">
                  <c:v>0.40315765484401228</c:v>
                </c:pt>
                <c:pt idx="2455">
                  <c:v>0.40544055869543594</c:v>
                </c:pt>
                <c:pt idx="2456">
                  <c:v>0.39012749796483803</c:v>
                </c:pt>
                <c:pt idx="2457">
                  <c:v>0.39147446356892734</c:v>
                </c:pt>
                <c:pt idx="2458">
                  <c:v>0.37677371552253058</c:v>
                </c:pt>
                <c:pt idx="2459">
                  <c:v>0.33076433217740864</c:v>
                </c:pt>
                <c:pt idx="2460">
                  <c:v>0.29214427054771941</c:v>
                </c:pt>
                <c:pt idx="2461">
                  <c:v>0.29402748835777848</c:v>
                </c:pt>
                <c:pt idx="2462">
                  <c:v>0.33249241026574305</c:v>
                </c:pt>
                <c:pt idx="2463">
                  <c:v>0.2969537845677277</c:v>
                </c:pt>
                <c:pt idx="2464">
                  <c:v>0.28474010147549966</c:v>
                </c:pt>
                <c:pt idx="2465">
                  <c:v>0.28754820247041329</c:v>
                </c:pt>
                <c:pt idx="2466">
                  <c:v>0.27535348361394668</c:v>
                </c:pt>
                <c:pt idx="2467">
                  <c:v>0.2800168237675324</c:v>
                </c:pt>
                <c:pt idx="2468">
                  <c:v>0.26286648765008158</c:v>
                </c:pt>
                <c:pt idx="2469">
                  <c:v>0.24954170920332164</c:v>
                </c:pt>
                <c:pt idx="2470">
                  <c:v>0.28401469841409233</c:v>
                </c:pt>
                <c:pt idx="2471">
                  <c:v>0.30662083261768969</c:v>
                </c:pt>
                <c:pt idx="2472">
                  <c:v>0.30853663333199771</c:v>
                </c:pt>
                <c:pt idx="2473">
                  <c:v>0.31825954318064187</c:v>
                </c:pt>
                <c:pt idx="2474">
                  <c:v>0.34356667520163375</c:v>
                </c:pt>
                <c:pt idx="2475">
                  <c:v>0.33842456193045017</c:v>
                </c:pt>
                <c:pt idx="2476">
                  <c:v>0.33282977607487901</c:v>
                </c:pt>
                <c:pt idx="2477">
                  <c:v>0.34212754206796475</c:v>
                </c:pt>
                <c:pt idx="2478">
                  <c:v>0.33578723045942693</c:v>
                </c:pt>
                <c:pt idx="2479">
                  <c:v>0.24495396056252619</c:v>
                </c:pt>
                <c:pt idx="2480">
                  <c:v>0.28880454241678111</c:v>
                </c:pt>
                <c:pt idx="2481">
                  <c:v>0.35510170587657086</c:v>
                </c:pt>
                <c:pt idx="2482">
                  <c:v>0.24568085972875867</c:v>
                </c:pt>
                <c:pt idx="2483">
                  <c:v>0.24152882592361521</c:v>
                </c:pt>
                <c:pt idx="2484">
                  <c:v>0.2266642588645546</c:v>
                </c:pt>
                <c:pt idx="2485">
                  <c:v>0.22035922029411262</c:v>
                </c:pt>
                <c:pt idx="2486">
                  <c:v>0.20746079530688602</c:v>
                </c:pt>
                <c:pt idx="2487">
                  <c:v>0.18728021911399217</c:v>
                </c:pt>
                <c:pt idx="2488">
                  <c:v>0.1670167527874849</c:v>
                </c:pt>
                <c:pt idx="2489">
                  <c:v>0.17491711548861058</c:v>
                </c:pt>
                <c:pt idx="2490">
                  <c:v>0.19038266328209691</c:v>
                </c:pt>
                <c:pt idx="2491">
                  <c:v>0.18229807512990298</c:v>
                </c:pt>
                <c:pt idx="2492">
                  <c:v>0.17343338700749658</c:v>
                </c:pt>
                <c:pt idx="2493">
                  <c:v>0.16910049145537195</c:v>
                </c:pt>
                <c:pt idx="2494">
                  <c:v>0.17779702841824205</c:v>
                </c:pt>
                <c:pt idx="2495">
                  <c:v>0.17297735018431717</c:v>
                </c:pt>
                <c:pt idx="2496">
                  <c:v>0.18408123597009049</c:v>
                </c:pt>
                <c:pt idx="2497">
                  <c:v>0.19987172936607511</c:v>
                </c:pt>
                <c:pt idx="2498">
                  <c:v>0.21416068542727668</c:v>
                </c:pt>
                <c:pt idx="2499">
                  <c:v>0.23180584640252641</c:v>
                </c:pt>
                <c:pt idx="2500">
                  <c:v>0.23512423990018302</c:v>
                </c:pt>
                <c:pt idx="2501">
                  <c:v>0.24101375851454113</c:v>
                </c:pt>
                <c:pt idx="2502">
                  <c:v>0.24378806989912058</c:v>
                </c:pt>
                <c:pt idx="2503">
                  <c:v>0.24064355891809616</c:v>
                </c:pt>
                <c:pt idx="2504">
                  <c:v>0.23601091493739973</c:v>
                </c:pt>
                <c:pt idx="2505">
                  <c:v>0.23155275069157635</c:v>
                </c:pt>
                <c:pt idx="2506">
                  <c:v>0.22314003446342962</c:v>
                </c:pt>
                <c:pt idx="2507">
                  <c:v>0.23318316454307242</c:v>
                </c:pt>
                <c:pt idx="2508">
                  <c:v>0.24474379924778764</c:v>
                </c:pt>
                <c:pt idx="2509">
                  <c:v>0.25964747009572425</c:v>
                </c:pt>
                <c:pt idx="2510">
                  <c:v>0.26689464178689581</c:v>
                </c:pt>
                <c:pt idx="2511">
                  <c:v>0.26000402930317534</c:v>
                </c:pt>
                <c:pt idx="2512">
                  <c:v>0.26650733624007561</c:v>
                </c:pt>
                <c:pt idx="2513">
                  <c:v>0.25139366041400124</c:v>
                </c:pt>
                <c:pt idx="2514">
                  <c:v>0.25769605378496285</c:v>
                </c:pt>
                <c:pt idx="2515">
                  <c:v>0.25936807763201353</c:v>
                </c:pt>
                <c:pt idx="2516">
                  <c:v>0.26035483341597665</c:v>
                </c:pt>
                <c:pt idx="2517">
                  <c:v>0.25949054247517728</c:v>
                </c:pt>
                <c:pt idx="2518">
                  <c:v>0.27854567744813774</c:v>
                </c:pt>
                <c:pt idx="2519">
                  <c:v>0.28711615213005298</c:v>
                </c:pt>
                <c:pt idx="2520">
                  <c:v>0.29079277578669832</c:v>
                </c:pt>
                <c:pt idx="2521">
                  <c:v>0.29536434243338755</c:v>
                </c:pt>
                <c:pt idx="2522">
                  <c:v>0.29794719832236016</c:v>
                </c:pt>
                <c:pt idx="2523">
                  <c:v>0.29563125302486981</c:v>
                </c:pt>
                <c:pt idx="2524">
                  <c:v>0.30348649931085514</c:v>
                </c:pt>
                <c:pt idx="2525">
                  <c:v>0.31554195928640327</c:v>
                </c:pt>
                <c:pt idx="2526">
                  <c:v>0.31096553810040389</c:v>
                </c:pt>
                <c:pt idx="2527">
                  <c:v>0.31278014343230909</c:v>
                </c:pt>
                <c:pt idx="2528">
                  <c:v>0.31397599892540862</c:v>
                </c:pt>
                <c:pt idx="2529">
                  <c:v>0.31476643374085511</c:v>
                </c:pt>
                <c:pt idx="2530">
                  <c:v>0.31554724581187105</c:v>
                </c:pt>
                <c:pt idx="2531">
                  <c:v>0.28589424503048927</c:v>
                </c:pt>
                <c:pt idx="2532">
                  <c:v>0.26999599061263119</c:v>
                </c:pt>
                <c:pt idx="2533">
                  <c:v>0.27779717596724263</c:v>
                </c:pt>
                <c:pt idx="2534">
                  <c:v>0.25565889207343517</c:v>
                </c:pt>
                <c:pt idx="2535">
                  <c:v>0.24748738062253908</c:v>
                </c:pt>
                <c:pt idx="2536">
                  <c:v>0.25817022479055007</c:v>
                </c:pt>
                <c:pt idx="2537">
                  <c:v>0.28649346812685311</c:v>
                </c:pt>
                <c:pt idx="2538">
                  <c:v>0.30423679710540991</c:v>
                </c:pt>
                <c:pt idx="2539">
                  <c:v>0.31736607432093672</c:v>
                </c:pt>
                <c:pt idx="2540">
                  <c:v>0.31150563903671208</c:v>
                </c:pt>
                <c:pt idx="2541">
                  <c:v>0.31699647574151912</c:v>
                </c:pt>
                <c:pt idx="2542">
                  <c:v>0.34001326918952379</c:v>
                </c:pt>
                <c:pt idx="2543">
                  <c:v>0.33681914083470615</c:v>
                </c:pt>
                <c:pt idx="2544">
                  <c:v>0.33923166602477717</c:v>
                </c:pt>
                <c:pt idx="2545">
                  <c:v>0.34089325317104197</c:v>
                </c:pt>
                <c:pt idx="2546">
                  <c:v>0.34771686208147101</c:v>
                </c:pt>
                <c:pt idx="2547">
                  <c:v>0.33947185993528933</c:v>
                </c:pt>
                <c:pt idx="2548">
                  <c:v>0.33148089607142533</c:v>
                </c:pt>
                <c:pt idx="2549">
                  <c:v>0.34362452155576551</c:v>
                </c:pt>
                <c:pt idx="2550">
                  <c:v>0.34910450557146211</c:v>
                </c:pt>
                <c:pt idx="2551">
                  <c:v>0.34063629824431763</c:v>
                </c:pt>
                <c:pt idx="2552">
                  <c:v>0.33279652329358833</c:v>
                </c:pt>
                <c:pt idx="2553">
                  <c:v>0.31850347532184337</c:v>
                </c:pt>
                <c:pt idx="2554">
                  <c:v>0.27670725054104239</c:v>
                </c:pt>
                <c:pt idx="2555">
                  <c:v>0.26687147041605391</c:v>
                </c:pt>
                <c:pt idx="2556">
                  <c:v>0.23760705749259553</c:v>
                </c:pt>
                <c:pt idx="2557">
                  <c:v>0.23299523621298981</c:v>
                </c:pt>
                <c:pt idx="2558">
                  <c:v>0.21332298977876615</c:v>
                </c:pt>
                <c:pt idx="2559">
                  <c:v>0.221226852741047</c:v>
                </c:pt>
                <c:pt idx="2560">
                  <c:v>0.21285108491810636</c:v>
                </c:pt>
                <c:pt idx="2561">
                  <c:v>0.21170638220434979</c:v>
                </c:pt>
                <c:pt idx="2562">
                  <c:v>0.22117806941993315</c:v>
                </c:pt>
                <c:pt idx="2563">
                  <c:v>0.24134345260126019</c:v>
                </c:pt>
                <c:pt idx="2564">
                  <c:v>0.25740183094535685</c:v>
                </c:pt>
                <c:pt idx="2565">
                  <c:v>0.25401975594636617</c:v>
                </c:pt>
                <c:pt idx="2566">
                  <c:v>0.26522124398640851</c:v>
                </c:pt>
                <c:pt idx="2567">
                  <c:v>0.27117840344676186</c:v>
                </c:pt>
                <c:pt idx="2568">
                  <c:v>0.29664324438458872</c:v>
                </c:pt>
                <c:pt idx="2569">
                  <c:v>0.31339679935951614</c:v>
                </c:pt>
                <c:pt idx="2570">
                  <c:v>0.31113679701740588</c:v>
                </c:pt>
                <c:pt idx="2571">
                  <c:v>0.31617415721436826</c:v>
                </c:pt>
                <c:pt idx="2572">
                  <c:v>0.32189505389664164</c:v>
                </c:pt>
                <c:pt idx="2573">
                  <c:v>0.32445701626363516</c:v>
                </c:pt>
                <c:pt idx="2574">
                  <c:v>0.32378966170530005</c:v>
                </c:pt>
                <c:pt idx="2575">
                  <c:v>0.3286790966226022</c:v>
                </c:pt>
                <c:pt idx="2576">
                  <c:v>0.37066858677882236</c:v>
                </c:pt>
                <c:pt idx="2577">
                  <c:v>0.35307847989383562</c:v>
                </c:pt>
                <c:pt idx="2578">
                  <c:v>0.30910066316552121</c:v>
                </c:pt>
                <c:pt idx="2579">
                  <c:v>0.28636217426770216</c:v>
                </c:pt>
                <c:pt idx="2580">
                  <c:v>0.26574188723788167</c:v>
                </c:pt>
                <c:pt idx="2581">
                  <c:v>0.24905151471907863</c:v>
                </c:pt>
                <c:pt idx="2582">
                  <c:v>0.22339286108285084</c:v>
                </c:pt>
                <c:pt idx="2583">
                  <c:v>0.23479986454643256</c:v>
                </c:pt>
                <c:pt idx="2584">
                  <c:v>0.23550879621764831</c:v>
                </c:pt>
                <c:pt idx="2585">
                  <c:v>0.24932769407698388</c:v>
                </c:pt>
                <c:pt idx="2586">
                  <c:v>0.25296627514605868</c:v>
                </c:pt>
                <c:pt idx="2587">
                  <c:v>0.25630605248985622</c:v>
                </c:pt>
                <c:pt idx="2588">
                  <c:v>0.25197814129929375</c:v>
                </c:pt>
                <c:pt idx="2589">
                  <c:v>0.25033275700405661</c:v>
                </c:pt>
                <c:pt idx="2590">
                  <c:v>0.26443515035117071</c:v>
                </c:pt>
                <c:pt idx="2591">
                  <c:v>0.23833144183348928</c:v>
                </c:pt>
                <c:pt idx="2592">
                  <c:v>0.25912292552476474</c:v>
                </c:pt>
                <c:pt idx="2593">
                  <c:v>0.27071460638508099</c:v>
                </c:pt>
                <c:pt idx="2594">
                  <c:v>0.29527099626175557</c:v>
                </c:pt>
                <c:pt idx="2595">
                  <c:v>0.28533949960153204</c:v>
                </c:pt>
                <c:pt idx="2596">
                  <c:v>0.29644837121905776</c:v>
                </c:pt>
                <c:pt idx="2597">
                  <c:v>0.31424580456578977</c:v>
                </c:pt>
                <c:pt idx="2598">
                  <c:v>0.31016495025930813</c:v>
                </c:pt>
                <c:pt idx="2599">
                  <c:v>0.2962840791987093</c:v>
                </c:pt>
                <c:pt idx="2600">
                  <c:v>0.29357967332159268</c:v>
                </c:pt>
                <c:pt idx="2601">
                  <c:v>0.26889227892842588</c:v>
                </c:pt>
                <c:pt idx="2602">
                  <c:v>0.24606027348603732</c:v>
                </c:pt>
                <c:pt idx="2603">
                  <c:v>0.22651278409906209</c:v>
                </c:pt>
                <c:pt idx="2604">
                  <c:v>0.20431341741219719</c:v>
                </c:pt>
                <c:pt idx="2605">
                  <c:v>0.18487246240608288</c:v>
                </c:pt>
                <c:pt idx="2606">
                  <c:v>0.19368097139463011</c:v>
                </c:pt>
                <c:pt idx="2607">
                  <c:v>0.19681783643011533</c:v>
                </c:pt>
                <c:pt idx="2608">
                  <c:v>0.20103574069829638</c:v>
                </c:pt>
                <c:pt idx="2609">
                  <c:v>0.20207100395347169</c:v>
                </c:pt>
                <c:pt idx="2610">
                  <c:v>0.18856970851635438</c:v>
                </c:pt>
                <c:pt idx="2611">
                  <c:v>0.1965225420913049</c:v>
                </c:pt>
                <c:pt idx="2612">
                  <c:v>0.18074310246855332</c:v>
                </c:pt>
                <c:pt idx="2613">
                  <c:v>0.18917934027012867</c:v>
                </c:pt>
                <c:pt idx="2614">
                  <c:v>0.19467970498915843</c:v>
                </c:pt>
                <c:pt idx="2615">
                  <c:v>0.18988224645058707</c:v>
                </c:pt>
                <c:pt idx="2616">
                  <c:v>0.19360818548234918</c:v>
                </c:pt>
                <c:pt idx="2617">
                  <c:v>0.18577052999063715</c:v>
                </c:pt>
                <c:pt idx="2618">
                  <c:v>0.19464955225117331</c:v>
                </c:pt>
                <c:pt idx="2619">
                  <c:v>0.20662609194718254</c:v>
                </c:pt>
                <c:pt idx="2620">
                  <c:v>0.20769505041404304</c:v>
                </c:pt>
                <c:pt idx="2621">
                  <c:v>0.20206980076247444</c:v>
                </c:pt>
                <c:pt idx="2622">
                  <c:v>0.19738722550378154</c:v>
                </c:pt>
                <c:pt idx="2623">
                  <c:v>0.19481977667093087</c:v>
                </c:pt>
                <c:pt idx="2624">
                  <c:v>0.19498089287555614</c:v>
                </c:pt>
                <c:pt idx="2625">
                  <c:v>0.19436278574215768</c:v>
                </c:pt>
                <c:pt idx="2626">
                  <c:v>0.19242719168143765</c:v>
                </c:pt>
                <c:pt idx="2627">
                  <c:v>0.18729141543952896</c:v>
                </c:pt>
                <c:pt idx="2628">
                  <c:v>0.18789810648406186</c:v>
                </c:pt>
                <c:pt idx="2629">
                  <c:v>0.17657468336376078</c:v>
                </c:pt>
                <c:pt idx="2630">
                  <c:v>0.16543524539219859</c:v>
                </c:pt>
                <c:pt idx="2631">
                  <c:v>0.17379385227835201</c:v>
                </c:pt>
                <c:pt idx="2632">
                  <c:v>0.16555969865887357</c:v>
                </c:pt>
                <c:pt idx="2633">
                  <c:v>0.1722065153413419</c:v>
                </c:pt>
                <c:pt idx="2634">
                  <c:v>0.15937903790783409</c:v>
                </c:pt>
                <c:pt idx="2635">
                  <c:v>0.17334548814483267</c:v>
                </c:pt>
                <c:pt idx="2636">
                  <c:v>0.1835977560423403</c:v>
                </c:pt>
                <c:pt idx="2637">
                  <c:v>0.1852188010596042</c:v>
                </c:pt>
                <c:pt idx="2638">
                  <c:v>0.18806089022303588</c:v>
                </c:pt>
                <c:pt idx="2639">
                  <c:v>0.19443761273226923</c:v>
                </c:pt>
                <c:pt idx="2640">
                  <c:v>0.21552584704987435</c:v>
                </c:pt>
                <c:pt idx="2641">
                  <c:v>0.23025603933743166</c:v>
                </c:pt>
                <c:pt idx="2642">
                  <c:v>0.23545817968823607</c:v>
                </c:pt>
                <c:pt idx="2643">
                  <c:v>0.22465932508902364</c:v>
                </c:pt>
                <c:pt idx="2644">
                  <c:v>0.22472174251848753</c:v>
                </c:pt>
                <c:pt idx="2645">
                  <c:v>0.22800759048311561</c:v>
                </c:pt>
                <c:pt idx="2646">
                  <c:v>0.22826132014416067</c:v>
                </c:pt>
                <c:pt idx="2647">
                  <c:v>0.22496261509990059</c:v>
                </c:pt>
                <c:pt idx="2648">
                  <c:v>0.2217506368654108</c:v>
                </c:pt>
                <c:pt idx="2649">
                  <c:v>0.22466914054847589</c:v>
                </c:pt>
                <c:pt idx="2650">
                  <c:v>0.23316304956665401</c:v>
                </c:pt>
                <c:pt idx="2651">
                  <c:v>0.24280332462158016</c:v>
                </c:pt>
                <c:pt idx="2652">
                  <c:v>0.22061845522111412</c:v>
                </c:pt>
                <c:pt idx="2653">
                  <c:v>0.24158936500540859</c:v>
                </c:pt>
                <c:pt idx="2654">
                  <c:v>0.24189790984159826</c:v>
                </c:pt>
                <c:pt idx="2655">
                  <c:v>0.22826527333640184</c:v>
                </c:pt>
                <c:pt idx="2656">
                  <c:v>0.24236916194777355</c:v>
                </c:pt>
                <c:pt idx="2657">
                  <c:v>0.22639735471749234</c:v>
                </c:pt>
                <c:pt idx="2658">
                  <c:v>0.23155163973203224</c:v>
                </c:pt>
                <c:pt idx="2659">
                  <c:v>0.24276581680559325</c:v>
                </c:pt>
                <c:pt idx="2660">
                  <c:v>0.24693364746625385</c:v>
                </c:pt>
                <c:pt idx="2661">
                  <c:v>0.24700951179355923</c:v>
                </c:pt>
                <c:pt idx="2662">
                  <c:v>0.25617562182232778</c:v>
                </c:pt>
                <c:pt idx="2663">
                  <c:v>0.26503085339628607</c:v>
                </c:pt>
                <c:pt idx="2664">
                  <c:v>0.2571239330644628</c:v>
                </c:pt>
                <c:pt idx="2665">
                  <c:v>0.26238235391395109</c:v>
                </c:pt>
                <c:pt idx="2666">
                  <c:v>0.24887233989844407</c:v>
                </c:pt>
                <c:pt idx="2667">
                  <c:v>0.24844648998767518</c:v>
                </c:pt>
                <c:pt idx="2668">
                  <c:v>0.24378667406684482</c:v>
                </c:pt>
                <c:pt idx="2669">
                  <c:v>0.24118684192276132</c:v>
                </c:pt>
                <c:pt idx="2670">
                  <c:v>0.24023673910695831</c:v>
                </c:pt>
                <c:pt idx="2671">
                  <c:v>0.24251620277580452</c:v>
                </c:pt>
                <c:pt idx="2672">
                  <c:v>0.24274364334641707</c:v>
                </c:pt>
                <c:pt idx="2673">
                  <c:v>0.27518709003396546</c:v>
                </c:pt>
                <c:pt idx="2674">
                  <c:v>0.27119733183430161</c:v>
                </c:pt>
                <c:pt idx="2675">
                  <c:v>0.28358139600736287</c:v>
                </c:pt>
                <c:pt idx="2676">
                  <c:v>0.23854560061800625</c:v>
                </c:pt>
                <c:pt idx="2677">
                  <c:v>0.27219489349454445</c:v>
                </c:pt>
                <c:pt idx="2678">
                  <c:v>0.27743000101544846</c:v>
                </c:pt>
                <c:pt idx="2679">
                  <c:v>0.24671640434586009</c:v>
                </c:pt>
                <c:pt idx="2680">
                  <c:v>0.26206752661114069</c:v>
                </c:pt>
                <c:pt idx="2681">
                  <c:v>0.24564876769067195</c:v>
                </c:pt>
                <c:pt idx="2682">
                  <c:v>0.24365156464293403</c:v>
                </c:pt>
                <c:pt idx="2683">
                  <c:v>0.25987997966512066</c:v>
                </c:pt>
                <c:pt idx="2684">
                  <c:v>0.26222172219969625</c:v>
                </c:pt>
                <c:pt idx="2685">
                  <c:v>0.26760335042940497</c:v>
                </c:pt>
                <c:pt idx="2686">
                  <c:v>0.275317463777701</c:v>
                </c:pt>
                <c:pt idx="2687">
                  <c:v>0.25861521668844356</c:v>
                </c:pt>
                <c:pt idx="2688">
                  <c:v>0.2623829685067352</c:v>
                </c:pt>
                <c:pt idx="2689">
                  <c:v>0.25405701664195296</c:v>
                </c:pt>
                <c:pt idx="2690">
                  <c:v>0.27641669517926881</c:v>
                </c:pt>
                <c:pt idx="2691">
                  <c:v>0.28753079680190796</c:v>
                </c:pt>
                <c:pt idx="2692">
                  <c:v>0.28866413112099293</c:v>
                </c:pt>
                <c:pt idx="2693">
                  <c:v>0.27721299570320318</c:v>
                </c:pt>
                <c:pt idx="2694">
                  <c:v>0.28922352057454342</c:v>
                </c:pt>
                <c:pt idx="2695">
                  <c:v>0.30028077761989524</c:v>
                </c:pt>
                <c:pt idx="2696">
                  <c:v>0.30185336099407151</c:v>
                </c:pt>
                <c:pt idx="2697">
                  <c:v>0.30407422482118945</c:v>
                </c:pt>
                <c:pt idx="2698">
                  <c:v>0.29420655311006483</c:v>
                </c:pt>
                <c:pt idx="2699">
                  <c:v>0.25318369580493744</c:v>
                </c:pt>
                <c:pt idx="2700">
                  <c:v>0.25600047113759544</c:v>
                </c:pt>
                <c:pt idx="2701">
                  <c:v>0.26229863191637903</c:v>
                </c:pt>
                <c:pt idx="2702">
                  <c:v>0.25827993784940101</c:v>
                </c:pt>
                <c:pt idx="2703">
                  <c:v>0.24409494431964796</c:v>
                </c:pt>
                <c:pt idx="2704">
                  <c:v>0.24313887615530658</c:v>
                </c:pt>
                <c:pt idx="2705">
                  <c:v>0.25359856384727797</c:v>
                </c:pt>
                <c:pt idx="2706">
                  <c:v>0.26829620044165842</c:v>
                </c:pt>
                <c:pt idx="2707">
                  <c:v>0.26217850989826091</c:v>
                </c:pt>
                <c:pt idx="2708">
                  <c:v>0.25899925251638445</c:v>
                </c:pt>
                <c:pt idx="2709">
                  <c:v>0.25726445961241218</c:v>
                </c:pt>
                <c:pt idx="2710">
                  <c:v>0.25270735729735905</c:v>
                </c:pt>
                <c:pt idx="2711">
                  <c:v>0.25622597970562039</c:v>
                </c:pt>
                <c:pt idx="2712">
                  <c:v>0.25701857396032268</c:v>
                </c:pt>
                <c:pt idx="2713">
                  <c:v>0.25210910725758817</c:v>
                </c:pt>
                <c:pt idx="2714">
                  <c:v>0.26415411115777576</c:v>
                </c:pt>
                <c:pt idx="2715">
                  <c:v>0.26703488642406198</c:v>
                </c:pt>
                <c:pt idx="2716">
                  <c:v>0.26858690651065542</c:v>
                </c:pt>
                <c:pt idx="2717">
                  <c:v>0.25528212393629135</c:v>
                </c:pt>
                <c:pt idx="2718">
                  <c:v>0.26494747891922976</c:v>
                </c:pt>
                <c:pt idx="2719">
                  <c:v>0.25689205757359057</c:v>
                </c:pt>
                <c:pt idx="2720">
                  <c:v>0.26476133652893807</c:v>
                </c:pt>
                <c:pt idx="2721">
                  <c:v>0.24256822240503487</c:v>
                </c:pt>
                <c:pt idx="2722">
                  <c:v>0.25162844209477331</c:v>
                </c:pt>
                <c:pt idx="2723">
                  <c:v>0.24970880745412444</c:v>
                </c:pt>
                <c:pt idx="2724">
                  <c:v>0.2411791425086747</c:v>
                </c:pt>
                <c:pt idx="2725">
                  <c:v>0.24589872113519437</c:v>
                </c:pt>
                <c:pt idx="2726">
                  <c:v>0.24120547240765366</c:v>
                </c:pt>
                <c:pt idx="2727">
                  <c:v>0.22148432231635415</c:v>
                </c:pt>
                <c:pt idx="2728">
                  <c:v>0.22267718100774975</c:v>
                </c:pt>
                <c:pt idx="2729">
                  <c:v>0.22776452671331179</c:v>
                </c:pt>
                <c:pt idx="2730">
                  <c:v>0.23142261358046384</c:v>
                </c:pt>
                <c:pt idx="2731">
                  <c:v>0.22971850870226151</c:v>
                </c:pt>
                <c:pt idx="2732">
                  <c:v>0.24140429825872145</c:v>
                </c:pt>
                <c:pt idx="2733">
                  <c:v>0.24942181945695235</c:v>
                </c:pt>
                <c:pt idx="2734">
                  <c:v>0.23972468697345542</c:v>
                </c:pt>
                <c:pt idx="2735">
                  <c:v>0.24628373458703082</c:v>
                </c:pt>
                <c:pt idx="2736">
                  <c:v>0.23055809424550044</c:v>
                </c:pt>
                <c:pt idx="2737">
                  <c:v>0.23232662590794956</c:v>
                </c:pt>
                <c:pt idx="2738">
                  <c:v>0.2346061809539923</c:v>
                </c:pt>
                <c:pt idx="2739">
                  <c:v>0.24338776099758833</c:v>
                </c:pt>
                <c:pt idx="2740">
                  <c:v>0.23936348473217425</c:v>
                </c:pt>
                <c:pt idx="2741">
                  <c:v>0.24856107682597584</c:v>
                </c:pt>
                <c:pt idx="2742">
                  <c:v>0.24711429860742953</c:v>
                </c:pt>
                <c:pt idx="2743">
                  <c:v>0.24675755543804115</c:v>
                </c:pt>
                <c:pt idx="2744">
                  <c:v>0.25305050216310504</c:v>
                </c:pt>
                <c:pt idx="2745">
                  <c:v>0.25126087961866689</c:v>
                </c:pt>
                <c:pt idx="2746">
                  <c:v>0.26740644108299549</c:v>
                </c:pt>
                <c:pt idx="2747">
                  <c:v>0.27865499024128698</c:v>
                </c:pt>
                <c:pt idx="2748">
                  <c:v>0.22985115187192817</c:v>
                </c:pt>
                <c:pt idx="2749">
                  <c:v>0.20588823879037704</c:v>
                </c:pt>
                <c:pt idx="2750">
                  <c:v>0.18298486887153814</c:v>
                </c:pt>
                <c:pt idx="2751">
                  <c:v>0.18461664596654698</c:v>
                </c:pt>
                <c:pt idx="2752">
                  <c:v>0.18405765314615599</c:v>
                </c:pt>
                <c:pt idx="2753">
                  <c:v>0.1798622622437766</c:v>
                </c:pt>
                <c:pt idx="2754">
                  <c:v>0.17744480081281055</c:v>
                </c:pt>
                <c:pt idx="2755">
                  <c:v>0.19069733886310791</c:v>
                </c:pt>
                <c:pt idx="2756">
                  <c:v>0.20475570114382177</c:v>
                </c:pt>
                <c:pt idx="2757">
                  <c:v>0.21506186080549</c:v>
                </c:pt>
                <c:pt idx="2758">
                  <c:v>0.21535825199152592</c:v>
                </c:pt>
                <c:pt idx="2759">
                  <c:v>0.20827286890419705</c:v>
                </c:pt>
                <c:pt idx="2760">
                  <c:v>0.20460126999131195</c:v>
                </c:pt>
                <c:pt idx="2761">
                  <c:v>0.20827104005993519</c:v>
                </c:pt>
                <c:pt idx="2762">
                  <c:v>0.21332300840638271</c:v>
                </c:pt>
                <c:pt idx="2763">
                  <c:v>0.215775125301962</c:v>
                </c:pt>
                <c:pt idx="2764">
                  <c:v>0.20691905139637257</c:v>
                </c:pt>
                <c:pt idx="2765">
                  <c:v>0.21294257852081733</c:v>
                </c:pt>
                <c:pt idx="2766">
                  <c:v>0.21172602294716722</c:v>
                </c:pt>
                <c:pt idx="2767">
                  <c:v>0.21199525150313581</c:v>
                </c:pt>
                <c:pt idx="2768">
                  <c:v>0.22433321537498135</c:v>
                </c:pt>
                <c:pt idx="2769">
                  <c:v>0.22268481214916988</c:v>
                </c:pt>
                <c:pt idx="2770">
                  <c:v>0.20265591486463128</c:v>
                </c:pt>
                <c:pt idx="2771">
                  <c:v>0.19626824334115436</c:v>
                </c:pt>
                <c:pt idx="2772">
                  <c:v>0.17633268637144869</c:v>
                </c:pt>
                <c:pt idx="2773">
                  <c:v>0.17773870294921643</c:v>
                </c:pt>
                <c:pt idx="2774">
                  <c:v>0.17542234445243016</c:v>
                </c:pt>
                <c:pt idx="2775">
                  <c:v>0.16833435158368676</c:v>
                </c:pt>
                <c:pt idx="2776">
                  <c:v>0.18075973434665937</c:v>
                </c:pt>
                <c:pt idx="2777">
                  <c:v>0.18043035969733393</c:v>
                </c:pt>
                <c:pt idx="2778">
                  <c:v>0.19543661413039506</c:v>
                </c:pt>
                <c:pt idx="2779">
                  <c:v>0.21368214638658029</c:v>
                </c:pt>
                <c:pt idx="2780">
                  <c:v>0.23439193843671921</c:v>
                </c:pt>
                <c:pt idx="2781">
                  <c:v>0.26181582425756916</c:v>
                </c:pt>
                <c:pt idx="2782">
                  <c:v>0.27105133377798074</c:v>
                </c:pt>
                <c:pt idx="2783">
                  <c:v>0.2873130630531443</c:v>
                </c:pt>
                <c:pt idx="2784">
                  <c:v>0.30386823182001604</c:v>
                </c:pt>
                <c:pt idx="2785">
                  <c:v>0.31892765413806051</c:v>
                </c:pt>
                <c:pt idx="2786">
                  <c:v>0.34975739404726292</c:v>
                </c:pt>
                <c:pt idx="2787">
                  <c:v>0.35610847220362857</c:v>
                </c:pt>
                <c:pt idx="2788">
                  <c:v>0.36409833477425019</c:v>
                </c:pt>
                <c:pt idx="2789">
                  <c:v>0.39231398903815667</c:v>
                </c:pt>
                <c:pt idx="2790">
                  <c:v>0.39848847326305781</c:v>
                </c:pt>
                <c:pt idx="2791">
                  <c:v>0.40393669551085332</c:v>
                </c:pt>
                <c:pt idx="2792">
                  <c:v>0.41784470470876789</c:v>
                </c:pt>
                <c:pt idx="2793">
                  <c:v>0.42151661379824235</c:v>
                </c:pt>
                <c:pt idx="2794">
                  <c:v>0.40017131107176779</c:v>
                </c:pt>
                <c:pt idx="2795">
                  <c:v>0.39670705017983215</c:v>
                </c:pt>
                <c:pt idx="2796">
                  <c:v>0.36010865869453873</c:v>
                </c:pt>
                <c:pt idx="2797">
                  <c:v>0.39477643178243604</c:v>
                </c:pt>
                <c:pt idx="2798">
                  <c:v>0.38994867108100378</c:v>
                </c:pt>
                <c:pt idx="2799">
                  <c:v>0.38246562315399163</c:v>
                </c:pt>
                <c:pt idx="2800">
                  <c:v>0.39278743197607646</c:v>
                </c:pt>
                <c:pt idx="2801">
                  <c:v>0.3701290484029876</c:v>
                </c:pt>
                <c:pt idx="2802">
                  <c:v>0.34335975887420211</c:v>
                </c:pt>
                <c:pt idx="2803">
                  <c:v>0.34681743593741926</c:v>
                </c:pt>
                <c:pt idx="2804">
                  <c:v>0.36588565606586221</c:v>
                </c:pt>
                <c:pt idx="2805">
                  <c:v>0.34403079063196601</c:v>
                </c:pt>
                <c:pt idx="2806">
                  <c:v>0.33437709203647692</c:v>
                </c:pt>
                <c:pt idx="2807">
                  <c:v>0.33074903802310596</c:v>
                </c:pt>
                <c:pt idx="2808">
                  <c:v>0.31983646122030956</c:v>
                </c:pt>
                <c:pt idx="2809">
                  <c:v>0.29821192470099339</c:v>
                </c:pt>
                <c:pt idx="2810">
                  <c:v>0.28861088222595177</c:v>
                </c:pt>
                <c:pt idx="2811">
                  <c:v>0.28366562904808745</c:v>
                </c:pt>
                <c:pt idx="2812">
                  <c:v>0.28492558656748246</c:v>
                </c:pt>
                <c:pt idx="2813">
                  <c:v>0.28600028683049689</c:v>
                </c:pt>
                <c:pt idx="2814">
                  <c:v>0.29401238954343867</c:v>
                </c:pt>
                <c:pt idx="2815">
                  <c:v>0.30380296249924615</c:v>
                </c:pt>
                <c:pt idx="2816">
                  <c:v>0.32047067726064471</c:v>
                </c:pt>
                <c:pt idx="2817">
                  <c:v>0.31662575967901729</c:v>
                </c:pt>
                <c:pt idx="2818">
                  <c:v>0.32201051150746535</c:v>
                </c:pt>
                <c:pt idx="2819">
                  <c:v>0.3255647058805699</c:v>
                </c:pt>
                <c:pt idx="2820">
                  <c:v>0.29048482079911148</c:v>
                </c:pt>
                <c:pt idx="2821">
                  <c:v>0.27862664869496173</c:v>
                </c:pt>
                <c:pt idx="2822">
                  <c:v>0.27650743535133726</c:v>
                </c:pt>
                <c:pt idx="2823">
                  <c:v>0.27317898653035355</c:v>
                </c:pt>
                <c:pt idx="2824">
                  <c:v>0.27993154857557162</c:v>
                </c:pt>
                <c:pt idx="2825">
                  <c:v>0.26446345612035027</c:v>
                </c:pt>
                <c:pt idx="2826">
                  <c:v>0.27863206116766986</c:v>
                </c:pt>
                <c:pt idx="2827">
                  <c:v>0.27544138323955097</c:v>
                </c:pt>
                <c:pt idx="2828">
                  <c:v>0.28376433241243576</c:v>
                </c:pt>
                <c:pt idx="2829">
                  <c:v>0.2812185545766962</c:v>
                </c:pt>
                <c:pt idx="2830">
                  <c:v>0.2813396954367528</c:v>
                </c:pt>
                <c:pt idx="2831">
                  <c:v>0.28291670864866492</c:v>
                </c:pt>
                <c:pt idx="2832">
                  <c:v>0.29682772622403997</c:v>
                </c:pt>
                <c:pt idx="2833">
                  <c:v>0.29363194438712409</c:v>
                </c:pt>
                <c:pt idx="2834">
                  <c:v>0.2943074617310939</c:v>
                </c:pt>
                <c:pt idx="2835">
                  <c:v>0.31435304474004827</c:v>
                </c:pt>
                <c:pt idx="2836">
                  <c:v>0.33057171550142189</c:v>
                </c:pt>
                <c:pt idx="2837">
                  <c:v>0.3494587899335127</c:v>
                </c:pt>
                <c:pt idx="2838">
                  <c:v>0.33749743216447115</c:v>
                </c:pt>
                <c:pt idx="2839">
                  <c:v>0.34842578627249365</c:v>
                </c:pt>
                <c:pt idx="2840">
                  <c:v>0.33966507463872503</c:v>
                </c:pt>
                <c:pt idx="2841">
                  <c:v>0.3246975846345147</c:v>
                </c:pt>
                <c:pt idx="2842">
                  <c:v>0.29559436628264768</c:v>
                </c:pt>
                <c:pt idx="2843">
                  <c:v>0.25823410581090933</c:v>
                </c:pt>
                <c:pt idx="2844">
                  <c:v>0.23848188159038841</c:v>
                </c:pt>
                <c:pt idx="2845">
                  <c:v>0.22246224592964747</c:v>
                </c:pt>
                <c:pt idx="2846">
                  <c:v>0.25208383460414818</c:v>
                </c:pt>
                <c:pt idx="2847">
                  <c:v>0.26372739499744485</c:v>
                </c:pt>
                <c:pt idx="2848">
                  <c:v>0.25389026722237618</c:v>
                </c:pt>
                <c:pt idx="2849">
                  <c:v>0.26214855797826464</c:v>
                </c:pt>
                <c:pt idx="2850">
                  <c:v>0.25311976095398359</c:v>
                </c:pt>
                <c:pt idx="2851">
                  <c:v>0.25071337030126711</c:v>
                </c:pt>
                <c:pt idx="2852">
                  <c:v>0.24950461383349445</c:v>
                </c:pt>
                <c:pt idx="2853">
                  <c:v>0.24247694976626985</c:v>
                </c:pt>
                <c:pt idx="2854">
                  <c:v>0.23614923182851916</c:v>
                </c:pt>
                <c:pt idx="2855">
                  <c:v>0.22971803124566437</c:v>
                </c:pt>
                <c:pt idx="2856">
                  <c:v>0.24113125630062832</c:v>
                </c:pt>
                <c:pt idx="2857">
                  <c:v>0.24015543329468778</c:v>
                </c:pt>
                <c:pt idx="2858">
                  <c:v>0.23704227130937519</c:v>
                </c:pt>
                <c:pt idx="2859">
                  <c:v>0.23369249193708261</c:v>
                </c:pt>
                <c:pt idx="2860">
                  <c:v>0.21557669682352212</c:v>
                </c:pt>
                <c:pt idx="2861">
                  <c:v>0.23757520633969853</c:v>
                </c:pt>
                <c:pt idx="2862">
                  <c:v>0.23881496060640406</c:v>
                </c:pt>
                <c:pt idx="2863">
                  <c:v>0.2513556040071015</c:v>
                </c:pt>
                <c:pt idx="2864">
                  <c:v>0.23432004111148047</c:v>
                </c:pt>
                <c:pt idx="2865">
                  <c:v>0.19880914047094597</c:v>
                </c:pt>
                <c:pt idx="2866">
                  <c:v>0.17563958608655739</c:v>
                </c:pt>
                <c:pt idx="2867">
                  <c:v>0.16568832838237865</c:v>
                </c:pt>
                <c:pt idx="2868">
                  <c:v>0.17181039112232974</c:v>
                </c:pt>
                <c:pt idx="2869">
                  <c:v>0.16331125630279134</c:v>
                </c:pt>
                <c:pt idx="2870">
                  <c:v>0.16133372786687594</c:v>
                </c:pt>
                <c:pt idx="2871">
                  <c:v>0.16295906831390153</c:v>
                </c:pt>
                <c:pt idx="2872">
                  <c:v>0.16920546247426241</c:v>
                </c:pt>
                <c:pt idx="2873">
                  <c:v>0.19523081638139583</c:v>
                </c:pt>
                <c:pt idx="2874">
                  <c:v>0.20951548756252653</c:v>
                </c:pt>
                <c:pt idx="2875">
                  <c:v>0.20434342238736025</c:v>
                </c:pt>
                <c:pt idx="2876">
                  <c:v>0.22138260832041387</c:v>
                </c:pt>
                <c:pt idx="2877">
                  <c:v>0.2224963498842335</c:v>
                </c:pt>
                <c:pt idx="2878">
                  <c:v>0.2350210500592966</c:v>
                </c:pt>
                <c:pt idx="2879">
                  <c:v>0.24974329422369923</c:v>
                </c:pt>
                <c:pt idx="2880">
                  <c:v>0.24597047613712422</c:v>
                </c:pt>
                <c:pt idx="2881">
                  <c:v>0.25176957249995385</c:v>
                </c:pt>
                <c:pt idx="2882">
                  <c:v>0.25322414411222743</c:v>
                </c:pt>
                <c:pt idx="2883">
                  <c:v>0.28271361444948312</c:v>
                </c:pt>
                <c:pt idx="2884">
                  <c:v>0.31546332930028426</c:v>
                </c:pt>
                <c:pt idx="2885">
                  <c:v>0.33863190866917853</c:v>
                </c:pt>
                <c:pt idx="2886">
                  <c:v>0.31968884449791796</c:v>
                </c:pt>
                <c:pt idx="2887">
                  <c:v>0.32730840473466333</c:v>
                </c:pt>
                <c:pt idx="2888">
                  <c:v>0.33896122010593371</c:v>
                </c:pt>
                <c:pt idx="2889">
                  <c:v>0.35083926694324513</c:v>
                </c:pt>
                <c:pt idx="2890">
                  <c:v>0.36966631490266222</c:v>
                </c:pt>
                <c:pt idx="2891">
                  <c:v>0.36975124494703238</c:v>
                </c:pt>
                <c:pt idx="2892">
                  <c:v>0.35666662695175583</c:v>
                </c:pt>
                <c:pt idx="2893">
                  <c:v>0.36941300770554258</c:v>
                </c:pt>
                <c:pt idx="2894">
                  <c:v>0.36237686058900864</c:v>
                </c:pt>
                <c:pt idx="2895">
                  <c:v>0.35573649347990505</c:v>
                </c:pt>
                <c:pt idx="2896">
                  <c:v>0.36627083313526809</c:v>
                </c:pt>
                <c:pt idx="2897">
                  <c:v>0.35082788549228666</c:v>
                </c:pt>
                <c:pt idx="2898">
                  <c:v>0.35945906580962211</c:v>
                </c:pt>
                <c:pt idx="2899">
                  <c:v>0.35741251647588834</c:v>
                </c:pt>
                <c:pt idx="2900">
                  <c:v>0.35076274868734281</c:v>
                </c:pt>
                <c:pt idx="2901">
                  <c:v>0.34692212632358022</c:v>
                </c:pt>
                <c:pt idx="2902">
                  <c:v>0.33733656081969476</c:v>
                </c:pt>
                <c:pt idx="2903">
                  <c:v>0.34296347865992305</c:v>
                </c:pt>
                <c:pt idx="2904">
                  <c:v>0.33962997832631142</c:v>
                </c:pt>
                <c:pt idx="2905">
                  <c:v>0.34050414551262803</c:v>
                </c:pt>
                <c:pt idx="2906">
                  <c:v>0.34397702948371695</c:v>
                </c:pt>
                <c:pt idx="2907">
                  <c:v>0.33546327474160009</c:v>
                </c:pt>
                <c:pt idx="2908">
                  <c:v>0.32893566764781379</c:v>
                </c:pt>
                <c:pt idx="2909">
                  <c:v>0.33391315734089694</c:v>
                </c:pt>
                <c:pt idx="2910">
                  <c:v>0.33006585345097333</c:v>
                </c:pt>
                <c:pt idx="2911">
                  <c:v>0.32669809779544828</c:v>
                </c:pt>
                <c:pt idx="2912">
                  <c:v>0.33192296294961715</c:v>
                </c:pt>
                <c:pt idx="2913">
                  <c:v>0.34798125020886739</c:v>
                </c:pt>
                <c:pt idx="2914">
                  <c:v>0.35206430819475937</c:v>
                </c:pt>
                <c:pt idx="2915">
                  <c:v>0.34573071647368719</c:v>
                </c:pt>
                <c:pt idx="2916">
                  <c:v>0.3590253123619167</c:v>
                </c:pt>
                <c:pt idx="2917">
                  <c:v>0.37847618769391722</c:v>
                </c:pt>
                <c:pt idx="2918">
                  <c:v>0.38513122893584723</c:v>
                </c:pt>
                <c:pt idx="2919">
                  <c:v>0.38072794452764841</c:v>
                </c:pt>
                <c:pt idx="2920">
                  <c:v>0.37539198171876925</c:v>
                </c:pt>
                <c:pt idx="2921">
                  <c:v>0.35805713257435579</c:v>
                </c:pt>
                <c:pt idx="2922">
                  <c:v>0.36298449281110629</c:v>
                </c:pt>
                <c:pt idx="2923">
                  <c:v>0.37526452244134645</c:v>
                </c:pt>
                <c:pt idx="2924">
                  <c:v>0.38302416844986498</c:v>
                </c:pt>
                <c:pt idx="2925">
                  <c:v>0.38251128850702609</c:v>
                </c:pt>
                <c:pt idx="2926">
                  <c:v>0.36658868597540895</c:v>
                </c:pt>
                <c:pt idx="2927">
                  <c:v>0.35714183614806599</c:v>
                </c:pt>
                <c:pt idx="2928">
                  <c:v>0.3609395831343884</c:v>
                </c:pt>
                <c:pt idx="2929">
                  <c:v>0.34652254030846158</c:v>
                </c:pt>
                <c:pt idx="2930">
                  <c:v>0.33537981876282397</c:v>
                </c:pt>
                <c:pt idx="2931">
                  <c:v>0.34773710855313311</c:v>
                </c:pt>
                <c:pt idx="2932">
                  <c:v>0.35391817594556491</c:v>
                </c:pt>
                <c:pt idx="2933">
                  <c:v>0.37017585934876118</c:v>
                </c:pt>
                <c:pt idx="2934">
                  <c:v>0.39524561350033727</c:v>
                </c:pt>
                <c:pt idx="2935">
                  <c:v>0.42426662282338079</c:v>
                </c:pt>
                <c:pt idx="2936">
                  <c:v>0.4139112225392868</c:v>
                </c:pt>
                <c:pt idx="2937">
                  <c:v>0.41784699779307838</c:v>
                </c:pt>
                <c:pt idx="2938">
                  <c:v>0.38788326552056795</c:v>
                </c:pt>
                <c:pt idx="2939">
                  <c:v>0.36171414817062192</c:v>
                </c:pt>
                <c:pt idx="2940">
                  <c:v>0.31914637215674757</c:v>
                </c:pt>
                <c:pt idx="2941">
                  <c:v>0.20950641388089661</c:v>
                </c:pt>
                <c:pt idx="2942">
                  <c:v>0.33216969251166889</c:v>
                </c:pt>
                <c:pt idx="2943">
                  <c:v>0.41082613707403942</c:v>
                </c:pt>
                <c:pt idx="2944">
                  <c:v>0.32567531275439748</c:v>
                </c:pt>
                <c:pt idx="2945">
                  <c:v>0.31943979972996694</c:v>
                </c:pt>
                <c:pt idx="2946">
                  <c:v>0.3073489688370894</c:v>
                </c:pt>
                <c:pt idx="2947">
                  <c:v>0.31417483785642658</c:v>
                </c:pt>
                <c:pt idx="2948">
                  <c:v>0.32500346613039471</c:v>
                </c:pt>
                <c:pt idx="2949">
                  <c:v>0.33973812910934387</c:v>
                </c:pt>
                <c:pt idx="2950">
                  <c:v>0.35241064189240229</c:v>
                </c:pt>
                <c:pt idx="2951">
                  <c:v>0.33809554216701337</c:v>
                </c:pt>
                <c:pt idx="2952">
                  <c:v>0.34752014489000543</c:v>
                </c:pt>
                <c:pt idx="2953">
                  <c:v>0.38098571159435601</c:v>
                </c:pt>
                <c:pt idx="2954">
                  <c:v>0.40318849586748229</c:v>
                </c:pt>
                <c:pt idx="2955">
                  <c:v>0.39408532279845515</c:v>
                </c:pt>
                <c:pt idx="2956">
                  <c:v>0.39469154370140452</c:v>
                </c:pt>
                <c:pt idx="2957">
                  <c:v>0.39852035750715326</c:v>
                </c:pt>
                <c:pt idx="2958">
                  <c:v>0.38875401553026379</c:v>
                </c:pt>
                <c:pt idx="2959">
                  <c:v>0.38088803469817079</c:v>
                </c:pt>
                <c:pt idx="2960">
                  <c:v>0.36277097099976302</c:v>
                </c:pt>
                <c:pt idx="2961">
                  <c:v>0.36736804884599555</c:v>
                </c:pt>
                <c:pt idx="2962">
                  <c:v>0.40439865832114885</c:v>
                </c:pt>
                <c:pt idx="2963">
                  <c:v>0.4221108552495747</c:v>
                </c:pt>
                <c:pt idx="2964">
                  <c:v>0.39281766572176585</c:v>
                </c:pt>
                <c:pt idx="2965">
                  <c:v>0.36199250566214952</c:v>
                </c:pt>
                <c:pt idx="2966">
                  <c:v>0.32026236896971322</c:v>
                </c:pt>
                <c:pt idx="2967">
                  <c:v>0.3149065207256187</c:v>
                </c:pt>
                <c:pt idx="2968">
                  <c:v>0.308275566148355</c:v>
                </c:pt>
                <c:pt idx="2969">
                  <c:v>0.3297241826193556</c:v>
                </c:pt>
                <c:pt idx="2970">
                  <c:v>0.31532504216605495</c:v>
                </c:pt>
                <c:pt idx="2971">
                  <c:v>0.31942865807451926</c:v>
                </c:pt>
                <c:pt idx="2972">
                  <c:v>0.32149294621972052</c:v>
                </c:pt>
                <c:pt idx="2973">
                  <c:v>0.3277888094540739</c:v>
                </c:pt>
                <c:pt idx="2974">
                  <c:v>0.30472775699407323</c:v>
                </c:pt>
                <c:pt idx="2975">
                  <c:v>0.30652636961535529</c:v>
                </c:pt>
                <c:pt idx="2976">
                  <c:v>0.31077705376727266</c:v>
                </c:pt>
                <c:pt idx="2977">
                  <c:v>0.30656789865960071</c:v>
                </c:pt>
                <c:pt idx="2978">
                  <c:v>0.29769583739144995</c:v>
                </c:pt>
                <c:pt idx="2979">
                  <c:v>0.28974491099616023</c:v>
                </c:pt>
                <c:pt idx="2980">
                  <c:v>0.28945731477865189</c:v>
                </c:pt>
                <c:pt idx="2981">
                  <c:v>0.28971069849881609</c:v>
                </c:pt>
                <c:pt idx="2982">
                  <c:v>0.28621926872001757</c:v>
                </c:pt>
                <c:pt idx="2983">
                  <c:v>0.28304592457417938</c:v>
                </c:pt>
                <c:pt idx="2984">
                  <c:v>0.29534657295245303</c:v>
                </c:pt>
                <c:pt idx="2985">
                  <c:v>0.29667151737845887</c:v>
                </c:pt>
                <c:pt idx="2986">
                  <c:v>0.25927031959585617</c:v>
                </c:pt>
                <c:pt idx="2987">
                  <c:v>0.28183898230691601</c:v>
                </c:pt>
                <c:pt idx="2988">
                  <c:v>0.26017077585904719</c:v>
                </c:pt>
                <c:pt idx="2989">
                  <c:v>0.24457335208529546</c:v>
                </c:pt>
                <c:pt idx="2990">
                  <c:v>0.24714347168757367</c:v>
                </c:pt>
                <c:pt idx="2991">
                  <c:v>0.23759651683080665</c:v>
                </c:pt>
                <c:pt idx="2992">
                  <c:v>0.26162510965269947</c:v>
                </c:pt>
                <c:pt idx="2993">
                  <c:v>0.22133718084158452</c:v>
                </c:pt>
                <c:pt idx="2994">
                  <c:v>0.23008763939837706</c:v>
                </c:pt>
                <c:pt idx="2995">
                  <c:v>0.24814722626763785</c:v>
                </c:pt>
                <c:pt idx="2996">
                  <c:v>0.24237021189689828</c:v>
                </c:pt>
                <c:pt idx="2997">
                  <c:v>0.2508503665798571</c:v>
                </c:pt>
                <c:pt idx="2998">
                  <c:v>0.27649891115367042</c:v>
                </c:pt>
                <c:pt idx="2999">
                  <c:v>0.33594362984618192</c:v>
                </c:pt>
                <c:pt idx="3000">
                  <c:v>0.38197025861006317</c:v>
                </c:pt>
                <c:pt idx="3001">
                  <c:v>0.63219914794005472</c:v>
                </c:pt>
                <c:pt idx="3002">
                  <c:v>0.80859863271289689</c:v>
                </c:pt>
                <c:pt idx="3003">
                  <c:v>0.84296872518162647</c:v>
                </c:pt>
                <c:pt idx="3004">
                  <c:v>0.88642864980519043</c:v>
                </c:pt>
                <c:pt idx="3005">
                  <c:v>0.91841654831923647</c:v>
                </c:pt>
                <c:pt idx="3006">
                  <c:v>0.97450487930039265</c:v>
                </c:pt>
                <c:pt idx="3007">
                  <c:v>1.0258240190953294</c:v>
                </c:pt>
                <c:pt idx="3008">
                  <c:v>1.0423653654117007</c:v>
                </c:pt>
                <c:pt idx="3009">
                  <c:v>1.0787767020674084</c:v>
                </c:pt>
                <c:pt idx="3010">
                  <c:v>1.218948175700781</c:v>
                </c:pt>
                <c:pt idx="3011">
                  <c:v>0.91434896009451982</c:v>
                </c:pt>
                <c:pt idx="3012">
                  <c:v>0.90037047858443542</c:v>
                </c:pt>
                <c:pt idx="3013">
                  <c:v>0.83600355879043498</c:v>
                </c:pt>
                <c:pt idx="3014">
                  <c:v>0.82421343901022048</c:v>
                </c:pt>
                <c:pt idx="3015">
                  <c:v>0.56460953541772951</c:v>
                </c:pt>
                <c:pt idx="3016">
                  <c:v>1.5266141357517539E-2</c:v>
                </c:pt>
                <c:pt idx="3017">
                  <c:v>7.5399948163602671E-3</c:v>
                </c:pt>
                <c:pt idx="3018">
                  <c:v>2.6157932848463782E-3</c:v>
                </c:pt>
                <c:pt idx="3019">
                  <c:v>1.1134882516126118E-3</c:v>
                </c:pt>
                <c:pt idx="3020">
                  <c:v>7.7198477416290975E-4</c:v>
                </c:pt>
                <c:pt idx="3021">
                  <c:v>3.8852698897540893E-4</c:v>
                </c:pt>
                <c:pt idx="3022">
                  <c:v>5.6006143940051385E-4</c:v>
                </c:pt>
                <c:pt idx="3023">
                  <c:v>8.3331640375839235E-4</c:v>
                </c:pt>
                <c:pt idx="3024">
                  <c:v>5.3886674846711168E-4</c:v>
                </c:pt>
                <c:pt idx="3025">
                  <c:v>3.8777181975163937E-4</c:v>
                </c:pt>
                <c:pt idx="3026">
                  <c:v>2.6687974930278549E-4</c:v>
                </c:pt>
                <c:pt idx="3027">
                  <c:v>2.0631832512937913E-4</c:v>
                </c:pt>
                <c:pt idx="3028">
                  <c:v>1.4295897615141184E-4</c:v>
                </c:pt>
                <c:pt idx="3029">
                  <c:v>1.034753692940232E-4</c:v>
                </c:pt>
                <c:pt idx="3030">
                  <c:v>-7.3309418771515365E-6</c:v>
                </c:pt>
                <c:pt idx="3031">
                  <c:v>-1.471117968529364E-4</c:v>
                </c:pt>
                <c:pt idx="3032">
                  <c:v>-1.6990792606781391E-3</c:v>
                </c:pt>
                <c:pt idx="3033">
                  <c:v>-3.257868188373128E-3</c:v>
                </c:pt>
                <c:pt idx="3034">
                  <c:v>-3.1195773308956391E-3</c:v>
                </c:pt>
                <c:pt idx="3035">
                  <c:v>-2.9269456218305435E-3</c:v>
                </c:pt>
                <c:pt idx="3036">
                  <c:v>-2.8067464183301259E-3</c:v>
                </c:pt>
                <c:pt idx="3037">
                  <c:v>-2.7763409916855136E-3</c:v>
                </c:pt>
                <c:pt idx="3038">
                  <c:v>-2.517540289481892E-3</c:v>
                </c:pt>
                <c:pt idx="3039">
                  <c:v>-2.2738816897593219E-3</c:v>
                </c:pt>
                <c:pt idx="3040">
                  <c:v>-2.1621660182686905E-3</c:v>
                </c:pt>
                <c:pt idx="3041">
                  <c:v>5.5341228234502017E-4</c:v>
                </c:pt>
                <c:pt idx="3042">
                  <c:v>8.6416568684882431E-4</c:v>
                </c:pt>
                <c:pt idx="3043">
                  <c:v>5.7394862001208932E-4</c:v>
                </c:pt>
                <c:pt idx="3044">
                  <c:v>3.990901318084872E-4</c:v>
                </c:pt>
                <c:pt idx="3045">
                  <c:v>2.8525892074305308E-4</c:v>
                </c:pt>
                <c:pt idx="3046">
                  <c:v>2.7280001954749493E-4</c:v>
                </c:pt>
                <c:pt idx="3047">
                  <c:v>2.15975963959881E-4</c:v>
                </c:pt>
                <c:pt idx="3048">
                  <c:v>2.3372977935893352E-4</c:v>
                </c:pt>
                <c:pt idx="3049">
                  <c:v>2.5060776410898243E-4</c:v>
                </c:pt>
                <c:pt idx="3050">
                  <c:v>2.1081080012879419E-4</c:v>
                </c:pt>
                <c:pt idx="3051">
                  <c:v>2.3468357074275941E-4</c:v>
                </c:pt>
                <c:pt idx="3052">
                  <c:v>1.8570999889834221E-4</c:v>
                </c:pt>
                <c:pt idx="3053">
                  <c:v>2.0679432946091726E-4</c:v>
                </c:pt>
                <c:pt idx="3054">
                  <c:v>2.5323224450393521E-4</c:v>
                </c:pt>
                <c:pt idx="3055">
                  <c:v>2.2798090680774326E-4</c:v>
                </c:pt>
                <c:pt idx="3056">
                  <c:v>-3.9239166349210649E-4</c:v>
                </c:pt>
                <c:pt idx="3057">
                  <c:v>-1.8686807210166112E-3</c:v>
                </c:pt>
                <c:pt idx="3058">
                  <c:v>-1.7611996909060327E-3</c:v>
                </c:pt>
                <c:pt idx="3059">
                  <c:v>-1.68165042593671E-3</c:v>
                </c:pt>
                <c:pt idx="3060">
                  <c:v>-1.7110506102562268E-3</c:v>
                </c:pt>
                <c:pt idx="3061">
                  <c:v>-2.0565429184915408E-3</c:v>
                </c:pt>
                <c:pt idx="3062">
                  <c:v>-1.6394983230316538E-3</c:v>
                </c:pt>
                <c:pt idx="3063">
                  <c:v>-1.5612200882837422E-3</c:v>
                </c:pt>
                <c:pt idx="3064">
                  <c:v>-1.5698181764399149E-3</c:v>
                </c:pt>
                <c:pt idx="3065">
                  <c:v>2.6478258399883857E-4</c:v>
                </c:pt>
                <c:pt idx="3066">
                  <c:v>4.3613049193429914E-4</c:v>
                </c:pt>
                <c:pt idx="3067">
                  <c:v>2.9278365280408658E-4</c:v>
                </c:pt>
                <c:pt idx="3068">
                  <c:v>2.5736559623638851E-4</c:v>
                </c:pt>
                <c:pt idx="3069">
                  <c:v>2.4604585185950673E-4</c:v>
                </c:pt>
                <c:pt idx="3070">
                  <c:v>1.5370902029257643E-4</c:v>
                </c:pt>
                <c:pt idx="3071">
                  <c:v>2.0504246945549467E-4</c:v>
                </c:pt>
                <c:pt idx="3072">
                  <c:v>1.5623881566973212E-4</c:v>
                </c:pt>
                <c:pt idx="3073">
                  <c:v>2.2365970504377691E-4</c:v>
                </c:pt>
                <c:pt idx="3074">
                  <c:v>1.5014480143133791E-4</c:v>
                </c:pt>
                <c:pt idx="3075">
                  <c:v>2.1259168662842061E-4</c:v>
                </c:pt>
                <c:pt idx="3076">
                  <c:v>1.7992225783108759E-4</c:v>
                </c:pt>
                <c:pt idx="3077">
                  <c:v>1.8472991098176101E-4</c:v>
                </c:pt>
                <c:pt idx="3078">
                  <c:v>1.7004070560020066E-4</c:v>
                </c:pt>
                <c:pt idx="3079">
                  <c:v>7.3850863699100066E-5</c:v>
                </c:pt>
                <c:pt idx="3080">
                  <c:v>-3.211788898335323E-4</c:v>
                </c:pt>
                <c:pt idx="3081">
                  <c:v>4.0351246882214817E-4</c:v>
                </c:pt>
                <c:pt idx="3082">
                  <c:v>-4.7291739210715409E-4</c:v>
                </c:pt>
                <c:pt idx="3083">
                  <c:v>-2.8465013622255749E-4</c:v>
                </c:pt>
                <c:pt idx="3084">
                  <c:v>4.3111079078556631E-5</c:v>
                </c:pt>
                <c:pt idx="3085">
                  <c:v>3.5223143143056092E-4</c:v>
                </c:pt>
                <c:pt idx="3086">
                  <c:v>3.8833681012222752E-4</c:v>
                </c:pt>
                <c:pt idx="3087">
                  <c:v>5.8885090277677871E-4</c:v>
                </c:pt>
                <c:pt idx="3088">
                  <c:v>6.9587465216669855E-4</c:v>
                </c:pt>
                <c:pt idx="3089">
                  <c:v>4.099643758630331E-4</c:v>
                </c:pt>
                <c:pt idx="3090">
                  <c:v>9.3922357596735033E-5</c:v>
                </c:pt>
                <c:pt idx="3091">
                  <c:v>-9.8280342110869672E-4</c:v>
                </c:pt>
                <c:pt idx="3092">
                  <c:v>-1.5242872182513964E-3</c:v>
                </c:pt>
                <c:pt idx="3093">
                  <c:v>-1.6969693662293327E-3</c:v>
                </c:pt>
                <c:pt idx="3094">
                  <c:v>-1.727192361625583E-3</c:v>
                </c:pt>
                <c:pt idx="3095">
                  <c:v>5.9710886355379483E-5</c:v>
                </c:pt>
                <c:pt idx="3096">
                  <c:v>3.2718757574882172E-4</c:v>
                </c:pt>
                <c:pt idx="3097">
                  <c:v>2.6094684828449144E-4</c:v>
                </c:pt>
                <c:pt idx="3098">
                  <c:v>2.8254921980892502E-4</c:v>
                </c:pt>
                <c:pt idx="3099">
                  <c:v>2.4123936315314441E-4</c:v>
                </c:pt>
                <c:pt idx="3100">
                  <c:v>2.3600092428502337E-4</c:v>
                </c:pt>
                <c:pt idx="3101">
                  <c:v>2.2483133285162903E-4</c:v>
                </c:pt>
                <c:pt idx="3102">
                  <c:v>2.4646650792184432E-4</c:v>
                </c:pt>
                <c:pt idx="3103">
                  <c:v>1.8573461950115497E-4</c:v>
                </c:pt>
                <c:pt idx="3104">
                  <c:v>-6.1981638541431887E-4</c:v>
                </c:pt>
                <c:pt idx="3105">
                  <c:v>-1.7865085600945324E-3</c:v>
                </c:pt>
                <c:pt idx="3106">
                  <c:v>-1.7432712319930808E-3</c:v>
                </c:pt>
                <c:pt idx="3107">
                  <c:v>-1.1997829516373168E-3</c:v>
                </c:pt>
                <c:pt idx="3108">
                  <c:v>-4.3762523199565622E-4</c:v>
                </c:pt>
                <c:pt idx="3109">
                  <c:v>-2.4208841596017999E-4</c:v>
                </c:pt>
                <c:pt idx="3110">
                  <c:v>2.9349290734979397E-2</c:v>
                </c:pt>
                <c:pt idx="3111">
                  <c:v>0.36465068148001162</c:v>
                </c:pt>
                <c:pt idx="3112">
                  <c:v>0.15962177924594784</c:v>
                </c:pt>
                <c:pt idx="3113">
                  <c:v>0.17381376627455372</c:v>
                </c:pt>
                <c:pt idx="3114">
                  <c:v>0.18755115495371422</c:v>
                </c:pt>
                <c:pt idx="3115">
                  <c:v>0.17544348743201191</c:v>
                </c:pt>
                <c:pt idx="3116">
                  <c:v>0.17560122833934952</c:v>
                </c:pt>
                <c:pt idx="3117">
                  <c:v>0.1696519162988368</c:v>
                </c:pt>
                <c:pt idx="3118">
                  <c:v>0.16902961825942101</c:v>
                </c:pt>
                <c:pt idx="3119">
                  <c:v>0.1556472694311784</c:v>
                </c:pt>
                <c:pt idx="3120">
                  <c:v>0.15683540090376741</c:v>
                </c:pt>
                <c:pt idx="3121">
                  <c:v>0.15994256338350726</c:v>
                </c:pt>
                <c:pt idx="3122">
                  <c:v>0.15987998837118375</c:v>
                </c:pt>
                <c:pt idx="3123">
                  <c:v>0.16381165119894395</c:v>
                </c:pt>
                <c:pt idx="3124">
                  <c:v>0.1611225512646326</c:v>
                </c:pt>
                <c:pt idx="3125">
                  <c:v>0.17142915682490933</c:v>
                </c:pt>
                <c:pt idx="3126">
                  <c:v>0.17264121313253267</c:v>
                </c:pt>
                <c:pt idx="3127">
                  <c:v>0.178108942893731</c:v>
                </c:pt>
                <c:pt idx="3128">
                  <c:v>0.23479501779466946</c:v>
                </c:pt>
                <c:pt idx="3129">
                  <c:v>0.13823875887812268</c:v>
                </c:pt>
                <c:pt idx="3130">
                  <c:v>0.12914474413448093</c:v>
                </c:pt>
                <c:pt idx="3131">
                  <c:v>0.10882084734708457</c:v>
                </c:pt>
                <c:pt idx="3132">
                  <c:v>0.11565619878585288</c:v>
                </c:pt>
                <c:pt idx="3133">
                  <c:v>0.13060409714348578</c:v>
                </c:pt>
                <c:pt idx="3134">
                  <c:v>0.13725003862889415</c:v>
                </c:pt>
                <c:pt idx="3135">
                  <c:v>0.15873524617768917</c:v>
                </c:pt>
                <c:pt idx="3136">
                  <c:v>0.14954820314684916</c:v>
                </c:pt>
                <c:pt idx="3137">
                  <c:v>0.15009420862673969</c:v>
                </c:pt>
                <c:pt idx="3138">
                  <c:v>0.14534121566522812</c:v>
                </c:pt>
                <c:pt idx="3139">
                  <c:v>0.14812147555610666</c:v>
                </c:pt>
                <c:pt idx="3140">
                  <c:v>0.15079814297764549</c:v>
                </c:pt>
                <c:pt idx="3141">
                  <c:v>0.15028239855056733</c:v>
                </c:pt>
                <c:pt idx="3142">
                  <c:v>0.14667793645897992</c:v>
                </c:pt>
                <c:pt idx="3143">
                  <c:v>0.1540213819910963</c:v>
                </c:pt>
                <c:pt idx="3144">
                  <c:v>0.16469704359439338</c:v>
                </c:pt>
                <c:pt idx="3145">
                  <c:v>0.18919203166395918</c:v>
                </c:pt>
                <c:pt idx="3146">
                  <c:v>0.20181544167075693</c:v>
                </c:pt>
                <c:pt idx="3147">
                  <c:v>0.20256503167810391</c:v>
                </c:pt>
                <c:pt idx="3148">
                  <c:v>0.20419033350145882</c:v>
                </c:pt>
                <c:pt idx="3149">
                  <c:v>0.20468268894821726</c:v>
                </c:pt>
                <c:pt idx="3150">
                  <c:v>0.22071363635299523</c:v>
                </c:pt>
                <c:pt idx="3151">
                  <c:v>0.22011268323983552</c:v>
                </c:pt>
                <c:pt idx="3152">
                  <c:v>0.23523514275187757</c:v>
                </c:pt>
                <c:pt idx="3153">
                  <c:v>0.24259177602382132</c:v>
                </c:pt>
                <c:pt idx="3154">
                  <c:v>0.21398456442643066</c:v>
                </c:pt>
                <c:pt idx="3155">
                  <c:v>0.17651663695606856</c:v>
                </c:pt>
                <c:pt idx="3156">
                  <c:v>0.18240565182769966</c:v>
                </c:pt>
                <c:pt idx="3157">
                  <c:v>0.19752582893351156</c:v>
                </c:pt>
                <c:pt idx="3158">
                  <c:v>0.18994693185740941</c:v>
                </c:pt>
                <c:pt idx="3159">
                  <c:v>0.20765040075564448</c:v>
                </c:pt>
                <c:pt idx="3160">
                  <c:v>0.21025280029930318</c:v>
                </c:pt>
                <c:pt idx="3161">
                  <c:v>0.20294709041465711</c:v>
                </c:pt>
                <c:pt idx="3162">
                  <c:v>0.19688695451963423</c:v>
                </c:pt>
                <c:pt idx="3163">
                  <c:v>0.18753900729403497</c:v>
                </c:pt>
                <c:pt idx="3164">
                  <c:v>0.18779991166457652</c:v>
                </c:pt>
                <c:pt idx="3165">
                  <c:v>0.17578837325778895</c:v>
                </c:pt>
                <c:pt idx="3166">
                  <c:v>0.16645841019394478</c:v>
                </c:pt>
                <c:pt idx="3167">
                  <c:v>0.16640682411242919</c:v>
                </c:pt>
                <c:pt idx="3168">
                  <c:v>0.17036214675772127</c:v>
                </c:pt>
                <c:pt idx="3169">
                  <c:v>0.16632269045758524</c:v>
                </c:pt>
                <c:pt idx="3170">
                  <c:v>0.14906778955670705</c:v>
                </c:pt>
                <c:pt idx="3171">
                  <c:v>0.13982652098297971</c:v>
                </c:pt>
                <c:pt idx="3172">
                  <c:v>0.13822095880632682</c:v>
                </c:pt>
                <c:pt idx="3173">
                  <c:v>0.12946064609211716</c:v>
                </c:pt>
                <c:pt idx="3174">
                  <c:v>0.12380889317727137</c:v>
                </c:pt>
                <c:pt idx="3175">
                  <c:v>0.12716832361266714</c:v>
                </c:pt>
                <c:pt idx="3176">
                  <c:v>0.13155403642347779</c:v>
                </c:pt>
                <c:pt idx="3177">
                  <c:v>0.14180151703283111</c:v>
                </c:pt>
                <c:pt idx="3178">
                  <c:v>0.16503269711548971</c:v>
                </c:pt>
                <c:pt idx="3179">
                  <c:v>0.17126566134179982</c:v>
                </c:pt>
                <c:pt idx="3180">
                  <c:v>0.16275961812729919</c:v>
                </c:pt>
                <c:pt idx="3181">
                  <c:v>0.15821780627865265</c:v>
                </c:pt>
                <c:pt idx="3182">
                  <c:v>0.14741810306077249</c:v>
                </c:pt>
                <c:pt idx="3183">
                  <c:v>0.15546080777685839</c:v>
                </c:pt>
                <c:pt idx="3184">
                  <c:v>0.17219014510765479</c:v>
                </c:pt>
                <c:pt idx="3185">
                  <c:v>0.15670507069457543</c:v>
                </c:pt>
                <c:pt idx="3186">
                  <c:v>0.17959380370384989</c:v>
                </c:pt>
                <c:pt idx="3187">
                  <c:v>0.17699099319059108</c:v>
                </c:pt>
                <c:pt idx="3188">
                  <c:v>0.18629652985047099</c:v>
                </c:pt>
                <c:pt idx="3189">
                  <c:v>0.20827020323437073</c:v>
                </c:pt>
                <c:pt idx="3190">
                  <c:v>0.22209305928519046</c:v>
                </c:pt>
                <c:pt idx="3191">
                  <c:v>0.23522608067698805</c:v>
                </c:pt>
                <c:pt idx="3192">
                  <c:v>0.24378619871752261</c:v>
                </c:pt>
                <c:pt idx="3193">
                  <c:v>0.25441287597831258</c:v>
                </c:pt>
                <c:pt idx="3194">
                  <c:v>0.26039982736703166</c:v>
                </c:pt>
                <c:pt idx="3195">
                  <c:v>0.26555115961292552</c:v>
                </c:pt>
                <c:pt idx="3196">
                  <c:v>0.27704515121067458</c:v>
                </c:pt>
                <c:pt idx="3197">
                  <c:v>0.28573147342155808</c:v>
                </c:pt>
                <c:pt idx="3198">
                  <c:v>0.2999148450768872</c:v>
                </c:pt>
                <c:pt idx="3199">
                  <c:v>0.31686630238070279</c:v>
                </c:pt>
                <c:pt idx="3200">
                  <c:v>0.27834286527403684</c:v>
                </c:pt>
                <c:pt idx="3201">
                  <c:v>0.262671837476327</c:v>
                </c:pt>
                <c:pt idx="3202">
                  <c:v>0.24471091257320335</c:v>
                </c:pt>
                <c:pt idx="3203">
                  <c:v>0.2325548071059145</c:v>
                </c:pt>
                <c:pt idx="3204">
                  <c:v>0.21463118486349725</c:v>
                </c:pt>
                <c:pt idx="3205">
                  <c:v>0.2167397811505192</c:v>
                </c:pt>
                <c:pt idx="3206">
                  <c:v>0.20868665446035647</c:v>
                </c:pt>
                <c:pt idx="3207">
                  <c:v>0.20307959130564757</c:v>
                </c:pt>
                <c:pt idx="3208">
                  <c:v>0.20244199151400183</c:v>
                </c:pt>
                <c:pt idx="3209">
                  <c:v>0.20364089156032261</c:v>
                </c:pt>
                <c:pt idx="3210">
                  <c:v>0.19755841980962643</c:v>
                </c:pt>
                <c:pt idx="3211">
                  <c:v>0.19079652502206745</c:v>
                </c:pt>
                <c:pt idx="3212">
                  <c:v>0.1873821637647681</c:v>
                </c:pt>
                <c:pt idx="3213">
                  <c:v>0.21472053639742381</c:v>
                </c:pt>
                <c:pt idx="3214">
                  <c:v>0.23221047578489706</c:v>
                </c:pt>
                <c:pt idx="3215">
                  <c:v>0.23533080650152155</c:v>
                </c:pt>
                <c:pt idx="3216">
                  <c:v>0.24209804915225319</c:v>
                </c:pt>
                <c:pt idx="3217">
                  <c:v>0.24519587806837859</c:v>
                </c:pt>
                <c:pt idx="3218">
                  <c:v>0.24238239130730896</c:v>
                </c:pt>
                <c:pt idx="3219">
                  <c:v>0.22253805691729575</c:v>
                </c:pt>
                <c:pt idx="3220">
                  <c:v>0.21811932756603014</c:v>
                </c:pt>
                <c:pt idx="3221">
                  <c:v>0.21894318270508326</c:v>
                </c:pt>
                <c:pt idx="3222">
                  <c:v>0.22057246017036075</c:v>
                </c:pt>
                <c:pt idx="3223">
                  <c:v>0.21769690355375015</c:v>
                </c:pt>
                <c:pt idx="3224">
                  <c:v>0.20929712994102215</c:v>
                </c:pt>
                <c:pt idx="3225">
                  <c:v>0.20418609841946211</c:v>
                </c:pt>
                <c:pt idx="3226">
                  <c:v>0.20055008060817614</c:v>
                </c:pt>
                <c:pt idx="3227">
                  <c:v>0.19548154169035001</c:v>
                </c:pt>
                <c:pt idx="3228">
                  <c:v>0.18553042493021266</c:v>
                </c:pt>
                <c:pt idx="3229">
                  <c:v>0.17302571034333017</c:v>
                </c:pt>
                <c:pt idx="3230">
                  <c:v>0.17372477805705208</c:v>
                </c:pt>
                <c:pt idx="3231">
                  <c:v>0.17246644414846043</c:v>
                </c:pt>
                <c:pt idx="3232">
                  <c:v>0.16925437932676959</c:v>
                </c:pt>
                <c:pt idx="3233">
                  <c:v>0.17877101375583274</c:v>
                </c:pt>
                <c:pt idx="3234">
                  <c:v>0.17410352856194039</c:v>
                </c:pt>
                <c:pt idx="3235">
                  <c:v>0.18473548466391104</c:v>
                </c:pt>
                <c:pt idx="3236">
                  <c:v>0.1785040557143823</c:v>
                </c:pt>
                <c:pt idx="3237">
                  <c:v>0.17708070766507553</c:v>
                </c:pt>
                <c:pt idx="3238">
                  <c:v>0.19335343747481545</c:v>
                </c:pt>
                <c:pt idx="3239">
                  <c:v>0.19283383376655022</c:v>
                </c:pt>
                <c:pt idx="3240">
                  <c:v>0.19014677864545998</c:v>
                </c:pt>
                <c:pt idx="3241">
                  <c:v>0.20311040493672974</c:v>
                </c:pt>
                <c:pt idx="3242">
                  <c:v>0.20314744787103561</c:v>
                </c:pt>
                <c:pt idx="3243">
                  <c:v>0.21048757353246461</c:v>
                </c:pt>
                <c:pt idx="3244">
                  <c:v>0.21759071571178965</c:v>
                </c:pt>
                <c:pt idx="3245">
                  <c:v>0.22252325731318975</c:v>
                </c:pt>
                <c:pt idx="3246">
                  <c:v>0.22001370009104906</c:v>
                </c:pt>
                <c:pt idx="3247">
                  <c:v>0.21194475763310089</c:v>
                </c:pt>
                <c:pt idx="3248">
                  <c:v>0.19552957645190969</c:v>
                </c:pt>
                <c:pt idx="3249">
                  <c:v>0.18377738424835141</c:v>
                </c:pt>
                <c:pt idx="3250">
                  <c:v>0.15794792355144582</c:v>
                </c:pt>
                <c:pt idx="3251">
                  <c:v>0.13558852326596155</c:v>
                </c:pt>
                <c:pt idx="3252">
                  <c:v>0.10200795478219432</c:v>
                </c:pt>
                <c:pt idx="3253">
                  <c:v>7.8344204641001683E-2</c:v>
                </c:pt>
                <c:pt idx="3254">
                  <c:v>9.6343073491214765E-2</c:v>
                </c:pt>
                <c:pt idx="3255">
                  <c:v>0.12402659715924115</c:v>
                </c:pt>
                <c:pt idx="3256">
                  <c:v>0.12802966242924119</c:v>
                </c:pt>
                <c:pt idx="3257">
                  <c:v>0.13628375447451468</c:v>
                </c:pt>
                <c:pt idx="3258">
                  <c:v>0.13920533877263266</c:v>
                </c:pt>
                <c:pt idx="3259">
                  <c:v>0.15698735884198264</c:v>
                </c:pt>
                <c:pt idx="3260">
                  <c:v>0.1670620355626046</c:v>
                </c:pt>
                <c:pt idx="3261">
                  <c:v>0.17671357484367556</c:v>
                </c:pt>
                <c:pt idx="3262">
                  <c:v>0.17741252212797537</c:v>
                </c:pt>
                <c:pt idx="3263">
                  <c:v>0.18282828085320613</c:v>
                </c:pt>
                <c:pt idx="3264">
                  <c:v>0.20819725010259824</c:v>
                </c:pt>
                <c:pt idx="3265">
                  <c:v>0.22502740101701477</c:v>
                </c:pt>
                <c:pt idx="3266">
                  <c:v>0.21459746883654141</c:v>
                </c:pt>
                <c:pt idx="3267">
                  <c:v>0.20877538710398727</c:v>
                </c:pt>
                <c:pt idx="3268">
                  <c:v>0.19663733610534237</c:v>
                </c:pt>
                <c:pt idx="3269">
                  <c:v>0.18105491459198181</c:v>
                </c:pt>
                <c:pt idx="3270">
                  <c:v>0.16904172136560427</c:v>
                </c:pt>
                <c:pt idx="3271">
                  <c:v>0.1596931830668942</c:v>
                </c:pt>
                <c:pt idx="3272">
                  <c:v>0.17384166544916846</c:v>
                </c:pt>
                <c:pt idx="3273">
                  <c:v>0.15975305598097175</c:v>
                </c:pt>
                <c:pt idx="3274">
                  <c:v>0.10135925927703454</c:v>
                </c:pt>
                <c:pt idx="3275">
                  <c:v>8.2565818312969941E-2</c:v>
                </c:pt>
                <c:pt idx="3276">
                  <c:v>7.8198919961634264E-2</c:v>
                </c:pt>
                <c:pt idx="3277">
                  <c:v>0.14019559693686276</c:v>
                </c:pt>
                <c:pt idx="3278">
                  <c:v>0.14093696740781414</c:v>
                </c:pt>
                <c:pt idx="3279">
                  <c:v>0.12198578264143475</c:v>
                </c:pt>
                <c:pt idx="3280">
                  <c:v>0.12644137972928951</c:v>
                </c:pt>
                <c:pt idx="3281">
                  <c:v>0.1344415217919408</c:v>
                </c:pt>
                <c:pt idx="3282">
                  <c:v>0.13924510848959273</c:v>
                </c:pt>
                <c:pt idx="3283">
                  <c:v>0.1259069720181667</c:v>
                </c:pt>
                <c:pt idx="3284">
                  <c:v>0.132114627912019</c:v>
                </c:pt>
                <c:pt idx="3285">
                  <c:v>0.14096601201401299</c:v>
                </c:pt>
                <c:pt idx="3286">
                  <c:v>0.14870156979280763</c:v>
                </c:pt>
                <c:pt idx="3287">
                  <c:v>0.15067605313143578</c:v>
                </c:pt>
                <c:pt idx="3288">
                  <c:v>0.14612930321370363</c:v>
                </c:pt>
                <c:pt idx="3289">
                  <c:v>0.1642153984130108</c:v>
                </c:pt>
                <c:pt idx="3290">
                  <c:v>0.17960703183284302</c:v>
                </c:pt>
                <c:pt idx="3291">
                  <c:v>0.19126770408570093</c:v>
                </c:pt>
                <c:pt idx="3292">
                  <c:v>0.18958994136388427</c:v>
                </c:pt>
                <c:pt idx="3293">
                  <c:v>0.18326558783147781</c:v>
                </c:pt>
                <c:pt idx="3294">
                  <c:v>0.17777916858087506</c:v>
                </c:pt>
                <c:pt idx="3295">
                  <c:v>0.16663397459577525</c:v>
                </c:pt>
                <c:pt idx="3296">
                  <c:v>0.157956360773434</c:v>
                </c:pt>
                <c:pt idx="3297">
                  <c:v>0.13605472337209293</c:v>
                </c:pt>
                <c:pt idx="3298">
                  <c:v>0.13278380499761833</c:v>
                </c:pt>
                <c:pt idx="3299">
                  <c:v>0.11278447548656946</c:v>
                </c:pt>
                <c:pt idx="3300">
                  <c:v>0.10009810005558953</c:v>
                </c:pt>
                <c:pt idx="3301">
                  <c:v>0.11861791375574673</c:v>
                </c:pt>
                <c:pt idx="3302">
                  <c:v>0.14910293112960721</c:v>
                </c:pt>
                <c:pt idx="3303">
                  <c:v>0.16830635435817173</c:v>
                </c:pt>
                <c:pt idx="3304">
                  <c:v>0.20287401066898642</c:v>
                </c:pt>
                <c:pt idx="3305">
                  <c:v>0.16137709407422443</c:v>
                </c:pt>
                <c:pt idx="3306">
                  <c:v>0.14686471519280705</c:v>
                </c:pt>
                <c:pt idx="3307">
                  <c:v>0.1398857058211487</c:v>
                </c:pt>
                <c:pt idx="3308">
                  <c:v>0.13725236650402411</c:v>
                </c:pt>
                <c:pt idx="3309">
                  <c:v>0.12424543223493795</c:v>
                </c:pt>
                <c:pt idx="3310">
                  <c:v>0.12281155153567644</c:v>
                </c:pt>
                <c:pt idx="3311">
                  <c:v>0.17884022273062097</c:v>
                </c:pt>
                <c:pt idx="3312">
                  <c:v>0.15039276091610113</c:v>
                </c:pt>
                <c:pt idx="3313">
                  <c:v>0.16035190319093634</c:v>
                </c:pt>
                <c:pt idx="3314">
                  <c:v>0.14905912613699918</c:v>
                </c:pt>
                <c:pt idx="3315">
                  <c:v>0.14593109880799557</c:v>
                </c:pt>
                <c:pt idx="3316">
                  <c:v>0.14508922759503973</c:v>
                </c:pt>
                <c:pt idx="3317">
                  <c:v>0.14285823451487342</c:v>
                </c:pt>
                <c:pt idx="3318">
                  <c:v>0.14240828806855227</c:v>
                </c:pt>
                <c:pt idx="3319">
                  <c:v>0.14246852558276532</c:v>
                </c:pt>
                <c:pt idx="3320">
                  <c:v>0.14652815880975015</c:v>
                </c:pt>
                <c:pt idx="3321">
                  <c:v>0.15251549351087559</c:v>
                </c:pt>
                <c:pt idx="3322">
                  <c:v>0.15115169928932021</c:v>
                </c:pt>
                <c:pt idx="3323">
                  <c:v>0.15852722191907817</c:v>
                </c:pt>
                <c:pt idx="3324">
                  <c:v>0.15509797515488249</c:v>
                </c:pt>
                <c:pt idx="3325">
                  <c:v>0.15424685685814651</c:v>
                </c:pt>
                <c:pt idx="3326">
                  <c:v>0.16365747820676377</c:v>
                </c:pt>
                <c:pt idx="3327">
                  <c:v>0.16154510988617701</c:v>
                </c:pt>
                <c:pt idx="3328">
                  <c:v>0.16470676153141106</c:v>
                </c:pt>
                <c:pt idx="3329">
                  <c:v>0.17064664103548879</c:v>
                </c:pt>
                <c:pt idx="3330">
                  <c:v>0.1674217504128695</c:v>
                </c:pt>
                <c:pt idx="3331">
                  <c:v>0.17446061486095968</c:v>
                </c:pt>
                <c:pt idx="3332">
                  <c:v>0.17438409610773001</c:v>
                </c:pt>
                <c:pt idx="3333">
                  <c:v>0.17966881869552848</c:v>
                </c:pt>
                <c:pt idx="3334">
                  <c:v>0.18539554490400226</c:v>
                </c:pt>
                <c:pt idx="3335">
                  <c:v>0.11920600771527953</c:v>
                </c:pt>
                <c:pt idx="3336">
                  <c:v>2.9203274347967823E-2</c:v>
                </c:pt>
                <c:pt idx="3337">
                  <c:v>6.9691208790790692E-4</c:v>
                </c:pt>
                <c:pt idx="3338">
                  <c:v>9.1662707137445051E-3</c:v>
                </c:pt>
                <c:pt idx="3339">
                  <c:v>8.6557325242659321E-3</c:v>
                </c:pt>
                <c:pt idx="3340">
                  <c:v>9.1666825096549213E-3</c:v>
                </c:pt>
                <c:pt idx="3341">
                  <c:v>1.6133485751866416E-2</c:v>
                </c:pt>
                <c:pt idx="3342">
                  <c:v>-1.415061414433783E-2</c:v>
                </c:pt>
                <c:pt idx="3343">
                  <c:v>1.6699067197849155E-2</c:v>
                </c:pt>
                <c:pt idx="3344">
                  <c:v>7.7003977774264811E-3</c:v>
                </c:pt>
                <c:pt idx="3345">
                  <c:v>5.9380962836019738E-3</c:v>
                </c:pt>
                <c:pt idx="3346">
                  <c:v>6.3744245016277845E-3</c:v>
                </c:pt>
                <c:pt idx="3347">
                  <c:v>5.5380953656212232E-3</c:v>
                </c:pt>
                <c:pt idx="3348">
                  <c:v>1.140509887161353E-2</c:v>
                </c:pt>
                <c:pt idx="3349">
                  <c:v>1.374416610061766E-2</c:v>
                </c:pt>
                <c:pt idx="3350">
                  <c:v>6.143398245027052E-3</c:v>
                </c:pt>
                <c:pt idx="3351">
                  <c:v>8.6101168098673443E-3</c:v>
                </c:pt>
                <c:pt idx="3352">
                  <c:v>6.9826005986917969E-3</c:v>
                </c:pt>
                <c:pt idx="3353">
                  <c:v>4.6705438807129006E-4</c:v>
                </c:pt>
                <c:pt idx="3354">
                  <c:v>-8.2909041180877965E-3</c:v>
                </c:pt>
                <c:pt idx="3355">
                  <c:v>-1.5562751382782703E-2</c:v>
                </c:pt>
                <c:pt idx="3356">
                  <c:v>-1.738072335335215E-2</c:v>
                </c:pt>
                <c:pt idx="3357">
                  <c:v>-2.1285709070289701E-2</c:v>
                </c:pt>
                <c:pt idx="3358">
                  <c:v>-2.1571405707864727E-2</c:v>
                </c:pt>
                <c:pt idx="3359">
                  <c:v>-1.0271965244572497E-2</c:v>
                </c:pt>
                <c:pt idx="3360">
                  <c:v>-1.205441839597581E-2</c:v>
                </c:pt>
                <c:pt idx="3361">
                  <c:v>-1.2756099847042169E-2</c:v>
                </c:pt>
                <c:pt idx="3362">
                  <c:v>-1.2283090504664118E-2</c:v>
                </c:pt>
                <c:pt idx="3363">
                  <c:v>-1.4664683879378174E-2</c:v>
                </c:pt>
                <c:pt idx="3364">
                  <c:v>-1.3392980284648246E-2</c:v>
                </c:pt>
                <c:pt idx="3365">
                  <c:v>-1.1637815940601912E-2</c:v>
                </c:pt>
                <c:pt idx="3366">
                  <c:v>-1.0975218601919388E-2</c:v>
                </c:pt>
                <c:pt idx="3367">
                  <c:v>-7.6711761043270245E-3</c:v>
                </c:pt>
                <c:pt idx="3368">
                  <c:v>-4.6215297165316076E-3</c:v>
                </c:pt>
                <c:pt idx="3369">
                  <c:v>-6.6004471855112979E-3</c:v>
                </c:pt>
                <c:pt idx="3370">
                  <c:v>-3.2966564108319538E-2</c:v>
                </c:pt>
                <c:pt idx="3371">
                  <c:v>-2.6312747835549787E-2</c:v>
                </c:pt>
                <c:pt idx="3372">
                  <c:v>-2.4947569414026965E-2</c:v>
                </c:pt>
                <c:pt idx="3373">
                  <c:v>-3.0877297811079289E-2</c:v>
                </c:pt>
                <c:pt idx="3374">
                  <c:v>-2.6634391045802137E-2</c:v>
                </c:pt>
                <c:pt idx="3375">
                  <c:v>-7.6704010454305728E-3</c:v>
                </c:pt>
                <c:pt idx="3376">
                  <c:v>-1.6640576889345973E-2</c:v>
                </c:pt>
                <c:pt idx="3377">
                  <c:v>-2.819356552126635E-2</c:v>
                </c:pt>
                <c:pt idx="3378">
                  <c:v>-8.4260820207853696E-3</c:v>
                </c:pt>
                <c:pt idx="3379">
                  <c:v>-1.6188030844469261E-2</c:v>
                </c:pt>
                <c:pt idx="3380">
                  <c:v>-1.4529147076425691E-2</c:v>
                </c:pt>
                <c:pt idx="3381">
                  <c:v>-2.0767357736577115E-2</c:v>
                </c:pt>
                <c:pt idx="3382">
                  <c:v>-1.6474332685391013E-2</c:v>
                </c:pt>
                <c:pt idx="3383">
                  <c:v>-1.4565257463435797E-2</c:v>
                </c:pt>
                <c:pt idx="3384">
                  <c:v>-2.5998676719633202E-2</c:v>
                </c:pt>
                <c:pt idx="3385">
                  <c:v>-1.3586135992558349E-2</c:v>
                </c:pt>
                <c:pt idx="3386">
                  <c:v>-3.2549378732226894E-2</c:v>
                </c:pt>
                <c:pt idx="3387">
                  <c:v>-1.6428663222777363E-5</c:v>
                </c:pt>
                <c:pt idx="3388">
                  <c:v>-2.9435831929219055E-2</c:v>
                </c:pt>
                <c:pt idx="3389">
                  <c:v>-1.9327396308102797E-2</c:v>
                </c:pt>
                <c:pt idx="3390">
                  <c:v>-6.1416902084057024E-3</c:v>
                </c:pt>
                <c:pt idx="3391">
                  <c:v>-1.8058665046403521E-2</c:v>
                </c:pt>
                <c:pt idx="3392">
                  <c:v>-1.7440445011875371E-2</c:v>
                </c:pt>
                <c:pt idx="3393">
                  <c:v>-2.1473293681275377E-2</c:v>
                </c:pt>
                <c:pt idx="3394">
                  <c:v>-1.9649378370101826E-2</c:v>
                </c:pt>
                <c:pt idx="3395">
                  <c:v>-1.5461910861261693E-2</c:v>
                </c:pt>
                <c:pt idx="3396">
                  <c:v>-1.5088121813724866E-2</c:v>
                </c:pt>
                <c:pt idx="3397">
                  <c:v>-2.0537597185411184E-2</c:v>
                </c:pt>
                <c:pt idx="3398">
                  <c:v>-1.4146113848123061E-2</c:v>
                </c:pt>
                <c:pt idx="3399">
                  <c:v>-1.8597544426159032E-2</c:v>
                </c:pt>
                <c:pt idx="3400">
                  <c:v>-1.8397905152465487E-2</c:v>
                </c:pt>
                <c:pt idx="3401">
                  <c:v>-8.8091659006982355E-3</c:v>
                </c:pt>
                <c:pt idx="3402">
                  <c:v>-7.3528201116842742E-3</c:v>
                </c:pt>
                <c:pt idx="3403">
                  <c:v>-1.531432375474719E-2</c:v>
                </c:pt>
                <c:pt idx="3404">
                  <c:v>-1.4047990362960356E-2</c:v>
                </c:pt>
                <c:pt idx="3405">
                  <c:v>-1.0617764583455218E-2</c:v>
                </c:pt>
                <c:pt idx="3406">
                  <c:v>-9.4568009638700493E-3</c:v>
                </c:pt>
                <c:pt idx="3407">
                  <c:v>-1.2563787365193367E-2</c:v>
                </c:pt>
                <c:pt idx="3408">
                  <c:v>-8.8814021186088745E-3</c:v>
                </c:pt>
                <c:pt idx="3409">
                  <c:v>-7.1375906573946579E-3</c:v>
                </c:pt>
                <c:pt idx="3410">
                  <c:v>1.4213392484862838E-3</c:v>
                </c:pt>
                <c:pt idx="3411">
                  <c:v>-9.7400579989029689E-3</c:v>
                </c:pt>
                <c:pt idx="3412">
                  <c:v>-1.0460900502439674E-2</c:v>
                </c:pt>
                <c:pt idx="3413">
                  <c:v>-1.4246659228407611E-2</c:v>
                </c:pt>
                <c:pt idx="3414">
                  <c:v>-1.7504968980566415E-2</c:v>
                </c:pt>
                <c:pt idx="3415">
                  <c:v>-1.1736692955977956E-2</c:v>
                </c:pt>
                <c:pt idx="3416">
                  <c:v>-1.5061109424650086E-2</c:v>
                </c:pt>
                <c:pt idx="3417">
                  <c:v>5.0391077669358041E-3</c:v>
                </c:pt>
                <c:pt idx="3418">
                  <c:v>5.8502113766646918E-3</c:v>
                </c:pt>
                <c:pt idx="3419">
                  <c:v>-5.0053200619226846E-3</c:v>
                </c:pt>
                <c:pt idx="3420">
                  <c:v>-2.0178417539907904E-2</c:v>
                </c:pt>
                <c:pt idx="3421">
                  <c:v>-1.3934845096654434E-2</c:v>
                </c:pt>
                <c:pt idx="3422">
                  <c:v>-4.004566031010711E-2</c:v>
                </c:pt>
                <c:pt idx="3423">
                  <c:v>-9.8766869964183497E-3</c:v>
                </c:pt>
                <c:pt idx="3424">
                  <c:v>-1.5109700249052773E-2</c:v>
                </c:pt>
                <c:pt idx="3425">
                  <c:v>-1.9018423511461768E-2</c:v>
                </c:pt>
                <c:pt idx="3426">
                  <c:v>-1.48973043314009E-2</c:v>
                </c:pt>
                <c:pt idx="3427">
                  <c:v>-1.4224384384303006E-2</c:v>
                </c:pt>
                <c:pt idx="3428">
                  <c:v>-1.7152535415595603E-2</c:v>
                </c:pt>
                <c:pt idx="3429">
                  <c:v>-1.3958751057631391E-2</c:v>
                </c:pt>
                <c:pt idx="3430">
                  <c:v>-1.7599173604108089E-2</c:v>
                </c:pt>
                <c:pt idx="3431">
                  <c:v>-1.0551031508361149E-2</c:v>
                </c:pt>
                <c:pt idx="3432">
                  <c:v>-7.1196101816937574E-3</c:v>
                </c:pt>
                <c:pt idx="3433">
                  <c:v>2.355865164163065E-3</c:v>
                </c:pt>
                <c:pt idx="3434">
                  <c:v>5.8803547987802398E-3</c:v>
                </c:pt>
                <c:pt idx="3435">
                  <c:v>6.0267345003129835E-3</c:v>
                </c:pt>
                <c:pt idx="3436">
                  <c:v>4.8026562863764553E-3</c:v>
                </c:pt>
                <c:pt idx="3437">
                  <c:v>4.4462071608227611E-3</c:v>
                </c:pt>
                <c:pt idx="3438">
                  <c:v>2.6704439394221631E-3</c:v>
                </c:pt>
                <c:pt idx="3439">
                  <c:v>3.2218892886639321E-3</c:v>
                </c:pt>
                <c:pt idx="3440">
                  <c:v>1.1105173816787075E-2</c:v>
                </c:pt>
                <c:pt idx="3441">
                  <c:v>8.4525356722935634E-3</c:v>
                </c:pt>
                <c:pt idx="3442">
                  <c:v>1.3187269860298419E-2</c:v>
                </c:pt>
                <c:pt idx="3443">
                  <c:v>1.5987350567650299E-2</c:v>
                </c:pt>
                <c:pt idx="3444">
                  <c:v>1.3619084562650922E-2</c:v>
                </c:pt>
                <c:pt idx="3445">
                  <c:v>1.6556156386349167E-2</c:v>
                </c:pt>
                <c:pt idx="3446">
                  <c:v>1.4667200621055245E-2</c:v>
                </c:pt>
                <c:pt idx="3447">
                  <c:v>1.6735396308050696E-2</c:v>
                </c:pt>
                <c:pt idx="3448">
                  <c:v>1.5834141440761066E-2</c:v>
                </c:pt>
                <c:pt idx="3449">
                  <c:v>1.2891741707942715E-2</c:v>
                </c:pt>
                <c:pt idx="3450">
                  <c:v>1.2515507830584392E-2</c:v>
                </c:pt>
                <c:pt idx="3451">
                  <c:v>-1.6590493781801489E-2</c:v>
                </c:pt>
                <c:pt idx="3452">
                  <c:v>-1.6609259273671469E-2</c:v>
                </c:pt>
                <c:pt idx="3453">
                  <c:v>-1.6618812814064642E-2</c:v>
                </c:pt>
                <c:pt idx="3454">
                  <c:v>-1.4781250473735885E-2</c:v>
                </c:pt>
                <c:pt idx="3455">
                  <c:v>-1.3550814804544989E-2</c:v>
                </c:pt>
                <c:pt idx="3456">
                  <c:v>-2.4406625427686887E-2</c:v>
                </c:pt>
                <c:pt idx="3457">
                  <c:v>-2.1816058867881401E-2</c:v>
                </c:pt>
                <c:pt idx="3458">
                  <c:v>-2.6418041552927568E-2</c:v>
                </c:pt>
                <c:pt idx="3459">
                  <c:v>-2.0207913674082614E-2</c:v>
                </c:pt>
                <c:pt idx="3460">
                  <c:v>-1.9698460846156778E-2</c:v>
                </c:pt>
                <c:pt idx="3461">
                  <c:v>-1.9336554090507708E-2</c:v>
                </c:pt>
                <c:pt idx="3462">
                  <c:v>-2.3412094815425565E-2</c:v>
                </c:pt>
                <c:pt idx="3463">
                  <c:v>-2.8759721304086362E-2</c:v>
                </c:pt>
                <c:pt idx="3464">
                  <c:v>-1.9627333795830895E-2</c:v>
                </c:pt>
                <c:pt idx="3465">
                  <c:v>-1.5860690971718508E-2</c:v>
                </c:pt>
                <c:pt idx="3466">
                  <c:v>-1.5410779559246425E-2</c:v>
                </c:pt>
                <c:pt idx="3467">
                  <c:v>-2.0157946646198664E-2</c:v>
                </c:pt>
                <c:pt idx="3468">
                  <c:v>-1.6315715426806553E-2</c:v>
                </c:pt>
                <c:pt idx="3469">
                  <c:v>-1.0306101799577683E-2</c:v>
                </c:pt>
                <c:pt idx="3470">
                  <c:v>-2.9670350161679255E-2</c:v>
                </c:pt>
                <c:pt idx="3471">
                  <c:v>-1.7286274494541357E-2</c:v>
                </c:pt>
                <c:pt idx="3472">
                  <c:v>-1.4275716721489223E-2</c:v>
                </c:pt>
                <c:pt idx="3473">
                  <c:v>-1.4801491592324689E-2</c:v>
                </c:pt>
                <c:pt idx="3474">
                  <c:v>-1.6921323733671313E-2</c:v>
                </c:pt>
                <c:pt idx="3475">
                  <c:v>-2.0213850152507481E-2</c:v>
                </c:pt>
                <c:pt idx="3476">
                  <c:v>-2.156006436906489E-2</c:v>
                </c:pt>
                <c:pt idx="3477">
                  <c:v>-2.220278436564645E-2</c:v>
                </c:pt>
                <c:pt idx="3478">
                  <c:v>-1.7881360429544416E-2</c:v>
                </c:pt>
                <c:pt idx="3479">
                  <c:v>-1.9169451690333378E-2</c:v>
                </c:pt>
                <c:pt idx="3480">
                  <c:v>-1.7549085609854589E-2</c:v>
                </c:pt>
                <c:pt idx="3481">
                  <c:v>-1.8392910661332602E-2</c:v>
                </c:pt>
                <c:pt idx="3482">
                  <c:v>-1.8870676026766394E-2</c:v>
                </c:pt>
                <c:pt idx="3483">
                  <c:v>-2.0326728569296178E-2</c:v>
                </c:pt>
                <c:pt idx="3484">
                  <c:v>-1.8572134378112729E-2</c:v>
                </c:pt>
                <c:pt idx="3485">
                  <c:v>-1.7387466889306202E-2</c:v>
                </c:pt>
                <c:pt idx="3486">
                  <c:v>-1.5152594334990697E-2</c:v>
                </c:pt>
                <c:pt idx="3487">
                  <c:v>-2.4061216445479486E-2</c:v>
                </c:pt>
                <c:pt idx="3488">
                  <c:v>-2.6013149574579987E-2</c:v>
                </c:pt>
                <c:pt idx="3489">
                  <c:v>-5.9679717656722642E-3</c:v>
                </c:pt>
                <c:pt idx="3490">
                  <c:v>8.7116198399050521E-3</c:v>
                </c:pt>
                <c:pt idx="3491">
                  <c:v>1.1573439412047368E-2</c:v>
                </c:pt>
                <c:pt idx="3492">
                  <c:v>1.7217437474561176E-3</c:v>
                </c:pt>
                <c:pt idx="3493">
                  <c:v>-7.9001171626907479E-3</c:v>
                </c:pt>
                <c:pt idx="3494">
                  <c:v>-2.1268779468799806E-2</c:v>
                </c:pt>
                <c:pt idx="3495">
                  <c:v>-2.3972093025398863E-2</c:v>
                </c:pt>
                <c:pt idx="3496">
                  <c:v>-2.651909760885883E-2</c:v>
                </c:pt>
                <c:pt idx="3497">
                  <c:v>-2.6044415421149922E-2</c:v>
                </c:pt>
                <c:pt idx="3498">
                  <c:v>-2.8145833811555568E-2</c:v>
                </c:pt>
                <c:pt idx="3499">
                  <c:v>-2.940140152441802E-2</c:v>
                </c:pt>
                <c:pt idx="3500">
                  <c:v>-2.7321184392141106E-2</c:v>
                </c:pt>
                <c:pt idx="3501">
                  <c:v>-2.6270538319072306E-2</c:v>
                </c:pt>
                <c:pt idx="3502">
                  <c:v>-2.527053514669297E-2</c:v>
                </c:pt>
                <c:pt idx="3503">
                  <c:v>-2.4050264817000261E-2</c:v>
                </c:pt>
                <c:pt idx="3504">
                  <c:v>-1.9931377038282419E-2</c:v>
                </c:pt>
                <c:pt idx="3505">
                  <c:v>-1.9653152379671412E-2</c:v>
                </c:pt>
                <c:pt idx="3506">
                  <c:v>-1.9432232412332814E-2</c:v>
                </c:pt>
                <c:pt idx="3507">
                  <c:v>-2.0451379115376343E-2</c:v>
                </c:pt>
                <c:pt idx="3508">
                  <c:v>-2.006930670624648E-2</c:v>
                </c:pt>
                <c:pt idx="3509">
                  <c:v>-2.1568607077348249E-2</c:v>
                </c:pt>
                <c:pt idx="3510">
                  <c:v>-1.8344470812891478E-2</c:v>
                </c:pt>
                <c:pt idx="3511">
                  <c:v>-2.5286350404015102E-2</c:v>
                </c:pt>
                <c:pt idx="3512">
                  <c:v>-2.004462773312311E-2</c:v>
                </c:pt>
                <c:pt idx="3513">
                  <c:v>-2.8305582296254576E-2</c:v>
                </c:pt>
                <c:pt idx="3514">
                  <c:v>-2.6614055135415957E-2</c:v>
                </c:pt>
                <c:pt idx="3515">
                  <c:v>-2.0956047885690159E-2</c:v>
                </c:pt>
                <c:pt idx="3516">
                  <c:v>-2.2765573960597554E-2</c:v>
                </c:pt>
                <c:pt idx="3517">
                  <c:v>-2.1811896186653048E-2</c:v>
                </c:pt>
                <c:pt idx="3518">
                  <c:v>-1.7578685977610808E-2</c:v>
                </c:pt>
                <c:pt idx="3519">
                  <c:v>-1.844559564147133E-2</c:v>
                </c:pt>
                <c:pt idx="3520">
                  <c:v>-1.8376035659289053E-2</c:v>
                </c:pt>
                <c:pt idx="3521">
                  <c:v>-2.2169395483029458E-2</c:v>
                </c:pt>
                <c:pt idx="3522">
                  <c:v>-2.4441984325158383E-2</c:v>
                </c:pt>
                <c:pt idx="3523">
                  <c:v>-2.6087229254093118E-2</c:v>
                </c:pt>
                <c:pt idx="3524">
                  <c:v>-2.3263678357917032E-2</c:v>
                </c:pt>
                <c:pt idx="3525">
                  <c:v>-2.1252407596100441E-2</c:v>
                </c:pt>
                <c:pt idx="3526">
                  <c:v>-1.7745123729056463E-2</c:v>
                </c:pt>
                <c:pt idx="3527">
                  <c:v>-1.8706957025209119E-2</c:v>
                </c:pt>
                <c:pt idx="3528">
                  <c:v>-1.9024254364730368E-2</c:v>
                </c:pt>
                <c:pt idx="3529">
                  <c:v>-2.1069018248693776E-2</c:v>
                </c:pt>
                <c:pt idx="3530">
                  <c:v>-2.4066522659572244E-2</c:v>
                </c:pt>
                <c:pt idx="3531">
                  <c:v>-2.729155872164557E-2</c:v>
                </c:pt>
                <c:pt idx="3532">
                  <c:v>-2.4849276012921834E-2</c:v>
                </c:pt>
                <c:pt idx="3533">
                  <c:v>-2.0168307539404448E-2</c:v>
                </c:pt>
                <c:pt idx="3534">
                  <c:v>-2.0268822770796568E-2</c:v>
                </c:pt>
                <c:pt idx="3535">
                  <c:v>-1.9399554274245331E-2</c:v>
                </c:pt>
                <c:pt idx="3536">
                  <c:v>-2.0171069042676834E-2</c:v>
                </c:pt>
                <c:pt idx="3537">
                  <c:v>-2.2907913724066097E-2</c:v>
                </c:pt>
                <c:pt idx="3538">
                  <c:v>-2.2889390071527838E-2</c:v>
                </c:pt>
                <c:pt idx="3539">
                  <c:v>-2.1775844528924823E-2</c:v>
                </c:pt>
                <c:pt idx="3540">
                  <c:v>-2.2829512184584923E-2</c:v>
                </c:pt>
                <c:pt idx="3541">
                  <c:v>-2.424774702783767E-2</c:v>
                </c:pt>
                <c:pt idx="3542">
                  <c:v>-1.9667717390064923E-2</c:v>
                </c:pt>
                <c:pt idx="3543">
                  <c:v>-2.2029255433230074E-2</c:v>
                </c:pt>
                <c:pt idx="3544">
                  <c:v>-2.1510192677195245E-2</c:v>
                </c:pt>
                <c:pt idx="3545">
                  <c:v>-1.6341839821590983E-2</c:v>
                </c:pt>
                <c:pt idx="3546">
                  <c:v>-1.7986595804857671E-2</c:v>
                </c:pt>
                <c:pt idx="3547">
                  <c:v>-1.542293237847484E-2</c:v>
                </c:pt>
                <c:pt idx="3548">
                  <c:v>-1.5338679265088513E-2</c:v>
                </c:pt>
                <c:pt idx="3549">
                  <c:v>-2.2095732715058922E-2</c:v>
                </c:pt>
                <c:pt idx="3550">
                  <c:v>-3.0843435965919552E-2</c:v>
                </c:pt>
                <c:pt idx="3551">
                  <c:v>-2.19960483530682E-2</c:v>
                </c:pt>
                <c:pt idx="3552">
                  <c:v>-1.9549205422187847E-2</c:v>
                </c:pt>
                <c:pt idx="3553">
                  <c:v>-2.3412251093828811E-2</c:v>
                </c:pt>
                <c:pt idx="3554">
                  <c:v>-2.4214583631267841E-2</c:v>
                </c:pt>
                <c:pt idx="3555">
                  <c:v>-1.9627829292125393E-2</c:v>
                </c:pt>
                <c:pt idx="3556">
                  <c:v>-4.1571594790022787E-2</c:v>
                </c:pt>
                <c:pt idx="3557">
                  <c:v>-2.2186008787769714E-2</c:v>
                </c:pt>
                <c:pt idx="3558">
                  <c:v>6.9384657238759416E-4</c:v>
                </c:pt>
                <c:pt idx="3559">
                  <c:v>1.5054212933213243E-3</c:v>
                </c:pt>
                <c:pt idx="3560">
                  <c:v>6.0207561301383761E-3</c:v>
                </c:pt>
                <c:pt idx="3561">
                  <c:v>7.3537055517763038E-3</c:v>
                </c:pt>
                <c:pt idx="3562">
                  <c:v>5.1381528029567905E-3</c:v>
                </c:pt>
                <c:pt idx="3563">
                  <c:v>4.3259108225517226E-3</c:v>
                </c:pt>
                <c:pt idx="3564">
                  <c:v>3.065520767544387E-3</c:v>
                </c:pt>
                <c:pt idx="3565">
                  <c:v>2.6347274335166608E-3</c:v>
                </c:pt>
                <c:pt idx="3566">
                  <c:v>2.066458486880602E-3</c:v>
                </c:pt>
                <c:pt idx="3567">
                  <c:v>1.5148895576622421E-3</c:v>
                </c:pt>
                <c:pt idx="3568">
                  <c:v>1.3697858210690076E-3</c:v>
                </c:pt>
                <c:pt idx="3569">
                  <c:v>1.8003513527316654E-3</c:v>
                </c:pt>
                <c:pt idx="3570">
                  <c:v>1.0624924069493457E-3</c:v>
                </c:pt>
                <c:pt idx="3571">
                  <c:v>9.4228219177712219E-4</c:v>
                </c:pt>
                <c:pt idx="3572">
                  <c:v>6.7158092455802049E-4</c:v>
                </c:pt>
                <c:pt idx="3573">
                  <c:v>6.0958476045106869E-4</c:v>
                </c:pt>
                <c:pt idx="3574">
                  <c:v>3.6386263462817662E-4</c:v>
                </c:pt>
                <c:pt idx="3575">
                  <c:v>2.4844259367068567E-4</c:v>
                </c:pt>
                <c:pt idx="3576">
                  <c:v>1.5512807659856859E-4</c:v>
                </c:pt>
                <c:pt idx="3577">
                  <c:v>2.9516448696395619E-4</c:v>
                </c:pt>
                <c:pt idx="3578">
                  <c:v>2.8568114049079367E-4</c:v>
                </c:pt>
                <c:pt idx="3579">
                  <c:v>2.2763904015186823E-4</c:v>
                </c:pt>
                <c:pt idx="3580">
                  <c:v>-3.4302736956461966E-2</c:v>
                </c:pt>
                <c:pt idx="3581">
                  <c:v>-4.4478500232848515E-2</c:v>
                </c:pt>
                <c:pt idx="3582">
                  <c:v>-4.3534866204809668E-2</c:v>
                </c:pt>
                <c:pt idx="3583">
                  <c:v>-5.2383616998626946E-2</c:v>
                </c:pt>
                <c:pt idx="3584">
                  <c:v>-3.9521345450775562E-2</c:v>
                </c:pt>
                <c:pt idx="3585">
                  <c:v>-5.0840789886251847E-2</c:v>
                </c:pt>
                <c:pt idx="3586">
                  <c:v>1.0455422668224761E-2</c:v>
                </c:pt>
                <c:pt idx="3587">
                  <c:v>-4.5163888385456208E-2</c:v>
                </c:pt>
                <c:pt idx="3588">
                  <c:v>4.2037952634831196E-3</c:v>
                </c:pt>
                <c:pt idx="3589">
                  <c:v>-3.7115032788494129E-3</c:v>
                </c:pt>
                <c:pt idx="3590">
                  <c:v>-5.0217592645012313E-2</c:v>
                </c:pt>
                <c:pt idx="3591">
                  <c:v>-6.4896462959755132E-3</c:v>
                </c:pt>
                <c:pt idx="3592">
                  <c:v>-5.2820578114205742E-2</c:v>
                </c:pt>
                <c:pt idx="3593">
                  <c:v>-6.8819237983722007E-3</c:v>
                </c:pt>
                <c:pt idx="3594">
                  <c:v>1.6492428056923865E-2</c:v>
                </c:pt>
                <c:pt idx="3595">
                  <c:v>1.7968364239340586E-2</c:v>
                </c:pt>
                <c:pt idx="3596">
                  <c:v>-2.8207564420130313E-2</c:v>
                </c:pt>
                <c:pt idx="3597">
                  <c:v>-1.720700237475397E-2</c:v>
                </c:pt>
                <c:pt idx="3598">
                  <c:v>-5.3726247246139558E-2</c:v>
                </c:pt>
                <c:pt idx="3599">
                  <c:v>-1.401113433950351E-2</c:v>
                </c:pt>
                <c:pt idx="3600">
                  <c:v>-4.0556148400761487E-2</c:v>
                </c:pt>
                <c:pt idx="3601">
                  <c:v>-4.2778355343416612E-2</c:v>
                </c:pt>
                <c:pt idx="3602">
                  <c:v>-2.110466953733996E-2</c:v>
                </c:pt>
                <c:pt idx="3603">
                  <c:v>-1.9036152123660364E-2</c:v>
                </c:pt>
                <c:pt idx="3604">
                  <c:v>1.8827794503652232E-3</c:v>
                </c:pt>
                <c:pt idx="3605">
                  <c:v>-2.0811295826722392E-2</c:v>
                </c:pt>
                <c:pt idx="3606">
                  <c:v>-2.7600507964984471E-3</c:v>
                </c:pt>
                <c:pt idx="3607">
                  <c:v>-2.7337230011158342E-2</c:v>
                </c:pt>
                <c:pt idx="3608">
                  <c:v>-4.5696115020487448E-2</c:v>
                </c:pt>
                <c:pt idx="3609">
                  <c:v>-2.1349990291052598E-2</c:v>
                </c:pt>
                <c:pt idx="3610">
                  <c:v>-7.0417526697077095E-3</c:v>
                </c:pt>
                <c:pt idx="3611">
                  <c:v>-2.7804036252694501E-2</c:v>
                </c:pt>
                <c:pt idx="3612">
                  <c:v>-2.7120533574950846E-2</c:v>
                </c:pt>
                <c:pt idx="3613">
                  <c:v>4.0412190873512471E-4</c:v>
                </c:pt>
                <c:pt idx="3614">
                  <c:v>-3.5547833890646849E-2</c:v>
                </c:pt>
                <c:pt idx="3615">
                  <c:v>1.0227027237348418E-2</c:v>
                </c:pt>
                <c:pt idx="3616">
                  <c:v>-7.4303435313395842E-3</c:v>
                </c:pt>
                <c:pt idx="3617">
                  <c:v>-8.5138520576356277E-3</c:v>
                </c:pt>
                <c:pt idx="3618">
                  <c:v>-1.3258869108518175E-2</c:v>
                </c:pt>
                <c:pt idx="3619">
                  <c:v>-3.3077129976302716E-2</c:v>
                </c:pt>
                <c:pt idx="3620">
                  <c:v>-2.2169712135533929E-2</c:v>
                </c:pt>
                <c:pt idx="3621">
                  <c:v>-1.3448243629889627E-2</c:v>
                </c:pt>
                <c:pt idx="3622">
                  <c:v>-1.0229638100349674E-2</c:v>
                </c:pt>
                <c:pt idx="3623">
                  <c:v>-1.1424464574848476E-3</c:v>
                </c:pt>
                <c:pt idx="3624">
                  <c:v>-1.8319658147428121E-2</c:v>
                </c:pt>
                <c:pt idx="3625">
                  <c:v>-1.8015180093554701E-2</c:v>
                </c:pt>
                <c:pt idx="3626">
                  <c:v>-2.2159417499752105E-2</c:v>
                </c:pt>
                <c:pt idx="3627">
                  <c:v>-2.0991305230286344E-2</c:v>
                </c:pt>
                <c:pt idx="3628">
                  <c:v>-2.3538677303260473E-2</c:v>
                </c:pt>
                <c:pt idx="3629">
                  <c:v>-2.2648793580855347E-2</c:v>
                </c:pt>
                <c:pt idx="3630">
                  <c:v>-2.2244967312048038E-2</c:v>
                </c:pt>
                <c:pt idx="3631">
                  <c:v>-1.7136823373408046E-2</c:v>
                </c:pt>
                <c:pt idx="3632">
                  <c:v>-2.6024463524900482E-2</c:v>
                </c:pt>
                <c:pt idx="3633">
                  <c:v>-1.1857406135774603E-2</c:v>
                </c:pt>
                <c:pt idx="3634">
                  <c:v>8.807559231137102E-3</c:v>
                </c:pt>
                <c:pt idx="3635">
                  <c:v>8.6171443518782836E-3</c:v>
                </c:pt>
                <c:pt idx="3636">
                  <c:v>-1.1490225254188602E-2</c:v>
                </c:pt>
                <c:pt idx="3637">
                  <c:v>-6.5749618151361164E-3</c:v>
                </c:pt>
                <c:pt idx="3638">
                  <c:v>2.3844372359816076E-3</c:v>
                </c:pt>
                <c:pt idx="3639">
                  <c:v>-8.4677376619950659E-3</c:v>
                </c:pt>
                <c:pt idx="3640">
                  <c:v>-1.0531088142961399E-2</c:v>
                </c:pt>
                <c:pt idx="3641">
                  <c:v>2.5288090426957605E-3</c:v>
                </c:pt>
                <c:pt idx="3642">
                  <c:v>-1.1991775354189035E-2</c:v>
                </c:pt>
                <c:pt idx="3643">
                  <c:v>-2.5476660456746153E-2</c:v>
                </c:pt>
                <c:pt idx="3644">
                  <c:v>-2.426172988438292E-2</c:v>
                </c:pt>
                <c:pt idx="3645">
                  <c:v>-7.5503185300979546E-3</c:v>
                </c:pt>
                <c:pt idx="3646">
                  <c:v>-3.9850225797012882E-3</c:v>
                </c:pt>
                <c:pt idx="3647">
                  <c:v>-1.8368120635219715E-2</c:v>
                </c:pt>
                <c:pt idx="3648">
                  <c:v>-1.7614215619563448E-2</c:v>
                </c:pt>
                <c:pt idx="3649">
                  <c:v>-1.5420196550092493E-2</c:v>
                </c:pt>
                <c:pt idx="3650">
                  <c:v>-1.5096523958746591E-2</c:v>
                </c:pt>
                <c:pt idx="3651">
                  <c:v>-1.6598117714870082E-2</c:v>
                </c:pt>
                <c:pt idx="3652">
                  <c:v>-1.69248036952445E-2</c:v>
                </c:pt>
                <c:pt idx="3653">
                  <c:v>-1.7471438044021952E-2</c:v>
                </c:pt>
                <c:pt idx="3654">
                  <c:v>-1.9333678467677612E-2</c:v>
                </c:pt>
                <c:pt idx="3655">
                  <c:v>-2.7745025178216781E-2</c:v>
                </c:pt>
                <c:pt idx="3656">
                  <c:v>-4.23406230167994E-3</c:v>
                </c:pt>
                <c:pt idx="3657">
                  <c:v>-2.1394217199876244E-2</c:v>
                </c:pt>
                <c:pt idx="3658">
                  <c:v>-3.6970643270300648E-3</c:v>
                </c:pt>
                <c:pt idx="3659">
                  <c:v>-2.9914089217602517E-2</c:v>
                </c:pt>
                <c:pt idx="3660">
                  <c:v>2.0177864542798685E-2</c:v>
                </c:pt>
                <c:pt idx="3661">
                  <c:v>-4.6174582999355882E-3</c:v>
                </c:pt>
                <c:pt idx="3662">
                  <c:v>-8.8450393531102397E-3</c:v>
                </c:pt>
                <c:pt idx="3663">
                  <c:v>-1.3369578124787429E-2</c:v>
                </c:pt>
                <c:pt idx="3664">
                  <c:v>3.5798475397594184E-4</c:v>
                </c:pt>
                <c:pt idx="3665">
                  <c:v>3.938045440096025E-3</c:v>
                </c:pt>
                <c:pt idx="3666">
                  <c:v>-2.173602580227783E-2</c:v>
                </c:pt>
                <c:pt idx="3667">
                  <c:v>-1.8186941248449908E-2</c:v>
                </c:pt>
                <c:pt idx="3668">
                  <c:v>-9.1819326962841261E-3</c:v>
                </c:pt>
                <c:pt idx="3669">
                  <c:v>-4.8950539240844235E-3</c:v>
                </c:pt>
                <c:pt idx="3670">
                  <c:v>-2.1168899957174771E-2</c:v>
                </c:pt>
                <c:pt idx="3671">
                  <c:v>-1.4139896531766859E-2</c:v>
                </c:pt>
                <c:pt idx="3672">
                  <c:v>-2.1651164922665979E-2</c:v>
                </c:pt>
                <c:pt idx="3673">
                  <c:v>-3.0248813014348008E-2</c:v>
                </c:pt>
                <c:pt idx="3674">
                  <c:v>-2.4678878891129213E-2</c:v>
                </c:pt>
                <c:pt idx="3675">
                  <c:v>-1.7631760575988001E-3</c:v>
                </c:pt>
                <c:pt idx="3676">
                  <c:v>-4.9632797071215713E-2</c:v>
                </c:pt>
                <c:pt idx="3677">
                  <c:v>-5.406057205121173E-2</c:v>
                </c:pt>
                <c:pt idx="3678">
                  <c:v>-5.034402170912302E-2</c:v>
                </c:pt>
                <c:pt idx="3679">
                  <c:v>-3.1328178404050187E-2</c:v>
                </c:pt>
                <c:pt idx="3680">
                  <c:v>6.1510861781717953E-4</c:v>
                </c:pt>
                <c:pt idx="3681">
                  <c:v>3.8902874994717561E-3</c:v>
                </c:pt>
                <c:pt idx="3682">
                  <c:v>-8.9055334229317935E-5</c:v>
                </c:pt>
                <c:pt idx="3683">
                  <c:v>-3.11703529799106E-3</c:v>
                </c:pt>
                <c:pt idx="3684">
                  <c:v>-4.3678749907655407E-3</c:v>
                </c:pt>
                <c:pt idx="3685">
                  <c:v>-3.9665523087065453E-2</c:v>
                </c:pt>
                <c:pt idx="3686">
                  <c:v>-4.49967072127547E-2</c:v>
                </c:pt>
                <c:pt idx="3687">
                  <c:v>-2.9312526460427892E-2</c:v>
                </c:pt>
                <c:pt idx="3688">
                  <c:v>-3.7959198784294414E-2</c:v>
                </c:pt>
                <c:pt idx="3689">
                  <c:v>-8.204030211729791E-3</c:v>
                </c:pt>
                <c:pt idx="3690">
                  <c:v>3.5783275543235737E-3</c:v>
                </c:pt>
                <c:pt idx="3691">
                  <c:v>7.4080968347096767E-3</c:v>
                </c:pt>
                <c:pt idx="3692">
                  <c:v>7.0660555550148838E-3</c:v>
                </c:pt>
                <c:pt idx="3693">
                  <c:v>5.5835264231344044E-3</c:v>
                </c:pt>
                <c:pt idx="3694">
                  <c:v>4.4297748547700274E-3</c:v>
                </c:pt>
                <c:pt idx="3695">
                  <c:v>1.3156520507957344E-3</c:v>
                </c:pt>
                <c:pt idx="3696">
                  <c:v>3.8586830064003721E-4</c:v>
                </c:pt>
                <c:pt idx="3697">
                  <c:v>1.6703311888045699E-4</c:v>
                </c:pt>
                <c:pt idx="3698">
                  <c:v>7.833776562983364E-5</c:v>
                </c:pt>
                <c:pt idx="3699">
                  <c:v>8.2358398801484295E-5</c:v>
                </c:pt>
                <c:pt idx="3700">
                  <c:v>3.1033720298953658E-4</c:v>
                </c:pt>
                <c:pt idx="3701">
                  <c:v>2.9279353009177631E-4</c:v>
                </c:pt>
                <c:pt idx="3702">
                  <c:v>1.1149340662875238E-3</c:v>
                </c:pt>
                <c:pt idx="3703">
                  <c:v>6.0575178029941847E-4</c:v>
                </c:pt>
                <c:pt idx="3704">
                  <c:v>2.2064626357997949E-3</c:v>
                </c:pt>
                <c:pt idx="3705">
                  <c:v>1.4911181152390367E-3</c:v>
                </c:pt>
                <c:pt idx="3706">
                  <c:v>7.364429727247751E-4</c:v>
                </c:pt>
                <c:pt idx="3707">
                  <c:v>2.9048195188672351E-4</c:v>
                </c:pt>
                <c:pt idx="3708">
                  <c:v>1.4720266992729626E-4</c:v>
                </c:pt>
                <c:pt idx="3709">
                  <c:v>2.2341665203968238E-4</c:v>
                </c:pt>
                <c:pt idx="3710">
                  <c:v>2.8109937938807384E-4</c:v>
                </c:pt>
                <c:pt idx="3711">
                  <c:v>3.3802294827814508E-4</c:v>
                </c:pt>
                <c:pt idx="3712">
                  <c:v>2.3223199711190301E-4</c:v>
                </c:pt>
                <c:pt idx="3713">
                  <c:v>9.1793740574753482E-4</c:v>
                </c:pt>
                <c:pt idx="3714">
                  <c:v>4.5357185558772789E-4</c:v>
                </c:pt>
                <c:pt idx="3715">
                  <c:v>1.6875748854014273E-4</c:v>
                </c:pt>
                <c:pt idx="3716">
                  <c:v>6.4366100057260058E-5</c:v>
                </c:pt>
                <c:pt idx="3717">
                  <c:v>1.531590371508137E-5</c:v>
                </c:pt>
                <c:pt idx="3718">
                  <c:v>-7.6237347756031703E-5</c:v>
                </c:pt>
                <c:pt idx="3719">
                  <c:v>-1.3450335853171951E-4</c:v>
                </c:pt>
                <c:pt idx="3720">
                  <c:v>-1.0852727736720712E-4</c:v>
                </c:pt>
                <c:pt idx="3721">
                  <c:v>-1.3065108469117659E-4</c:v>
                </c:pt>
                <c:pt idx="3722">
                  <c:v>-1.4283665055572783E-4</c:v>
                </c:pt>
                <c:pt idx="3723">
                  <c:v>-8.8258854806882322E-5</c:v>
                </c:pt>
                <c:pt idx="3724">
                  <c:v>-5.6966169728931081E-5</c:v>
                </c:pt>
                <c:pt idx="3725">
                  <c:v>-7.8299016450476022E-5</c:v>
                </c:pt>
                <c:pt idx="3726">
                  <c:v>-1.1333834770156418E-5</c:v>
                </c:pt>
                <c:pt idx="3727">
                  <c:v>1.9756011968170258E-5</c:v>
                </c:pt>
                <c:pt idx="3728">
                  <c:v>-7.5136049888458755E-5</c:v>
                </c:pt>
                <c:pt idx="3729">
                  <c:v>-2.960777000183869E-4</c:v>
                </c:pt>
                <c:pt idx="3730">
                  <c:v>-4.3718714623963581E-4</c:v>
                </c:pt>
                <c:pt idx="3731">
                  <c:v>-5.4843025255934402E-4</c:v>
                </c:pt>
                <c:pt idx="3732">
                  <c:v>-4.9480106121160047E-4</c:v>
                </c:pt>
                <c:pt idx="3733">
                  <c:v>-3.929710040192058E-4</c:v>
                </c:pt>
                <c:pt idx="3734">
                  <c:v>-3.6077405097814278E-4</c:v>
                </c:pt>
                <c:pt idx="3735">
                  <c:v>-4.6036794745715211E-4</c:v>
                </c:pt>
                <c:pt idx="3736">
                  <c:v>-4.0868709521076513E-4</c:v>
                </c:pt>
                <c:pt idx="3737">
                  <c:v>4.1685759334863885E-4</c:v>
                </c:pt>
                <c:pt idx="3738">
                  <c:v>1.2506704747568194E-4</c:v>
                </c:pt>
                <c:pt idx="3739">
                  <c:v>2.7503683168176381E-4</c:v>
                </c:pt>
                <c:pt idx="3740">
                  <c:v>6.4374238868650314E-5</c:v>
                </c:pt>
                <c:pt idx="3741">
                  <c:v>1.5142926628037188E-5</c:v>
                </c:pt>
                <c:pt idx="3742">
                  <c:v>-8.9041529129431429E-6</c:v>
                </c:pt>
                <c:pt idx="3743">
                  <c:v>7.4279158854484264E-6</c:v>
                </c:pt>
                <c:pt idx="3744">
                  <c:v>2.2548822810436977E-5</c:v>
                </c:pt>
                <c:pt idx="3745">
                  <c:v>1.2247656657085688E-5</c:v>
                </c:pt>
                <c:pt idx="3746">
                  <c:v>1.5847273594751624E-5</c:v>
                </c:pt>
                <c:pt idx="3747">
                  <c:v>1.8973039237038534E-5</c:v>
                </c:pt>
                <c:pt idx="3748">
                  <c:v>1.4847110013822178E-5</c:v>
                </c:pt>
                <c:pt idx="3749">
                  <c:v>1.2271959201592606E-5</c:v>
                </c:pt>
                <c:pt idx="3750">
                  <c:v>2.277434738361176E-5</c:v>
                </c:pt>
                <c:pt idx="3751">
                  <c:v>8.751197048578281E-5</c:v>
                </c:pt>
                <c:pt idx="3752">
                  <c:v>-2.0139603908082436E-4</c:v>
                </c:pt>
                <c:pt idx="3753">
                  <c:v>-6.3059340530750504E-4</c:v>
                </c:pt>
                <c:pt idx="3754">
                  <c:v>-9.3848670568813064E-4</c:v>
                </c:pt>
                <c:pt idx="3755">
                  <c:v>-8.6064220365018136E-4</c:v>
                </c:pt>
                <c:pt idx="3756">
                  <c:v>-9.2442538452233226E-4</c:v>
                </c:pt>
                <c:pt idx="3757">
                  <c:v>-7.880699271296161E-4</c:v>
                </c:pt>
                <c:pt idx="3758">
                  <c:v>-4.9320237567368149E-4</c:v>
                </c:pt>
                <c:pt idx="3759">
                  <c:v>-4.7316444927109915E-4</c:v>
                </c:pt>
                <c:pt idx="3760">
                  <c:v>-5.4622786611604264E-4</c:v>
                </c:pt>
                <c:pt idx="3761">
                  <c:v>-5.7043714037859875E-4</c:v>
                </c:pt>
                <c:pt idx="3762">
                  <c:v>-6.2803620988838402E-4</c:v>
                </c:pt>
                <c:pt idx="3763">
                  <c:v>-8.141967622166277E-4</c:v>
                </c:pt>
                <c:pt idx="3764">
                  <c:v>-8.0648110771493718E-4</c:v>
                </c:pt>
                <c:pt idx="3765">
                  <c:v>-7.0743277371167505E-4</c:v>
                </c:pt>
                <c:pt idx="3766">
                  <c:v>-8.5394829024860617E-4</c:v>
                </c:pt>
                <c:pt idx="3767">
                  <c:v>5.6396371049190696E-4</c:v>
                </c:pt>
                <c:pt idx="3768">
                  <c:v>2.1370956714573356E-4</c:v>
                </c:pt>
                <c:pt idx="3769">
                  <c:v>1.4763784463280372E-4</c:v>
                </c:pt>
                <c:pt idx="3770">
                  <c:v>1.4350479111160681E-4</c:v>
                </c:pt>
                <c:pt idx="3771">
                  <c:v>5.97332566890785E-5</c:v>
                </c:pt>
                <c:pt idx="3772">
                  <c:v>7.782854440025994E-5</c:v>
                </c:pt>
                <c:pt idx="3773">
                  <c:v>5.7039981934722105E-5</c:v>
                </c:pt>
                <c:pt idx="3774">
                  <c:v>3.3568802849699897E-5</c:v>
                </c:pt>
                <c:pt idx="3775">
                  <c:v>2.0760438272709038E-4</c:v>
                </c:pt>
                <c:pt idx="3776">
                  <c:v>5.9123411962043069E-4</c:v>
                </c:pt>
                <c:pt idx="3777">
                  <c:v>3.9917442996011297E-5</c:v>
                </c:pt>
                <c:pt idx="3778">
                  <c:v>-3.5696975214287349E-4</c:v>
                </c:pt>
                <c:pt idx="3779">
                  <c:v>-3.5812374569228761E-4</c:v>
                </c:pt>
                <c:pt idx="3780">
                  <c:v>-2.7202587397531298E-4</c:v>
                </c:pt>
                <c:pt idx="3781">
                  <c:v>-2.8429041316203586E-4</c:v>
                </c:pt>
                <c:pt idx="3782">
                  <c:v>-3.6842313703474091E-4</c:v>
                </c:pt>
                <c:pt idx="3783">
                  <c:v>-4.4733800278820866E-4</c:v>
                </c:pt>
                <c:pt idx="3784">
                  <c:v>-4.2086895673462319E-4</c:v>
                </c:pt>
                <c:pt idx="3785">
                  <c:v>-3.4255783225040185E-4</c:v>
                </c:pt>
                <c:pt idx="3786">
                  <c:v>-3.5129623707032097E-4</c:v>
                </c:pt>
                <c:pt idx="3787">
                  <c:v>-3.0286739990353819E-4</c:v>
                </c:pt>
                <c:pt idx="3788">
                  <c:v>-3.5882234485416108E-4</c:v>
                </c:pt>
                <c:pt idx="3789">
                  <c:v>-4.6397876246056006E-4</c:v>
                </c:pt>
                <c:pt idx="3790">
                  <c:v>-4.8795162781916854E-4</c:v>
                </c:pt>
                <c:pt idx="3791">
                  <c:v>6.6889196569906869E-4</c:v>
                </c:pt>
                <c:pt idx="3792">
                  <c:v>2.4185397277749543E-4</c:v>
                </c:pt>
                <c:pt idx="3793">
                  <c:v>8.5302862757219227E-5</c:v>
                </c:pt>
                <c:pt idx="3794">
                  <c:v>8.4762413364695283E-5</c:v>
                </c:pt>
                <c:pt idx="3795">
                  <c:v>-1.8919954216699598E-2</c:v>
                </c:pt>
                <c:pt idx="3796">
                  <c:v>-4.7927352437086138E-2</c:v>
                </c:pt>
                <c:pt idx="3797">
                  <c:v>-6.9424383249672511E-2</c:v>
                </c:pt>
                <c:pt idx="3798">
                  <c:v>-2.8390071334614651E-2</c:v>
                </c:pt>
                <c:pt idx="3799">
                  <c:v>-4.249685609194457E-2</c:v>
                </c:pt>
                <c:pt idx="3800">
                  <c:v>2.2549068091262956E-3</c:v>
                </c:pt>
                <c:pt idx="3801">
                  <c:v>-4.9181072558882717E-2</c:v>
                </c:pt>
                <c:pt idx="3802">
                  <c:v>-4.5535207477767285E-2</c:v>
                </c:pt>
                <c:pt idx="3803">
                  <c:v>-3.2791138137996535E-2</c:v>
                </c:pt>
                <c:pt idx="3804">
                  <c:v>-3.8671194472796377E-2</c:v>
                </c:pt>
                <c:pt idx="3805">
                  <c:v>-5.6551216757014522E-2</c:v>
                </c:pt>
                <c:pt idx="3806">
                  <c:v>-6.8378333243213144E-2</c:v>
                </c:pt>
                <c:pt idx="3807">
                  <c:v>-5.8761536606658192E-2</c:v>
                </c:pt>
                <c:pt idx="3808">
                  <c:v>-5.682649940166095E-2</c:v>
                </c:pt>
                <c:pt idx="3809">
                  <c:v>-2.5102183604683505E-2</c:v>
                </c:pt>
                <c:pt idx="3810">
                  <c:v>-2.9828244943189343E-2</c:v>
                </c:pt>
                <c:pt idx="3811">
                  <c:v>-3.9816316174108343E-2</c:v>
                </c:pt>
                <c:pt idx="3812">
                  <c:v>-4.0115479326581729E-2</c:v>
                </c:pt>
                <c:pt idx="3813">
                  <c:v>-2.0806236609667218E-2</c:v>
                </c:pt>
                <c:pt idx="3814">
                  <c:v>-4.8331186235814512E-2</c:v>
                </c:pt>
                <c:pt idx="3815">
                  <c:v>-3.9486254394521095E-2</c:v>
                </c:pt>
                <c:pt idx="3816">
                  <c:v>-1.0420038589540022E-2</c:v>
                </c:pt>
                <c:pt idx="3817">
                  <c:v>-2.8936596632310227E-2</c:v>
                </c:pt>
                <c:pt idx="3818">
                  <c:v>-1.9136100370796466E-2</c:v>
                </c:pt>
                <c:pt idx="3819">
                  <c:v>-2.1571570629591721E-2</c:v>
                </c:pt>
                <c:pt idx="3820">
                  <c:v>-3.8045862822048776E-2</c:v>
                </c:pt>
                <c:pt idx="3821">
                  <c:v>-1.5246648539291027E-2</c:v>
                </c:pt>
                <c:pt idx="3822">
                  <c:v>-5.6810965570708152E-2</c:v>
                </c:pt>
                <c:pt idx="3823">
                  <c:v>-2.3253925374134603E-2</c:v>
                </c:pt>
                <c:pt idx="3824">
                  <c:v>-4.2198894803674482E-2</c:v>
                </c:pt>
                <c:pt idx="3825">
                  <c:v>-5.0530103324804301E-2</c:v>
                </c:pt>
                <c:pt idx="3826">
                  <c:v>-4.3331407032253175E-2</c:v>
                </c:pt>
                <c:pt idx="3827">
                  <c:v>-1.1959080115507153E-2</c:v>
                </c:pt>
                <c:pt idx="3828">
                  <c:v>-1.7318682750784672E-2</c:v>
                </c:pt>
                <c:pt idx="3829">
                  <c:v>-4.7560146289721113E-2</c:v>
                </c:pt>
                <c:pt idx="3830">
                  <c:v>-4.2864645311878238E-2</c:v>
                </c:pt>
                <c:pt idx="3831">
                  <c:v>-7.2567830358041027E-2</c:v>
                </c:pt>
                <c:pt idx="3832">
                  <c:v>-3.0643452895310796E-2</c:v>
                </c:pt>
                <c:pt idx="3833">
                  <c:v>-3.5731093174753398E-2</c:v>
                </c:pt>
                <c:pt idx="3834">
                  <c:v>-2.2581869836590881E-2</c:v>
                </c:pt>
                <c:pt idx="3835">
                  <c:v>-7.9070764343289173E-3</c:v>
                </c:pt>
                <c:pt idx="3836">
                  <c:v>1.345674826881393E-2</c:v>
                </c:pt>
                <c:pt idx="3837">
                  <c:v>-5.6888090949281704E-2</c:v>
                </c:pt>
                <c:pt idx="3838">
                  <c:v>-2.675709270694563E-2</c:v>
                </c:pt>
                <c:pt idx="3839">
                  <c:v>-1.929060180878011E-2</c:v>
                </c:pt>
                <c:pt idx="3840">
                  <c:v>-1.6551249326348078E-2</c:v>
                </c:pt>
                <c:pt idx="3841">
                  <c:v>-3.560589848721734E-2</c:v>
                </c:pt>
                <c:pt idx="3842">
                  <c:v>-3.4508196821490929E-2</c:v>
                </c:pt>
                <c:pt idx="3843">
                  <c:v>-2.7920389749377481E-2</c:v>
                </c:pt>
                <c:pt idx="3844">
                  <c:v>-2.7786262505806E-2</c:v>
                </c:pt>
                <c:pt idx="3845">
                  <c:v>-2.4302484325446978E-2</c:v>
                </c:pt>
                <c:pt idx="3846">
                  <c:v>-2.0937025124733923E-2</c:v>
                </c:pt>
                <c:pt idx="3847">
                  <c:v>-2.777022127010409E-2</c:v>
                </c:pt>
                <c:pt idx="3848">
                  <c:v>-3.0741472467032752E-2</c:v>
                </c:pt>
                <c:pt idx="3849">
                  <c:v>-2.5839010161982184E-2</c:v>
                </c:pt>
                <c:pt idx="3850">
                  <c:v>-2.2011566115882938E-2</c:v>
                </c:pt>
                <c:pt idx="3851">
                  <c:v>-2.5110642660645933E-2</c:v>
                </c:pt>
                <c:pt idx="3852">
                  <c:v>-2.2035038163920606E-2</c:v>
                </c:pt>
                <c:pt idx="3853">
                  <c:v>-1.7305302524957773E-2</c:v>
                </c:pt>
                <c:pt idx="3854">
                  <c:v>-2.218902793852703E-2</c:v>
                </c:pt>
                <c:pt idx="3855">
                  <c:v>-3.2155712839901714E-2</c:v>
                </c:pt>
                <c:pt idx="3856">
                  <c:v>-3.833745232003654E-2</c:v>
                </c:pt>
                <c:pt idx="3857">
                  <c:v>-3.6228297347157511E-2</c:v>
                </c:pt>
                <c:pt idx="3858">
                  <c:v>-2.7674916169353869E-2</c:v>
                </c:pt>
                <c:pt idx="3859">
                  <c:v>-2.1636104240111483E-2</c:v>
                </c:pt>
                <c:pt idx="3860">
                  <c:v>-1.8915558164852148E-2</c:v>
                </c:pt>
                <c:pt idx="3861">
                  <c:v>-1.9490303961540646E-2</c:v>
                </c:pt>
                <c:pt idx="3862">
                  <c:v>-1.7467602239869751E-2</c:v>
                </c:pt>
                <c:pt idx="3863">
                  <c:v>-1.2605941991850358E-2</c:v>
                </c:pt>
                <c:pt idx="3864">
                  <c:v>-2.4741341608111925E-2</c:v>
                </c:pt>
                <c:pt idx="3865">
                  <c:v>-1.7217289190985998E-2</c:v>
                </c:pt>
                <c:pt idx="3866">
                  <c:v>-1.5739928922352559E-2</c:v>
                </c:pt>
                <c:pt idx="3867">
                  <c:v>-1.3186661957555235E-2</c:v>
                </c:pt>
                <c:pt idx="3868">
                  <c:v>-1.5997572373639891E-2</c:v>
                </c:pt>
                <c:pt idx="3869">
                  <c:v>-1.7420365523929865E-2</c:v>
                </c:pt>
                <c:pt idx="3870">
                  <c:v>-2.6448743283738627E-2</c:v>
                </c:pt>
                <c:pt idx="3871">
                  <c:v>-2.2868077404693495E-2</c:v>
                </c:pt>
                <c:pt idx="3872">
                  <c:v>-3.6302571032267264E-2</c:v>
                </c:pt>
                <c:pt idx="3873">
                  <c:v>-3.913387718982532E-2</c:v>
                </c:pt>
                <c:pt idx="3874">
                  <c:v>-1.0739348525816813E-2</c:v>
                </c:pt>
                <c:pt idx="3875">
                  <c:v>-2.6752929210845978E-2</c:v>
                </c:pt>
                <c:pt idx="3876">
                  <c:v>-4.1958553333034367E-2</c:v>
                </c:pt>
                <c:pt idx="3877">
                  <c:v>-2.0557604108520092E-2</c:v>
                </c:pt>
                <c:pt idx="3878">
                  <c:v>-4.4634398863096614E-2</c:v>
                </c:pt>
                <c:pt idx="3879">
                  <c:v>-3.4595680009188623E-3</c:v>
                </c:pt>
                <c:pt idx="3880">
                  <c:v>-5.5673127389553295E-2</c:v>
                </c:pt>
                <c:pt idx="3881">
                  <c:v>-1.0793289139168182E-2</c:v>
                </c:pt>
                <c:pt idx="3882">
                  <c:v>-2.1116461850823245E-2</c:v>
                </c:pt>
                <c:pt idx="3883">
                  <c:v>-2.3920682419609079E-2</c:v>
                </c:pt>
                <c:pt idx="3884">
                  <c:v>7.7970901370560714E-4</c:v>
                </c:pt>
                <c:pt idx="3885">
                  <c:v>-3.6240271964574224E-2</c:v>
                </c:pt>
                <c:pt idx="3886">
                  <c:v>-2.9800938146506983E-2</c:v>
                </c:pt>
                <c:pt idx="3887">
                  <c:v>-8.2006698806989364E-3</c:v>
                </c:pt>
                <c:pt idx="3888">
                  <c:v>-3.8360113578831657E-2</c:v>
                </c:pt>
                <c:pt idx="3889">
                  <c:v>-2.6150372412388458E-2</c:v>
                </c:pt>
                <c:pt idx="3890">
                  <c:v>-3.3064056747560827E-2</c:v>
                </c:pt>
                <c:pt idx="3891">
                  <c:v>-3.9876917880751053E-2</c:v>
                </c:pt>
                <c:pt idx="3892">
                  <c:v>-3.5752757736345835E-2</c:v>
                </c:pt>
                <c:pt idx="3893">
                  <c:v>-5.7476161716052604E-2</c:v>
                </c:pt>
                <c:pt idx="3894">
                  <c:v>-3.1046900980337445E-2</c:v>
                </c:pt>
                <c:pt idx="3895">
                  <c:v>-3.4533321826293019E-2</c:v>
                </c:pt>
                <c:pt idx="3896">
                  <c:v>-2.3549748159630495E-2</c:v>
                </c:pt>
                <c:pt idx="3897">
                  <c:v>-2.3281475116838205E-2</c:v>
                </c:pt>
                <c:pt idx="3898">
                  <c:v>-1.2986633512497741E-2</c:v>
                </c:pt>
                <c:pt idx="3899">
                  <c:v>-4.6944794790433654E-2</c:v>
                </c:pt>
                <c:pt idx="3900">
                  <c:v>-4.9910850579973499E-2</c:v>
                </c:pt>
                <c:pt idx="3901">
                  <c:v>3.7467509947301239E-4</c:v>
                </c:pt>
                <c:pt idx="3902">
                  <c:v>-3.3421992150886599E-2</c:v>
                </c:pt>
                <c:pt idx="3903">
                  <c:v>-1.3079924198685302E-2</c:v>
                </c:pt>
                <c:pt idx="3904">
                  <c:v>-5.0766823295565068E-2</c:v>
                </c:pt>
                <c:pt idx="3905">
                  <c:v>-1.6894188972784014E-3</c:v>
                </c:pt>
                <c:pt idx="3906">
                  <c:v>-1.2076294357325525E-3</c:v>
                </c:pt>
                <c:pt idx="3907">
                  <c:v>-2.8736819069954209E-2</c:v>
                </c:pt>
                <c:pt idx="3908">
                  <c:v>-1.938692520793486E-2</c:v>
                </c:pt>
                <c:pt idx="3909">
                  <c:v>-1.5740250484796065E-2</c:v>
                </c:pt>
                <c:pt idx="3910">
                  <c:v>-2.6077374004530657E-2</c:v>
                </c:pt>
                <c:pt idx="3911">
                  <c:v>-2.3702384867342184E-2</c:v>
                </c:pt>
                <c:pt idx="3912">
                  <c:v>-1.7011276474497496E-2</c:v>
                </c:pt>
                <c:pt idx="3913">
                  <c:v>-2.7188925475764205E-2</c:v>
                </c:pt>
                <c:pt idx="3914">
                  <c:v>-3.0865247874964367E-2</c:v>
                </c:pt>
                <c:pt idx="3915">
                  <c:v>-5.1755705421969731E-3</c:v>
                </c:pt>
                <c:pt idx="3916">
                  <c:v>-4.2359345067360499E-2</c:v>
                </c:pt>
                <c:pt idx="3917">
                  <c:v>4.6215668049693339E-3</c:v>
                </c:pt>
                <c:pt idx="3918">
                  <c:v>-4.6047944028979923E-2</c:v>
                </c:pt>
                <c:pt idx="3919">
                  <c:v>-3.5088260078506198E-2</c:v>
                </c:pt>
                <c:pt idx="3920">
                  <c:v>-5.5659425038875388E-2</c:v>
                </c:pt>
                <c:pt idx="3921">
                  <c:v>-6.1513314297835679E-2</c:v>
                </c:pt>
                <c:pt idx="3922">
                  <c:v>-6.5534796798049508E-2</c:v>
                </c:pt>
                <c:pt idx="3923">
                  <c:v>-6.6347249906144296E-2</c:v>
                </c:pt>
                <c:pt idx="3924">
                  <c:v>-5.4150681822732853E-2</c:v>
                </c:pt>
                <c:pt idx="3925">
                  <c:v>-3.4264571650573991E-2</c:v>
                </c:pt>
                <c:pt idx="3926">
                  <c:v>-3.0077162683536014E-2</c:v>
                </c:pt>
                <c:pt idx="3927">
                  <c:v>-3.5568594257212043E-3</c:v>
                </c:pt>
                <c:pt idx="3928">
                  <c:v>-2.4409253890153519E-2</c:v>
                </c:pt>
                <c:pt idx="3929">
                  <c:v>-5.7474009350263019E-2</c:v>
                </c:pt>
                <c:pt idx="3930">
                  <c:v>-4.4275337758288437E-2</c:v>
                </c:pt>
                <c:pt idx="3931">
                  <c:v>-2.8223751663430323E-2</c:v>
                </c:pt>
                <c:pt idx="3932">
                  <c:v>-1.0337122678245428E-2</c:v>
                </c:pt>
                <c:pt idx="3933">
                  <c:v>-2.2700308863918651E-2</c:v>
                </c:pt>
                <c:pt idx="3934">
                  <c:v>-2.2481215057481147E-2</c:v>
                </c:pt>
                <c:pt idx="3935">
                  <c:v>-1.0672619055110539E-2</c:v>
                </c:pt>
                <c:pt idx="3936">
                  <c:v>-5.2246977737028688E-2</c:v>
                </c:pt>
                <c:pt idx="3937">
                  <c:v>-2.1097168037207351E-2</c:v>
                </c:pt>
                <c:pt idx="3938">
                  <c:v>-3.6911541312465518E-2</c:v>
                </c:pt>
                <c:pt idx="3939">
                  <c:v>-5.7872409887979578E-2</c:v>
                </c:pt>
                <c:pt idx="3940">
                  <c:v>-2.1489985155671673E-2</c:v>
                </c:pt>
                <c:pt idx="3941">
                  <c:v>-8.8135225454360321E-3</c:v>
                </c:pt>
                <c:pt idx="3942">
                  <c:v>-3.3875346847024826E-2</c:v>
                </c:pt>
                <c:pt idx="3943">
                  <c:v>-6.2814248838286638E-2</c:v>
                </c:pt>
                <c:pt idx="3944">
                  <c:v>-6.2550729390404916E-2</c:v>
                </c:pt>
                <c:pt idx="3945">
                  <c:v>-2.5745138215966419E-2</c:v>
                </c:pt>
                <c:pt idx="3946">
                  <c:v>-1.6563490860434987E-2</c:v>
                </c:pt>
                <c:pt idx="3947">
                  <c:v>-2.9780694819412114E-2</c:v>
                </c:pt>
                <c:pt idx="3948">
                  <c:v>-7.2524084184090551E-2</c:v>
                </c:pt>
                <c:pt idx="3949">
                  <c:v>-7.2734280129561665E-2</c:v>
                </c:pt>
                <c:pt idx="3950">
                  <c:v>-3.3020997872131599E-2</c:v>
                </c:pt>
                <c:pt idx="3951">
                  <c:v>-2.4542824330519776E-2</c:v>
                </c:pt>
                <c:pt idx="3952">
                  <c:v>-2.2284295441457984E-2</c:v>
                </c:pt>
                <c:pt idx="3953">
                  <c:v>1.4055556383360422E-2</c:v>
                </c:pt>
                <c:pt idx="3954">
                  <c:v>-1.9366073121782231E-2</c:v>
                </c:pt>
                <c:pt idx="3955">
                  <c:v>-3.7210824798158376E-2</c:v>
                </c:pt>
                <c:pt idx="3956">
                  <c:v>-5.5254042742506358E-2</c:v>
                </c:pt>
                <c:pt idx="3957">
                  <c:v>-4.3429315553380719E-2</c:v>
                </c:pt>
                <c:pt idx="3958">
                  <c:v>-4.9889235529918374E-3</c:v>
                </c:pt>
                <c:pt idx="3959">
                  <c:v>-3.4265918881805628E-2</c:v>
                </c:pt>
                <c:pt idx="3960">
                  <c:v>-3.3023954005665386E-2</c:v>
                </c:pt>
                <c:pt idx="3961">
                  <c:v>-3.1775007383613142E-2</c:v>
                </c:pt>
                <c:pt idx="3962">
                  <c:v>-2.6306514459936849E-2</c:v>
                </c:pt>
                <c:pt idx="3963">
                  <c:v>-1.5486294584904954E-2</c:v>
                </c:pt>
                <c:pt idx="3964">
                  <c:v>-2.9709571952470468E-2</c:v>
                </c:pt>
                <c:pt idx="3965">
                  <c:v>-2.014832726841039E-3</c:v>
                </c:pt>
                <c:pt idx="3966">
                  <c:v>-2.3245408908723571E-2</c:v>
                </c:pt>
                <c:pt idx="3967">
                  <c:v>-5.1829003410403141E-2</c:v>
                </c:pt>
                <c:pt idx="3968">
                  <c:v>-5.6956005588695791E-2</c:v>
                </c:pt>
                <c:pt idx="3969">
                  <c:v>-7.4283340965271616E-2</c:v>
                </c:pt>
                <c:pt idx="3970">
                  <c:v>-3.0746781656911727E-2</c:v>
                </c:pt>
                <c:pt idx="3971">
                  <c:v>-2.4918462949826796E-2</c:v>
                </c:pt>
                <c:pt idx="3972">
                  <c:v>1.456417919768509E-3</c:v>
                </c:pt>
                <c:pt idx="3973">
                  <c:v>-1.6726490303969759E-2</c:v>
                </c:pt>
                <c:pt idx="3974">
                  <c:v>-2.5118792328324403E-2</c:v>
                </c:pt>
                <c:pt idx="3975">
                  <c:v>-3.3646597496866153E-2</c:v>
                </c:pt>
                <c:pt idx="3976">
                  <c:v>-2.9254547806806468E-2</c:v>
                </c:pt>
                <c:pt idx="3977">
                  <c:v>-2.6329231856430785E-2</c:v>
                </c:pt>
                <c:pt idx="3978">
                  <c:v>-1.8447676038521595E-2</c:v>
                </c:pt>
                <c:pt idx="3979">
                  <c:v>-2.0624602749621728E-2</c:v>
                </c:pt>
                <c:pt idx="3980">
                  <c:v>-1.9757929627936557E-2</c:v>
                </c:pt>
                <c:pt idx="3981">
                  <c:v>-2.6577400133575846E-2</c:v>
                </c:pt>
                <c:pt idx="3982">
                  <c:v>-1.5799395997498911E-2</c:v>
                </c:pt>
                <c:pt idx="3983">
                  <c:v>-2.5104539466593495E-2</c:v>
                </c:pt>
                <c:pt idx="3984">
                  <c:v>-3.9067684420074876E-3</c:v>
                </c:pt>
                <c:pt idx="3985">
                  <c:v>-3.9546822234240907E-2</c:v>
                </c:pt>
                <c:pt idx="3986">
                  <c:v>-4.1394312023487083E-2</c:v>
                </c:pt>
                <c:pt idx="3987">
                  <c:v>-3.0803077665176617E-2</c:v>
                </c:pt>
                <c:pt idx="3988">
                  <c:v>-7.3053549341267187E-4</c:v>
                </c:pt>
                <c:pt idx="3989">
                  <c:v>6.4736927796307754E-3</c:v>
                </c:pt>
                <c:pt idx="3990">
                  <c:v>-3.0924485782318146E-2</c:v>
                </c:pt>
                <c:pt idx="3991">
                  <c:v>-5.2001039084838219E-2</c:v>
                </c:pt>
                <c:pt idx="3992">
                  <c:v>-6.5445976002103237E-2</c:v>
                </c:pt>
                <c:pt idx="3993">
                  <c:v>-8.4809239492013452E-2</c:v>
                </c:pt>
                <c:pt idx="3994">
                  <c:v>-6.4756024931046041E-2</c:v>
                </c:pt>
                <c:pt idx="3995">
                  <c:v>-3.6072228435393476E-2</c:v>
                </c:pt>
                <c:pt idx="3996">
                  <c:v>-3.1996392581563546E-2</c:v>
                </c:pt>
                <c:pt idx="3997">
                  <c:v>-3.767369269354845E-2</c:v>
                </c:pt>
                <c:pt idx="3998">
                  <c:v>-5.0944225305770752E-2</c:v>
                </c:pt>
                <c:pt idx="3999">
                  <c:v>-3.913765126952741E-2</c:v>
                </c:pt>
                <c:pt idx="4000">
                  <c:v>7.241891452359722E-3</c:v>
                </c:pt>
                <c:pt idx="4001">
                  <c:v>9.6875109788741585E-4</c:v>
                </c:pt>
                <c:pt idx="4002">
                  <c:v>-3.0444191866159202E-2</c:v>
                </c:pt>
                <c:pt idx="4003">
                  <c:v>-1.9588988408436838E-2</c:v>
                </c:pt>
                <c:pt idx="4004">
                  <c:v>-9.332388658875642E-3</c:v>
                </c:pt>
                <c:pt idx="4005">
                  <c:v>-1.9409452275840578E-3</c:v>
                </c:pt>
                <c:pt idx="4006">
                  <c:v>-1.5571740011368011E-2</c:v>
                </c:pt>
                <c:pt idx="4007">
                  <c:v>-9.0206347179210087E-3</c:v>
                </c:pt>
                <c:pt idx="4008">
                  <c:v>-2.1723202318231782E-2</c:v>
                </c:pt>
                <c:pt idx="4009">
                  <c:v>-5.6135239161782091E-2</c:v>
                </c:pt>
                <c:pt idx="4010">
                  <c:v>-1.6691247298612443E-2</c:v>
                </c:pt>
                <c:pt idx="4011">
                  <c:v>-5.534553950306606E-2</c:v>
                </c:pt>
                <c:pt idx="4012">
                  <c:v>-1.9326883255631071E-2</c:v>
                </c:pt>
                <c:pt idx="4013">
                  <c:v>-2.9970049303721404E-2</c:v>
                </c:pt>
                <c:pt idx="4014">
                  <c:v>1.508283305480103E-5</c:v>
                </c:pt>
                <c:pt idx="4015">
                  <c:v>-5.3595084305995896E-2</c:v>
                </c:pt>
                <c:pt idx="4016">
                  <c:v>-5.7861950712175654E-2</c:v>
                </c:pt>
                <c:pt idx="4017">
                  <c:v>-2.4002627525721482E-2</c:v>
                </c:pt>
                <c:pt idx="4018">
                  <c:v>-3.4435841096138634E-2</c:v>
                </c:pt>
                <c:pt idx="4019">
                  <c:v>1.8033011210497156E-2</c:v>
                </c:pt>
                <c:pt idx="4020">
                  <c:v>7.2932403130280656E-3</c:v>
                </c:pt>
                <c:pt idx="4021">
                  <c:v>1.765599476635544E-3</c:v>
                </c:pt>
                <c:pt idx="4022">
                  <c:v>-2.9607283359825719E-2</c:v>
                </c:pt>
                <c:pt idx="4023">
                  <c:v>-3.1687101441338517E-2</c:v>
                </c:pt>
                <c:pt idx="4024">
                  <c:v>-2.1431610270658999E-2</c:v>
                </c:pt>
                <c:pt idx="4025">
                  <c:v>2.1720824105309917E-2</c:v>
                </c:pt>
                <c:pt idx="4026">
                  <c:v>-2.5395641601214422E-2</c:v>
                </c:pt>
                <c:pt idx="4027">
                  <c:v>-4.0890410445375426E-2</c:v>
                </c:pt>
                <c:pt idx="4028">
                  <c:v>-6.3535310009733463E-3</c:v>
                </c:pt>
                <c:pt idx="4029">
                  <c:v>-3.0159881856153387E-2</c:v>
                </c:pt>
                <c:pt idx="4030">
                  <c:v>1.0042266027756477E-3</c:v>
                </c:pt>
                <c:pt idx="4031">
                  <c:v>-1.2467935678515131E-2</c:v>
                </c:pt>
                <c:pt idx="4032">
                  <c:v>-2.0234671753241135E-2</c:v>
                </c:pt>
                <c:pt idx="4033">
                  <c:v>-1.5096224262760008E-2</c:v>
                </c:pt>
                <c:pt idx="4034">
                  <c:v>-3.8789533112685198E-4</c:v>
                </c:pt>
                <c:pt idx="4035">
                  <c:v>-3.5999805234222866E-2</c:v>
                </c:pt>
                <c:pt idx="4036">
                  <c:v>-7.8220728345315786E-3</c:v>
                </c:pt>
                <c:pt idx="4037">
                  <c:v>-4.3662817006321866E-2</c:v>
                </c:pt>
                <c:pt idx="4038">
                  <c:v>-2.8021911857658472E-2</c:v>
                </c:pt>
                <c:pt idx="4039">
                  <c:v>-2.3498854537786881E-3</c:v>
                </c:pt>
                <c:pt idx="4040">
                  <c:v>-5.3756337123627096E-2</c:v>
                </c:pt>
                <c:pt idx="4041">
                  <c:v>-3.1932858841100302E-2</c:v>
                </c:pt>
                <c:pt idx="4042">
                  <c:v>-1.2627004503689783E-2</c:v>
                </c:pt>
                <c:pt idx="4043">
                  <c:v>-9.8106004768015106E-3</c:v>
                </c:pt>
                <c:pt idx="4044">
                  <c:v>-4.0493995871906309E-2</c:v>
                </c:pt>
                <c:pt idx="4045">
                  <c:v>-1.3659227369051168E-2</c:v>
                </c:pt>
                <c:pt idx="4046">
                  <c:v>-2.5055178318590703E-2</c:v>
                </c:pt>
                <c:pt idx="4047">
                  <c:v>-1.9983852731307955E-2</c:v>
                </c:pt>
                <c:pt idx="4048">
                  <c:v>-1.6949044588983848E-2</c:v>
                </c:pt>
                <c:pt idx="4049">
                  <c:v>-3.0960414902492777E-3</c:v>
                </c:pt>
                <c:pt idx="4050">
                  <c:v>-1.4235512718666856E-2</c:v>
                </c:pt>
                <c:pt idx="4051">
                  <c:v>-4.511255557637462E-2</c:v>
                </c:pt>
                <c:pt idx="4052">
                  <c:v>-1.3236604329543451E-2</c:v>
                </c:pt>
                <c:pt idx="4053">
                  <c:v>-5.0887735963906805E-2</c:v>
                </c:pt>
                <c:pt idx="4054">
                  <c:v>-9.1356167176241346E-3</c:v>
                </c:pt>
                <c:pt idx="4055">
                  <c:v>-1.021784975838992E-2</c:v>
                </c:pt>
                <c:pt idx="4056">
                  <c:v>-4.5354962373828349E-2</c:v>
                </c:pt>
                <c:pt idx="4057">
                  <c:v>-3.249680041649964E-2</c:v>
                </c:pt>
                <c:pt idx="4058">
                  <c:v>-3.9797703540298247E-2</c:v>
                </c:pt>
                <c:pt idx="4059">
                  <c:v>-2.0324883674334489E-2</c:v>
                </c:pt>
                <c:pt idx="4060">
                  <c:v>-1.7032884622817105E-2</c:v>
                </c:pt>
                <c:pt idx="4061">
                  <c:v>-1.8647422715231007E-2</c:v>
                </c:pt>
                <c:pt idx="4062">
                  <c:v>-1.9354243295325559E-2</c:v>
                </c:pt>
                <c:pt idx="4063">
                  <c:v>-1.8465753312496773E-2</c:v>
                </c:pt>
                <c:pt idx="4064">
                  <c:v>-1.5212547576453779E-2</c:v>
                </c:pt>
                <c:pt idx="4065">
                  <c:v>-2.3677170708601359E-2</c:v>
                </c:pt>
                <c:pt idx="4066">
                  <c:v>-1.9656382952818668E-2</c:v>
                </c:pt>
                <c:pt idx="4067">
                  <c:v>-1.680264772062014E-2</c:v>
                </c:pt>
                <c:pt idx="4068">
                  <c:v>-2.9585732326792426E-2</c:v>
                </c:pt>
                <c:pt idx="4069">
                  <c:v>-2.3084332269071185E-2</c:v>
                </c:pt>
                <c:pt idx="4070">
                  <c:v>-2.9141084028797035E-2</c:v>
                </c:pt>
                <c:pt idx="4071">
                  <c:v>-2.9974186251947633E-2</c:v>
                </c:pt>
                <c:pt idx="4072">
                  <c:v>-2.5224997442391914E-2</c:v>
                </c:pt>
                <c:pt idx="4073">
                  <c:v>-1.5368833616224103E-2</c:v>
                </c:pt>
                <c:pt idx="4074">
                  <c:v>-3.7374733880677774E-2</c:v>
                </c:pt>
                <c:pt idx="4075">
                  <c:v>-3.9987076282315841E-2</c:v>
                </c:pt>
                <c:pt idx="4076">
                  <c:v>-3.4511555511037864E-2</c:v>
                </c:pt>
                <c:pt idx="4077">
                  <c:v>-2.291925523073687E-2</c:v>
                </c:pt>
                <c:pt idx="4078">
                  <c:v>-2.3152053881566239E-2</c:v>
                </c:pt>
                <c:pt idx="4079">
                  <c:v>-1.9637710094551834E-2</c:v>
                </c:pt>
                <c:pt idx="4080">
                  <c:v>-1.5784117570344817E-2</c:v>
                </c:pt>
                <c:pt idx="4081">
                  <c:v>-1.7280392666155699E-2</c:v>
                </c:pt>
                <c:pt idx="4082">
                  <c:v>-1.7605049293456163E-2</c:v>
                </c:pt>
                <c:pt idx="4083">
                  <c:v>-2.0755154550090624E-2</c:v>
                </c:pt>
                <c:pt idx="4084">
                  <c:v>-1.9907412059571975E-2</c:v>
                </c:pt>
                <c:pt idx="4085">
                  <c:v>-1.2945508756001305E-2</c:v>
                </c:pt>
                <c:pt idx="4086">
                  <c:v>-5.0171923327447722E-2</c:v>
                </c:pt>
                <c:pt idx="4087">
                  <c:v>-2.9762693339892277E-2</c:v>
                </c:pt>
                <c:pt idx="4088">
                  <c:v>6.8611062773693918E-3</c:v>
                </c:pt>
                <c:pt idx="4089">
                  <c:v>1.5098070294314226E-2</c:v>
                </c:pt>
                <c:pt idx="4090">
                  <c:v>-2.8428366344766264E-2</c:v>
                </c:pt>
                <c:pt idx="4091">
                  <c:v>-4.0562735877497386E-3</c:v>
                </c:pt>
                <c:pt idx="4092">
                  <c:v>1.0098861615652734E-2</c:v>
                </c:pt>
                <c:pt idx="4093">
                  <c:v>-2.6967240931791325E-2</c:v>
                </c:pt>
                <c:pt idx="4094">
                  <c:v>-4.8455708300744913E-3</c:v>
                </c:pt>
                <c:pt idx="4095">
                  <c:v>-2.1595065467914717E-2</c:v>
                </c:pt>
                <c:pt idx="4096">
                  <c:v>-1.2318079987090448E-2</c:v>
                </c:pt>
                <c:pt idx="4097">
                  <c:v>-2.0484142938824019E-2</c:v>
                </c:pt>
                <c:pt idx="4098">
                  <c:v>-9.2328179281845613E-3</c:v>
                </c:pt>
                <c:pt idx="4099">
                  <c:v>-4.4417828204489737E-2</c:v>
                </c:pt>
                <c:pt idx="4100">
                  <c:v>-2.4595359035599125E-2</c:v>
                </c:pt>
                <c:pt idx="4101">
                  <c:v>-4.8440275047951439E-2</c:v>
                </c:pt>
                <c:pt idx="4102">
                  <c:v>-1.0973179302347001E-2</c:v>
                </c:pt>
                <c:pt idx="4103">
                  <c:v>-3.5050192165279485E-2</c:v>
                </c:pt>
                <c:pt idx="4104">
                  <c:v>-3.4903243368923065E-3</c:v>
                </c:pt>
                <c:pt idx="4105">
                  <c:v>-2.647408586166489E-2</c:v>
                </c:pt>
                <c:pt idx="4106">
                  <c:v>-2.5420506152094634E-2</c:v>
                </c:pt>
                <c:pt idx="4107">
                  <c:v>7.721841888746648E-5</c:v>
                </c:pt>
                <c:pt idx="4108">
                  <c:v>-4.1803576939373414E-2</c:v>
                </c:pt>
                <c:pt idx="4109">
                  <c:v>-1.4044381557814418E-2</c:v>
                </c:pt>
                <c:pt idx="4110">
                  <c:v>-1.2763913928682178E-2</c:v>
                </c:pt>
                <c:pt idx="4111">
                  <c:v>-3.7617357140739792E-2</c:v>
                </c:pt>
                <c:pt idx="4112">
                  <c:v>-8.8090501368090889E-3</c:v>
                </c:pt>
                <c:pt idx="4113">
                  <c:v>-4.0871488620184922E-2</c:v>
                </c:pt>
                <c:pt idx="4114">
                  <c:v>-1.5736594527150309E-2</c:v>
                </c:pt>
                <c:pt idx="4115">
                  <c:v>-2.7800595607937083E-2</c:v>
                </c:pt>
                <c:pt idx="4116">
                  <c:v>-2.9302090575816946E-2</c:v>
                </c:pt>
                <c:pt idx="4117">
                  <c:v>-4.0168575111684257E-2</c:v>
                </c:pt>
                <c:pt idx="4118">
                  <c:v>-2.804684317604508E-2</c:v>
                </c:pt>
                <c:pt idx="4119">
                  <c:v>3.5515732133931232E-3</c:v>
                </c:pt>
                <c:pt idx="4120">
                  <c:v>-2.3923903213650299E-2</c:v>
                </c:pt>
                <c:pt idx="4121">
                  <c:v>-2.0490846153627597E-2</c:v>
                </c:pt>
                <c:pt idx="4122">
                  <c:v>-1.1568548813932667E-2</c:v>
                </c:pt>
                <c:pt idx="4123">
                  <c:v>-1.6432979334402159E-2</c:v>
                </c:pt>
                <c:pt idx="4124">
                  <c:v>-3.3255792362580826E-2</c:v>
                </c:pt>
                <c:pt idx="4125">
                  <c:v>-3.7249613272484695E-2</c:v>
                </c:pt>
                <c:pt idx="4126">
                  <c:v>-2.898885300814541E-2</c:v>
                </c:pt>
                <c:pt idx="4127">
                  <c:v>-3.1904118903611563E-2</c:v>
                </c:pt>
                <c:pt idx="4128">
                  <c:v>-3.3356656732927939E-2</c:v>
                </c:pt>
                <c:pt idx="4129">
                  <c:v>-2.7792193114009364E-2</c:v>
                </c:pt>
                <c:pt idx="4130">
                  <c:v>-4.715133033582556E-2</c:v>
                </c:pt>
                <c:pt idx="4131">
                  <c:v>-5.2747617446145728E-2</c:v>
                </c:pt>
                <c:pt idx="4132">
                  <c:v>-3.3670519608573361E-2</c:v>
                </c:pt>
                <c:pt idx="4133">
                  <c:v>-2.1640573554457535E-2</c:v>
                </c:pt>
                <c:pt idx="4134">
                  <c:v>-2.1206343822845405E-2</c:v>
                </c:pt>
                <c:pt idx="4135">
                  <c:v>-1.9357522795986161E-2</c:v>
                </c:pt>
                <c:pt idx="4136">
                  <c:v>-2.2100988579381441E-2</c:v>
                </c:pt>
                <c:pt idx="4137">
                  <c:v>-2.3181974011283628E-2</c:v>
                </c:pt>
                <c:pt idx="4138">
                  <c:v>-1.8372881202924653E-2</c:v>
                </c:pt>
                <c:pt idx="4139">
                  <c:v>-2.7526329137361638E-2</c:v>
                </c:pt>
                <c:pt idx="4140">
                  <c:v>-7.3834447994539192E-3</c:v>
                </c:pt>
                <c:pt idx="4141">
                  <c:v>-1.5640587762769449E-2</c:v>
                </c:pt>
                <c:pt idx="4142">
                  <c:v>-4.6429928173584559E-2</c:v>
                </c:pt>
                <c:pt idx="4143">
                  <c:v>-3.457865011471585E-2</c:v>
                </c:pt>
                <c:pt idx="4144">
                  <c:v>-2.418119454157263E-2</c:v>
                </c:pt>
                <c:pt idx="4145">
                  <c:v>-2.6449872131699258E-2</c:v>
                </c:pt>
                <c:pt idx="4146">
                  <c:v>-6.1890332596673319E-3</c:v>
                </c:pt>
                <c:pt idx="4147">
                  <c:v>-4.4729744833461059E-2</c:v>
                </c:pt>
                <c:pt idx="4148">
                  <c:v>-3.68399477872388E-2</c:v>
                </c:pt>
                <c:pt idx="4149">
                  <c:v>-1.7527518967381812E-2</c:v>
                </c:pt>
                <c:pt idx="4150">
                  <c:v>-3.4221340454138161E-2</c:v>
                </c:pt>
                <c:pt idx="4151">
                  <c:v>-2.4592731181802611E-2</c:v>
                </c:pt>
                <c:pt idx="4152">
                  <c:v>-4.1236892419144737E-2</c:v>
                </c:pt>
                <c:pt idx="4153">
                  <c:v>-2.3316921178876102E-2</c:v>
                </c:pt>
                <c:pt idx="4154">
                  <c:v>-5.2975512949423688E-2</c:v>
                </c:pt>
                <c:pt idx="4155">
                  <c:v>-1.601389966802581E-2</c:v>
                </c:pt>
                <c:pt idx="4156">
                  <c:v>-4.4508374942359215E-2</c:v>
                </c:pt>
                <c:pt idx="4157">
                  <c:v>-4.4570768154112178E-2</c:v>
                </c:pt>
                <c:pt idx="4158">
                  <c:v>-1.4793214415524225E-2</c:v>
                </c:pt>
                <c:pt idx="4159">
                  <c:v>-5.2765408543666618E-2</c:v>
                </c:pt>
                <c:pt idx="4160">
                  <c:v>-4.1039521123116859E-2</c:v>
                </c:pt>
                <c:pt idx="4161">
                  <c:v>-5.496606047993334E-2</c:v>
                </c:pt>
                <c:pt idx="4162">
                  <c:v>-3.6345702891988095E-2</c:v>
                </c:pt>
                <c:pt idx="4163">
                  <c:v>-1.9450320908673015E-2</c:v>
                </c:pt>
                <c:pt idx="4164">
                  <c:v>-3.6680996061412917E-2</c:v>
                </c:pt>
                <c:pt idx="4165">
                  <c:v>-4.9778303183149415E-2</c:v>
                </c:pt>
                <c:pt idx="4166">
                  <c:v>-5.1741363381896437E-2</c:v>
                </c:pt>
                <c:pt idx="4167">
                  <c:v>-6.4473701323208288E-2</c:v>
                </c:pt>
                <c:pt idx="4168">
                  <c:v>-2.1479882435436162E-2</c:v>
                </c:pt>
                <c:pt idx="4169">
                  <c:v>3.9732972903065347E-3</c:v>
                </c:pt>
                <c:pt idx="4170">
                  <c:v>1.1494627930527799E-2</c:v>
                </c:pt>
                <c:pt idx="4171">
                  <c:v>-4.7930455792392052E-2</c:v>
                </c:pt>
                <c:pt idx="4172">
                  <c:v>-2.3506321910246732E-2</c:v>
                </c:pt>
                <c:pt idx="4173">
                  <c:v>3.2862142377040682E-3</c:v>
                </c:pt>
                <c:pt idx="4174">
                  <c:v>-2.6036362095461705E-2</c:v>
                </c:pt>
                <c:pt idx="4175">
                  <c:v>-6.972206437628521E-3</c:v>
                </c:pt>
                <c:pt idx="4176">
                  <c:v>-2.5599590520049204E-2</c:v>
                </c:pt>
                <c:pt idx="4177">
                  <c:v>-2.3193838522789303E-2</c:v>
                </c:pt>
                <c:pt idx="4178">
                  <c:v>-1.963834718141854E-2</c:v>
                </c:pt>
                <c:pt idx="4179">
                  <c:v>-2.7989419160992113E-3</c:v>
                </c:pt>
                <c:pt idx="4180">
                  <c:v>-5.0708589632442944E-2</c:v>
                </c:pt>
                <c:pt idx="4181">
                  <c:v>-9.0431095891632483E-3</c:v>
                </c:pt>
                <c:pt idx="4182">
                  <c:v>-6.2432006969167543E-3</c:v>
                </c:pt>
                <c:pt idx="4183">
                  <c:v>-4.3436815080568028E-2</c:v>
                </c:pt>
                <c:pt idx="4184">
                  <c:v>-4.6205837064507163E-2</c:v>
                </c:pt>
                <c:pt idx="4185">
                  <c:v>-2.6686458800474853E-2</c:v>
                </c:pt>
                <c:pt idx="4186">
                  <c:v>2.1927930801882586E-2</c:v>
                </c:pt>
                <c:pt idx="4187">
                  <c:v>-1.5062032004626483E-2</c:v>
                </c:pt>
                <c:pt idx="4188">
                  <c:v>-2.3442288147002527E-2</c:v>
                </c:pt>
                <c:pt idx="4189">
                  <c:v>-2.5343440123973566E-2</c:v>
                </c:pt>
                <c:pt idx="4190">
                  <c:v>-2.3230761932146904E-2</c:v>
                </c:pt>
                <c:pt idx="4191">
                  <c:v>-1.2750322739695553E-2</c:v>
                </c:pt>
                <c:pt idx="4192">
                  <c:v>-1.1313031739016583E-2</c:v>
                </c:pt>
                <c:pt idx="4193">
                  <c:v>-2.3131492424978261E-2</c:v>
                </c:pt>
                <c:pt idx="4194">
                  <c:v>6.7456358995521383E-3</c:v>
                </c:pt>
                <c:pt idx="4195">
                  <c:v>-4.1280588036065727E-2</c:v>
                </c:pt>
                <c:pt idx="4196">
                  <c:v>-1.2020722808687942E-2</c:v>
                </c:pt>
                <c:pt idx="4197">
                  <c:v>-5.027028896664968E-2</c:v>
                </c:pt>
                <c:pt idx="4198">
                  <c:v>-3.1994431897406507E-2</c:v>
                </c:pt>
                <c:pt idx="4199">
                  <c:v>-3.3838590763789221E-2</c:v>
                </c:pt>
                <c:pt idx="4200">
                  <c:v>-1.9282599496217231E-2</c:v>
                </c:pt>
                <c:pt idx="4201">
                  <c:v>-3.014682764112633E-2</c:v>
                </c:pt>
                <c:pt idx="4202">
                  <c:v>-4.0325110332276967E-2</c:v>
                </c:pt>
                <c:pt idx="4203">
                  <c:v>-4.130180131934269E-2</c:v>
                </c:pt>
                <c:pt idx="4204">
                  <c:v>-2.5286945037760012E-2</c:v>
                </c:pt>
                <c:pt idx="4205">
                  <c:v>-5.0304788175089828E-2</c:v>
                </c:pt>
                <c:pt idx="4206">
                  <c:v>-2.5646028504920357E-2</c:v>
                </c:pt>
                <c:pt idx="4207">
                  <c:v>-2.8984183228168644E-2</c:v>
                </c:pt>
                <c:pt idx="4208">
                  <c:v>-3.6248106568106002E-2</c:v>
                </c:pt>
                <c:pt idx="4209">
                  <c:v>-2.3947332673244028E-2</c:v>
                </c:pt>
                <c:pt idx="4210">
                  <c:v>-4.0193403079114037E-2</c:v>
                </c:pt>
                <c:pt idx="4211">
                  <c:v>-1.8459720237075743E-2</c:v>
                </c:pt>
                <c:pt idx="4212">
                  <c:v>-3.3293747905355775E-2</c:v>
                </c:pt>
                <c:pt idx="4213">
                  <c:v>-1.207636703169788E-2</c:v>
                </c:pt>
                <c:pt idx="4214">
                  <c:v>-1.919206761901401E-2</c:v>
                </c:pt>
                <c:pt idx="4215">
                  <c:v>-4.6303738112834197E-2</c:v>
                </c:pt>
                <c:pt idx="4216">
                  <c:v>-2.0235155123844679E-2</c:v>
                </c:pt>
                <c:pt idx="4217">
                  <c:v>4.8582588059526925E-3</c:v>
                </c:pt>
                <c:pt idx="4218">
                  <c:v>-3.5101723559546903E-2</c:v>
                </c:pt>
                <c:pt idx="4219">
                  <c:v>-3.2903770679012838E-2</c:v>
                </c:pt>
                <c:pt idx="4220">
                  <c:v>-4.7131239180717349E-2</c:v>
                </c:pt>
                <c:pt idx="4221">
                  <c:v>-5.5848743445525199E-2</c:v>
                </c:pt>
                <c:pt idx="4222">
                  <c:v>-1.242341935896576E-2</c:v>
                </c:pt>
                <c:pt idx="4223">
                  <c:v>-3.8524858438997209E-2</c:v>
                </c:pt>
                <c:pt idx="4224">
                  <c:v>-1.0167077276796704E-2</c:v>
                </c:pt>
                <c:pt idx="4225">
                  <c:v>-5.2880034572370525E-2</c:v>
                </c:pt>
                <c:pt idx="4226">
                  <c:v>-2.8478566658084663E-2</c:v>
                </c:pt>
                <c:pt idx="4227">
                  <c:v>-2.4250130092416861E-2</c:v>
                </c:pt>
                <c:pt idx="4228">
                  <c:v>-1.2548426801012402E-3</c:v>
                </c:pt>
                <c:pt idx="4229">
                  <c:v>-9.6681467646802313E-3</c:v>
                </c:pt>
                <c:pt idx="4230">
                  <c:v>-2.7955564348807763E-2</c:v>
                </c:pt>
                <c:pt idx="4231">
                  <c:v>-3.0310013847350627E-2</c:v>
                </c:pt>
                <c:pt idx="4232">
                  <c:v>-3.2194954408035693E-2</c:v>
                </c:pt>
                <c:pt idx="4233">
                  <c:v>-1.6367228346185231E-2</c:v>
                </c:pt>
                <c:pt idx="4234">
                  <c:v>-2.5313463147796894E-2</c:v>
                </c:pt>
                <c:pt idx="4235">
                  <c:v>8.7145204309835758E-2</c:v>
                </c:pt>
                <c:pt idx="4236">
                  <c:v>-2.890485658281104E-3</c:v>
                </c:pt>
                <c:pt idx="4237">
                  <c:v>1.4228148330593405E-2</c:v>
                </c:pt>
                <c:pt idx="4238">
                  <c:v>-2.2568612676982035E-2</c:v>
                </c:pt>
                <c:pt idx="4239">
                  <c:v>-2.9449323462400773E-2</c:v>
                </c:pt>
                <c:pt idx="4240">
                  <c:v>-2.1441174467415464E-2</c:v>
                </c:pt>
                <c:pt idx="4241">
                  <c:v>-1.5349028109153324E-2</c:v>
                </c:pt>
                <c:pt idx="4242">
                  <c:v>-9.0145307672086436E-3</c:v>
                </c:pt>
                <c:pt idx="4243">
                  <c:v>-2.5409312953608119E-2</c:v>
                </c:pt>
                <c:pt idx="4244">
                  <c:v>-1.8492122833855287E-2</c:v>
                </c:pt>
                <c:pt idx="4245">
                  <c:v>-1.4519301341023264E-2</c:v>
                </c:pt>
                <c:pt idx="4246">
                  <c:v>-2.603725226980767E-2</c:v>
                </c:pt>
                <c:pt idx="4247">
                  <c:v>-6.5227226217522772E-3</c:v>
                </c:pt>
                <c:pt idx="4248">
                  <c:v>-4.2438603655038695E-2</c:v>
                </c:pt>
                <c:pt idx="4249">
                  <c:v>-3.1649990506700969E-2</c:v>
                </c:pt>
                <c:pt idx="4250">
                  <c:v>-9.1929390378433368E-3</c:v>
                </c:pt>
                <c:pt idx="4251">
                  <c:v>-2.1987811645217341E-2</c:v>
                </c:pt>
                <c:pt idx="4252">
                  <c:v>-5.8854437382981264E-3</c:v>
                </c:pt>
                <c:pt idx="4253">
                  <c:v>-4.8534633998714216E-2</c:v>
                </c:pt>
                <c:pt idx="4254">
                  <c:v>-4.8908644604840748E-2</c:v>
                </c:pt>
                <c:pt idx="4255">
                  <c:v>-7.5054785568517855E-3</c:v>
                </c:pt>
                <c:pt idx="4256">
                  <c:v>-3.6226031687203911E-2</c:v>
                </c:pt>
                <c:pt idx="4257">
                  <c:v>-2.0819963948662701E-2</c:v>
                </c:pt>
                <c:pt idx="4258">
                  <c:v>-3.5430540814494246E-2</c:v>
                </c:pt>
                <c:pt idx="4259">
                  <c:v>-1.4974059886999399E-2</c:v>
                </c:pt>
                <c:pt idx="4260">
                  <c:v>-2.5933400193370933E-2</c:v>
                </c:pt>
                <c:pt idx="4261">
                  <c:v>-2.6449709715901704E-2</c:v>
                </c:pt>
                <c:pt idx="4262">
                  <c:v>-2.9018142121069821E-2</c:v>
                </c:pt>
                <c:pt idx="4263">
                  <c:v>-3.0822789567424295E-2</c:v>
                </c:pt>
                <c:pt idx="4264">
                  <c:v>-2.6697242851846485E-2</c:v>
                </c:pt>
                <c:pt idx="4265">
                  <c:v>-2.5378361500268731E-2</c:v>
                </c:pt>
                <c:pt idx="4266">
                  <c:v>1.6488140485563169E-3</c:v>
                </c:pt>
                <c:pt idx="4267">
                  <c:v>-2.8582514948317633E-2</c:v>
                </c:pt>
                <c:pt idx="4268">
                  <c:v>-3.5621406945379533E-2</c:v>
                </c:pt>
                <c:pt idx="4269">
                  <c:v>-1.2775901398376619E-2</c:v>
                </c:pt>
                <c:pt idx="4270">
                  <c:v>-3.1225592896302716E-2</c:v>
                </c:pt>
                <c:pt idx="4271">
                  <c:v>-7.3520029699006527E-3</c:v>
                </c:pt>
                <c:pt idx="4272">
                  <c:v>-3.0080412054287145E-2</c:v>
                </c:pt>
                <c:pt idx="4273">
                  <c:v>-2.2051366749423016E-2</c:v>
                </c:pt>
                <c:pt idx="4274">
                  <c:v>-4.2347275785822439E-2</c:v>
                </c:pt>
                <c:pt idx="4275">
                  <c:v>1.3483212404712088E-2</c:v>
                </c:pt>
                <c:pt idx="4276">
                  <c:v>-3.1303782064020645E-2</c:v>
                </c:pt>
                <c:pt idx="4277">
                  <c:v>-1.3732276178599432E-2</c:v>
                </c:pt>
                <c:pt idx="4278">
                  <c:v>-3.2629657262051838E-2</c:v>
                </c:pt>
                <c:pt idx="4279">
                  <c:v>-6.6650625875676259E-2</c:v>
                </c:pt>
                <c:pt idx="4280">
                  <c:v>-2.5954958402081698E-2</c:v>
                </c:pt>
                <c:pt idx="4281">
                  <c:v>-2.4099366914867529E-2</c:v>
                </c:pt>
                <c:pt idx="4282">
                  <c:v>-3.1727145691754166E-2</c:v>
                </c:pt>
                <c:pt idx="4283">
                  <c:v>-3.4312050745632802E-2</c:v>
                </c:pt>
                <c:pt idx="4284">
                  <c:v>-1.0800008064884459E-2</c:v>
                </c:pt>
                <c:pt idx="4285">
                  <c:v>-6.5503101029587372E-3</c:v>
                </c:pt>
                <c:pt idx="4286">
                  <c:v>-4.6983534044118855E-2</c:v>
                </c:pt>
                <c:pt idx="4287">
                  <c:v>-2.6861439623940511E-2</c:v>
                </c:pt>
                <c:pt idx="4288">
                  <c:v>-2.8061389664816243E-2</c:v>
                </c:pt>
                <c:pt idx="4289">
                  <c:v>-5.4196361426125349E-3</c:v>
                </c:pt>
                <c:pt idx="4290">
                  <c:v>-4.5668878179570917E-2</c:v>
                </c:pt>
                <c:pt idx="4291">
                  <c:v>3.021930767219609E-3</c:v>
                </c:pt>
                <c:pt idx="4292">
                  <c:v>-4.4503648412924895E-2</c:v>
                </c:pt>
                <c:pt idx="4293">
                  <c:v>-2.6520755305174649E-2</c:v>
                </c:pt>
                <c:pt idx="4294">
                  <c:v>-4.1589963530838672E-2</c:v>
                </c:pt>
                <c:pt idx="4295">
                  <c:v>-3.1993966053559884E-2</c:v>
                </c:pt>
                <c:pt idx="4296">
                  <c:v>-1.3506533756790402E-2</c:v>
                </c:pt>
                <c:pt idx="4297">
                  <c:v>-2.6359098042552657E-2</c:v>
                </c:pt>
                <c:pt idx="4298">
                  <c:v>-1.1768329579503953E-2</c:v>
                </c:pt>
                <c:pt idx="4299">
                  <c:v>-4.0158063336475688E-2</c:v>
                </c:pt>
                <c:pt idx="4300">
                  <c:v>-4.6723468217030446E-2</c:v>
                </c:pt>
                <c:pt idx="4301">
                  <c:v>-4.6307550995305244E-2</c:v>
                </c:pt>
                <c:pt idx="4302">
                  <c:v>-2.7180214487700059E-2</c:v>
                </c:pt>
                <c:pt idx="4303">
                  <c:v>-2.267783257818037E-2</c:v>
                </c:pt>
                <c:pt idx="4304">
                  <c:v>-3.6729104922597428E-2</c:v>
                </c:pt>
                <c:pt idx="4305">
                  <c:v>-2.1722766420446706E-2</c:v>
                </c:pt>
                <c:pt idx="4306">
                  <c:v>5.821100138033687E-3</c:v>
                </c:pt>
                <c:pt idx="4307">
                  <c:v>-2.6439103347417996E-2</c:v>
                </c:pt>
                <c:pt idx="4308">
                  <c:v>-2.3729310283846457E-2</c:v>
                </c:pt>
                <c:pt idx="4309">
                  <c:v>-2.432947112471693E-2</c:v>
                </c:pt>
                <c:pt idx="4310">
                  <c:v>-2.5228570482752857E-2</c:v>
                </c:pt>
                <c:pt idx="4311">
                  <c:v>-2.5308839993493485E-2</c:v>
                </c:pt>
                <c:pt idx="4312">
                  <c:v>-2.2607790232509181E-2</c:v>
                </c:pt>
                <c:pt idx="4313">
                  <c:v>-2.3244135326412955E-2</c:v>
                </c:pt>
                <c:pt idx="4314">
                  <c:v>-2.0169822238224961E-2</c:v>
                </c:pt>
                <c:pt idx="4315">
                  <c:v>-2.1299173735845691E-2</c:v>
                </c:pt>
                <c:pt idx="4316">
                  <c:v>-1.6393253009061078E-2</c:v>
                </c:pt>
                <c:pt idx="4317">
                  <c:v>-6.8114687147100922E-2</c:v>
                </c:pt>
                <c:pt idx="4318">
                  <c:v>-7.8952648609478621E-2</c:v>
                </c:pt>
                <c:pt idx="4319">
                  <c:v>-3.161369956227654E-2</c:v>
                </c:pt>
                <c:pt idx="4320">
                  <c:v>-1.9537031855013244E-2</c:v>
                </c:pt>
                <c:pt idx="4321">
                  <c:v>-3.0527357443848612E-2</c:v>
                </c:pt>
                <c:pt idx="4322">
                  <c:v>-2.8906870111594513E-2</c:v>
                </c:pt>
                <c:pt idx="4323">
                  <c:v>-3.6273911768428549E-2</c:v>
                </c:pt>
                <c:pt idx="4324">
                  <c:v>-1.6784280551643365E-2</c:v>
                </c:pt>
                <c:pt idx="4325">
                  <c:v>-8.3073847457718116E-3</c:v>
                </c:pt>
                <c:pt idx="4326">
                  <c:v>-1.5023987285610154E-2</c:v>
                </c:pt>
                <c:pt idx="4327">
                  <c:v>-9.3590354707439993E-3</c:v>
                </c:pt>
                <c:pt idx="4328">
                  <c:v>-2.5789987685339945E-2</c:v>
                </c:pt>
                <c:pt idx="4329">
                  <c:v>-2.1703448118099294E-2</c:v>
                </c:pt>
                <c:pt idx="4330">
                  <c:v>-2.0064768151889109E-2</c:v>
                </c:pt>
                <c:pt idx="4331">
                  <c:v>-1.7826562293279006E-2</c:v>
                </c:pt>
                <c:pt idx="4332">
                  <c:v>-1.8599509835837653E-2</c:v>
                </c:pt>
                <c:pt idx="4333">
                  <c:v>-2.4802698401946169E-2</c:v>
                </c:pt>
                <c:pt idx="4334">
                  <c:v>-1.9072767071129884E-2</c:v>
                </c:pt>
                <c:pt idx="4335">
                  <c:v>-1.3488567375633115E-2</c:v>
                </c:pt>
                <c:pt idx="4336">
                  <c:v>6.1451125896525276E-3</c:v>
                </c:pt>
                <c:pt idx="4337">
                  <c:v>-1.3736836121803762E-2</c:v>
                </c:pt>
                <c:pt idx="4338">
                  <c:v>-2.1269004691679697E-2</c:v>
                </c:pt>
                <c:pt idx="4339">
                  <c:v>-2.2563231447774092E-2</c:v>
                </c:pt>
                <c:pt idx="4340">
                  <c:v>-3.2470666088483931E-2</c:v>
                </c:pt>
                <c:pt idx="4341">
                  <c:v>-1.6567177350629736E-2</c:v>
                </c:pt>
                <c:pt idx="4342">
                  <c:v>-1.5023048234330427E-2</c:v>
                </c:pt>
                <c:pt idx="4343">
                  <c:v>-5.058774631863442E-3</c:v>
                </c:pt>
                <c:pt idx="4344">
                  <c:v>-1.0681375438009027E-2</c:v>
                </c:pt>
                <c:pt idx="4345">
                  <c:v>-1.3589111487199846E-2</c:v>
                </c:pt>
                <c:pt idx="4346">
                  <c:v>-1.535985599393047E-2</c:v>
                </c:pt>
                <c:pt idx="4347">
                  <c:v>-2.4912294106974511E-2</c:v>
                </c:pt>
                <c:pt idx="4348">
                  <c:v>-3.7582343724319694E-3</c:v>
                </c:pt>
                <c:pt idx="4349">
                  <c:v>-3.2722943726236776E-2</c:v>
                </c:pt>
                <c:pt idx="4350">
                  <c:v>-2.0577473309112124E-2</c:v>
                </c:pt>
                <c:pt idx="4351">
                  <c:v>-4.9646509662225639E-3</c:v>
                </c:pt>
                <c:pt idx="4352">
                  <c:v>-3.6468337251118359E-2</c:v>
                </c:pt>
                <c:pt idx="4353">
                  <c:v>-2.865916508072984E-2</c:v>
                </c:pt>
                <c:pt idx="4354">
                  <c:v>-2.7401071295587581E-2</c:v>
                </c:pt>
                <c:pt idx="4355">
                  <c:v>-2.9681395780043484E-2</c:v>
                </c:pt>
                <c:pt idx="4356">
                  <c:v>-4.247804916387473E-2</c:v>
                </c:pt>
                <c:pt idx="4357">
                  <c:v>-2.8082498334937835E-2</c:v>
                </c:pt>
                <c:pt idx="4358">
                  <c:v>-2.5487065897198541E-2</c:v>
                </c:pt>
                <c:pt idx="4359">
                  <c:v>-1.6023332109984391E-2</c:v>
                </c:pt>
                <c:pt idx="4360">
                  <c:v>2.0556256954201439E-2</c:v>
                </c:pt>
                <c:pt idx="4361">
                  <c:v>-1.0759583599120683E-2</c:v>
                </c:pt>
                <c:pt idx="4362">
                  <c:v>-3.7997791268976601E-2</c:v>
                </c:pt>
                <c:pt idx="4363">
                  <c:v>-5.259752670480352E-2</c:v>
                </c:pt>
                <c:pt idx="4364">
                  <c:v>-1.1233804248093861E-2</c:v>
                </c:pt>
                <c:pt idx="4365">
                  <c:v>-9.8420537608817759E-3</c:v>
                </c:pt>
                <c:pt idx="4366">
                  <c:v>-9.229071105809292E-3</c:v>
                </c:pt>
                <c:pt idx="4367">
                  <c:v>-2.4385255385859051E-2</c:v>
                </c:pt>
                <c:pt idx="4368">
                  <c:v>-5.8582688225980971E-3</c:v>
                </c:pt>
                <c:pt idx="4369">
                  <c:v>-1.5148939921964664E-2</c:v>
                </c:pt>
                <c:pt idx="4370">
                  <c:v>-2.6589446272489183E-2</c:v>
                </c:pt>
                <c:pt idx="4371">
                  <c:v>4.079508215749662E-3</c:v>
                </c:pt>
                <c:pt idx="4372">
                  <c:v>-1.1524618877827906E-2</c:v>
                </c:pt>
                <c:pt idx="4373">
                  <c:v>-4.0833400705371926E-2</c:v>
                </c:pt>
                <c:pt idx="4374">
                  <c:v>-1.038774996295946E-3</c:v>
                </c:pt>
                <c:pt idx="4375">
                  <c:v>-1.3352323943884487E-2</c:v>
                </c:pt>
                <c:pt idx="4376">
                  <c:v>-5.0646296552935274E-2</c:v>
                </c:pt>
                <c:pt idx="4377">
                  <c:v>-1.3384830433410129E-2</c:v>
                </c:pt>
                <c:pt idx="4378">
                  <c:v>-5.4358025297522932E-3</c:v>
                </c:pt>
                <c:pt idx="4379">
                  <c:v>-2.8730447241817839E-2</c:v>
                </c:pt>
                <c:pt idx="4380">
                  <c:v>-1.9975855034095765E-2</c:v>
                </c:pt>
                <c:pt idx="4381">
                  <c:v>-1.7753775594345253E-2</c:v>
                </c:pt>
                <c:pt idx="4382">
                  <c:v>-2.1278892108355364E-2</c:v>
                </c:pt>
                <c:pt idx="4383">
                  <c:v>-1.7791523148621577E-2</c:v>
                </c:pt>
                <c:pt idx="4384">
                  <c:v>-1.3564701336721427E-2</c:v>
                </c:pt>
                <c:pt idx="4385">
                  <c:v>-5.4651421604931076E-3</c:v>
                </c:pt>
                <c:pt idx="4386">
                  <c:v>-1.1395750595022737E-2</c:v>
                </c:pt>
                <c:pt idx="4387">
                  <c:v>-1.4393053777319156E-2</c:v>
                </c:pt>
                <c:pt idx="4388">
                  <c:v>-1.6434708763862944E-2</c:v>
                </c:pt>
                <c:pt idx="4389">
                  <c:v>-1.2101675508524304E-2</c:v>
                </c:pt>
                <c:pt idx="4390">
                  <c:v>-2.3644130812510565E-2</c:v>
                </c:pt>
                <c:pt idx="4391">
                  <c:v>-3.0267329991648762E-2</c:v>
                </c:pt>
                <c:pt idx="4392">
                  <c:v>-8.1931437792860246E-3</c:v>
                </c:pt>
                <c:pt idx="4393">
                  <c:v>-2.7574958851402327E-2</c:v>
                </c:pt>
                <c:pt idx="4394">
                  <c:v>-3.9736032566580079E-2</c:v>
                </c:pt>
                <c:pt idx="4395">
                  <c:v>-1.0208086112988384E-2</c:v>
                </c:pt>
                <c:pt idx="4396">
                  <c:v>-2.2246194132856445E-2</c:v>
                </c:pt>
                <c:pt idx="4397">
                  <c:v>-1.1762421175970131E-2</c:v>
                </c:pt>
                <c:pt idx="4398">
                  <c:v>-1.7286199574146531E-2</c:v>
                </c:pt>
                <c:pt idx="4399">
                  <c:v>-1.2940923881606375E-2</c:v>
                </c:pt>
                <c:pt idx="4400">
                  <c:v>-1.4727969501452727E-2</c:v>
                </c:pt>
                <c:pt idx="4401">
                  <c:v>-1.9922602045383573E-2</c:v>
                </c:pt>
                <c:pt idx="4402">
                  <c:v>-1.8250998201501469E-2</c:v>
                </c:pt>
                <c:pt idx="4403">
                  <c:v>-1.5367666916399113E-2</c:v>
                </c:pt>
                <c:pt idx="4404">
                  <c:v>-2.4857702831840772E-2</c:v>
                </c:pt>
                <c:pt idx="4405">
                  <c:v>-3.0701749044182162E-2</c:v>
                </c:pt>
                <c:pt idx="4406">
                  <c:v>-1.4659654351009601E-2</c:v>
                </c:pt>
                <c:pt idx="4407">
                  <c:v>-4.8348633228880909E-2</c:v>
                </c:pt>
                <c:pt idx="4408">
                  <c:v>-1.7861376455272394E-2</c:v>
                </c:pt>
                <c:pt idx="4409">
                  <c:v>1.373186224051311E-2</c:v>
                </c:pt>
                <c:pt idx="4410">
                  <c:v>-1.6435788603500655E-2</c:v>
                </c:pt>
                <c:pt idx="4411">
                  <c:v>-1.344282859644848E-2</c:v>
                </c:pt>
                <c:pt idx="4412">
                  <c:v>-3.0398294136667173E-2</c:v>
                </c:pt>
                <c:pt idx="4413">
                  <c:v>-1.9210002718315494E-2</c:v>
                </c:pt>
                <c:pt idx="4414">
                  <c:v>4.890462507386048E-3</c:v>
                </c:pt>
                <c:pt idx="4415">
                  <c:v>-4.2978245179479908E-2</c:v>
                </c:pt>
                <c:pt idx="4416">
                  <c:v>-1.3770909552461824E-2</c:v>
                </c:pt>
                <c:pt idx="4417">
                  <c:v>-1.6341477693676568E-2</c:v>
                </c:pt>
                <c:pt idx="4418">
                  <c:v>-1.6604898916885664E-2</c:v>
                </c:pt>
                <c:pt idx="4419">
                  <c:v>-2.199796120493239E-2</c:v>
                </c:pt>
                <c:pt idx="4420">
                  <c:v>-1.5424095082065927E-2</c:v>
                </c:pt>
                <c:pt idx="4421">
                  <c:v>-2.3507457774807287E-2</c:v>
                </c:pt>
                <c:pt idx="4422">
                  <c:v>-1.8474208143303632E-2</c:v>
                </c:pt>
                <c:pt idx="4423">
                  <c:v>-5.5917802491369682E-3</c:v>
                </c:pt>
                <c:pt idx="4424">
                  <c:v>-1.3362976370876823E-2</c:v>
                </c:pt>
                <c:pt idx="4425">
                  <c:v>-2.090641503925391E-2</c:v>
                </c:pt>
                <c:pt idx="4426">
                  <c:v>-2.1165039973866987E-2</c:v>
                </c:pt>
                <c:pt idx="4427">
                  <c:v>-2.737821854656183E-2</c:v>
                </c:pt>
                <c:pt idx="4428">
                  <c:v>-4.3680580802024756E-2</c:v>
                </c:pt>
                <c:pt idx="4429">
                  <c:v>-3.7656352068948261E-2</c:v>
                </c:pt>
                <c:pt idx="4430">
                  <c:v>-3.561409922844154E-2</c:v>
                </c:pt>
                <c:pt idx="4431">
                  <c:v>-2.3184736724533282E-2</c:v>
                </c:pt>
                <c:pt idx="4432">
                  <c:v>-3.5673934937279252E-2</c:v>
                </c:pt>
                <c:pt idx="4433">
                  <c:v>-2.7731970007508055E-2</c:v>
                </c:pt>
                <c:pt idx="4434">
                  <c:v>-2.9769906035005102E-2</c:v>
                </c:pt>
                <c:pt idx="4435">
                  <c:v>-2.1723929491817482E-2</c:v>
                </c:pt>
                <c:pt idx="4436">
                  <c:v>-2.5359952700901953E-2</c:v>
                </c:pt>
                <c:pt idx="4437">
                  <c:v>-2.4388856409855015E-2</c:v>
                </c:pt>
                <c:pt idx="4438">
                  <c:v>-2.3075503437702344E-2</c:v>
                </c:pt>
                <c:pt idx="4439">
                  <c:v>-2.1002256048839506E-2</c:v>
                </c:pt>
                <c:pt idx="4440">
                  <c:v>-1.4517839288191987E-2</c:v>
                </c:pt>
                <c:pt idx="4441">
                  <c:v>-2.7316658509571295E-2</c:v>
                </c:pt>
                <c:pt idx="4442">
                  <c:v>-1.4199672125830794E-2</c:v>
                </c:pt>
                <c:pt idx="4443">
                  <c:v>-2.2447462388670215E-2</c:v>
                </c:pt>
                <c:pt idx="4444">
                  <c:v>-2.7498190011520852E-2</c:v>
                </c:pt>
                <c:pt idx="4445">
                  <c:v>-6.9556705605017576E-3</c:v>
                </c:pt>
                <c:pt idx="4446">
                  <c:v>-3.9425932798259948E-2</c:v>
                </c:pt>
                <c:pt idx="4447">
                  <c:v>-2.2941162850820027E-2</c:v>
                </c:pt>
                <c:pt idx="4448">
                  <c:v>-1.4171543075858018E-2</c:v>
                </c:pt>
                <c:pt idx="4449">
                  <c:v>-2.2631298970032715E-2</c:v>
                </c:pt>
                <c:pt idx="4450">
                  <c:v>-2.491735970492312E-2</c:v>
                </c:pt>
                <c:pt idx="4451">
                  <c:v>-2.5462381890560534E-2</c:v>
                </c:pt>
                <c:pt idx="4452">
                  <c:v>-1.8298070753034107E-2</c:v>
                </c:pt>
                <c:pt idx="4453">
                  <c:v>-1.6840601258528955E-2</c:v>
                </c:pt>
                <c:pt idx="4454">
                  <c:v>-2.0368113184967226E-2</c:v>
                </c:pt>
                <c:pt idx="4455">
                  <c:v>-2.2476546127547039E-2</c:v>
                </c:pt>
                <c:pt idx="4456">
                  <c:v>-2.1850963335869247E-2</c:v>
                </c:pt>
                <c:pt idx="4457">
                  <c:v>-2.4151474504130594E-2</c:v>
                </c:pt>
                <c:pt idx="4458">
                  <c:v>-3.0642935890698365E-2</c:v>
                </c:pt>
                <c:pt idx="4459">
                  <c:v>-1.7550442330753063E-2</c:v>
                </c:pt>
                <c:pt idx="4460">
                  <c:v>-1.860693847816066E-2</c:v>
                </c:pt>
                <c:pt idx="4461">
                  <c:v>-2.4372938180232655E-2</c:v>
                </c:pt>
                <c:pt idx="4462">
                  <c:v>-3.8653517117566588E-3</c:v>
                </c:pt>
                <c:pt idx="4463">
                  <c:v>-2.3573296502708556E-2</c:v>
                </c:pt>
                <c:pt idx="4464">
                  <c:v>-7.0006945429174489E-2</c:v>
                </c:pt>
                <c:pt idx="4465">
                  <c:v>-3.0217969864472703E-2</c:v>
                </c:pt>
                <c:pt idx="4466">
                  <c:v>-4.028675514426279E-2</c:v>
                </c:pt>
                <c:pt idx="4467">
                  <c:v>-3.4585564558069305E-2</c:v>
                </c:pt>
                <c:pt idx="4468">
                  <c:v>-4.6781732553294583E-2</c:v>
                </c:pt>
                <c:pt idx="4469">
                  <c:v>-1.9005065388121658E-2</c:v>
                </c:pt>
                <c:pt idx="4470">
                  <c:v>-3.4728009334105997E-2</c:v>
                </c:pt>
                <c:pt idx="4471">
                  <c:v>-1.4361275328800794E-2</c:v>
                </c:pt>
                <c:pt idx="4472">
                  <c:v>-3.5993976311503667E-2</c:v>
                </c:pt>
                <c:pt idx="4473">
                  <c:v>-1.4163304230783354E-2</c:v>
                </c:pt>
                <c:pt idx="4474">
                  <c:v>-2.1751505539391564E-2</c:v>
                </c:pt>
                <c:pt idx="4475">
                  <c:v>-5.4348173498422895E-3</c:v>
                </c:pt>
                <c:pt idx="4476">
                  <c:v>-2.6152954322253889E-2</c:v>
                </c:pt>
                <c:pt idx="4477">
                  <c:v>-7.8022511183608007E-2</c:v>
                </c:pt>
                <c:pt idx="4478">
                  <c:v>-4.4687469571029981E-2</c:v>
                </c:pt>
                <c:pt idx="4479">
                  <c:v>-1.2154419059831332E-2</c:v>
                </c:pt>
                <c:pt idx="4480">
                  <c:v>-3.666429273784827E-2</c:v>
                </c:pt>
                <c:pt idx="4481">
                  <c:v>-7.3831297831902315E-2</c:v>
                </c:pt>
                <c:pt idx="4482">
                  <c:v>-4.0070366238060345E-2</c:v>
                </c:pt>
                <c:pt idx="4483">
                  <c:v>-3.4321812139171549E-2</c:v>
                </c:pt>
                <c:pt idx="4484">
                  <c:v>-2.7832644101070635E-2</c:v>
                </c:pt>
                <c:pt idx="4485">
                  <c:v>-2.0446863032592889E-2</c:v>
                </c:pt>
                <c:pt idx="4486">
                  <c:v>-1.7796478135648608E-2</c:v>
                </c:pt>
                <c:pt idx="4487">
                  <c:v>-2.7835940538820264E-3</c:v>
                </c:pt>
                <c:pt idx="4488">
                  <c:v>-3.3175645236101184E-2</c:v>
                </c:pt>
                <c:pt idx="4489">
                  <c:v>-2.5370236073995418E-2</c:v>
                </c:pt>
                <c:pt idx="4490">
                  <c:v>-4.4754006014314777E-2</c:v>
                </c:pt>
                <c:pt idx="4491">
                  <c:v>-2.8866926531792431E-3</c:v>
                </c:pt>
                <c:pt idx="4492">
                  <c:v>-3.5428852827862359E-2</c:v>
                </c:pt>
                <c:pt idx="4493">
                  <c:v>-1.7076497734661189E-2</c:v>
                </c:pt>
                <c:pt idx="4494">
                  <c:v>-1.5507091901956519E-2</c:v>
                </c:pt>
                <c:pt idx="4495">
                  <c:v>-4.4453564892679275E-3</c:v>
                </c:pt>
                <c:pt idx="4496">
                  <c:v>3.6787130055940573E-4</c:v>
                </c:pt>
                <c:pt idx="4497">
                  <c:v>-2.0740318455368154E-2</c:v>
                </c:pt>
                <c:pt idx="4498">
                  <c:v>-2.3127917083936762E-2</c:v>
                </c:pt>
                <c:pt idx="4499">
                  <c:v>-3.0846151309263891E-2</c:v>
                </c:pt>
                <c:pt idx="4500">
                  <c:v>5.3993497089709318E-3</c:v>
                </c:pt>
                <c:pt idx="4501">
                  <c:v>-2.6508770898281291E-2</c:v>
                </c:pt>
                <c:pt idx="4502">
                  <c:v>-2.2680220903524215E-2</c:v>
                </c:pt>
                <c:pt idx="4503">
                  <c:v>-2.5639861025466316E-2</c:v>
                </c:pt>
                <c:pt idx="4504">
                  <c:v>-1.9993044911924308E-2</c:v>
                </c:pt>
                <c:pt idx="4505">
                  <c:v>-1.3049206042898226E-2</c:v>
                </c:pt>
                <c:pt idx="4506">
                  <c:v>-1.7089061258581877E-2</c:v>
                </c:pt>
                <c:pt idx="4507">
                  <c:v>-1.3813932469823211E-2</c:v>
                </c:pt>
                <c:pt idx="4508">
                  <c:v>-1.2421940934911549E-2</c:v>
                </c:pt>
                <c:pt idx="4509">
                  <c:v>-1.9029419293459006E-2</c:v>
                </c:pt>
                <c:pt idx="4510">
                  <c:v>-1.9751727949691218E-2</c:v>
                </c:pt>
                <c:pt idx="4511">
                  <c:v>-7.7008909236515035E-3</c:v>
                </c:pt>
                <c:pt idx="4512">
                  <c:v>-1.7272851752101481E-2</c:v>
                </c:pt>
                <c:pt idx="4513">
                  <c:v>-1.6792677596350832E-2</c:v>
                </c:pt>
                <c:pt idx="4514">
                  <c:v>-8.6707683524929156E-3</c:v>
                </c:pt>
                <c:pt idx="4515">
                  <c:v>-1.3744539334398011E-2</c:v>
                </c:pt>
                <c:pt idx="4516">
                  <c:v>-1.9966642427742029E-2</c:v>
                </c:pt>
                <c:pt idx="4517">
                  <c:v>-1.1978317348180601E-2</c:v>
                </c:pt>
                <c:pt idx="4518">
                  <c:v>-1.4842762090209103E-2</c:v>
                </c:pt>
                <c:pt idx="4519">
                  <c:v>-3.1408618098043219E-2</c:v>
                </c:pt>
                <c:pt idx="4520">
                  <c:v>-5.2258648392451805E-3</c:v>
                </c:pt>
                <c:pt idx="4521">
                  <c:v>-1.6558657139255417E-2</c:v>
                </c:pt>
                <c:pt idx="4522">
                  <c:v>-1.3621791214102032E-2</c:v>
                </c:pt>
                <c:pt idx="4523">
                  <c:v>-1.8862254409996053E-2</c:v>
                </c:pt>
                <c:pt idx="4524">
                  <c:v>-1.7253167666056692E-2</c:v>
                </c:pt>
                <c:pt idx="4525">
                  <c:v>-9.5285575876374214E-3</c:v>
                </c:pt>
                <c:pt idx="4526">
                  <c:v>-2.8997602786980832E-3</c:v>
                </c:pt>
                <c:pt idx="4527">
                  <c:v>-2.0133424705941254E-2</c:v>
                </c:pt>
                <c:pt idx="4528">
                  <c:v>1.5278537867654315E-3</c:v>
                </c:pt>
                <c:pt idx="4529">
                  <c:v>-1.9312849667764691E-2</c:v>
                </c:pt>
                <c:pt idx="4530">
                  <c:v>-2.4346080755170363E-2</c:v>
                </c:pt>
                <c:pt idx="4531">
                  <c:v>-2.1937809093555301E-2</c:v>
                </c:pt>
                <c:pt idx="4532">
                  <c:v>-2.1488059126266657E-2</c:v>
                </c:pt>
                <c:pt idx="4533">
                  <c:v>-3.9277247764205069E-2</c:v>
                </c:pt>
                <c:pt idx="4534">
                  <c:v>-3.7817170576267406E-2</c:v>
                </c:pt>
                <c:pt idx="4535">
                  <c:v>-1.466588711647044E-2</c:v>
                </c:pt>
                <c:pt idx="4536">
                  <c:v>-3.3019343263596054E-2</c:v>
                </c:pt>
                <c:pt idx="4537">
                  <c:v>-2.3482522907587275E-2</c:v>
                </c:pt>
                <c:pt idx="4538">
                  <c:v>-2.0523224727500438E-2</c:v>
                </c:pt>
                <c:pt idx="4539">
                  <c:v>-1.5669778827257248E-2</c:v>
                </c:pt>
                <c:pt idx="4540">
                  <c:v>-5.0126575969754644E-2</c:v>
                </c:pt>
                <c:pt idx="4541">
                  <c:v>-3.3777792469934467E-2</c:v>
                </c:pt>
                <c:pt idx="4542">
                  <c:v>-2.9689271191754296E-2</c:v>
                </c:pt>
                <c:pt idx="4543">
                  <c:v>-1.7765290702611545E-2</c:v>
                </c:pt>
                <c:pt idx="4544">
                  <c:v>-2.11995794902652E-2</c:v>
                </c:pt>
                <c:pt idx="4545">
                  <c:v>-3.5234204197810953E-2</c:v>
                </c:pt>
                <c:pt idx="4546">
                  <c:v>-3.2440784035373198E-2</c:v>
                </c:pt>
                <c:pt idx="4547">
                  <c:v>-1.5716326388009173E-2</c:v>
                </c:pt>
                <c:pt idx="4548">
                  <c:v>-2.2940506266200981E-2</c:v>
                </c:pt>
                <c:pt idx="4549">
                  <c:v>-2.2549729431922384E-2</c:v>
                </c:pt>
                <c:pt idx="4550">
                  <c:v>-1.8613085776956584E-2</c:v>
                </c:pt>
                <c:pt idx="4551">
                  <c:v>-1.4935926173064664E-2</c:v>
                </c:pt>
                <c:pt idx="4552">
                  <c:v>-1.814785157561933E-2</c:v>
                </c:pt>
                <c:pt idx="4553">
                  <c:v>-1.8623805742895863E-2</c:v>
                </c:pt>
                <c:pt idx="4554">
                  <c:v>-1.3656496985414846E-2</c:v>
                </c:pt>
                <c:pt idx="4555">
                  <c:v>-1.2562981687759154E-2</c:v>
                </c:pt>
                <c:pt idx="4556">
                  <c:v>-6.7141231713351412E-3</c:v>
                </c:pt>
                <c:pt idx="4557">
                  <c:v>-1.8220598032286837E-2</c:v>
                </c:pt>
                <c:pt idx="4558">
                  <c:v>-1.0158862888171992E-2</c:v>
                </c:pt>
                <c:pt idx="4559">
                  <c:v>-2.0513133370623934E-2</c:v>
                </c:pt>
                <c:pt idx="4560">
                  <c:v>-4.2874376627807943E-2</c:v>
                </c:pt>
                <c:pt idx="4561">
                  <c:v>-1.5301914178922306E-2</c:v>
                </c:pt>
                <c:pt idx="4562">
                  <c:v>-1.6618663435951284E-2</c:v>
                </c:pt>
                <c:pt idx="4563">
                  <c:v>-3.3424586724428884E-2</c:v>
                </c:pt>
                <c:pt idx="4564">
                  <c:v>-1.376128918975366E-2</c:v>
                </c:pt>
                <c:pt idx="4565">
                  <c:v>-3.926025109307809E-2</c:v>
                </c:pt>
                <c:pt idx="4566">
                  <c:v>-6.0213487369535999E-3</c:v>
                </c:pt>
                <c:pt idx="4567">
                  <c:v>-1.6574772041268768E-2</c:v>
                </c:pt>
                <c:pt idx="4568">
                  <c:v>-1.1173765713820907E-2</c:v>
                </c:pt>
                <c:pt idx="4569">
                  <c:v>-1.1175045024828722E-2</c:v>
                </c:pt>
                <c:pt idx="4570">
                  <c:v>-2.0875392859214338E-2</c:v>
                </c:pt>
                <c:pt idx="4571">
                  <c:v>-1.5343942690676004E-2</c:v>
                </c:pt>
                <c:pt idx="4572">
                  <c:v>-1.4535872337475747E-2</c:v>
                </c:pt>
                <c:pt idx="4573">
                  <c:v>-1.5065439940759489E-2</c:v>
                </c:pt>
                <c:pt idx="4574">
                  <c:v>-1.4520102184455435E-2</c:v>
                </c:pt>
                <c:pt idx="4575">
                  <c:v>-1.569212807550166E-2</c:v>
                </c:pt>
                <c:pt idx="4576">
                  <c:v>-1.4060071862960164E-2</c:v>
                </c:pt>
                <c:pt idx="4577">
                  <c:v>-3.3214217109096937E-3</c:v>
                </c:pt>
                <c:pt idx="4578">
                  <c:v>-1.338782806635032E-2</c:v>
                </c:pt>
                <c:pt idx="4579">
                  <c:v>-1.4069835779934106E-2</c:v>
                </c:pt>
                <c:pt idx="4580">
                  <c:v>-1.5794997097173111E-2</c:v>
                </c:pt>
                <c:pt idx="4581">
                  <c:v>-1.6740329076946812E-2</c:v>
                </c:pt>
                <c:pt idx="4582">
                  <c:v>-2.1376222914957669E-2</c:v>
                </c:pt>
                <c:pt idx="4583">
                  <c:v>-2.0225637740208375E-2</c:v>
                </c:pt>
                <c:pt idx="4584">
                  <c:v>-2.3338438658767023E-2</c:v>
                </c:pt>
                <c:pt idx="4585">
                  <c:v>-2.3358945335636592E-3</c:v>
                </c:pt>
                <c:pt idx="4586">
                  <c:v>-1.2433754077807181E-2</c:v>
                </c:pt>
                <c:pt idx="4587">
                  <c:v>-1.3908520643472283E-2</c:v>
                </c:pt>
                <c:pt idx="4588">
                  <c:v>-1.8604736157583547E-2</c:v>
                </c:pt>
                <c:pt idx="4589">
                  <c:v>-1.9732138475644371E-2</c:v>
                </c:pt>
                <c:pt idx="4590">
                  <c:v>-2.9783991629538358E-2</c:v>
                </c:pt>
                <c:pt idx="4591">
                  <c:v>-2.2468362880022734E-2</c:v>
                </c:pt>
                <c:pt idx="4592">
                  <c:v>-2.2135393502396874E-2</c:v>
                </c:pt>
                <c:pt idx="4593">
                  <c:v>-1.6497543606247708E-2</c:v>
                </c:pt>
                <c:pt idx="4594">
                  <c:v>-1.167246276704902E-2</c:v>
                </c:pt>
                <c:pt idx="4595">
                  <c:v>-7.9765673277341891E-3</c:v>
                </c:pt>
                <c:pt idx="4596">
                  <c:v>-2.4560567247904966E-3</c:v>
                </c:pt>
                <c:pt idx="4597">
                  <c:v>1.7363227869288207E-3</c:v>
                </c:pt>
                <c:pt idx="4598">
                  <c:v>5.5911990929920382E-4</c:v>
                </c:pt>
                <c:pt idx="4599">
                  <c:v>2.9780998821678536E-3</c:v>
                </c:pt>
                <c:pt idx="4600">
                  <c:v>3.1397847284621336E-3</c:v>
                </c:pt>
                <c:pt idx="4601">
                  <c:v>2.7949625573575158E-3</c:v>
                </c:pt>
                <c:pt idx="4602">
                  <c:v>-2.7142896264531924E-4</c:v>
                </c:pt>
                <c:pt idx="4603">
                  <c:v>-2.5079920371107677E-3</c:v>
                </c:pt>
                <c:pt idx="4604">
                  <c:v>-2.8374877507636306E-3</c:v>
                </c:pt>
                <c:pt idx="4605">
                  <c:v>-5.4811736027487882E-3</c:v>
                </c:pt>
                <c:pt idx="4606">
                  <c:v>-7.1024234295275993E-3</c:v>
                </c:pt>
                <c:pt idx="4607">
                  <c:v>7.02106512650139E-4</c:v>
                </c:pt>
                <c:pt idx="4608">
                  <c:v>-5.108246913344763E-3</c:v>
                </c:pt>
                <c:pt idx="4609">
                  <c:v>-7.1919846826769933E-3</c:v>
                </c:pt>
                <c:pt idx="4610">
                  <c:v>-4.8292527430985289E-3</c:v>
                </c:pt>
                <c:pt idx="4611">
                  <c:v>-6.1139427886865274E-3</c:v>
                </c:pt>
                <c:pt idx="4612">
                  <c:v>-7.9569046438709122E-3</c:v>
                </c:pt>
                <c:pt idx="4613">
                  <c:v>-9.1839688301511308E-3</c:v>
                </c:pt>
                <c:pt idx="4614">
                  <c:v>-8.6602494121976389E-3</c:v>
                </c:pt>
                <c:pt idx="4615">
                  <c:v>-1.3251402706048245E-2</c:v>
                </c:pt>
                <c:pt idx="4616">
                  <c:v>-8.9201809696972806E-3</c:v>
                </c:pt>
                <c:pt idx="4617">
                  <c:v>-7.5842154353702651E-3</c:v>
                </c:pt>
                <c:pt idx="4618">
                  <c:v>-6.5112477635799583E-3</c:v>
                </c:pt>
                <c:pt idx="4619">
                  <c:v>-3.329526867277879E-3</c:v>
                </c:pt>
                <c:pt idx="4620">
                  <c:v>-2.9753432149595639E-4</c:v>
                </c:pt>
                <c:pt idx="4621">
                  <c:v>2.317473729441162E-3</c:v>
                </c:pt>
                <c:pt idx="4622">
                  <c:v>3.7442054667929259E-3</c:v>
                </c:pt>
                <c:pt idx="4623">
                  <c:v>-4.6996035573140674E-4</c:v>
                </c:pt>
                <c:pt idx="4624">
                  <c:v>3.398329643258995E-3</c:v>
                </c:pt>
                <c:pt idx="4625">
                  <c:v>4.7172677247893271E-4</c:v>
                </c:pt>
                <c:pt idx="4626">
                  <c:v>3.6698334485470478E-4</c:v>
                </c:pt>
                <c:pt idx="4627">
                  <c:v>2.1508594414215272E-5</c:v>
                </c:pt>
                <c:pt idx="4628">
                  <c:v>4.4411459078812259E-4</c:v>
                </c:pt>
                <c:pt idx="4629">
                  <c:v>-7.7697989826077513E-4</c:v>
                </c:pt>
                <c:pt idx="4630">
                  <c:v>-2.4039170044999527E-3</c:v>
                </c:pt>
                <c:pt idx="4631">
                  <c:v>4.1288557417087776E-3</c:v>
                </c:pt>
                <c:pt idx="4632">
                  <c:v>-1.6894003832043048E-3</c:v>
                </c:pt>
                <c:pt idx="4633">
                  <c:v>-6.4981491069953379E-3</c:v>
                </c:pt>
                <c:pt idx="4634">
                  <c:v>-1.1370492348473957E-2</c:v>
                </c:pt>
                <c:pt idx="4635">
                  <c:v>-1.1659779586418126E-2</c:v>
                </c:pt>
                <c:pt idx="4636">
                  <c:v>-1.3320287716656642E-2</c:v>
                </c:pt>
                <c:pt idx="4637">
                  <c:v>-1.468606621037041E-2</c:v>
                </c:pt>
                <c:pt idx="4638">
                  <c:v>-1.8795094578445855E-2</c:v>
                </c:pt>
                <c:pt idx="4639">
                  <c:v>-1.4060714208676326E-2</c:v>
                </c:pt>
                <c:pt idx="4640">
                  <c:v>-2.0152766415497573E-2</c:v>
                </c:pt>
                <c:pt idx="4641">
                  <c:v>-2.3231722808840508E-2</c:v>
                </c:pt>
                <c:pt idx="4642">
                  <c:v>-2.5760538325955786E-2</c:v>
                </c:pt>
                <c:pt idx="4643">
                  <c:v>-2.0387730055697113E-2</c:v>
                </c:pt>
                <c:pt idx="4644">
                  <c:v>-1.7992181226415317E-2</c:v>
                </c:pt>
                <c:pt idx="4645">
                  <c:v>-9.5888705402309964E-3</c:v>
                </c:pt>
                <c:pt idx="4646">
                  <c:v>-5.2198932521413379E-3</c:v>
                </c:pt>
                <c:pt idx="4647">
                  <c:v>-1.9999513126426173E-3</c:v>
                </c:pt>
                <c:pt idx="4648">
                  <c:v>-4.5546622721692256E-3</c:v>
                </c:pt>
                <c:pt idx="4649">
                  <c:v>-2.0080084771235342E-3</c:v>
                </c:pt>
                <c:pt idx="4650">
                  <c:v>-2.3609218019036054E-3</c:v>
                </c:pt>
                <c:pt idx="4651">
                  <c:v>-2.5773086636848063E-3</c:v>
                </c:pt>
                <c:pt idx="4652">
                  <c:v>-3.1429788617757799E-3</c:v>
                </c:pt>
                <c:pt idx="4653">
                  <c:v>-6.6093609707120332E-3</c:v>
                </c:pt>
                <c:pt idx="4654">
                  <c:v>-5.8273008651490467E-3</c:v>
                </c:pt>
                <c:pt idx="4655">
                  <c:v>-9.6606601257740322E-4</c:v>
                </c:pt>
                <c:pt idx="4656">
                  <c:v>-7.8729226803731251E-3</c:v>
                </c:pt>
                <c:pt idx="4657">
                  <c:v>-5.3245594279212414E-3</c:v>
                </c:pt>
                <c:pt idx="4658">
                  <c:v>-7.6546311190863131E-3</c:v>
                </c:pt>
                <c:pt idx="4659">
                  <c:v>-6.7221431273703537E-3</c:v>
                </c:pt>
                <c:pt idx="4660">
                  <c:v>-1.3387151462526647E-2</c:v>
                </c:pt>
                <c:pt idx="4661">
                  <c:v>-1.8258678657927307E-2</c:v>
                </c:pt>
                <c:pt idx="4662">
                  <c:v>-1.4380912634374776E-2</c:v>
                </c:pt>
                <c:pt idx="4663">
                  <c:v>-1.205958567845525E-2</c:v>
                </c:pt>
                <c:pt idx="4664">
                  <c:v>-1.3529885672168685E-2</c:v>
                </c:pt>
                <c:pt idx="4665">
                  <c:v>4.7790743029099518E-3</c:v>
                </c:pt>
                <c:pt idx="4666">
                  <c:v>8.6779597568501631E-3</c:v>
                </c:pt>
                <c:pt idx="4667">
                  <c:v>-5.2277908122446849E-2</c:v>
                </c:pt>
                <c:pt idx="4668">
                  <c:v>2.0222596208847983E-2</c:v>
                </c:pt>
                <c:pt idx="4669">
                  <c:v>3.7741629648825582E-2</c:v>
                </c:pt>
                <c:pt idx="4670">
                  <c:v>5.5938210646774233E-2</c:v>
                </c:pt>
                <c:pt idx="4671">
                  <c:v>0.12113658061524168</c:v>
                </c:pt>
                <c:pt idx="4672">
                  <c:v>0.17143226366749514</c:v>
                </c:pt>
                <c:pt idx="4673">
                  <c:v>0.16716379174363138</c:v>
                </c:pt>
                <c:pt idx="4674">
                  <c:v>0.15546262861625354</c:v>
                </c:pt>
                <c:pt idx="4675">
                  <c:v>0.14822552303865424</c:v>
                </c:pt>
                <c:pt idx="4676">
                  <c:v>0.14202020242206123</c:v>
                </c:pt>
                <c:pt idx="4677">
                  <c:v>0.13883204673164279</c:v>
                </c:pt>
                <c:pt idx="4678">
                  <c:v>0.13470368080076525</c:v>
                </c:pt>
                <c:pt idx="4679">
                  <c:v>0.1384599445414238</c:v>
                </c:pt>
                <c:pt idx="4680">
                  <c:v>0.14360345069269487</c:v>
                </c:pt>
                <c:pt idx="4681">
                  <c:v>8.2156523543496368E-2</c:v>
                </c:pt>
                <c:pt idx="4682">
                  <c:v>8.3063255889629956E-2</c:v>
                </c:pt>
                <c:pt idx="4683">
                  <c:v>0.11950598929860672</c:v>
                </c:pt>
                <c:pt idx="4684">
                  <c:v>0.10196574730378735</c:v>
                </c:pt>
                <c:pt idx="4685">
                  <c:v>6.3821359597222141E-2</c:v>
                </c:pt>
                <c:pt idx="4686">
                  <c:v>5.7815606113292922E-2</c:v>
                </c:pt>
                <c:pt idx="4687">
                  <c:v>3.1682956662537003E-2</c:v>
                </c:pt>
                <c:pt idx="4688">
                  <c:v>3.0652069385490446E-2</c:v>
                </c:pt>
                <c:pt idx="4689">
                  <c:v>4.064335511148625E-2</c:v>
                </c:pt>
                <c:pt idx="4690">
                  <c:v>8.2664820096408714E-2</c:v>
                </c:pt>
                <c:pt idx="4691">
                  <c:v>9.3492189301443332E-2</c:v>
                </c:pt>
                <c:pt idx="4692">
                  <c:v>8.1964252249349126E-2</c:v>
                </c:pt>
                <c:pt idx="4693">
                  <c:v>9.2474530895237383E-2</c:v>
                </c:pt>
                <c:pt idx="4694">
                  <c:v>8.4442998770266592E-2</c:v>
                </c:pt>
                <c:pt idx="4695">
                  <c:v>9.0755370309290082E-2</c:v>
                </c:pt>
                <c:pt idx="4696">
                  <c:v>0.1066870489668464</c:v>
                </c:pt>
                <c:pt idx="4697">
                  <c:v>0.10730779983386173</c:v>
                </c:pt>
                <c:pt idx="4698">
                  <c:v>9.6786097469993795E-2</c:v>
                </c:pt>
                <c:pt idx="4699">
                  <c:v>8.7828955544368703E-2</c:v>
                </c:pt>
                <c:pt idx="4700">
                  <c:v>8.7946815660904037E-2</c:v>
                </c:pt>
                <c:pt idx="4701">
                  <c:v>9.143978887617088E-2</c:v>
                </c:pt>
                <c:pt idx="4702">
                  <c:v>7.7219141476241607E-2</c:v>
                </c:pt>
                <c:pt idx="4703">
                  <c:v>7.5082279285953221E-2</c:v>
                </c:pt>
                <c:pt idx="4704">
                  <c:v>3.5389491449267778E-2</c:v>
                </c:pt>
                <c:pt idx="4705">
                  <c:v>3.6608100035342726E-2</c:v>
                </c:pt>
                <c:pt idx="4706">
                  <c:v>3.2844058452211118E-2</c:v>
                </c:pt>
                <c:pt idx="4707">
                  <c:v>3.0935356990645688E-2</c:v>
                </c:pt>
                <c:pt idx="4708">
                  <c:v>1.1155998139977258E-2</c:v>
                </c:pt>
                <c:pt idx="4709">
                  <c:v>1.8634591175553706E-2</c:v>
                </c:pt>
                <c:pt idx="4710">
                  <c:v>6.3832607138141637E-2</c:v>
                </c:pt>
                <c:pt idx="4711">
                  <c:v>2.0845615893212006E-2</c:v>
                </c:pt>
                <c:pt idx="4712">
                  <c:v>3.0980135653193238E-2</c:v>
                </c:pt>
                <c:pt idx="4713">
                  <c:v>1.8643028834217191E-2</c:v>
                </c:pt>
                <c:pt idx="4714">
                  <c:v>8.3219681978052053E-3</c:v>
                </c:pt>
                <c:pt idx="4715">
                  <c:v>1.1722355331355573E-2</c:v>
                </c:pt>
                <c:pt idx="4716">
                  <c:v>1.6238633180195059E-2</c:v>
                </c:pt>
                <c:pt idx="4717">
                  <c:v>2.2282754632448495E-2</c:v>
                </c:pt>
                <c:pt idx="4718">
                  <c:v>5.5459064956522773E-2</c:v>
                </c:pt>
                <c:pt idx="4719">
                  <c:v>8.3982371897134686E-2</c:v>
                </c:pt>
                <c:pt idx="4720">
                  <c:v>8.094795091191051E-2</c:v>
                </c:pt>
                <c:pt idx="4721">
                  <c:v>9.0282798248665821E-2</c:v>
                </c:pt>
                <c:pt idx="4722">
                  <c:v>9.04319216468841E-2</c:v>
                </c:pt>
                <c:pt idx="4723">
                  <c:v>0.10800223315622354</c:v>
                </c:pt>
                <c:pt idx="4724">
                  <c:v>0.11228958213445552</c:v>
                </c:pt>
                <c:pt idx="4725">
                  <c:v>9.0678359338917824E-2</c:v>
                </c:pt>
                <c:pt idx="4726">
                  <c:v>8.764797287083774E-2</c:v>
                </c:pt>
                <c:pt idx="4727">
                  <c:v>5.1799314249693404E-2</c:v>
                </c:pt>
                <c:pt idx="4728">
                  <c:v>4.0295136808578692E-2</c:v>
                </c:pt>
                <c:pt idx="4729">
                  <c:v>3.7449192341424728E-2</c:v>
                </c:pt>
                <c:pt idx="4730">
                  <c:v>3.5858297492697651E-2</c:v>
                </c:pt>
                <c:pt idx="4731">
                  <c:v>5.1677364796689211E-2</c:v>
                </c:pt>
                <c:pt idx="4732">
                  <c:v>9.7161247261057689E-3</c:v>
                </c:pt>
                <c:pt idx="4733">
                  <c:v>2.7520471883516834E-2</c:v>
                </c:pt>
                <c:pt idx="4734">
                  <c:v>6.1468136631480208E-2</c:v>
                </c:pt>
                <c:pt idx="4735">
                  <c:v>1.1956552967714751E-2</c:v>
                </c:pt>
                <c:pt idx="4736">
                  <c:v>3.8777776810060734E-2</c:v>
                </c:pt>
                <c:pt idx="4737">
                  <c:v>2.1217069417418296E-2</c:v>
                </c:pt>
                <c:pt idx="4738">
                  <c:v>1.6764107356873788E-2</c:v>
                </c:pt>
                <c:pt idx="4739">
                  <c:v>3.8836283273575217E-2</c:v>
                </c:pt>
                <c:pt idx="4740">
                  <c:v>1.5474314471118647E-2</c:v>
                </c:pt>
                <c:pt idx="4741">
                  <c:v>2.3090150041701833E-2</c:v>
                </c:pt>
                <c:pt idx="4742">
                  <c:v>4.5676472980781542E-2</c:v>
                </c:pt>
                <c:pt idx="4743">
                  <c:v>9.1167308318976376E-2</c:v>
                </c:pt>
                <c:pt idx="4744">
                  <c:v>7.6280312391518598E-2</c:v>
                </c:pt>
                <c:pt idx="4745">
                  <c:v>8.6144964321442613E-2</c:v>
                </c:pt>
                <c:pt idx="4746">
                  <c:v>8.8915432165533576E-2</c:v>
                </c:pt>
                <c:pt idx="4747">
                  <c:v>8.8255600225009626E-2</c:v>
                </c:pt>
                <c:pt idx="4748">
                  <c:v>8.5676369468925734E-2</c:v>
                </c:pt>
                <c:pt idx="4749">
                  <c:v>9.2786596311143443E-2</c:v>
                </c:pt>
                <c:pt idx="4750">
                  <c:v>9.8384239102811549E-2</c:v>
                </c:pt>
                <c:pt idx="4751">
                  <c:v>6.4223122479750511E-2</c:v>
                </c:pt>
                <c:pt idx="4752">
                  <c:v>3.7759351542014097E-2</c:v>
                </c:pt>
                <c:pt idx="4753">
                  <c:v>3.6764725213557274E-2</c:v>
                </c:pt>
                <c:pt idx="4754">
                  <c:v>3.0699007665530784E-2</c:v>
                </c:pt>
                <c:pt idx="4755">
                  <c:v>3.0799227199242999E-2</c:v>
                </c:pt>
                <c:pt idx="4756">
                  <c:v>3.3955404707409577E-2</c:v>
                </c:pt>
                <c:pt idx="4757">
                  <c:v>3.3151339219230726E-2</c:v>
                </c:pt>
                <c:pt idx="4758">
                  <c:v>3.2665359432159147E-2</c:v>
                </c:pt>
                <c:pt idx="4759">
                  <c:v>2.9697248225927179E-2</c:v>
                </c:pt>
                <c:pt idx="4760">
                  <c:v>5.1281063631250047E-2</c:v>
                </c:pt>
                <c:pt idx="4761">
                  <c:v>4.962073591828399E-2</c:v>
                </c:pt>
                <c:pt idx="4762">
                  <c:v>4.6255383308558766E-2</c:v>
                </c:pt>
                <c:pt idx="4763">
                  <c:v>3.5121460771839356E-2</c:v>
                </c:pt>
                <c:pt idx="4764">
                  <c:v>2.6981077014537846E-2</c:v>
                </c:pt>
                <c:pt idx="4765">
                  <c:v>4.4405666467716869E-2</c:v>
                </c:pt>
                <c:pt idx="4766">
                  <c:v>5.211650309175761E-2</c:v>
                </c:pt>
                <c:pt idx="4767">
                  <c:v>2.9657325013432625E-2</c:v>
                </c:pt>
                <c:pt idx="4768">
                  <c:v>3.33242318618691E-2</c:v>
                </c:pt>
                <c:pt idx="4769">
                  <c:v>2.7245446213511947E-2</c:v>
                </c:pt>
                <c:pt idx="4770">
                  <c:v>1.3865561859268363E-2</c:v>
                </c:pt>
                <c:pt idx="4771">
                  <c:v>3.7719193396480388E-2</c:v>
                </c:pt>
                <c:pt idx="4772">
                  <c:v>3.389414209145674E-2</c:v>
                </c:pt>
                <c:pt idx="4773">
                  <c:v>4.9634390567984535E-2</c:v>
                </c:pt>
                <c:pt idx="4774">
                  <c:v>4.201966389789516E-2</c:v>
                </c:pt>
                <c:pt idx="4775">
                  <c:v>3.9625905849540038E-2</c:v>
                </c:pt>
                <c:pt idx="4776">
                  <c:v>3.673732158965793E-2</c:v>
                </c:pt>
                <c:pt idx="4777">
                  <c:v>5.5133862854084795E-2</c:v>
                </c:pt>
                <c:pt idx="4778">
                  <c:v>3.7453829841788293E-2</c:v>
                </c:pt>
                <c:pt idx="4779">
                  <c:v>5.7405773959796423E-2</c:v>
                </c:pt>
                <c:pt idx="4780">
                  <c:v>5.8018530229035595E-2</c:v>
                </c:pt>
                <c:pt idx="4781">
                  <c:v>5.575356595078651E-2</c:v>
                </c:pt>
                <c:pt idx="4782">
                  <c:v>5.3654555898368192E-2</c:v>
                </c:pt>
                <c:pt idx="4783">
                  <c:v>5.8505221927806328E-2</c:v>
                </c:pt>
                <c:pt idx="4784">
                  <c:v>0.12740716518937253</c:v>
                </c:pt>
                <c:pt idx="4785">
                  <c:v>0.17143621339699941</c:v>
                </c:pt>
                <c:pt idx="4786">
                  <c:v>0.10064410960801695</c:v>
                </c:pt>
                <c:pt idx="4787">
                  <c:v>6.1409867920745591E-2</c:v>
                </c:pt>
                <c:pt idx="4788">
                  <c:v>9.5976028133778687E-2</c:v>
                </c:pt>
                <c:pt idx="4789">
                  <c:v>7.807570954781029E-2</c:v>
                </c:pt>
                <c:pt idx="4790">
                  <c:v>7.3415342961840518E-2</c:v>
                </c:pt>
                <c:pt idx="4791">
                  <c:v>7.5706539580844986E-2</c:v>
                </c:pt>
                <c:pt idx="4792">
                  <c:v>6.485158386762134E-2</c:v>
                </c:pt>
                <c:pt idx="4793">
                  <c:v>7.5393445735478543E-2</c:v>
                </c:pt>
                <c:pt idx="4794">
                  <c:v>6.9509795586763637E-2</c:v>
                </c:pt>
                <c:pt idx="4795">
                  <c:v>8.4668301757052464E-2</c:v>
                </c:pt>
                <c:pt idx="4796">
                  <c:v>8.8605923214833557E-2</c:v>
                </c:pt>
                <c:pt idx="4797">
                  <c:v>8.1264370431856248E-2</c:v>
                </c:pt>
                <c:pt idx="4798">
                  <c:v>7.7992923841502249E-2</c:v>
                </c:pt>
                <c:pt idx="4799">
                  <c:v>8.8514300246960359E-2</c:v>
                </c:pt>
                <c:pt idx="4800">
                  <c:v>8.8282370340204808E-2</c:v>
                </c:pt>
                <c:pt idx="4801">
                  <c:v>9.0867639900253469E-2</c:v>
                </c:pt>
                <c:pt idx="4802">
                  <c:v>8.6158366284758467E-2</c:v>
                </c:pt>
                <c:pt idx="4803">
                  <c:v>8.6564581621564496E-2</c:v>
                </c:pt>
                <c:pt idx="4804">
                  <c:v>9.693489884594414E-2</c:v>
                </c:pt>
                <c:pt idx="4805">
                  <c:v>9.0675388239503274E-2</c:v>
                </c:pt>
                <c:pt idx="4806">
                  <c:v>9.3763789330653186E-2</c:v>
                </c:pt>
                <c:pt idx="4807">
                  <c:v>0.10390256762729917</c:v>
                </c:pt>
                <c:pt idx="4808">
                  <c:v>0.10691596978949519</c:v>
                </c:pt>
                <c:pt idx="4809">
                  <c:v>0.10231956249753188</c:v>
                </c:pt>
                <c:pt idx="4810">
                  <c:v>9.9893855375957269E-2</c:v>
                </c:pt>
                <c:pt idx="4811">
                  <c:v>0.17436930060782338</c:v>
                </c:pt>
                <c:pt idx="4812">
                  <c:v>0.2209442933546524</c:v>
                </c:pt>
                <c:pt idx="4813">
                  <c:v>0.23873977516816669</c:v>
                </c:pt>
                <c:pt idx="4814">
                  <c:v>0.20865719839927085</c:v>
                </c:pt>
                <c:pt idx="4815">
                  <c:v>0.20770643351342816</c:v>
                </c:pt>
                <c:pt idx="4816">
                  <c:v>0.18722820933223042</c:v>
                </c:pt>
                <c:pt idx="4817">
                  <c:v>0.19839262198476537</c:v>
                </c:pt>
                <c:pt idx="4818">
                  <c:v>0.19844987627881985</c:v>
                </c:pt>
                <c:pt idx="4819">
                  <c:v>0.19308431909190138</c:v>
                </c:pt>
                <c:pt idx="4820">
                  <c:v>0.1893586729309934</c:v>
                </c:pt>
                <c:pt idx="4821">
                  <c:v>0.19702229249740097</c:v>
                </c:pt>
                <c:pt idx="4822">
                  <c:v>0.19241078600165909</c:v>
                </c:pt>
                <c:pt idx="4823">
                  <c:v>0.18741123280444583</c:v>
                </c:pt>
                <c:pt idx="4824">
                  <c:v>0.19043829497319631</c:v>
                </c:pt>
                <c:pt idx="4825">
                  <c:v>0.18584559143684551</c:v>
                </c:pt>
                <c:pt idx="4826">
                  <c:v>0.18689360008917749</c:v>
                </c:pt>
                <c:pt idx="4827">
                  <c:v>0.18062837993412864</c:v>
                </c:pt>
                <c:pt idx="4828">
                  <c:v>0.20670824565987564</c:v>
                </c:pt>
                <c:pt idx="4829">
                  <c:v>0.23207300105070994</c:v>
                </c:pt>
                <c:pt idx="4830">
                  <c:v>0.23477029322135806</c:v>
                </c:pt>
                <c:pt idx="4831">
                  <c:v>0.24897064165471272</c:v>
                </c:pt>
                <c:pt idx="4832">
                  <c:v>0.23912697951560177</c:v>
                </c:pt>
                <c:pt idx="4833">
                  <c:v>0.2486110538086527</c:v>
                </c:pt>
                <c:pt idx="4834">
                  <c:v>0.2685247980777743</c:v>
                </c:pt>
                <c:pt idx="4835">
                  <c:v>0.26073363238028424</c:v>
                </c:pt>
                <c:pt idx="4836">
                  <c:v>0.26923111906471758</c:v>
                </c:pt>
                <c:pt idx="4837">
                  <c:v>0.26623341882647711</c:v>
                </c:pt>
                <c:pt idx="4838">
                  <c:v>0.26222096390167693</c:v>
                </c:pt>
                <c:pt idx="4839">
                  <c:v>0.23547120020919254</c:v>
                </c:pt>
                <c:pt idx="4840">
                  <c:v>0.18501365285843616</c:v>
                </c:pt>
                <c:pt idx="4841">
                  <c:v>0.18320805222310071</c:v>
                </c:pt>
                <c:pt idx="4842">
                  <c:v>0.20149215141847204</c:v>
                </c:pt>
                <c:pt idx="4843">
                  <c:v>0.19983219604151883</c:v>
                </c:pt>
                <c:pt idx="4844">
                  <c:v>0.20383698405995024</c:v>
                </c:pt>
                <c:pt idx="4845">
                  <c:v>0.21668549005327598</c:v>
                </c:pt>
                <c:pt idx="4846">
                  <c:v>0.2114217980984805</c:v>
                </c:pt>
                <c:pt idx="4847">
                  <c:v>0.22315617215597278</c:v>
                </c:pt>
                <c:pt idx="4848">
                  <c:v>0.19393694582121768</c:v>
                </c:pt>
                <c:pt idx="4849">
                  <c:v>0.18190745682820034</c:v>
                </c:pt>
                <c:pt idx="4850">
                  <c:v>0.2121070015150047</c:v>
                </c:pt>
                <c:pt idx="4851">
                  <c:v>0.20989046155876442</c:v>
                </c:pt>
                <c:pt idx="4852">
                  <c:v>0.20294486511014651</c:v>
                </c:pt>
                <c:pt idx="4853">
                  <c:v>0.22478686232214862</c:v>
                </c:pt>
                <c:pt idx="4854">
                  <c:v>0.22432839467355611</c:v>
                </c:pt>
                <c:pt idx="4855">
                  <c:v>0.22850606662665091</c:v>
                </c:pt>
                <c:pt idx="4856">
                  <c:v>0.23497705228498286</c:v>
                </c:pt>
                <c:pt idx="4857">
                  <c:v>0.25140890426462004</c:v>
                </c:pt>
                <c:pt idx="4858">
                  <c:v>0.25507102423856021</c:v>
                </c:pt>
                <c:pt idx="4859">
                  <c:v>0.24455958238796363</c:v>
                </c:pt>
                <c:pt idx="4860">
                  <c:v>0.21867477817601871</c:v>
                </c:pt>
                <c:pt idx="4861">
                  <c:v>0.22557621413906501</c:v>
                </c:pt>
                <c:pt idx="4862">
                  <c:v>0.17110236969858705</c:v>
                </c:pt>
                <c:pt idx="4863">
                  <c:v>9.8149275984533255E-2</c:v>
                </c:pt>
                <c:pt idx="4864">
                  <c:v>7.9466564170545442E-2</c:v>
                </c:pt>
                <c:pt idx="4865">
                  <c:v>6.2066783577909367E-2</c:v>
                </c:pt>
                <c:pt idx="4866">
                  <c:v>6.5158745536873702E-2</c:v>
                </c:pt>
                <c:pt idx="4867">
                  <c:v>5.4783325569626715E-2</c:v>
                </c:pt>
                <c:pt idx="4868">
                  <c:v>4.3174830992626125E-2</c:v>
                </c:pt>
                <c:pt idx="4869">
                  <c:v>4.2769949570175297E-2</c:v>
                </c:pt>
                <c:pt idx="4870">
                  <c:v>3.0919855943038286E-2</c:v>
                </c:pt>
                <c:pt idx="4871">
                  <c:v>4.2972821147635017E-2</c:v>
                </c:pt>
                <c:pt idx="4872">
                  <c:v>5.4298836045954008E-2</c:v>
                </c:pt>
                <c:pt idx="4873">
                  <c:v>5.4038994059485354E-2</c:v>
                </c:pt>
                <c:pt idx="4874">
                  <c:v>6.4418705866410908E-2</c:v>
                </c:pt>
                <c:pt idx="4875">
                  <c:v>6.4207891443955653E-2</c:v>
                </c:pt>
                <c:pt idx="4876">
                  <c:v>6.5878471849401821E-2</c:v>
                </c:pt>
                <c:pt idx="4877">
                  <c:v>6.4693880991543051E-2</c:v>
                </c:pt>
                <c:pt idx="4878">
                  <c:v>6.6941270453255403E-2</c:v>
                </c:pt>
                <c:pt idx="4879">
                  <c:v>6.4447544872795123E-2</c:v>
                </c:pt>
                <c:pt idx="4880">
                  <c:v>6.7516866801748704E-2</c:v>
                </c:pt>
                <c:pt idx="4881">
                  <c:v>5.1974225277174629E-2</c:v>
                </c:pt>
                <c:pt idx="4882">
                  <c:v>4.2963846531402353E-2</c:v>
                </c:pt>
                <c:pt idx="4883">
                  <c:v>3.2514750872744289E-2</c:v>
                </c:pt>
                <c:pt idx="4884">
                  <c:v>3.4249962029715725E-2</c:v>
                </c:pt>
                <c:pt idx="4885">
                  <c:v>2.0474795142335796E-2</c:v>
                </c:pt>
                <c:pt idx="4886">
                  <c:v>2.0901496774634949E-2</c:v>
                </c:pt>
                <c:pt idx="4887">
                  <c:v>2.5138984480833255E-2</c:v>
                </c:pt>
                <c:pt idx="4888">
                  <c:v>2.6070201730673356E-2</c:v>
                </c:pt>
                <c:pt idx="4889">
                  <c:v>2.2314679238584732E-2</c:v>
                </c:pt>
                <c:pt idx="4890">
                  <c:v>2.7737868140480237E-2</c:v>
                </c:pt>
                <c:pt idx="4891">
                  <c:v>2.7881783077864181E-2</c:v>
                </c:pt>
                <c:pt idx="4892">
                  <c:v>2.5746018158169383E-2</c:v>
                </c:pt>
                <c:pt idx="4893">
                  <c:v>2.7616058984515423E-2</c:v>
                </c:pt>
                <c:pt idx="4894">
                  <c:v>2.9033014021838843E-2</c:v>
                </c:pt>
                <c:pt idx="4895">
                  <c:v>2.8623160501869065E-2</c:v>
                </c:pt>
                <c:pt idx="4896">
                  <c:v>2.550790503100266E-2</c:v>
                </c:pt>
                <c:pt idx="4897">
                  <c:v>2.9552110721104682E-2</c:v>
                </c:pt>
                <c:pt idx="4898">
                  <c:v>2.5629739435366547E-2</c:v>
                </c:pt>
                <c:pt idx="4899">
                  <c:v>2.8672109452569507E-2</c:v>
                </c:pt>
                <c:pt idx="4900">
                  <c:v>2.9910669832824987E-2</c:v>
                </c:pt>
                <c:pt idx="4901">
                  <c:v>2.9237532313659349E-2</c:v>
                </c:pt>
                <c:pt idx="4902">
                  <c:v>2.8359965545559935E-2</c:v>
                </c:pt>
                <c:pt idx="4903">
                  <c:v>1.3200501122749356E-2</c:v>
                </c:pt>
                <c:pt idx="4904">
                  <c:v>5.3697102710984906E-2</c:v>
                </c:pt>
                <c:pt idx="4905">
                  <c:v>8.2652579163211767E-3</c:v>
                </c:pt>
                <c:pt idx="4906">
                  <c:v>5.8082436204940344E-2</c:v>
                </c:pt>
                <c:pt idx="4907">
                  <c:v>1.1547890688043952E-2</c:v>
                </c:pt>
                <c:pt idx="4908">
                  <c:v>2.806274676591794E-2</c:v>
                </c:pt>
                <c:pt idx="4909">
                  <c:v>4.0670109256231102E-2</c:v>
                </c:pt>
                <c:pt idx="4910">
                  <c:v>5.1974576478383633E-2</c:v>
                </c:pt>
                <c:pt idx="4911">
                  <c:v>4.0988849988970288E-2</c:v>
                </c:pt>
                <c:pt idx="4912">
                  <c:v>6.6863000619752824E-2</c:v>
                </c:pt>
                <c:pt idx="4913">
                  <c:v>2.159802255929244E-2</c:v>
                </c:pt>
                <c:pt idx="4914">
                  <c:v>7.6897898936768558E-2</c:v>
                </c:pt>
                <c:pt idx="4915">
                  <c:v>2.1755611627593888E-2</c:v>
                </c:pt>
                <c:pt idx="4916">
                  <c:v>5.5988006588337483E-2</c:v>
                </c:pt>
                <c:pt idx="4917">
                  <c:v>5.5412788927491623E-2</c:v>
                </c:pt>
                <c:pt idx="4918">
                  <c:v>6.0356750029052962E-2</c:v>
                </c:pt>
                <c:pt idx="4919">
                  <c:v>5.8271581075479979E-2</c:v>
                </c:pt>
                <c:pt idx="4920">
                  <c:v>6.071644695571779E-2</c:v>
                </c:pt>
                <c:pt idx="4921">
                  <c:v>6.4865238761841526E-2</c:v>
                </c:pt>
                <c:pt idx="4922">
                  <c:v>5.8358173570106892E-2</c:v>
                </c:pt>
                <c:pt idx="4923">
                  <c:v>6.4014443024838205E-2</c:v>
                </c:pt>
                <c:pt idx="4924">
                  <c:v>6.2079413041215788E-2</c:v>
                </c:pt>
                <c:pt idx="4925">
                  <c:v>6.2097239367591886E-2</c:v>
                </c:pt>
                <c:pt idx="4926">
                  <c:v>9.1732397143238678E-2</c:v>
                </c:pt>
                <c:pt idx="4927">
                  <c:v>8.725815141222143E-2</c:v>
                </c:pt>
                <c:pt idx="4928">
                  <c:v>0.10973229706349573</c:v>
                </c:pt>
                <c:pt idx="4929">
                  <c:v>0.12308928345071982</c:v>
                </c:pt>
                <c:pt idx="4930">
                  <c:v>0.12810095235128136</c:v>
                </c:pt>
                <c:pt idx="4931">
                  <c:v>0.13227096338850713</c:v>
                </c:pt>
                <c:pt idx="4932">
                  <c:v>0.12120461549923174</c:v>
                </c:pt>
                <c:pt idx="4933">
                  <c:v>0.1182646688798223</c:v>
                </c:pt>
                <c:pt idx="4934">
                  <c:v>0.11876418015622316</c:v>
                </c:pt>
                <c:pt idx="4935">
                  <c:v>0.10974405038561237</c:v>
                </c:pt>
                <c:pt idx="4936">
                  <c:v>0.13615457850490931</c:v>
                </c:pt>
                <c:pt idx="4937">
                  <c:v>9.9142426977225417E-2</c:v>
                </c:pt>
                <c:pt idx="4938">
                  <c:v>0.10569638508321511</c:v>
                </c:pt>
                <c:pt idx="4939">
                  <c:v>0.10882110448696024</c:v>
                </c:pt>
                <c:pt idx="4940">
                  <c:v>9.3525473786103486E-2</c:v>
                </c:pt>
                <c:pt idx="4941">
                  <c:v>9.7273214327938964E-2</c:v>
                </c:pt>
                <c:pt idx="4942">
                  <c:v>0.11342007632652046</c:v>
                </c:pt>
                <c:pt idx="4943">
                  <c:v>0.11628232237214926</c:v>
                </c:pt>
                <c:pt idx="4944">
                  <c:v>0.11884360585902387</c:v>
                </c:pt>
                <c:pt idx="4945">
                  <c:v>0.12280545716582107</c:v>
                </c:pt>
                <c:pt idx="4946">
                  <c:v>0.12203345737788487</c:v>
                </c:pt>
                <c:pt idx="4947">
                  <c:v>0.12418003128090306</c:v>
                </c:pt>
                <c:pt idx="4948">
                  <c:v>0.11599293665579259</c:v>
                </c:pt>
                <c:pt idx="4949">
                  <c:v>0.11365113210554255</c:v>
                </c:pt>
                <c:pt idx="4950">
                  <c:v>0.11071096958008485</c:v>
                </c:pt>
                <c:pt idx="4951">
                  <c:v>0.1115333354027057</c:v>
                </c:pt>
                <c:pt idx="4952">
                  <c:v>0.10757029594036943</c:v>
                </c:pt>
                <c:pt idx="4953">
                  <c:v>8.1252433283024353E-2</c:v>
                </c:pt>
                <c:pt idx="4954">
                  <c:v>0.12159855883930121</c:v>
                </c:pt>
                <c:pt idx="4955">
                  <c:v>0.13644060409504577</c:v>
                </c:pt>
                <c:pt idx="4956">
                  <c:v>0.11609269629341076</c:v>
                </c:pt>
                <c:pt idx="4957">
                  <c:v>0.13580163753833929</c:v>
                </c:pt>
                <c:pt idx="4958">
                  <c:v>6.902673315452991E-2</c:v>
                </c:pt>
                <c:pt idx="4959">
                  <c:v>6.0930240776757717E-2</c:v>
                </c:pt>
                <c:pt idx="4960">
                  <c:v>7.0547759482235003E-2</c:v>
                </c:pt>
                <c:pt idx="4961">
                  <c:v>4.9671899869268864E-2</c:v>
                </c:pt>
                <c:pt idx="4962">
                  <c:v>4.6149693675647814E-2</c:v>
                </c:pt>
                <c:pt idx="4963">
                  <c:v>5.4342990020120191E-2</c:v>
                </c:pt>
                <c:pt idx="4964">
                  <c:v>6.4375452850755549E-2</c:v>
                </c:pt>
                <c:pt idx="4965">
                  <c:v>4.0633787252342055E-2</c:v>
                </c:pt>
                <c:pt idx="4966">
                  <c:v>3.8123685064717243E-2</c:v>
                </c:pt>
                <c:pt idx="4967">
                  <c:v>7.1500772987099184E-2</c:v>
                </c:pt>
                <c:pt idx="4968">
                  <c:v>0.10205834413733189</c:v>
                </c:pt>
                <c:pt idx="4969">
                  <c:v>9.4567983440600023E-2</c:v>
                </c:pt>
                <c:pt idx="4970">
                  <c:v>0.10124081076263858</c:v>
                </c:pt>
                <c:pt idx="4971">
                  <c:v>9.9281033236280139E-2</c:v>
                </c:pt>
                <c:pt idx="4972">
                  <c:v>0.10009180209511959</c:v>
                </c:pt>
                <c:pt idx="4973">
                  <c:v>0.10877269638919776</c:v>
                </c:pt>
                <c:pt idx="4974">
                  <c:v>0.11591814170499355</c:v>
                </c:pt>
                <c:pt idx="4975">
                  <c:v>0.11891811623892701</c:v>
                </c:pt>
                <c:pt idx="4976">
                  <c:v>0.1356299377084802</c:v>
                </c:pt>
                <c:pt idx="4977">
                  <c:v>0.13704249098544286</c:v>
                </c:pt>
                <c:pt idx="4978">
                  <c:v>0.1733832497604334</c:v>
                </c:pt>
                <c:pt idx="4979">
                  <c:v>0.15688001852546321</c:v>
                </c:pt>
                <c:pt idx="4980">
                  <c:v>0.14113769496558012</c:v>
                </c:pt>
                <c:pt idx="4981">
                  <c:v>0.16753977296847875</c:v>
                </c:pt>
                <c:pt idx="4982">
                  <c:v>0.15964980266913434</c:v>
                </c:pt>
                <c:pt idx="4983">
                  <c:v>0.16138315518843868</c:v>
                </c:pt>
                <c:pt idx="4984">
                  <c:v>0.16732862421161421</c:v>
                </c:pt>
                <c:pt idx="4985">
                  <c:v>0.18277123777671886</c:v>
                </c:pt>
                <c:pt idx="4986">
                  <c:v>0.15870233612485884</c:v>
                </c:pt>
                <c:pt idx="4987">
                  <c:v>0.13831184350283185</c:v>
                </c:pt>
                <c:pt idx="4988">
                  <c:v>0.14837381305378147</c:v>
                </c:pt>
                <c:pt idx="4989">
                  <c:v>0.14692896749803824</c:v>
                </c:pt>
                <c:pt idx="4990">
                  <c:v>0.14427308726058052</c:v>
                </c:pt>
                <c:pt idx="4991">
                  <c:v>0.14135935028432695</c:v>
                </c:pt>
                <c:pt idx="4992">
                  <c:v>0.1429659973895917</c:v>
                </c:pt>
                <c:pt idx="4993">
                  <c:v>0.14930092964226713</c:v>
                </c:pt>
                <c:pt idx="4994">
                  <c:v>0.14471319646563927</c:v>
                </c:pt>
                <c:pt idx="4995">
                  <c:v>0.13805535086958098</c:v>
                </c:pt>
                <c:pt idx="4996">
                  <c:v>0.14180401956117883</c:v>
                </c:pt>
                <c:pt idx="4997">
                  <c:v>0.13934986339750746</c:v>
                </c:pt>
                <c:pt idx="4998">
                  <c:v>0.14326442364147743</c:v>
                </c:pt>
                <c:pt idx="4999">
                  <c:v>0.15409565351336502</c:v>
                </c:pt>
                <c:pt idx="5000">
                  <c:v>0.15268987725218597</c:v>
                </c:pt>
                <c:pt idx="5001">
                  <c:v>0.15818391013434693</c:v>
                </c:pt>
                <c:pt idx="5002">
                  <c:v>0.16515624376080204</c:v>
                </c:pt>
                <c:pt idx="5003">
                  <c:v>0.15036805946112486</c:v>
                </c:pt>
                <c:pt idx="5004">
                  <c:v>0.14118450692457382</c:v>
                </c:pt>
                <c:pt idx="5005">
                  <c:v>0.17286331256106224</c:v>
                </c:pt>
                <c:pt idx="5006">
                  <c:v>0.15661595359513597</c:v>
                </c:pt>
                <c:pt idx="5007">
                  <c:v>0.14214692552861302</c:v>
                </c:pt>
                <c:pt idx="5008">
                  <c:v>0.13427586195327926</c:v>
                </c:pt>
                <c:pt idx="5009">
                  <c:v>0.1188500740742426</c:v>
                </c:pt>
                <c:pt idx="5010">
                  <c:v>6.8720141427356954E-2</c:v>
                </c:pt>
                <c:pt idx="5011">
                  <c:v>7.4375319112418362E-2</c:v>
                </c:pt>
                <c:pt idx="5012">
                  <c:v>7.4697082769215523E-2</c:v>
                </c:pt>
                <c:pt idx="5013">
                  <c:v>7.2898610202207892E-2</c:v>
                </c:pt>
                <c:pt idx="5014">
                  <c:v>0.12597477092506834</c:v>
                </c:pt>
                <c:pt idx="5015">
                  <c:v>0.12678185882686963</c:v>
                </c:pt>
                <c:pt idx="5016">
                  <c:v>0.12682360503102194</c:v>
                </c:pt>
                <c:pt idx="5017">
                  <c:v>0.14416005972365545</c:v>
                </c:pt>
                <c:pt idx="5018">
                  <c:v>0.14342285786224637</c:v>
                </c:pt>
                <c:pt idx="5019">
                  <c:v>0.14742584306908071</c:v>
                </c:pt>
                <c:pt idx="5020">
                  <c:v>0.15150357919850174</c:v>
                </c:pt>
                <c:pt idx="5021">
                  <c:v>0.15595353732480866</c:v>
                </c:pt>
                <c:pt idx="5022">
                  <c:v>0.15411095794038143</c:v>
                </c:pt>
                <c:pt idx="5023">
                  <c:v>0.15805530716786853</c:v>
                </c:pt>
                <c:pt idx="5024">
                  <c:v>0.16533213567847493</c:v>
                </c:pt>
                <c:pt idx="5025">
                  <c:v>0.15207321579007152</c:v>
                </c:pt>
                <c:pt idx="5026">
                  <c:v>0.1531839909501142</c:v>
                </c:pt>
                <c:pt idx="5027">
                  <c:v>8.6349947558207574E-2</c:v>
                </c:pt>
                <c:pt idx="5028">
                  <c:v>6.5378380477824002E-2</c:v>
                </c:pt>
                <c:pt idx="5029">
                  <c:v>4.4036243439536618E-2</c:v>
                </c:pt>
                <c:pt idx="5030">
                  <c:v>4.055138573297111E-2</c:v>
                </c:pt>
                <c:pt idx="5031">
                  <c:v>3.3896115551651382E-2</c:v>
                </c:pt>
                <c:pt idx="5032">
                  <c:v>2.7161956038002203E-2</c:v>
                </c:pt>
                <c:pt idx="5033">
                  <c:v>2.433697561393558E-2</c:v>
                </c:pt>
                <c:pt idx="5034">
                  <c:v>2.4582721134321549E-2</c:v>
                </c:pt>
                <c:pt idx="5035">
                  <c:v>2.5183500424889118E-2</c:v>
                </c:pt>
                <c:pt idx="5036">
                  <c:v>2.9961557173665502E-2</c:v>
                </c:pt>
                <c:pt idx="5037">
                  <c:v>2.7317005962546888E-2</c:v>
                </c:pt>
                <c:pt idx="5038">
                  <c:v>2.6316254475234439E-2</c:v>
                </c:pt>
                <c:pt idx="5039">
                  <c:v>2.6288206079135942E-2</c:v>
                </c:pt>
                <c:pt idx="5040">
                  <c:v>2.6085207306211868E-2</c:v>
                </c:pt>
                <c:pt idx="5041">
                  <c:v>2.5012510972834748E-2</c:v>
                </c:pt>
                <c:pt idx="5042">
                  <c:v>2.6742717582901965E-2</c:v>
                </c:pt>
                <c:pt idx="5043">
                  <c:v>2.654199286186569E-2</c:v>
                </c:pt>
                <c:pt idx="5044">
                  <c:v>2.5865453469577804E-2</c:v>
                </c:pt>
                <c:pt idx="5045">
                  <c:v>2.8418018281843389E-2</c:v>
                </c:pt>
                <c:pt idx="5046">
                  <c:v>2.5698840281589592E-2</c:v>
                </c:pt>
                <c:pt idx="5047">
                  <c:v>2.5858754147315244E-2</c:v>
                </c:pt>
                <c:pt idx="5048">
                  <c:v>1.811674154723654E-2</c:v>
                </c:pt>
                <c:pt idx="5049">
                  <c:v>1.8578463556713651E-2</c:v>
                </c:pt>
                <c:pt idx="5050">
                  <c:v>2.4880302151261881E-2</c:v>
                </c:pt>
                <c:pt idx="5051">
                  <c:v>2.4929251371848975E-2</c:v>
                </c:pt>
                <c:pt idx="5052">
                  <c:v>2.3191105507121289E-2</c:v>
                </c:pt>
                <c:pt idx="5053">
                  <c:v>2.36577778953245E-2</c:v>
                </c:pt>
                <c:pt idx="5054">
                  <c:v>2.8165787320312802E-2</c:v>
                </c:pt>
                <c:pt idx="5055">
                  <c:v>2.0287367494963862E-2</c:v>
                </c:pt>
                <c:pt idx="5056">
                  <c:v>3.8650103527496898E-2</c:v>
                </c:pt>
                <c:pt idx="5057">
                  <c:v>2.3663687479982053E-2</c:v>
                </c:pt>
                <c:pt idx="5058">
                  <c:v>4.7691376782732518E-2</c:v>
                </c:pt>
                <c:pt idx="5059">
                  <c:v>3.9613790062552584E-2</c:v>
                </c:pt>
                <c:pt idx="5060">
                  <c:v>2.747004045109307E-2</c:v>
                </c:pt>
                <c:pt idx="5061">
                  <c:v>4.1618937301901644E-2</c:v>
                </c:pt>
                <c:pt idx="5062">
                  <c:v>3.8149693603282075E-2</c:v>
                </c:pt>
                <c:pt idx="5063">
                  <c:v>3.4664585247623829E-2</c:v>
                </c:pt>
                <c:pt idx="5064">
                  <c:v>4.6992116520322431E-2</c:v>
                </c:pt>
                <c:pt idx="5065">
                  <c:v>4.3950486834641748E-2</c:v>
                </c:pt>
                <c:pt idx="5066">
                  <c:v>5.04616340013384E-2</c:v>
                </c:pt>
                <c:pt idx="5067">
                  <c:v>5.9166138140977466E-2</c:v>
                </c:pt>
                <c:pt idx="5068">
                  <c:v>1.6985224450550614E-2</c:v>
                </c:pt>
                <c:pt idx="5069">
                  <c:v>4.3270551088751434E-2</c:v>
                </c:pt>
                <c:pt idx="5070">
                  <c:v>3.9972828319326803E-2</c:v>
                </c:pt>
                <c:pt idx="5071">
                  <c:v>4.7147658637717686E-2</c:v>
                </c:pt>
                <c:pt idx="5072">
                  <c:v>4.1566330821788559E-2</c:v>
                </c:pt>
                <c:pt idx="5073">
                  <c:v>4.8319967714027183E-2</c:v>
                </c:pt>
                <c:pt idx="5074">
                  <c:v>3.3424202563133255E-2</c:v>
                </c:pt>
                <c:pt idx="5075">
                  <c:v>2.073849275685102E-2</c:v>
                </c:pt>
                <c:pt idx="5076">
                  <c:v>2.5043769263350359E-2</c:v>
                </c:pt>
                <c:pt idx="5077">
                  <c:v>2.6842981413775901E-2</c:v>
                </c:pt>
                <c:pt idx="5078">
                  <c:v>2.8692231037788788E-2</c:v>
                </c:pt>
                <c:pt idx="5079">
                  <c:v>2.2423053305542062E-2</c:v>
                </c:pt>
                <c:pt idx="5080">
                  <c:v>2.646047175556657E-2</c:v>
                </c:pt>
                <c:pt idx="5081">
                  <c:v>3.1432144756121189E-2</c:v>
                </c:pt>
                <c:pt idx="5082">
                  <c:v>3.2284996010344888E-2</c:v>
                </c:pt>
                <c:pt idx="5083">
                  <c:v>3.2154611384382067E-2</c:v>
                </c:pt>
                <c:pt idx="5084">
                  <c:v>2.9049226090956247E-2</c:v>
                </c:pt>
                <c:pt idx="5085">
                  <c:v>3.5848142969100043E-2</c:v>
                </c:pt>
                <c:pt idx="5086">
                  <c:v>3.718599547805293E-2</c:v>
                </c:pt>
                <c:pt idx="5087">
                  <c:v>3.419050744774986E-2</c:v>
                </c:pt>
                <c:pt idx="5088">
                  <c:v>3.4716391721964217E-2</c:v>
                </c:pt>
                <c:pt idx="5089">
                  <c:v>4.0585904310115779E-2</c:v>
                </c:pt>
                <c:pt idx="5090">
                  <c:v>4.3883974930589653E-2</c:v>
                </c:pt>
                <c:pt idx="5091">
                  <c:v>4.8424948287065853E-2</c:v>
                </c:pt>
                <c:pt idx="5092">
                  <c:v>3.8958029920803432E-2</c:v>
                </c:pt>
                <c:pt idx="5093">
                  <c:v>4.6997112090161379E-2</c:v>
                </c:pt>
                <c:pt idx="5094">
                  <c:v>3.4426265207137929E-2</c:v>
                </c:pt>
                <c:pt idx="5095">
                  <c:v>3.9281723367262898E-2</c:v>
                </c:pt>
                <c:pt idx="5096">
                  <c:v>5.9063820746428262E-2</c:v>
                </c:pt>
                <c:pt idx="5097">
                  <c:v>7.7294080105372351E-2</c:v>
                </c:pt>
                <c:pt idx="5098">
                  <c:v>7.9196066912981145E-2</c:v>
                </c:pt>
                <c:pt idx="5099">
                  <c:v>5.668961269332292E-2</c:v>
                </c:pt>
                <c:pt idx="5100">
                  <c:v>7.1644894307185805E-2</c:v>
                </c:pt>
                <c:pt idx="5101">
                  <c:v>8.2522084172432897E-2</c:v>
                </c:pt>
                <c:pt idx="5102">
                  <c:v>0.10514533100609363</c:v>
                </c:pt>
                <c:pt idx="5103">
                  <c:v>0.11328548571846625</c:v>
                </c:pt>
                <c:pt idx="5104">
                  <c:v>0.10629987146758188</c:v>
                </c:pt>
                <c:pt idx="5105">
                  <c:v>8.9704450829377932E-2</c:v>
                </c:pt>
                <c:pt idx="5106">
                  <c:v>5.049864212254776E-2</c:v>
                </c:pt>
                <c:pt idx="5107">
                  <c:v>2.6428398239364315E-2</c:v>
                </c:pt>
                <c:pt idx="5108">
                  <c:v>3.3452654796575193E-2</c:v>
                </c:pt>
                <c:pt idx="5109">
                  <c:v>2.740212526275005E-2</c:v>
                </c:pt>
                <c:pt idx="5110">
                  <c:v>1.1795071467631169E-2</c:v>
                </c:pt>
                <c:pt idx="5111">
                  <c:v>4.0221572975934847E-3</c:v>
                </c:pt>
                <c:pt idx="5112">
                  <c:v>6.6099745955800551E-3</c:v>
                </c:pt>
                <c:pt idx="5113">
                  <c:v>2.8325513626929588E-2</c:v>
                </c:pt>
                <c:pt idx="5114">
                  <c:v>2.880254645870834E-2</c:v>
                </c:pt>
                <c:pt idx="5115">
                  <c:v>9.0021475643461579E-2</c:v>
                </c:pt>
                <c:pt idx="5116">
                  <c:v>8.9826192732890026E-2</c:v>
                </c:pt>
                <c:pt idx="5117">
                  <c:v>9.7335298416761543E-2</c:v>
                </c:pt>
                <c:pt idx="5118">
                  <c:v>0.10390139985458716</c:v>
                </c:pt>
                <c:pt idx="5119">
                  <c:v>9.9828481820071743E-2</c:v>
                </c:pt>
                <c:pt idx="5120">
                  <c:v>9.8205636738915567E-2</c:v>
                </c:pt>
                <c:pt idx="5121">
                  <c:v>0.11331629797207469</c:v>
                </c:pt>
                <c:pt idx="5122">
                  <c:v>0.10120946917349183</c:v>
                </c:pt>
                <c:pt idx="5123">
                  <c:v>8.4447772095710333E-2</c:v>
                </c:pt>
                <c:pt idx="5124">
                  <c:v>0.11461770989992713</c:v>
                </c:pt>
                <c:pt idx="5125">
                  <c:v>8.40276516859884E-2</c:v>
                </c:pt>
                <c:pt idx="5126">
                  <c:v>9.1129630300516809E-2</c:v>
                </c:pt>
                <c:pt idx="5127">
                  <c:v>9.2300700775266573E-2</c:v>
                </c:pt>
                <c:pt idx="5128">
                  <c:v>8.8301641063518052E-2</c:v>
                </c:pt>
                <c:pt idx="5129">
                  <c:v>5.1773767414859215E-2</c:v>
                </c:pt>
                <c:pt idx="5130">
                  <c:v>3.5155870577966354E-2</c:v>
                </c:pt>
                <c:pt idx="5131">
                  <c:v>4.3204616496056128E-2</c:v>
                </c:pt>
                <c:pt idx="5132">
                  <c:v>4.3265570640016182E-2</c:v>
                </c:pt>
                <c:pt idx="5133">
                  <c:v>4.6749619478823834E-2</c:v>
                </c:pt>
                <c:pt idx="5134">
                  <c:v>5.1777450904795755E-2</c:v>
                </c:pt>
                <c:pt idx="5135">
                  <c:v>4.9693507458291097E-2</c:v>
                </c:pt>
                <c:pt idx="5136">
                  <c:v>3.6358657800816124E-2</c:v>
                </c:pt>
                <c:pt idx="5137">
                  <c:v>3.8438072049661105E-2</c:v>
                </c:pt>
                <c:pt idx="5138">
                  <c:v>4.9405217021134887E-2</c:v>
                </c:pt>
                <c:pt idx="5139">
                  <c:v>5.4980253281199487E-2</c:v>
                </c:pt>
                <c:pt idx="5140">
                  <c:v>5.8084806225591978E-2</c:v>
                </c:pt>
                <c:pt idx="5141">
                  <c:v>6.3488909646745792E-2</c:v>
                </c:pt>
                <c:pt idx="5142">
                  <c:v>0.10243632832826287</c:v>
                </c:pt>
                <c:pt idx="5143">
                  <c:v>0.10177210284734566</c:v>
                </c:pt>
                <c:pt idx="5144">
                  <c:v>0.11685710495981541</c:v>
                </c:pt>
                <c:pt idx="5145">
                  <c:v>0.11071275907274553</c:v>
                </c:pt>
                <c:pt idx="5146">
                  <c:v>0.13815360962084516</c:v>
                </c:pt>
                <c:pt idx="5147">
                  <c:v>0.11495917557680584</c:v>
                </c:pt>
                <c:pt idx="5148">
                  <c:v>0.12591850864944365</c:v>
                </c:pt>
                <c:pt idx="5149">
                  <c:v>0.10525802572577155</c:v>
                </c:pt>
                <c:pt idx="5150">
                  <c:v>0.11343336127070669</c:v>
                </c:pt>
                <c:pt idx="5151">
                  <c:v>0.10406119857470625</c:v>
                </c:pt>
                <c:pt idx="5152">
                  <c:v>0.1194554668908593</c:v>
                </c:pt>
                <c:pt idx="5153">
                  <c:v>0.13390310711611028</c:v>
                </c:pt>
                <c:pt idx="5154">
                  <c:v>0.13818304676585316</c:v>
                </c:pt>
                <c:pt idx="5155">
                  <c:v>0.116868030721821</c:v>
                </c:pt>
                <c:pt idx="5156">
                  <c:v>0.10721171334059709</c:v>
                </c:pt>
                <c:pt idx="5157">
                  <c:v>0.10953842092855123</c:v>
                </c:pt>
                <c:pt idx="5158">
                  <c:v>0.10766422992641755</c:v>
                </c:pt>
                <c:pt idx="5159">
                  <c:v>0.115073671988906</c:v>
                </c:pt>
                <c:pt idx="5160">
                  <c:v>0.12013027150063919</c:v>
                </c:pt>
                <c:pt idx="5161">
                  <c:v>0.12733387925488854</c:v>
                </c:pt>
                <c:pt idx="5162">
                  <c:v>0.11924980638247633</c:v>
                </c:pt>
                <c:pt idx="5163">
                  <c:v>0.12366088057138143</c:v>
                </c:pt>
                <c:pt idx="5164">
                  <c:v>9.9161045862094718E-2</c:v>
                </c:pt>
                <c:pt idx="5165">
                  <c:v>0.11977147826005885</c:v>
                </c:pt>
                <c:pt idx="5166">
                  <c:v>0.11229517808420746</c:v>
                </c:pt>
                <c:pt idx="5167">
                  <c:v>0.1233622645040048</c:v>
                </c:pt>
                <c:pt idx="5168">
                  <c:v>0.11009831277225741</c:v>
                </c:pt>
                <c:pt idx="5169">
                  <c:v>0.11514426361877066</c:v>
                </c:pt>
                <c:pt idx="5170">
                  <c:v>0.11966364663566753</c:v>
                </c:pt>
                <c:pt idx="5171">
                  <c:v>0.13040313492315428</c:v>
                </c:pt>
                <c:pt idx="5172">
                  <c:v>0.12098721789071214</c:v>
                </c:pt>
                <c:pt idx="5173">
                  <c:v>0.14009560359212625</c:v>
                </c:pt>
                <c:pt idx="5174">
                  <c:v>0.12201200467618373</c:v>
                </c:pt>
                <c:pt idx="5175">
                  <c:v>0.13224160068239324</c:v>
                </c:pt>
                <c:pt idx="5176">
                  <c:v>0.1223298746380487</c:v>
                </c:pt>
                <c:pt idx="5177">
                  <c:v>0.1157467295822233</c:v>
                </c:pt>
                <c:pt idx="5178">
                  <c:v>0.10174697456620319</c:v>
                </c:pt>
                <c:pt idx="5179">
                  <c:v>6.663668257062702E-2</c:v>
                </c:pt>
                <c:pt idx="5180">
                  <c:v>7.0658378111981252E-2</c:v>
                </c:pt>
                <c:pt idx="5181">
                  <c:v>6.8736473147118671E-2</c:v>
                </c:pt>
                <c:pt idx="5182">
                  <c:v>7.1814324110272276E-2</c:v>
                </c:pt>
                <c:pt idx="5183">
                  <c:v>5.6176570344576689E-2</c:v>
                </c:pt>
                <c:pt idx="5184">
                  <c:v>8.3912771472430508E-2</c:v>
                </c:pt>
                <c:pt idx="5185">
                  <c:v>0.13388938489650742</c:v>
                </c:pt>
                <c:pt idx="5186">
                  <c:v>0.13479790803393221</c:v>
                </c:pt>
                <c:pt idx="5187">
                  <c:v>0.13651054580408609</c:v>
                </c:pt>
                <c:pt idx="5188">
                  <c:v>0.14751509104153029</c:v>
                </c:pt>
                <c:pt idx="5189">
                  <c:v>0.14392623557979814</c:v>
                </c:pt>
                <c:pt idx="5190">
                  <c:v>0.15080341495748231</c:v>
                </c:pt>
                <c:pt idx="5191">
                  <c:v>0.14204321689469621</c:v>
                </c:pt>
                <c:pt idx="5192">
                  <c:v>0.14819761323036945</c:v>
                </c:pt>
                <c:pt idx="5193">
                  <c:v>0.15320021309438994</c:v>
                </c:pt>
                <c:pt idx="5194">
                  <c:v>0.16904066344379337</c:v>
                </c:pt>
                <c:pt idx="5195">
                  <c:v>0.10322258308906015</c:v>
                </c:pt>
                <c:pt idx="5196">
                  <c:v>8.7854553357344919E-2</c:v>
                </c:pt>
                <c:pt idx="5197">
                  <c:v>5.5159955011899728E-2</c:v>
                </c:pt>
                <c:pt idx="5198">
                  <c:v>5.7162771167860241E-2</c:v>
                </c:pt>
                <c:pt idx="5199">
                  <c:v>2.6187901422948724E-2</c:v>
                </c:pt>
                <c:pt idx="5200">
                  <c:v>3.1317145227460513E-2</c:v>
                </c:pt>
                <c:pt idx="5201">
                  <c:v>2.7512085182453926E-2</c:v>
                </c:pt>
                <c:pt idx="5202">
                  <c:v>2.3162600784357647E-2</c:v>
                </c:pt>
                <c:pt idx="5203">
                  <c:v>2.3760528384371649E-2</c:v>
                </c:pt>
                <c:pt idx="5204">
                  <c:v>2.8481767984226438E-2</c:v>
                </c:pt>
                <c:pt idx="5205">
                  <c:v>2.6781207294851814E-2</c:v>
                </c:pt>
                <c:pt idx="5206">
                  <c:v>2.942865719050252E-2</c:v>
                </c:pt>
                <c:pt idx="5207">
                  <c:v>2.9108959574656024E-2</c:v>
                </c:pt>
                <c:pt idx="5208">
                  <c:v>2.8114763172646662E-2</c:v>
                </c:pt>
                <c:pt idx="5209">
                  <c:v>2.9591114441148179E-2</c:v>
                </c:pt>
                <c:pt idx="5210">
                  <c:v>2.8685477088021032E-2</c:v>
                </c:pt>
                <c:pt idx="5211">
                  <c:v>3.3464667240664679E-2</c:v>
                </c:pt>
                <c:pt idx="5212">
                  <c:v>3.0582927626400969E-2</c:v>
                </c:pt>
                <c:pt idx="5213">
                  <c:v>4.1729969033482396E-2</c:v>
                </c:pt>
                <c:pt idx="5214">
                  <c:v>4.113529536527169E-2</c:v>
                </c:pt>
                <c:pt idx="5215">
                  <c:v>2.0961564682385862E-2</c:v>
                </c:pt>
                <c:pt idx="5216">
                  <c:v>1.3847991589315116E-2</c:v>
                </c:pt>
                <c:pt idx="5217">
                  <c:v>1.3394372108078036E-2</c:v>
                </c:pt>
                <c:pt idx="5218">
                  <c:v>1.577987019310792E-2</c:v>
                </c:pt>
                <c:pt idx="5219">
                  <c:v>2.2341952954228587E-2</c:v>
                </c:pt>
                <c:pt idx="5220">
                  <c:v>6.4227722738108397E-3</c:v>
                </c:pt>
                <c:pt idx="5221">
                  <c:v>1.8836930084705435E-2</c:v>
                </c:pt>
                <c:pt idx="5222">
                  <c:v>3.1099087412018469E-2</c:v>
                </c:pt>
                <c:pt idx="5223">
                  <c:v>2.7715471541250578E-2</c:v>
                </c:pt>
                <c:pt idx="5224">
                  <c:v>3.2505316161502179E-2</c:v>
                </c:pt>
                <c:pt idx="5225">
                  <c:v>2.8688888520716962E-2</c:v>
                </c:pt>
                <c:pt idx="5226">
                  <c:v>2.8319907613821197E-2</c:v>
                </c:pt>
                <c:pt idx="5227">
                  <c:v>3.2753466586442889E-2</c:v>
                </c:pt>
                <c:pt idx="5228">
                  <c:v>3.3952051393961784E-2</c:v>
                </c:pt>
                <c:pt idx="5229">
                  <c:v>2.9494475322249122E-2</c:v>
                </c:pt>
                <c:pt idx="5230">
                  <c:v>2.6437823128486474E-2</c:v>
                </c:pt>
                <c:pt idx="5231">
                  <c:v>2.5178599671206055E-2</c:v>
                </c:pt>
                <c:pt idx="5232">
                  <c:v>2.6401846740726941E-2</c:v>
                </c:pt>
                <c:pt idx="5233">
                  <c:v>3.5750098727667406E-2</c:v>
                </c:pt>
                <c:pt idx="5234">
                  <c:v>2.6173382851464113E-2</c:v>
                </c:pt>
                <c:pt idx="5235">
                  <c:v>3.0624540731812311E-2</c:v>
                </c:pt>
                <c:pt idx="5236">
                  <c:v>3.3745325413196546E-2</c:v>
                </c:pt>
                <c:pt idx="5237">
                  <c:v>3.4353943807221947E-2</c:v>
                </c:pt>
                <c:pt idx="5238">
                  <c:v>3.2697134118744725E-2</c:v>
                </c:pt>
                <c:pt idx="5239">
                  <c:v>2.1338798870874816E-2</c:v>
                </c:pt>
                <c:pt idx="5240">
                  <c:v>1.0055574202228166E-2</c:v>
                </c:pt>
                <c:pt idx="5241">
                  <c:v>1.5948188476881349E-2</c:v>
                </c:pt>
                <c:pt idx="5242">
                  <c:v>1.2868100236983749E-2</c:v>
                </c:pt>
                <c:pt idx="5243">
                  <c:v>1.978639556423991E-2</c:v>
                </c:pt>
                <c:pt idx="5244">
                  <c:v>2.1599521730221286E-2</c:v>
                </c:pt>
                <c:pt idx="5245">
                  <c:v>1.3839722446477822E-2</c:v>
                </c:pt>
                <c:pt idx="5246">
                  <c:v>3.3724075305650948E-2</c:v>
                </c:pt>
                <c:pt idx="5247">
                  <c:v>3.3233940699664483E-2</c:v>
                </c:pt>
                <c:pt idx="5248">
                  <c:v>3.7291967619940081E-2</c:v>
                </c:pt>
                <c:pt idx="5249">
                  <c:v>4.3328188751735386E-2</c:v>
                </c:pt>
                <c:pt idx="5250">
                  <c:v>3.7889805918975117E-2</c:v>
                </c:pt>
                <c:pt idx="5251">
                  <c:v>4.3046400526421225E-2</c:v>
                </c:pt>
                <c:pt idx="5252">
                  <c:v>3.5977346662058797E-2</c:v>
                </c:pt>
                <c:pt idx="5253">
                  <c:v>3.516681462341717E-2</c:v>
                </c:pt>
                <c:pt idx="5254">
                  <c:v>3.366330049120618E-2</c:v>
                </c:pt>
                <c:pt idx="5255">
                  <c:v>3.1914803809690286E-2</c:v>
                </c:pt>
                <c:pt idx="5256">
                  <c:v>3.3365741837776935E-2</c:v>
                </c:pt>
                <c:pt idx="5257">
                  <c:v>3.1394343759773922E-2</c:v>
                </c:pt>
                <c:pt idx="5258">
                  <c:v>2.9994888639596203E-2</c:v>
                </c:pt>
                <c:pt idx="5259">
                  <c:v>2.8927863237096875E-2</c:v>
                </c:pt>
                <c:pt idx="5260">
                  <c:v>3.4957648477412055E-2</c:v>
                </c:pt>
                <c:pt idx="5261">
                  <c:v>3.2781682118381603E-2</c:v>
                </c:pt>
                <c:pt idx="5262">
                  <c:v>3.3255906752228927E-2</c:v>
                </c:pt>
                <c:pt idx="5263">
                  <c:v>2.0575392045341343E-2</c:v>
                </c:pt>
                <c:pt idx="5264">
                  <c:v>3.0732997102653661E-2</c:v>
                </c:pt>
                <c:pt idx="5265">
                  <c:v>5.5776258335264596E-2</c:v>
                </c:pt>
                <c:pt idx="5266">
                  <c:v>2.9170858297355062E-2</c:v>
                </c:pt>
                <c:pt idx="5267">
                  <c:v>4.7829347587570403E-2</c:v>
                </c:pt>
                <c:pt idx="5268">
                  <c:v>4.1906552069258821E-2</c:v>
                </c:pt>
                <c:pt idx="5269">
                  <c:v>4.717020198454324E-2</c:v>
                </c:pt>
                <c:pt idx="5270">
                  <c:v>4.4663252702713103E-2</c:v>
                </c:pt>
                <c:pt idx="5271">
                  <c:v>4.2037257156820253E-2</c:v>
                </c:pt>
                <c:pt idx="5272">
                  <c:v>3.8355227319329423E-2</c:v>
                </c:pt>
                <c:pt idx="5273">
                  <c:v>3.190309214963119E-2</c:v>
                </c:pt>
                <c:pt idx="5274">
                  <c:v>4.2082916496547745E-2</c:v>
                </c:pt>
                <c:pt idx="5275">
                  <c:v>3.0976919623065004E-2</c:v>
                </c:pt>
                <c:pt idx="5276">
                  <c:v>3.1770098278155898E-2</c:v>
                </c:pt>
                <c:pt idx="5277">
                  <c:v>4.5136199473215809E-2</c:v>
                </c:pt>
                <c:pt idx="5278">
                  <c:v>3.5114456288033495E-2</c:v>
                </c:pt>
                <c:pt idx="5279">
                  <c:v>3.5641641929589379E-2</c:v>
                </c:pt>
                <c:pt idx="5280">
                  <c:v>3.3793434263266357E-2</c:v>
                </c:pt>
                <c:pt idx="5281">
                  <c:v>3.2361287340474915E-2</c:v>
                </c:pt>
                <c:pt idx="5282">
                  <c:v>3.2728309157670984E-2</c:v>
                </c:pt>
                <c:pt idx="5283">
                  <c:v>1.9475423532872755E-2</c:v>
                </c:pt>
                <c:pt idx="5284">
                  <c:v>2.6012894118029501E-2</c:v>
                </c:pt>
                <c:pt idx="5285">
                  <c:v>2.3086256346725939E-2</c:v>
                </c:pt>
                <c:pt idx="5286">
                  <c:v>3.1741043701181415E-2</c:v>
                </c:pt>
                <c:pt idx="5287">
                  <c:v>3.960687418490387E-2</c:v>
                </c:pt>
                <c:pt idx="5288">
                  <c:v>4.1924360350291873E-2</c:v>
                </c:pt>
                <c:pt idx="5289">
                  <c:v>5.5782000081448013E-2</c:v>
                </c:pt>
                <c:pt idx="5290">
                  <c:v>5.0490843082975946E-2</c:v>
                </c:pt>
                <c:pt idx="5291">
                  <c:v>5.601772066267225E-2</c:v>
                </c:pt>
                <c:pt idx="5292">
                  <c:v>4.0441889277235313E-2</c:v>
                </c:pt>
                <c:pt idx="5293">
                  <c:v>3.4043795878789591E-2</c:v>
                </c:pt>
                <c:pt idx="5294">
                  <c:v>4.1587020419650948E-2</c:v>
                </c:pt>
                <c:pt idx="5295">
                  <c:v>3.9940826931363034E-2</c:v>
                </c:pt>
                <c:pt idx="5296">
                  <c:v>2.2979388890751677E-2</c:v>
                </c:pt>
                <c:pt idx="5297">
                  <c:v>3.0206356027702143E-2</c:v>
                </c:pt>
                <c:pt idx="5298">
                  <c:v>2.0903025434929955E-2</c:v>
                </c:pt>
                <c:pt idx="5299">
                  <c:v>2.5545400353669728E-2</c:v>
                </c:pt>
                <c:pt idx="5300">
                  <c:v>2.9256478950065112E-2</c:v>
                </c:pt>
                <c:pt idx="5301">
                  <c:v>2.6855482685433196E-2</c:v>
                </c:pt>
                <c:pt idx="5302">
                  <c:v>2.7100189888627123E-2</c:v>
                </c:pt>
                <c:pt idx="5303">
                  <c:v>2.7223177960730149E-2</c:v>
                </c:pt>
                <c:pt idx="5304">
                  <c:v>2.9850519476427455E-2</c:v>
                </c:pt>
                <c:pt idx="5305">
                  <c:v>2.6991332993531215E-2</c:v>
                </c:pt>
                <c:pt idx="5306">
                  <c:v>2.9962053371300597E-2</c:v>
                </c:pt>
                <c:pt idx="5307">
                  <c:v>4.1334204232983701E-2</c:v>
                </c:pt>
                <c:pt idx="5308">
                  <c:v>3.6149940112883139E-2</c:v>
                </c:pt>
                <c:pt idx="5309">
                  <c:v>2.9021260893796468E-2</c:v>
                </c:pt>
                <c:pt idx="5310">
                  <c:v>1.6398047391638988E-2</c:v>
                </c:pt>
                <c:pt idx="5311">
                  <c:v>1.9339951720145247E-2</c:v>
                </c:pt>
                <c:pt idx="5312">
                  <c:v>1.6506296412604232E-2</c:v>
                </c:pt>
                <c:pt idx="5313">
                  <c:v>2.1207125027925655E-2</c:v>
                </c:pt>
                <c:pt idx="5314">
                  <c:v>2.6297054265296559E-2</c:v>
                </c:pt>
                <c:pt idx="5315">
                  <c:v>1.9717046994329121E-2</c:v>
                </c:pt>
                <c:pt idx="5316">
                  <c:v>2.5521900931724888E-2</c:v>
                </c:pt>
                <c:pt idx="5317">
                  <c:v>3.281371080039016E-2</c:v>
                </c:pt>
                <c:pt idx="5318">
                  <c:v>3.7750555428469244E-2</c:v>
                </c:pt>
                <c:pt idx="5319">
                  <c:v>3.9006656697855073E-2</c:v>
                </c:pt>
                <c:pt idx="5320">
                  <c:v>4.0193396786069292E-2</c:v>
                </c:pt>
                <c:pt idx="5321">
                  <c:v>3.1121767161769412E-2</c:v>
                </c:pt>
                <c:pt idx="5322">
                  <c:v>3.5912599317700702E-2</c:v>
                </c:pt>
                <c:pt idx="5323">
                  <c:v>3.9094525980085948E-2</c:v>
                </c:pt>
                <c:pt idx="5324">
                  <c:v>4.8361330299582228E-2</c:v>
                </c:pt>
                <c:pt idx="5325">
                  <c:v>3.8660905722400447E-2</c:v>
                </c:pt>
                <c:pt idx="5326">
                  <c:v>3.6153263405350779E-2</c:v>
                </c:pt>
                <c:pt idx="5327">
                  <c:v>4.0968047660267244E-2</c:v>
                </c:pt>
                <c:pt idx="5328">
                  <c:v>3.2195067002610024E-2</c:v>
                </c:pt>
                <c:pt idx="5329">
                  <c:v>3.0502896574089715E-2</c:v>
                </c:pt>
                <c:pt idx="5330">
                  <c:v>2.9163753148940878E-2</c:v>
                </c:pt>
                <c:pt idx="5331">
                  <c:v>2.9476999078749094E-2</c:v>
                </c:pt>
                <c:pt idx="5332">
                  <c:v>2.6558931941826205E-2</c:v>
                </c:pt>
                <c:pt idx="5333">
                  <c:v>2.6329280015094596E-2</c:v>
                </c:pt>
                <c:pt idx="5334">
                  <c:v>2.6902763552390886E-2</c:v>
                </c:pt>
                <c:pt idx="5335">
                  <c:v>9.3274687960409556E-3</c:v>
                </c:pt>
                <c:pt idx="5336">
                  <c:v>1.3527632897317281E-2</c:v>
                </c:pt>
                <c:pt idx="5337">
                  <c:v>2.0109485678861446E-2</c:v>
                </c:pt>
                <c:pt idx="5338">
                  <c:v>3.4915715411169029E-2</c:v>
                </c:pt>
                <c:pt idx="5339">
                  <c:v>1.854751266134921E-2</c:v>
                </c:pt>
                <c:pt idx="5340">
                  <c:v>2.3127607281911301E-2</c:v>
                </c:pt>
                <c:pt idx="5341">
                  <c:v>-0.22519324858301398</c:v>
                </c:pt>
                <c:pt idx="5342">
                  <c:v>-0.58482563057338521</c:v>
                </c:pt>
                <c:pt idx="5343">
                  <c:v>-0.46314343630973975</c:v>
                </c:pt>
                <c:pt idx="5344">
                  <c:v>-0.421249329291083</c:v>
                </c:pt>
                <c:pt idx="5345">
                  <c:v>-0.33727321221216822</c:v>
                </c:pt>
                <c:pt idx="5346">
                  <c:v>-0.24506831207786625</c:v>
                </c:pt>
                <c:pt idx="5347">
                  <c:v>-0.23895768059084418</c:v>
                </c:pt>
                <c:pt idx="5348">
                  <c:v>-0.12382193469356338</c:v>
                </c:pt>
                <c:pt idx="5349">
                  <c:v>-3.5612403672624728E-3</c:v>
                </c:pt>
                <c:pt idx="5350">
                  <c:v>-0.13316637006205448</c:v>
                </c:pt>
                <c:pt idx="5351">
                  <c:v>-2.8975306275299078E-2</c:v>
                </c:pt>
                <c:pt idx="5352">
                  <c:v>-4.0248440911626786E-3</c:v>
                </c:pt>
                <c:pt idx="5353">
                  <c:v>1.1864835464652279E-2</c:v>
                </c:pt>
                <c:pt idx="5354">
                  <c:v>1.3518963868913134E-2</c:v>
                </c:pt>
                <c:pt idx="5355">
                  <c:v>1.8709290601916138E-2</c:v>
                </c:pt>
                <c:pt idx="5356">
                  <c:v>2.8666774757843128E-2</c:v>
                </c:pt>
                <c:pt idx="5357">
                  <c:v>2.518741495582685E-2</c:v>
                </c:pt>
                <c:pt idx="5358">
                  <c:v>2.7631262357295367E-2</c:v>
                </c:pt>
                <c:pt idx="5359">
                  <c:v>2.3243688739024139E-2</c:v>
                </c:pt>
                <c:pt idx="5360">
                  <c:v>6.3442302061830968E-3</c:v>
                </c:pt>
                <c:pt idx="5361">
                  <c:v>-0.3822139831113156</c:v>
                </c:pt>
                <c:pt idx="5362">
                  <c:v>-0.39337743947684867</c:v>
                </c:pt>
                <c:pt idx="5363">
                  <c:v>-0.39505294862765977</c:v>
                </c:pt>
                <c:pt idx="5364">
                  <c:v>-0.43060637752080172</c:v>
                </c:pt>
                <c:pt idx="5365">
                  <c:v>-0.33356080391026161</c:v>
                </c:pt>
                <c:pt idx="5366">
                  <c:v>-0.46225532853755968</c:v>
                </c:pt>
                <c:pt idx="5367">
                  <c:v>-0.43556843791098843</c:v>
                </c:pt>
                <c:pt idx="5368">
                  <c:v>-0.35062083357370522</c:v>
                </c:pt>
                <c:pt idx="5369">
                  <c:v>-0.33659968046849914</c:v>
                </c:pt>
                <c:pt idx="5370">
                  <c:v>-0.31851247734615284</c:v>
                </c:pt>
                <c:pt idx="5371">
                  <c:v>-0.30119007105718787</c:v>
                </c:pt>
                <c:pt idx="5372">
                  <c:v>-0.23925058670992491</c:v>
                </c:pt>
                <c:pt idx="5373">
                  <c:v>-0.23690771278624392</c:v>
                </c:pt>
                <c:pt idx="5374">
                  <c:v>-4.3679048144133738E-2</c:v>
                </c:pt>
                <c:pt idx="5375">
                  <c:v>-3.4896316460439128E-2</c:v>
                </c:pt>
                <c:pt idx="5376">
                  <c:v>-2.6061367742962624E-2</c:v>
                </c:pt>
                <c:pt idx="5377">
                  <c:v>-1.7174201991703879E-2</c:v>
                </c:pt>
                <c:pt idx="5378">
                  <c:v>-8.2348192066632291E-3</c:v>
                </c:pt>
                <c:pt idx="5379">
                  <c:v>7.5678061216029422E-4</c:v>
                </c:pt>
                <c:pt idx="5380">
                  <c:v>9.8005974647657271E-3</c:v>
                </c:pt>
                <c:pt idx="5381">
                  <c:v>1.8896631351153503E-2</c:v>
                </c:pt>
                <c:pt idx="5382">
                  <c:v>2.8044882271323287E-2</c:v>
                </c:pt>
                <c:pt idx="5383">
                  <c:v>3.7245350225275524E-2</c:v>
                </c:pt>
                <c:pt idx="5384">
                  <c:v>4.6498035213009867E-2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-0.10749372192072153</c:v>
                </c:pt>
                <c:pt idx="5440">
                  <c:v>-0.13912316430495214</c:v>
                </c:pt>
                <c:pt idx="5441">
                  <c:v>-0.12807186084793076</c:v>
                </c:pt>
                <c:pt idx="5442">
                  <c:v>-8.7692011535377853E-2</c:v>
                </c:pt>
                <c:pt idx="5443">
                  <c:v>-9.0498235730911494E-3</c:v>
                </c:pt>
                <c:pt idx="5444">
                  <c:v>-6.2708313420555634E-2</c:v>
                </c:pt>
                <c:pt idx="5445">
                  <c:v>-4.6063440832692558E-2</c:v>
                </c:pt>
                <c:pt idx="5446">
                  <c:v>6.0975530863902321E-3</c:v>
                </c:pt>
                <c:pt idx="5447">
                  <c:v>-1.3805985644659742E-2</c:v>
                </c:pt>
                <c:pt idx="5448">
                  <c:v>8.7233988454317336E-3</c:v>
                </c:pt>
                <c:pt idx="5449">
                  <c:v>1.1406737511062179E-2</c:v>
                </c:pt>
                <c:pt idx="5450">
                  <c:v>1.2783465231697173E-2</c:v>
                </c:pt>
                <c:pt idx="5451">
                  <c:v>1.8183768686898576E-2</c:v>
                </c:pt>
                <c:pt idx="5452">
                  <c:v>1.8930811302486982E-2</c:v>
                </c:pt>
                <c:pt idx="5453">
                  <c:v>2.0717488872490284E-2</c:v>
                </c:pt>
                <c:pt idx="5454">
                  <c:v>1.8458119998284499E-2</c:v>
                </c:pt>
                <c:pt idx="5455">
                  <c:v>1.7064772211980331E-2</c:v>
                </c:pt>
                <c:pt idx="5456">
                  <c:v>2.029169746126112E-2</c:v>
                </c:pt>
                <c:pt idx="5457">
                  <c:v>2.2843538172580877E-2</c:v>
                </c:pt>
                <c:pt idx="5458">
                  <c:v>2.7321816353080976E-2</c:v>
                </c:pt>
                <c:pt idx="5459">
                  <c:v>2.0582285800708644E-2</c:v>
                </c:pt>
                <c:pt idx="5460">
                  <c:v>3.3001092098294077E-2</c:v>
                </c:pt>
                <c:pt idx="5461">
                  <c:v>3.5005937727586901E-2</c:v>
                </c:pt>
                <c:pt idx="5462">
                  <c:v>8.7151255605323174E-3</c:v>
                </c:pt>
                <c:pt idx="5463">
                  <c:v>1.9709420473796865E-2</c:v>
                </c:pt>
                <c:pt idx="5464">
                  <c:v>1.5159584599943843E-2</c:v>
                </c:pt>
                <c:pt idx="5465">
                  <c:v>2.2634728280123889E-2</c:v>
                </c:pt>
                <c:pt idx="5466">
                  <c:v>1.6263311697796653E-2</c:v>
                </c:pt>
                <c:pt idx="5467">
                  <c:v>2.0413398614248891E-2</c:v>
                </c:pt>
                <c:pt idx="5468">
                  <c:v>2.1969991093284135E-2</c:v>
                </c:pt>
                <c:pt idx="5469">
                  <c:v>2.5591355104639564E-2</c:v>
                </c:pt>
                <c:pt idx="5470">
                  <c:v>2.8141290546965358E-2</c:v>
                </c:pt>
                <c:pt idx="5471">
                  <c:v>4.6044107201540389E-2</c:v>
                </c:pt>
                <c:pt idx="5472">
                  <c:v>4.3506602929075336E-2</c:v>
                </c:pt>
                <c:pt idx="5473">
                  <c:v>5.2472849313153283E-2</c:v>
                </c:pt>
                <c:pt idx="5474">
                  <c:v>4.697805523600334E-2</c:v>
                </c:pt>
                <c:pt idx="5475">
                  <c:v>4.6655282366280124E-2</c:v>
                </c:pt>
                <c:pt idx="5476">
                  <c:v>4.4250602463074148E-2</c:v>
                </c:pt>
                <c:pt idx="5477">
                  <c:v>7.407807290939826E-2</c:v>
                </c:pt>
                <c:pt idx="5478">
                  <c:v>9.0590119383846979E-2</c:v>
                </c:pt>
                <c:pt idx="5479">
                  <c:v>8.6395828432817387E-2</c:v>
                </c:pt>
                <c:pt idx="5480">
                  <c:v>0.10477008601040755</c:v>
                </c:pt>
                <c:pt idx="5481">
                  <c:v>0.1154703308853194</c:v>
                </c:pt>
                <c:pt idx="5482">
                  <c:v>0.13354410662373437</c:v>
                </c:pt>
                <c:pt idx="5483">
                  <c:v>0.12859642519807585</c:v>
                </c:pt>
                <c:pt idx="5484">
                  <c:v>0.15521792616343094</c:v>
                </c:pt>
                <c:pt idx="5485">
                  <c:v>0.15791565733382198</c:v>
                </c:pt>
                <c:pt idx="5486">
                  <c:v>0.16712865574074492</c:v>
                </c:pt>
                <c:pt idx="5487">
                  <c:v>0.16895928452213077</c:v>
                </c:pt>
                <c:pt idx="5488">
                  <c:v>0.16684395429521232</c:v>
                </c:pt>
                <c:pt idx="5489">
                  <c:v>0.16643079116922369</c:v>
                </c:pt>
                <c:pt idx="5490">
                  <c:v>0.16254630763377617</c:v>
                </c:pt>
                <c:pt idx="5491">
                  <c:v>0.15446010827781506</c:v>
                </c:pt>
                <c:pt idx="5492">
                  <c:v>0.16363946457054726</c:v>
                </c:pt>
                <c:pt idx="5493">
                  <c:v>0.1700874698201077</c:v>
                </c:pt>
                <c:pt idx="5494">
                  <c:v>0.18574059758651804</c:v>
                </c:pt>
                <c:pt idx="5495">
                  <c:v>0.18142187982239016</c:v>
                </c:pt>
                <c:pt idx="5496">
                  <c:v>0.18324925600354788</c:v>
                </c:pt>
                <c:pt idx="5497">
                  <c:v>0.19018403919292834</c:v>
                </c:pt>
                <c:pt idx="5498">
                  <c:v>0.18433016855787324</c:v>
                </c:pt>
                <c:pt idx="5499">
                  <c:v>0.18659378086251763</c:v>
                </c:pt>
                <c:pt idx="5500">
                  <c:v>0.17029259997436469</c:v>
                </c:pt>
                <c:pt idx="5501">
                  <c:v>0.16569794423625489</c:v>
                </c:pt>
                <c:pt idx="5502">
                  <c:v>0.17629602434031799</c:v>
                </c:pt>
                <c:pt idx="5503">
                  <c:v>0.16672957257587237</c:v>
                </c:pt>
                <c:pt idx="5504">
                  <c:v>0.18072408871334053</c:v>
                </c:pt>
                <c:pt idx="5505">
                  <c:v>0.18637877344197024</c:v>
                </c:pt>
                <c:pt idx="5506">
                  <c:v>0.2036227440976926</c:v>
                </c:pt>
                <c:pt idx="5507">
                  <c:v>0.19252852056299186</c:v>
                </c:pt>
                <c:pt idx="5508">
                  <c:v>0.16978642648556938</c:v>
                </c:pt>
                <c:pt idx="5509">
                  <c:v>0.12010299251783266</c:v>
                </c:pt>
                <c:pt idx="5510">
                  <c:v>9.6767264664525413E-2</c:v>
                </c:pt>
                <c:pt idx="5511">
                  <c:v>6.0914137874654384E-2</c:v>
                </c:pt>
                <c:pt idx="5512">
                  <c:v>4.6359259678425156E-2</c:v>
                </c:pt>
                <c:pt idx="5513">
                  <c:v>4.4184488097043284E-2</c:v>
                </c:pt>
                <c:pt idx="5514">
                  <c:v>4.7813129660665761E-2</c:v>
                </c:pt>
                <c:pt idx="5515">
                  <c:v>3.7120921118771404E-2</c:v>
                </c:pt>
                <c:pt idx="5516">
                  <c:v>3.9786428019385971E-2</c:v>
                </c:pt>
                <c:pt idx="5517">
                  <c:v>3.8511995955189067E-2</c:v>
                </c:pt>
                <c:pt idx="5518">
                  <c:v>4.068938657191886E-2</c:v>
                </c:pt>
                <c:pt idx="5519">
                  <c:v>4.2718305121722526E-2</c:v>
                </c:pt>
                <c:pt idx="5520">
                  <c:v>4.3237903270382974E-2</c:v>
                </c:pt>
                <c:pt idx="5521">
                  <c:v>5.0574980589650584E-2</c:v>
                </c:pt>
                <c:pt idx="5522">
                  <c:v>4.8086296616783562E-2</c:v>
                </c:pt>
                <c:pt idx="5523">
                  <c:v>5.8442893928468936E-2</c:v>
                </c:pt>
                <c:pt idx="5524">
                  <c:v>6.6108901206832563E-2</c:v>
                </c:pt>
                <c:pt idx="5525">
                  <c:v>6.3780702037204581E-2</c:v>
                </c:pt>
                <c:pt idx="5526">
                  <c:v>6.4370606398800351E-2</c:v>
                </c:pt>
                <c:pt idx="5527">
                  <c:v>6.2889005199523854E-2</c:v>
                </c:pt>
                <c:pt idx="5528">
                  <c:v>6.433353008483722E-2</c:v>
                </c:pt>
                <c:pt idx="5529">
                  <c:v>5.8749705585685159E-2</c:v>
                </c:pt>
                <c:pt idx="5530">
                  <c:v>4.8520775883021061E-2</c:v>
                </c:pt>
                <c:pt idx="5531">
                  <c:v>2.0926866788198707E-2</c:v>
                </c:pt>
                <c:pt idx="5532">
                  <c:v>-9.1974110551339625E-2</c:v>
                </c:pt>
                <c:pt idx="5533">
                  <c:v>-0.21106691875758254</c:v>
                </c:pt>
                <c:pt idx="5534">
                  <c:v>-0.24502552959725665</c:v>
                </c:pt>
                <c:pt idx="5535">
                  <c:v>-0.23065507695525977</c:v>
                </c:pt>
                <c:pt idx="5536">
                  <c:v>-0.2085111823151147</c:v>
                </c:pt>
                <c:pt idx="5537">
                  <c:v>-0.20570719340115118</c:v>
                </c:pt>
                <c:pt idx="5538">
                  <c:v>-0.18794995261135369</c:v>
                </c:pt>
                <c:pt idx="5539">
                  <c:v>-0.18228702177695127</c:v>
                </c:pt>
                <c:pt idx="5540">
                  <c:v>-9.6598581315553073E-2</c:v>
                </c:pt>
                <c:pt idx="5541">
                  <c:v>-0.10374660733067857</c:v>
                </c:pt>
                <c:pt idx="5542">
                  <c:v>-2.434362618554748E-2</c:v>
                </c:pt>
                <c:pt idx="5543">
                  <c:v>-2.1464381527160455E-2</c:v>
                </c:pt>
                <c:pt idx="5544">
                  <c:v>6.8904449609426353E-3</c:v>
                </c:pt>
                <c:pt idx="5545">
                  <c:v>1.2084211878118971E-2</c:v>
                </c:pt>
                <c:pt idx="5546">
                  <c:v>1.4323075503901217E-2</c:v>
                </c:pt>
                <c:pt idx="5547">
                  <c:v>1.4391910893154215E-2</c:v>
                </c:pt>
                <c:pt idx="5548">
                  <c:v>1.4808235382035781E-2</c:v>
                </c:pt>
                <c:pt idx="5549">
                  <c:v>1.8334071618417845E-2</c:v>
                </c:pt>
                <c:pt idx="5550">
                  <c:v>1.7946808511061778E-2</c:v>
                </c:pt>
                <c:pt idx="5551">
                  <c:v>1.6735835751185226E-2</c:v>
                </c:pt>
                <c:pt idx="5552">
                  <c:v>1.6219640655154303E-2</c:v>
                </c:pt>
                <c:pt idx="5553">
                  <c:v>-6.210120343614263E-2</c:v>
                </c:pt>
                <c:pt idx="5554">
                  <c:v>-7.2384290508984914E-2</c:v>
                </c:pt>
                <c:pt idx="5555">
                  <c:v>-0.14856306987209777</c:v>
                </c:pt>
                <c:pt idx="5556">
                  <c:v>-3.5755195391217208E-2</c:v>
                </c:pt>
                <c:pt idx="5557">
                  <c:v>-0.20737056337155765</c:v>
                </c:pt>
                <c:pt idx="5558">
                  <c:v>-2.8183344929517618E-2</c:v>
                </c:pt>
                <c:pt idx="5559">
                  <c:v>-0.19097593629204979</c:v>
                </c:pt>
                <c:pt idx="5560">
                  <c:v>-0.11018709852970095</c:v>
                </c:pt>
                <c:pt idx="5561">
                  <c:v>-6.0176460063801607E-4</c:v>
                </c:pt>
                <c:pt idx="5562">
                  <c:v>7.2953973690297212E-3</c:v>
                </c:pt>
                <c:pt idx="5563">
                  <c:v>-6.7643909178353393E-3</c:v>
                </c:pt>
                <c:pt idx="5564">
                  <c:v>3.8014993633235764E-3</c:v>
                </c:pt>
                <c:pt idx="5565">
                  <c:v>1.9217568046173514E-2</c:v>
                </c:pt>
                <c:pt idx="5566">
                  <c:v>2.513299218761926E-2</c:v>
                </c:pt>
                <c:pt idx="5567">
                  <c:v>2.2243680370992249E-2</c:v>
                </c:pt>
                <c:pt idx="5568">
                  <c:v>2.1980493468600898E-2</c:v>
                </c:pt>
                <c:pt idx="5569">
                  <c:v>1.9659039833703422E-2</c:v>
                </c:pt>
                <c:pt idx="5570">
                  <c:v>2.4487430861509077E-2</c:v>
                </c:pt>
                <c:pt idx="5571">
                  <c:v>2.7126464403800624E-2</c:v>
                </c:pt>
                <c:pt idx="5572">
                  <c:v>2.4827625119427627E-2</c:v>
                </c:pt>
                <c:pt idx="5573">
                  <c:v>2.4546221960901324E-2</c:v>
                </c:pt>
                <c:pt idx="5574">
                  <c:v>2.0596491647014891E-2</c:v>
                </c:pt>
                <c:pt idx="5575">
                  <c:v>2.0140940407946183E-2</c:v>
                </c:pt>
                <c:pt idx="5576">
                  <c:v>1.6472091981321303E-2</c:v>
                </c:pt>
                <c:pt idx="5577">
                  <c:v>1.5805654002342621E-2</c:v>
                </c:pt>
                <c:pt idx="5578">
                  <c:v>-3.6912357118342584E-3</c:v>
                </c:pt>
                <c:pt idx="5579">
                  <c:v>5.3637249163562871E-3</c:v>
                </c:pt>
                <c:pt idx="5580">
                  <c:v>-4.5237096387368829E-2</c:v>
                </c:pt>
                <c:pt idx="5581">
                  <c:v>-0.1065608630453645</c:v>
                </c:pt>
                <c:pt idx="5582">
                  <c:v>-0.1996308870678617</c:v>
                </c:pt>
                <c:pt idx="5583">
                  <c:v>-7.7652410060904467E-2</c:v>
                </c:pt>
                <c:pt idx="5584">
                  <c:v>-0.22952976095681721</c:v>
                </c:pt>
                <c:pt idx="5585">
                  <c:v>-6.039322269200291E-2</c:v>
                </c:pt>
                <c:pt idx="5586">
                  <c:v>-1.8455572724637142E-2</c:v>
                </c:pt>
                <c:pt idx="5587">
                  <c:v>-4.8998489441107185E-4</c:v>
                </c:pt>
                <c:pt idx="5588">
                  <c:v>1.1612343023527497E-2</c:v>
                </c:pt>
                <c:pt idx="5589">
                  <c:v>1.8048280307208724E-2</c:v>
                </c:pt>
                <c:pt idx="5590">
                  <c:v>2.9560077505568452E-2</c:v>
                </c:pt>
                <c:pt idx="5591">
                  <c:v>3.082912818995295E-2</c:v>
                </c:pt>
                <c:pt idx="5592">
                  <c:v>2.822503208864104E-2</c:v>
                </c:pt>
                <c:pt idx="5593">
                  <c:v>2.6887181287822883E-2</c:v>
                </c:pt>
                <c:pt idx="5594">
                  <c:v>2.5106773298712772E-2</c:v>
                </c:pt>
                <c:pt idx="5595">
                  <c:v>1.33055450967994E-2</c:v>
                </c:pt>
                <c:pt idx="5596">
                  <c:v>2.2579789216239866E-2</c:v>
                </c:pt>
                <c:pt idx="5597">
                  <c:v>5.7069486892275334E-3</c:v>
                </c:pt>
                <c:pt idx="5598">
                  <c:v>1.8423736477569227E-2</c:v>
                </c:pt>
                <c:pt idx="5599">
                  <c:v>4.2331612670594099E-2</c:v>
                </c:pt>
                <c:pt idx="5600">
                  <c:v>4.2170270792760214E-2</c:v>
                </c:pt>
                <c:pt idx="5601">
                  <c:v>4.221913464055109E-2</c:v>
                </c:pt>
                <c:pt idx="5602">
                  <c:v>4.8049247113634445E-2</c:v>
                </c:pt>
                <c:pt idx="5603">
                  <c:v>6.4448894945199647E-2</c:v>
                </c:pt>
                <c:pt idx="5604">
                  <c:v>5.8604114183869925E-2</c:v>
                </c:pt>
                <c:pt idx="5605">
                  <c:v>6.1083198704261106E-2</c:v>
                </c:pt>
                <c:pt idx="5606">
                  <c:v>4.6501101290167636E-2</c:v>
                </c:pt>
                <c:pt idx="5607">
                  <c:v>2.6130970213407087E-2</c:v>
                </c:pt>
                <c:pt idx="5608">
                  <c:v>1.4886926468870939E-2</c:v>
                </c:pt>
                <c:pt idx="5609">
                  <c:v>2.1564699608937241E-2</c:v>
                </c:pt>
                <c:pt idx="5610">
                  <c:v>1.9341479636041718E-2</c:v>
                </c:pt>
                <c:pt idx="5611">
                  <c:v>1.6349761781221449E-2</c:v>
                </c:pt>
                <c:pt idx="5612">
                  <c:v>2.0371093935335104E-2</c:v>
                </c:pt>
                <c:pt idx="5613">
                  <c:v>1.7538534942144961E-2</c:v>
                </c:pt>
                <c:pt idx="5614">
                  <c:v>2.2861647837358511E-2</c:v>
                </c:pt>
                <c:pt idx="5615">
                  <c:v>2.0308612250310637E-2</c:v>
                </c:pt>
                <c:pt idx="5616">
                  <c:v>2.3074099626962621E-2</c:v>
                </c:pt>
                <c:pt idx="5617">
                  <c:v>2.2626135192639282E-2</c:v>
                </c:pt>
                <c:pt idx="5618">
                  <c:v>2.4043186639447441E-2</c:v>
                </c:pt>
                <c:pt idx="5619">
                  <c:v>3.0684377548515863E-2</c:v>
                </c:pt>
                <c:pt idx="5620">
                  <c:v>2.4992147660473446E-2</c:v>
                </c:pt>
                <c:pt idx="5621">
                  <c:v>3.2203316444371893E-3</c:v>
                </c:pt>
                <c:pt idx="5622">
                  <c:v>2.4433302331082266E-2</c:v>
                </c:pt>
                <c:pt idx="5623">
                  <c:v>1.1294562249482701E-2</c:v>
                </c:pt>
                <c:pt idx="5624">
                  <c:v>1.0383556953886793E-2</c:v>
                </c:pt>
                <c:pt idx="5625">
                  <c:v>6.7448805982974216E-2</c:v>
                </c:pt>
                <c:pt idx="5626">
                  <c:v>4.7994146959740212E-2</c:v>
                </c:pt>
                <c:pt idx="5627">
                  <c:v>2.5696129041398317E-2</c:v>
                </c:pt>
                <c:pt idx="5628">
                  <c:v>3.3820091370617714E-2</c:v>
                </c:pt>
                <c:pt idx="5629">
                  <c:v>5.311287944585478E-3</c:v>
                </c:pt>
                <c:pt idx="5630">
                  <c:v>-0.35756075752280519</c:v>
                </c:pt>
                <c:pt idx="5631">
                  <c:v>-0.33842915640572363</c:v>
                </c:pt>
                <c:pt idx="5632">
                  <c:v>-0.30000912965969784</c:v>
                </c:pt>
                <c:pt idx="5633">
                  <c:v>-0.26476863141103579</c:v>
                </c:pt>
                <c:pt idx="5634">
                  <c:v>-0.22779999703244144</c:v>
                </c:pt>
                <c:pt idx="5635">
                  <c:v>-0.18970479721203976</c:v>
                </c:pt>
                <c:pt idx="5636">
                  <c:v>-0.15799909577404217</c:v>
                </c:pt>
                <c:pt idx="5637">
                  <c:v>-0.14600758441806619</c:v>
                </c:pt>
                <c:pt idx="5638">
                  <c:v>-0.12739065618064946</c:v>
                </c:pt>
                <c:pt idx="5639">
                  <c:v>-8.2589317671556556E-2</c:v>
                </c:pt>
                <c:pt idx="5640">
                  <c:v>-5.939715223499422E-3</c:v>
                </c:pt>
                <c:pt idx="5641">
                  <c:v>7.122919717265537E-3</c:v>
                </c:pt>
                <c:pt idx="5642">
                  <c:v>1.1044622096755573E-2</c:v>
                </c:pt>
                <c:pt idx="5643">
                  <c:v>1.0642922997611692E-2</c:v>
                </c:pt>
                <c:pt idx="5644">
                  <c:v>1.6053860432536163E-2</c:v>
                </c:pt>
                <c:pt idx="5645">
                  <c:v>1.5247313035602839E-2</c:v>
                </c:pt>
                <c:pt idx="5646">
                  <c:v>1.4023068766307991E-2</c:v>
                </c:pt>
                <c:pt idx="5647">
                  <c:v>-4.992857243906401E-3</c:v>
                </c:pt>
                <c:pt idx="5648">
                  <c:v>1.8600383085487886E-2</c:v>
                </c:pt>
                <c:pt idx="5649">
                  <c:v>2.8290017723920254E-2</c:v>
                </c:pt>
                <c:pt idx="5650">
                  <c:v>2.3275725318412023E-2</c:v>
                </c:pt>
                <c:pt idx="5651">
                  <c:v>3.7725318192653831E-2</c:v>
                </c:pt>
                <c:pt idx="5652">
                  <c:v>3.1536393787429777E-2</c:v>
                </c:pt>
                <c:pt idx="5653">
                  <c:v>1.7839988546879727E-2</c:v>
                </c:pt>
                <c:pt idx="5654">
                  <c:v>2.5633771263086073E-2</c:v>
                </c:pt>
                <c:pt idx="5655">
                  <c:v>3.3933692867353357E-2</c:v>
                </c:pt>
                <c:pt idx="5656">
                  <c:v>2.0117668026339981E-2</c:v>
                </c:pt>
                <c:pt idx="5657">
                  <c:v>1.9306641179036809E-2</c:v>
                </c:pt>
                <c:pt idx="5658">
                  <c:v>1.8538154656214181E-2</c:v>
                </c:pt>
                <c:pt idx="5659">
                  <c:v>2.0397947113971679E-2</c:v>
                </c:pt>
                <c:pt idx="5660">
                  <c:v>2.4845625021196201E-2</c:v>
                </c:pt>
                <c:pt idx="5661">
                  <c:v>2.632065127545722E-2</c:v>
                </c:pt>
                <c:pt idx="5662">
                  <c:v>2.6257177302732436E-2</c:v>
                </c:pt>
                <c:pt idx="5663">
                  <c:v>2.911824235057138E-2</c:v>
                </c:pt>
                <c:pt idx="5664">
                  <c:v>1.7332808811475406E-2</c:v>
                </c:pt>
                <c:pt idx="5665">
                  <c:v>2.0807743897481391E-2</c:v>
                </c:pt>
                <c:pt idx="5666">
                  <c:v>3.6054077883028481E-2</c:v>
                </c:pt>
                <c:pt idx="5667">
                  <c:v>5.1767671829890588E-2</c:v>
                </c:pt>
                <c:pt idx="5668">
                  <c:v>4.9646905417783931E-2</c:v>
                </c:pt>
                <c:pt idx="5669">
                  <c:v>4.4866422359974907E-2</c:v>
                </c:pt>
                <c:pt idx="5670">
                  <c:v>3.313288715120697E-2</c:v>
                </c:pt>
                <c:pt idx="5671">
                  <c:v>6.1094082185730036E-2</c:v>
                </c:pt>
                <c:pt idx="5672">
                  <c:v>7.3941793494680788E-2</c:v>
                </c:pt>
                <c:pt idx="5673">
                  <c:v>8.8032080610358124E-2</c:v>
                </c:pt>
                <c:pt idx="5674">
                  <c:v>7.5268528009157648E-2</c:v>
                </c:pt>
                <c:pt idx="5675">
                  <c:v>0.15044051793165539</c:v>
                </c:pt>
                <c:pt idx="5676">
                  <c:v>4.9150144006050056E-2</c:v>
                </c:pt>
                <c:pt idx="5677">
                  <c:v>2.6777165797014918E-2</c:v>
                </c:pt>
                <c:pt idx="5678">
                  <c:v>3.6763393382562015E-2</c:v>
                </c:pt>
                <c:pt idx="5679">
                  <c:v>3.3564268540875672E-2</c:v>
                </c:pt>
                <c:pt idx="5680">
                  <c:v>3.4970331933365871E-2</c:v>
                </c:pt>
                <c:pt idx="5681">
                  <c:v>3.1395626513752849E-2</c:v>
                </c:pt>
                <c:pt idx="5682">
                  <c:v>3.4173610482271313E-2</c:v>
                </c:pt>
                <c:pt idx="5683">
                  <c:v>2.1498368703339064E-2</c:v>
                </c:pt>
                <c:pt idx="5684">
                  <c:v>2.4899736969823529E-2</c:v>
                </c:pt>
                <c:pt idx="5685">
                  <c:v>2.4343913673400126E-2</c:v>
                </c:pt>
                <c:pt idx="5686">
                  <c:v>2.0487702638914668E-2</c:v>
                </c:pt>
                <c:pt idx="5687">
                  <c:v>2.5353016898058602E-2</c:v>
                </c:pt>
                <c:pt idx="5688">
                  <c:v>2.2391686358608016E-2</c:v>
                </c:pt>
                <c:pt idx="5689">
                  <c:v>2.4319576661820649E-2</c:v>
                </c:pt>
                <c:pt idx="5690">
                  <c:v>5.027427332284045E-2</c:v>
                </c:pt>
                <c:pt idx="5691">
                  <c:v>0.19395308682246612</c:v>
                </c:pt>
                <c:pt idx="5692">
                  <c:v>0.19596387453558181</c:v>
                </c:pt>
                <c:pt idx="5693">
                  <c:v>0.17089852461793648</c:v>
                </c:pt>
                <c:pt idx="5694">
                  <c:v>0.16032005858020323</c:v>
                </c:pt>
                <c:pt idx="5695">
                  <c:v>0.16402077299176707</c:v>
                </c:pt>
                <c:pt idx="5696">
                  <c:v>0.11575762841694869</c:v>
                </c:pt>
                <c:pt idx="5697">
                  <c:v>9.2818716545157692E-2</c:v>
                </c:pt>
                <c:pt idx="5698">
                  <c:v>1.7225310607579487E-2</c:v>
                </c:pt>
                <c:pt idx="5699">
                  <c:v>3.4632395783170719E-2</c:v>
                </c:pt>
                <c:pt idx="5700">
                  <c:v>2.7515454275630812E-2</c:v>
                </c:pt>
                <c:pt idx="5701">
                  <c:v>2.958901860929836E-2</c:v>
                </c:pt>
                <c:pt idx="5702">
                  <c:v>1.6609638415609633E-2</c:v>
                </c:pt>
                <c:pt idx="5703">
                  <c:v>3.5777639054438197E-2</c:v>
                </c:pt>
                <c:pt idx="5704">
                  <c:v>3.2523740701589261E-2</c:v>
                </c:pt>
                <c:pt idx="5705">
                  <c:v>9.7416501053376042E-3</c:v>
                </c:pt>
                <c:pt idx="5706">
                  <c:v>2.402822370645747E-2</c:v>
                </c:pt>
                <c:pt idx="5707">
                  <c:v>2.4674999698705413E-2</c:v>
                </c:pt>
                <c:pt idx="5708">
                  <c:v>2.4270633851532608E-2</c:v>
                </c:pt>
                <c:pt idx="5709">
                  <c:v>2.2074226503942508E-2</c:v>
                </c:pt>
                <c:pt idx="5710">
                  <c:v>2.7249078400072988E-2</c:v>
                </c:pt>
                <c:pt idx="5711">
                  <c:v>2.8060815359833555E-2</c:v>
                </c:pt>
                <c:pt idx="5712">
                  <c:v>2.2320360439884772E-2</c:v>
                </c:pt>
                <c:pt idx="5713">
                  <c:v>2.0851475694605638E-2</c:v>
                </c:pt>
                <c:pt idx="5714">
                  <c:v>1.6875859031062895E-2</c:v>
                </c:pt>
                <c:pt idx="5715">
                  <c:v>2.639279129021492E-2</c:v>
                </c:pt>
                <c:pt idx="5716">
                  <c:v>2.7289893970597463E-2</c:v>
                </c:pt>
                <c:pt idx="5717">
                  <c:v>2.1474456528146686E-2</c:v>
                </c:pt>
                <c:pt idx="5718">
                  <c:v>1.4593802885108953E-2</c:v>
                </c:pt>
                <c:pt idx="5719">
                  <c:v>1.036768283011737E-2</c:v>
                </c:pt>
                <c:pt idx="5720">
                  <c:v>5.3306613876396743E-2</c:v>
                </c:pt>
                <c:pt idx="5721">
                  <c:v>2.2850710126775049E-2</c:v>
                </c:pt>
                <c:pt idx="5722">
                  <c:v>-0.21196109813766886</c:v>
                </c:pt>
                <c:pt idx="5723">
                  <c:v>-0.33549769709163912</c:v>
                </c:pt>
                <c:pt idx="5724">
                  <c:v>-0.35716622165291861</c:v>
                </c:pt>
                <c:pt idx="5725">
                  <c:v>-0.35369705504633309</c:v>
                </c:pt>
                <c:pt idx="5726">
                  <c:v>-0.32856160889595964</c:v>
                </c:pt>
                <c:pt idx="5727">
                  <c:v>-0.35552018487468912</c:v>
                </c:pt>
                <c:pt idx="5728">
                  <c:v>-0.10737304613845707</c:v>
                </c:pt>
                <c:pt idx="5729">
                  <c:v>-3.7295028799693777E-2</c:v>
                </c:pt>
                <c:pt idx="5730">
                  <c:v>-2.1123023015751627E-2</c:v>
                </c:pt>
                <c:pt idx="5731">
                  <c:v>-4.2145264649030099E-3</c:v>
                </c:pt>
                <c:pt idx="5732">
                  <c:v>7.4917151002091148E-3</c:v>
                </c:pt>
                <c:pt idx="5733">
                  <c:v>1.0810008883254165E-2</c:v>
                </c:pt>
                <c:pt idx="5734">
                  <c:v>1.3952956878080036E-2</c:v>
                </c:pt>
                <c:pt idx="5735">
                  <c:v>2.1342523414694767E-2</c:v>
                </c:pt>
                <c:pt idx="5736">
                  <c:v>2.3874146089766513E-2</c:v>
                </c:pt>
                <c:pt idx="5737">
                  <c:v>2.2789007814294458E-2</c:v>
                </c:pt>
                <c:pt idx="5738">
                  <c:v>2.5469484477551003E-2</c:v>
                </c:pt>
                <c:pt idx="5739">
                  <c:v>2.5705160988758441E-2</c:v>
                </c:pt>
                <c:pt idx="5740">
                  <c:v>2.1844984590972168E-2</c:v>
                </c:pt>
                <c:pt idx="5741">
                  <c:v>2.0537401928602591E-2</c:v>
                </c:pt>
                <c:pt idx="5742">
                  <c:v>1.4226981805763348E-2</c:v>
                </c:pt>
                <c:pt idx="5743">
                  <c:v>4.3622655337981573E-3</c:v>
                </c:pt>
                <c:pt idx="5744">
                  <c:v>-4.680743137544309E-2</c:v>
                </c:pt>
                <c:pt idx="5745">
                  <c:v>-3.0834034131232917E-2</c:v>
                </c:pt>
                <c:pt idx="5746">
                  <c:v>-7.9933422257885217E-2</c:v>
                </c:pt>
                <c:pt idx="5747">
                  <c:v>-3.7565274934535438E-2</c:v>
                </c:pt>
                <c:pt idx="5748">
                  <c:v>-3.8759169885309801E-2</c:v>
                </c:pt>
                <c:pt idx="5749">
                  <c:v>-1.9538839943756731E-2</c:v>
                </c:pt>
                <c:pt idx="5750">
                  <c:v>-2.0367719197564031E-2</c:v>
                </c:pt>
                <c:pt idx="5751">
                  <c:v>-1.4111107261262874E-2</c:v>
                </c:pt>
                <c:pt idx="5752">
                  <c:v>8.1148880732378748E-2</c:v>
                </c:pt>
                <c:pt idx="5753">
                  <c:v>0.12947959599030159</c:v>
                </c:pt>
                <c:pt idx="5754">
                  <c:v>0.16820378577427811</c:v>
                </c:pt>
                <c:pt idx="5755">
                  <c:v>0.18452832143083886</c:v>
                </c:pt>
                <c:pt idx="5756">
                  <c:v>0.17973566501520508</c:v>
                </c:pt>
                <c:pt idx="5757">
                  <c:v>0.17889795112724788</c:v>
                </c:pt>
                <c:pt idx="5758">
                  <c:v>0.17845326009983786</c:v>
                </c:pt>
                <c:pt idx="5759">
                  <c:v>0.18800178887066718</c:v>
                </c:pt>
                <c:pt idx="5760">
                  <c:v>0.18119135161485453</c:v>
                </c:pt>
                <c:pt idx="5761">
                  <c:v>0.13015406058685153</c:v>
                </c:pt>
                <c:pt idx="5762">
                  <c:v>6.5728068131411646E-2</c:v>
                </c:pt>
                <c:pt idx="5763">
                  <c:v>3.1231259492595049E-2</c:v>
                </c:pt>
                <c:pt idx="5764">
                  <c:v>2.6518655514991486E-2</c:v>
                </c:pt>
                <c:pt idx="5765">
                  <c:v>2.7560387169379065E-2</c:v>
                </c:pt>
                <c:pt idx="5766">
                  <c:v>2.229019618803418E-2</c:v>
                </c:pt>
                <c:pt idx="5767">
                  <c:v>1.2889812255631541E-2</c:v>
                </c:pt>
                <c:pt idx="5768">
                  <c:v>2.0899218429729315E-2</c:v>
                </c:pt>
                <c:pt idx="5769">
                  <c:v>-5.6502801671807011E-2</c:v>
                </c:pt>
                <c:pt idx="5770">
                  <c:v>-0.12803263786581956</c:v>
                </c:pt>
                <c:pt idx="5771">
                  <c:v>-0.32872632600955037</c:v>
                </c:pt>
                <c:pt idx="5772">
                  <c:v>-0.31172901750962578</c:v>
                </c:pt>
                <c:pt idx="5773">
                  <c:v>-0.31378427917280055</c:v>
                </c:pt>
                <c:pt idx="5774">
                  <c:v>-0.28298631233664084</c:v>
                </c:pt>
                <c:pt idx="5775">
                  <c:v>-0.2595774372815548</c:v>
                </c:pt>
                <c:pt idx="5776">
                  <c:v>-0.26825973968529915</c:v>
                </c:pt>
                <c:pt idx="5777">
                  <c:v>-0.23502360989630419</c:v>
                </c:pt>
                <c:pt idx="5778">
                  <c:v>-0.23303695142428674</c:v>
                </c:pt>
                <c:pt idx="5779">
                  <c:v>-0.21204697226021196</c:v>
                </c:pt>
                <c:pt idx="5780">
                  <c:v>-0.15800665068544525</c:v>
                </c:pt>
                <c:pt idx="5781">
                  <c:v>-0.13298730374678874</c:v>
                </c:pt>
                <c:pt idx="5782">
                  <c:v>-0.10329260335527934</c:v>
                </c:pt>
                <c:pt idx="5783">
                  <c:v>7.5773881334420296E-4</c:v>
                </c:pt>
                <c:pt idx="5784">
                  <c:v>-2.2371057984148404E-3</c:v>
                </c:pt>
                <c:pt idx="5785">
                  <c:v>4.9721032305220288E-3</c:v>
                </c:pt>
                <c:pt idx="5786">
                  <c:v>1.4018691372496717E-2</c:v>
                </c:pt>
                <c:pt idx="5787">
                  <c:v>2.373741119389345E-2</c:v>
                </c:pt>
                <c:pt idx="5788">
                  <c:v>2.0629606767041602E-2</c:v>
                </c:pt>
                <c:pt idx="5789">
                  <c:v>1.9228568680569425E-2</c:v>
                </c:pt>
                <c:pt idx="5790">
                  <c:v>1.0216137222196883E-2</c:v>
                </c:pt>
                <c:pt idx="5791">
                  <c:v>9.9531240316638181E-3</c:v>
                </c:pt>
                <c:pt idx="5792">
                  <c:v>-2.783522778237027E-2</c:v>
                </c:pt>
                <c:pt idx="5793">
                  <c:v>-0.2788131869378121</c:v>
                </c:pt>
                <c:pt idx="5794">
                  <c:v>-0.32527301513355283</c:v>
                </c:pt>
                <c:pt idx="5795">
                  <c:v>-0.39334266215798303</c:v>
                </c:pt>
                <c:pt idx="5796">
                  <c:v>-0.44670102502121933</c:v>
                </c:pt>
                <c:pt idx="5797">
                  <c:v>-0.38460916475738943</c:v>
                </c:pt>
                <c:pt idx="5798">
                  <c:v>-0.41065241353386933</c:v>
                </c:pt>
                <c:pt idx="5799">
                  <c:v>-0.45880382339374726</c:v>
                </c:pt>
                <c:pt idx="5800">
                  <c:v>-0.44735547392810349</c:v>
                </c:pt>
                <c:pt idx="5801">
                  <c:v>-0.4136476627130059</c:v>
                </c:pt>
                <c:pt idx="5802">
                  <c:v>-0.39538742151445838</c:v>
                </c:pt>
                <c:pt idx="5803">
                  <c:v>-0.35673138206003691</c:v>
                </c:pt>
                <c:pt idx="5804">
                  <c:v>-0.35886560672932372</c:v>
                </c:pt>
                <c:pt idx="5805">
                  <c:v>-0.32035065971592952</c:v>
                </c:pt>
                <c:pt idx="5806">
                  <c:v>-0.23456042480782238</c:v>
                </c:pt>
                <c:pt idx="5807">
                  <c:v>-6.7425510213484016E-2</c:v>
                </c:pt>
                <c:pt idx="5808">
                  <c:v>1.3889246131726684E-2</c:v>
                </c:pt>
                <c:pt idx="5809">
                  <c:v>2.1518205350166211E-2</c:v>
                </c:pt>
                <c:pt idx="5810">
                  <c:v>1.869213152462422E-2</c:v>
                </c:pt>
                <c:pt idx="5811">
                  <c:v>1.9498981511671742E-2</c:v>
                </c:pt>
                <c:pt idx="5812">
                  <c:v>4.0515781696780932E-2</c:v>
                </c:pt>
                <c:pt idx="5813">
                  <c:v>2.115202361902371E-2</c:v>
                </c:pt>
                <c:pt idx="5814">
                  <c:v>1.2003181097375019E-2</c:v>
                </c:pt>
                <c:pt idx="5815">
                  <c:v>-0.10879870925449092</c:v>
                </c:pt>
                <c:pt idx="5816">
                  <c:v>-0.40566974780358828</c:v>
                </c:pt>
                <c:pt idx="5817">
                  <c:v>-0.39778859947797524</c:v>
                </c:pt>
                <c:pt idx="5818">
                  <c:v>-0.37607109546620221</c:v>
                </c:pt>
                <c:pt idx="5819">
                  <c:v>-0.50450900630330719</c:v>
                </c:pt>
                <c:pt idx="5820">
                  <c:v>-0.48484106714766845</c:v>
                </c:pt>
                <c:pt idx="5821">
                  <c:v>-0.48241855934544248</c:v>
                </c:pt>
                <c:pt idx="5822">
                  <c:v>-0.5161422467592921</c:v>
                </c:pt>
                <c:pt idx="5823">
                  <c:v>-0.5196984724263628</c:v>
                </c:pt>
                <c:pt idx="5824">
                  <c:v>-0.57359273776041142</c:v>
                </c:pt>
                <c:pt idx="5825">
                  <c:v>-0.55739703357949988</c:v>
                </c:pt>
                <c:pt idx="5826">
                  <c:v>-0.4545341463765491</c:v>
                </c:pt>
                <c:pt idx="5827">
                  <c:v>-0.47096779944568734</c:v>
                </c:pt>
                <c:pt idx="5828">
                  <c:v>-0.44020327845435403</c:v>
                </c:pt>
                <c:pt idx="5829">
                  <c:v>-0.39821699262028021</c:v>
                </c:pt>
                <c:pt idx="5830">
                  <c:v>-0.32650068926907511</c:v>
                </c:pt>
                <c:pt idx="5831">
                  <c:v>-0.13741505636392179</c:v>
                </c:pt>
                <c:pt idx="5832">
                  <c:v>-5.1539029580135537E-2</c:v>
                </c:pt>
                <c:pt idx="5833">
                  <c:v>-1.8067113726093723E-2</c:v>
                </c:pt>
                <c:pt idx="5834">
                  <c:v>-6.1235149153626072E-4</c:v>
                </c:pt>
                <c:pt idx="5835">
                  <c:v>1.4066199905223767E-2</c:v>
                </c:pt>
                <c:pt idx="5836">
                  <c:v>2.3797643743578213E-2</c:v>
                </c:pt>
                <c:pt idx="5837">
                  <c:v>2.4612220500514981E-2</c:v>
                </c:pt>
                <c:pt idx="5838">
                  <c:v>2.0321134540259342E-2</c:v>
                </c:pt>
                <c:pt idx="5839">
                  <c:v>-8.5014603615303344E-2</c:v>
                </c:pt>
                <c:pt idx="5840">
                  <c:v>-0.44532515075686285</c:v>
                </c:pt>
                <c:pt idx="5841">
                  <c:v>-0.51018849376887732</c:v>
                </c:pt>
                <c:pt idx="5842">
                  <c:v>-0.58440544955049112</c:v>
                </c:pt>
                <c:pt idx="5843">
                  <c:v>-0.70004730999027831</c:v>
                </c:pt>
                <c:pt idx="5844">
                  <c:v>-0.6860076407346688</c:v>
                </c:pt>
                <c:pt idx="5845">
                  <c:v>-0.66812271597965678</c:v>
                </c:pt>
                <c:pt idx="5846">
                  <c:v>-0.74299145463808958</c:v>
                </c:pt>
                <c:pt idx="5847">
                  <c:v>-0.91652338345886397</c:v>
                </c:pt>
                <c:pt idx="5848">
                  <c:v>-0.71823135904588198</c:v>
                </c:pt>
                <c:pt idx="5849">
                  <c:v>-0.62710031099081565</c:v>
                </c:pt>
                <c:pt idx="5850">
                  <c:v>-0.52876134770816041</c:v>
                </c:pt>
                <c:pt idx="5851">
                  <c:v>-0.37819748829043343</c:v>
                </c:pt>
                <c:pt idx="5852">
                  <c:v>-0.32337584307541228</c:v>
                </c:pt>
                <c:pt idx="5853">
                  <c:v>-0.28826289481735529</c:v>
                </c:pt>
                <c:pt idx="5854">
                  <c:v>-0.22974331430901448</c:v>
                </c:pt>
                <c:pt idx="5855">
                  <c:v>-0.15447350090260342</c:v>
                </c:pt>
                <c:pt idx="5856">
                  <c:v>-4.1276551169454861E-2</c:v>
                </c:pt>
                <c:pt idx="5857">
                  <c:v>-2.7086291445437893E-2</c:v>
                </c:pt>
                <c:pt idx="5858">
                  <c:v>-8.4214104265815833E-3</c:v>
                </c:pt>
                <c:pt idx="5859">
                  <c:v>-1.6851197273397262E-4</c:v>
                </c:pt>
                <c:pt idx="5860">
                  <c:v>8.9407994412457423E-3</c:v>
                </c:pt>
                <c:pt idx="5861">
                  <c:v>9.0208239612640153E-3</c:v>
                </c:pt>
                <c:pt idx="5862">
                  <c:v>5.8742277445361238E-3</c:v>
                </c:pt>
                <c:pt idx="5863">
                  <c:v>-8.9180069764220007E-2</c:v>
                </c:pt>
                <c:pt idx="5864">
                  <c:v>-0.46797262099180098</c:v>
                </c:pt>
                <c:pt idx="5865">
                  <c:v>-0.58187269367029493</c:v>
                </c:pt>
                <c:pt idx="5866">
                  <c:v>-0.53663410683175716</c:v>
                </c:pt>
                <c:pt idx="5867">
                  <c:v>-0.56334712326332548</c:v>
                </c:pt>
                <c:pt idx="5868">
                  <c:v>-0.52187079862098318</c:v>
                </c:pt>
                <c:pt idx="5869">
                  <c:v>-0.56396381977826338</c:v>
                </c:pt>
                <c:pt idx="5870">
                  <c:v>-0.60225100401294207</c:v>
                </c:pt>
                <c:pt idx="5871">
                  <c:v>-0.4897735972945565</c:v>
                </c:pt>
                <c:pt idx="5872">
                  <c:v>-0.38014518557353894</c:v>
                </c:pt>
                <c:pt idx="5873">
                  <c:v>-0.39898868965646112</c:v>
                </c:pt>
                <c:pt idx="5874">
                  <c:v>-0.42298554217547174</c:v>
                </c:pt>
                <c:pt idx="5875">
                  <c:v>-0.34895949185990238</c:v>
                </c:pt>
                <c:pt idx="5876">
                  <c:v>-0.20170355061931772</c:v>
                </c:pt>
                <c:pt idx="5877">
                  <c:v>-9.6015907061646782E-2</c:v>
                </c:pt>
                <c:pt idx="5878">
                  <c:v>1.7365897214256475E-2</c:v>
                </c:pt>
                <c:pt idx="5879">
                  <c:v>-9.4635398933388645E-4</c:v>
                </c:pt>
                <c:pt idx="5880">
                  <c:v>1.9014898789761845E-2</c:v>
                </c:pt>
                <c:pt idx="5881">
                  <c:v>1.9581149499210932E-2</c:v>
                </c:pt>
                <c:pt idx="5882">
                  <c:v>2.1805869952059794E-2</c:v>
                </c:pt>
                <c:pt idx="5883">
                  <c:v>2.322522132414339E-2</c:v>
                </c:pt>
                <c:pt idx="5884">
                  <c:v>2.2416494575403928E-2</c:v>
                </c:pt>
                <c:pt idx="5885">
                  <c:v>0.11828357328079279</c:v>
                </c:pt>
                <c:pt idx="5886">
                  <c:v>0.22910469143800832</c:v>
                </c:pt>
                <c:pt idx="5887">
                  <c:v>0.1432916418044401</c:v>
                </c:pt>
                <c:pt idx="5888">
                  <c:v>2.4930140576767561E-2</c:v>
                </c:pt>
                <c:pt idx="5889">
                  <c:v>2.489727154426772E-2</c:v>
                </c:pt>
                <c:pt idx="5890">
                  <c:v>1.0921410851325046E-2</c:v>
                </c:pt>
                <c:pt idx="5891">
                  <c:v>1.987905750030124E-2</c:v>
                </c:pt>
                <c:pt idx="5892">
                  <c:v>1.8988039814850727E-2</c:v>
                </c:pt>
                <c:pt idx="5893">
                  <c:v>-1.8881108104092652E-2</c:v>
                </c:pt>
                <c:pt idx="5894">
                  <c:v>-6.9835992964738997E-2</c:v>
                </c:pt>
                <c:pt idx="5895">
                  <c:v>-6.5903844610250562E-2</c:v>
                </c:pt>
                <c:pt idx="5896">
                  <c:v>-0.10418009364134849</c:v>
                </c:pt>
                <c:pt idx="5897">
                  <c:v>-5.8679149146626759E-2</c:v>
                </c:pt>
                <c:pt idx="5898">
                  <c:v>-6.7917906344409473E-2</c:v>
                </c:pt>
                <c:pt idx="5899">
                  <c:v>-0.14157906762290615</c:v>
                </c:pt>
                <c:pt idx="5900">
                  <c:v>-3.4215633825872102E-2</c:v>
                </c:pt>
                <c:pt idx="5901">
                  <c:v>-4.3842898693398955E-2</c:v>
                </c:pt>
                <c:pt idx="5902">
                  <c:v>1.844122351415528E-2</c:v>
                </c:pt>
                <c:pt idx="5903">
                  <c:v>2.1136505637664286E-2</c:v>
                </c:pt>
                <c:pt idx="5904">
                  <c:v>2.3216703521818406E-2</c:v>
                </c:pt>
                <c:pt idx="5905">
                  <c:v>2.2906177471387047E-2</c:v>
                </c:pt>
                <c:pt idx="5906">
                  <c:v>1.9724006481803939E-2</c:v>
                </c:pt>
                <c:pt idx="5907">
                  <c:v>0.18088778295232522</c:v>
                </c:pt>
                <c:pt idx="5908">
                  <c:v>0.25981433929078251</c:v>
                </c:pt>
                <c:pt idx="5909">
                  <c:v>0.27392174781052536</c:v>
                </c:pt>
                <c:pt idx="5910">
                  <c:v>0.26845714556812289</c:v>
                </c:pt>
                <c:pt idx="5911">
                  <c:v>0.23219372037696423</c:v>
                </c:pt>
                <c:pt idx="5912">
                  <c:v>0.1954954135373633</c:v>
                </c:pt>
                <c:pt idx="5913">
                  <c:v>0.11390667691683568</c:v>
                </c:pt>
                <c:pt idx="5914">
                  <c:v>1.9560214100206925E-2</c:v>
                </c:pt>
                <c:pt idx="5915">
                  <c:v>1.173040766509436E-2</c:v>
                </c:pt>
                <c:pt idx="5916">
                  <c:v>1.0381440770287978E-2</c:v>
                </c:pt>
                <c:pt idx="5917">
                  <c:v>6.5009363619808096E-3</c:v>
                </c:pt>
                <c:pt idx="5918">
                  <c:v>-9.3890454050234495E-2</c:v>
                </c:pt>
                <c:pt idx="5919">
                  <c:v>-0.26541394124205131</c:v>
                </c:pt>
                <c:pt idx="5920">
                  <c:v>-6.9498725470337183E-2</c:v>
                </c:pt>
                <c:pt idx="5921">
                  <c:v>1.2631280663195192E-3</c:v>
                </c:pt>
                <c:pt idx="5922">
                  <c:v>3.9322700118579572E-3</c:v>
                </c:pt>
                <c:pt idx="5923">
                  <c:v>6.1575902556287622E-3</c:v>
                </c:pt>
                <c:pt idx="5924">
                  <c:v>7.9766483607647039E-3</c:v>
                </c:pt>
                <c:pt idx="5925">
                  <c:v>1.1867931405412344E-2</c:v>
                </c:pt>
                <c:pt idx="5926">
                  <c:v>1.6658519646362474E-2</c:v>
                </c:pt>
                <c:pt idx="5927">
                  <c:v>1.8701521695756368E-2</c:v>
                </c:pt>
                <c:pt idx="5928">
                  <c:v>1.6356962879356635E-2</c:v>
                </c:pt>
                <c:pt idx="5929">
                  <c:v>2.1012204894321682E-2</c:v>
                </c:pt>
                <c:pt idx="5930">
                  <c:v>2.5679387222228584E-2</c:v>
                </c:pt>
                <c:pt idx="5931">
                  <c:v>2.3159062798024262E-2</c:v>
                </c:pt>
                <c:pt idx="5932">
                  <c:v>2.7097383208911779E-2</c:v>
                </c:pt>
                <c:pt idx="5933">
                  <c:v>2.5053073087645723E-2</c:v>
                </c:pt>
                <c:pt idx="5934">
                  <c:v>1.0556172992768283E-2</c:v>
                </c:pt>
                <c:pt idx="5935">
                  <c:v>1.2847966892042026E-2</c:v>
                </c:pt>
                <c:pt idx="5936">
                  <c:v>1.5478812196300554E-2</c:v>
                </c:pt>
                <c:pt idx="5937">
                  <c:v>2.8660272756636684E-2</c:v>
                </c:pt>
                <c:pt idx="5938">
                  <c:v>1.4628308196342919E-2</c:v>
                </c:pt>
                <c:pt idx="5939">
                  <c:v>-3.9724554587445365E-2</c:v>
                </c:pt>
                <c:pt idx="5940">
                  <c:v>-0.26939071072818827</c:v>
                </c:pt>
                <c:pt idx="5941">
                  <c:v>-0.28095183779019445</c:v>
                </c:pt>
                <c:pt idx="5942">
                  <c:v>-0.21480408801476003</c:v>
                </c:pt>
                <c:pt idx="5943">
                  <c:v>-0.22685509979981203</c:v>
                </c:pt>
                <c:pt idx="5944">
                  <c:v>-0.201091754429192</c:v>
                </c:pt>
                <c:pt idx="5945">
                  <c:v>-0.22616810029403434</c:v>
                </c:pt>
                <c:pt idx="5946">
                  <c:v>-0.22098156632372021</c:v>
                </c:pt>
                <c:pt idx="5947">
                  <c:v>-0.16313600014617813</c:v>
                </c:pt>
                <c:pt idx="5948">
                  <c:v>-0.15114137458782437</c:v>
                </c:pt>
                <c:pt idx="5949">
                  <c:v>-2.1601849733183354E-2</c:v>
                </c:pt>
                <c:pt idx="5950">
                  <c:v>-0.10151666967449387</c:v>
                </c:pt>
                <c:pt idx="5951">
                  <c:v>-1.4105179182090468E-3</c:v>
                </c:pt>
                <c:pt idx="5952">
                  <c:v>2.3688926711542806E-3</c:v>
                </c:pt>
                <c:pt idx="5953">
                  <c:v>-6.4663503094448255E-4</c:v>
                </c:pt>
                <c:pt idx="5954">
                  <c:v>1.1765017007445791E-2</c:v>
                </c:pt>
                <c:pt idx="5955">
                  <c:v>2.8093320064582351E-2</c:v>
                </c:pt>
                <c:pt idx="5956">
                  <c:v>2.4682791187714243E-2</c:v>
                </c:pt>
                <c:pt idx="5957">
                  <c:v>2.2313944195582414E-2</c:v>
                </c:pt>
                <c:pt idx="5958">
                  <c:v>2.031741938768835E-2</c:v>
                </c:pt>
                <c:pt idx="5959">
                  <c:v>1.4016129864466499E-2</c:v>
                </c:pt>
                <c:pt idx="5960">
                  <c:v>1.5617966750480395E-2</c:v>
                </c:pt>
                <c:pt idx="5961">
                  <c:v>1.4677969306710897E-2</c:v>
                </c:pt>
                <c:pt idx="5962">
                  <c:v>2.6115503302108517E-2</c:v>
                </c:pt>
                <c:pt idx="5963">
                  <c:v>2.4613413499958666E-3</c:v>
                </c:pt>
                <c:pt idx="5964">
                  <c:v>-0.29163304325993428</c:v>
                </c:pt>
                <c:pt idx="5965">
                  <c:v>-0.26603412055540454</c:v>
                </c:pt>
                <c:pt idx="5966">
                  <c:v>-0.18836665902686367</c:v>
                </c:pt>
                <c:pt idx="5967">
                  <c:v>-0.13879567268639917</c:v>
                </c:pt>
                <c:pt idx="5968">
                  <c:v>-0.15725473470287621</c:v>
                </c:pt>
                <c:pt idx="5969">
                  <c:v>-0.10195516001379948</c:v>
                </c:pt>
                <c:pt idx="5970">
                  <c:v>-6.4444793599627501E-2</c:v>
                </c:pt>
                <c:pt idx="5971">
                  <c:v>-8.8871433875792716E-2</c:v>
                </c:pt>
                <c:pt idx="5972">
                  <c:v>-9.0403503729945874E-3</c:v>
                </c:pt>
                <c:pt idx="5973">
                  <c:v>1.3529887432276122E-2</c:v>
                </c:pt>
                <c:pt idx="5974">
                  <c:v>1.9732330428016972E-2</c:v>
                </c:pt>
                <c:pt idx="5975">
                  <c:v>2.9102088524108286E-2</c:v>
                </c:pt>
                <c:pt idx="5976">
                  <c:v>2.179367038843532E-2</c:v>
                </c:pt>
                <c:pt idx="5977">
                  <c:v>2.270408122301799E-2</c:v>
                </c:pt>
                <c:pt idx="5978">
                  <c:v>2.3783404884870737E-2</c:v>
                </c:pt>
                <c:pt idx="5979">
                  <c:v>2.1532767229192461E-2</c:v>
                </c:pt>
                <c:pt idx="5980">
                  <c:v>2.3970714692371806E-2</c:v>
                </c:pt>
                <c:pt idx="5981">
                  <c:v>2.1888126842158621E-2</c:v>
                </c:pt>
                <c:pt idx="5982">
                  <c:v>2.0071791359227868E-2</c:v>
                </c:pt>
                <c:pt idx="5983">
                  <c:v>1.7311116515068125E-2</c:v>
                </c:pt>
                <c:pt idx="5984">
                  <c:v>2.0975697311805971E-2</c:v>
                </c:pt>
                <c:pt idx="5985">
                  <c:v>2.520982725652187E-2</c:v>
                </c:pt>
                <c:pt idx="5986">
                  <c:v>2.7889039260605097E-2</c:v>
                </c:pt>
                <c:pt idx="5987">
                  <c:v>2.3670093342630642E-2</c:v>
                </c:pt>
                <c:pt idx="5988">
                  <c:v>2.8839772208520562E-2</c:v>
                </c:pt>
                <c:pt idx="5989">
                  <c:v>2.9257248518039122E-2</c:v>
                </c:pt>
                <c:pt idx="5990">
                  <c:v>2.6512900655586997E-2</c:v>
                </c:pt>
                <c:pt idx="5991">
                  <c:v>2.44214631902855E-2</c:v>
                </c:pt>
                <c:pt idx="5992">
                  <c:v>3.5184603642593321E-2</c:v>
                </c:pt>
                <c:pt idx="5993">
                  <c:v>1.9802828371388241E-2</c:v>
                </c:pt>
                <c:pt idx="5994">
                  <c:v>2.1797276944169938E-2</c:v>
                </c:pt>
                <c:pt idx="5995">
                  <c:v>2.5671126595839762E-2</c:v>
                </c:pt>
                <c:pt idx="5996">
                  <c:v>2.4168946729155375E-2</c:v>
                </c:pt>
                <c:pt idx="5997">
                  <c:v>2.7801714009163411E-2</c:v>
                </c:pt>
                <c:pt idx="5998">
                  <c:v>2.2895993396399927E-2</c:v>
                </c:pt>
                <c:pt idx="5999">
                  <c:v>0.16660338481776146</c:v>
                </c:pt>
                <c:pt idx="6000">
                  <c:v>0.27196911145585578</c:v>
                </c:pt>
                <c:pt idx="6001">
                  <c:v>0.221691786848284</c:v>
                </c:pt>
                <c:pt idx="6002">
                  <c:v>0.20979526738773083</c:v>
                </c:pt>
                <c:pt idx="6003">
                  <c:v>0.18026985633499909</c:v>
                </c:pt>
                <c:pt idx="6004">
                  <c:v>0.16991711669369494</c:v>
                </c:pt>
                <c:pt idx="6005">
                  <c:v>0.16358967304064034</c:v>
                </c:pt>
                <c:pt idx="6006">
                  <c:v>0.15736146565973094</c:v>
                </c:pt>
                <c:pt idx="6007">
                  <c:v>0.15244735218768191</c:v>
                </c:pt>
                <c:pt idx="6008">
                  <c:v>0.14146504747049546</c:v>
                </c:pt>
                <c:pt idx="6009">
                  <c:v>0.1323764910616704</c:v>
                </c:pt>
                <c:pt idx="6010">
                  <c:v>4.9676727975277557E-2</c:v>
                </c:pt>
                <c:pt idx="6011">
                  <c:v>2.3527061383524658E-2</c:v>
                </c:pt>
                <c:pt idx="6012">
                  <c:v>2.0751932369450582E-2</c:v>
                </c:pt>
                <c:pt idx="6013">
                  <c:v>2.1634458419329216E-2</c:v>
                </c:pt>
                <c:pt idx="6014">
                  <c:v>3.7305756607374327E-2</c:v>
                </c:pt>
                <c:pt idx="6015">
                  <c:v>2.1628525677290532E-2</c:v>
                </c:pt>
                <c:pt idx="6016">
                  <c:v>-5.4952017230747224E-3</c:v>
                </c:pt>
                <c:pt idx="6017">
                  <c:v>-5.0758663999591586E-2</c:v>
                </c:pt>
                <c:pt idx="6018">
                  <c:v>-0.10782407883292576</c:v>
                </c:pt>
                <c:pt idx="6019">
                  <c:v>-0.11247725004095681</c:v>
                </c:pt>
                <c:pt idx="6020">
                  <c:v>-2.3730990096198272E-2</c:v>
                </c:pt>
                <c:pt idx="6021">
                  <c:v>2.0243010433913945E-2</c:v>
                </c:pt>
                <c:pt idx="6022">
                  <c:v>1.8133332554178573E-2</c:v>
                </c:pt>
                <c:pt idx="6023">
                  <c:v>2.3412364929734166E-2</c:v>
                </c:pt>
                <c:pt idx="6024">
                  <c:v>2.2032774836988473E-2</c:v>
                </c:pt>
                <c:pt idx="6025">
                  <c:v>2.1586447321847762E-2</c:v>
                </c:pt>
                <c:pt idx="6026">
                  <c:v>2.1148104268636728E-2</c:v>
                </c:pt>
                <c:pt idx="6027">
                  <c:v>0.13925244244535034</c:v>
                </c:pt>
                <c:pt idx="6028">
                  <c:v>0.25201160560021058</c:v>
                </c:pt>
                <c:pt idx="6029">
                  <c:v>0.24313418569472639</c:v>
                </c:pt>
                <c:pt idx="6030">
                  <c:v>0.20650644526987805</c:v>
                </c:pt>
                <c:pt idx="6031">
                  <c:v>0.17912177285133543</c:v>
                </c:pt>
                <c:pt idx="6032">
                  <c:v>0.11571775715573422</c:v>
                </c:pt>
                <c:pt idx="6033">
                  <c:v>3.6866193280595649E-2</c:v>
                </c:pt>
                <c:pt idx="6034">
                  <c:v>2.8985804131301324E-2</c:v>
                </c:pt>
                <c:pt idx="6035">
                  <c:v>2.0039315967567056E-2</c:v>
                </c:pt>
                <c:pt idx="6036">
                  <c:v>2.1229467399814808E-2</c:v>
                </c:pt>
                <c:pt idx="6037">
                  <c:v>1.4248446045357094E-2</c:v>
                </c:pt>
                <c:pt idx="6038">
                  <c:v>-7.9056677056936572E-2</c:v>
                </c:pt>
                <c:pt idx="6039">
                  <c:v>-9.4682189070974376E-3</c:v>
                </c:pt>
                <c:pt idx="6040">
                  <c:v>-6.8097497410759947E-2</c:v>
                </c:pt>
                <c:pt idx="6041">
                  <c:v>-9.870449287016253E-2</c:v>
                </c:pt>
                <c:pt idx="6042">
                  <c:v>-0.1014584438754044</c:v>
                </c:pt>
                <c:pt idx="6043">
                  <c:v>-2.8329451384411227E-2</c:v>
                </c:pt>
                <c:pt idx="6044">
                  <c:v>4.9741518136487226E-3</c:v>
                </c:pt>
                <c:pt idx="6045">
                  <c:v>-1.2376267110479709E-2</c:v>
                </c:pt>
                <c:pt idx="6046">
                  <c:v>1.868895757883254E-2</c:v>
                </c:pt>
                <c:pt idx="6047">
                  <c:v>2.1486449010850932E-2</c:v>
                </c:pt>
                <c:pt idx="6048">
                  <c:v>1.9718946815589448E-2</c:v>
                </c:pt>
                <c:pt idx="6049">
                  <c:v>2.223804843250737E-2</c:v>
                </c:pt>
                <c:pt idx="6050">
                  <c:v>2.1122605047501734E-2</c:v>
                </c:pt>
                <c:pt idx="6051">
                  <c:v>2.242606650059106E-2</c:v>
                </c:pt>
                <c:pt idx="6052">
                  <c:v>2.2641481832248719E-2</c:v>
                </c:pt>
                <c:pt idx="6053">
                  <c:v>2.226642884415201E-2</c:v>
                </c:pt>
                <c:pt idx="6054">
                  <c:v>2.0690218570652039E-2</c:v>
                </c:pt>
                <c:pt idx="6055">
                  <c:v>2.0456113859880852E-2</c:v>
                </c:pt>
                <c:pt idx="6056">
                  <c:v>1.772337684109734E-2</c:v>
                </c:pt>
                <c:pt idx="6057">
                  <c:v>2.1254620408920403E-2</c:v>
                </c:pt>
                <c:pt idx="6058">
                  <c:v>7.4955769831330753E-3</c:v>
                </c:pt>
                <c:pt idx="6059">
                  <c:v>-5.5988042570665489E-2</c:v>
                </c:pt>
                <c:pt idx="6060">
                  <c:v>-0.15185426024123377</c:v>
                </c:pt>
                <c:pt idx="6061">
                  <c:v>-8.7472619652051262E-2</c:v>
                </c:pt>
                <c:pt idx="6062">
                  <c:v>-0.18273218070453123</c:v>
                </c:pt>
                <c:pt idx="6063">
                  <c:v>-9.9365668983152328E-2</c:v>
                </c:pt>
                <c:pt idx="6064">
                  <c:v>-0.31899151558307265</c:v>
                </c:pt>
                <c:pt idx="6065">
                  <c:v>-0.15083726335326428</c:v>
                </c:pt>
                <c:pt idx="6066">
                  <c:v>-0.21099839171036247</c:v>
                </c:pt>
                <c:pt idx="6067">
                  <c:v>-0.21496077500971866</c:v>
                </c:pt>
                <c:pt idx="6068">
                  <c:v>-0.1972499189353239</c:v>
                </c:pt>
                <c:pt idx="6069">
                  <c:v>-0.20245289814403694</c:v>
                </c:pt>
                <c:pt idx="6070">
                  <c:v>-6.8407942383933398E-2</c:v>
                </c:pt>
                <c:pt idx="6071">
                  <c:v>1.5952660008295531E-2</c:v>
                </c:pt>
                <c:pt idx="6072">
                  <c:v>2.0226829423033249E-2</c:v>
                </c:pt>
                <c:pt idx="6073">
                  <c:v>1.7699834321028111E-2</c:v>
                </c:pt>
                <c:pt idx="6074">
                  <c:v>1.3521099002117693E-2</c:v>
                </c:pt>
                <c:pt idx="6075">
                  <c:v>1.3040867386175594E-2</c:v>
                </c:pt>
                <c:pt idx="6076">
                  <c:v>1.8462206602343458E-2</c:v>
                </c:pt>
                <c:pt idx="6077">
                  <c:v>2.5410890362817837E-2</c:v>
                </c:pt>
                <c:pt idx="6078">
                  <c:v>1.897890606188752E-2</c:v>
                </c:pt>
                <c:pt idx="6079">
                  <c:v>1.3509543127321656E-2</c:v>
                </c:pt>
                <c:pt idx="6080">
                  <c:v>-0.11101016644585236</c:v>
                </c:pt>
                <c:pt idx="6081">
                  <c:v>-0.14848864911168025</c:v>
                </c:pt>
                <c:pt idx="6082">
                  <c:v>-0.20032475080852663</c:v>
                </c:pt>
                <c:pt idx="6083">
                  <c:v>-0.21189408258042655</c:v>
                </c:pt>
                <c:pt idx="6084">
                  <c:v>-0.33255271146638221</c:v>
                </c:pt>
                <c:pt idx="6085">
                  <c:v>-0.3184741200327883</c:v>
                </c:pt>
                <c:pt idx="6086">
                  <c:v>-0.3019236078219687</c:v>
                </c:pt>
                <c:pt idx="6087">
                  <c:v>-0.3365221557292456</c:v>
                </c:pt>
                <c:pt idx="6088">
                  <c:v>-0.34661091649460979</c:v>
                </c:pt>
                <c:pt idx="6089">
                  <c:v>-0.24413751144078555</c:v>
                </c:pt>
                <c:pt idx="6090">
                  <c:v>-0.34869239826042225</c:v>
                </c:pt>
                <c:pt idx="6091">
                  <c:v>-0.1791168984098252</c:v>
                </c:pt>
                <c:pt idx="6092">
                  <c:v>-0.26193088302989415</c:v>
                </c:pt>
                <c:pt idx="6093">
                  <c:v>-0.23567299439434394</c:v>
                </c:pt>
                <c:pt idx="6094">
                  <c:v>-0.23478330393277044</c:v>
                </c:pt>
                <c:pt idx="6095">
                  <c:v>-0.18462028773342412</c:v>
                </c:pt>
                <c:pt idx="6096">
                  <c:v>-7.5908371282936505E-3</c:v>
                </c:pt>
                <c:pt idx="6097">
                  <c:v>-1.1584988913808008E-2</c:v>
                </c:pt>
                <c:pt idx="6098">
                  <c:v>-1.0084668388443805E-2</c:v>
                </c:pt>
                <c:pt idx="6099">
                  <c:v>3.573948152535227E-3</c:v>
                </c:pt>
                <c:pt idx="6100">
                  <c:v>1.1734265564852494E-2</c:v>
                </c:pt>
                <c:pt idx="6101">
                  <c:v>1.7521447428857275E-2</c:v>
                </c:pt>
                <c:pt idx="6102">
                  <c:v>1.4948269622571331E-2</c:v>
                </c:pt>
                <c:pt idx="6103">
                  <c:v>-0.14580468359765469</c:v>
                </c:pt>
                <c:pt idx="6104">
                  <c:v>-0.29502655197471422</c:v>
                </c:pt>
                <c:pt idx="6105">
                  <c:v>-0.18586544140254099</c:v>
                </c:pt>
                <c:pt idx="6106">
                  <c:v>-0.24798896293810352</c:v>
                </c:pt>
                <c:pt idx="6107">
                  <c:v>-0.27012959573105505</c:v>
                </c:pt>
                <c:pt idx="6108">
                  <c:v>-0.35456992256330133</c:v>
                </c:pt>
                <c:pt idx="6109">
                  <c:v>-0.33506928806725284</c:v>
                </c:pt>
                <c:pt idx="6110">
                  <c:v>-0.373528903928872</c:v>
                </c:pt>
                <c:pt idx="6111">
                  <c:v>-0.4581855300737287</c:v>
                </c:pt>
                <c:pt idx="6112">
                  <c:v>-0.39699556904189193</c:v>
                </c:pt>
                <c:pt idx="6113">
                  <c:v>-0.38377855911306902</c:v>
                </c:pt>
                <c:pt idx="6114">
                  <c:v>-0.37565564288447384</c:v>
                </c:pt>
                <c:pt idx="6115">
                  <c:v>-0.3274474421409807</c:v>
                </c:pt>
                <c:pt idx="6116">
                  <c:v>-0.32386822121046877</c:v>
                </c:pt>
                <c:pt idx="6117">
                  <c:v>-0.31911449023023192</c:v>
                </c:pt>
                <c:pt idx="6118">
                  <c:v>-0.26589802248587913</c:v>
                </c:pt>
                <c:pt idx="6119">
                  <c:v>-0.10268356972514067</c:v>
                </c:pt>
                <c:pt idx="6120">
                  <c:v>8.7438358811253152E-3</c:v>
                </c:pt>
                <c:pt idx="6121">
                  <c:v>1.6852191867875625E-2</c:v>
                </c:pt>
                <c:pt idx="6122">
                  <c:v>2.0535945810114319E-2</c:v>
                </c:pt>
                <c:pt idx="6123">
                  <c:v>9.3785533547710489E-3</c:v>
                </c:pt>
                <c:pt idx="6124">
                  <c:v>1.8474734806071848E-2</c:v>
                </c:pt>
                <c:pt idx="6125">
                  <c:v>1.7644463309716477E-2</c:v>
                </c:pt>
                <c:pt idx="6126">
                  <c:v>2.1663387745236368E-2</c:v>
                </c:pt>
                <c:pt idx="6127">
                  <c:v>-7.0842948380291607E-2</c:v>
                </c:pt>
                <c:pt idx="6128">
                  <c:v>-0.12796673829574834</c:v>
                </c:pt>
                <c:pt idx="6129">
                  <c:v>-3.6182353109909658E-2</c:v>
                </c:pt>
                <c:pt idx="6130">
                  <c:v>-6.4166336699075455E-2</c:v>
                </c:pt>
                <c:pt idx="6131">
                  <c:v>-0.11504616735878712</c:v>
                </c:pt>
                <c:pt idx="6132">
                  <c:v>-0.11369670317655323</c:v>
                </c:pt>
                <c:pt idx="6133">
                  <c:v>-0.18177836784933221</c:v>
                </c:pt>
                <c:pt idx="6134">
                  <c:v>-0.1510585872228847</c:v>
                </c:pt>
                <c:pt idx="6135">
                  <c:v>-0.17638576225726993</c:v>
                </c:pt>
                <c:pt idx="6136">
                  <c:v>-0.25162447958767031</c:v>
                </c:pt>
                <c:pt idx="6137">
                  <c:v>-0.21115319794275705</c:v>
                </c:pt>
                <c:pt idx="6138">
                  <c:v>-0.22172450627211582</c:v>
                </c:pt>
                <c:pt idx="6139">
                  <c:v>-0.212698307416747</c:v>
                </c:pt>
                <c:pt idx="6140">
                  <c:v>-0.16696530929135178</c:v>
                </c:pt>
                <c:pt idx="6141">
                  <c:v>-0.17798042055857632</c:v>
                </c:pt>
                <c:pt idx="6142">
                  <c:v>-0.14190038554575379</c:v>
                </c:pt>
                <c:pt idx="6143">
                  <c:v>-4.1669077856465155E-2</c:v>
                </c:pt>
                <c:pt idx="6144">
                  <c:v>-6.2491600116017891E-3</c:v>
                </c:pt>
                <c:pt idx="6145">
                  <c:v>4.4578696784842589E-3</c:v>
                </c:pt>
                <c:pt idx="6146">
                  <c:v>6.6622104764794653E-3</c:v>
                </c:pt>
                <c:pt idx="6147">
                  <c:v>9.4756766169226958E-3</c:v>
                </c:pt>
                <c:pt idx="6148">
                  <c:v>1.3893194912212074E-2</c:v>
                </c:pt>
                <c:pt idx="6149">
                  <c:v>1.6135555488097759E-2</c:v>
                </c:pt>
                <c:pt idx="6150">
                  <c:v>1.2263307856641287E-2</c:v>
                </c:pt>
                <c:pt idx="6151">
                  <c:v>-0.1396676092348122</c:v>
                </c:pt>
                <c:pt idx="6152">
                  <c:v>-0.22328917091934197</c:v>
                </c:pt>
                <c:pt idx="6153">
                  <c:v>-0.19172463036514384</c:v>
                </c:pt>
                <c:pt idx="6154">
                  <c:v>-0.23802056212809383</c:v>
                </c:pt>
                <c:pt idx="6155">
                  <c:v>-0.36392518402757568</c:v>
                </c:pt>
                <c:pt idx="6156">
                  <c:v>-0.25901327596491963</c:v>
                </c:pt>
                <c:pt idx="6157">
                  <c:v>-0.25218444159581305</c:v>
                </c:pt>
                <c:pt idx="6158">
                  <c:v>-0.29460747664811782</c:v>
                </c:pt>
                <c:pt idx="6159">
                  <c:v>-0.3210213638377914</c:v>
                </c:pt>
                <c:pt idx="6160">
                  <c:v>-0.29748739160803644</c:v>
                </c:pt>
                <c:pt idx="6161">
                  <c:v>-0.27920369253220267</c:v>
                </c:pt>
                <c:pt idx="6162">
                  <c:v>-0.24814889806729781</c:v>
                </c:pt>
                <c:pt idx="6163">
                  <c:v>-0.21351753377143787</c:v>
                </c:pt>
                <c:pt idx="6164">
                  <c:v>-0.19438658336677492</c:v>
                </c:pt>
                <c:pt idx="6165">
                  <c:v>-0.10387344078385979</c:v>
                </c:pt>
                <c:pt idx="6166">
                  <c:v>-0.12032899826534114</c:v>
                </c:pt>
                <c:pt idx="6167">
                  <c:v>-4.0775347872283277E-2</c:v>
                </c:pt>
                <c:pt idx="6168">
                  <c:v>1.2060481959438459E-2</c:v>
                </c:pt>
                <c:pt idx="6169">
                  <c:v>1.3022133010846582E-2</c:v>
                </c:pt>
                <c:pt idx="6170">
                  <c:v>8.5103785355314151E-3</c:v>
                </c:pt>
                <c:pt idx="6171">
                  <c:v>1.1582213377506367E-2</c:v>
                </c:pt>
                <c:pt idx="6172">
                  <c:v>1.7468527019211186E-2</c:v>
                </c:pt>
                <c:pt idx="6173">
                  <c:v>1.8369097062621801E-2</c:v>
                </c:pt>
                <c:pt idx="6174">
                  <c:v>2.1612201826283851E-2</c:v>
                </c:pt>
                <c:pt idx="6175">
                  <c:v>-0.10037317523043987</c:v>
                </c:pt>
                <c:pt idx="6176">
                  <c:v>-0.21557541671388841</c:v>
                </c:pt>
                <c:pt idx="6177">
                  <c:v>-0.2330004148506464</c:v>
                </c:pt>
                <c:pt idx="6178">
                  <c:v>-0.35903942001660966</c:v>
                </c:pt>
                <c:pt idx="6179">
                  <c:v>-0.37133617268851099</c:v>
                </c:pt>
                <c:pt idx="6180">
                  <c:v>-0.38906543860571335</c:v>
                </c:pt>
                <c:pt idx="6181">
                  <c:v>-0.45890114862230208</c:v>
                </c:pt>
                <c:pt idx="6182">
                  <c:v>-0.25632296966493462</c:v>
                </c:pt>
                <c:pt idx="6183">
                  <c:v>-0.16370244987174878</c:v>
                </c:pt>
                <c:pt idx="6184">
                  <c:v>-0.19167443931788114</c:v>
                </c:pt>
                <c:pt idx="6185">
                  <c:v>-0.21571822420735412</c:v>
                </c:pt>
                <c:pt idx="6186">
                  <c:v>-0.25310938189918319</c:v>
                </c:pt>
                <c:pt idx="6187">
                  <c:v>-0.27665420272341151</c:v>
                </c:pt>
                <c:pt idx="6188">
                  <c:v>-0.26179482489361816</c:v>
                </c:pt>
                <c:pt idx="6189">
                  <c:v>-0.18794437269492381</c:v>
                </c:pt>
                <c:pt idx="6190">
                  <c:v>-0.21980177413208421</c:v>
                </c:pt>
                <c:pt idx="6191">
                  <c:v>-0.1000033598955115</c:v>
                </c:pt>
                <c:pt idx="6192">
                  <c:v>-1.4471612123343031E-3</c:v>
                </c:pt>
                <c:pt idx="6193">
                  <c:v>-2.1789021312177003E-3</c:v>
                </c:pt>
                <c:pt idx="6194">
                  <c:v>1.8148679964138381E-3</c:v>
                </c:pt>
                <c:pt idx="6195">
                  <c:v>1.2663690445171833E-2</c:v>
                </c:pt>
                <c:pt idx="6196">
                  <c:v>1.7172841446580007E-2</c:v>
                </c:pt>
                <c:pt idx="6197">
                  <c:v>1.8136302622237525E-2</c:v>
                </c:pt>
                <c:pt idx="6198">
                  <c:v>1.9442044712893829E-2</c:v>
                </c:pt>
                <c:pt idx="6199">
                  <c:v>2.1244897960740056E-2</c:v>
                </c:pt>
                <c:pt idx="6200">
                  <c:v>2.1857344985490985E-2</c:v>
                </c:pt>
                <c:pt idx="6201">
                  <c:v>2.1310611921795349E-2</c:v>
                </c:pt>
                <c:pt idx="6202">
                  <c:v>-0.12305686125874425</c:v>
                </c:pt>
                <c:pt idx="6203">
                  <c:v>-0.19919405658932562</c:v>
                </c:pt>
                <c:pt idx="6204">
                  <c:v>-0.18184608666411767</c:v>
                </c:pt>
                <c:pt idx="6205">
                  <c:v>-0.22589421359319711</c:v>
                </c:pt>
                <c:pt idx="6206">
                  <c:v>-0.25985730461783652</c:v>
                </c:pt>
                <c:pt idx="6207">
                  <c:v>-0.24460974372712599</c:v>
                </c:pt>
                <c:pt idx="6208">
                  <c:v>-0.30135448713905483</c:v>
                </c:pt>
                <c:pt idx="6209">
                  <c:v>-0.28340204509260547</c:v>
                </c:pt>
                <c:pt idx="6210">
                  <c:v>-6.9890832682365539E-2</c:v>
                </c:pt>
                <c:pt idx="6211">
                  <c:v>-0.16597537805839377</c:v>
                </c:pt>
                <c:pt idx="6212">
                  <c:v>-0.13140130753612514</c:v>
                </c:pt>
                <c:pt idx="6213">
                  <c:v>-9.4120607885852747E-2</c:v>
                </c:pt>
                <c:pt idx="6214">
                  <c:v>-0.17119697298696693</c:v>
                </c:pt>
                <c:pt idx="6215">
                  <c:v>-2.8233226799397923E-2</c:v>
                </c:pt>
                <c:pt idx="6216">
                  <c:v>-2.7569706481950243E-2</c:v>
                </c:pt>
                <c:pt idx="6217">
                  <c:v>3.000920014322471E-3</c:v>
                </c:pt>
                <c:pt idx="6218">
                  <c:v>1.2698195558478799E-2</c:v>
                </c:pt>
                <c:pt idx="6219">
                  <c:v>1.2710193216737133E-2</c:v>
                </c:pt>
                <c:pt idx="6220">
                  <c:v>2.0110592256112211E-2</c:v>
                </c:pt>
                <c:pt idx="6221">
                  <c:v>2.132567806139455E-2</c:v>
                </c:pt>
                <c:pt idx="6222">
                  <c:v>2.1278669728796301E-2</c:v>
                </c:pt>
                <c:pt idx="6223">
                  <c:v>2.2855451290419018E-2</c:v>
                </c:pt>
                <c:pt idx="6224">
                  <c:v>2.2931401212696351E-2</c:v>
                </c:pt>
                <c:pt idx="6225">
                  <c:v>2.4666542825633721E-2</c:v>
                </c:pt>
                <c:pt idx="6226">
                  <c:v>2.7088460332391189E-2</c:v>
                </c:pt>
                <c:pt idx="6227">
                  <c:v>2.4835511543678898E-2</c:v>
                </c:pt>
                <c:pt idx="6228">
                  <c:v>2.6985236983235267E-2</c:v>
                </c:pt>
                <c:pt idx="6229">
                  <c:v>2.2817862662793474E-2</c:v>
                </c:pt>
                <c:pt idx="6230">
                  <c:v>2.0852567377973089E-2</c:v>
                </c:pt>
                <c:pt idx="6231">
                  <c:v>2.2223553361566364E-2</c:v>
                </c:pt>
                <c:pt idx="6232">
                  <c:v>2.524052765345949E-2</c:v>
                </c:pt>
                <c:pt idx="6233">
                  <c:v>2.5436603871603389E-2</c:v>
                </c:pt>
                <c:pt idx="6234">
                  <c:v>2.3558779815374273E-2</c:v>
                </c:pt>
                <c:pt idx="6235">
                  <c:v>2.8906788780320769E-2</c:v>
                </c:pt>
                <c:pt idx="6236">
                  <c:v>2.3846247837875045E-2</c:v>
                </c:pt>
                <c:pt idx="6237">
                  <c:v>2.6948994147272771E-2</c:v>
                </c:pt>
                <c:pt idx="6238">
                  <c:v>2.356141163464855E-2</c:v>
                </c:pt>
                <c:pt idx="6239">
                  <c:v>2.5815532818142448E-2</c:v>
                </c:pt>
                <c:pt idx="6240">
                  <c:v>2.6224372948429591E-2</c:v>
                </c:pt>
                <c:pt idx="6241">
                  <c:v>2.2896452065299191E-2</c:v>
                </c:pt>
                <c:pt idx="6242">
                  <c:v>2.264927401123415E-2</c:v>
                </c:pt>
                <c:pt idx="6243">
                  <c:v>2.2638192976687562E-2</c:v>
                </c:pt>
                <c:pt idx="6244">
                  <c:v>2.2769791988700931E-2</c:v>
                </c:pt>
                <c:pt idx="6245">
                  <c:v>2.150053225253272E-2</c:v>
                </c:pt>
                <c:pt idx="6246">
                  <c:v>2.0955624002021795E-2</c:v>
                </c:pt>
                <c:pt idx="6247">
                  <c:v>2.0144229793559409E-2</c:v>
                </c:pt>
                <c:pt idx="6248">
                  <c:v>2.1729512085093657E-2</c:v>
                </c:pt>
                <c:pt idx="6249">
                  <c:v>2.0291117421660163E-2</c:v>
                </c:pt>
                <c:pt idx="6250">
                  <c:v>2.3265593154112474E-2</c:v>
                </c:pt>
                <c:pt idx="6251">
                  <c:v>2.391350426930583E-2</c:v>
                </c:pt>
                <c:pt idx="6252">
                  <c:v>2.2306282486357572E-2</c:v>
                </c:pt>
                <c:pt idx="6253">
                  <c:v>1.9058805868909463E-2</c:v>
                </c:pt>
                <c:pt idx="6254">
                  <c:v>5.0355165574389009E-3</c:v>
                </c:pt>
                <c:pt idx="6255">
                  <c:v>-8.5973288391167732E-2</c:v>
                </c:pt>
                <c:pt idx="6256">
                  <c:v>-0.1337313819799622</c:v>
                </c:pt>
                <c:pt idx="6257">
                  <c:v>-0.10783798749859143</c:v>
                </c:pt>
                <c:pt idx="6258">
                  <c:v>-0.11173001244748028</c:v>
                </c:pt>
                <c:pt idx="6259">
                  <c:v>-8.7075890725482774E-2</c:v>
                </c:pt>
                <c:pt idx="6260">
                  <c:v>-4.1096442134181253E-2</c:v>
                </c:pt>
                <c:pt idx="6261">
                  <c:v>1.5130117490840379E-2</c:v>
                </c:pt>
                <c:pt idx="6262">
                  <c:v>1.8145662487097387E-2</c:v>
                </c:pt>
                <c:pt idx="6263">
                  <c:v>2.418232281412187E-2</c:v>
                </c:pt>
                <c:pt idx="6264">
                  <c:v>2.5735249777550911E-2</c:v>
                </c:pt>
                <c:pt idx="6265">
                  <c:v>2.063092195622521E-2</c:v>
                </c:pt>
                <c:pt idx="6266">
                  <c:v>2.3113702472435493E-2</c:v>
                </c:pt>
                <c:pt idx="6267">
                  <c:v>2.3435392057793169E-2</c:v>
                </c:pt>
                <c:pt idx="6268">
                  <c:v>2.0484543558796427E-2</c:v>
                </c:pt>
                <c:pt idx="6269">
                  <c:v>2.3640937543527311E-2</c:v>
                </c:pt>
                <c:pt idx="6270">
                  <c:v>2.4669600566635929E-2</c:v>
                </c:pt>
                <c:pt idx="6271">
                  <c:v>2.1985650123129898E-2</c:v>
                </c:pt>
                <c:pt idx="6272">
                  <c:v>1.9522747995946051E-2</c:v>
                </c:pt>
                <c:pt idx="6273">
                  <c:v>2.2181604567338139E-2</c:v>
                </c:pt>
                <c:pt idx="6274">
                  <c:v>2.2506826248294226E-2</c:v>
                </c:pt>
                <c:pt idx="6275">
                  <c:v>3.1170363368337971E-2</c:v>
                </c:pt>
                <c:pt idx="6276">
                  <c:v>-0.19513884388600089</c:v>
                </c:pt>
                <c:pt idx="6277">
                  <c:v>-0.1645231823073926</c:v>
                </c:pt>
                <c:pt idx="6278">
                  <c:v>-0.15071112487014554</c:v>
                </c:pt>
                <c:pt idx="6279">
                  <c:v>-0.21506782808147346</c:v>
                </c:pt>
                <c:pt idx="6280">
                  <c:v>-0.2087735985772543</c:v>
                </c:pt>
                <c:pt idx="6281">
                  <c:v>-0.16739849927522699</c:v>
                </c:pt>
                <c:pt idx="6282">
                  <c:v>-0.16896204788673583</c:v>
                </c:pt>
                <c:pt idx="6283">
                  <c:v>-7.8407755411339472E-2</c:v>
                </c:pt>
                <c:pt idx="6284">
                  <c:v>-0.1647347865727504</c:v>
                </c:pt>
                <c:pt idx="6285">
                  <c:v>-0.1435608847860026</c:v>
                </c:pt>
                <c:pt idx="6286">
                  <c:v>-0.18147947510397686</c:v>
                </c:pt>
                <c:pt idx="6287">
                  <c:v>9.1266591295521126E-3</c:v>
                </c:pt>
                <c:pt idx="6288">
                  <c:v>1.357341900478321E-2</c:v>
                </c:pt>
                <c:pt idx="6289">
                  <c:v>1.2694478217552759E-2</c:v>
                </c:pt>
                <c:pt idx="6290">
                  <c:v>1.0098960378018355E-2</c:v>
                </c:pt>
                <c:pt idx="6291">
                  <c:v>1.317235909470986E-2</c:v>
                </c:pt>
                <c:pt idx="6292">
                  <c:v>1.9730417098292621E-2</c:v>
                </c:pt>
                <c:pt idx="6293">
                  <c:v>2.3034691215091729E-2</c:v>
                </c:pt>
                <c:pt idx="6294">
                  <c:v>2.107622489437953E-2</c:v>
                </c:pt>
                <c:pt idx="6295">
                  <c:v>1.0360575845225619E-2</c:v>
                </c:pt>
                <c:pt idx="6296">
                  <c:v>-0.17873970577485371</c:v>
                </c:pt>
                <c:pt idx="6297">
                  <c:v>-0.27501381173104067</c:v>
                </c:pt>
                <c:pt idx="6298">
                  <c:v>-0.21482956964148742</c:v>
                </c:pt>
                <c:pt idx="6299">
                  <c:v>-0.27254509758010648</c:v>
                </c:pt>
                <c:pt idx="6300">
                  <c:v>-0.28284598156092589</c:v>
                </c:pt>
                <c:pt idx="6301">
                  <c:v>-0.31872802983428261</c:v>
                </c:pt>
                <c:pt idx="6302">
                  <c:v>-0.29792468492209995</c:v>
                </c:pt>
                <c:pt idx="6303">
                  <c:v>-0.33676138861678312</c:v>
                </c:pt>
                <c:pt idx="6304">
                  <c:v>-0.29333722526120976</c:v>
                </c:pt>
                <c:pt idx="6305">
                  <c:v>-0.27471323913082907</c:v>
                </c:pt>
                <c:pt idx="6306">
                  <c:v>-0.31486915461301218</c:v>
                </c:pt>
                <c:pt idx="6307">
                  <c:v>-0.27546541061911939</c:v>
                </c:pt>
                <c:pt idx="6308">
                  <c:v>-0.23477137288231817</c:v>
                </c:pt>
                <c:pt idx="6309">
                  <c:v>-6.164946687934645E-2</c:v>
                </c:pt>
                <c:pt idx="6310">
                  <c:v>-0.21339296991720041</c:v>
                </c:pt>
                <c:pt idx="6311">
                  <c:v>-9.6622876158125124E-3</c:v>
                </c:pt>
                <c:pt idx="6312">
                  <c:v>-2.2864398188139038E-3</c:v>
                </c:pt>
                <c:pt idx="6313">
                  <c:v>-9.5157341852855409E-4</c:v>
                </c:pt>
                <c:pt idx="6314">
                  <c:v>8.0874467553215309E-3</c:v>
                </c:pt>
                <c:pt idx="6315">
                  <c:v>1.9032546639234947E-2</c:v>
                </c:pt>
                <c:pt idx="6316">
                  <c:v>2.2845485590909202E-2</c:v>
                </c:pt>
                <c:pt idx="6317">
                  <c:v>2.137667812796936E-2</c:v>
                </c:pt>
                <c:pt idx="6318">
                  <c:v>1.9961684093411289E-2</c:v>
                </c:pt>
                <c:pt idx="6319">
                  <c:v>1.4655824373730102E-2</c:v>
                </c:pt>
                <c:pt idx="6320">
                  <c:v>-0.21521920033185601</c:v>
                </c:pt>
                <c:pt idx="6321">
                  <c:v>-0.28390455534027326</c:v>
                </c:pt>
                <c:pt idx="6322">
                  <c:v>-0.27167474465246749</c:v>
                </c:pt>
                <c:pt idx="6323">
                  <c:v>-0.27658330068535586</c:v>
                </c:pt>
                <c:pt idx="6324">
                  <c:v>-0.29686689282561451</c:v>
                </c:pt>
                <c:pt idx="6325">
                  <c:v>-0.3439057488054445</c:v>
                </c:pt>
                <c:pt idx="6326">
                  <c:v>-0.34538363871419814</c:v>
                </c:pt>
                <c:pt idx="6327">
                  <c:v>-0.34290757573086927</c:v>
                </c:pt>
                <c:pt idx="6328">
                  <c:v>-0.3739357127605098</c:v>
                </c:pt>
                <c:pt idx="6329">
                  <c:v>-0.36669487775911208</c:v>
                </c:pt>
                <c:pt idx="6330">
                  <c:v>-0.37073774664611647</c:v>
                </c:pt>
                <c:pt idx="6331">
                  <c:v>-0.38153265513450002</c:v>
                </c:pt>
                <c:pt idx="6332">
                  <c:v>-0.35189132580336507</c:v>
                </c:pt>
                <c:pt idx="6333">
                  <c:v>-0.22244379967222916</c:v>
                </c:pt>
                <c:pt idx="6334">
                  <c:v>-0.24781240208435493</c:v>
                </c:pt>
                <c:pt idx="6335">
                  <c:v>-0.20194933930729228</c:v>
                </c:pt>
                <c:pt idx="6336">
                  <c:v>-1.5343454755727119E-2</c:v>
                </c:pt>
                <c:pt idx="6337">
                  <c:v>-5.3589914096895484E-3</c:v>
                </c:pt>
                <c:pt idx="6338">
                  <c:v>8.4884677238844693E-4</c:v>
                </c:pt>
                <c:pt idx="6339">
                  <c:v>1.3888058512339355E-2</c:v>
                </c:pt>
                <c:pt idx="6340">
                  <c:v>1.6494484802075278E-2</c:v>
                </c:pt>
                <c:pt idx="6341">
                  <c:v>1.7726685893177354E-2</c:v>
                </c:pt>
                <c:pt idx="6342">
                  <c:v>1.1390094262320407E-2</c:v>
                </c:pt>
                <c:pt idx="6343">
                  <c:v>-0.15589476645433503</c:v>
                </c:pt>
                <c:pt idx="6344">
                  <c:v>-0.39369185891657288</c:v>
                </c:pt>
                <c:pt idx="6345">
                  <c:v>-0.3522514506585363</c:v>
                </c:pt>
                <c:pt idx="6346">
                  <c:v>-0.35233352339814256</c:v>
                </c:pt>
                <c:pt idx="6347">
                  <c:v>-0.42420286987904604</c:v>
                </c:pt>
                <c:pt idx="6348">
                  <c:v>-0.45247502427697717</c:v>
                </c:pt>
                <c:pt idx="6349">
                  <c:v>-0.43492716338013959</c:v>
                </c:pt>
                <c:pt idx="6350">
                  <c:v>-0.41465633856367107</c:v>
                </c:pt>
                <c:pt idx="6351">
                  <c:v>-0.40957294965036356</c:v>
                </c:pt>
                <c:pt idx="6352">
                  <c:v>-0.43231107626893278</c:v>
                </c:pt>
                <c:pt idx="6353">
                  <c:v>-0.43106314147776803</c:v>
                </c:pt>
                <c:pt idx="6354">
                  <c:v>-0.41116564267673772</c:v>
                </c:pt>
                <c:pt idx="6355">
                  <c:v>-0.38549520510751323</c:v>
                </c:pt>
                <c:pt idx="6356">
                  <c:v>-0.38746429680969063</c:v>
                </c:pt>
                <c:pt idx="6357">
                  <c:v>-0.36239560704726842</c:v>
                </c:pt>
                <c:pt idx="6358">
                  <c:v>-0.31280028345402244</c:v>
                </c:pt>
                <c:pt idx="6359">
                  <c:v>-7.599346639081421E-2</c:v>
                </c:pt>
                <c:pt idx="6360">
                  <c:v>-8.0732822393045547E-3</c:v>
                </c:pt>
                <c:pt idx="6361">
                  <c:v>-1.773171391296793E-2</c:v>
                </c:pt>
                <c:pt idx="6362">
                  <c:v>7.886224039750242E-3</c:v>
                </c:pt>
                <c:pt idx="6363">
                  <c:v>2.1344998572069881E-2</c:v>
                </c:pt>
                <c:pt idx="6364">
                  <c:v>1.6035269397726676E-2</c:v>
                </c:pt>
                <c:pt idx="6365">
                  <c:v>2.0929571409946432E-2</c:v>
                </c:pt>
                <c:pt idx="6366">
                  <c:v>1.9669631423940657E-2</c:v>
                </c:pt>
                <c:pt idx="6367">
                  <c:v>-0.14174157878370866</c:v>
                </c:pt>
                <c:pt idx="6368">
                  <c:v>-0.40309181561592267</c:v>
                </c:pt>
                <c:pt idx="6369">
                  <c:v>-0.36071424968077564</c:v>
                </c:pt>
                <c:pt idx="6370">
                  <c:v>-0.39034120351665691</c:v>
                </c:pt>
                <c:pt idx="6371">
                  <c:v>-0.4361422555326861</c:v>
                </c:pt>
                <c:pt idx="6372">
                  <c:v>-0.49616726395632255</c:v>
                </c:pt>
                <c:pt idx="6373">
                  <c:v>-0.47716690185887184</c:v>
                </c:pt>
                <c:pt idx="6374">
                  <c:v>-0.50806731269507477</c:v>
                </c:pt>
                <c:pt idx="6375">
                  <c:v>-0.53634716376181302</c:v>
                </c:pt>
                <c:pt idx="6376">
                  <c:v>-0.54764330031922037</c:v>
                </c:pt>
                <c:pt idx="6377">
                  <c:v>-0.50800763541202854</c:v>
                </c:pt>
                <c:pt idx="6378">
                  <c:v>-0.48327424960223703</c:v>
                </c:pt>
                <c:pt idx="6379">
                  <c:v>-0.44736452584563552</c:v>
                </c:pt>
                <c:pt idx="6380">
                  <c:v>-0.41377105696650984</c:v>
                </c:pt>
                <c:pt idx="6381">
                  <c:v>-0.39323907378264095</c:v>
                </c:pt>
                <c:pt idx="6382">
                  <c:v>-0.37240032681978041</c:v>
                </c:pt>
                <c:pt idx="6383">
                  <c:v>-0.17067483854711435</c:v>
                </c:pt>
                <c:pt idx="6384">
                  <c:v>-2.9195032329424171E-2</c:v>
                </c:pt>
                <c:pt idx="6385">
                  <c:v>-2.2789014577392575E-2</c:v>
                </c:pt>
                <c:pt idx="6386">
                  <c:v>-2.414713591511275E-3</c:v>
                </c:pt>
                <c:pt idx="6387">
                  <c:v>8.3903828752241952E-3</c:v>
                </c:pt>
                <c:pt idx="6388">
                  <c:v>1.2359039769244944E-2</c:v>
                </c:pt>
                <c:pt idx="6389">
                  <c:v>1.5937767852406037E-2</c:v>
                </c:pt>
                <c:pt idx="6390">
                  <c:v>1.5791869414921677E-2</c:v>
                </c:pt>
                <c:pt idx="6391">
                  <c:v>-0.1660796373132962</c:v>
                </c:pt>
                <c:pt idx="6392">
                  <c:v>-0.34842685938981027</c:v>
                </c:pt>
                <c:pt idx="6393">
                  <c:v>-0.2882289538943576</c:v>
                </c:pt>
                <c:pt idx="6394">
                  <c:v>-0.2986388627146726</c:v>
                </c:pt>
                <c:pt idx="6395">
                  <c:v>-0.27053011043693748</c:v>
                </c:pt>
                <c:pt idx="6396">
                  <c:v>-0.2926479385681563</c:v>
                </c:pt>
                <c:pt idx="6397">
                  <c:v>-0.33486242237267705</c:v>
                </c:pt>
                <c:pt idx="6398">
                  <c:v>-0.34973504231395114</c:v>
                </c:pt>
                <c:pt idx="6399">
                  <c:v>-0.34941970659145838</c:v>
                </c:pt>
                <c:pt idx="6400">
                  <c:v>-0.37678081019576243</c:v>
                </c:pt>
                <c:pt idx="6401">
                  <c:v>-0.32738204248806713</c:v>
                </c:pt>
                <c:pt idx="6402">
                  <c:v>-0.29991062423347031</c:v>
                </c:pt>
                <c:pt idx="6403">
                  <c:v>-0.31486341686327551</c:v>
                </c:pt>
                <c:pt idx="6404">
                  <c:v>-0.32707707183491042</c:v>
                </c:pt>
                <c:pt idx="6405">
                  <c:v>-0.33118530236616278</c:v>
                </c:pt>
                <c:pt idx="6406">
                  <c:v>-0.33323870289930652</c:v>
                </c:pt>
                <c:pt idx="6407">
                  <c:v>-0.34573315783508352</c:v>
                </c:pt>
                <c:pt idx="6408">
                  <c:v>-0.19267639209661178</c:v>
                </c:pt>
                <c:pt idx="6409">
                  <c:v>-6.40111979248532E-2</c:v>
                </c:pt>
                <c:pt idx="6410">
                  <c:v>-6.1095771319809852E-2</c:v>
                </c:pt>
                <c:pt idx="6411">
                  <c:v>-2.4435778321339245E-2</c:v>
                </c:pt>
                <c:pt idx="6412">
                  <c:v>-2.6860373932998667E-3</c:v>
                </c:pt>
                <c:pt idx="6413">
                  <c:v>9.0089432063330255E-3</c:v>
                </c:pt>
                <c:pt idx="6414">
                  <c:v>1.2602323926310317E-2</c:v>
                </c:pt>
                <c:pt idx="6415">
                  <c:v>-0.17741495201617169</c:v>
                </c:pt>
                <c:pt idx="6416">
                  <c:v>-0.31417223563677416</c:v>
                </c:pt>
                <c:pt idx="6417">
                  <c:v>-0.22979925566733161</c:v>
                </c:pt>
                <c:pt idx="6418">
                  <c:v>-8.212812426451041E-2</c:v>
                </c:pt>
                <c:pt idx="6419">
                  <c:v>-0.27897152533555447</c:v>
                </c:pt>
                <c:pt idx="6420">
                  <c:v>-0.14089748403957467</c:v>
                </c:pt>
                <c:pt idx="6421">
                  <c:v>-0.43635199752040082</c:v>
                </c:pt>
                <c:pt idx="6422">
                  <c:v>-0.30055325957168355</c:v>
                </c:pt>
                <c:pt idx="6423">
                  <c:v>-0.3185881436516369</c:v>
                </c:pt>
                <c:pt idx="6424">
                  <c:v>-0.32868571358897314</c:v>
                </c:pt>
                <c:pt idx="6425">
                  <c:v>-0.19002995108626031</c:v>
                </c:pt>
                <c:pt idx="6426">
                  <c:v>-0.24473679800148748</c:v>
                </c:pt>
                <c:pt idx="6427">
                  <c:v>-0.19009726237936891</c:v>
                </c:pt>
                <c:pt idx="6428">
                  <c:v>-0.18739811275652635</c:v>
                </c:pt>
                <c:pt idx="6429">
                  <c:v>-0.25331582280968351</c:v>
                </c:pt>
                <c:pt idx="6430">
                  <c:v>-0.1940088470740827</c:v>
                </c:pt>
                <c:pt idx="6431">
                  <c:v>-0.18625490368512118</c:v>
                </c:pt>
                <c:pt idx="6432">
                  <c:v>-5.0769560000389988E-3</c:v>
                </c:pt>
                <c:pt idx="6433">
                  <c:v>3.3161252481424446E-3</c:v>
                </c:pt>
                <c:pt idx="6434">
                  <c:v>8.971555098454967E-5</c:v>
                </c:pt>
                <c:pt idx="6435">
                  <c:v>7.0386861322645445E-3</c:v>
                </c:pt>
                <c:pt idx="6436">
                  <c:v>1.5912729625624959E-2</c:v>
                </c:pt>
                <c:pt idx="6437">
                  <c:v>1.9132065333107823E-2</c:v>
                </c:pt>
                <c:pt idx="6438">
                  <c:v>1.9005784615945213E-2</c:v>
                </c:pt>
                <c:pt idx="6439">
                  <c:v>-9.4375780334493897E-2</c:v>
                </c:pt>
                <c:pt idx="6440">
                  <c:v>-0.27452421422145923</c:v>
                </c:pt>
                <c:pt idx="6441">
                  <c:v>-0.2605022815428823</c:v>
                </c:pt>
                <c:pt idx="6442">
                  <c:v>-0.42817263353683521</c:v>
                </c:pt>
                <c:pt idx="6443">
                  <c:v>-0.38631633957352002</c:v>
                </c:pt>
                <c:pt idx="6444">
                  <c:v>-0.47117741143864683</c:v>
                </c:pt>
                <c:pt idx="6445">
                  <c:v>-0.60290845991502118</c:v>
                </c:pt>
                <c:pt idx="6446">
                  <c:v>-0.60548759439028543</c:v>
                </c:pt>
                <c:pt idx="6447">
                  <c:v>-0.59184240888584572</c:v>
                </c:pt>
                <c:pt idx="6448">
                  <c:v>-0.52867640659724868</c:v>
                </c:pt>
                <c:pt idx="6449">
                  <c:v>-0.45719503890809149</c:v>
                </c:pt>
                <c:pt idx="6450">
                  <c:v>-0.35116651267207971</c:v>
                </c:pt>
                <c:pt idx="6451">
                  <c:v>-0.42028337580399167</c:v>
                </c:pt>
                <c:pt idx="6452">
                  <c:v>-0.3769186280720897</c:v>
                </c:pt>
                <c:pt idx="6453">
                  <c:v>-0.33449077375620556</c:v>
                </c:pt>
                <c:pt idx="6454">
                  <c:v>-0.36205491266770068</c:v>
                </c:pt>
                <c:pt idx="6455">
                  <c:v>-0.21852931556668967</c:v>
                </c:pt>
                <c:pt idx="6456">
                  <c:v>-8.7861868754463404E-2</c:v>
                </c:pt>
                <c:pt idx="6457">
                  <c:v>-3.9185627259055111E-2</c:v>
                </c:pt>
                <c:pt idx="6458">
                  <c:v>-8.7935052346836164E-3</c:v>
                </c:pt>
                <c:pt idx="6459">
                  <c:v>2.183854724462129E-3</c:v>
                </c:pt>
                <c:pt idx="6460">
                  <c:v>1.0429478857524266E-2</c:v>
                </c:pt>
                <c:pt idx="6461">
                  <c:v>1.6889322465919211E-2</c:v>
                </c:pt>
                <c:pt idx="6462">
                  <c:v>1.7389305686837348E-2</c:v>
                </c:pt>
                <c:pt idx="6463">
                  <c:v>-0.12123595820605491</c:v>
                </c:pt>
                <c:pt idx="6464">
                  <c:v>-0.32446759096927152</c:v>
                </c:pt>
                <c:pt idx="6465">
                  <c:v>-0.31676156038458547</c:v>
                </c:pt>
                <c:pt idx="6466">
                  <c:v>-0.39174894084818285</c:v>
                </c:pt>
                <c:pt idx="6467">
                  <c:v>-0.40082044831099384</c:v>
                </c:pt>
                <c:pt idx="6468">
                  <c:v>-0.46689406367466585</c:v>
                </c:pt>
                <c:pt idx="6469">
                  <c:v>-0.48051727701548536</c:v>
                </c:pt>
                <c:pt idx="6470">
                  <c:v>-0.45198247998554947</c:v>
                </c:pt>
                <c:pt idx="6471">
                  <c:v>-0.49270293955505495</c:v>
                </c:pt>
                <c:pt idx="6472">
                  <c:v>-0.48765646434198923</c:v>
                </c:pt>
                <c:pt idx="6473">
                  <c:v>-0.38239268062770693</c:v>
                </c:pt>
                <c:pt idx="6474">
                  <c:v>-0.40242220129734563</c:v>
                </c:pt>
                <c:pt idx="6475">
                  <c:v>-0.39430212547661297</c:v>
                </c:pt>
                <c:pt idx="6476">
                  <c:v>-0.3386871709598217</c:v>
                </c:pt>
                <c:pt idx="6477">
                  <c:v>-0.31243132338864971</c:v>
                </c:pt>
                <c:pt idx="6478">
                  <c:v>-0.30235805246647335</c:v>
                </c:pt>
                <c:pt idx="6479">
                  <c:v>-0.17250594141225556</c:v>
                </c:pt>
                <c:pt idx="6480">
                  <c:v>-4.7527026268360084E-2</c:v>
                </c:pt>
                <c:pt idx="6481">
                  <c:v>-3.7842723849131205E-2</c:v>
                </c:pt>
                <c:pt idx="6482">
                  <c:v>-1.4002576176858933E-2</c:v>
                </c:pt>
                <c:pt idx="6483">
                  <c:v>-3.5067597616364487E-3</c:v>
                </c:pt>
                <c:pt idx="6484">
                  <c:v>-2.2434733886888443E-3</c:v>
                </c:pt>
                <c:pt idx="6485">
                  <c:v>6.1309826348672518E-3</c:v>
                </c:pt>
                <c:pt idx="6486">
                  <c:v>8.9533613746086409E-3</c:v>
                </c:pt>
                <c:pt idx="6487">
                  <c:v>-0.11121930863678296</c:v>
                </c:pt>
                <c:pt idx="6488">
                  <c:v>-0.32031242214588435</c:v>
                </c:pt>
                <c:pt idx="6489">
                  <c:v>-0.33438820830979182</c:v>
                </c:pt>
                <c:pt idx="6490">
                  <c:v>-0.37312269225854588</c:v>
                </c:pt>
                <c:pt idx="6491">
                  <c:v>-0.33825650111784589</c:v>
                </c:pt>
                <c:pt idx="6492">
                  <c:v>-0.31371609137540973</c:v>
                </c:pt>
                <c:pt idx="6493">
                  <c:v>-0.36906657367041507</c:v>
                </c:pt>
                <c:pt idx="6494">
                  <c:v>-0.3276369913548689</c:v>
                </c:pt>
                <c:pt idx="6495">
                  <c:v>-0.288772172725757</c:v>
                </c:pt>
                <c:pt idx="6496">
                  <c:v>-0.29989391162394807</c:v>
                </c:pt>
                <c:pt idx="6497">
                  <c:v>-0.27985070307615523</c:v>
                </c:pt>
                <c:pt idx="6498">
                  <c:v>-0.2481260640793666</c:v>
                </c:pt>
                <c:pt idx="6499">
                  <c:v>-0.25182371491347261</c:v>
                </c:pt>
                <c:pt idx="6500">
                  <c:v>-0.13058000117494425</c:v>
                </c:pt>
                <c:pt idx="6501">
                  <c:v>-0.14772925425685146</c:v>
                </c:pt>
                <c:pt idx="6502">
                  <c:v>-0.13221609174115068</c:v>
                </c:pt>
                <c:pt idx="6503">
                  <c:v>-0.11389497090501252</c:v>
                </c:pt>
                <c:pt idx="6504">
                  <c:v>-3.2560697796979259E-3</c:v>
                </c:pt>
                <c:pt idx="6505">
                  <c:v>-4.3800883122291859E-3</c:v>
                </c:pt>
                <c:pt idx="6506">
                  <c:v>-1.6717765511428879E-3</c:v>
                </c:pt>
                <c:pt idx="6507">
                  <c:v>5.0311811681413464E-3</c:v>
                </c:pt>
                <c:pt idx="6508">
                  <c:v>1.6055700536252597E-2</c:v>
                </c:pt>
                <c:pt idx="6509">
                  <c:v>2.0117098467513812E-2</c:v>
                </c:pt>
                <c:pt idx="6510">
                  <c:v>2.1357206578128392E-2</c:v>
                </c:pt>
                <c:pt idx="6511">
                  <c:v>-4.9245154675303444E-2</c:v>
                </c:pt>
                <c:pt idx="6512">
                  <c:v>-0.12739329081409184</c:v>
                </c:pt>
                <c:pt idx="6513">
                  <c:v>-0.22892197675706275</c:v>
                </c:pt>
                <c:pt idx="6514">
                  <c:v>-0.26438755513280454</c:v>
                </c:pt>
                <c:pt idx="6515">
                  <c:v>-0.27726219056103529</c:v>
                </c:pt>
                <c:pt idx="6516">
                  <c:v>-0.30047429075457799</c:v>
                </c:pt>
                <c:pt idx="6517">
                  <c:v>-0.29457444640658781</c:v>
                </c:pt>
                <c:pt idx="6518">
                  <c:v>-0.34197836422952799</c:v>
                </c:pt>
                <c:pt idx="6519">
                  <c:v>-0.36352793319437277</c:v>
                </c:pt>
                <c:pt idx="6520">
                  <c:v>-0.3709538055106324</c:v>
                </c:pt>
                <c:pt idx="6521">
                  <c:v>-0.3300419986517254</c:v>
                </c:pt>
                <c:pt idx="6522">
                  <c:v>-0.34769949081125257</c:v>
                </c:pt>
                <c:pt idx="6523">
                  <c:v>-0.35463957673273755</c:v>
                </c:pt>
                <c:pt idx="6524">
                  <c:v>-0.35155684028146056</c:v>
                </c:pt>
                <c:pt idx="6525">
                  <c:v>-0.36317725301480608</c:v>
                </c:pt>
                <c:pt idx="6526">
                  <c:v>-0.31184813901232511</c:v>
                </c:pt>
                <c:pt idx="6527">
                  <c:v>-0.16551949779088238</c:v>
                </c:pt>
                <c:pt idx="6528">
                  <c:v>-6.1385786267724812E-2</c:v>
                </c:pt>
                <c:pt idx="6529">
                  <c:v>-3.8005912551393323E-2</c:v>
                </c:pt>
                <c:pt idx="6530">
                  <c:v>-1.4278645882704027E-2</c:v>
                </c:pt>
                <c:pt idx="6531">
                  <c:v>-2.0786069274176585E-3</c:v>
                </c:pt>
                <c:pt idx="6532">
                  <c:v>7.7783859450977809E-3</c:v>
                </c:pt>
                <c:pt idx="6533">
                  <c:v>1.4304974347418819E-2</c:v>
                </c:pt>
                <c:pt idx="6534">
                  <c:v>1.7840163857285058E-2</c:v>
                </c:pt>
                <c:pt idx="6535">
                  <c:v>-0.12546776830758546</c:v>
                </c:pt>
                <c:pt idx="6536">
                  <c:v>-0.34349430678837872</c:v>
                </c:pt>
                <c:pt idx="6537">
                  <c:v>-0.43034390190569211</c:v>
                </c:pt>
                <c:pt idx="6538">
                  <c:v>-0.42805628556701131</c:v>
                </c:pt>
                <c:pt idx="6539">
                  <c:v>-0.52665062108055705</c:v>
                </c:pt>
                <c:pt idx="6540">
                  <c:v>-0.48183427170738569</c:v>
                </c:pt>
                <c:pt idx="6541">
                  <c:v>-0.53174457111418649</c:v>
                </c:pt>
                <c:pt idx="6542">
                  <c:v>-0.51939314766018663</c:v>
                </c:pt>
                <c:pt idx="6543">
                  <c:v>-0.52620266133831917</c:v>
                </c:pt>
                <c:pt idx="6544">
                  <c:v>-0.50029283478202868</c:v>
                </c:pt>
                <c:pt idx="6545">
                  <c:v>-0.4954725024613395</c:v>
                </c:pt>
                <c:pt idx="6546">
                  <c:v>-0.49023761627723422</c:v>
                </c:pt>
                <c:pt idx="6547">
                  <c:v>-0.50993981380510045</c:v>
                </c:pt>
                <c:pt idx="6548">
                  <c:v>-0.49103583140796753</c:v>
                </c:pt>
                <c:pt idx="6549">
                  <c:v>-0.44831716775104896</c:v>
                </c:pt>
                <c:pt idx="6550">
                  <c:v>-0.44789151419841383</c:v>
                </c:pt>
                <c:pt idx="6551">
                  <c:v>-0.25382209705226255</c:v>
                </c:pt>
                <c:pt idx="6552">
                  <c:v>-9.5688436982036509E-2</c:v>
                </c:pt>
                <c:pt idx="6553">
                  <c:v>-3.844539584639501E-2</c:v>
                </c:pt>
                <c:pt idx="6554">
                  <c:v>1.6756312178296507E-3</c:v>
                </c:pt>
                <c:pt idx="6555">
                  <c:v>1.1398276208116289E-2</c:v>
                </c:pt>
                <c:pt idx="6556">
                  <c:v>1.4646474734016562E-2</c:v>
                </c:pt>
                <c:pt idx="6557">
                  <c:v>1.9530273508430587E-2</c:v>
                </c:pt>
                <c:pt idx="6558">
                  <c:v>1.7773648684456571E-2</c:v>
                </c:pt>
                <c:pt idx="6559">
                  <c:v>-0.14759230535642817</c:v>
                </c:pt>
                <c:pt idx="6560">
                  <c:v>-0.38949618252254703</c:v>
                </c:pt>
                <c:pt idx="6561">
                  <c:v>-0.35249847885807034</c:v>
                </c:pt>
                <c:pt idx="6562">
                  <c:v>-0.42204724616226863</c:v>
                </c:pt>
                <c:pt idx="6563">
                  <c:v>-0.37741173743358913</c:v>
                </c:pt>
                <c:pt idx="6564">
                  <c:v>-0.37401167203034763</c:v>
                </c:pt>
                <c:pt idx="6565">
                  <c:v>-0.40537246650397069</c:v>
                </c:pt>
                <c:pt idx="6566">
                  <c:v>-0.43158085514786154</c:v>
                </c:pt>
                <c:pt idx="6567">
                  <c:v>-0.38329230725128854</c:v>
                </c:pt>
                <c:pt idx="6568">
                  <c:v>-0.39749138134894846</c:v>
                </c:pt>
                <c:pt idx="6569">
                  <c:v>-0.38485951686633818</c:v>
                </c:pt>
                <c:pt idx="6570">
                  <c:v>-0.36939694164596953</c:v>
                </c:pt>
                <c:pt idx="6571">
                  <c:v>-0.3227637290113794</c:v>
                </c:pt>
                <c:pt idx="6572">
                  <c:v>-0.13534801354725817</c:v>
                </c:pt>
                <c:pt idx="6573">
                  <c:v>-0.18022496505667979</c:v>
                </c:pt>
                <c:pt idx="6574">
                  <c:v>-0.1595939526543135</c:v>
                </c:pt>
                <c:pt idx="6575">
                  <c:v>-0.1533530670200409</c:v>
                </c:pt>
                <c:pt idx="6576">
                  <c:v>-8.3212144699098718E-3</c:v>
                </c:pt>
                <c:pt idx="6577">
                  <c:v>-9.7380796276858288E-3</c:v>
                </c:pt>
                <c:pt idx="6578">
                  <c:v>-5.1672606649983809E-3</c:v>
                </c:pt>
                <c:pt idx="6579">
                  <c:v>-2.3769424272495092E-3</c:v>
                </c:pt>
                <c:pt idx="6580">
                  <c:v>-4.823385807723137E-3</c:v>
                </c:pt>
                <c:pt idx="6581">
                  <c:v>-4.3471083542770414E-3</c:v>
                </c:pt>
                <c:pt idx="6582">
                  <c:v>-2.6611905655726693E-3</c:v>
                </c:pt>
                <c:pt idx="6583">
                  <c:v>-0.14079274799697269</c:v>
                </c:pt>
                <c:pt idx="6584">
                  <c:v>-0.29808666108060494</c:v>
                </c:pt>
                <c:pt idx="6585">
                  <c:v>-0.3523360499312968</c:v>
                </c:pt>
                <c:pt idx="6586">
                  <c:v>-0.35503070967262562</c:v>
                </c:pt>
                <c:pt idx="6587">
                  <c:v>-0.35347499650408665</c:v>
                </c:pt>
                <c:pt idx="6588">
                  <c:v>-0.42055371929670132</c:v>
                </c:pt>
                <c:pt idx="6589">
                  <c:v>-0.41753286239828941</c:v>
                </c:pt>
                <c:pt idx="6590">
                  <c:v>-0.41647006826688138</c:v>
                </c:pt>
                <c:pt idx="6591">
                  <c:v>-0.39163949819233168</c:v>
                </c:pt>
                <c:pt idx="6592">
                  <c:v>-0.38347723569837205</c:v>
                </c:pt>
                <c:pt idx="6593">
                  <c:v>-0.34767399324141024</c:v>
                </c:pt>
                <c:pt idx="6594">
                  <c:v>-0.33832052452405109</c:v>
                </c:pt>
                <c:pt idx="6595">
                  <c:v>-0.23224737784562191</c:v>
                </c:pt>
                <c:pt idx="6596">
                  <c:v>-0.22020524149252974</c:v>
                </c:pt>
                <c:pt idx="6597">
                  <c:v>-0.20956055389191375</c:v>
                </c:pt>
                <c:pt idx="6598">
                  <c:v>-0.2042761141223606</c:v>
                </c:pt>
                <c:pt idx="6599">
                  <c:v>-0.18534498668174723</c:v>
                </c:pt>
                <c:pt idx="6600">
                  <c:v>-4.5368028869074754E-2</c:v>
                </c:pt>
                <c:pt idx="6601">
                  <c:v>-4.7231898665073858E-2</c:v>
                </c:pt>
                <c:pt idx="6602">
                  <c:v>-3.1499910648022107E-2</c:v>
                </c:pt>
                <c:pt idx="6603">
                  <c:v>-1.2190083592024115E-2</c:v>
                </c:pt>
                <c:pt idx="6604">
                  <c:v>4.9484098024338112E-4</c:v>
                </c:pt>
                <c:pt idx="6605">
                  <c:v>6.8681528430198551E-3</c:v>
                </c:pt>
                <c:pt idx="6606">
                  <c:v>1.3344765474958189E-2</c:v>
                </c:pt>
                <c:pt idx="6607">
                  <c:v>-0.12617982409346859</c:v>
                </c:pt>
                <c:pt idx="6608">
                  <c:v>-0.40251673464539495</c:v>
                </c:pt>
                <c:pt idx="6609">
                  <c:v>-0.45957053631531986</c:v>
                </c:pt>
                <c:pt idx="6610">
                  <c:v>-0.47003338077099815</c:v>
                </c:pt>
                <c:pt idx="6611">
                  <c:v>-0.55880010602129182</c:v>
                </c:pt>
                <c:pt idx="6612">
                  <c:v>-0.51034757044045864</c:v>
                </c:pt>
                <c:pt idx="6613">
                  <c:v>-0.51028647736301957</c:v>
                </c:pt>
                <c:pt idx="6614">
                  <c:v>-0.55000643804928218</c:v>
                </c:pt>
                <c:pt idx="6615">
                  <c:v>-0.52087867457006998</c:v>
                </c:pt>
                <c:pt idx="6616">
                  <c:v>-0.52792884818354746</c:v>
                </c:pt>
                <c:pt idx="6617">
                  <c:v>-0.47743483551915655</c:v>
                </c:pt>
                <c:pt idx="6618">
                  <c:v>-0.52392254289784113</c:v>
                </c:pt>
                <c:pt idx="6619">
                  <c:v>-0.51434082933552272</c:v>
                </c:pt>
                <c:pt idx="6620">
                  <c:v>-0.47863937545480001</c:v>
                </c:pt>
                <c:pt idx="6621">
                  <c:v>-0.44318990391699098</c:v>
                </c:pt>
                <c:pt idx="6622">
                  <c:v>-0.42684232599251298</c:v>
                </c:pt>
                <c:pt idx="6623">
                  <c:v>-0.27081575173159622</c:v>
                </c:pt>
                <c:pt idx="6624">
                  <c:v>-8.3651468608174184E-2</c:v>
                </c:pt>
                <c:pt idx="6625">
                  <c:v>-1.3904066364467138E-2</c:v>
                </c:pt>
                <c:pt idx="6626">
                  <c:v>3.3102217594154146E-3</c:v>
                </c:pt>
                <c:pt idx="6627">
                  <c:v>3.2506913862639128E-3</c:v>
                </c:pt>
                <c:pt idx="6628">
                  <c:v>7.8038964854033116E-3</c:v>
                </c:pt>
                <c:pt idx="6629">
                  <c:v>1.2292514274391134E-2</c:v>
                </c:pt>
                <c:pt idx="6630">
                  <c:v>1.976674937762489E-2</c:v>
                </c:pt>
                <c:pt idx="6631">
                  <c:v>-0.13203896381197539</c:v>
                </c:pt>
                <c:pt idx="6632">
                  <c:v>-0.43722512471140201</c:v>
                </c:pt>
                <c:pt idx="6633">
                  <c:v>-0.52694506548682385</c:v>
                </c:pt>
                <c:pt idx="6634">
                  <c:v>-0.52033431846967337</c:v>
                </c:pt>
                <c:pt idx="6635">
                  <c:v>-0.46112322507697767</c:v>
                </c:pt>
                <c:pt idx="6636">
                  <c:v>-0.43132086835812161</c:v>
                </c:pt>
                <c:pt idx="6637">
                  <c:v>-0.36334059992991902</c:v>
                </c:pt>
                <c:pt idx="6638">
                  <c:v>-0.3728113986494298</c:v>
                </c:pt>
                <c:pt idx="6639">
                  <c:v>-0.43216974945057962</c:v>
                </c:pt>
                <c:pt idx="6640">
                  <c:v>-0.5053054080761834</c:v>
                </c:pt>
                <c:pt idx="6641">
                  <c:v>-0.52792476749047057</c:v>
                </c:pt>
                <c:pt idx="6642">
                  <c:v>-0.54535162660123937</c:v>
                </c:pt>
                <c:pt idx="6643">
                  <c:v>-0.49808128879465047</c:v>
                </c:pt>
                <c:pt idx="6644">
                  <c:v>-0.50049711870297908</c:v>
                </c:pt>
                <c:pt idx="6645">
                  <c:v>-0.43864253784751284</c:v>
                </c:pt>
                <c:pt idx="6646">
                  <c:v>-0.46081220145605001</c:v>
                </c:pt>
                <c:pt idx="6647">
                  <c:v>-0.27532299064942772</c:v>
                </c:pt>
                <c:pt idx="6648">
                  <c:v>-7.459535586669773E-2</c:v>
                </c:pt>
                <c:pt idx="6649">
                  <c:v>-2.998236815589915E-2</c:v>
                </c:pt>
                <c:pt idx="6650">
                  <c:v>1.8304430000817898E-2</c:v>
                </c:pt>
                <c:pt idx="6651">
                  <c:v>1.3356208389303268E-2</c:v>
                </c:pt>
                <c:pt idx="6652">
                  <c:v>1.5026109109273439E-2</c:v>
                </c:pt>
                <c:pt idx="6653">
                  <c:v>1.3876911998845051E-2</c:v>
                </c:pt>
                <c:pt idx="6654">
                  <c:v>1.670405095579424E-2</c:v>
                </c:pt>
                <c:pt idx="6655">
                  <c:v>-0.1255550582564047</c:v>
                </c:pt>
                <c:pt idx="6656">
                  <c:v>-0.44062400260313761</c:v>
                </c:pt>
                <c:pt idx="6657">
                  <c:v>-0.45279263705521766</c:v>
                </c:pt>
                <c:pt idx="6658">
                  <c:v>-0.52590606940376239</c:v>
                </c:pt>
                <c:pt idx="6659">
                  <c:v>-0.56581892482443741</c:v>
                </c:pt>
                <c:pt idx="6660">
                  <c:v>-0.63493824994303549</c:v>
                </c:pt>
                <c:pt idx="6661">
                  <c:v>-0.66208398446439487</c:v>
                </c:pt>
                <c:pt idx="6662">
                  <c:v>-0.64991629863740552</c:v>
                </c:pt>
                <c:pt idx="6663">
                  <c:v>-0.71885033618699168</c:v>
                </c:pt>
                <c:pt idx="6664">
                  <c:v>-0.72170709828800839</c:v>
                </c:pt>
                <c:pt idx="6665">
                  <c:v>-0.56749115546298645</c:v>
                </c:pt>
                <c:pt idx="6666">
                  <c:v>-0.55966032756025819</c:v>
                </c:pt>
                <c:pt idx="6667">
                  <c:v>-0.54116988267943367</c:v>
                </c:pt>
                <c:pt idx="6668">
                  <c:v>-0.55498118288069564</c:v>
                </c:pt>
                <c:pt idx="6669">
                  <c:v>-0.49736430502194473</c:v>
                </c:pt>
                <c:pt idx="6670">
                  <c:v>-0.50517059886917792</c:v>
                </c:pt>
                <c:pt idx="6671">
                  <c:v>-0.28212255586914864</c:v>
                </c:pt>
                <c:pt idx="6672">
                  <c:v>-0.12169442902599337</c:v>
                </c:pt>
                <c:pt idx="6673">
                  <c:v>-5.8015407019200833E-2</c:v>
                </c:pt>
                <c:pt idx="6674">
                  <c:v>-2.169277671647531E-2</c:v>
                </c:pt>
                <c:pt idx="6675">
                  <c:v>3.9175600307486055E-3</c:v>
                </c:pt>
                <c:pt idx="6676">
                  <c:v>1.5031177687346322E-2</c:v>
                </c:pt>
                <c:pt idx="6677">
                  <c:v>1.8189848462333361E-2</c:v>
                </c:pt>
                <c:pt idx="6678">
                  <c:v>1.6567756441216018E-2</c:v>
                </c:pt>
                <c:pt idx="6679">
                  <c:v>-0.2380951436174138</c:v>
                </c:pt>
                <c:pt idx="6680">
                  <c:v>-0.50692780261320136</c:v>
                </c:pt>
                <c:pt idx="6681">
                  <c:v>-0.51003509760154597</c:v>
                </c:pt>
                <c:pt idx="6682">
                  <c:v>-0.66196151333760245</c:v>
                </c:pt>
                <c:pt idx="6683">
                  <c:v>-0.73232001834245541</c:v>
                </c:pt>
                <c:pt idx="6684">
                  <c:v>-0.68416613272316573</c:v>
                </c:pt>
                <c:pt idx="6685">
                  <c:v>-0.52516556923075075</c:v>
                </c:pt>
                <c:pt idx="6686">
                  <c:v>-0.77539574932734112</c:v>
                </c:pt>
                <c:pt idx="6687">
                  <c:v>-0.47871840319076625</c:v>
                </c:pt>
                <c:pt idx="6688">
                  <c:v>-0.51355314796448492</c:v>
                </c:pt>
                <c:pt idx="6689">
                  <c:v>-0.46250524845213842</c:v>
                </c:pt>
                <c:pt idx="6690">
                  <c:v>-0.56480364609264821</c:v>
                </c:pt>
                <c:pt idx="6691">
                  <c:v>-0.3641122460035664</c:v>
                </c:pt>
                <c:pt idx="6692">
                  <c:v>-0.47904029097318857</c:v>
                </c:pt>
                <c:pt idx="6693">
                  <c:v>-0.42183219759669494</c:v>
                </c:pt>
                <c:pt idx="6694">
                  <c:v>-0.40971559734012319</c:v>
                </c:pt>
                <c:pt idx="6695">
                  <c:v>-0.31027044459732983</c:v>
                </c:pt>
                <c:pt idx="6696">
                  <c:v>-0.13164209181087289</c:v>
                </c:pt>
                <c:pt idx="6697">
                  <c:v>-2.9560901421984118E-2</c:v>
                </c:pt>
                <c:pt idx="6698">
                  <c:v>-2.7836229087157124E-3</c:v>
                </c:pt>
                <c:pt idx="6699">
                  <c:v>3.6715537519051299E-3</c:v>
                </c:pt>
                <c:pt idx="6700">
                  <c:v>1.1267747356802827E-2</c:v>
                </c:pt>
                <c:pt idx="6701">
                  <c:v>2.144246452556104E-2</c:v>
                </c:pt>
                <c:pt idx="6702">
                  <c:v>-0.11421940398276734</c:v>
                </c:pt>
                <c:pt idx="6703">
                  <c:v>-0.38863699355740777</c:v>
                </c:pt>
                <c:pt idx="6704">
                  <c:v>-0.44864498074611953</c:v>
                </c:pt>
                <c:pt idx="6705">
                  <c:v>-0.3554737349420426</c:v>
                </c:pt>
                <c:pt idx="6706">
                  <c:v>-0.39134119866267847</c:v>
                </c:pt>
                <c:pt idx="6707">
                  <c:v>-0.44336431944086085</c:v>
                </c:pt>
                <c:pt idx="6708">
                  <c:v>-0.49818060458215008</c:v>
                </c:pt>
                <c:pt idx="6709">
                  <c:v>-0.45370087687896182</c:v>
                </c:pt>
                <c:pt idx="6710">
                  <c:v>-0.48051940124469411</c:v>
                </c:pt>
                <c:pt idx="6711">
                  <c:v>-0.53393892488382066</c:v>
                </c:pt>
                <c:pt idx="6712">
                  <c:v>-0.44111812923951277</c:v>
                </c:pt>
                <c:pt idx="6713">
                  <c:v>-0.44227891945891479</c:v>
                </c:pt>
                <c:pt idx="6714">
                  <c:v>-0.42505434517058827</c:v>
                </c:pt>
                <c:pt idx="6715">
                  <c:v>-0.39974049445157284</c:v>
                </c:pt>
                <c:pt idx="6716">
                  <c:v>-0.44412554095390477</c:v>
                </c:pt>
                <c:pt idx="6717">
                  <c:v>-0.3634168789474328</c:v>
                </c:pt>
                <c:pt idx="6718">
                  <c:v>-0.38342463761210638</c:v>
                </c:pt>
                <c:pt idx="6719">
                  <c:v>-0.22303749195411063</c:v>
                </c:pt>
                <c:pt idx="6720">
                  <c:v>-7.3078125057200641E-2</c:v>
                </c:pt>
                <c:pt idx="6721">
                  <c:v>-5.7315485109609564E-2</c:v>
                </c:pt>
                <c:pt idx="6722">
                  <c:v>-2.7666128170916675E-2</c:v>
                </c:pt>
                <c:pt idx="6723">
                  <c:v>-1.0230947196300862E-2</c:v>
                </c:pt>
                <c:pt idx="6724">
                  <c:v>5.5005635907837015E-3</c:v>
                </c:pt>
                <c:pt idx="6725">
                  <c:v>1.481651185146576E-2</c:v>
                </c:pt>
                <c:pt idx="6726">
                  <c:v>1.5721271195644832E-2</c:v>
                </c:pt>
                <c:pt idx="6727">
                  <c:v>-0.15645224616631487</c:v>
                </c:pt>
                <c:pt idx="6728">
                  <c:v>-0.43072212035349078</c:v>
                </c:pt>
                <c:pt idx="6729">
                  <c:v>-0.45736085938453586</c:v>
                </c:pt>
                <c:pt idx="6730">
                  <c:v>-0.47817563870963598</c:v>
                </c:pt>
                <c:pt idx="6731">
                  <c:v>-0.50162802684362351</c:v>
                </c:pt>
                <c:pt idx="6732">
                  <c:v>-0.54785756950955267</c:v>
                </c:pt>
                <c:pt idx="6733">
                  <c:v>-0.55948145347873168</c:v>
                </c:pt>
                <c:pt idx="6734">
                  <c:v>-0.58755053248301348</c:v>
                </c:pt>
                <c:pt idx="6735">
                  <c:v>-0.60108631315070682</c:v>
                </c:pt>
                <c:pt idx="6736">
                  <c:v>-0.54704266960631498</c:v>
                </c:pt>
                <c:pt idx="6737">
                  <c:v>-0.52222687153480429</c:v>
                </c:pt>
                <c:pt idx="6738">
                  <c:v>-0.40822005088698454</c:v>
                </c:pt>
                <c:pt idx="6739">
                  <c:v>-0.33447047424675802</c:v>
                </c:pt>
                <c:pt idx="6740">
                  <c:v>-0.41925698874804002</c:v>
                </c:pt>
                <c:pt idx="6741">
                  <c:v>-0.29445180469407978</c:v>
                </c:pt>
                <c:pt idx="6742">
                  <c:v>-0.37522332730670621</c:v>
                </c:pt>
                <c:pt idx="6743">
                  <c:v>-0.14736424246700394</c:v>
                </c:pt>
                <c:pt idx="6744">
                  <c:v>-4.532283833261979E-2</c:v>
                </c:pt>
                <c:pt idx="6745">
                  <c:v>-2.0023727984476804E-2</c:v>
                </c:pt>
                <c:pt idx="6746">
                  <c:v>-3.1974991072714169E-3</c:v>
                </c:pt>
                <c:pt idx="6747">
                  <c:v>4.1310597449594729E-3</c:v>
                </c:pt>
                <c:pt idx="6748">
                  <c:v>6.5047106740259023E-3</c:v>
                </c:pt>
                <c:pt idx="6749">
                  <c:v>9.2202437955119215E-3</c:v>
                </c:pt>
                <c:pt idx="6750">
                  <c:v>1.194888779380877E-3</c:v>
                </c:pt>
                <c:pt idx="6751">
                  <c:v>-0.19191267823762048</c:v>
                </c:pt>
                <c:pt idx="6752">
                  <c:v>-0.36121172900466969</c:v>
                </c:pt>
                <c:pt idx="6753">
                  <c:v>-0.32907339683704406</c:v>
                </c:pt>
                <c:pt idx="6754">
                  <c:v>-0.3149288670232912</c:v>
                </c:pt>
                <c:pt idx="6755">
                  <c:v>-0.33791647545926923</c:v>
                </c:pt>
                <c:pt idx="6756">
                  <c:v>-0.30647278085935187</c:v>
                </c:pt>
                <c:pt idx="6757">
                  <c:v>-0.33646956539187928</c:v>
                </c:pt>
                <c:pt idx="6758">
                  <c:v>-0.34251132016604507</c:v>
                </c:pt>
                <c:pt idx="6759">
                  <c:v>-0.40449511214431538</c:v>
                </c:pt>
                <c:pt idx="6760">
                  <c:v>-0.38989843236577842</c:v>
                </c:pt>
                <c:pt idx="6761">
                  <c:v>-0.28759741067744332</c:v>
                </c:pt>
                <c:pt idx="6762">
                  <c:v>-0.27389898348303848</c:v>
                </c:pt>
                <c:pt idx="6763">
                  <c:v>-0.31968115205128211</c:v>
                </c:pt>
                <c:pt idx="6764">
                  <c:v>-0.28336261749284219</c:v>
                </c:pt>
                <c:pt idx="6765">
                  <c:v>-0.21555541394685074</c:v>
                </c:pt>
                <c:pt idx="6766">
                  <c:v>-0.18240842815007799</c:v>
                </c:pt>
                <c:pt idx="6767">
                  <c:v>-0.17623931494148984</c:v>
                </c:pt>
                <c:pt idx="6768">
                  <c:v>-3.6415991345141313E-2</c:v>
                </c:pt>
                <c:pt idx="6769">
                  <c:v>-2.1177787763284387E-2</c:v>
                </c:pt>
                <c:pt idx="6770">
                  <c:v>-1.1629490303710764E-2</c:v>
                </c:pt>
                <c:pt idx="6771">
                  <c:v>-6.3055907520557187E-3</c:v>
                </c:pt>
                <c:pt idx="6772">
                  <c:v>5.1203718636988482E-4</c:v>
                </c:pt>
                <c:pt idx="6773">
                  <c:v>-2.3244995251585598E-4</c:v>
                </c:pt>
                <c:pt idx="6774">
                  <c:v>4.0724501951902112E-3</c:v>
                </c:pt>
                <c:pt idx="6775">
                  <c:v>-8.364137925181972E-2</c:v>
                </c:pt>
                <c:pt idx="6776">
                  <c:v>-0.27144164920359931</c:v>
                </c:pt>
                <c:pt idx="6777">
                  <c:v>-0.25157186490938782</c:v>
                </c:pt>
                <c:pt idx="6778">
                  <c:v>-0.30072814156358069</c:v>
                </c:pt>
                <c:pt idx="6779">
                  <c:v>-0.32812653101959993</c:v>
                </c:pt>
                <c:pt idx="6780">
                  <c:v>-0.33377435865513505</c:v>
                </c:pt>
                <c:pt idx="6781">
                  <c:v>-0.31925711921306937</c:v>
                </c:pt>
                <c:pt idx="6782">
                  <c:v>-0.30142314105203183</c:v>
                </c:pt>
                <c:pt idx="6783">
                  <c:v>-0.33631962846819574</c:v>
                </c:pt>
                <c:pt idx="6784">
                  <c:v>-0.31102433774740246</c:v>
                </c:pt>
                <c:pt idx="6785">
                  <c:v>-0.29262351020879368</c:v>
                </c:pt>
                <c:pt idx="6786">
                  <c:v>-0.30977280634850118</c:v>
                </c:pt>
                <c:pt idx="6787">
                  <c:v>-0.28101294937110605</c:v>
                </c:pt>
                <c:pt idx="6788">
                  <c:v>-0.27384403212921277</c:v>
                </c:pt>
                <c:pt idx="6789">
                  <c:v>-0.30733907744995043</c:v>
                </c:pt>
                <c:pt idx="6790">
                  <c:v>-0.26641706176450553</c:v>
                </c:pt>
                <c:pt idx="6791">
                  <c:v>-0.12416092403347699</c:v>
                </c:pt>
                <c:pt idx="6792">
                  <c:v>-2.4699883498412244E-2</c:v>
                </c:pt>
                <c:pt idx="6793">
                  <c:v>-2.1121568594776319E-2</c:v>
                </c:pt>
                <c:pt idx="6794">
                  <c:v>-1.771368777798208E-2</c:v>
                </c:pt>
                <c:pt idx="6795">
                  <c:v>-1.3212556906485996E-2</c:v>
                </c:pt>
                <c:pt idx="6796">
                  <c:v>-7.8628583244618744E-3</c:v>
                </c:pt>
                <c:pt idx="6797">
                  <c:v>-2.9645604999689284E-3</c:v>
                </c:pt>
                <c:pt idx="6798">
                  <c:v>-8.5502686617817542E-2</c:v>
                </c:pt>
                <c:pt idx="6799">
                  <c:v>-0.2631853548585526</c:v>
                </c:pt>
                <c:pt idx="6800">
                  <c:v>-0.29927775054973094</c:v>
                </c:pt>
                <c:pt idx="6801">
                  <c:v>-0.30540169394301797</c:v>
                </c:pt>
                <c:pt idx="6802">
                  <c:v>-0.3102485308284027</c:v>
                </c:pt>
                <c:pt idx="6803">
                  <c:v>-0.39586559907746421</c:v>
                </c:pt>
                <c:pt idx="6804">
                  <c:v>-0.49569156557259925</c:v>
                </c:pt>
                <c:pt idx="6805">
                  <c:v>-0.5032125487203537</c:v>
                </c:pt>
                <c:pt idx="6806">
                  <c:v>-0.57582412415988959</c:v>
                </c:pt>
                <c:pt idx="6807">
                  <c:v>-0.67645045052810571</c:v>
                </c:pt>
                <c:pt idx="6808">
                  <c:v>-0.63252509077715235</c:v>
                </c:pt>
                <c:pt idx="6809">
                  <c:v>-0.57260544399867452</c:v>
                </c:pt>
                <c:pt idx="6810">
                  <c:v>-0.5473789055751006</c:v>
                </c:pt>
                <c:pt idx="6811">
                  <c:v>-0.54839604091939997</c:v>
                </c:pt>
                <c:pt idx="6812">
                  <c:v>-0.43362017033619771</c:v>
                </c:pt>
                <c:pt idx="6813">
                  <c:v>-0.32794482591196045</c:v>
                </c:pt>
                <c:pt idx="6814">
                  <c:v>-0.37141719464668477</c:v>
                </c:pt>
                <c:pt idx="6815">
                  <c:v>-0.209188908808462</c:v>
                </c:pt>
                <c:pt idx="6816">
                  <c:v>-5.4828376947865874E-2</c:v>
                </c:pt>
                <c:pt idx="6817">
                  <c:v>-1.9519239729646986E-2</c:v>
                </c:pt>
                <c:pt idx="6818">
                  <c:v>7.9925255742593123E-3</c:v>
                </c:pt>
                <c:pt idx="6819">
                  <c:v>1.1937094317932266E-2</c:v>
                </c:pt>
                <c:pt idx="6820">
                  <c:v>1.0356111755520486E-2</c:v>
                </c:pt>
                <c:pt idx="6821">
                  <c:v>1.3351213929986266E-2</c:v>
                </c:pt>
                <c:pt idx="6822">
                  <c:v>-7.9193896447127279E-2</c:v>
                </c:pt>
                <c:pt idx="6823">
                  <c:v>-0.3001717085470238</c:v>
                </c:pt>
                <c:pt idx="6824">
                  <c:v>-0.33281933238116074</c:v>
                </c:pt>
                <c:pt idx="6825">
                  <c:v>-0.36238903284250967</c:v>
                </c:pt>
                <c:pt idx="6826">
                  <c:v>-0.50351091006834514</c:v>
                </c:pt>
                <c:pt idx="6827">
                  <c:v>-0.43246542015811301</c:v>
                </c:pt>
                <c:pt idx="6828">
                  <c:v>-0.56630272174287255</c:v>
                </c:pt>
                <c:pt idx="6829">
                  <c:v>-0.54101583546111365</c:v>
                </c:pt>
                <c:pt idx="6830">
                  <c:v>-0.45136104223103241</c:v>
                </c:pt>
                <c:pt idx="6831">
                  <c:v>-0.4039075305288109</c:v>
                </c:pt>
                <c:pt idx="6832">
                  <c:v>-0.38827447260018394</c:v>
                </c:pt>
                <c:pt idx="6833">
                  <c:v>-0.39998092027801824</c:v>
                </c:pt>
                <c:pt idx="6834">
                  <c:v>-0.36366760398731246</c:v>
                </c:pt>
                <c:pt idx="6835">
                  <c:v>-0.34784141849575084</c:v>
                </c:pt>
                <c:pt idx="6836">
                  <c:v>-0.31227930578073643</c:v>
                </c:pt>
                <c:pt idx="6837">
                  <c:v>-0.23994898156795202</c:v>
                </c:pt>
                <c:pt idx="6838">
                  <c:v>-0.24644453365344335</c:v>
                </c:pt>
                <c:pt idx="6839">
                  <c:v>-2.9958620395189293E-2</c:v>
                </c:pt>
                <c:pt idx="6840">
                  <c:v>-1.1235219984716828E-2</c:v>
                </c:pt>
                <c:pt idx="6841">
                  <c:v>-1.3519924255857123E-2</c:v>
                </c:pt>
                <c:pt idx="6842">
                  <c:v>-2.9261684526773546E-3</c:v>
                </c:pt>
                <c:pt idx="6843">
                  <c:v>9.434367809277245E-3</c:v>
                </c:pt>
                <c:pt idx="6844">
                  <c:v>3.3787535530872728E-2</c:v>
                </c:pt>
                <c:pt idx="6845">
                  <c:v>7.5892295679794594E-2</c:v>
                </c:pt>
                <c:pt idx="6846">
                  <c:v>4.8720616250599535E-2</c:v>
                </c:pt>
                <c:pt idx="6847">
                  <c:v>-8.3326279129667336E-2</c:v>
                </c:pt>
                <c:pt idx="6848">
                  <c:v>-0.19046441293628472</c:v>
                </c:pt>
                <c:pt idx="6849">
                  <c:v>-0.22619727024420788</c:v>
                </c:pt>
                <c:pt idx="6850">
                  <c:v>-0.25934174357987122</c:v>
                </c:pt>
                <c:pt idx="6851">
                  <c:v>-0.26493997498285987</c:v>
                </c:pt>
                <c:pt idx="6852">
                  <c:v>-0.3645166325862314</c:v>
                </c:pt>
                <c:pt idx="6853">
                  <c:v>-0.41902674788623628</c:v>
                </c:pt>
                <c:pt idx="6854">
                  <c:v>-0.51696626301043747</c:v>
                </c:pt>
                <c:pt idx="6855">
                  <c:v>-0.5740107792508008</c:v>
                </c:pt>
                <c:pt idx="6856">
                  <c:v>-0.44206336810433328</c:v>
                </c:pt>
                <c:pt idx="6857">
                  <c:v>-0.3502410580512193</c:v>
                </c:pt>
                <c:pt idx="6858">
                  <c:v>-0.2148228763283806</c:v>
                </c:pt>
                <c:pt idx="6859">
                  <c:v>-0.32968397531242988</c:v>
                </c:pt>
                <c:pt idx="6860">
                  <c:v>-0.36506896411852341</c:v>
                </c:pt>
                <c:pt idx="6861">
                  <c:v>-0.19856925108622869</c:v>
                </c:pt>
                <c:pt idx="6862">
                  <c:v>-0.23763687380639087</c:v>
                </c:pt>
                <c:pt idx="6863">
                  <c:v>-0.12015211752173724</c:v>
                </c:pt>
                <c:pt idx="6864">
                  <c:v>-6.6503065695675406E-2</c:v>
                </c:pt>
                <c:pt idx="6865">
                  <c:v>-2.1611547555371102E-2</c:v>
                </c:pt>
                <c:pt idx="6866">
                  <c:v>-6.7146239106867468E-3</c:v>
                </c:pt>
                <c:pt idx="6867">
                  <c:v>1.1266274653842763E-2</c:v>
                </c:pt>
                <c:pt idx="6868">
                  <c:v>1.4271078446379851E-2</c:v>
                </c:pt>
                <c:pt idx="6869">
                  <c:v>1.7672124382095988E-2</c:v>
                </c:pt>
                <c:pt idx="6870">
                  <c:v>1.6134918689166076E-2</c:v>
                </c:pt>
                <c:pt idx="6871">
                  <c:v>-7.0897224943918702E-2</c:v>
                </c:pt>
                <c:pt idx="6872">
                  <c:v>-0.35898906706343314</c:v>
                </c:pt>
                <c:pt idx="6873">
                  <c:v>-0.35421491385831344</c:v>
                </c:pt>
                <c:pt idx="6874">
                  <c:v>-0.433046034488479</c:v>
                </c:pt>
                <c:pt idx="6875">
                  <c:v>-0.42534253872004146</c:v>
                </c:pt>
                <c:pt idx="6876">
                  <c:v>-0.43708401802312141</c:v>
                </c:pt>
                <c:pt idx="6877">
                  <c:v>-0.50016581227175749</c:v>
                </c:pt>
                <c:pt idx="6878">
                  <c:v>-0.51619150071098985</c:v>
                </c:pt>
                <c:pt idx="6879">
                  <c:v>-0.48245433651622421</c:v>
                </c:pt>
                <c:pt idx="6880">
                  <c:v>-0.41132640191591874</c:v>
                </c:pt>
                <c:pt idx="6881">
                  <c:v>-0.44349810505652842</c:v>
                </c:pt>
                <c:pt idx="6882">
                  <c:v>-0.43242223809317881</c:v>
                </c:pt>
                <c:pt idx="6883">
                  <c:v>-0.40241971823643174</c:v>
                </c:pt>
                <c:pt idx="6884">
                  <c:v>-0.44113693254542491</c:v>
                </c:pt>
                <c:pt idx="6885">
                  <c:v>-0.41444056763186515</c:v>
                </c:pt>
                <c:pt idx="6886">
                  <c:v>-0.42113973596774179</c:v>
                </c:pt>
                <c:pt idx="6887">
                  <c:v>-0.21223425519535055</c:v>
                </c:pt>
                <c:pt idx="6888">
                  <c:v>-5.7931080828948975E-2</c:v>
                </c:pt>
                <c:pt idx="6889">
                  <c:v>-2.7792767605684769E-2</c:v>
                </c:pt>
                <c:pt idx="6890">
                  <c:v>-1.1543428774303225E-3</c:v>
                </c:pt>
                <c:pt idx="6891">
                  <c:v>9.5108083210545622E-3</c:v>
                </c:pt>
                <c:pt idx="6892">
                  <c:v>1.6476834282810403E-2</c:v>
                </c:pt>
                <c:pt idx="6893">
                  <c:v>2.0478975441501016E-2</c:v>
                </c:pt>
                <c:pt idx="6894">
                  <c:v>1.6879348588086662E-2</c:v>
                </c:pt>
                <c:pt idx="6895">
                  <c:v>-9.8093903027743526E-2</c:v>
                </c:pt>
                <c:pt idx="6896">
                  <c:v>-0.35247281037257389</c:v>
                </c:pt>
                <c:pt idx="6897">
                  <c:v>-0.30013449736446107</c:v>
                </c:pt>
                <c:pt idx="6898">
                  <c:v>-0.40790499353771892</c:v>
                </c:pt>
                <c:pt idx="6899">
                  <c:v>-0.46566551139662155</c:v>
                </c:pt>
                <c:pt idx="6900">
                  <c:v>-0.48070383237384423</c:v>
                </c:pt>
                <c:pt idx="6901">
                  <c:v>-0.50892047384149197</c:v>
                </c:pt>
                <c:pt idx="6902">
                  <c:v>-0.52127083899616078</c:v>
                </c:pt>
                <c:pt idx="6903">
                  <c:v>-0.50664291215770385</c:v>
                </c:pt>
                <c:pt idx="6904">
                  <c:v>-0.49777314499866032</c:v>
                </c:pt>
                <c:pt idx="6905">
                  <c:v>-0.46673018565166924</c:v>
                </c:pt>
                <c:pt idx="6906">
                  <c:v>-0.22429278081219198</c:v>
                </c:pt>
                <c:pt idx="6907">
                  <c:v>-0.48789019032176106</c:v>
                </c:pt>
                <c:pt idx="6908">
                  <c:v>-0.34874217186623035</c:v>
                </c:pt>
                <c:pt idx="6909">
                  <c:v>-0.31517958534892204</c:v>
                </c:pt>
                <c:pt idx="6910">
                  <c:v>-0.39363149645115181</c:v>
                </c:pt>
                <c:pt idx="6911">
                  <c:v>-0.18922232456569565</c:v>
                </c:pt>
                <c:pt idx="6912">
                  <c:v>-4.8270208412861761E-2</c:v>
                </c:pt>
                <c:pt idx="6913">
                  <c:v>2.0223360035967457E-2</c:v>
                </c:pt>
                <c:pt idx="6914">
                  <c:v>6.2995108530551E-2</c:v>
                </c:pt>
                <c:pt idx="6915">
                  <c:v>4.6058285231158423E-2</c:v>
                </c:pt>
                <c:pt idx="6916">
                  <c:v>1.0239745560590484E-2</c:v>
                </c:pt>
                <c:pt idx="6917">
                  <c:v>1.1677683584609974E-2</c:v>
                </c:pt>
                <c:pt idx="6918">
                  <c:v>1.4953626936774368E-2</c:v>
                </c:pt>
                <c:pt idx="6919">
                  <c:v>-5.0179714117058474E-2</c:v>
                </c:pt>
                <c:pt idx="6920">
                  <c:v>-0.30628762376084634</c:v>
                </c:pt>
                <c:pt idx="6921">
                  <c:v>-0.30582308271863601</c:v>
                </c:pt>
                <c:pt idx="6922">
                  <c:v>-0.31481775679079782</c:v>
                </c:pt>
                <c:pt idx="6923">
                  <c:v>-0.38060539947218325</c:v>
                </c:pt>
                <c:pt idx="6924">
                  <c:v>-0.4128952577921654</c:v>
                </c:pt>
                <c:pt idx="6925">
                  <c:v>-0.41569714433379673</c:v>
                </c:pt>
                <c:pt idx="6926">
                  <c:v>-0.50911127906495279</c:v>
                </c:pt>
                <c:pt idx="6927">
                  <c:v>-0.46764731301554635</c:v>
                </c:pt>
                <c:pt idx="6928">
                  <c:v>-0.43907874607020098</c:v>
                </c:pt>
                <c:pt idx="6929">
                  <c:v>-0.46457093046901959</c:v>
                </c:pt>
                <c:pt idx="6930">
                  <c:v>-0.49953352244749244</c:v>
                </c:pt>
                <c:pt idx="6931">
                  <c:v>-0.41299900327252237</c:v>
                </c:pt>
                <c:pt idx="6932">
                  <c:v>-0.4297552194762862</c:v>
                </c:pt>
                <c:pt idx="6933">
                  <c:v>-0.39958705852590648</c:v>
                </c:pt>
                <c:pt idx="6934">
                  <c:v>-0.37012076135753108</c:v>
                </c:pt>
                <c:pt idx="6935">
                  <c:v>-0.14086149424373534</c:v>
                </c:pt>
                <c:pt idx="6936">
                  <c:v>-6.2653713183965121E-2</c:v>
                </c:pt>
                <c:pt idx="6937">
                  <c:v>-4.5119046573266756E-2</c:v>
                </c:pt>
                <c:pt idx="6938">
                  <c:v>-2.7256146051447879E-2</c:v>
                </c:pt>
                <c:pt idx="6939">
                  <c:v>-2.2539452505496053E-2</c:v>
                </c:pt>
                <c:pt idx="6940">
                  <c:v>-4.0826088715622188E-4</c:v>
                </c:pt>
                <c:pt idx="6941">
                  <c:v>1.0009890601709008E-2</c:v>
                </c:pt>
                <c:pt idx="6942">
                  <c:v>-3.5806836241166824E-2</c:v>
                </c:pt>
                <c:pt idx="6943">
                  <c:v>-0.3095614801942197</c:v>
                </c:pt>
                <c:pt idx="6944">
                  <c:v>-0.38265565253270828</c:v>
                </c:pt>
                <c:pt idx="6945">
                  <c:v>-0.43295393095699786</c:v>
                </c:pt>
                <c:pt idx="6946">
                  <c:v>-0.52733538262660962</c:v>
                </c:pt>
                <c:pt idx="6947">
                  <c:v>-0.53233027951650502</c:v>
                </c:pt>
                <c:pt idx="6948">
                  <c:v>-0.63259218286977847</c:v>
                </c:pt>
                <c:pt idx="6949">
                  <c:v>-0.65811727507600848</c:v>
                </c:pt>
                <c:pt idx="6950">
                  <c:v>-0.56990040397571273</c:v>
                </c:pt>
                <c:pt idx="6951">
                  <c:v>-0.49584330294748863</c:v>
                </c:pt>
                <c:pt idx="6952">
                  <c:v>-0.62848199451745634</c:v>
                </c:pt>
                <c:pt idx="6953">
                  <c:v>-0.50131337054738245</c:v>
                </c:pt>
                <c:pt idx="6954">
                  <c:v>-0.44449165195791474</c:v>
                </c:pt>
                <c:pt idx="6955">
                  <c:v>-0.43345123542191233</c:v>
                </c:pt>
                <c:pt idx="6956">
                  <c:v>-0.38126750654035341</c:v>
                </c:pt>
                <c:pt idx="6957">
                  <c:v>-0.34871070459350395</c:v>
                </c:pt>
                <c:pt idx="6958">
                  <c:v>-0.31544274043584458</c:v>
                </c:pt>
                <c:pt idx="6959">
                  <c:v>-0.10083282346227299</c:v>
                </c:pt>
                <c:pt idx="6960">
                  <c:v>-1.7955767386553988E-2</c:v>
                </c:pt>
                <c:pt idx="6961">
                  <c:v>1.7947967574300751E-2</c:v>
                </c:pt>
                <c:pt idx="6962">
                  <c:v>1.7521664815387708E-2</c:v>
                </c:pt>
                <c:pt idx="6963">
                  <c:v>8.5124547054995208E-3</c:v>
                </c:pt>
                <c:pt idx="6964">
                  <c:v>1.731063767073137E-2</c:v>
                </c:pt>
                <c:pt idx="6965">
                  <c:v>2.5101916041119991E-2</c:v>
                </c:pt>
                <c:pt idx="6966">
                  <c:v>-2.2149635725094839E-2</c:v>
                </c:pt>
                <c:pt idx="6967">
                  <c:v>-0.24763156791931645</c:v>
                </c:pt>
                <c:pt idx="6968">
                  <c:v>-0.21635200647805281</c:v>
                </c:pt>
                <c:pt idx="6969">
                  <c:v>-0.23700794407287584</c:v>
                </c:pt>
                <c:pt idx="6970">
                  <c:v>-0.37274677915210797</c:v>
                </c:pt>
                <c:pt idx="6971">
                  <c:v>-0.39422108293443964</c:v>
                </c:pt>
                <c:pt idx="6972">
                  <c:v>-0.44065380461589748</c:v>
                </c:pt>
                <c:pt idx="6973">
                  <c:v>-0.44529521197183791</c:v>
                </c:pt>
                <c:pt idx="6974">
                  <c:v>-0.40383123765947154</c:v>
                </c:pt>
                <c:pt idx="6975">
                  <c:v>-0.4602565448742425</c:v>
                </c:pt>
                <c:pt idx="6976">
                  <c:v>-0.42272138699008738</c:v>
                </c:pt>
                <c:pt idx="6977">
                  <c:v>-0.46140253895176597</c:v>
                </c:pt>
                <c:pt idx="6978">
                  <c:v>-0.48180498111495218</c:v>
                </c:pt>
                <c:pt idx="6979">
                  <c:v>-0.44478597374579432</c:v>
                </c:pt>
                <c:pt idx="6980">
                  <c:v>-0.43258604047949123</c:v>
                </c:pt>
                <c:pt idx="6981">
                  <c:v>-0.35618900214287147</c:v>
                </c:pt>
                <c:pt idx="6982">
                  <c:v>-0.3499768916813672</c:v>
                </c:pt>
                <c:pt idx="6983">
                  <c:v>-0.13100170114196305</c:v>
                </c:pt>
                <c:pt idx="6984">
                  <c:v>-9.0514076670278068E-2</c:v>
                </c:pt>
                <c:pt idx="6985">
                  <c:v>-5.2171656148540226E-2</c:v>
                </c:pt>
                <c:pt idx="6986">
                  <c:v>-1.7341831226975694E-2</c:v>
                </c:pt>
                <c:pt idx="6987">
                  <c:v>6.696789651359553E-3</c:v>
                </c:pt>
                <c:pt idx="6988">
                  <c:v>1.5051576683115298E-2</c:v>
                </c:pt>
                <c:pt idx="6989">
                  <c:v>1.4614031479624487E-2</c:v>
                </c:pt>
                <c:pt idx="6990">
                  <c:v>-0.10814774335682975</c:v>
                </c:pt>
                <c:pt idx="6991">
                  <c:v>-0.31719201812467235</c:v>
                </c:pt>
                <c:pt idx="6992">
                  <c:v>-0.29428616652766187</c:v>
                </c:pt>
                <c:pt idx="6993">
                  <c:v>-0.46348243587250743</c:v>
                </c:pt>
                <c:pt idx="6994">
                  <c:v>-0.49445939870175831</c:v>
                </c:pt>
                <c:pt idx="6995">
                  <c:v>-0.50851382838433046</c:v>
                </c:pt>
                <c:pt idx="6996">
                  <c:v>-0.42032803692186305</c:v>
                </c:pt>
                <c:pt idx="6997">
                  <c:v>-0.41569536863856082</c:v>
                </c:pt>
                <c:pt idx="6998">
                  <c:v>-0.38480851230359436</c:v>
                </c:pt>
                <c:pt idx="6999">
                  <c:v>-0.37252194774224129</c:v>
                </c:pt>
                <c:pt idx="7000">
                  <c:v>-0.36222126950666145</c:v>
                </c:pt>
                <c:pt idx="7001">
                  <c:v>-0.37911896240619641</c:v>
                </c:pt>
                <c:pt idx="7002">
                  <c:v>-0.36677622941838295</c:v>
                </c:pt>
                <c:pt idx="7003">
                  <c:v>-0.34103887479484235</c:v>
                </c:pt>
                <c:pt idx="7004">
                  <c:v>-0.31606683217665155</c:v>
                </c:pt>
                <c:pt idx="7005">
                  <c:v>-0.30276282695277174</c:v>
                </c:pt>
                <c:pt idx="7006">
                  <c:v>-0.24447254618517034</c:v>
                </c:pt>
                <c:pt idx="7007">
                  <c:v>-9.3854429327257113E-2</c:v>
                </c:pt>
                <c:pt idx="7008">
                  <c:v>-3.0408391851183506E-2</c:v>
                </c:pt>
                <c:pt idx="7009">
                  <c:v>-7.8744136597525879E-3</c:v>
                </c:pt>
                <c:pt idx="7010">
                  <c:v>-3.1247347108344825E-3</c:v>
                </c:pt>
                <c:pt idx="7011">
                  <c:v>1.2293420517704838E-2</c:v>
                </c:pt>
                <c:pt idx="7012">
                  <c:v>1.3999137971449385E-2</c:v>
                </c:pt>
                <c:pt idx="7013">
                  <c:v>1.671484230249139E-2</c:v>
                </c:pt>
                <c:pt idx="7014">
                  <c:v>-6.0102770157200024E-2</c:v>
                </c:pt>
                <c:pt idx="7015">
                  <c:v>-0.35668993793235965</c:v>
                </c:pt>
                <c:pt idx="7016">
                  <c:v>-0.32435607176994757</c:v>
                </c:pt>
                <c:pt idx="7017">
                  <c:v>-0.32348870664333168</c:v>
                </c:pt>
                <c:pt idx="7018">
                  <c:v>-0.4317518275897877</c:v>
                </c:pt>
                <c:pt idx="7019">
                  <c:v>-0.56955149204641509</c:v>
                </c:pt>
                <c:pt idx="7020">
                  <c:v>-0.42335424296114432</c:v>
                </c:pt>
                <c:pt idx="7021">
                  <c:v>-0.4555901875712875</c:v>
                </c:pt>
                <c:pt idx="7022">
                  <c:v>-0.46961495633369654</c:v>
                </c:pt>
                <c:pt idx="7023">
                  <c:v>-0.39758190439986496</c:v>
                </c:pt>
                <c:pt idx="7024">
                  <c:v>-0.39657332571149789</c:v>
                </c:pt>
                <c:pt idx="7025">
                  <c:v>-0.33580426168859379</c:v>
                </c:pt>
                <c:pt idx="7026">
                  <c:v>-0.36575940719543876</c:v>
                </c:pt>
                <c:pt idx="7027">
                  <c:v>-0.33086153841370641</c:v>
                </c:pt>
                <c:pt idx="7028">
                  <c:v>-0.31527995283094618</c:v>
                </c:pt>
                <c:pt idx="7029">
                  <c:v>-0.28950915895168849</c:v>
                </c:pt>
                <c:pt idx="7030">
                  <c:v>-0.26800003415683199</c:v>
                </c:pt>
                <c:pt idx="7031">
                  <c:v>-9.5153031716344011E-2</c:v>
                </c:pt>
                <c:pt idx="7032">
                  <c:v>-8.8785299882920173E-3</c:v>
                </c:pt>
                <c:pt idx="7033">
                  <c:v>1.9323053268076415E-2</c:v>
                </c:pt>
                <c:pt idx="7034">
                  <c:v>9.774362374396323E-3</c:v>
                </c:pt>
                <c:pt idx="7035">
                  <c:v>8.1970412221153942E-3</c:v>
                </c:pt>
                <c:pt idx="7036">
                  <c:v>1.5110918483435055E-2</c:v>
                </c:pt>
                <c:pt idx="7037">
                  <c:v>1.5723950287773063E-2</c:v>
                </c:pt>
                <c:pt idx="7038">
                  <c:v>2.6412419534370627E-2</c:v>
                </c:pt>
                <c:pt idx="7039">
                  <c:v>-0.19334482229317368</c:v>
                </c:pt>
                <c:pt idx="7040">
                  <c:v>-0.2382598120886977</c:v>
                </c:pt>
                <c:pt idx="7041">
                  <c:v>-0.16425576301545278</c:v>
                </c:pt>
                <c:pt idx="7042">
                  <c:v>-0.2882085857548517</c:v>
                </c:pt>
                <c:pt idx="7043">
                  <c:v>-0.34341402028360429</c:v>
                </c:pt>
                <c:pt idx="7044">
                  <c:v>-0.35816930193523966</c:v>
                </c:pt>
                <c:pt idx="7045">
                  <c:v>-0.35373858038690265</c:v>
                </c:pt>
                <c:pt idx="7046">
                  <c:v>-0.36553342078327139</c:v>
                </c:pt>
                <c:pt idx="7047">
                  <c:v>-0.28293218013045845</c:v>
                </c:pt>
                <c:pt idx="7048">
                  <c:v>-0.27036588079653828</c:v>
                </c:pt>
                <c:pt idx="7049">
                  <c:v>-0.30166894123276317</c:v>
                </c:pt>
                <c:pt idx="7050">
                  <c:v>-0.33695757044563346</c:v>
                </c:pt>
                <c:pt idx="7051">
                  <c:v>-0.30484274200822897</c:v>
                </c:pt>
                <c:pt idx="7052">
                  <c:v>-0.29852910504664898</c:v>
                </c:pt>
                <c:pt idx="7053">
                  <c:v>-0.259504877518204</c:v>
                </c:pt>
                <c:pt idx="7054">
                  <c:v>-0.10523893765057604</c:v>
                </c:pt>
                <c:pt idx="7055">
                  <c:v>-9.8022492358322805E-2</c:v>
                </c:pt>
                <c:pt idx="7056">
                  <c:v>-3.3305567041155282E-2</c:v>
                </c:pt>
                <c:pt idx="7057">
                  <c:v>-2.6006128223333177E-3</c:v>
                </c:pt>
                <c:pt idx="7058">
                  <c:v>1.0014940562278283E-2</c:v>
                </c:pt>
                <c:pt idx="7059">
                  <c:v>1.1199944053294884E-2</c:v>
                </c:pt>
                <c:pt idx="7060">
                  <c:v>1.6555392388712304E-2</c:v>
                </c:pt>
                <c:pt idx="7061">
                  <c:v>1.7872115654997658E-2</c:v>
                </c:pt>
                <c:pt idx="7062">
                  <c:v>2.0243308031282905E-2</c:v>
                </c:pt>
                <c:pt idx="7063">
                  <c:v>-6.5852661348501679E-2</c:v>
                </c:pt>
                <c:pt idx="7064">
                  <c:v>-0.28902023998101622</c:v>
                </c:pt>
                <c:pt idx="7065">
                  <c:v>-0.21620518361740435</c:v>
                </c:pt>
                <c:pt idx="7066">
                  <c:v>-9.5293448496011179E-2</c:v>
                </c:pt>
                <c:pt idx="7067">
                  <c:v>-0.34158470547485337</c:v>
                </c:pt>
                <c:pt idx="7068">
                  <c:v>-0.31478810994875106</c:v>
                </c:pt>
                <c:pt idx="7069">
                  <c:v>-0.33072289432161506</c:v>
                </c:pt>
                <c:pt idx="7070">
                  <c:v>-0.3765320242252026</c:v>
                </c:pt>
                <c:pt idx="7071">
                  <c:v>-0.37103100201382438</c:v>
                </c:pt>
                <c:pt idx="7072">
                  <c:v>-0.3804620582501837</c:v>
                </c:pt>
                <c:pt idx="7073">
                  <c:v>-0.28110049650386409</c:v>
                </c:pt>
                <c:pt idx="7074">
                  <c:v>-0.32911276674928608</c:v>
                </c:pt>
                <c:pt idx="7075">
                  <c:v>-0.23800028235276402</c:v>
                </c:pt>
                <c:pt idx="7076">
                  <c:v>-0.33243337913370924</c:v>
                </c:pt>
                <c:pt idx="7077">
                  <c:v>-0.20571903489098384</c:v>
                </c:pt>
                <c:pt idx="7078">
                  <c:v>-0.29455424644792483</c:v>
                </c:pt>
                <c:pt idx="7079">
                  <c:v>-0.12859352672030341</c:v>
                </c:pt>
                <c:pt idx="7080">
                  <c:v>-3.9434729280987929E-2</c:v>
                </c:pt>
                <c:pt idx="7081">
                  <c:v>-1.1264356253624135E-2</c:v>
                </c:pt>
                <c:pt idx="7082">
                  <c:v>1.3821329773913938E-3</c:v>
                </c:pt>
                <c:pt idx="7083">
                  <c:v>1.4518708378418907E-2</c:v>
                </c:pt>
                <c:pt idx="7084">
                  <c:v>1.5596569487289554E-2</c:v>
                </c:pt>
                <c:pt idx="7085">
                  <c:v>1.7269754810285136E-2</c:v>
                </c:pt>
                <c:pt idx="7086">
                  <c:v>1.1859069866022452E-2</c:v>
                </c:pt>
                <c:pt idx="7087">
                  <c:v>-9.1961477243710621E-2</c:v>
                </c:pt>
                <c:pt idx="7088">
                  <c:v>-0.38226302489933811</c:v>
                </c:pt>
                <c:pt idx="7089">
                  <c:v>-0.32538628229549588</c:v>
                </c:pt>
                <c:pt idx="7090">
                  <c:v>-0.35229880556906479</c:v>
                </c:pt>
                <c:pt idx="7091">
                  <c:v>-0.35926839505920477</c:v>
                </c:pt>
                <c:pt idx="7092">
                  <c:v>-0.42908942893196439</c:v>
                </c:pt>
                <c:pt idx="7093">
                  <c:v>-0.44704071258697403</c:v>
                </c:pt>
                <c:pt idx="7094">
                  <c:v>-0.38870813621739048</c:v>
                </c:pt>
                <c:pt idx="7095">
                  <c:v>-0.39979888464806151</c:v>
                </c:pt>
                <c:pt idx="7096">
                  <c:v>-0.46609052573349924</c:v>
                </c:pt>
                <c:pt idx="7097">
                  <c:v>-0.37381104168709828</c:v>
                </c:pt>
                <c:pt idx="7098">
                  <c:v>-0.21256966733043869</c:v>
                </c:pt>
                <c:pt idx="7099">
                  <c:v>-0.41711863280458844</c:v>
                </c:pt>
                <c:pt idx="7100">
                  <c:v>-0.4237571404293074</c:v>
                </c:pt>
                <c:pt idx="7101">
                  <c:v>-0.33291019937994443</c:v>
                </c:pt>
                <c:pt idx="7102">
                  <c:v>-0.31857044885693581</c:v>
                </c:pt>
                <c:pt idx="7103">
                  <c:v>-0.34481702032975675</c:v>
                </c:pt>
                <c:pt idx="7104">
                  <c:v>-0.29563638600053027</c:v>
                </c:pt>
                <c:pt idx="7105">
                  <c:v>-0.16632650505303448</c:v>
                </c:pt>
                <c:pt idx="7106">
                  <c:v>-6.0208338476001606E-2</c:v>
                </c:pt>
                <c:pt idx="7107">
                  <c:v>-1.4658410815266578E-2</c:v>
                </c:pt>
                <c:pt idx="7108">
                  <c:v>-2.0613228137907657E-3</c:v>
                </c:pt>
                <c:pt idx="7109">
                  <c:v>6.015217108334526E-3</c:v>
                </c:pt>
                <c:pt idx="7110">
                  <c:v>7.5352887622012442E-3</c:v>
                </c:pt>
                <c:pt idx="7111">
                  <c:v>-0.10286040478768682</c:v>
                </c:pt>
                <c:pt idx="7112">
                  <c:v>-0.40740164962872755</c:v>
                </c:pt>
                <c:pt idx="7113">
                  <c:v>-0.45459955505425748</c:v>
                </c:pt>
                <c:pt idx="7114">
                  <c:v>-0.44970885125074161</c:v>
                </c:pt>
                <c:pt idx="7115">
                  <c:v>-0.48460543712319515</c:v>
                </c:pt>
                <c:pt idx="7116">
                  <c:v>-0.50526596051530359</c:v>
                </c:pt>
                <c:pt idx="7117">
                  <c:v>-0.48663250495165422</c:v>
                </c:pt>
                <c:pt idx="7118">
                  <c:v>-0.44363662387262959</c:v>
                </c:pt>
                <c:pt idx="7119">
                  <c:v>-0.46908791285587614</c:v>
                </c:pt>
                <c:pt idx="7120">
                  <c:v>-0.41654609055591119</c:v>
                </c:pt>
                <c:pt idx="7121">
                  <c:v>-0.41253271450068474</c:v>
                </c:pt>
                <c:pt idx="7122">
                  <c:v>-0.3674649056634437</c:v>
                </c:pt>
                <c:pt idx="7123">
                  <c:v>-0.31876606740104552</c:v>
                </c:pt>
                <c:pt idx="7124">
                  <c:v>-0.32896615311106364</c:v>
                </c:pt>
                <c:pt idx="7125">
                  <c:v>-0.28890970582340986</c:v>
                </c:pt>
                <c:pt idx="7126">
                  <c:v>-0.2860643103699671</c:v>
                </c:pt>
                <c:pt idx="7127">
                  <c:v>-0.27027843040516186</c:v>
                </c:pt>
                <c:pt idx="7128">
                  <c:v>-0.24381576106944061</c:v>
                </c:pt>
                <c:pt idx="7129">
                  <c:v>-0.11866947386167798</c:v>
                </c:pt>
                <c:pt idx="7130">
                  <c:v>-8.2627222623592109E-2</c:v>
                </c:pt>
                <c:pt idx="7131">
                  <c:v>-4.450678388928718E-2</c:v>
                </c:pt>
                <c:pt idx="7132">
                  <c:v>-1.3533622363908229E-2</c:v>
                </c:pt>
                <c:pt idx="7133">
                  <c:v>-1.3434644144683879E-3</c:v>
                </c:pt>
                <c:pt idx="7134">
                  <c:v>7.3535406873667551E-3</c:v>
                </c:pt>
                <c:pt idx="7135">
                  <c:v>-8.5531924613166541E-2</c:v>
                </c:pt>
                <c:pt idx="7136">
                  <c:v>-0.30273492238638988</c:v>
                </c:pt>
                <c:pt idx="7137">
                  <c:v>-0.3520075871725733</c:v>
                </c:pt>
                <c:pt idx="7138">
                  <c:v>-0.32438067060585402</c:v>
                </c:pt>
                <c:pt idx="7139">
                  <c:v>-0.40681207940429093</c:v>
                </c:pt>
                <c:pt idx="7140">
                  <c:v>-0.50184673011680592</c:v>
                </c:pt>
                <c:pt idx="7141">
                  <c:v>-0.45704727269542966</c:v>
                </c:pt>
                <c:pt idx="7142">
                  <c:v>-0.46662001764739608</c:v>
                </c:pt>
                <c:pt idx="7143">
                  <c:v>-0.49729122298013906</c:v>
                </c:pt>
                <c:pt idx="7144">
                  <c:v>-0.51894670198761428</c:v>
                </c:pt>
                <c:pt idx="7145">
                  <c:v>-0.42920761583216477</c:v>
                </c:pt>
                <c:pt idx="7146">
                  <c:v>-0.410954195347906</c:v>
                </c:pt>
                <c:pt idx="7147">
                  <c:v>-0.4103342004908106</c:v>
                </c:pt>
                <c:pt idx="7148">
                  <c:v>-0.32441049559420904</c:v>
                </c:pt>
                <c:pt idx="7149">
                  <c:v>-0.25607262976891504</c:v>
                </c:pt>
                <c:pt idx="7150">
                  <c:v>-0.28363627394424129</c:v>
                </c:pt>
                <c:pt idx="7151">
                  <c:v>-0.26505076350471646</c:v>
                </c:pt>
                <c:pt idx="7152">
                  <c:v>-0.30474597858098718</c:v>
                </c:pt>
                <c:pt idx="7153">
                  <c:v>-0.26523061689314725</c:v>
                </c:pt>
                <c:pt idx="7154">
                  <c:v>-0.11284215305900999</c:v>
                </c:pt>
                <c:pt idx="7155">
                  <c:v>-2.923909336370055E-2</c:v>
                </c:pt>
                <c:pt idx="7156">
                  <c:v>-2.1484095873579748E-3</c:v>
                </c:pt>
                <c:pt idx="7157">
                  <c:v>7.4014165027203403E-3</c:v>
                </c:pt>
                <c:pt idx="7158">
                  <c:v>-0.19232863889793123</c:v>
                </c:pt>
                <c:pt idx="7159">
                  <c:v>-0.26905968027950106</c:v>
                </c:pt>
                <c:pt idx="7160">
                  <c:v>-0.32495560848349719</c:v>
                </c:pt>
                <c:pt idx="7161">
                  <c:v>-0.37116645474643001</c:v>
                </c:pt>
                <c:pt idx="7162">
                  <c:v>-0.39705607486576711</c:v>
                </c:pt>
                <c:pt idx="7163">
                  <c:v>-0.52040408368453672</c:v>
                </c:pt>
                <c:pt idx="7164">
                  <c:v>-0.5514430090709852</c:v>
                </c:pt>
                <c:pt idx="7165">
                  <c:v>-0.52483846963284275</c:v>
                </c:pt>
                <c:pt idx="7166">
                  <c:v>-0.50273991687455977</c:v>
                </c:pt>
                <c:pt idx="7167">
                  <c:v>-0.45332113928450507</c:v>
                </c:pt>
                <c:pt idx="7168">
                  <c:v>-0.45920056881744742</c:v>
                </c:pt>
                <c:pt idx="7169">
                  <c:v>-0.42355853744472916</c:v>
                </c:pt>
                <c:pt idx="7170">
                  <c:v>-0.35746193686680416</c:v>
                </c:pt>
                <c:pt idx="7171">
                  <c:v>-0.34497061847562832</c:v>
                </c:pt>
                <c:pt idx="7172">
                  <c:v>-0.34080137397993537</c:v>
                </c:pt>
                <c:pt idx="7173">
                  <c:v>-0.36756211293432223</c:v>
                </c:pt>
                <c:pt idx="7174">
                  <c:v>-0.34099097724492822</c:v>
                </c:pt>
                <c:pt idx="7175">
                  <c:v>-0.32222188363314869</c:v>
                </c:pt>
                <c:pt idx="7176">
                  <c:v>-0.30303013529008238</c:v>
                </c:pt>
                <c:pt idx="7177">
                  <c:v>-0.31117611584261734</c:v>
                </c:pt>
                <c:pt idx="7178">
                  <c:v>-0.2888362580183696</c:v>
                </c:pt>
                <c:pt idx="7179">
                  <c:v>-0.25783219921957845</c:v>
                </c:pt>
                <c:pt idx="7180">
                  <c:v>-0.25665817603338997</c:v>
                </c:pt>
                <c:pt idx="7181">
                  <c:v>-0.24317350843380603</c:v>
                </c:pt>
                <c:pt idx="7182">
                  <c:v>-0.23522833516144259</c:v>
                </c:pt>
                <c:pt idx="7183">
                  <c:v>-0.21681778216128783</c:v>
                </c:pt>
                <c:pt idx="7184">
                  <c:v>-0.20321632888565133</c:v>
                </c:pt>
                <c:pt idx="7185">
                  <c:v>-0.236502150556816</c:v>
                </c:pt>
                <c:pt idx="7186">
                  <c:v>-0.22037666247918464</c:v>
                </c:pt>
                <c:pt idx="7187">
                  <c:v>-0.2207122189758525</c:v>
                </c:pt>
                <c:pt idx="7188">
                  <c:v>-0.23866305309058888</c:v>
                </c:pt>
                <c:pt idx="7189">
                  <c:v>-0.2183638052980772</c:v>
                </c:pt>
                <c:pt idx="7190">
                  <c:v>-0.21771540733111627</c:v>
                </c:pt>
                <c:pt idx="7191">
                  <c:v>-0.24700389470488418</c:v>
                </c:pt>
                <c:pt idx="7192">
                  <c:v>-0.28539189070847037</c:v>
                </c:pt>
                <c:pt idx="7193">
                  <c:v>-0.32651919542198776</c:v>
                </c:pt>
                <c:pt idx="7194">
                  <c:v>-0.34555628249348941</c:v>
                </c:pt>
                <c:pt idx="7195">
                  <c:v>-0.34809341315306469</c:v>
                </c:pt>
                <c:pt idx="7196">
                  <c:v>-0.31176745589953841</c:v>
                </c:pt>
                <c:pt idx="7197">
                  <c:v>-0.29739767309300424</c:v>
                </c:pt>
                <c:pt idx="7198">
                  <c:v>-0.28317604042383276</c:v>
                </c:pt>
                <c:pt idx="7199">
                  <c:v>-0.2745382907253987</c:v>
                </c:pt>
                <c:pt idx="7200">
                  <c:v>-0.25741938616173043</c:v>
                </c:pt>
                <c:pt idx="7201">
                  <c:v>-0.26333836746499684</c:v>
                </c:pt>
                <c:pt idx="7202">
                  <c:v>-0.25041675517468082</c:v>
                </c:pt>
                <c:pt idx="7203">
                  <c:v>-0.22562541348664394</c:v>
                </c:pt>
                <c:pt idx="7204">
                  <c:v>-0.23627457620885842</c:v>
                </c:pt>
                <c:pt idx="7205">
                  <c:v>-0.23379838089952709</c:v>
                </c:pt>
                <c:pt idx="7206">
                  <c:v>-0.23056658841213171</c:v>
                </c:pt>
                <c:pt idx="7207">
                  <c:v>-0.22761912233100801</c:v>
                </c:pt>
                <c:pt idx="7208">
                  <c:v>-0.24945318521673276</c:v>
                </c:pt>
                <c:pt idx="7209">
                  <c:v>-0.24789111389978938</c:v>
                </c:pt>
                <c:pt idx="7210">
                  <c:v>-0.28932192760228143</c:v>
                </c:pt>
                <c:pt idx="7211">
                  <c:v>-0.37179424203188816</c:v>
                </c:pt>
                <c:pt idx="7212">
                  <c:v>-0.41037528627229214</c:v>
                </c:pt>
                <c:pt idx="7213">
                  <c:v>-0.38367080841927254</c:v>
                </c:pt>
                <c:pt idx="7214">
                  <c:v>-0.3537116620611841</c:v>
                </c:pt>
                <c:pt idx="7215">
                  <c:v>-0.39592193155691752</c:v>
                </c:pt>
                <c:pt idx="7216">
                  <c:v>-0.39292409160878822</c:v>
                </c:pt>
                <c:pt idx="7217">
                  <c:v>-0.36289343263498153</c:v>
                </c:pt>
                <c:pt idx="7218">
                  <c:v>-0.30666894687074442</c:v>
                </c:pt>
                <c:pt idx="7219">
                  <c:v>-0.2846992068099507</c:v>
                </c:pt>
                <c:pt idx="7220">
                  <c:v>-0.25713628400676869</c:v>
                </c:pt>
                <c:pt idx="7221">
                  <c:v>-0.25489912852669905</c:v>
                </c:pt>
                <c:pt idx="7222">
                  <c:v>-0.22828663550713363</c:v>
                </c:pt>
                <c:pt idx="7223">
                  <c:v>-0.22568896293146312</c:v>
                </c:pt>
                <c:pt idx="7224">
                  <c:v>-0.24409397719953074</c:v>
                </c:pt>
                <c:pt idx="7225">
                  <c:v>-0.23730893344618892</c:v>
                </c:pt>
                <c:pt idx="7226">
                  <c:v>-0.12240218437796213</c:v>
                </c:pt>
                <c:pt idx="7227">
                  <c:v>-0.19955666683445433</c:v>
                </c:pt>
                <c:pt idx="7228">
                  <c:v>-0.11865699226876771</c:v>
                </c:pt>
                <c:pt idx="7229">
                  <c:v>-9.3173083374293211E-2</c:v>
                </c:pt>
                <c:pt idx="7230">
                  <c:v>-0.12719579605206163</c:v>
                </c:pt>
                <c:pt idx="7231">
                  <c:v>-7.6432602781923015E-2</c:v>
                </c:pt>
                <c:pt idx="7232">
                  <c:v>-2.2732135087002475E-2</c:v>
                </c:pt>
                <c:pt idx="7233">
                  <c:v>-0.11018347181067396</c:v>
                </c:pt>
                <c:pt idx="7234">
                  <c:v>-8.2510478045564911E-2</c:v>
                </c:pt>
                <c:pt idx="7235">
                  <c:v>-7.5236176585571158E-3</c:v>
                </c:pt>
                <c:pt idx="7236">
                  <c:v>-8.7300043277122236E-2</c:v>
                </c:pt>
                <c:pt idx="7237">
                  <c:v>-9.5210027025837918E-2</c:v>
                </c:pt>
                <c:pt idx="7238">
                  <c:v>-1.5312409457379642E-2</c:v>
                </c:pt>
                <c:pt idx="7239">
                  <c:v>-7.0053464189254164E-2</c:v>
                </c:pt>
                <c:pt idx="7240">
                  <c:v>-8.4805412139091096E-2</c:v>
                </c:pt>
                <c:pt idx="7241">
                  <c:v>-3.5056541456363825E-2</c:v>
                </c:pt>
                <c:pt idx="7242">
                  <c:v>-3.7027807895991527E-2</c:v>
                </c:pt>
                <c:pt idx="7243">
                  <c:v>-0.1146511760777493</c:v>
                </c:pt>
                <c:pt idx="7244">
                  <c:v>-4.3073585375067246E-2</c:v>
                </c:pt>
                <c:pt idx="7245">
                  <c:v>-4.069932782478447E-2</c:v>
                </c:pt>
                <c:pt idx="7246">
                  <c:v>-9.3517891239754958E-2</c:v>
                </c:pt>
                <c:pt idx="7247">
                  <c:v>-8.3118094234447493E-2</c:v>
                </c:pt>
                <c:pt idx="7248">
                  <c:v>-6.4281191629202488E-3</c:v>
                </c:pt>
                <c:pt idx="7249">
                  <c:v>-5.1135797017601181E-2</c:v>
                </c:pt>
                <c:pt idx="7250">
                  <c:v>2.3763052547382171E-2</c:v>
                </c:pt>
                <c:pt idx="7251">
                  <c:v>2.4158436504108569E-2</c:v>
                </c:pt>
                <c:pt idx="7252">
                  <c:v>2.5049872868984361E-2</c:v>
                </c:pt>
                <c:pt idx="7253">
                  <c:v>2.3208933441346703E-2</c:v>
                </c:pt>
                <c:pt idx="7254">
                  <c:v>2.4329809603253344E-2</c:v>
                </c:pt>
                <c:pt idx="7255">
                  <c:v>1.5153313774802323E-2</c:v>
                </c:pt>
                <c:pt idx="7256">
                  <c:v>1.5272683912650405E-2</c:v>
                </c:pt>
                <c:pt idx="7257">
                  <c:v>1.3477620023016701E-2</c:v>
                </c:pt>
                <c:pt idx="7258">
                  <c:v>-0.14579688234190291</c:v>
                </c:pt>
                <c:pt idx="7259">
                  <c:v>-0.14876488593971834</c:v>
                </c:pt>
                <c:pt idx="7260">
                  <c:v>-4.4959288293060978E-2</c:v>
                </c:pt>
                <c:pt idx="7261">
                  <c:v>-0.33164872329905043</c:v>
                </c:pt>
                <c:pt idx="7262">
                  <c:v>-6.3648037243041897E-2</c:v>
                </c:pt>
                <c:pt idx="7263">
                  <c:v>-0.41022197922233256</c:v>
                </c:pt>
                <c:pt idx="7264">
                  <c:v>-0.12191102016708893</c:v>
                </c:pt>
                <c:pt idx="7265">
                  <c:v>-0.38021337229189139</c:v>
                </c:pt>
                <c:pt idx="7266">
                  <c:v>-0.27219598882382284</c:v>
                </c:pt>
                <c:pt idx="7267">
                  <c:v>-0.21685931682301848</c:v>
                </c:pt>
                <c:pt idx="7268">
                  <c:v>-0.10167202760597961</c:v>
                </c:pt>
                <c:pt idx="7269">
                  <c:v>-5.6509866122322734E-2</c:v>
                </c:pt>
                <c:pt idx="7270">
                  <c:v>-0.11908381234119152</c:v>
                </c:pt>
                <c:pt idx="7271">
                  <c:v>-0.15293935635080907</c:v>
                </c:pt>
                <c:pt idx="7272">
                  <c:v>-9.723417310343821E-2</c:v>
                </c:pt>
                <c:pt idx="7273">
                  <c:v>-0.11057773060371481</c:v>
                </c:pt>
                <c:pt idx="7274">
                  <c:v>-0.12413032507279727</c:v>
                </c:pt>
                <c:pt idx="7275">
                  <c:v>-0.1185517831371966</c:v>
                </c:pt>
                <c:pt idx="7276">
                  <c:v>-0.13913956870669156</c:v>
                </c:pt>
                <c:pt idx="7277">
                  <c:v>-0.10887250527315337</c:v>
                </c:pt>
                <c:pt idx="7278">
                  <c:v>-0.10886709617255559</c:v>
                </c:pt>
                <c:pt idx="7279">
                  <c:v>-0.11365985605467625</c:v>
                </c:pt>
                <c:pt idx="7280">
                  <c:v>-0.12232917243707894</c:v>
                </c:pt>
                <c:pt idx="7281">
                  <c:v>-0.22142310131887918</c:v>
                </c:pt>
                <c:pt idx="7282">
                  <c:v>-0.35376482236099471</c:v>
                </c:pt>
                <c:pt idx="7283">
                  <c:v>-0.41744653547109223</c:v>
                </c:pt>
                <c:pt idx="7284">
                  <c:v>-0.40974825432370554</c:v>
                </c:pt>
                <c:pt idx="7285">
                  <c:v>-0.36350676894413592</c:v>
                </c:pt>
                <c:pt idx="7286">
                  <c:v>-0.29545796763428195</c:v>
                </c:pt>
                <c:pt idx="7287">
                  <c:v>-0.31229035785965165</c:v>
                </c:pt>
                <c:pt idx="7288">
                  <c:v>-0.33413951131272662</c:v>
                </c:pt>
                <c:pt idx="7289">
                  <c:v>-0.28698917724093181</c:v>
                </c:pt>
                <c:pt idx="7290">
                  <c:v>-0.24542477015007255</c:v>
                </c:pt>
                <c:pt idx="7291">
                  <c:v>-0.22022807447572748</c:v>
                </c:pt>
                <c:pt idx="7292">
                  <c:v>-0.15816820718412949</c:v>
                </c:pt>
                <c:pt idx="7293">
                  <c:v>-0.11536098243394474</c:v>
                </c:pt>
                <c:pt idx="7294">
                  <c:v>-8.374803946490221E-2</c:v>
                </c:pt>
                <c:pt idx="7295">
                  <c:v>-3.7300558382869213E-2</c:v>
                </c:pt>
                <c:pt idx="7296">
                  <c:v>7.4703423644718438E-3</c:v>
                </c:pt>
                <c:pt idx="7297">
                  <c:v>3.317394215942393E-2</c:v>
                </c:pt>
                <c:pt idx="7298">
                  <c:v>3.6313227668281038E-2</c:v>
                </c:pt>
                <c:pt idx="7299">
                  <c:v>3.6304763830481555E-2</c:v>
                </c:pt>
                <c:pt idx="7300">
                  <c:v>3.5305293443547367E-2</c:v>
                </c:pt>
                <c:pt idx="7301">
                  <c:v>3.3001898556200573E-2</c:v>
                </c:pt>
                <c:pt idx="7302">
                  <c:v>3.5873939696693294E-2</c:v>
                </c:pt>
                <c:pt idx="7303">
                  <c:v>3.51807530732407E-2</c:v>
                </c:pt>
                <c:pt idx="7304">
                  <c:v>2.6992272434293533E-2</c:v>
                </c:pt>
                <c:pt idx="7305">
                  <c:v>1.8085906296360713E-2</c:v>
                </c:pt>
                <c:pt idx="7306">
                  <c:v>-0.12719794477850335</c:v>
                </c:pt>
                <c:pt idx="7307">
                  <c:v>-0.12868205891812792</c:v>
                </c:pt>
                <c:pt idx="7308">
                  <c:v>-0.20464787965888673</c:v>
                </c:pt>
                <c:pt idx="7309">
                  <c:v>-3.9879386817155756E-2</c:v>
                </c:pt>
                <c:pt idx="7310">
                  <c:v>-0.26856678893222991</c:v>
                </c:pt>
                <c:pt idx="7311">
                  <c:v>-0.25698885412936501</c:v>
                </c:pt>
                <c:pt idx="7312">
                  <c:v>-0.19673844901820087</c:v>
                </c:pt>
                <c:pt idx="7313">
                  <c:v>-0.20247769623771572</c:v>
                </c:pt>
                <c:pt idx="7314">
                  <c:v>-0.16552298469164775</c:v>
                </c:pt>
                <c:pt idx="7315">
                  <c:v>-0.15001831737156462</c:v>
                </c:pt>
                <c:pt idx="7316">
                  <c:v>-0.12754115916251915</c:v>
                </c:pt>
                <c:pt idx="7317">
                  <c:v>-9.3230360957012356E-2</c:v>
                </c:pt>
                <c:pt idx="7318">
                  <c:v>-6.6883005137916923E-2</c:v>
                </c:pt>
                <c:pt idx="7319">
                  <c:v>-5.2930781141599513E-2</c:v>
                </c:pt>
                <c:pt idx="7320">
                  <c:v>-3.8556978822288673E-2</c:v>
                </c:pt>
                <c:pt idx="7321">
                  <c:v>-2.4857474371263249E-4</c:v>
                </c:pt>
                <c:pt idx="7322">
                  <c:v>1.1273132131437607E-3</c:v>
                </c:pt>
                <c:pt idx="7323">
                  <c:v>2.1106298658134875E-2</c:v>
                </c:pt>
                <c:pt idx="7324">
                  <c:v>1.913617596680732E-2</c:v>
                </c:pt>
                <c:pt idx="7325">
                  <c:v>2.1691360122344801E-2</c:v>
                </c:pt>
                <c:pt idx="7326">
                  <c:v>1.977934137319037E-2</c:v>
                </c:pt>
                <c:pt idx="7327">
                  <c:v>1.0388123720315586E-2</c:v>
                </c:pt>
                <c:pt idx="7328">
                  <c:v>-6.0900757616156025E-4</c:v>
                </c:pt>
                <c:pt idx="7329">
                  <c:v>-4.9808464192692609E-2</c:v>
                </c:pt>
                <c:pt idx="7330">
                  <c:v>-0.32089335891316012</c:v>
                </c:pt>
                <c:pt idx="7331">
                  <c:v>-0.29391079037332668</c:v>
                </c:pt>
                <c:pt idx="7332">
                  <c:v>-0.21106431986806054</c:v>
                </c:pt>
                <c:pt idx="7333">
                  <c:v>-0.32091635492310167</c:v>
                </c:pt>
                <c:pt idx="7334">
                  <c:v>-0.3244106405306097</c:v>
                </c:pt>
                <c:pt idx="7335">
                  <c:v>-0.32212371765367126</c:v>
                </c:pt>
                <c:pt idx="7336">
                  <c:v>-0.33105041247281819</c:v>
                </c:pt>
                <c:pt idx="7337">
                  <c:v>-0.3225390013190309</c:v>
                </c:pt>
                <c:pt idx="7338">
                  <c:v>-0.255135507335158</c:v>
                </c:pt>
                <c:pt idx="7339">
                  <c:v>-0.22099917142360836</c:v>
                </c:pt>
                <c:pt idx="7340">
                  <c:v>-0.1869541127631682</c:v>
                </c:pt>
                <c:pt idx="7341">
                  <c:v>-0.14706157695785912</c:v>
                </c:pt>
                <c:pt idx="7342">
                  <c:v>-0.12036237150716804</c:v>
                </c:pt>
                <c:pt idx="7343">
                  <c:v>-0.12221615006936311</c:v>
                </c:pt>
                <c:pt idx="7344">
                  <c:v>-4.9916550999693977E-2</c:v>
                </c:pt>
                <c:pt idx="7345">
                  <c:v>-7.5739483067763097E-2</c:v>
                </c:pt>
                <c:pt idx="7346">
                  <c:v>-2.4425608072798539E-3</c:v>
                </c:pt>
                <c:pt idx="7347">
                  <c:v>-9.7343326933725938E-2</c:v>
                </c:pt>
                <c:pt idx="7348">
                  <c:v>1.725833356858298E-2</c:v>
                </c:pt>
                <c:pt idx="7349">
                  <c:v>1.9846867269334767E-2</c:v>
                </c:pt>
                <c:pt idx="7350">
                  <c:v>1.7089495228966304E-2</c:v>
                </c:pt>
                <c:pt idx="7351">
                  <c:v>-3.2041698822499957E-2</c:v>
                </c:pt>
                <c:pt idx="7352">
                  <c:v>-4.0871509752706557E-2</c:v>
                </c:pt>
                <c:pt idx="7353">
                  <c:v>-9.7056404396708151E-2</c:v>
                </c:pt>
                <c:pt idx="7354">
                  <c:v>-0.11846913847579864</c:v>
                </c:pt>
                <c:pt idx="7355">
                  <c:v>-0.24746556229744671</c:v>
                </c:pt>
                <c:pt idx="7356">
                  <c:v>-0.25288666074820321</c:v>
                </c:pt>
                <c:pt idx="7357">
                  <c:v>-0.28259933331499071</c:v>
                </c:pt>
                <c:pt idx="7358">
                  <c:v>-0.31769685492608291</c:v>
                </c:pt>
                <c:pt idx="7359">
                  <c:v>-0.32612210613266557</c:v>
                </c:pt>
                <c:pt idx="7360">
                  <c:v>-0.34610335011422161</c:v>
                </c:pt>
                <c:pt idx="7361">
                  <c:v>-0.35694855850992369</c:v>
                </c:pt>
                <c:pt idx="7362">
                  <c:v>-0.3150771330424651</c:v>
                </c:pt>
                <c:pt idx="7363">
                  <c:v>-0.29668322664842001</c:v>
                </c:pt>
                <c:pt idx="7364">
                  <c:v>-0.26334065973391524</c:v>
                </c:pt>
                <c:pt idx="7365">
                  <c:v>-0.17158755987802896</c:v>
                </c:pt>
                <c:pt idx="7366">
                  <c:v>-0.15261833457470028</c:v>
                </c:pt>
                <c:pt idx="7367">
                  <c:v>-8.8662332289930007E-2</c:v>
                </c:pt>
                <c:pt idx="7368">
                  <c:v>-2.3259437363146812E-2</c:v>
                </c:pt>
                <c:pt idx="7369">
                  <c:v>-2.8333484978713746E-3</c:v>
                </c:pt>
                <c:pt idx="7370">
                  <c:v>3.3919915105570324E-3</c:v>
                </c:pt>
                <c:pt idx="7371">
                  <c:v>9.4519550323894468E-3</c:v>
                </c:pt>
                <c:pt idx="7372">
                  <c:v>9.5660219980412582E-3</c:v>
                </c:pt>
                <c:pt idx="7373">
                  <c:v>1.3671784927737369E-2</c:v>
                </c:pt>
                <c:pt idx="7374">
                  <c:v>1.4254833674295949E-2</c:v>
                </c:pt>
                <c:pt idx="7375">
                  <c:v>-4.6394362358832701E-2</c:v>
                </c:pt>
                <c:pt idx="7376">
                  <c:v>-0.21012706669376852</c:v>
                </c:pt>
                <c:pt idx="7377">
                  <c:v>-0.24756520007882027</c:v>
                </c:pt>
                <c:pt idx="7378">
                  <c:v>-0.31802678322044681</c:v>
                </c:pt>
                <c:pt idx="7379">
                  <c:v>-0.3175378393273468</c:v>
                </c:pt>
                <c:pt idx="7380">
                  <c:v>-0.31038099222083726</c:v>
                </c:pt>
                <c:pt idx="7381">
                  <c:v>-0.36989177914247634</c:v>
                </c:pt>
                <c:pt idx="7382">
                  <c:v>-0.42514483518445501</c:v>
                </c:pt>
                <c:pt idx="7383">
                  <c:v>-0.41639378060912108</c:v>
                </c:pt>
                <c:pt idx="7384">
                  <c:v>-0.46307652706066371</c:v>
                </c:pt>
                <c:pt idx="7385">
                  <c:v>-0.42831175215911549</c:v>
                </c:pt>
                <c:pt idx="7386">
                  <c:v>-0.38377053922730087</c:v>
                </c:pt>
                <c:pt idx="7387">
                  <c:v>-0.28364942836539347</c:v>
                </c:pt>
                <c:pt idx="7388">
                  <c:v>-0.25792649598204093</c:v>
                </c:pt>
                <c:pt idx="7389">
                  <c:v>-0.26095122339139298</c:v>
                </c:pt>
                <c:pt idx="7390">
                  <c:v>-0.1903804968274028</c:v>
                </c:pt>
                <c:pt idx="7391">
                  <c:v>-0.27537280327327956</c:v>
                </c:pt>
                <c:pt idx="7392">
                  <c:v>-0.14596450702617478</c:v>
                </c:pt>
                <c:pt idx="7393">
                  <c:v>-6.2675637256142822E-2</c:v>
                </c:pt>
                <c:pt idx="7394">
                  <c:v>-4.900360471747002E-3</c:v>
                </c:pt>
                <c:pt idx="7395">
                  <c:v>8.6778876699853298E-3</c:v>
                </c:pt>
                <c:pt idx="7396">
                  <c:v>1.3746971483335686E-2</c:v>
                </c:pt>
                <c:pt idx="7397">
                  <c:v>2.17193972881107E-2</c:v>
                </c:pt>
                <c:pt idx="7398">
                  <c:v>1.8722893828366803E-2</c:v>
                </c:pt>
                <c:pt idx="7399">
                  <c:v>-4.0060857577895466E-2</c:v>
                </c:pt>
                <c:pt idx="7400">
                  <c:v>-4.8219935753018639E-2</c:v>
                </c:pt>
                <c:pt idx="7401">
                  <c:v>-0.27958297564267892</c:v>
                </c:pt>
                <c:pt idx="7402">
                  <c:v>-0.1458425260143669</c:v>
                </c:pt>
                <c:pt idx="7403">
                  <c:v>-0.40099721310608549</c:v>
                </c:pt>
                <c:pt idx="7404">
                  <c:v>-0.31257404960812657</c:v>
                </c:pt>
                <c:pt idx="7405">
                  <c:v>-0.31964066757670589</c:v>
                </c:pt>
                <c:pt idx="7406">
                  <c:v>-0.34112868711723743</c:v>
                </c:pt>
                <c:pt idx="7407">
                  <c:v>-0.31948641931413635</c:v>
                </c:pt>
                <c:pt idx="7408">
                  <c:v>-0.36766051868309091</c:v>
                </c:pt>
                <c:pt idx="7409">
                  <c:v>-0.32202165377756892</c:v>
                </c:pt>
                <c:pt idx="7410">
                  <c:v>-0.31550517558054042</c:v>
                </c:pt>
                <c:pt idx="7411">
                  <c:v>-0.26767453758071097</c:v>
                </c:pt>
                <c:pt idx="7412">
                  <c:v>-0.23303152950764572</c:v>
                </c:pt>
                <c:pt idx="7413">
                  <c:v>-0.21803307325267021</c:v>
                </c:pt>
                <c:pt idx="7414">
                  <c:v>-0.2053985449761192</c:v>
                </c:pt>
                <c:pt idx="7415">
                  <c:v>-0.16978846325548369</c:v>
                </c:pt>
                <c:pt idx="7416">
                  <c:v>-0.16547780021334579</c:v>
                </c:pt>
                <c:pt idx="7417">
                  <c:v>-0.11519677942609988</c:v>
                </c:pt>
                <c:pt idx="7418">
                  <c:v>-1.9532515638158176E-2</c:v>
                </c:pt>
                <c:pt idx="7419">
                  <c:v>-0.10402921135956993</c:v>
                </c:pt>
                <c:pt idx="7420">
                  <c:v>1.4380673619179135E-2</c:v>
                </c:pt>
                <c:pt idx="7421">
                  <c:v>1.9912497828111355E-2</c:v>
                </c:pt>
                <c:pt idx="7422">
                  <c:v>1.6020176871856934E-2</c:v>
                </c:pt>
                <c:pt idx="7423">
                  <c:v>-7.2098553659869738E-2</c:v>
                </c:pt>
                <c:pt idx="7424">
                  <c:v>-6.7238156226435503E-2</c:v>
                </c:pt>
                <c:pt idx="7425">
                  <c:v>-0.32722310399052973</c:v>
                </c:pt>
                <c:pt idx="7426">
                  <c:v>-9.0033236182458176E-2</c:v>
                </c:pt>
                <c:pt idx="7427">
                  <c:v>-0.49134156990839706</c:v>
                </c:pt>
                <c:pt idx="7428">
                  <c:v>-0.41125278594121867</c:v>
                </c:pt>
                <c:pt idx="7429">
                  <c:v>-0.41408781248310944</c:v>
                </c:pt>
                <c:pt idx="7430">
                  <c:v>-0.42380421693127729</c:v>
                </c:pt>
                <c:pt idx="7431">
                  <c:v>-0.42311077621399462</c:v>
                </c:pt>
                <c:pt idx="7432">
                  <c:v>-0.42612118666229959</c:v>
                </c:pt>
                <c:pt idx="7433">
                  <c:v>-0.36886614449648086</c:v>
                </c:pt>
                <c:pt idx="7434">
                  <c:v>-0.33809863896185205</c:v>
                </c:pt>
                <c:pt idx="7435">
                  <c:v>-0.30724016742978716</c:v>
                </c:pt>
                <c:pt idx="7436">
                  <c:v>-0.27819825288838096</c:v>
                </c:pt>
                <c:pt idx="7437">
                  <c:v>-0.23449290807104656</c:v>
                </c:pt>
                <c:pt idx="7438">
                  <c:v>-0.24729029902331739</c:v>
                </c:pt>
                <c:pt idx="7439">
                  <c:v>-0.22696294744443068</c:v>
                </c:pt>
                <c:pt idx="7440">
                  <c:v>-0.20225188029603802</c:v>
                </c:pt>
                <c:pt idx="7441">
                  <c:v>-0.1833393169838182</c:v>
                </c:pt>
                <c:pt idx="7442">
                  <c:v>-2.5619557648881321E-2</c:v>
                </c:pt>
                <c:pt idx="7443">
                  <c:v>-7.1050172395438066E-3</c:v>
                </c:pt>
                <c:pt idx="7444">
                  <c:v>1.179652359984722E-2</c:v>
                </c:pt>
                <c:pt idx="7445">
                  <c:v>1.9582215074108379E-2</c:v>
                </c:pt>
                <c:pt idx="7446">
                  <c:v>2.1573365037552673E-2</c:v>
                </c:pt>
                <c:pt idx="7447">
                  <c:v>-8.4085809778535303E-2</c:v>
                </c:pt>
                <c:pt idx="7448">
                  <c:v>-0.12187430356979917</c:v>
                </c:pt>
                <c:pt idx="7449">
                  <c:v>-0.18973950676804219</c:v>
                </c:pt>
                <c:pt idx="7450">
                  <c:v>-0.3186777567433311</c:v>
                </c:pt>
                <c:pt idx="7451">
                  <c:v>-0.19832112450256742</c:v>
                </c:pt>
                <c:pt idx="7452">
                  <c:v>-0.22293139214483415</c:v>
                </c:pt>
                <c:pt idx="7453">
                  <c:v>-0.2105387735688764</c:v>
                </c:pt>
                <c:pt idx="7454">
                  <c:v>-0.27256161640583931</c:v>
                </c:pt>
                <c:pt idx="7455">
                  <c:v>-0.29480983862406679</c:v>
                </c:pt>
                <c:pt idx="7456">
                  <c:v>-0.26321822286834073</c:v>
                </c:pt>
                <c:pt idx="7457">
                  <c:v>-0.2191587353141782</c:v>
                </c:pt>
                <c:pt idx="7458">
                  <c:v>-0.22336612789758717</c:v>
                </c:pt>
                <c:pt idx="7459">
                  <c:v>-0.21853351138109431</c:v>
                </c:pt>
                <c:pt idx="7460">
                  <c:v>-0.20039764201460405</c:v>
                </c:pt>
                <c:pt idx="7461">
                  <c:v>-0.19623988957042604</c:v>
                </c:pt>
                <c:pt idx="7462">
                  <c:v>-0.18581471578484274</c:v>
                </c:pt>
                <c:pt idx="7463">
                  <c:v>-0.181485760410526</c:v>
                </c:pt>
                <c:pt idx="7464">
                  <c:v>-0.14914503793123982</c:v>
                </c:pt>
                <c:pt idx="7465">
                  <c:v>-0.12258343566250302</c:v>
                </c:pt>
                <c:pt idx="7466">
                  <c:v>-6.9672158350712596E-2</c:v>
                </c:pt>
                <c:pt idx="7467">
                  <c:v>-0.12925158121683811</c:v>
                </c:pt>
                <c:pt idx="7468">
                  <c:v>-0.13584705718333032</c:v>
                </c:pt>
                <c:pt idx="7469">
                  <c:v>-5.9429694868072258E-2</c:v>
                </c:pt>
                <c:pt idx="7470">
                  <c:v>-0.1817922391883334</c:v>
                </c:pt>
                <c:pt idx="7471">
                  <c:v>-0.19365590944395067</c:v>
                </c:pt>
                <c:pt idx="7472">
                  <c:v>-0.18579763720621897</c:v>
                </c:pt>
                <c:pt idx="7473">
                  <c:v>-0.21283608422155909</c:v>
                </c:pt>
                <c:pt idx="7474">
                  <c:v>-0.23490386849647316</c:v>
                </c:pt>
                <c:pt idx="7475">
                  <c:v>-0.23120725823828708</c:v>
                </c:pt>
                <c:pt idx="7476">
                  <c:v>-0.26109020144830331</c:v>
                </c:pt>
                <c:pt idx="7477">
                  <c:v>-0.31913860651587195</c:v>
                </c:pt>
                <c:pt idx="7478">
                  <c:v>-0.39724133152502439</c:v>
                </c:pt>
                <c:pt idx="7479">
                  <c:v>-0.38939779102120525</c:v>
                </c:pt>
                <c:pt idx="7480">
                  <c:v>-0.45646924308049458</c:v>
                </c:pt>
                <c:pt idx="7481">
                  <c:v>-0.41402517427847219</c:v>
                </c:pt>
                <c:pt idx="7482">
                  <c:v>-0.35849138854487494</c:v>
                </c:pt>
                <c:pt idx="7483">
                  <c:v>-0.31819851381520953</c:v>
                </c:pt>
                <c:pt idx="7484">
                  <c:v>-0.28104828335664062</c:v>
                </c:pt>
                <c:pt idx="7485">
                  <c:v>-0.26108966158682984</c:v>
                </c:pt>
                <c:pt idx="7486">
                  <c:v>-0.23385986688557187</c:v>
                </c:pt>
                <c:pt idx="7487">
                  <c:v>3.3318266179593797E-2</c:v>
                </c:pt>
                <c:pt idx="7488">
                  <c:v>6.4414444213122396E-2</c:v>
                </c:pt>
                <c:pt idx="7489">
                  <c:v>6.3025125856171968E-2</c:v>
                </c:pt>
                <c:pt idx="7490">
                  <c:v>6.1622497318282406E-2</c:v>
                </c:pt>
                <c:pt idx="7491">
                  <c:v>6.0206558599453744E-2</c:v>
                </c:pt>
                <c:pt idx="7492">
                  <c:v>5.8777309699685379E-2</c:v>
                </c:pt>
                <c:pt idx="7493">
                  <c:v>5.7334750618977422E-2</c:v>
                </c:pt>
                <c:pt idx="7494">
                  <c:v>5.5878881357330289E-2</c:v>
                </c:pt>
                <c:pt idx="7495">
                  <c:v>5.4409701914743626E-2</c:v>
                </c:pt>
                <c:pt idx="7496">
                  <c:v>5.2927212291217662E-2</c:v>
                </c:pt>
                <c:pt idx="7497">
                  <c:v>5.1431412486752287E-2</c:v>
                </c:pt>
                <c:pt idx="7498">
                  <c:v>4.9922302501347555E-2</c:v>
                </c:pt>
                <c:pt idx="7499">
                  <c:v>4.8399882335003384E-2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-0.44745286662835571</c:v>
                </c:pt>
                <c:pt idx="7697">
                  <c:v>-0.43620777282191675</c:v>
                </c:pt>
                <c:pt idx="7698">
                  <c:v>-0.37968399820036303</c:v>
                </c:pt>
                <c:pt idx="7699">
                  <c:v>-0.36608951946976731</c:v>
                </c:pt>
                <c:pt idx="7700">
                  <c:v>-0.33602432173955055</c:v>
                </c:pt>
                <c:pt idx="7701">
                  <c:v>-0.32896360153098031</c:v>
                </c:pt>
                <c:pt idx="7702">
                  <c:v>-0.2922184888270638</c:v>
                </c:pt>
                <c:pt idx="7703">
                  <c:v>-0.10997769700919457</c:v>
                </c:pt>
                <c:pt idx="7704">
                  <c:v>-6.8798750665267125E-2</c:v>
                </c:pt>
                <c:pt idx="7705">
                  <c:v>-2.7064319255091698E-2</c:v>
                </c:pt>
                <c:pt idx="7706">
                  <c:v>-6.4310660447074539E-3</c:v>
                </c:pt>
                <c:pt idx="7707">
                  <c:v>3.7715295977279301E-3</c:v>
                </c:pt>
                <c:pt idx="7708">
                  <c:v>8.9468917208684381E-3</c:v>
                </c:pt>
                <c:pt idx="7709">
                  <c:v>1.2194178544216967E-2</c:v>
                </c:pt>
                <c:pt idx="7710">
                  <c:v>1.7952903182646439E-2</c:v>
                </c:pt>
                <c:pt idx="7711">
                  <c:v>-0.18747149298662943</c:v>
                </c:pt>
                <c:pt idx="7712">
                  <c:v>-0.22049791871838401</c:v>
                </c:pt>
                <c:pt idx="7713">
                  <c:v>-0.24065812904069273</c:v>
                </c:pt>
                <c:pt idx="7714">
                  <c:v>-0.2323361238410992</c:v>
                </c:pt>
                <c:pt idx="7715">
                  <c:v>-0.37504019677346345</c:v>
                </c:pt>
                <c:pt idx="7716">
                  <c:v>-0.41416826007233221</c:v>
                </c:pt>
                <c:pt idx="7717">
                  <c:v>-0.34430677101777724</c:v>
                </c:pt>
                <c:pt idx="7718">
                  <c:v>-0.25310643983619674</c:v>
                </c:pt>
                <c:pt idx="7719">
                  <c:v>-0.40207396894630798</c:v>
                </c:pt>
                <c:pt idx="7720">
                  <c:v>-0.4722519847370738</c:v>
                </c:pt>
                <c:pt idx="7721">
                  <c:v>-0.37945285546354635</c:v>
                </c:pt>
                <c:pt idx="7722">
                  <c:v>-0.12583080393009927</c:v>
                </c:pt>
                <c:pt idx="7723">
                  <c:v>-0.163623121925868</c:v>
                </c:pt>
                <c:pt idx="7724">
                  <c:v>-9.1154736966422928E-2</c:v>
                </c:pt>
                <c:pt idx="7725">
                  <c:v>5.557891400831595E-3</c:v>
                </c:pt>
                <c:pt idx="7726">
                  <c:v>1.3888517022918708E-2</c:v>
                </c:pt>
                <c:pt idx="7727">
                  <c:v>1.7096647148135108E-2</c:v>
                </c:pt>
                <c:pt idx="7728">
                  <c:v>1.6638967617030348E-2</c:v>
                </c:pt>
                <c:pt idx="7729">
                  <c:v>2.2888516218335941E-2</c:v>
                </c:pt>
                <c:pt idx="7730">
                  <c:v>2.7619292911187438E-2</c:v>
                </c:pt>
                <c:pt idx="7731">
                  <c:v>2.643542556502201E-2</c:v>
                </c:pt>
                <c:pt idx="7732">
                  <c:v>2.4499516541937535E-2</c:v>
                </c:pt>
                <c:pt idx="7733">
                  <c:v>2.6354839981580374E-2</c:v>
                </c:pt>
                <c:pt idx="7734">
                  <c:v>2.1940509040660302E-2</c:v>
                </c:pt>
                <c:pt idx="7735">
                  <c:v>1.7750222025770649E-2</c:v>
                </c:pt>
                <c:pt idx="7736">
                  <c:v>1.3319344376868414E-2</c:v>
                </c:pt>
                <c:pt idx="7737">
                  <c:v>2.3021506387761511E-2</c:v>
                </c:pt>
                <c:pt idx="7738">
                  <c:v>2.9283158119677504E-2</c:v>
                </c:pt>
                <c:pt idx="7739">
                  <c:v>1.4350885642547336E-2</c:v>
                </c:pt>
                <c:pt idx="7740">
                  <c:v>1.9570676718582949E-2</c:v>
                </c:pt>
                <c:pt idx="7741">
                  <c:v>2.9897902257317904E-2</c:v>
                </c:pt>
                <c:pt idx="7742">
                  <c:v>2.844499510331799E-2</c:v>
                </c:pt>
                <c:pt idx="7743">
                  <c:v>3.293311795939774E-2</c:v>
                </c:pt>
                <c:pt idx="7744">
                  <c:v>2.6076807149463754E-2</c:v>
                </c:pt>
                <c:pt idx="7745">
                  <c:v>2.5156934708223725E-2</c:v>
                </c:pt>
                <c:pt idx="7746">
                  <c:v>2.5495493103247259E-2</c:v>
                </c:pt>
                <c:pt idx="7747">
                  <c:v>2.3577691515221235E-2</c:v>
                </c:pt>
                <c:pt idx="7748">
                  <c:v>2.0230309258199415E-2</c:v>
                </c:pt>
                <c:pt idx="7749">
                  <c:v>2.507805141427142E-2</c:v>
                </c:pt>
                <c:pt idx="7750">
                  <c:v>2.4024889174679771E-2</c:v>
                </c:pt>
                <c:pt idx="7751">
                  <c:v>2.2663394209181821E-2</c:v>
                </c:pt>
                <c:pt idx="7752">
                  <c:v>2.5924808645972717E-2</c:v>
                </c:pt>
                <c:pt idx="7753">
                  <c:v>2.5183408389480234E-2</c:v>
                </c:pt>
                <c:pt idx="7754">
                  <c:v>2.4751240270208853E-2</c:v>
                </c:pt>
                <c:pt idx="7755">
                  <c:v>2.3170598612002533E-2</c:v>
                </c:pt>
                <c:pt idx="7756">
                  <c:v>2.7661414283237221E-2</c:v>
                </c:pt>
                <c:pt idx="7757">
                  <c:v>2.5797225335626357E-2</c:v>
                </c:pt>
                <c:pt idx="7758">
                  <c:v>2.3792755066843668E-2</c:v>
                </c:pt>
                <c:pt idx="7759">
                  <c:v>1.7146915525022639E-2</c:v>
                </c:pt>
                <c:pt idx="7760">
                  <c:v>1.8025711094303759E-2</c:v>
                </c:pt>
                <c:pt idx="7761">
                  <c:v>2.0843248257434169E-2</c:v>
                </c:pt>
                <c:pt idx="7762">
                  <c:v>-7.9860666485081458E-2</c:v>
                </c:pt>
                <c:pt idx="7763">
                  <c:v>-0.35218817228192423</c:v>
                </c:pt>
                <c:pt idx="7764">
                  <c:v>-0.28779643943305427</c:v>
                </c:pt>
                <c:pt idx="7765">
                  <c:v>-0.27065518573619479</c:v>
                </c:pt>
                <c:pt idx="7766">
                  <c:v>-0.41403943985039848</c:v>
                </c:pt>
                <c:pt idx="7767">
                  <c:v>-0.34504765166427559</c:v>
                </c:pt>
                <c:pt idx="7768">
                  <c:v>-0.35652432102876064</c:v>
                </c:pt>
                <c:pt idx="7769">
                  <c:v>-0.2301524329772453</c:v>
                </c:pt>
                <c:pt idx="7770">
                  <c:v>-0.23440284618088719</c:v>
                </c:pt>
                <c:pt idx="7771">
                  <c:v>-0.17664236602910496</c:v>
                </c:pt>
                <c:pt idx="7772">
                  <c:v>-0.1934429538680843</c:v>
                </c:pt>
                <c:pt idx="7773">
                  <c:v>-2.654172578765944E-2</c:v>
                </c:pt>
                <c:pt idx="7774">
                  <c:v>-1.7864743009717889E-3</c:v>
                </c:pt>
                <c:pt idx="7775">
                  <c:v>6.044673723946671E-4</c:v>
                </c:pt>
                <c:pt idx="7776">
                  <c:v>4.7988430341502119E-3</c:v>
                </c:pt>
                <c:pt idx="7777">
                  <c:v>1.3284809916443189E-2</c:v>
                </c:pt>
                <c:pt idx="7778">
                  <c:v>1.7857811381127738E-2</c:v>
                </c:pt>
                <c:pt idx="7779">
                  <c:v>2.0168664898463706E-2</c:v>
                </c:pt>
                <c:pt idx="7780">
                  <c:v>2.3599060047563337E-2</c:v>
                </c:pt>
                <c:pt idx="7781">
                  <c:v>2.5522628328555869E-2</c:v>
                </c:pt>
                <c:pt idx="7782">
                  <c:v>2.6883871117854646E-2</c:v>
                </c:pt>
                <c:pt idx="7783">
                  <c:v>-2.6179802345578547E-2</c:v>
                </c:pt>
                <c:pt idx="7784">
                  <c:v>-0.3090479245583464</c:v>
                </c:pt>
                <c:pt idx="7785">
                  <c:v>-0.22019582183070557</c:v>
                </c:pt>
                <c:pt idx="7786">
                  <c:v>-0.20276716733358524</c:v>
                </c:pt>
                <c:pt idx="7787">
                  <c:v>-0.20285420791820261</c:v>
                </c:pt>
                <c:pt idx="7788">
                  <c:v>-0.23084670866805646</c:v>
                </c:pt>
                <c:pt idx="7789">
                  <c:v>-0.24851148769059411</c:v>
                </c:pt>
                <c:pt idx="7790">
                  <c:v>-0.29109134335346587</c:v>
                </c:pt>
                <c:pt idx="7791">
                  <c:v>-0.29282129521803718</c:v>
                </c:pt>
                <c:pt idx="7792">
                  <c:v>-0.26439981084198327</c:v>
                </c:pt>
                <c:pt idx="7793">
                  <c:v>-0.23805626797236756</c:v>
                </c:pt>
                <c:pt idx="7794">
                  <c:v>-0.15244641395502434</c:v>
                </c:pt>
                <c:pt idx="7795">
                  <c:v>-2.8340266952977883E-2</c:v>
                </c:pt>
                <c:pt idx="7796">
                  <c:v>-0.24361288983038237</c:v>
                </c:pt>
                <c:pt idx="7797">
                  <c:v>-6.4342598481033589E-2</c:v>
                </c:pt>
                <c:pt idx="7798">
                  <c:v>-0.10572120878051983</c:v>
                </c:pt>
                <c:pt idx="7799">
                  <c:v>6.9430164002654915E-3</c:v>
                </c:pt>
                <c:pt idx="7800">
                  <c:v>1.7563645778627634E-2</c:v>
                </c:pt>
                <c:pt idx="7801">
                  <c:v>1.6179703519139627E-2</c:v>
                </c:pt>
                <c:pt idx="7802">
                  <c:v>2.0949872653695155E-2</c:v>
                </c:pt>
                <c:pt idx="7803">
                  <c:v>2.7340851451099896E-2</c:v>
                </c:pt>
                <c:pt idx="7804">
                  <c:v>2.862968198712848E-2</c:v>
                </c:pt>
                <c:pt idx="7805">
                  <c:v>2.1854218943200249E-2</c:v>
                </c:pt>
                <c:pt idx="7806">
                  <c:v>1.9652314208051622E-2</c:v>
                </c:pt>
                <c:pt idx="7807">
                  <c:v>1.4370269303112906E-2</c:v>
                </c:pt>
                <c:pt idx="7808">
                  <c:v>-0.22820356242729506</c:v>
                </c:pt>
                <c:pt idx="7809">
                  <c:v>-0.26521517663071342</c:v>
                </c:pt>
                <c:pt idx="7810">
                  <c:v>-3.0719923902264454E-2</c:v>
                </c:pt>
                <c:pt idx="7811">
                  <c:v>-0.39940158758240368</c:v>
                </c:pt>
                <c:pt idx="7812">
                  <c:v>-0.36067345776820581</c:v>
                </c:pt>
                <c:pt idx="7813">
                  <c:v>-0.3572934633220663</c:v>
                </c:pt>
                <c:pt idx="7814">
                  <c:v>-0.39906574728639721</c:v>
                </c:pt>
                <c:pt idx="7815">
                  <c:v>-0.31073591416662649</c:v>
                </c:pt>
                <c:pt idx="7816">
                  <c:v>-0.32216028771641059</c:v>
                </c:pt>
                <c:pt idx="7817">
                  <c:v>-0.25036397817805617</c:v>
                </c:pt>
                <c:pt idx="7818">
                  <c:v>-0.23489698669503156</c:v>
                </c:pt>
                <c:pt idx="7819">
                  <c:v>-0.13209803860909083</c:v>
                </c:pt>
                <c:pt idx="7820">
                  <c:v>-0.13324570094309776</c:v>
                </c:pt>
                <c:pt idx="7821">
                  <c:v>-0.14706059797320539</c:v>
                </c:pt>
                <c:pt idx="7822">
                  <c:v>-0.18658064820359918</c:v>
                </c:pt>
                <c:pt idx="7823">
                  <c:v>-4.2678910971088078E-2</c:v>
                </c:pt>
                <c:pt idx="7824">
                  <c:v>1.3906227262291555E-2</c:v>
                </c:pt>
                <c:pt idx="7825">
                  <c:v>1.495131797564061E-2</c:v>
                </c:pt>
                <c:pt idx="7826">
                  <c:v>1.7697289140979608E-2</c:v>
                </c:pt>
                <c:pt idx="7827">
                  <c:v>1.5852776627389355E-2</c:v>
                </c:pt>
                <c:pt idx="7828">
                  <c:v>1.7860847093859714E-2</c:v>
                </c:pt>
                <c:pt idx="7829">
                  <c:v>1.7409897006823029E-2</c:v>
                </c:pt>
                <c:pt idx="7830">
                  <c:v>2.0473908354777977E-2</c:v>
                </c:pt>
                <c:pt idx="7831">
                  <c:v>-6.8096371531944255E-2</c:v>
                </c:pt>
                <c:pt idx="7832">
                  <c:v>-0.20502153051121463</c:v>
                </c:pt>
                <c:pt idx="7833">
                  <c:v>-0.22526075088119257</c:v>
                </c:pt>
                <c:pt idx="7834">
                  <c:v>-0.45363387221893708</c:v>
                </c:pt>
                <c:pt idx="7835">
                  <c:v>-0.42229322107665229</c:v>
                </c:pt>
                <c:pt idx="7836">
                  <c:v>-0.41444697664051339</c:v>
                </c:pt>
                <c:pt idx="7837">
                  <c:v>-0.41203673107091954</c:v>
                </c:pt>
                <c:pt idx="7838">
                  <c:v>-0.45084835290858544</c:v>
                </c:pt>
                <c:pt idx="7839">
                  <c:v>-0.46546790453682846</c:v>
                </c:pt>
                <c:pt idx="7840">
                  <c:v>-0.49199945497167258</c:v>
                </c:pt>
                <c:pt idx="7841">
                  <c:v>-0.34686814912334124</c:v>
                </c:pt>
                <c:pt idx="7842">
                  <c:v>-0.25443226504074867</c:v>
                </c:pt>
                <c:pt idx="7843">
                  <c:v>-0.23385300595133007</c:v>
                </c:pt>
                <c:pt idx="7844">
                  <c:v>-0.21919043438904456</c:v>
                </c:pt>
                <c:pt idx="7845">
                  <c:v>-0.106590126694294</c:v>
                </c:pt>
                <c:pt idx="7846">
                  <c:v>-0.16655256290586681</c:v>
                </c:pt>
                <c:pt idx="7847">
                  <c:v>-8.1029638879230037E-2</c:v>
                </c:pt>
                <c:pt idx="7848">
                  <c:v>4.443992292219646E-3</c:v>
                </c:pt>
                <c:pt idx="7849">
                  <c:v>4.4082032570121592E-3</c:v>
                </c:pt>
                <c:pt idx="7850">
                  <c:v>1.4001079932518548E-2</c:v>
                </c:pt>
                <c:pt idx="7851">
                  <c:v>1.6819434296374756E-2</c:v>
                </c:pt>
                <c:pt idx="7852">
                  <c:v>2.0310421713004349E-2</c:v>
                </c:pt>
                <c:pt idx="7853">
                  <c:v>2.6297200308886035E-2</c:v>
                </c:pt>
                <c:pt idx="7854">
                  <c:v>2.6193493471141353E-2</c:v>
                </c:pt>
                <c:pt idx="7855">
                  <c:v>-2.4425314911076027E-2</c:v>
                </c:pt>
                <c:pt idx="7856">
                  <c:v>-0.22827241733145034</c:v>
                </c:pt>
                <c:pt idx="7857">
                  <c:v>-0.16542247130145041</c:v>
                </c:pt>
                <c:pt idx="7858">
                  <c:v>-0.30621406985278682</c:v>
                </c:pt>
                <c:pt idx="7859">
                  <c:v>-0.42001490338501635</c:v>
                </c:pt>
                <c:pt idx="7860">
                  <c:v>-0.44050413460158733</c:v>
                </c:pt>
                <c:pt idx="7861">
                  <c:v>-0.40542504173988902</c:v>
                </c:pt>
                <c:pt idx="7862">
                  <c:v>-0.38259865016064537</c:v>
                </c:pt>
                <c:pt idx="7863">
                  <c:v>-0.38280361272415292</c:v>
                </c:pt>
                <c:pt idx="7864">
                  <c:v>-0.35046271838455717</c:v>
                </c:pt>
                <c:pt idx="7865">
                  <c:v>-0.30809415618223762</c:v>
                </c:pt>
                <c:pt idx="7866">
                  <c:v>-0.20399203841106428</c:v>
                </c:pt>
                <c:pt idx="7867">
                  <c:v>-9.6403313326886647E-2</c:v>
                </c:pt>
                <c:pt idx="7868">
                  <c:v>-5.4194498816278185E-2</c:v>
                </c:pt>
                <c:pt idx="7869">
                  <c:v>-0.10513981621586807</c:v>
                </c:pt>
                <c:pt idx="7870">
                  <c:v>-5.1182316408961412E-2</c:v>
                </c:pt>
                <c:pt idx="7871">
                  <c:v>-1.4972300727466326E-2</c:v>
                </c:pt>
                <c:pt idx="7872">
                  <c:v>1.3678485901750611E-2</c:v>
                </c:pt>
                <c:pt idx="7873">
                  <c:v>1.9545430844036999E-2</c:v>
                </c:pt>
                <c:pt idx="7874">
                  <c:v>2.0191117442542986E-2</c:v>
                </c:pt>
                <c:pt idx="7875">
                  <c:v>1.8518029370622632E-2</c:v>
                </c:pt>
                <c:pt idx="7876">
                  <c:v>1.9320740044070025E-2</c:v>
                </c:pt>
                <c:pt idx="7877">
                  <c:v>2.1791222457672999E-2</c:v>
                </c:pt>
                <c:pt idx="7878">
                  <c:v>2.2731638453653107E-2</c:v>
                </c:pt>
                <c:pt idx="7879">
                  <c:v>2.1644720137918246E-2</c:v>
                </c:pt>
                <c:pt idx="7880">
                  <c:v>-4.7737124918582809E-3</c:v>
                </c:pt>
                <c:pt idx="7881">
                  <c:v>-0.1666541562055307</c:v>
                </c:pt>
                <c:pt idx="7882">
                  <c:v>-0.16018481459532327</c:v>
                </c:pt>
                <c:pt idx="7883">
                  <c:v>-0.14274269672129292</c:v>
                </c:pt>
                <c:pt idx="7884">
                  <c:v>-2.5575451437013723E-2</c:v>
                </c:pt>
                <c:pt idx="7885">
                  <c:v>-0.17232884727298139</c:v>
                </c:pt>
                <c:pt idx="7886">
                  <c:v>-0.20405958441824068</c:v>
                </c:pt>
                <c:pt idx="7887">
                  <c:v>-0.19250260880769471</c:v>
                </c:pt>
                <c:pt idx="7888">
                  <c:v>-0.22380762222345141</c:v>
                </c:pt>
                <c:pt idx="7889">
                  <c:v>-0.23476343640443348</c:v>
                </c:pt>
                <c:pt idx="7890">
                  <c:v>-0.2219660167944757</c:v>
                </c:pt>
                <c:pt idx="7891">
                  <c:v>-0.22323233969531028</c:v>
                </c:pt>
                <c:pt idx="7892">
                  <c:v>-0.15116424297214662</c:v>
                </c:pt>
                <c:pt idx="7893">
                  <c:v>-0.10828915827460539</c:v>
                </c:pt>
                <c:pt idx="7894">
                  <c:v>-0.11827454988277188</c:v>
                </c:pt>
                <c:pt idx="7895">
                  <c:v>-3.7534012355247309E-2</c:v>
                </c:pt>
                <c:pt idx="7896">
                  <c:v>-3.1316564082324624E-2</c:v>
                </c:pt>
                <c:pt idx="7897">
                  <c:v>-1.4565819949778987E-2</c:v>
                </c:pt>
                <c:pt idx="7898">
                  <c:v>1.7012706052214586E-3</c:v>
                </c:pt>
                <c:pt idx="7899">
                  <c:v>5.2268787161333001E-3</c:v>
                </c:pt>
                <c:pt idx="7900">
                  <c:v>2.7651505743672899E-3</c:v>
                </c:pt>
                <c:pt idx="7901">
                  <c:v>9.8671720018393156E-3</c:v>
                </c:pt>
                <c:pt idx="7902">
                  <c:v>1.1792805128218384E-2</c:v>
                </c:pt>
                <c:pt idx="7903">
                  <c:v>-5.4213235063552342E-2</c:v>
                </c:pt>
                <c:pt idx="7904">
                  <c:v>-6.6624259637103458E-2</c:v>
                </c:pt>
                <c:pt idx="7905">
                  <c:v>-0.2580170353677938</c:v>
                </c:pt>
                <c:pt idx="7906">
                  <c:v>-0.26959109948819571</c:v>
                </c:pt>
                <c:pt idx="7907">
                  <c:v>-0.35504878231855552</c:v>
                </c:pt>
                <c:pt idx="7908">
                  <c:v>-0.38814741231531924</c:v>
                </c:pt>
                <c:pt idx="7909">
                  <c:v>-0.35232647538634143</c:v>
                </c:pt>
                <c:pt idx="7910">
                  <c:v>-0.29897763826849649</c:v>
                </c:pt>
                <c:pt idx="7911">
                  <c:v>-0.2613185551761904</c:v>
                </c:pt>
                <c:pt idx="7912">
                  <c:v>-0.32081168539843979</c:v>
                </c:pt>
                <c:pt idx="7913">
                  <c:v>-0.24896824644547122</c:v>
                </c:pt>
                <c:pt idx="7914">
                  <c:v>-0.14787051041150823</c:v>
                </c:pt>
                <c:pt idx="7915">
                  <c:v>-0.1613002515072193</c:v>
                </c:pt>
                <c:pt idx="7916">
                  <c:v>-6.6384063638280685E-2</c:v>
                </c:pt>
                <c:pt idx="7917">
                  <c:v>-0.1543338512481997</c:v>
                </c:pt>
                <c:pt idx="7918">
                  <c:v>-0.10201588045758304</c:v>
                </c:pt>
                <c:pt idx="7919">
                  <c:v>-5.2686504574018064E-2</c:v>
                </c:pt>
                <c:pt idx="7920">
                  <c:v>8.7792498825795661E-3</c:v>
                </c:pt>
                <c:pt idx="7921">
                  <c:v>1.444516982239692E-2</c:v>
                </c:pt>
                <c:pt idx="7922">
                  <c:v>1.3891369868515696E-2</c:v>
                </c:pt>
                <c:pt idx="7923">
                  <c:v>1.4404888875927557E-2</c:v>
                </c:pt>
                <c:pt idx="7924">
                  <c:v>1.6553570888335607E-2</c:v>
                </c:pt>
                <c:pt idx="7925">
                  <c:v>1.6915738598752356E-2</c:v>
                </c:pt>
                <c:pt idx="7926">
                  <c:v>2.002653888516949E-2</c:v>
                </c:pt>
                <c:pt idx="7927">
                  <c:v>1.5412267847239494E-2</c:v>
                </c:pt>
                <c:pt idx="7928">
                  <c:v>1.3786810397568459E-2</c:v>
                </c:pt>
                <c:pt idx="7929">
                  <c:v>1.7360867864021315E-2</c:v>
                </c:pt>
                <c:pt idx="7930">
                  <c:v>-0.17161828387274278</c:v>
                </c:pt>
                <c:pt idx="7931">
                  <c:v>-0.24079079134082182</c:v>
                </c:pt>
                <c:pt idx="7932">
                  <c:v>-0.30723691621899579</c:v>
                </c:pt>
                <c:pt idx="7933">
                  <c:v>-0.27649855138771701</c:v>
                </c:pt>
                <c:pt idx="7934">
                  <c:v>-0.1991400644238433</c:v>
                </c:pt>
                <c:pt idx="7935">
                  <c:v>-0.19191482491623593</c:v>
                </c:pt>
                <c:pt idx="7936">
                  <c:v>-0.20677230948956168</c:v>
                </c:pt>
                <c:pt idx="7937">
                  <c:v>-7.3368811880487245E-2</c:v>
                </c:pt>
                <c:pt idx="7938">
                  <c:v>-0.20248955803815594</c:v>
                </c:pt>
                <c:pt idx="7939">
                  <c:v>-0.12249025664523884</c:v>
                </c:pt>
                <c:pt idx="7940">
                  <c:v>-7.0767497524257122E-2</c:v>
                </c:pt>
                <c:pt idx="7941">
                  <c:v>-0.11163236263994206</c:v>
                </c:pt>
                <c:pt idx="7942">
                  <c:v>-0.12868759061167029</c:v>
                </c:pt>
                <c:pt idx="7943">
                  <c:v>-4.14556942554762E-4</c:v>
                </c:pt>
                <c:pt idx="7944">
                  <c:v>1.1345344983908491E-2</c:v>
                </c:pt>
                <c:pt idx="7945">
                  <c:v>1.1868455467622802E-2</c:v>
                </c:pt>
                <c:pt idx="7946">
                  <c:v>6.7000702246255792E-3</c:v>
                </c:pt>
                <c:pt idx="7947">
                  <c:v>1.0452412586535833E-2</c:v>
                </c:pt>
                <c:pt idx="7948">
                  <c:v>1.3628073672487227E-2</c:v>
                </c:pt>
                <c:pt idx="7949">
                  <c:v>2.0320297798473441E-2</c:v>
                </c:pt>
                <c:pt idx="7950">
                  <c:v>1.9467900910051777E-2</c:v>
                </c:pt>
                <c:pt idx="7951">
                  <c:v>1.6593551130438752E-2</c:v>
                </c:pt>
                <c:pt idx="7952">
                  <c:v>-0.18281567564144202</c:v>
                </c:pt>
                <c:pt idx="7953">
                  <c:v>-0.27640580361029071</c:v>
                </c:pt>
                <c:pt idx="7954">
                  <c:v>-0.21551965378064095</c:v>
                </c:pt>
                <c:pt idx="7955">
                  <c:v>-0.34865172214987655</c:v>
                </c:pt>
                <c:pt idx="7956">
                  <c:v>-0.35160251341492849</c:v>
                </c:pt>
                <c:pt idx="7957">
                  <c:v>-0.25872440125884494</c:v>
                </c:pt>
                <c:pt idx="7958">
                  <c:v>-0.28613892427744902</c:v>
                </c:pt>
                <c:pt idx="7959">
                  <c:v>-0.36933584194057723</c:v>
                </c:pt>
                <c:pt idx="7960">
                  <c:v>-0.32020018793204791</c:v>
                </c:pt>
                <c:pt idx="7961">
                  <c:v>-0.26576453778490278</c:v>
                </c:pt>
                <c:pt idx="7962">
                  <c:v>-0.26542712680292796</c:v>
                </c:pt>
                <c:pt idx="7963">
                  <c:v>-0.2470309059623029</c:v>
                </c:pt>
                <c:pt idx="7964">
                  <c:v>-0.21141835363289929</c:v>
                </c:pt>
                <c:pt idx="7965">
                  <c:v>-0.17849918149508853</c:v>
                </c:pt>
                <c:pt idx="7966">
                  <c:v>-0.19849748575599427</c:v>
                </c:pt>
                <c:pt idx="7967">
                  <c:v>-6.3663293794189182E-2</c:v>
                </c:pt>
                <c:pt idx="7968">
                  <c:v>-1.5576826092213832E-2</c:v>
                </c:pt>
                <c:pt idx="7969">
                  <c:v>-3.7316046313254718E-3</c:v>
                </c:pt>
                <c:pt idx="7970">
                  <c:v>4.4737379407658643E-4</c:v>
                </c:pt>
                <c:pt idx="7971">
                  <c:v>6.6056636631493804E-3</c:v>
                </c:pt>
                <c:pt idx="7972">
                  <c:v>1.6131618479820083E-2</c:v>
                </c:pt>
                <c:pt idx="7973">
                  <c:v>2.0693459795271339E-2</c:v>
                </c:pt>
                <c:pt idx="7974">
                  <c:v>2.1815265678077359E-2</c:v>
                </c:pt>
                <c:pt idx="7975">
                  <c:v>-5.5541045875744245E-2</c:v>
                </c:pt>
                <c:pt idx="7976">
                  <c:v>-0.29498723790981923</c:v>
                </c:pt>
                <c:pt idx="7977">
                  <c:v>-0.32312378847195034</c:v>
                </c:pt>
                <c:pt idx="7978">
                  <c:v>-0.25352991123415591</c:v>
                </c:pt>
                <c:pt idx="7979">
                  <c:v>-0.29292417555606681</c:v>
                </c:pt>
                <c:pt idx="7980">
                  <c:v>-0.31554443570085938</c:v>
                </c:pt>
                <c:pt idx="7981">
                  <c:v>-0.37363477112205601</c:v>
                </c:pt>
                <c:pt idx="7982">
                  <c:v>-0.42359325522009267</c:v>
                </c:pt>
                <c:pt idx="7983">
                  <c:v>-0.41661248984472898</c:v>
                </c:pt>
                <c:pt idx="7984">
                  <c:v>-0.39315895790720862</c:v>
                </c:pt>
                <c:pt idx="7985">
                  <c:v>-0.35286832379797439</c:v>
                </c:pt>
                <c:pt idx="7986">
                  <c:v>-0.28580637704103073</c:v>
                </c:pt>
                <c:pt idx="7987">
                  <c:v>-0.28251888257341601</c:v>
                </c:pt>
                <c:pt idx="7988">
                  <c:v>-0.26145858463390781</c:v>
                </c:pt>
                <c:pt idx="7989">
                  <c:v>-0.27139262092556754</c:v>
                </c:pt>
                <c:pt idx="7990">
                  <c:v>-0.26487300312503015</c:v>
                </c:pt>
                <c:pt idx="7991">
                  <c:v>-8.778157619803599E-2</c:v>
                </c:pt>
                <c:pt idx="7992">
                  <c:v>-4.9636664837093128E-2</c:v>
                </c:pt>
                <c:pt idx="7993">
                  <c:v>-4.6815613197159947E-2</c:v>
                </c:pt>
                <c:pt idx="7994">
                  <c:v>-2.4925433231134119E-2</c:v>
                </c:pt>
                <c:pt idx="7995">
                  <c:v>-1.0299762180253245E-2</c:v>
                </c:pt>
                <c:pt idx="7996">
                  <c:v>-1.2344534652871536E-3</c:v>
                </c:pt>
                <c:pt idx="7997">
                  <c:v>4.2277310890525398E-3</c:v>
                </c:pt>
                <c:pt idx="7998">
                  <c:v>1.050053146005399E-2</c:v>
                </c:pt>
                <c:pt idx="7999">
                  <c:v>-2.2238728665148647E-2</c:v>
                </c:pt>
                <c:pt idx="8000">
                  <c:v>-0.21723348204940571</c:v>
                </c:pt>
                <c:pt idx="8001">
                  <c:v>-0.25684015546812339</c:v>
                </c:pt>
                <c:pt idx="8002">
                  <c:v>-0.26215512390105977</c:v>
                </c:pt>
                <c:pt idx="8003">
                  <c:v>-0.25720402535519382</c:v>
                </c:pt>
                <c:pt idx="8004">
                  <c:v>-0.26332637773830264</c:v>
                </c:pt>
                <c:pt idx="8005">
                  <c:v>-0.240802702542848</c:v>
                </c:pt>
                <c:pt idx="8006">
                  <c:v>-0.23304407329830287</c:v>
                </c:pt>
                <c:pt idx="8007">
                  <c:v>-0.23625888443441573</c:v>
                </c:pt>
                <c:pt idx="8008">
                  <c:v>-0.28540417361838316</c:v>
                </c:pt>
                <c:pt idx="8009">
                  <c:v>-0.27691512890465464</c:v>
                </c:pt>
                <c:pt idx="8010">
                  <c:v>-0.2487450765550035</c:v>
                </c:pt>
                <c:pt idx="8011">
                  <c:v>-0.1755678295536526</c:v>
                </c:pt>
                <c:pt idx="8012">
                  <c:v>-9.0288171065121464E-2</c:v>
                </c:pt>
                <c:pt idx="8013">
                  <c:v>-0.13593405777704357</c:v>
                </c:pt>
                <c:pt idx="8014">
                  <c:v>-7.6044966991514806E-2</c:v>
                </c:pt>
                <c:pt idx="8015">
                  <c:v>-1.3077543525889433E-2</c:v>
                </c:pt>
                <c:pt idx="8016">
                  <c:v>1.074249200928366E-2</c:v>
                </c:pt>
                <c:pt idx="8017">
                  <c:v>1.7131000260569181E-2</c:v>
                </c:pt>
                <c:pt idx="8018">
                  <c:v>1.9927994505834382E-2</c:v>
                </c:pt>
                <c:pt idx="8019">
                  <c:v>2.4944871696551411E-2</c:v>
                </c:pt>
                <c:pt idx="8020">
                  <c:v>2.1305250563160235E-2</c:v>
                </c:pt>
                <c:pt idx="8021">
                  <c:v>2.2106191737094032E-2</c:v>
                </c:pt>
                <c:pt idx="8022">
                  <c:v>7.7440647214989305E-2</c:v>
                </c:pt>
                <c:pt idx="8023">
                  <c:v>5.2855592937823978E-2</c:v>
                </c:pt>
                <c:pt idx="8024">
                  <c:v>3.254275232334479E-2</c:v>
                </c:pt>
                <c:pt idx="8025">
                  <c:v>4.2178014168932035E-2</c:v>
                </c:pt>
                <c:pt idx="8026">
                  <c:v>2.3908629609490157E-2</c:v>
                </c:pt>
                <c:pt idx="8027">
                  <c:v>1.53793565328414E-2</c:v>
                </c:pt>
                <c:pt idx="8028">
                  <c:v>1.8230115707399805E-3</c:v>
                </c:pt>
                <c:pt idx="8029">
                  <c:v>-5.1269023453245098E-2</c:v>
                </c:pt>
                <c:pt idx="8030">
                  <c:v>-0.27395162490718766</c:v>
                </c:pt>
                <c:pt idx="8031">
                  <c:v>-0.2410007137547957</c:v>
                </c:pt>
                <c:pt idx="8032">
                  <c:v>-0.21674850726555456</c:v>
                </c:pt>
                <c:pt idx="8033">
                  <c:v>-0.15264301456406951</c:v>
                </c:pt>
                <c:pt idx="8034">
                  <c:v>-6.3901362794605593E-2</c:v>
                </c:pt>
                <c:pt idx="8035">
                  <c:v>-0.12668220403183006</c:v>
                </c:pt>
                <c:pt idx="8036">
                  <c:v>-8.1275410843589593E-2</c:v>
                </c:pt>
                <c:pt idx="8037">
                  <c:v>-7.9432420671403672E-2</c:v>
                </c:pt>
                <c:pt idx="8038">
                  <c:v>-6.666279583777085E-2</c:v>
                </c:pt>
                <c:pt idx="8039">
                  <c:v>-3.822304758668013E-5</c:v>
                </c:pt>
                <c:pt idx="8040">
                  <c:v>1.0447495354911518E-2</c:v>
                </c:pt>
                <c:pt idx="8041">
                  <c:v>1.5336558092057804E-2</c:v>
                </c:pt>
                <c:pt idx="8042">
                  <c:v>2.5829234715399364E-2</c:v>
                </c:pt>
                <c:pt idx="8043">
                  <c:v>1.5217071129466032E-2</c:v>
                </c:pt>
                <c:pt idx="8044">
                  <c:v>1.0047147918522381E-2</c:v>
                </c:pt>
                <c:pt idx="8045">
                  <c:v>1.7035773401914173E-2</c:v>
                </c:pt>
                <c:pt idx="8046">
                  <c:v>1.7513008272615756E-2</c:v>
                </c:pt>
                <c:pt idx="8047">
                  <c:v>1.9054719842270713E-2</c:v>
                </c:pt>
                <c:pt idx="8048">
                  <c:v>1.3057943646444755E-3</c:v>
                </c:pt>
                <c:pt idx="8049">
                  <c:v>-0.13753187547969387</c:v>
                </c:pt>
                <c:pt idx="8050">
                  <c:v>-0.31260213345169746</c:v>
                </c:pt>
                <c:pt idx="8051">
                  <c:v>-0.32560555498152488</c:v>
                </c:pt>
                <c:pt idx="8052">
                  <c:v>-0.28540991163213497</c:v>
                </c:pt>
                <c:pt idx="8053">
                  <c:v>-0.26415854204473233</c:v>
                </c:pt>
                <c:pt idx="8054">
                  <c:v>-0.26434493026505212</c:v>
                </c:pt>
                <c:pt idx="8055">
                  <c:v>-0.29288657705990584</c:v>
                </c:pt>
                <c:pt idx="8056">
                  <c:v>-0.2708168083989716</c:v>
                </c:pt>
                <c:pt idx="8057">
                  <c:v>-0.22160471516475691</c:v>
                </c:pt>
                <c:pt idx="8058">
                  <c:v>-0.18435006257585554</c:v>
                </c:pt>
                <c:pt idx="8059">
                  <c:v>-0.13266787114015433</c:v>
                </c:pt>
                <c:pt idx="8060">
                  <c:v>-8.5097351142136915E-2</c:v>
                </c:pt>
                <c:pt idx="8061">
                  <c:v>-9.7798718447046448E-2</c:v>
                </c:pt>
                <c:pt idx="8062">
                  <c:v>-8.0699320533882415E-2</c:v>
                </c:pt>
                <c:pt idx="8063">
                  <c:v>-6.93728487744011E-2</c:v>
                </c:pt>
                <c:pt idx="8064">
                  <c:v>1.1262606700755193E-4</c:v>
                </c:pt>
                <c:pt idx="8065">
                  <c:v>5.5517442573858227E-3</c:v>
                </c:pt>
                <c:pt idx="8066">
                  <c:v>1.3817152964639924E-2</c:v>
                </c:pt>
                <c:pt idx="8067">
                  <c:v>1.6370215286357168E-2</c:v>
                </c:pt>
                <c:pt idx="8068">
                  <c:v>1.6166345488264237E-2</c:v>
                </c:pt>
                <c:pt idx="8069">
                  <c:v>1.7229750234604001E-2</c:v>
                </c:pt>
                <c:pt idx="8070">
                  <c:v>1.8075771634809813E-2</c:v>
                </c:pt>
                <c:pt idx="8071">
                  <c:v>1.6453151257355334E-2</c:v>
                </c:pt>
                <c:pt idx="8072">
                  <c:v>-0.12434379320953171</c:v>
                </c:pt>
                <c:pt idx="8073">
                  <c:v>-0.13139608462764213</c:v>
                </c:pt>
                <c:pt idx="8074">
                  <c:v>-0.21244719671942303</c:v>
                </c:pt>
                <c:pt idx="8075">
                  <c:v>-0.14010406630792149</c:v>
                </c:pt>
                <c:pt idx="8076">
                  <c:v>-0.3370765588436857</c:v>
                </c:pt>
                <c:pt idx="8077">
                  <c:v>-0.29653131485932333</c:v>
                </c:pt>
                <c:pt idx="8078">
                  <c:v>-0.30226695633116446</c:v>
                </c:pt>
                <c:pt idx="8079">
                  <c:v>-0.26464580371836105</c:v>
                </c:pt>
                <c:pt idx="8080">
                  <c:v>-0.26363993254214768</c:v>
                </c:pt>
                <c:pt idx="8081">
                  <c:v>-0.16922704098027783</c:v>
                </c:pt>
                <c:pt idx="8082">
                  <c:v>-0.15679745204197373</c:v>
                </c:pt>
                <c:pt idx="8083">
                  <c:v>-0.15804666952690674</c:v>
                </c:pt>
                <c:pt idx="8084">
                  <c:v>-6.3663853664051834E-2</c:v>
                </c:pt>
                <c:pt idx="8085">
                  <c:v>-2.8033830197434538E-3</c:v>
                </c:pt>
                <c:pt idx="8086">
                  <c:v>-5.6898777921253994E-3</c:v>
                </c:pt>
                <c:pt idx="8087">
                  <c:v>-5.5535543203675385E-3</c:v>
                </c:pt>
                <c:pt idx="8088">
                  <c:v>-6.7420547573900222E-4</c:v>
                </c:pt>
                <c:pt idx="8089">
                  <c:v>6.2500065178964052E-3</c:v>
                </c:pt>
                <c:pt idx="8090">
                  <c:v>9.3741620408755704E-3</c:v>
                </c:pt>
                <c:pt idx="8091">
                  <c:v>9.4209706226946362E-3</c:v>
                </c:pt>
                <c:pt idx="8092">
                  <c:v>1.2073449611990772E-2</c:v>
                </c:pt>
                <c:pt idx="8093">
                  <c:v>1.3934110667418594E-2</c:v>
                </c:pt>
                <c:pt idx="8094">
                  <c:v>1.5173095104479938E-2</c:v>
                </c:pt>
                <c:pt idx="8095">
                  <c:v>1.5984316342962081E-2</c:v>
                </c:pt>
                <c:pt idx="8096">
                  <c:v>1.2735960663364796E-2</c:v>
                </c:pt>
                <c:pt idx="8097">
                  <c:v>8.0142204458064584E-3</c:v>
                </c:pt>
                <c:pt idx="8098">
                  <c:v>8.0609613515771512E-3</c:v>
                </c:pt>
                <c:pt idx="8099">
                  <c:v>1.151517842144731E-2</c:v>
                </c:pt>
                <c:pt idx="8100">
                  <c:v>7.1822037965278886E-3</c:v>
                </c:pt>
                <c:pt idx="8101">
                  <c:v>-0.23199173851152033</c:v>
                </c:pt>
                <c:pt idx="8102">
                  <c:v>-0.4230163424652969</c:v>
                </c:pt>
                <c:pt idx="8103">
                  <c:v>-0.44762443143519476</c:v>
                </c:pt>
                <c:pt idx="8104">
                  <c:v>-0.44723584194998095</c:v>
                </c:pt>
                <c:pt idx="8105">
                  <c:v>-0.30473863583022842</c:v>
                </c:pt>
                <c:pt idx="8106">
                  <c:v>-0.29922305200211602</c:v>
                </c:pt>
                <c:pt idx="8107">
                  <c:v>-0.29323486636512508</c:v>
                </c:pt>
                <c:pt idx="8108">
                  <c:v>-0.2326124797971249</c:v>
                </c:pt>
                <c:pt idx="8109">
                  <c:v>-0.26712910357825259</c:v>
                </c:pt>
                <c:pt idx="8110">
                  <c:v>-0.2433632593997252</c:v>
                </c:pt>
                <c:pt idx="8111">
                  <c:v>-0.10250407153241547</c:v>
                </c:pt>
                <c:pt idx="8112">
                  <c:v>-6.2470396196128403E-2</c:v>
                </c:pt>
                <c:pt idx="8113">
                  <c:v>-2.6523383809229334E-2</c:v>
                </c:pt>
                <c:pt idx="8114">
                  <c:v>-1.0096131622762055E-2</c:v>
                </c:pt>
                <c:pt idx="8115">
                  <c:v>4.4811914981096879E-3</c:v>
                </c:pt>
                <c:pt idx="8116">
                  <c:v>9.6652929422488786E-3</c:v>
                </c:pt>
                <c:pt idx="8117">
                  <c:v>1.1390806936844064E-2</c:v>
                </c:pt>
                <c:pt idx="8118">
                  <c:v>1.3787455294637818E-2</c:v>
                </c:pt>
                <c:pt idx="8119">
                  <c:v>-0.11225381551782489</c:v>
                </c:pt>
                <c:pt idx="8120">
                  <c:v>-0.34554680096110318</c:v>
                </c:pt>
                <c:pt idx="8121">
                  <c:v>-0.40436221840316949</c:v>
                </c:pt>
                <c:pt idx="8122">
                  <c:v>-0.42345676925485365</c:v>
                </c:pt>
                <c:pt idx="8123">
                  <c:v>-0.43857286151435132</c:v>
                </c:pt>
                <c:pt idx="8124">
                  <c:v>-0.4371700824923026</c:v>
                </c:pt>
                <c:pt idx="8125">
                  <c:v>-0.45104164916286593</c:v>
                </c:pt>
                <c:pt idx="8126">
                  <c:v>-0.44906650655654923</c:v>
                </c:pt>
                <c:pt idx="8127">
                  <c:v>-0.44890029587596902</c:v>
                </c:pt>
                <c:pt idx="8128">
                  <c:v>-0.45307966274037387</c:v>
                </c:pt>
                <c:pt idx="8129">
                  <c:v>-0.44919950478687753</c:v>
                </c:pt>
                <c:pt idx="8130">
                  <c:v>-0.40788736365715489</c:v>
                </c:pt>
                <c:pt idx="8131">
                  <c:v>-0.32999797918052209</c:v>
                </c:pt>
                <c:pt idx="8132">
                  <c:v>-0.30000980737396826</c:v>
                </c:pt>
                <c:pt idx="8133">
                  <c:v>-0.28377616793329191</c:v>
                </c:pt>
                <c:pt idx="8134">
                  <c:v>-0.26207269229183472</c:v>
                </c:pt>
                <c:pt idx="8135">
                  <c:v>-0.1765395300814081</c:v>
                </c:pt>
                <c:pt idx="8136">
                  <c:v>-9.3965949863721615E-2</c:v>
                </c:pt>
                <c:pt idx="8137">
                  <c:v>-5.2938746797764419E-2</c:v>
                </c:pt>
                <c:pt idx="8138">
                  <c:v>-1.854659982750731E-2</c:v>
                </c:pt>
                <c:pt idx="8139">
                  <c:v>-4.1320926136922216E-3</c:v>
                </c:pt>
                <c:pt idx="8140">
                  <c:v>9.3074679645535601E-3</c:v>
                </c:pt>
                <c:pt idx="8141">
                  <c:v>1.1180039691570373E-2</c:v>
                </c:pt>
                <c:pt idx="8142">
                  <c:v>-0.16343785494420546</c:v>
                </c:pt>
                <c:pt idx="8143">
                  <c:v>-0.30924441817682391</c:v>
                </c:pt>
                <c:pt idx="8144">
                  <c:v>-0.34100266557750319</c:v>
                </c:pt>
                <c:pt idx="8145">
                  <c:v>-0.43546748245968275</c:v>
                </c:pt>
                <c:pt idx="8146">
                  <c:v>-0.43983557098467074</c:v>
                </c:pt>
                <c:pt idx="8147">
                  <c:v>-0.49000596468573188</c:v>
                </c:pt>
                <c:pt idx="8148">
                  <c:v>-0.51756925213904603</c:v>
                </c:pt>
                <c:pt idx="8149">
                  <c:v>-0.59163155265541623</c:v>
                </c:pt>
                <c:pt idx="8150">
                  <c:v>-0.66551867205260407</c:v>
                </c:pt>
                <c:pt idx="8151">
                  <c:v>-0.74936173874265866</c:v>
                </c:pt>
                <c:pt idx="8152">
                  <c:v>-0.67409191987035888</c:v>
                </c:pt>
                <c:pt idx="8153">
                  <c:v>-0.55061618611397367</c:v>
                </c:pt>
                <c:pt idx="8154">
                  <c:v>-0.50900404567136692</c:v>
                </c:pt>
                <c:pt idx="8155">
                  <c:v>-0.47558486198996475</c:v>
                </c:pt>
                <c:pt idx="8156">
                  <c:v>-0.42806635980898811</c:v>
                </c:pt>
                <c:pt idx="8157">
                  <c:v>-0.43573281241970818</c:v>
                </c:pt>
                <c:pt idx="8158">
                  <c:v>-0.40135714857086263</c:v>
                </c:pt>
                <c:pt idx="8159">
                  <c:v>-0.2018120085660543</c:v>
                </c:pt>
                <c:pt idx="8160">
                  <c:v>-0.10593615403529327</c:v>
                </c:pt>
                <c:pt idx="8161">
                  <c:v>-4.5827922565437412E-2</c:v>
                </c:pt>
                <c:pt idx="8162">
                  <c:v>-1.8800438234539883E-2</c:v>
                </c:pt>
                <c:pt idx="8163">
                  <c:v>3.1727265607651273E-4</c:v>
                </c:pt>
                <c:pt idx="8164">
                  <c:v>1.4663712739541881E-2</c:v>
                </c:pt>
                <c:pt idx="8165">
                  <c:v>1.6512794997444975E-2</c:v>
                </c:pt>
                <c:pt idx="8166">
                  <c:v>-7.4050486948703989E-2</c:v>
                </c:pt>
                <c:pt idx="8167">
                  <c:v>-0.33757724134761075</c:v>
                </c:pt>
                <c:pt idx="8168">
                  <c:v>-0.36111678901193034</c:v>
                </c:pt>
                <c:pt idx="8169">
                  <c:v>-0.42141139231245223</c:v>
                </c:pt>
                <c:pt idx="8170">
                  <c:v>-0.51160023525360376</c:v>
                </c:pt>
                <c:pt idx="8171">
                  <c:v>-0.59683198167760332</c:v>
                </c:pt>
                <c:pt idx="8172">
                  <c:v>-0.53387846290860819</c:v>
                </c:pt>
                <c:pt idx="8173">
                  <c:v>-0.53678073148900185</c:v>
                </c:pt>
                <c:pt idx="8174">
                  <c:v>-0.54037914392621278</c:v>
                </c:pt>
                <c:pt idx="8175">
                  <c:v>-0.62730414209432162</c:v>
                </c:pt>
                <c:pt idx="8176">
                  <c:v>-0.58609072913512406</c:v>
                </c:pt>
                <c:pt idx="8177">
                  <c:v>-0.53300842916605407</c:v>
                </c:pt>
                <c:pt idx="8178">
                  <c:v>-0.50503515046852054</c:v>
                </c:pt>
                <c:pt idx="8179">
                  <c:v>-0.46598511446944157</c:v>
                </c:pt>
                <c:pt idx="8180">
                  <c:v>-0.42228033974783652</c:v>
                </c:pt>
                <c:pt idx="8181">
                  <c:v>-0.44822251316117473</c:v>
                </c:pt>
                <c:pt idx="8182">
                  <c:v>-0.40361950268414393</c:v>
                </c:pt>
                <c:pt idx="8183">
                  <c:v>-0.38646442045063517</c:v>
                </c:pt>
                <c:pt idx="8184">
                  <c:v>-0.35163030327798855</c:v>
                </c:pt>
                <c:pt idx="8185">
                  <c:v>-0.18728036298679904</c:v>
                </c:pt>
                <c:pt idx="8186">
                  <c:v>-8.9484189673104717E-2</c:v>
                </c:pt>
                <c:pt idx="8187">
                  <c:v>-7.0876812503835387E-2</c:v>
                </c:pt>
                <c:pt idx="8188">
                  <c:v>-0.31528713992567936</c:v>
                </c:pt>
                <c:pt idx="8189">
                  <c:v>-0.36371485414157112</c:v>
                </c:pt>
                <c:pt idx="8190">
                  <c:v>-0.32710335904145632</c:v>
                </c:pt>
                <c:pt idx="8191">
                  <c:v>-0.31144792196225207</c:v>
                </c:pt>
                <c:pt idx="8192">
                  <c:v>-0.38058372663129469</c:v>
                </c:pt>
                <c:pt idx="8193">
                  <c:v>-0.41641059806129449</c:v>
                </c:pt>
                <c:pt idx="8194">
                  <c:v>-0.50073241758373921</c:v>
                </c:pt>
                <c:pt idx="8195">
                  <c:v>-0.47771935002609595</c:v>
                </c:pt>
                <c:pt idx="8196">
                  <c:v>-0.2912734352889626</c:v>
                </c:pt>
                <c:pt idx="8197">
                  <c:v>-0.15854002310552517</c:v>
                </c:pt>
                <c:pt idx="8198">
                  <c:v>-2.1440275280883134E-2</c:v>
                </c:pt>
                <c:pt idx="8199">
                  <c:v>0.10035176115543142</c:v>
                </c:pt>
                <c:pt idx="8200">
                  <c:v>-0.46633023338146951</c:v>
                </c:pt>
                <c:pt idx="8201">
                  <c:v>-0.48603559269329133</c:v>
                </c:pt>
                <c:pt idx="8202">
                  <c:v>-0.33070982560088397</c:v>
                </c:pt>
                <c:pt idx="8203">
                  <c:v>-0.29419055017368995</c:v>
                </c:pt>
                <c:pt idx="8204">
                  <c:v>-0.26833760556176528</c:v>
                </c:pt>
                <c:pt idx="8205">
                  <c:v>-0.29208856337572286</c:v>
                </c:pt>
                <c:pt idx="8206">
                  <c:v>-0.29863554987896518</c:v>
                </c:pt>
                <c:pt idx="8207">
                  <c:v>-0.10479713992131799</c:v>
                </c:pt>
                <c:pt idx="8208">
                  <c:v>-5.5989434695789937E-2</c:v>
                </c:pt>
                <c:pt idx="8209">
                  <c:v>-3.8891647228069821E-2</c:v>
                </c:pt>
                <c:pt idx="8210">
                  <c:v>-3.7623469440062091E-2</c:v>
                </c:pt>
                <c:pt idx="8211">
                  <c:v>-3.0739018738619419E-2</c:v>
                </c:pt>
                <c:pt idx="8212">
                  <c:v>-1.7269417853685038E-2</c:v>
                </c:pt>
                <c:pt idx="8213">
                  <c:v>-5.7846002119467457E-3</c:v>
                </c:pt>
                <c:pt idx="8214">
                  <c:v>1.8018258572551427E-3</c:v>
                </c:pt>
                <c:pt idx="8215">
                  <c:v>-0.20454767362701309</c:v>
                </c:pt>
                <c:pt idx="8216">
                  <c:v>-0.29613173433942186</c:v>
                </c:pt>
                <c:pt idx="8217">
                  <c:v>-0.30254584197339618</c:v>
                </c:pt>
                <c:pt idx="8218">
                  <c:v>-0.32431240321986338</c:v>
                </c:pt>
                <c:pt idx="8219">
                  <c:v>-0.37101757693544507</c:v>
                </c:pt>
                <c:pt idx="8220">
                  <c:v>-0.48373849197401059</c:v>
                </c:pt>
                <c:pt idx="8221">
                  <c:v>-0.50473712714102348</c:v>
                </c:pt>
                <c:pt idx="8222">
                  <c:v>-0.40202475476738053</c:v>
                </c:pt>
                <c:pt idx="8223">
                  <c:v>-0.43645884551718639</c:v>
                </c:pt>
                <c:pt idx="8224">
                  <c:v>-0.4465064387271474</c:v>
                </c:pt>
                <c:pt idx="8225">
                  <c:v>-0.41080982626007279</c:v>
                </c:pt>
                <c:pt idx="8226">
                  <c:v>-0.35643386606726857</c:v>
                </c:pt>
                <c:pt idx="8227">
                  <c:v>-0.14997633021516787</c:v>
                </c:pt>
                <c:pt idx="8228">
                  <c:v>-0.18964471397194355</c:v>
                </c:pt>
                <c:pt idx="8229">
                  <c:v>-0.19119101024499954</c:v>
                </c:pt>
                <c:pt idx="8230">
                  <c:v>-0.19313334827271011</c:v>
                </c:pt>
                <c:pt idx="8231">
                  <c:v>-9.3273111674825063E-2</c:v>
                </c:pt>
                <c:pt idx="8232">
                  <c:v>-0.10523099220038859</c:v>
                </c:pt>
                <c:pt idx="8233">
                  <c:v>-0.11530812005392446</c:v>
                </c:pt>
                <c:pt idx="8234">
                  <c:v>-0.12350449523543219</c:v>
                </c:pt>
                <c:pt idx="8235">
                  <c:v>-0.12982011774491253</c:v>
                </c:pt>
                <c:pt idx="8236">
                  <c:v>-0.13425498758236484</c:v>
                </c:pt>
                <c:pt idx="8237">
                  <c:v>-0.13680910474778915</c:v>
                </c:pt>
                <c:pt idx="8238">
                  <c:v>-0.13748246924118568</c:v>
                </c:pt>
                <c:pt idx="8239">
                  <c:v>-0.13627508106255423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-5.4733388222103939E-3</c:v>
                </c:pt>
                <c:pt idx="8290">
                  <c:v>-1.1056738623111691E-2</c:v>
                </c:pt>
                <c:pt idx="8291">
                  <c:v>-6.0129154981285779E-2</c:v>
                </c:pt>
                <c:pt idx="8292">
                  <c:v>-7.3904903925031573E-2</c:v>
                </c:pt>
                <c:pt idx="8293">
                  <c:v>-7.4954317459592884E-2</c:v>
                </c:pt>
                <c:pt idx="8294">
                  <c:v>-5.6169708317743677E-2</c:v>
                </c:pt>
                <c:pt idx="8295">
                  <c:v>-6.506755805608784E-2</c:v>
                </c:pt>
                <c:pt idx="8296">
                  <c:v>-6.8480470435300936E-2</c:v>
                </c:pt>
                <c:pt idx="8297">
                  <c:v>-6.3182593386772207E-2</c:v>
                </c:pt>
                <c:pt idx="8298">
                  <c:v>-6.855634779717748E-2</c:v>
                </c:pt>
                <c:pt idx="8299">
                  <c:v>-4.9933709659555875E-2</c:v>
                </c:pt>
                <c:pt idx="8300">
                  <c:v>-4.9894155741089144E-2</c:v>
                </c:pt>
                <c:pt idx="8301">
                  <c:v>-4.4893961263304263E-2</c:v>
                </c:pt>
                <c:pt idx="8302">
                  <c:v>-2.821086057849467E-2</c:v>
                </c:pt>
                <c:pt idx="8303">
                  <c:v>-8.8954092911278128E-3</c:v>
                </c:pt>
                <c:pt idx="8304">
                  <c:v>-6.9829257898417494E-3</c:v>
                </c:pt>
                <c:pt idx="8305">
                  <c:v>-8.0675680239912558E-3</c:v>
                </c:pt>
                <c:pt idx="8306">
                  <c:v>-6.0330619625693794E-3</c:v>
                </c:pt>
                <c:pt idx="8307">
                  <c:v>-3.8261894529509287E-3</c:v>
                </c:pt>
                <c:pt idx="8308">
                  <c:v>-1.6498566699648832E-3</c:v>
                </c:pt>
                <c:pt idx="8309">
                  <c:v>-4.0754025196546446E-4</c:v>
                </c:pt>
                <c:pt idx="8310">
                  <c:v>1.191915304639966E-3</c:v>
                </c:pt>
                <c:pt idx="8311">
                  <c:v>-7.890798414450147E-5</c:v>
                </c:pt>
                <c:pt idx="8312">
                  <c:v>-2.0326827411289469E-3</c:v>
                </c:pt>
                <c:pt idx="8313">
                  <c:v>-2.9107199437773952E-3</c:v>
                </c:pt>
                <c:pt idx="8314">
                  <c:v>-2.238120287480334E-2</c:v>
                </c:pt>
                <c:pt idx="8315">
                  <c:v>-5.5576606954716466E-2</c:v>
                </c:pt>
                <c:pt idx="8316">
                  <c:v>-5.5440927296822817E-2</c:v>
                </c:pt>
                <c:pt idx="8317">
                  <c:v>-5.5775139193158574E-2</c:v>
                </c:pt>
                <c:pt idx="8318">
                  <c:v>-5.5937962278542301E-2</c:v>
                </c:pt>
                <c:pt idx="8319">
                  <c:v>-0.13008654924924953</c:v>
                </c:pt>
                <c:pt idx="8320">
                  <c:v>-0.1234480061141414</c:v>
                </c:pt>
                <c:pt idx="8321">
                  <c:v>-0.14680634007682036</c:v>
                </c:pt>
                <c:pt idx="8322">
                  <c:v>-0.16347325746143448</c:v>
                </c:pt>
                <c:pt idx="8323">
                  <c:v>-0.16629213761156031</c:v>
                </c:pt>
                <c:pt idx="8324">
                  <c:v>-0.15230770023204615</c:v>
                </c:pt>
                <c:pt idx="8325">
                  <c:v>-0.16133295934308897</c:v>
                </c:pt>
                <c:pt idx="8326">
                  <c:v>-0.15572125069366302</c:v>
                </c:pt>
                <c:pt idx="8327">
                  <c:v>-9.7731014806833411E-2</c:v>
                </c:pt>
                <c:pt idx="8328">
                  <c:v>-6.4976984770266408E-2</c:v>
                </c:pt>
                <c:pt idx="8329">
                  <c:v>-5.3689144552539897E-2</c:v>
                </c:pt>
                <c:pt idx="8330">
                  <c:v>-4.5720730013933591E-2</c:v>
                </c:pt>
                <c:pt idx="8331">
                  <c:v>-3.4342499000550378E-2</c:v>
                </c:pt>
                <c:pt idx="8332">
                  <c:v>-2.3145024086470706E-2</c:v>
                </c:pt>
                <c:pt idx="8333">
                  <c:v>-1.3156875809547065E-2</c:v>
                </c:pt>
                <c:pt idx="8334">
                  <c:v>-4.5803565436589415E-3</c:v>
                </c:pt>
                <c:pt idx="8335">
                  <c:v>-4.6744351935146915E-2</c:v>
                </c:pt>
                <c:pt idx="8336">
                  <c:v>-0.15517811736704792</c:v>
                </c:pt>
                <c:pt idx="8337">
                  <c:v>-0.15145380325355692</c:v>
                </c:pt>
                <c:pt idx="8338">
                  <c:v>-0.14822277283463264</c:v>
                </c:pt>
                <c:pt idx="8339">
                  <c:v>-0.14792590902341113</c:v>
                </c:pt>
                <c:pt idx="8340">
                  <c:v>-0.17208331912606981</c:v>
                </c:pt>
                <c:pt idx="8341">
                  <c:v>-0.21963235032090545</c:v>
                </c:pt>
                <c:pt idx="8342">
                  <c:v>-0.24386794027064049</c:v>
                </c:pt>
                <c:pt idx="8343">
                  <c:v>-0.25094387855654016</c:v>
                </c:pt>
                <c:pt idx="8344">
                  <c:v>-0.2362353380979765</c:v>
                </c:pt>
                <c:pt idx="8345">
                  <c:v>-0.19378011133771669</c:v>
                </c:pt>
                <c:pt idx="8346">
                  <c:v>-0.13414314781409686</c:v>
                </c:pt>
                <c:pt idx="8347">
                  <c:v>-0.10363546168637426</c:v>
                </c:pt>
                <c:pt idx="8348">
                  <c:v>-7.0469296976123072E-2</c:v>
                </c:pt>
                <c:pt idx="8349">
                  <c:v>-4.6783092008751845E-2</c:v>
                </c:pt>
                <c:pt idx="8350">
                  <c:v>-5.9854912489424116E-2</c:v>
                </c:pt>
                <c:pt idx="8351">
                  <c:v>-5.4305935161397755E-4</c:v>
                </c:pt>
                <c:pt idx="8352">
                  <c:v>7.8641766430555761E-5</c:v>
                </c:pt>
                <c:pt idx="8353">
                  <c:v>6.4568888430086117E-3</c:v>
                </c:pt>
                <c:pt idx="8354">
                  <c:v>6.8111102408376506E-3</c:v>
                </c:pt>
                <c:pt idx="8355">
                  <c:v>7.6306870694972349E-3</c:v>
                </c:pt>
                <c:pt idx="8356">
                  <c:v>8.2860446607110443E-3</c:v>
                </c:pt>
                <c:pt idx="8357">
                  <c:v>8.8614560391092074E-3</c:v>
                </c:pt>
                <c:pt idx="8358">
                  <c:v>9.1443686242884785E-3</c:v>
                </c:pt>
                <c:pt idx="8359">
                  <c:v>6.8604384344695723E-3</c:v>
                </c:pt>
                <c:pt idx="8360">
                  <c:v>4.581201525488696E-3</c:v>
                </c:pt>
                <c:pt idx="8361">
                  <c:v>-5.0041099157241734E-4</c:v>
                </c:pt>
                <c:pt idx="8362">
                  <c:v>3.433711730252685E-3</c:v>
                </c:pt>
                <c:pt idx="8363">
                  <c:v>-8.0245447547077991E-4</c:v>
                </c:pt>
                <c:pt idx="8364">
                  <c:v>1.6616446599340038E-3</c:v>
                </c:pt>
                <c:pt idx="8365">
                  <c:v>3.923669477030366E-3</c:v>
                </c:pt>
                <c:pt idx="8366">
                  <c:v>6.9422561128420742E-4</c:v>
                </c:pt>
                <c:pt idx="8367">
                  <c:v>1.230349793856446E-3</c:v>
                </c:pt>
                <c:pt idx="8368">
                  <c:v>5.51127833468804E-3</c:v>
                </c:pt>
                <c:pt idx="8369">
                  <c:v>9.2129184072093934E-3</c:v>
                </c:pt>
                <c:pt idx="8370">
                  <c:v>8.9569578333127259E-3</c:v>
                </c:pt>
                <c:pt idx="8371">
                  <c:v>9.5587060552828496E-3</c:v>
                </c:pt>
                <c:pt idx="8372">
                  <c:v>7.1498032248940666E-3</c:v>
                </c:pt>
                <c:pt idx="8373">
                  <c:v>9.9377178013435354E-3</c:v>
                </c:pt>
                <c:pt idx="8374">
                  <c:v>9.5057796403761451E-3</c:v>
                </c:pt>
                <c:pt idx="8375">
                  <c:v>1.0445352229059551E-2</c:v>
                </c:pt>
                <c:pt idx="8376">
                  <c:v>1.0472713422578906E-2</c:v>
                </c:pt>
                <c:pt idx="8377">
                  <c:v>1.0686435365744965E-2</c:v>
                </c:pt>
                <c:pt idx="8378">
                  <c:v>8.6991912374033073E-3</c:v>
                </c:pt>
                <c:pt idx="8379">
                  <c:v>8.9531153577690811E-3</c:v>
                </c:pt>
                <c:pt idx="8380">
                  <c:v>8.8760765041661048E-3</c:v>
                </c:pt>
                <c:pt idx="8381">
                  <c:v>9.7100555315347541E-3</c:v>
                </c:pt>
                <c:pt idx="8382">
                  <c:v>7.5044857781297755E-2</c:v>
                </c:pt>
                <c:pt idx="8383">
                  <c:v>4.7417856279427774E-2</c:v>
                </c:pt>
                <c:pt idx="8384">
                  <c:v>-2.8609742444098787E-3</c:v>
                </c:pt>
                <c:pt idx="8385">
                  <c:v>-8.7798625152908632E-3</c:v>
                </c:pt>
                <c:pt idx="8386">
                  <c:v>-0.11477364546623545</c:v>
                </c:pt>
                <c:pt idx="8387">
                  <c:v>-0.12877984054952796</c:v>
                </c:pt>
                <c:pt idx="8388">
                  <c:v>-0.1477660458951294</c:v>
                </c:pt>
                <c:pt idx="8389">
                  <c:v>-0.14531439527650153</c:v>
                </c:pt>
                <c:pt idx="8390">
                  <c:v>-0.17007317312304629</c:v>
                </c:pt>
                <c:pt idx="8391">
                  <c:v>-0.17927725427805402</c:v>
                </c:pt>
                <c:pt idx="8392">
                  <c:v>-0.17318276095245108</c:v>
                </c:pt>
                <c:pt idx="8393">
                  <c:v>-0.16289257627922862</c:v>
                </c:pt>
                <c:pt idx="8394">
                  <c:v>-0.11386289880627899</c:v>
                </c:pt>
                <c:pt idx="8395">
                  <c:v>-3.9119542713998312E-2</c:v>
                </c:pt>
                <c:pt idx="8396">
                  <c:v>-0.11902126863984556</c:v>
                </c:pt>
                <c:pt idx="8397">
                  <c:v>-5.5919381076078856E-2</c:v>
                </c:pt>
                <c:pt idx="8398">
                  <c:v>-3.3616058403228746E-2</c:v>
                </c:pt>
                <c:pt idx="8399">
                  <c:v>-1.6934006783287082E-2</c:v>
                </c:pt>
                <c:pt idx="8400">
                  <c:v>-4.660630574743304E-3</c:v>
                </c:pt>
                <c:pt idx="8401">
                  <c:v>-1.0054920626302874E-3</c:v>
                </c:pt>
                <c:pt idx="8402">
                  <c:v>2.8639128503340017E-3</c:v>
                </c:pt>
                <c:pt idx="8403">
                  <c:v>8.3830944510632621E-3</c:v>
                </c:pt>
                <c:pt idx="8404">
                  <c:v>7.3673468665278212E-3</c:v>
                </c:pt>
                <c:pt idx="8405">
                  <c:v>7.3969377635202437E-3</c:v>
                </c:pt>
                <c:pt idx="8406">
                  <c:v>6.5589379757623892E-3</c:v>
                </c:pt>
                <c:pt idx="8407">
                  <c:v>4.935993837658267E-3</c:v>
                </c:pt>
                <c:pt idx="8408">
                  <c:v>2.0856505266448559E-3</c:v>
                </c:pt>
                <c:pt idx="8409">
                  <c:v>1.3654250139918782E-3</c:v>
                </c:pt>
                <c:pt idx="8410">
                  <c:v>-3.3921869790670164E-3</c:v>
                </c:pt>
                <c:pt idx="8411">
                  <c:v>-4.4835130325781417E-2</c:v>
                </c:pt>
                <c:pt idx="8412">
                  <c:v>-0.10223445129033168</c:v>
                </c:pt>
                <c:pt idx="8413">
                  <c:v>-0.21368947232169205</c:v>
                </c:pt>
                <c:pt idx="8414">
                  <c:v>-7.282839371572164E-2</c:v>
                </c:pt>
                <c:pt idx="8415">
                  <c:v>-0.27723001897952604</c:v>
                </c:pt>
                <c:pt idx="8416">
                  <c:v>-0.20227647894381709</c:v>
                </c:pt>
                <c:pt idx="8417">
                  <c:v>-0.10113241129714988</c:v>
                </c:pt>
                <c:pt idx="8418">
                  <c:v>-0.17232226400413223</c:v>
                </c:pt>
                <c:pt idx="8419">
                  <c:v>-0.11632668774205339</c:v>
                </c:pt>
                <c:pt idx="8420">
                  <c:v>-8.1994645518458073E-2</c:v>
                </c:pt>
                <c:pt idx="8421">
                  <c:v>-8.3866401127039025E-2</c:v>
                </c:pt>
                <c:pt idx="8422">
                  <c:v>-5.8561625702089136E-2</c:v>
                </c:pt>
                <c:pt idx="8423">
                  <c:v>-1.6027661395643131E-2</c:v>
                </c:pt>
                <c:pt idx="8424">
                  <c:v>-1.2929081745577867E-2</c:v>
                </c:pt>
                <c:pt idx="8425">
                  <c:v>-7.804252183903895E-3</c:v>
                </c:pt>
                <c:pt idx="8426">
                  <c:v>-2.6579731440281615E-3</c:v>
                </c:pt>
                <c:pt idx="8427">
                  <c:v>2.0075469237686582E-3</c:v>
                </c:pt>
                <c:pt idx="8428">
                  <c:v>6.6484623028649882E-3</c:v>
                </c:pt>
                <c:pt idx="8429">
                  <c:v>7.4800036275645115E-3</c:v>
                </c:pt>
                <c:pt idx="8430">
                  <c:v>9.0644471791098864E-3</c:v>
                </c:pt>
                <c:pt idx="8431">
                  <c:v>5.4375333362116085E-3</c:v>
                </c:pt>
                <c:pt idx="8432">
                  <c:v>-2.0651750595272783E-3</c:v>
                </c:pt>
                <c:pt idx="8433">
                  <c:v>-2.3188339683833114E-2</c:v>
                </c:pt>
                <c:pt idx="8434">
                  <c:v>-0.1267008037743303</c:v>
                </c:pt>
                <c:pt idx="8435">
                  <c:v>-6.0305849778723684E-2</c:v>
                </c:pt>
                <c:pt idx="8436">
                  <c:v>-0.23323264214428488</c:v>
                </c:pt>
                <c:pt idx="8437">
                  <c:v>-8.6945665558417373E-2</c:v>
                </c:pt>
                <c:pt idx="8438">
                  <c:v>-0.25038314864348554</c:v>
                </c:pt>
                <c:pt idx="8439">
                  <c:v>-0.18140998653071549</c:v>
                </c:pt>
                <c:pt idx="8440">
                  <c:v>-0.15821387289025698</c:v>
                </c:pt>
                <c:pt idx="8441">
                  <c:v>-8.8117814683512707E-2</c:v>
                </c:pt>
                <c:pt idx="8442">
                  <c:v>-0.18265836394775392</c:v>
                </c:pt>
                <c:pt idx="8443">
                  <c:v>-0.12624763608351067</c:v>
                </c:pt>
                <c:pt idx="8444">
                  <c:v>-7.929051680338764E-2</c:v>
                </c:pt>
                <c:pt idx="8445">
                  <c:v>-0.11924329878963699</c:v>
                </c:pt>
                <c:pt idx="8446">
                  <c:v>-0.10242603604656786</c:v>
                </c:pt>
                <c:pt idx="8447">
                  <c:v>-3.5436077341596206E-2</c:v>
                </c:pt>
                <c:pt idx="8448">
                  <c:v>-2.7584825369860171E-2</c:v>
                </c:pt>
                <c:pt idx="8449">
                  <c:v>-1.6834203578916868E-2</c:v>
                </c:pt>
                <c:pt idx="8450">
                  <c:v>-8.6925264465497407E-3</c:v>
                </c:pt>
                <c:pt idx="8451">
                  <c:v>-4.3709763328146816E-3</c:v>
                </c:pt>
                <c:pt idx="8452">
                  <c:v>1.2226011816485638E-3</c:v>
                </c:pt>
                <c:pt idx="8453">
                  <c:v>4.6488806615658865E-3</c:v>
                </c:pt>
                <c:pt idx="8454">
                  <c:v>4.741847762440932E-3</c:v>
                </c:pt>
                <c:pt idx="8455">
                  <c:v>4.1102575431542264E-3</c:v>
                </c:pt>
                <c:pt idx="8456">
                  <c:v>-6.2090124587953252E-2</c:v>
                </c:pt>
                <c:pt idx="8457">
                  <c:v>-6.2765798108264145E-2</c:v>
                </c:pt>
                <c:pt idx="8458">
                  <c:v>-8.5947238331714554E-2</c:v>
                </c:pt>
                <c:pt idx="8459">
                  <c:v>-5.7766635108540715E-2</c:v>
                </c:pt>
                <c:pt idx="8460">
                  <c:v>-2.5563294738732659E-2</c:v>
                </c:pt>
                <c:pt idx="8461">
                  <c:v>-2.5799099055525031E-2</c:v>
                </c:pt>
                <c:pt idx="8462">
                  <c:v>-1.5747010449135356E-2</c:v>
                </c:pt>
                <c:pt idx="8463">
                  <c:v>-2.5976115279577654E-2</c:v>
                </c:pt>
                <c:pt idx="8464">
                  <c:v>-3.4646341441893609E-2</c:v>
                </c:pt>
                <c:pt idx="8465">
                  <c:v>-3.1417908049328126E-2</c:v>
                </c:pt>
                <c:pt idx="8466">
                  <c:v>-1.888334386512288E-2</c:v>
                </c:pt>
                <c:pt idx="8467">
                  <c:v>-1.2575896090109361E-2</c:v>
                </c:pt>
                <c:pt idx="8468">
                  <c:v>-2.6583919738874577E-2</c:v>
                </c:pt>
                <c:pt idx="8469">
                  <c:v>-2.0745226990860472E-2</c:v>
                </c:pt>
                <c:pt idx="8470">
                  <c:v>2.9001327386848729E-4</c:v>
                </c:pt>
                <c:pt idx="8471">
                  <c:v>6.4153543677856958E-3</c:v>
                </c:pt>
                <c:pt idx="8472">
                  <c:v>6.1552603071111734E-3</c:v>
                </c:pt>
                <c:pt idx="8473">
                  <c:v>9.5049787122897123E-3</c:v>
                </c:pt>
                <c:pt idx="8474">
                  <c:v>7.6583604125892634E-3</c:v>
                </c:pt>
                <c:pt idx="8475">
                  <c:v>6.0796930022146544E-3</c:v>
                </c:pt>
                <c:pt idx="8476">
                  <c:v>7.3673725680439041E-3</c:v>
                </c:pt>
                <c:pt idx="8477">
                  <c:v>7.0705867620870708E-3</c:v>
                </c:pt>
                <c:pt idx="8478">
                  <c:v>6.4767473119064344E-3</c:v>
                </c:pt>
                <c:pt idx="8479">
                  <c:v>6.6320680551169081E-3</c:v>
                </c:pt>
                <c:pt idx="8480">
                  <c:v>6.4240099669258402E-3</c:v>
                </c:pt>
                <c:pt idx="8481">
                  <c:v>-2.3401967130350781E-3</c:v>
                </c:pt>
                <c:pt idx="8482">
                  <c:v>-6.0211490188147071E-4</c:v>
                </c:pt>
                <c:pt idx="8483">
                  <c:v>-5.3491533151228904E-4</c:v>
                </c:pt>
                <c:pt idx="8484">
                  <c:v>-1.8046467467307365E-3</c:v>
                </c:pt>
                <c:pt idx="8485">
                  <c:v>2.9031307878907227E-4</c:v>
                </c:pt>
                <c:pt idx="8486">
                  <c:v>2.2960335731550779E-3</c:v>
                </c:pt>
                <c:pt idx="8487">
                  <c:v>2.4565124040838065E-3</c:v>
                </c:pt>
                <c:pt idx="8488">
                  <c:v>1.0463139443112374E-3</c:v>
                </c:pt>
                <c:pt idx="8489">
                  <c:v>2.2928428345031903E-3</c:v>
                </c:pt>
                <c:pt idx="8490">
                  <c:v>2.102381235517238E-3</c:v>
                </c:pt>
                <c:pt idx="8491">
                  <c:v>2.9186634676949181E-3</c:v>
                </c:pt>
                <c:pt idx="8492">
                  <c:v>3.1928674318130314E-3</c:v>
                </c:pt>
                <c:pt idx="8493">
                  <c:v>3.3145330702204975E-3</c:v>
                </c:pt>
                <c:pt idx="8494">
                  <c:v>6.6825321899490397E-3</c:v>
                </c:pt>
                <c:pt idx="8495">
                  <c:v>6.9298915416741149E-3</c:v>
                </c:pt>
                <c:pt idx="8496">
                  <c:v>6.7578011547109297E-3</c:v>
                </c:pt>
                <c:pt idx="8497">
                  <c:v>7.3546802311895091E-3</c:v>
                </c:pt>
                <c:pt idx="8498">
                  <c:v>1.0272193368110734E-2</c:v>
                </c:pt>
                <c:pt idx="8499">
                  <c:v>9.9776678838273802E-3</c:v>
                </c:pt>
                <c:pt idx="8500">
                  <c:v>8.9134003028020006E-3</c:v>
                </c:pt>
                <c:pt idx="8501">
                  <c:v>8.7704614815457532E-3</c:v>
                </c:pt>
                <c:pt idx="8502">
                  <c:v>1.164412855512423E-2</c:v>
                </c:pt>
                <c:pt idx="8503">
                  <c:v>1.0279482628410866E-2</c:v>
                </c:pt>
                <c:pt idx="8504">
                  <c:v>-1.1790490325927479E-3</c:v>
                </c:pt>
                <c:pt idx="8505">
                  <c:v>-6.2942167709021703E-3</c:v>
                </c:pt>
                <c:pt idx="8506">
                  <c:v>-7.2332857207268253E-3</c:v>
                </c:pt>
                <c:pt idx="8507">
                  <c:v>-4.5333654028934392E-3</c:v>
                </c:pt>
                <c:pt idx="8508">
                  <c:v>-9.8490932275092252E-4</c:v>
                </c:pt>
                <c:pt idx="8509">
                  <c:v>-5.3342700325359933E-2</c:v>
                </c:pt>
                <c:pt idx="8510">
                  <c:v>-0.22627692293018403</c:v>
                </c:pt>
                <c:pt idx="8511">
                  <c:v>-0.13364715691362244</c:v>
                </c:pt>
                <c:pt idx="8512">
                  <c:v>-0.11993263520019035</c:v>
                </c:pt>
                <c:pt idx="8513">
                  <c:v>-0.11252548851484781</c:v>
                </c:pt>
                <c:pt idx="8514">
                  <c:v>-7.0427301881700308E-2</c:v>
                </c:pt>
                <c:pt idx="8515">
                  <c:v>-3.7730782070552291E-2</c:v>
                </c:pt>
                <c:pt idx="8516">
                  <c:v>-1.3921169024561126E-2</c:v>
                </c:pt>
                <c:pt idx="8517">
                  <c:v>-1.2614692869388657E-2</c:v>
                </c:pt>
                <c:pt idx="8518">
                  <c:v>4.1652611276845808E-3</c:v>
                </c:pt>
                <c:pt idx="8519">
                  <c:v>6.2974218067343339E-3</c:v>
                </c:pt>
                <c:pt idx="8520">
                  <c:v>7.0967008953436647E-3</c:v>
                </c:pt>
                <c:pt idx="8521">
                  <c:v>8.9007794241310109E-3</c:v>
                </c:pt>
                <c:pt idx="8522">
                  <c:v>9.6168189527545255E-3</c:v>
                </c:pt>
                <c:pt idx="8523">
                  <c:v>9.4044946702050748E-3</c:v>
                </c:pt>
                <c:pt idx="8524">
                  <c:v>9.6275020265428075E-3</c:v>
                </c:pt>
                <c:pt idx="8525">
                  <c:v>1.1568234347717919E-2</c:v>
                </c:pt>
                <c:pt idx="8526">
                  <c:v>1.0411399255239609E-2</c:v>
                </c:pt>
                <c:pt idx="8527">
                  <c:v>2.5649859244548552E-3</c:v>
                </c:pt>
                <c:pt idx="8528">
                  <c:v>-1.0699947406448885E-2</c:v>
                </c:pt>
                <c:pt idx="8529">
                  <c:v>-1.0050883497439097E-2</c:v>
                </c:pt>
                <c:pt idx="8530">
                  <c:v>-1.3248036241536712E-2</c:v>
                </c:pt>
                <c:pt idx="8531">
                  <c:v>-3.3726216362679161E-2</c:v>
                </c:pt>
                <c:pt idx="8532">
                  <c:v>-0.22063962301269474</c:v>
                </c:pt>
                <c:pt idx="8533">
                  <c:v>-0.15045288770301862</c:v>
                </c:pt>
                <c:pt idx="8534">
                  <c:v>-0.12756363290685593</c:v>
                </c:pt>
                <c:pt idx="8535">
                  <c:v>-0.12690265639425696</c:v>
                </c:pt>
                <c:pt idx="8536">
                  <c:v>-0.14873385076058618</c:v>
                </c:pt>
                <c:pt idx="8537">
                  <c:v>-0.15679078523865017</c:v>
                </c:pt>
                <c:pt idx="8538">
                  <c:v>-0.11195650361287339</c:v>
                </c:pt>
                <c:pt idx="8539">
                  <c:v>-6.6539540316017068E-2</c:v>
                </c:pt>
                <c:pt idx="8540">
                  <c:v>-4.1251743185656248E-2</c:v>
                </c:pt>
                <c:pt idx="8541">
                  <c:v>-5.7786085252476742E-2</c:v>
                </c:pt>
                <c:pt idx="8542">
                  <c:v>-1.4731955321846058E-2</c:v>
                </c:pt>
                <c:pt idx="8543">
                  <c:v>-4.2399797172768337E-2</c:v>
                </c:pt>
                <c:pt idx="8544">
                  <c:v>-6.0428090085117596E-3</c:v>
                </c:pt>
                <c:pt idx="8545">
                  <c:v>-8.7908897668809178E-3</c:v>
                </c:pt>
                <c:pt idx="8546">
                  <c:v>-4.983556699567032E-3</c:v>
                </c:pt>
                <c:pt idx="8547">
                  <c:v>1.801964985109249E-3</c:v>
                </c:pt>
                <c:pt idx="8548">
                  <c:v>8.5763716338878547E-3</c:v>
                </c:pt>
                <c:pt idx="8549">
                  <c:v>1.0127038612709088E-2</c:v>
                </c:pt>
                <c:pt idx="8550">
                  <c:v>9.4343614489577638E-3</c:v>
                </c:pt>
                <c:pt idx="8551">
                  <c:v>6.91450902718054E-3</c:v>
                </c:pt>
                <c:pt idx="8552">
                  <c:v>-5.1210735666387197E-3</c:v>
                </c:pt>
                <c:pt idx="8553">
                  <c:v>-6.5285443619512344E-3</c:v>
                </c:pt>
                <c:pt idx="8554">
                  <c:v>-1.7909385445487102E-2</c:v>
                </c:pt>
                <c:pt idx="8555">
                  <c:v>-0.16412552822655038</c:v>
                </c:pt>
                <c:pt idx="8556">
                  <c:v>-0.13745025098286229</c:v>
                </c:pt>
                <c:pt idx="8557">
                  <c:v>-0.13603048199531706</c:v>
                </c:pt>
                <c:pt idx="8558">
                  <c:v>-0.15986518667622521</c:v>
                </c:pt>
                <c:pt idx="8559">
                  <c:v>-0.15744630186998687</c:v>
                </c:pt>
                <c:pt idx="8560">
                  <c:v>-0.17999415751758779</c:v>
                </c:pt>
                <c:pt idx="8561">
                  <c:v>-0.15570586733587496</c:v>
                </c:pt>
                <c:pt idx="8562">
                  <c:v>-0.14974745579739995</c:v>
                </c:pt>
                <c:pt idx="8563">
                  <c:v>-7.2987098173369222E-2</c:v>
                </c:pt>
                <c:pt idx="8564">
                  <c:v>-6.4865884872390464E-2</c:v>
                </c:pt>
                <c:pt idx="8565">
                  <c:v>-7.4087928563081856E-2</c:v>
                </c:pt>
                <c:pt idx="8566">
                  <c:v>-8.3123813193437229E-2</c:v>
                </c:pt>
                <c:pt idx="8567">
                  <c:v>-2.1363943560908025E-2</c:v>
                </c:pt>
                <c:pt idx="8568">
                  <c:v>-1.3035567795220571E-2</c:v>
                </c:pt>
                <c:pt idx="8569">
                  <c:v>-4.7614070405008523E-3</c:v>
                </c:pt>
                <c:pt idx="8570">
                  <c:v>1.0203998836122922E-3</c:v>
                </c:pt>
                <c:pt idx="8571">
                  <c:v>1.0066648901367674E-2</c:v>
                </c:pt>
                <c:pt idx="8572">
                  <c:v>9.3954500786090807E-3</c:v>
                </c:pt>
                <c:pt idx="8573">
                  <c:v>7.2731561172222903E-3</c:v>
                </c:pt>
                <c:pt idx="8574">
                  <c:v>8.3148750568123337E-3</c:v>
                </c:pt>
                <c:pt idx="8575">
                  <c:v>6.6191890431916813E-3</c:v>
                </c:pt>
                <c:pt idx="8576">
                  <c:v>-3.4187153525000582E-4</c:v>
                </c:pt>
                <c:pt idx="8577">
                  <c:v>-3.4897464934031909E-3</c:v>
                </c:pt>
                <c:pt idx="8578">
                  <c:v>-4.1333403490940522E-2</c:v>
                </c:pt>
                <c:pt idx="8579">
                  <c:v>-9.4539827991447681E-2</c:v>
                </c:pt>
                <c:pt idx="8580">
                  <c:v>-6.7486067894576951E-2</c:v>
                </c:pt>
                <c:pt idx="8581">
                  <c:v>-0.14029043257245868</c:v>
                </c:pt>
                <c:pt idx="8582">
                  <c:v>-0.15537625770466118</c:v>
                </c:pt>
                <c:pt idx="8583">
                  <c:v>-8.7438449907808136E-2</c:v>
                </c:pt>
                <c:pt idx="8584">
                  <c:v>-0.13369832003359769</c:v>
                </c:pt>
                <c:pt idx="8585">
                  <c:v>-0.10342303603913192</c:v>
                </c:pt>
                <c:pt idx="8586">
                  <c:v>-0.12643398196074393</c:v>
                </c:pt>
                <c:pt idx="8587">
                  <c:v>-8.1674443176592823E-2</c:v>
                </c:pt>
                <c:pt idx="8588">
                  <c:v>-6.0292568121699648E-2</c:v>
                </c:pt>
                <c:pt idx="8589">
                  <c:v>-9.7597982921434817E-2</c:v>
                </c:pt>
                <c:pt idx="8590">
                  <c:v>-4.9669162419859296E-2</c:v>
                </c:pt>
                <c:pt idx="8591">
                  <c:v>-1.0306473748311203E-2</c:v>
                </c:pt>
                <c:pt idx="8592">
                  <c:v>-6.6390672444707503E-3</c:v>
                </c:pt>
                <c:pt idx="8593">
                  <c:v>-6.3550786630143345E-3</c:v>
                </c:pt>
                <c:pt idx="8594">
                  <c:v>-4.8498741589280657E-3</c:v>
                </c:pt>
                <c:pt idx="8595">
                  <c:v>-1.5343121643893822E-3</c:v>
                </c:pt>
                <c:pt idx="8596">
                  <c:v>4.212086044553187E-3</c:v>
                </c:pt>
                <c:pt idx="8597">
                  <c:v>6.7727290385147581E-3</c:v>
                </c:pt>
                <c:pt idx="8598">
                  <c:v>9.0158166010820256E-3</c:v>
                </c:pt>
                <c:pt idx="8599">
                  <c:v>7.9545207509709136E-3</c:v>
                </c:pt>
                <c:pt idx="8600">
                  <c:v>1.971023385966345E-3</c:v>
                </c:pt>
                <c:pt idx="8601">
                  <c:v>-6.3490811869680889E-3</c:v>
                </c:pt>
                <c:pt idx="8602">
                  <c:v>-2.9093755397300004E-2</c:v>
                </c:pt>
                <c:pt idx="8603">
                  <c:v>-0.19155261027850817</c:v>
                </c:pt>
                <c:pt idx="8604">
                  <c:v>-0.10212482529362088</c:v>
                </c:pt>
                <c:pt idx="8605">
                  <c:v>-0.20350495257407131</c:v>
                </c:pt>
                <c:pt idx="8606">
                  <c:v>-0.18009639677218087</c:v>
                </c:pt>
                <c:pt idx="8607">
                  <c:v>-0.18542298919893052</c:v>
                </c:pt>
                <c:pt idx="8608">
                  <c:v>-0.1764647680554377</c:v>
                </c:pt>
                <c:pt idx="8609">
                  <c:v>-0.10864929385678546</c:v>
                </c:pt>
                <c:pt idx="8610">
                  <c:v>-0.16607489882751192</c:v>
                </c:pt>
                <c:pt idx="8611">
                  <c:v>-0.11223552012989886</c:v>
                </c:pt>
                <c:pt idx="8612">
                  <c:v>-6.6519360791338786E-2</c:v>
                </c:pt>
                <c:pt idx="8613">
                  <c:v>-9.051254733270872E-2</c:v>
                </c:pt>
                <c:pt idx="8614">
                  <c:v>-6.0173275537134085E-2</c:v>
                </c:pt>
                <c:pt idx="8615">
                  <c:v>-1.2541784010517809E-2</c:v>
                </c:pt>
                <c:pt idx="8616">
                  <c:v>-9.2597614654653815E-3</c:v>
                </c:pt>
                <c:pt idx="8617">
                  <c:v>9.3776112286072394E-4</c:v>
                </c:pt>
                <c:pt idx="8618">
                  <c:v>8.7050834737403254E-3</c:v>
                </c:pt>
                <c:pt idx="8619">
                  <c:v>1.1508305044468996E-2</c:v>
                </c:pt>
                <c:pt idx="8620">
                  <c:v>1.0137333058012342E-2</c:v>
                </c:pt>
                <c:pt idx="8621">
                  <c:v>1.0642643222616028E-2</c:v>
                </c:pt>
                <c:pt idx="8622">
                  <c:v>1.1553846625006263E-2</c:v>
                </c:pt>
                <c:pt idx="8623">
                  <c:v>9.3295231510209815E-3</c:v>
                </c:pt>
                <c:pt idx="8624">
                  <c:v>-1.651488182424941E-3</c:v>
                </c:pt>
                <c:pt idx="8625">
                  <c:v>-2.6984937172329659E-3</c:v>
                </c:pt>
                <c:pt idx="8626">
                  <c:v>-9.5056696433622201E-4</c:v>
                </c:pt>
                <c:pt idx="8627">
                  <c:v>-2.5533650583510459E-3</c:v>
                </c:pt>
                <c:pt idx="8628">
                  <c:v>-9.0079237750983782E-2</c:v>
                </c:pt>
                <c:pt idx="8629">
                  <c:v>-0.14908121714800343</c:v>
                </c:pt>
                <c:pt idx="8630">
                  <c:v>-0.1182843683197087</c:v>
                </c:pt>
                <c:pt idx="8631">
                  <c:v>-0.12179254195263291</c:v>
                </c:pt>
                <c:pt idx="8632">
                  <c:v>-9.4130800174241816E-2</c:v>
                </c:pt>
                <c:pt idx="8633">
                  <c:v>-8.7205086991738123E-2</c:v>
                </c:pt>
                <c:pt idx="8634">
                  <c:v>-4.0458479184007613E-2</c:v>
                </c:pt>
                <c:pt idx="8635">
                  <c:v>-8.655826245351713E-3</c:v>
                </c:pt>
                <c:pt idx="8636">
                  <c:v>5.3329000751352719E-3</c:v>
                </c:pt>
                <c:pt idx="8637">
                  <c:v>1.027856816677815E-2</c:v>
                </c:pt>
                <c:pt idx="8638">
                  <c:v>1.2439032159715717E-2</c:v>
                </c:pt>
                <c:pt idx="8639">
                  <c:v>1.2649204560856848E-2</c:v>
                </c:pt>
                <c:pt idx="8640">
                  <c:v>1.0114041534416914E-2</c:v>
                </c:pt>
                <c:pt idx="8641">
                  <c:v>9.6787956653352266E-3</c:v>
                </c:pt>
                <c:pt idx="8642">
                  <c:v>1.0882279398884467E-2</c:v>
                </c:pt>
                <c:pt idx="8643">
                  <c:v>8.3158483328185609E-2</c:v>
                </c:pt>
                <c:pt idx="8644">
                  <c:v>5.6283668664647978E-2</c:v>
                </c:pt>
                <c:pt idx="8645">
                  <c:v>6.1120100274110981E-2</c:v>
                </c:pt>
                <c:pt idx="8646">
                  <c:v>4.8854837845572277E-2</c:v>
                </c:pt>
                <c:pt idx="8647">
                  <c:v>3.3204979664720205E-2</c:v>
                </c:pt>
                <c:pt idx="8648">
                  <c:v>3.9353037928582239E-2</c:v>
                </c:pt>
                <c:pt idx="8649">
                  <c:v>2.1159190066888444E-2</c:v>
                </c:pt>
                <c:pt idx="8650">
                  <c:v>1.0505244137437171E-2</c:v>
                </c:pt>
                <c:pt idx="8651">
                  <c:v>-2.5283948500124361E-3</c:v>
                </c:pt>
                <c:pt idx="8652">
                  <c:v>3.5271232512727319E-3</c:v>
                </c:pt>
                <c:pt idx="8653">
                  <c:v>3.2875084278788159E-3</c:v>
                </c:pt>
                <c:pt idx="8654">
                  <c:v>-0.14228812674254035</c:v>
                </c:pt>
                <c:pt idx="8655">
                  <c:v>-4.5070100104806901E-2</c:v>
                </c:pt>
                <c:pt idx="8656">
                  <c:v>-9.9743462552497761E-2</c:v>
                </c:pt>
                <c:pt idx="8657">
                  <c:v>-4.7345487115275316E-2</c:v>
                </c:pt>
                <c:pt idx="8658">
                  <c:v>-2.4536904308539834E-2</c:v>
                </c:pt>
                <c:pt idx="8659">
                  <c:v>-3.3850583334143411E-2</c:v>
                </c:pt>
                <c:pt idx="8660">
                  <c:v>1.0011989338660266E-3</c:v>
                </c:pt>
                <c:pt idx="8661">
                  <c:v>2.8100037849717097E-3</c:v>
                </c:pt>
                <c:pt idx="8662">
                  <c:v>4.2649451384751185E-3</c:v>
                </c:pt>
                <c:pt idx="8663">
                  <c:v>1.1477177075902172E-2</c:v>
                </c:pt>
                <c:pt idx="8664">
                  <c:v>1.4051758481320968E-2</c:v>
                </c:pt>
                <c:pt idx="8665">
                  <c:v>1.2764414980812109E-2</c:v>
                </c:pt>
                <c:pt idx="8666">
                  <c:v>1.1335740118043431E-2</c:v>
                </c:pt>
                <c:pt idx="8667">
                  <c:v>1.8055278202799955E-2</c:v>
                </c:pt>
                <c:pt idx="8668">
                  <c:v>7.6905892891705102E-2</c:v>
                </c:pt>
                <c:pt idx="8669">
                  <c:v>5.5666919068654272E-2</c:v>
                </c:pt>
                <c:pt idx="8670">
                  <c:v>5.0200322765749768E-2</c:v>
                </c:pt>
                <c:pt idx="8671">
                  <c:v>4.8961308789382277E-2</c:v>
                </c:pt>
                <c:pt idx="8672">
                  <c:v>2.8726246963570286E-2</c:v>
                </c:pt>
                <c:pt idx="8673">
                  <c:v>2.634750454190582E-2</c:v>
                </c:pt>
                <c:pt idx="8674">
                  <c:v>-5.0096139752603571E-4</c:v>
                </c:pt>
                <c:pt idx="8675">
                  <c:v>-1.0990518216447018E-2</c:v>
                </c:pt>
                <c:pt idx="8676">
                  <c:v>-3.5255304541715921E-3</c:v>
                </c:pt>
                <c:pt idx="8677">
                  <c:v>-4.5894207339246727E-2</c:v>
                </c:pt>
                <c:pt idx="8678">
                  <c:v>-0.16880273471177876</c:v>
                </c:pt>
                <c:pt idx="8679">
                  <c:v>-9.8918558862060704E-2</c:v>
                </c:pt>
                <c:pt idx="8680">
                  <c:v>-0.11243550934348946</c:v>
                </c:pt>
                <c:pt idx="8681">
                  <c:v>-0.10590877372256287</c:v>
                </c:pt>
                <c:pt idx="8682">
                  <c:v>-6.2927060068533158E-2</c:v>
                </c:pt>
                <c:pt idx="8683">
                  <c:v>-7.9201227985318562E-2</c:v>
                </c:pt>
                <c:pt idx="8684">
                  <c:v>-3.2169199477406936E-2</c:v>
                </c:pt>
                <c:pt idx="8685">
                  <c:v>-7.076737766909974E-2</c:v>
                </c:pt>
                <c:pt idx="8686">
                  <c:v>-1.7145344072349113E-2</c:v>
                </c:pt>
                <c:pt idx="8687">
                  <c:v>-4.1410865729408004E-2</c:v>
                </c:pt>
                <c:pt idx="8688">
                  <c:v>2.0655351109406402E-3</c:v>
                </c:pt>
                <c:pt idx="8689">
                  <c:v>5.309259990774258E-3</c:v>
                </c:pt>
                <c:pt idx="8690">
                  <c:v>9.1978236867692586E-3</c:v>
                </c:pt>
                <c:pt idx="8691">
                  <c:v>9.9771085924910442E-3</c:v>
                </c:pt>
                <c:pt idx="8692">
                  <c:v>1.0659928211685725E-2</c:v>
                </c:pt>
                <c:pt idx="8693">
                  <c:v>1.01954939858312E-2</c:v>
                </c:pt>
                <c:pt idx="8694">
                  <c:v>9.8287671846702569E-3</c:v>
                </c:pt>
                <c:pt idx="8695">
                  <c:v>9.5005430856067961E-3</c:v>
                </c:pt>
                <c:pt idx="8696">
                  <c:v>1.671432374933909E-3</c:v>
                </c:pt>
                <c:pt idx="8697">
                  <c:v>2.4773769867721634E-3</c:v>
                </c:pt>
                <c:pt idx="8698">
                  <c:v>3.8609909681784627E-2</c:v>
                </c:pt>
                <c:pt idx="8699">
                  <c:v>1.2987334305351483E-2</c:v>
                </c:pt>
                <c:pt idx="8700">
                  <c:v>-5.5291334512063799E-2</c:v>
                </c:pt>
                <c:pt idx="8701">
                  <c:v>-0.23957047676686727</c:v>
                </c:pt>
                <c:pt idx="8702">
                  <c:v>-0.14475498223412622</c:v>
                </c:pt>
                <c:pt idx="8703">
                  <c:v>-0.12974268350862012</c:v>
                </c:pt>
                <c:pt idx="8704">
                  <c:v>-0.1110433729241091</c:v>
                </c:pt>
                <c:pt idx="8705">
                  <c:v>-0.10367951666889981</c:v>
                </c:pt>
                <c:pt idx="8706">
                  <c:v>-0.13191126634654604</c:v>
                </c:pt>
                <c:pt idx="8707">
                  <c:v>-7.6957882642833486E-2</c:v>
                </c:pt>
                <c:pt idx="8708">
                  <c:v>-1.5298936764837441E-2</c:v>
                </c:pt>
                <c:pt idx="8709">
                  <c:v>-5.2341274983275787E-2</c:v>
                </c:pt>
                <c:pt idx="8710">
                  <c:v>-5.598131353061328E-2</c:v>
                </c:pt>
                <c:pt idx="8711">
                  <c:v>-1.6590026017692719E-3</c:v>
                </c:pt>
                <c:pt idx="8712">
                  <c:v>8.9292575243140118E-3</c:v>
                </c:pt>
                <c:pt idx="8713">
                  <c:v>1.5018494326990373E-2</c:v>
                </c:pt>
                <c:pt idx="8714">
                  <c:v>1.4203474885555579E-2</c:v>
                </c:pt>
                <c:pt idx="8715">
                  <c:v>1.2646307364356471E-2</c:v>
                </c:pt>
                <c:pt idx="8716">
                  <c:v>1.918843790636399E-2</c:v>
                </c:pt>
                <c:pt idx="8717">
                  <c:v>2.632708918112639E-2</c:v>
                </c:pt>
                <c:pt idx="8718">
                  <c:v>2.2934974714519198E-2</c:v>
                </c:pt>
                <c:pt idx="8719">
                  <c:v>1.782627363972417E-2</c:v>
                </c:pt>
                <c:pt idx="8720">
                  <c:v>1.0436301551107204E-2</c:v>
                </c:pt>
                <c:pt idx="8721">
                  <c:v>-5.1966765195625864E-3</c:v>
                </c:pt>
                <c:pt idx="8722">
                  <c:v>1.8714321904732531E-2</c:v>
                </c:pt>
                <c:pt idx="8723">
                  <c:v>-1.6226996066375208E-2</c:v>
                </c:pt>
                <c:pt idx="8724">
                  <c:v>-2.9026294692082687E-2</c:v>
                </c:pt>
                <c:pt idx="8725">
                  <c:v>-8.4734683993379217E-2</c:v>
                </c:pt>
                <c:pt idx="8726">
                  <c:v>-4.0044745484979646E-2</c:v>
                </c:pt>
                <c:pt idx="8727">
                  <c:v>-0.10145655023526538</c:v>
                </c:pt>
                <c:pt idx="8728">
                  <c:v>-0.13891490098582776</c:v>
                </c:pt>
                <c:pt idx="8729">
                  <c:v>-2.7568660443431459E-4</c:v>
                </c:pt>
                <c:pt idx="8730">
                  <c:v>-9.4414921428070137E-3</c:v>
                </c:pt>
                <c:pt idx="8731">
                  <c:v>-9.8340805941022659E-3</c:v>
                </c:pt>
                <c:pt idx="8732">
                  <c:v>5.0592227557235241E-3</c:v>
                </c:pt>
                <c:pt idx="8733">
                  <c:v>-7.3027765663697966E-2</c:v>
                </c:pt>
                <c:pt idx="8734">
                  <c:v>-0.15365193112232262</c:v>
                </c:pt>
                <c:pt idx="8735">
                  <c:v>1.2586930973599355E-2</c:v>
                </c:pt>
                <c:pt idx="8736">
                  <c:v>2.6268664602180518E-2</c:v>
                </c:pt>
                <c:pt idx="8737">
                  <c:v>1.9978481061368247E-2</c:v>
                </c:pt>
                <c:pt idx="8738">
                  <c:v>5.9851441387720316E-3</c:v>
                </c:pt>
                <c:pt idx="8739">
                  <c:v>-3.8906473643103385E-3</c:v>
                </c:pt>
                <c:pt idx="8740">
                  <c:v>-6.3809557763615859E-3</c:v>
                </c:pt>
                <c:pt idx="8741">
                  <c:v>1.9950896278032875E-3</c:v>
                </c:pt>
                <c:pt idx="8742">
                  <c:v>1.9301847756419657E-2</c:v>
                </c:pt>
                <c:pt idx="8743">
                  <c:v>1.2463753804784893E-2</c:v>
                </c:pt>
                <c:pt idx="8744">
                  <c:v>1.9094325893797164E-2</c:v>
                </c:pt>
                <c:pt idx="8745">
                  <c:v>1.8630299882589376E-2</c:v>
                </c:pt>
                <c:pt idx="8746">
                  <c:v>8.0580693379041796E-3</c:v>
                </c:pt>
                <c:pt idx="8747">
                  <c:v>-3.7429210665870814E-2</c:v>
                </c:pt>
                <c:pt idx="8748">
                  <c:v>-3.3852579987224782E-2</c:v>
                </c:pt>
                <c:pt idx="8749">
                  <c:v>-0.24208914590682654</c:v>
                </c:pt>
                <c:pt idx="8750">
                  <c:v>-7.4113167417648423E-2</c:v>
                </c:pt>
                <c:pt idx="8751">
                  <c:v>-0.32039665996537914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0DCA-409B-9EB4-443B111807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Time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5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AHU_heating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Sheet2!$I$1</c:f>
              <c:strCache>
                <c:ptCount val="1"/>
                <c:pt idx="0">
                  <c:v>Q_1032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Sheet2!$I$2:$I$8753</c:f>
              <c:numCache>
                <c:formatCode>General</c:formatCode>
                <c:ptCount val="8752"/>
                <c:pt idx="0">
                  <c:v>8.1097784076422916E-2</c:v>
                </c:pt>
                <c:pt idx="1">
                  <c:v>8.6826812358472241E-2</c:v>
                </c:pt>
                <c:pt idx="2">
                  <c:v>9.0663767816621846E-2</c:v>
                </c:pt>
                <c:pt idx="3">
                  <c:v>0.32882868478918104</c:v>
                </c:pt>
                <c:pt idx="4">
                  <c:v>0.31002617858906178</c:v>
                </c:pt>
                <c:pt idx="5">
                  <c:v>0.24061771602597656</c:v>
                </c:pt>
                <c:pt idx="6">
                  <c:v>0.23012662223643601</c:v>
                </c:pt>
                <c:pt idx="7">
                  <c:v>0.23106285334608592</c:v>
                </c:pt>
                <c:pt idx="8">
                  <c:v>0.20327892433019193</c:v>
                </c:pt>
                <c:pt idx="9">
                  <c:v>0.19881073037280469</c:v>
                </c:pt>
                <c:pt idx="10">
                  <c:v>8.5258003238409971E-2</c:v>
                </c:pt>
                <c:pt idx="11">
                  <c:v>8.3836067521550275E-2</c:v>
                </c:pt>
                <c:pt idx="12">
                  <c:v>7.5202617400760965E-2</c:v>
                </c:pt>
                <c:pt idx="13">
                  <c:v>7.3847721436742328E-2</c:v>
                </c:pt>
                <c:pt idx="14">
                  <c:v>8.7945388654661838E-2</c:v>
                </c:pt>
                <c:pt idx="15">
                  <c:v>8.6798091910221434E-2</c:v>
                </c:pt>
                <c:pt idx="16">
                  <c:v>8.0993276836411318E-2</c:v>
                </c:pt>
                <c:pt idx="17">
                  <c:v>7.7197284681184655E-2</c:v>
                </c:pt>
                <c:pt idx="18">
                  <c:v>9.4992045309175682E-2</c:v>
                </c:pt>
                <c:pt idx="19">
                  <c:v>8.4645661348017973E-2</c:v>
                </c:pt>
                <c:pt idx="20">
                  <c:v>7.7534472668327858E-2</c:v>
                </c:pt>
                <c:pt idx="21">
                  <c:v>8.3310162266200943E-2</c:v>
                </c:pt>
                <c:pt idx="22">
                  <c:v>0.27566019873918823</c:v>
                </c:pt>
                <c:pt idx="23">
                  <c:v>0.38529077051090499</c:v>
                </c:pt>
                <c:pt idx="24">
                  <c:v>0.26093596150208642</c:v>
                </c:pt>
                <c:pt idx="25">
                  <c:v>0.21045170157016088</c:v>
                </c:pt>
                <c:pt idx="26">
                  <c:v>0.28695399140908823</c:v>
                </c:pt>
                <c:pt idx="27">
                  <c:v>0.40342064660104104</c:v>
                </c:pt>
                <c:pt idx="28">
                  <c:v>0.39873606796647387</c:v>
                </c:pt>
                <c:pt idx="29">
                  <c:v>0.42425158459348272</c:v>
                </c:pt>
                <c:pt idx="30">
                  <c:v>0.48991521064997889</c:v>
                </c:pt>
                <c:pt idx="31">
                  <c:v>0.50005738510557218</c:v>
                </c:pt>
                <c:pt idx="32">
                  <c:v>0.46359798120267992</c:v>
                </c:pt>
                <c:pt idx="33">
                  <c:v>0.49076087409099722</c:v>
                </c:pt>
                <c:pt idx="34">
                  <c:v>0.48621151605323826</c:v>
                </c:pt>
                <c:pt idx="35">
                  <c:v>0.51296513073950811</c:v>
                </c:pt>
                <c:pt idx="36">
                  <c:v>0.51792083519509491</c:v>
                </c:pt>
                <c:pt idx="37">
                  <c:v>0.46349975628988188</c:v>
                </c:pt>
                <c:pt idx="38">
                  <c:v>0.38459330774851536</c:v>
                </c:pt>
                <c:pt idx="39">
                  <c:v>0.39352320408234637</c:v>
                </c:pt>
                <c:pt idx="40">
                  <c:v>0.20951744145083734</c:v>
                </c:pt>
                <c:pt idx="41">
                  <c:v>0.23314742535687782</c:v>
                </c:pt>
                <c:pt idx="42">
                  <c:v>0.72495801886378775</c:v>
                </c:pt>
                <c:pt idx="43">
                  <c:v>0.40475887200785654</c:v>
                </c:pt>
                <c:pt idx="44">
                  <c:v>0.37972013325838833</c:v>
                </c:pt>
                <c:pt idx="45">
                  <c:v>0.38485489193699413</c:v>
                </c:pt>
                <c:pt idx="46">
                  <c:v>0.37547965407920653</c:v>
                </c:pt>
                <c:pt idx="47">
                  <c:v>0.38882632940664136</c:v>
                </c:pt>
                <c:pt idx="48">
                  <c:v>0.39923527948036991</c:v>
                </c:pt>
                <c:pt idx="49">
                  <c:v>0.41368716399433675</c:v>
                </c:pt>
                <c:pt idx="50">
                  <c:v>0.41881884088574312</c:v>
                </c:pt>
                <c:pt idx="51">
                  <c:v>0.42104734686306555</c:v>
                </c:pt>
                <c:pt idx="52">
                  <c:v>0.40779127404360838</c:v>
                </c:pt>
                <c:pt idx="53">
                  <c:v>0.41123442809929484</c:v>
                </c:pt>
                <c:pt idx="54">
                  <c:v>0.40292968055106243</c:v>
                </c:pt>
                <c:pt idx="55">
                  <c:v>0.40917490806378815</c:v>
                </c:pt>
                <c:pt idx="56">
                  <c:v>0.35135254833944823</c:v>
                </c:pt>
                <c:pt idx="57">
                  <c:v>0.38554369207839045</c:v>
                </c:pt>
                <c:pt idx="58">
                  <c:v>0.32208425660056084</c:v>
                </c:pt>
                <c:pt idx="59">
                  <c:v>0.39754286617525569</c:v>
                </c:pt>
                <c:pt idx="60">
                  <c:v>0.58264784178747842</c:v>
                </c:pt>
                <c:pt idx="61">
                  <c:v>0.44347016681869883</c:v>
                </c:pt>
                <c:pt idx="62">
                  <c:v>0.30927633449863717</c:v>
                </c:pt>
                <c:pt idx="63">
                  <c:v>0.22251461373501077</c:v>
                </c:pt>
                <c:pt idx="64">
                  <c:v>0.23628758954377932</c:v>
                </c:pt>
                <c:pt idx="65">
                  <c:v>0.23894764172486982</c:v>
                </c:pt>
                <c:pt idx="66">
                  <c:v>0.23806429235312443</c:v>
                </c:pt>
                <c:pt idx="67">
                  <c:v>0.49953343014299884</c:v>
                </c:pt>
                <c:pt idx="68">
                  <c:v>0.68649496108310881</c:v>
                </c:pt>
                <c:pt idx="69">
                  <c:v>0.39961457298970138</c:v>
                </c:pt>
                <c:pt idx="70">
                  <c:v>0.39470027751036357</c:v>
                </c:pt>
                <c:pt idx="71">
                  <c:v>0.38820133974326104</c:v>
                </c:pt>
                <c:pt idx="72">
                  <c:v>0.41425144847984646</c:v>
                </c:pt>
                <c:pt idx="73">
                  <c:v>0.40540851491176816</c:v>
                </c:pt>
                <c:pt idx="74">
                  <c:v>0.39192039826844222</c:v>
                </c:pt>
                <c:pt idx="75">
                  <c:v>0.29744857245326406</c:v>
                </c:pt>
                <c:pt idx="76">
                  <c:v>0.39352152708769284</c:v>
                </c:pt>
                <c:pt idx="77">
                  <c:v>0.42575691330983367</c:v>
                </c:pt>
                <c:pt idx="78">
                  <c:v>0.42972976783092259</c:v>
                </c:pt>
                <c:pt idx="79">
                  <c:v>0.44012333383666818</c:v>
                </c:pt>
                <c:pt idx="80">
                  <c:v>0.38539799923685675</c:v>
                </c:pt>
                <c:pt idx="81">
                  <c:v>0.39374287762808163</c:v>
                </c:pt>
                <c:pt idx="82">
                  <c:v>0.34752305235569347</c:v>
                </c:pt>
                <c:pt idx="83">
                  <c:v>0.34140246718101058</c:v>
                </c:pt>
                <c:pt idx="84">
                  <c:v>0.30804328329469305</c:v>
                </c:pt>
                <c:pt idx="85">
                  <c:v>0.22952170112427964</c:v>
                </c:pt>
                <c:pt idx="86">
                  <c:v>0.22212443699828793</c:v>
                </c:pt>
                <c:pt idx="87">
                  <c:v>0.19267748402754378</c:v>
                </c:pt>
                <c:pt idx="88">
                  <c:v>0.20834299132345865</c:v>
                </c:pt>
                <c:pt idx="89">
                  <c:v>0.2226261160766011</c:v>
                </c:pt>
                <c:pt idx="90">
                  <c:v>0.21059829389057275</c:v>
                </c:pt>
                <c:pt idx="91">
                  <c:v>0.20207181164749061</c:v>
                </c:pt>
                <c:pt idx="92">
                  <c:v>0.22540965743427713</c:v>
                </c:pt>
                <c:pt idx="93">
                  <c:v>0.24660715254222676</c:v>
                </c:pt>
                <c:pt idx="94">
                  <c:v>0.26405952095829854</c:v>
                </c:pt>
                <c:pt idx="95">
                  <c:v>0.27642760087626994</c:v>
                </c:pt>
                <c:pt idx="96">
                  <c:v>0.25167650007312925</c:v>
                </c:pt>
                <c:pt idx="97">
                  <c:v>0.44011062237027765</c:v>
                </c:pt>
                <c:pt idx="98">
                  <c:v>0.64353960430793122</c:v>
                </c:pt>
                <c:pt idx="99">
                  <c:v>0.4177155964700825</c:v>
                </c:pt>
                <c:pt idx="100">
                  <c:v>0.41299352419622487</c:v>
                </c:pt>
                <c:pt idx="101">
                  <c:v>0.38133504595445616</c:v>
                </c:pt>
                <c:pt idx="102">
                  <c:v>0.36982520156870152</c:v>
                </c:pt>
                <c:pt idx="103">
                  <c:v>0.38939063822582171</c:v>
                </c:pt>
                <c:pt idx="104">
                  <c:v>0.24799137457057571</c:v>
                </c:pt>
                <c:pt idx="105">
                  <c:v>0.37793806734186874</c:v>
                </c:pt>
                <c:pt idx="106">
                  <c:v>0.29134465074418198</c:v>
                </c:pt>
                <c:pt idx="107">
                  <c:v>0.22555913968376981</c:v>
                </c:pt>
                <c:pt idx="108">
                  <c:v>0.23979517579991205</c:v>
                </c:pt>
                <c:pt idx="109">
                  <c:v>0.19933369928120098</c:v>
                </c:pt>
                <c:pt idx="110">
                  <c:v>0.16925122936674858</c:v>
                </c:pt>
                <c:pt idx="111">
                  <c:v>0.18163800690114246</c:v>
                </c:pt>
                <c:pt idx="112">
                  <c:v>0.1903832190192164</c:v>
                </c:pt>
                <c:pt idx="113">
                  <c:v>0.19571246332606132</c:v>
                </c:pt>
                <c:pt idx="114">
                  <c:v>0.17449587968319477</c:v>
                </c:pt>
                <c:pt idx="115">
                  <c:v>0.19999290214408103</c:v>
                </c:pt>
                <c:pt idx="116">
                  <c:v>0.20097377607334813</c:v>
                </c:pt>
                <c:pt idx="117">
                  <c:v>0.17487177760714709</c:v>
                </c:pt>
                <c:pt idx="118">
                  <c:v>0.19836715592050103</c:v>
                </c:pt>
                <c:pt idx="119">
                  <c:v>0.22370054661987526</c:v>
                </c:pt>
                <c:pt idx="120">
                  <c:v>0.20906080362249058</c:v>
                </c:pt>
                <c:pt idx="121">
                  <c:v>0.18845957972090377</c:v>
                </c:pt>
                <c:pt idx="122">
                  <c:v>0.19177723604876906</c:v>
                </c:pt>
                <c:pt idx="123">
                  <c:v>0.18921903389193145</c:v>
                </c:pt>
                <c:pt idx="124">
                  <c:v>0.23334152937062388</c:v>
                </c:pt>
                <c:pt idx="125">
                  <c:v>0.23322250611232676</c:v>
                </c:pt>
                <c:pt idx="126">
                  <c:v>0.23865374461142752</c:v>
                </c:pt>
                <c:pt idx="127">
                  <c:v>0.25695062499525961</c:v>
                </c:pt>
                <c:pt idx="128">
                  <c:v>0.22393084598985932</c:v>
                </c:pt>
                <c:pt idx="129">
                  <c:v>0.20049974287365299</c:v>
                </c:pt>
                <c:pt idx="130">
                  <c:v>0.19009384732978254</c:v>
                </c:pt>
                <c:pt idx="131">
                  <c:v>0.17017859582981237</c:v>
                </c:pt>
                <c:pt idx="132">
                  <c:v>-0.72058608312042727</c:v>
                </c:pt>
                <c:pt idx="133">
                  <c:v>-0.81672861604240221</c:v>
                </c:pt>
                <c:pt idx="134">
                  <c:v>-0.98900596571229049</c:v>
                </c:pt>
                <c:pt idx="135">
                  <c:v>-1.0387801121224958</c:v>
                </c:pt>
                <c:pt idx="136">
                  <c:v>-0.83985380350864069</c:v>
                </c:pt>
                <c:pt idx="137">
                  <c:v>-0.74766720994650482</c:v>
                </c:pt>
                <c:pt idx="138">
                  <c:v>-0.60512091319789074</c:v>
                </c:pt>
                <c:pt idx="139">
                  <c:v>-0.47169774563347339</c:v>
                </c:pt>
                <c:pt idx="140">
                  <c:v>-8.5878190805054475E-2</c:v>
                </c:pt>
                <c:pt idx="141">
                  <c:v>-0.44675084561562867</c:v>
                </c:pt>
                <c:pt idx="142">
                  <c:v>-0.44284874197148666</c:v>
                </c:pt>
                <c:pt idx="143">
                  <c:v>-0.17184793722559596</c:v>
                </c:pt>
                <c:pt idx="144">
                  <c:v>-0.1507482437550671</c:v>
                </c:pt>
                <c:pt idx="145">
                  <c:v>0.17546351825889714</c:v>
                </c:pt>
                <c:pt idx="146">
                  <c:v>0.19348316004865718</c:v>
                </c:pt>
                <c:pt idx="147">
                  <c:v>0.19338772816564195</c:v>
                </c:pt>
                <c:pt idx="148">
                  <c:v>0.20020047433722382</c:v>
                </c:pt>
                <c:pt idx="149">
                  <c:v>0.19230279225781693</c:v>
                </c:pt>
                <c:pt idx="150">
                  <c:v>0.22568003240903547</c:v>
                </c:pt>
                <c:pt idx="151">
                  <c:v>0.23080123143279824</c:v>
                </c:pt>
                <c:pt idx="152">
                  <c:v>0.23695101569817986</c:v>
                </c:pt>
                <c:pt idx="153">
                  <c:v>0.23050758677013389</c:v>
                </c:pt>
                <c:pt idx="154">
                  <c:v>0.2174644942372197</c:v>
                </c:pt>
                <c:pt idx="155">
                  <c:v>0.21040281070731054</c:v>
                </c:pt>
                <c:pt idx="156">
                  <c:v>0.22240867437024398</c:v>
                </c:pt>
                <c:pt idx="157">
                  <c:v>0.23915437368557077</c:v>
                </c:pt>
                <c:pt idx="158">
                  <c:v>0.25155156986985788</c:v>
                </c:pt>
                <c:pt idx="159">
                  <c:v>0.23510435147161016</c:v>
                </c:pt>
                <c:pt idx="160">
                  <c:v>0.26563549522376195</c:v>
                </c:pt>
                <c:pt idx="161">
                  <c:v>0.53338614778203008</c:v>
                </c:pt>
                <c:pt idx="162">
                  <c:v>0.43232080967995051</c:v>
                </c:pt>
                <c:pt idx="163">
                  <c:v>0.97207015636063598</c:v>
                </c:pt>
                <c:pt idx="164">
                  <c:v>1.2496997993952441</c:v>
                </c:pt>
                <c:pt idx="165">
                  <c:v>1.5710589951962908</c:v>
                </c:pt>
                <c:pt idx="166">
                  <c:v>1.3822373839933537</c:v>
                </c:pt>
                <c:pt idx="167">
                  <c:v>1.0373026748254088</c:v>
                </c:pt>
                <c:pt idx="168">
                  <c:v>1.1089038940667271</c:v>
                </c:pt>
                <c:pt idx="169">
                  <c:v>1.1076495165699982</c:v>
                </c:pt>
                <c:pt idx="170">
                  <c:v>1.1866780037455855</c:v>
                </c:pt>
                <c:pt idx="171">
                  <c:v>1.2378265441652363</c:v>
                </c:pt>
                <c:pt idx="172">
                  <c:v>1.3086156305961729</c:v>
                </c:pt>
                <c:pt idx="173">
                  <c:v>1.3493325648161996</c:v>
                </c:pt>
                <c:pt idx="174">
                  <c:v>1.3907845778298442</c:v>
                </c:pt>
                <c:pt idx="175">
                  <c:v>1.3655852206610246</c:v>
                </c:pt>
                <c:pt idx="176">
                  <c:v>1.231069456797375</c:v>
                </c:pt>
                <c:pt idx="177">
                  <c:v>1.0185518190305167</c:v>
                </c:pt>
                <c:pt idx="178">
                  <c:v>0.95849447620115202</c:v>
                </c:pt>
                <c:pt idx="179">
                  <c:v>0.93879712158020712</c:v>
                </c:pt>
                <c:pt idx="180">
                  <c:v>1.0132263152842826</c:v>
                </c:pt>
                <c:pt idx="181">
                  <c:v>1.0364836899569967</c:v>
                </c:pt>
                <c:pt idx="182">
                  <c:v>1.1604735440373894</c:v>
                </c:pt>
                <c:pt idx="183">
                  <c:v>1.1051269012165625</c:v>
                </c:pt>
                <c:pt idx="184">
                  <c:v>0.9898845513617629</c:v>
                </c:pt>
                <c:pt idx="185">
                  <c:v>0.88746831725764064</c:v>
                </c:pt>
                <c:pt idx="186">
                  <c:v>1.1455608248382947</c:v>
                </c:pt>
                <c:pt idx="187">
                  <c:v>1.0254478166309762</c:v>
                </c:pt>
                <c:pt idx="188">
                  <c:v>0.98381614050622856</c:v>
                </c:pt>
                <c:pt idx="189">
                  <c:v>1.0441851650032057</c:v>
                </c:pt>
                <c:pt idx="190">
                  <c:v>1.0486178962181922</c:v>
                </c:pt>
                <c:pt idx="191">
                  <c:v>1.0791996841616145</c:v>
                </c:pt>
                <c:pt idx="192">
                  <c:v>1.0188962782891839</c:v>
                </c:pt>
                <c:pt idx="193">
                  <c:v>0.97369959186439825</c:v>
                </c:pt>
                <c:pt idx="194">
                  <c:v>0.93207947980224504</c:v>
                </c:pt>
                <c:pt idx="195">
                  <c:v>0.98295214050949986</c:v>
                </c:pt>
                <c:pt idx="196">
                  <c:v>1.0099417350929263</c:v>
                </c:pt>
                <c:pt idx="197">
                  <c:v>0.93015799021690904</c:v>
                </c:pt>
                <c:pt idx="198">
                  <c:v>0.90963672234795001</c:v>
                </c:pt>
                <c:pt idx="199">
                  <c:v>1.0135123635822347</c:v>
                </c:pt>
                <c:pt idx="200">
                  <c:v>0.98964195788206966</c:v>
                </c:pt>
                <c:pt idx="201">
                  <c:v>1.0067018024349836</c:v>
                </c:pt>
                <c:pt idx="202">
                  <c:v>0.98880890172695812</c:v>
                </c:pt>
                <c:pt idx="203">
                  <c:v>0.96689865971459721</c:v>
                </c:pt>
                <c:pt idx="204">
                  <c:v>0.95420984505660111</c:v>
                </c:pt>
                <c:pt idx="205">
                  <c:v>0.87380420958385019</c:v>
                </c:pt>
                <c:pt idx="206">
                  <c:v>0.80706300687304755</c:v>
                </c:pt>
                <c:pt idx="207">
                  <c:v>0.5167270905719763</c:v>
                </c:pt>
                <c:pt idx="208">
                  <c:v>0.52396901484740943</c:v>
                </c:pt>
                <c:pt idx="209">
                  <c:v>0.61630065417788715</c:v>
                </c:pt>
                <c:pt idx="210">
                  <c:v>0.38377474588308136</c:v>
                </c:pt>
                <c:pt idx="211">
                  <c:v>1.7993477380492826</c:v>
                </c:pt>
                <c:pt idx="212">
                  <c:v>1.6696355285212729</c:v>
                </c:pt>
                <c:pt idx="213">
                  <c:v>1.0418321061624629</c:v>
                </c:pt>
                <c:pt idx="214">
                  <c:v>0.99187235411602692</c:v>
                </c:pt>
                <c:pt idx="215">
                  <c:v>1.0286791183083279</c:v>
                </c:pt>
                <c:pt idx="216">
                  <c:v>1.0428661031334083</c:v>
                </c:pt>
                <c:pt idx="217">
                  <c:v>1.076224142127848</c:v>
                </c:pt>
                <c:pt idx="218">
                  <c:v>1.0724545716684215</c:v>
                </c:pt>
                <c:pt idx="219">
                  <c:v>1.0397117371065852</c:v>
                </c:pt>
                <c:pt idx="220">
                  <c:v>0.97412517992952496</c:v>
                </c:pt>
                <c:pt idx="221">
                  <c:v>0.99512406804580777</c:v>
                </c:pt>
                <c:pt idx="222">
                  <c:v>0.97672375560372215</c:v>
                </c:pt>
                <c:pt idx="223">
                  <c:v>1.0432368745219638</c:v>
                </c:pt>
                <c:pt idx="224">
                  <c:v>0.97231840996269947</c:v>
                </c:pt>
                <c:pt idx="225">
                  <c:v>0.83259041744605089</c:v>
                </c:pt>
                <c:pt idx="226">
                  <c:v>0.9992433938756129</c:v>
                </c:pt>
                <c:pt idx="227">
                  <c:v>0.94972150938287447</c:v>
                </c:pt>
                <c:pt idx="228">
                  <c:v>0.76630278948718111</c:v>
                </c:pt>
                <c:pt idx="229">
                  <c:v>0.71521191990550703</c:v>
                </c:pt>
                <c:pt idx="230">
                  <c:v>0.79876000957877291</c:v>
                </c:pt>
                <c:pt idx="231">
                  <c:v>0.80975197392652543</c:v>
                </c:pt>
                <c:pt idx="232">
                  <c:v>0.73577659166637344</c:v>
                </c:pt>
                <c:pt idx="233">
                  <c:v>0.89034827701408714</c:v>
                </c:pt>
                <c:pt idx="234">
                  <c:v>0.99093861416176332</c:v>
                </c:pt>
                <c:pt idx="235">
                  <c:v>1.0713419810410718</c:v>
                </c:pt>
                <c:pt idx="236">
                  <c:v>0.99672349426731455</c:v>
                </c:pt>
                <c:pt idx="237">
                  <c:v>0.97116774822080199</c:v>
                </c:pt>
                <c:pt idx="238">
                  <c:v>0.96313911785212836</c:v>
                </c:pt>
                <c:pt idx="239">
                  <c:v>0.98921498438643107</c:v>
                </c:pt>
                <c:pt idx="240">
                  <c:v>0.96248930104596653</c:v>
                </c:pt>
                <c:pt idx="241">
                  <c:v>0.99838494399518118</c:v>
                </c:pt>
                <c:pt idx="242">
                  <c:v>0.93378399800046297</c:v>
                </c:pt>
                <c:pt idx="243">
                  <c:v>0.98295204216375087</c:v>
                </c:pt>
                <c:pt idx="244">
                  <c:v>1.0483907956346372</c:v>
                </c:pt>
                <c:pt idx="245">
                  <c:v>1.0268542187639524</c:v>
                </c:pt>
                <c:pt idx="246">
                  <c:v>1.0009437899277662</c:v>
                </c:pt>
                <c:pt idx="247">
                  <c:v>1.0072667021043793</c:v>
                </c:pt>
                <c:pt idx="248">
                  <c:v>0.9528686253181089</c:v>
                </c:pt>
                <c:pt idx="249">
                  <c:v>0.93860916064778033</c:v>
                </c:pt>
                <c:pt idx="250">
                  <c:v>0.90045594378706562</c:v>
                </c:pt>
                <c:pt idx="251">
                  <c:v>0.69402845243025135</c:v>
                </c:pt>
                <c:pt idx="252">
                  <c:v>0.45801832126067693</c:v>
                </c:pt>
                <c:pt idx="253">
                  <c:v>0.28529333993603284</c:v>
                </c:pt>
                <c:pt idx="254">
                  <c:v>0.212401449526017</c:v>
                </c:pt>
                <c:pt idx="255">
                  <c:v>0.20520931384344093</c:v>
                </c:pt>
                <c:pt idx="256">
                  <c:v>0.2066541084016047</c:v>
                </c:pt>
                <c:pt idx="257">
                  <c:v>0.21635068887315675</c:v>
                </c:pt>
                <c:pt idx="258">
                  <c:v>0.21900496326361288</c:v>
                </c:pt>
                <c:pt idx="259">
                  <c:v>0.19913384284961361</c:v>
                </c:pt>
                <c:pt idx="260">
                  <c:v>0.22215898290417974</c:v>
                </c:pt>
                <c:pt idx="261">
                  <c:v>0.20199543633289266</c:v>
                </c:pt>
                <c:pt idx="262">
                  <c:v>0.21048838867183475</c:v>
                </c:pt>
                <c:pt idx="263">
                  <c:v>0.24776886986440275</c:v>
                </c:pt>
                <c:pt idx="264">
                  <c:v>0.73502228552786952</c:v>
                </c:pt>
                <c:pt idx="265">
                  <c:v>0.45017848399493859</c:v>
                </c:pt>
                <c:pt idx="266">
                  <c:v>0.60266424806287611</c:v>
                </c:pt>
                <c:pt idx="267">
                  <c:v>2.021473185720124</c:v>
                </c:pt>
                <c:pt idx="268">
                  <c:v>1.2669214510468632</c:v>
                </c:pt>
                <c:pt idx="269">
                  <c:v>1.046697685862956</c:v>
                </c:pt>
                <c:pt idx="270">
                  <c:v>1.1088883342447413</c:v>
                </c:pt>
                <c:pt idx="271">
                  <c:v>1.0148400503790245</c:v>
                </c:pt>
                <c:pt idx="272">
                  <c:v>0.94512147060702723</c:v>
                </c:pt>
                <c:pt idx="273">
                  <c:v>0.58530884301776243</c:v>
                </c:pt>
                <c:pt idx="274">
                  <c:v>0.24042683276581653</c:v>
                </c:pt>
                <c:pt idx="275">
                  <c:v>0.27200790090825838</c:v>
                </c:pt>
                <c:pt idx="276">
                  <c:v>0.22709424222039754</c:v>
                </c:pt>
                <c:pt idx="277">
                  <c:v>0.22953290637665366</c:v>
                </c:pt>
                <c:pt idx="278">
                  <c:v>0.18180704226405586</c:v>
                </c:pt>
                <c:pt idx="279">
                  <c:v>0.18996864433688235</c:v>
                </c:pt>
                <c:pt idx="280">
                  <c:v>0.19371987234395704</c:v>
                </c:pt>
                <c:pt idx="281">
                  <c:v>0.19693919194282158</c:v>
                </c:pt>
                <c:pt idx="282">
                  <c:v>0.19574500642663079</c:v>
                </c:pt>
                <c:pt idx="283">
                  <c:v>0.20222069565806822</c:v>
                </c:pt>
                <c:pt idx="284">
                  <c:v>0.20280740601430805</c:v>
                </c:pt>
                <c:pt idx="285">
                  <c:v>0.1934685109416818</c:v>
                </c:pt>
                <c:pt idx="286">
                  <c:v>0.19086018927212314</c:v>
                </c:pt>
                <c:pt idx="287">
                  <c:v>0.21996182611389495</c:v>
                </c:pt>
                <c:pt idx="288">
                  <c:v>0.20957501842952722</c:v>
                </c:pt>
                <c:pt idx="289">
                  <c:v>0.21224814637002601</c:v>
                </c:pt>
                <c:pt idx="290">
                  <c:v>0.20567531048849141</c:v>
                </c:pt>
                <c:pt idx="291">
                  <c:v>0.21052266019754906</c:v>
                </c:pt>
                <c:pt idx="292">
                  <c:v>0.21080809472109222</c:v>
                </c:pt>
                <c:pt idx="293">
                  <c:v>0.21277553075975444</c:v>
                </c:pt>
                <c:pt idx="294">
                  <c:v>0.20960977785033019</c:v>
                </c:pt>
                <c:pt idx="295">
                  <c:v>0.21769307038324695</c:v>
                </c:pt>
                <c:pt idx="296">
                  <c:v>0.22110228726804043</c:v>
                </c:pt>
                <c:pt idx="297">
                  <c:v>0.19361221614149954</c:v>
                </c:pt>
                <c:pt idx="298">
                  <c:v>0.20655184120703507</c:v>
                </c:pt>
                <c:pt idx="299">
                  <c:v>0.20814204833420194</c:v>
                </c:pt>
                <c:pt idx="300">
                  <c:v>0.2026837645828414</c:v>
                </c:pt>
                <c:pt idx="301">
                  <c:v>0.21863499186403765</c:v>
                </c:pt>
                <c:pt idx="302">
                  <c:v>0.20138394927877876</c:v>
                </c:pt>
                <c:pt idx="303">
                  <c:v>0.20582010980266158</c:v>
                </c:pt>
                <c:pt idx="304">
                  <c:v>0.22048768645346911</c:v>
                </c:pt>
                <c:pt idx="305">
                  <c:v>0.37799071657659694</c:v>
                </c:pt>
                <c:pt idx="306">
                  <c:v>0.22446458406988301</c:v>
                </c:pt>
                <c:pt idx="307">
                  <c:v>0.23982320506535088</c:v>
                </c:pt>
                <c:pt idx="308">
                  <c:v>0.26846558865024267</c:v>
                </c:pt>
                <c:pt idx="309">
                  <c:v>0.25870857834103345</c:v>
                </c:pt>
                <c:pt idx="310">
                  <c:v>0.24289274631930452</c:v>
                </c:pt>
                <c:pt idx="311">
                  <c:v>0.24143692755972232</c:v>
                </c:pt>
                <c:pt idx="312">
                  <c:v>0.24729611249825389</c:v>
                </c:pt>
                <c:pt idx="313">
                  <c:v>0.23047405546403157</c:v>
                </c:pt>
                <c:pt idx="314">
                  <c:v>0.84304500115210512</c:v>
                </c:pt>
                <c:pt idx="315">
                  <c:v>1.350835092321808</c:v>
                </c:pt>
                <c:pt idx="316">
                  <c:v>1.2867492843435591</c:v>
                </c:pt>
                <c:pt idx="317">
                  <c:v>1.2124033749439684</c:v>
                </c:pt>
                <c:pt idx="318">
                  <c:v>1.1488306888993738</c:v>
                </c:pt>
                <c:pt idx="319">
                  <c:v>1.1035996435336664</c:v>
                </c:pt>
                <c:pt idx="320">
                  <c:v>1.1238467729846249</c:v>
                </c:pt>
                <c:pt idx="321">
                  <c:v>1.0669004439536043</c:v>
                </c:pt>
                <c:pt idx="322">
                  <c:v>1.1065979673604225</c:v>
                </c:pt>
                <c:pt idx="323">
                  <c:v>0.55009434603502894</c:v>
                </c:pt>
                <c:pt idx="324">
                  <c:v>0.28445125187095283</c:v>
                </c:pt>
                <c:pt idx="325">
                  <c:v>0.25900061746121661</c:v>
                </c:pt>
                <c:pt idx="326">
                  <c:v>0.21296240449231574</c:v>
                </c:pt>
                <c:pt idx="327">
                  <c:v>0.24595297995061138</c:v>
                </c:pt>
                <c:pt idx="328">
                  <c:v>0.19319204804916829</c:v>
                </c:pt>
                <c:pt idx="329">
                  <c:v>0.18211674001510891</c:v>
                </c:pt>
                <c:pt idx="330">
                  <c:v>0.22581396076258087</c:v>
                </c:pt>
                <c:pt idx="331">
                  <c:v>0.24094302759886443</c:v>
                </c:pt>
                <c:pt idx="332">
                  <c:v>0.25697944142337165</c:v>
                </c:pt>
                <c:pt idx="333">
                  <c:v>0.27769908867741666</c:v>
                </c:pt>
                <c:pt idx="334">
                  <c:v>0.24211375799630247</c:v>
                </c:pt>
                <c:pt idx="335">
                  <c:v>0.2514414705572478</c:v>
                </c:pt>
                <c:pt idx="336">
                  <c:v>0.69889053060805739</c:v>
                </c:pt>
                <c:pt idx="337">
                  <c:v>1.1255910815170871</c:v>
                </c:pt>
                <c:pt idx="338">
                  <c:v>1.3868998320200687</c:v>
                </c:pt>
                <c:pt idx="339">
                  <c:v>1.5513683217451648</c:v>
                </c:pt>
                <c:pt idx="340">
                  <c:v>1.5367256210493332</c:v>
                </c:pt>
                <c:pt idx="341">
                  <c:v>1.5078213223341175</c:v>
                </c:pt>
                <c:pt idx="342">
                  <c:v>1.4607578193087412</c:v>
                </c:pt>
                <c:pt idx="343">
                  <c:v>1.403204949863446</c:v>
                </c:pt>
                <c:pt idx="344">
                  <c:v>1.251945755491773</c:v>
                </c:pt>
                <c:pt idx="345">
                  <c:v>1.1632490426948208</c:v>
                </c:pt>
                <c:pt idx="346">
                  <c:v>1.2715655514878177</c:v>
                </c:pt>
                <c:pt idx="347">
                  <c:v>1.2778416258642766</c:v>
                </c:pt>
                <c:pt idx="348">
                  <c:v>0.51163281546220374</c:v>
                </c:pt>
                <c:pt idx="349">
                  <c:v>0.18079619071913239</c:v>
                </c:pt>
                <c:pt idx="350">
                  <c:v>0.20697541802244793</c:v>
                </c:pt>
                <c:pt idx="351">
                  <c:v>0.21535560740132942</c:v>
                </c:pt>
                <c:pt idx="352">
                  <c:v>0.207430775201389</c:v>
                </c:pt>
                <c:pt idx="353">
                  <c:v>0.19700090481019228</c:v>
                </c:pt>
                <c:pt idx="354">
                  <c:v>0.15873377322913657</c:v>
                </c:pt>
                <c:pt idx="355">
                  <c:v>0.23571819583348488</c:v>
                </c:pt>
                <c:pt idx="356">
                  <c:v>0.22439088884032377</c:v>
                </c:pt>
                <c:pt idx="357">
                  <c:v>0.24287196344128642</c:v>
                </c:pt>
                <c:pt idx="358">
                  <c:v>0.26569790282495587</c:v>
                </c:pt>
                <c:pt idx="359">
                  <c:v>0.89078507118323635</c:v>
                </c:pt>
                <c:pt idx="360">
                  <c:v>1.406505420978533</c:v>
                </c:pt>
                <c:pt idx="361">
                  <c:v>1.4915177107362527</c:v>
                </c:pt>
                <c:pt idx="362">
                  <c:v>1.5254859449609606</c:v>
                </c:pt>
                <c:pt idx="363">
                  <c:v>1.524678752607894</c:v>
                </c:pt>
                <c:pt idx="364">
                  <c:v>1.3484135485774706</c:v>
                </c:pt>
                <c:pt idx="365">
                  <c:v>1.2794365435762833</c:v>
                </c:pt>
                <c:pt idx="366">
                  <c:v>1.2414353274323018</c:v>
                </c:pt>
                <c:pt idx="367">
                  <c:v>1.2074799205178175</c:v>
                </c:pt>
                <c:pt idx="368">
                  <c:v>1.1241827525069521</c:v>
                </c:pt>
                <c:pt idx="369">
                  <c:v>0.98321831175592589</c:v>
                </c:pt>
                <c:pt idx="370">
                  <c:v>0.9544270654554744</c:v>
                </c:pt>
                <c:pt idx="371">
                  <c:v>1.0557879217311157</c:v>
                </c:pt>
                <c:pt idx="372">
                  <c:v>0.73527638867772793</c:v>
                </c:pt>
                <c:pt idx="373">
                  <c:v>0.23813030970725216</c:v>
                </c:pt>
                <c:pt idx="374">
                  <c:v>0.22402089718543142</c:v>
                </c:pt>
                <c:pt idx="375">
                  <c:v>0.21336538876506203</c:v>
                </c:pt>
                <c:pt idx="376">
                  <c:v>0.22553671801261038</c:v>
                </c:pt>
                <c:pt idx="377">
                  <c:v>0.23369487385095336</c:v>
                </c:pt>
                <c:pt idx="378">
                  <c:v>0.2489937673808125</c:v>
                </c:pt>
                <c:pt idx="379">
                  <c:v>0.24113646750902984</c:v>
                </c:pt>
                <c:pt idx="380">
                  <c:v>0.22850801086858216</c:v>
                </c:pt>
                <c:pt idx="381">
                  <c:v>0.24147169009951419</c:v>
                </c:pt>
                <c:pt idx="382">
                  <c:v>0.67017037704174598</c:v>
                </c:pt>
                <c:pt idx="383">
                  <c:v>1.4113506727951404</c:v>
                </c:pt>
                <c:pt idx="384">
                  <c:v>1.4780356358504225</c:v>
                </c:pt>
                <c:pt idx="385">
                  <c:v>1.4948323857626009</c:v>
                </c:pt>
                <c:pt idx="386">
                  <c:v>1.5274137066173392</c:v>
                </c:pt>
                <c:pt idx="387">
                  <c:v>1.4587362146233731</c:v>
                </c:pt>
                <c:pt idx="388">
                  <c:v>1.3532331945349954</c:v>
                </c:pt>
                <c:pt idx="389">
                  <c:v>1.2847389955990067</c:v>
                </c:pt>
                <c:pt idx="390">
                  <c:v>1.2577123630959</c:v>
                </c:pt>
                <c:pt idx="391">
                  <c:v>1.2373386114419767</c:v>
                </c:pt>
                <c:pt idx="392">
                  <c:v>1.1689345787231145</c:v>
                </c:pt>
                <c:pt idx="393">
                  <c:v>1.1601746464331621</c:v>
                </c:pt>
                <c:pt idx="394">
                  <c:v>1.2639002693290378</c:v>
                </c:pt>
                <c:pt idx="395">
                  <c:v>0.95057683667724513</c:v>
                </c:pt>
                <c:pt idx="396">
                  <c:v>0.24758826188375521</c:v>
                </c:pt>
                <c:pt idx="397">
                  <c:v>0.21811962665969628</c:v>
                </c:pt>
                <c:pt idx="398">
                  <c:v>0.21961441075902147</c:v>
                </c:pt>
                <c:pt idx="399">
                  <c:v>0.24588584270027344</c:v>
                </c:pt>
                <c:pt idx="400">
                  <c:v>0.24494153406167571</c:v>
                </c:pt>
                <c:pt idx="401">
                  <c:v>0.29459971013686581</c:v>
                </c:pt>
                <c:pt idx="402">
                  <c:v>0.25382450288340241</c:v>
                </c:pt>
                <c:pt idx="403">
                  <c:v>0.26679083799702574</c:v>
                </c:pt>
                <c:pt idx="404">
                  <c:v>0.24912669078565891</c:v>
                </c:pt>
                <c:pt idx="405">
                  <c:v>1.0770416084135266</c:v>
                </c:pt>
                <c:pt idx="406">
                  <c:v>1.6427574625281454</c:v>
                </c:pt>
                <c:pt idx="407">
                  <c:v>1.6812238517678038</c:v>
                </c:pt>
                <c:pt idx="408">
                  <c:v>1.6395432992667363</c:v>
                </c:pt>
                <c:pt idx="409">
                  <c:v>1.6277913269808171</c:v>
                </c:pt>
                <c:pt idx="410">
                  <c:v>1.5653540358830853</c:v>
                </c:pt>
                <c:pt idx="411">
                  <c:v>1.5173937546563383</c:v>
                </c:pt>
                <c:pt idx="412">
                  <c:v>1.4166863354961468</c:v>
                </c:pt>
                <c:pt idx="413">
                  <c:v>1.3843034408309749</c:v>
                </c:pt>
                <c:pt idx="414">
                  <c:v>1.3684065902084139</c:v>
                </c:pt>
                <c:pt idx="415">
                  <c:v>1.3121569594167093</c:v>
                </c:pt>
                <c:pt idx="416">
                  <c:v>1.2090062758837095</c:v>
                </c:pt>
                <c:pt idx="417">
                  <c:v>1.1192311450045256</c:v>
                </c:pt>
                <c:pt idx="418">
                  <c:v>0.96399121030999391</c:v>
                </c:pt>
                <c:pt idx="419">
                  <c:v>0.9120147517437418</c:v>
                </c:pt>
                <c:pt idx="420">
                  <c:v>0.71084726128392695</c:v>
                </c:pt>
                <c:pt idx="421">
                  <c:v>0.74278223685028422</c:v>
                </c:pt>
                <c:pt idx="422">
                  <c:v>0.68962314214022691</c:v>
                </c:pt>
                <c:pt idx="423">
                  <c:v>0.47255645551532477</c:v>
                </c:pt>
                <c:pt idx="424">
                  <c:v>0.12474018559028541</c:v>
                </c:pt>
                <c:pt idx="425">
                  <c:v>0.47397308579937569</c:v>
                </c:pt>
                <c:pt idx="426">
                  <c:v>1.0417939961245033</c:v>
                </c:pt>
                <c:pt idx="427">
                  <c:v>1.0009207268458091</c:v>
                </c:pt>
                <c:pt idx="428">
                  <c:v>0.79453480544269939</c:v>
                </c:pt>
                <c:pt idx="429">
                  <c:v>0.68016040813322942</c:v>
                </c:pt>
                <c:pt idx="430">
                  <c:v>0.66052545423738918</c:v>
                </c:pt>
                <c:pt idx="431">
                  <c:v>0.71689419763920614</c:v>
                </c:pt>
                <c:pt idx="432">
                  <c:v>0.7096357117229225</c:v>
                </c:pt>
                <c:pt idx="433">
                  <c:v>0.70126752853668062</c:v>
                </c:pt>
                <c:pt idx="434">
                  <c:v>0.69414871030021086</c:v>
                </c:pt>
                <c:pt idx="435">
                  <c:v>0.63739820361293797</c:v>
                </c:pt>
                <c:pt idx="436">
                  <c:v>0.67492489847520476</c:v>
                </c:pt>
                <c:pt idx="437">
                  <c:v>0.65605438265074778</c:v>
                </c:pt>
                <c:pt idx="438">
                  <c:v>0.67652113217544696</c:v>
                </c:pt>
                <c:pt idx="439">
                  <c:v>0.66421638171195474</c:v>
                </c:pt>
                <c:pt idx="440">
                  <c:v>0.64595016616906331</c:v>
                </c:pt>
                <c:pt idx="441">
                  <c:v>0.65192221293387598</c:v>
                </c:pt>
                <c:pt idx="442">
                  <c:v>0.67129088791458214</c:v>
                </c:pt>
                <c:pt idx="443">
                  <c:v>0.73223617068634195</c:v>
                </c:pt>
                <c:pt idx="444">
                  <c:v>0.65626588077135339</c:v>
                </c:pt>
                <c:pt idx="445">
                  <c:v>0.66530959409406332</c:v>
                </c:pt>
                <c:pt idx="446">
                  <c:v>0.72522396574589265</c:v>
                </c:pt>
                <c:pt idx="447">
                  <c:v>0.7314427096409668</c:v>
                </c:pt>
                <c:pt idx="448">
                  <c:v>0.71275559392081533</c:v>
                </c:pt>
                <c:pt idx="449">
                  <c:v>0.71895094343145072</c:v>
                </c:pt>
                <c:pt idx="450">
                  <c:v>0.64746748375229346</c:v>
                </c:pt>
                <c:pt idx="451">
                  <c:v>0.63651583904018283</c:v>
                </c:pt>
                <c:pt idx="452">
                  <c:v>0.67369553999180121</c:v>
                </c:pt>
                <c:pt idx="453">
                  <c:v>0.63637425557447191</c:v>
                </c:pt>
                <c:pt idx="454">
                  <c:v>0.64775873883434765</c:v>
                </c:pt>
                <c:pt idx="455">
                  <c:v>0.66329932041226825</c:v>
                </c:pt>
                <c:pt idx="456">
                  <c:v>0.65082437422591577</c:v>
                </c:pt>
                <c:pt idx="457">
                  <c:v>0.64885636871926844</c:v>
                </c:pt>
                <c:pt idx="458">
                  <c:v>0.61428972311621821</c:v>
                </c:pt>
                <c:pt idx="459">
                  <c:v>0.6488496392442511</c:v>
                </c:pt>
                <c:pt idx="460">
                  <c:v>0.61717338369467978</c:v>
                </c:pt>
                <c:pt idx="461">
                  <c:v>0.62409742363169196</c:v>
                </c:pt>
                <c:pt idx="462">
                  <c:v>0.60904157420175342</c:v>
                </c:pt>
                <c:pt idx="463">
                  <c:v>0.61010225440898413</c:v>
                </c:pt>
                <c:pt idx="464">
                  <c:v>0.65466970345196018</c:v>
                </c:pt>
                <c:pt idx="465">
                  <c:v>0.59971488719646426</c:v>
                </c:pt>
                <c:pt idx="466">
                  <c:v>0.70367302223591122</c:v>
                </c:pt>
                <c:pt idx="467">
                  <c:v>0.68891432930797514</c:v>
                </c:pt>
                <c:pt idx="468">
                  <c:v>0.66715264682287589</c:v>
                </c:pt>
                <c:pt idx="469">
                  <c:v>0.77500205325949223</c:v>
                </c:pt>
                <c:pt idx="470">
                  <c:v>0.61867147069518313</c:v>
                </c:pt>
                <c:pt idx="471">
                  <c:v>0.64752316616095695</c:v>
                </c:pt>
                <c:pt idx="472">
                  <c:v>0.6766091541427236</c:v>
                </c:pt>
                <c:pt idx="473">
                  <c:v>0.66414228712311341</c:v>
                </c:pt>
                <c:pt idx="474">
                  <c:v>0.66334959759620726</c:v>
                </c:pt>
                <c:pt idx="475">
                  <c:v>0.61338786836026582</c:v>
                </c:pt>
                <c:pt idx="476">
                  <c:v>0.62788037798414897</c:v>
                </c:pt>
                <c:pt idx="477">
                  <c:v>0.629693493018045</c:v>
                </c:pt>
                <c:pt idx="478">
                  <c:v>0.63007280284156275</c:v>
                </c:pt>
                <c:pt idx="479">
                  <c:v>0.62660368232231756</c:v>
                </c:pt>
                <c:pt idx="480">
                  <c:v>0.64185846881620989</c:v>
                </c:pt>
                <c:pt idx="481">
                  <c:v>0.64163380964302874</c:v>
                </c:pt>
                <c:pt idx="482">
                  <c:v>0.62717400286073743</c:v>
                </c:pt>
                <c:pt idx="483">
                  <c:v>0.67637051590999608</c:v>
                </c:pt>
                <c:pt idx="484">
                  <c:v>0.65452163839098954</c:v>
                </c:pt>
                <c:pt idx="485">
                  <c:v>0.64266907510268911</c:v>
                </c:pt>
                <c:pt idx="486">
                  <c:v>0.61985125772015337</c:v>
                </c:pt>
                <c:pt idx="487">
                  <c:v>0.6528507146520941</c:v>
                </c:pt>
                <c:pt idx="488">
                  <c:v>0.63971472319545652</c:v>
                </c:pt>
                <c:pt idx="489">
                  <c:v>0.84941728981496634</c:v>
                </c:pt>
                <c:pt idx="490">
                  <c:v>0.87871689472466508</c:v>
                </c:pt>
                <c:pt idx="491">
                  <c:v>0.82620369043438358</c:v>
                </c:pt>
                <c:pt idx="492">
                  <c:v>0.48264317325140521</c:v>
                </c:pt>
                <c:pt idx="493">
                  <c:v>0.25698296130553028</c:v>
                </c:pt>
                <c:pt idx="494">
                  <c:v>8.738108961130979E-2</c:v>
                </c:pt>
                <c:pt idx="495">
                  <c:v>0.1361193991958505</c:v>
                </c:pt>
                <c:pt idx="496">
                  <c:v>8.8554927346393489E-2</c:v>
                </c:pt>
                <c:pt idx="497">
                  <c:v>7.822555391897916E-2</c:v>
                </c:pt>
                <c:pt idx="498">
                  <c:v>8.6152512878169135E-2</c:v>
                </c:pt>
                <c:pt idx="499">
                  <c:v>9.2028390197894203E-2</c:v>
                </c:pt>
                <c:pt idx="500">
                  <c:v>0.59267248197560995</c:v>
                </c:pt>
                <c:pt idx="501">
                  <c:v>0.45031918705178653</c:v>
                </c:pt>
                <c:pt idx="502">
                  <c:v>0.27437996836188111</c:v>
                </c:pt>
                <c:pt idx="503">
                  <c:v>0.26333492844917256</c:v>
                </c:pt>
                <c:pt idx="504">
                  <c:v>0.24477403543240372</c:v>
                </c:pt>
                <c:pt idx="505">
                  <c:v>0.24297808314323843</c:v>
                </c:pt>
                <c:pt idx="506">
                  <c:v>0.20925379561539822</c:v>
                </c:pt>
                <c:pt idx="507">
                  <c:v>0.21028651745956586</c:v>
                </c:pt>
                <c:pt idx="508">
                  <c:v>1.0070222243814606</c:v>
                </c:pt>
                <c:pt idx="509">
                  <c:v>1.4070242104569111</c:v>
                </c:pt>
                <c:pt idx="510">
                  <c:v>0.87817280250665442</c:v>
                </c:pt>
                <c:pt idx="511">
                  <c:v>0.73225815561141205</c:v>
                </c:pt>
                <c:pt idx="512">
                  <c:v>0.6729640104438972</c:v>
                </c:pt>
                <c:pt idx="513">
                  <c:v>0.4159658456990773</c:v>
                </c:pt>
                <c:pt idx="514">
                  <c:v>0.18295176831825882</c:v>
                </c:pt>
                <c:pt idx="515">
                  <c:v>8.9088024424018405E-2</c:v>
                </c:pt>
                <c:pt idx="516">
                  <c:v>4.4893685787871021E-2</c:v>
                </c:pt>
                <c:pt idx="517">
                  <c:v>6.8471823362665538E-2</c:v>
                </c:pt>
                <c:pt idx="518">
                  <c:v>7.789689933629744E-2</c:v>
                </c:pt>
                <c:pt idx="519">
                  <c:v>7.6595091882507377E-2</c:v>
                </c:pt>
                <c:pt idx="520">
                  <c:v>7.7550211310736777E-2</c:v>
                </c:pt>
                <c:pt idx="521">
                  <c:v>8.3103013500543013E-2</c:v>
                </c:pt>
                <c:pt idx="522">
                  <c:v>8.0854898473566195E-2</c:v>
                </c:pt>
                <c:pt idx="523">
                  <c:v>8.0636981487091933E-2</c:v>
                </c:pt>
                <c:pt idx="524">
                  <c:v>6.1515263937018907E-2</c:v>
                </c:pt>
                <c:pt idx="525">
                  <c:v>7.9830949451698441E-2</c:v>
                </c:pt>
                <c:pt idx="526">
                  <c:v>7.0421638331388134E-2</c:v>
                </c:pt>
                <c:pt idx="527">
                  <c:v>7.6547404751675999E-2</c:v>
                </c:pt>
                <c:pt idx="528">
                  <c:v>7.2197999918982111E-2</c:v>
                </c:pt>
                <c:pt idx="529">
                  <c:v>7.6767918633224436E-2</c:v>
                </c:pt>
                <c:pt idx="530">
                  <c:v>7.2947833671046972E-2</c:v>
                </c:pt>
                <c:pt idx="531">
                  <c:v>8.1950040953973027E-2</c:v>
                </c:pt>
                <c:pt idx="532">
                  <c:v>7.5136379826353045E-2</c:v>
                </c:pt>
                <c:pt idx="533">
                  <c:v>7.897017688025007E-2</c:v>
                </c:pt>
                <c:pt idx="534">
                  <c:v>0.24778271354514539</c:v>
                </c:pt>
                <c:pt idx="535">
                  <c:v>0.44919249260095689</c:v>
                </c:pt>
                <c:pt idx="536">
                  <c:v>0.22464887564742789</c:v>
                </c:pt>
                <c:pt idx="537">
                  <c:v>8.7049483597719843E-2</c:v>
                </c:pt>
                <c:pt idx="538">
                  <c:v>7.0672418288764569E-2</c:v>
                </c:pt>
                <c:pt idx="539">
                  <c:v>8.7516129685287922E-2</c:v>
                </c:pt>
                <c:pt idx="540">
                  <c:v>5.339043019838894E-2</c:v>
                </c:pt>
                <c:pt idx="541">
                  <c:v>7.9109607131320356E-2</c:v>
                </c:pt>
                <c:pt idx="542">
                  <c:v>8.1832764759586021E-2</c:v>
                </c:pt>
                <c:pt idx="543">
                  <c:v>7.4448142964053207E-2</c:v>
                </c:pt>
                <c:pt idx="544">
                  <c:v>8.0397454247142161E-2</c:v>
                </c:pt>
                <c:pt idx="545">
                  <c:v>7.7215321317505345E-2</c:v>
                </c:pt>
                <c:pt idx="546">
                  <c:v>8.2708598780823456E-2</c:v>
                </c:pt>
                <c:pt idx="547">
                  <c:v>7.3254422666578126E-2</c:v>
                </c:pt>
                <c:pt idx="548">
                  <c:v>7.5905488835893167E-2</c:v>
                </c:pt>
                <c:pt idx="549">
                  <c:v>8.805320254867903E-2</c:v>
                </c:pt>
                <c:pt idx="550">
                  <c:v>7.9730022714152485E-2</c:v>
                </c:pt>
                <c:pt idx="551">
                  <c:v>6.3985942662470693E-2</c:v>
                </c:pt>
                <c:pt idx="552">
                  <c:v>6.8403095789291907E-2</c:v>
                </c:pt>
                <c:pt idx="553">
                  <c:v>6.9738300842635437E-2</c:v>
                </c:pt>
                <c:pt idx="554">
                  <c:v>8.8597472841311489E-2</c:v>
                </c:pt>
                <c:pt idx="555">
                  <c:v>9.8521860298252398E-2</c:v>
                </c:pt>
                <c:pt idx="556">
                  <c:v>8.0129128032090477E-2</c:v>
                </c:pt>
                <c:pt idx="557">
                  <c:v>8.3630850187430703E-2</c:v>
                </c:pt>
                <c:pt idx="558">
                  <c:v>9.3456458756379854E-2</c:v>
                </c:pt>
                <c:pt idx="559">
                  <c:v>9.5759519067166191E-2</c:v>
                </c:pt>
                <c:pt idx="560">
                  <c:v>7.2373318170421336E-2</c:v>
                </c:pt>
                <c:pt idx="561">
                  <c:v>4.6209436551299145E-2</c:v>
                </c:pt>
                <c:pt idx="562">
                  <c:v>0.11347811097852215</c:v>
                </c:pt>
                <c:pt idx="563">
                  <c:v>7.5307860017779546E-2</c:v>
                </c:pt>
                <c:pt idx="564">
                  <c:v>7.4976841335589864E-2</c:v>
                </c:pt>
                <c:pt idx="565">
                  <c:v>9.6955841484819213E-2</c:v>
                </c:pt>
                <c:pt idx="566">
                  <c:v>8.7258245439364709E-2</c:v>
                </c:pt>
                <c:pt idx="567">
                  <c:v>6.9525477717025261E-2</c:v>
                </c:pt>
                <c:pt idx="568">
                  <c:v>8.6356242198072933E-2</c:v>
                </c:pt>
                <c:pt idx="569">
                  <c:v>8.7256023501588315E-2</c:v>
                </c:pt>
                <c:pt idx="570">
                  <c:v>8.4418345776285639E-2</c:v>
                </c:pt>
                <c:pt idx="571">
                  <c:v>8.3272204318532592E-2</c:v>
                </c:pt>
                <c:pt idx="572">
                  <c:v>8.4659839391687322E-2</c:v>
                </c:pt>
                <c:pt idx="573">
                  <c:v>8.4692884018642167E-2</c:v>
                </c:pt>
                <c:pt idx="574">
                  <c:v>9.0948356372347494E-2</c:v>
                </c:pt>
                <c:pt idx="575">
                  <c:v>8.1203220032898774E-2</c:v>
                </c:pt>
                <c:pt idx="576">
                  <c:v>8.2305782382492101E-2</c:v>
                </c:pt>
                <c:pt idx="577">
                  <c:v>8.1871714791578704E-2</c:v>
                </c:pt>
                <c:pt idx="578">
                  <c:v>7.9393057106488168E-2</c:v>
                </c:pt>
                <c:pt idx="579">
                  <c:v>7.7635892876036047E-2</c:v>
                </c:pt>
                <c:pt idx="580">
                  <c:v>7.9601158061651342E-2</c:v>
                </c:pt>
                <c:pt idx="581">
                  <c:v>7.4453266473184052E-2</c:v>
                </c:pt>
                <c:pt idx="582">
                  <c:v>8.1454305780808214E-2</c:v>
                </c:pt>
                <c:pt idx="583">
                  <c:v>8.8379496251942857E-2</c:v>
                </c:pt>
                <c:pt idx="584">
                  <c:v>9.7180033384816233E-2</c:v>
                </c:pt>
                <c:pt idx="585">
                  <c:v>9.4404603555649974E-2</c:v>
                </c:pt>
                <c:pt idx="586">
                  <c:v>9.4515304187297519E-2</c:v>
                </c:pt>
                <c:pt idx="587">
                  <c:v>6.4910143406000251E-2</c:v>
                </c:pt>
                <c:pt idx="588">
                  <c:v>6.3668346599574765E-2</c:v>
                </c:pt>
                <c:pt idx="589">
                  <c:v>-2.0246867908599903E-3</c:v>
                </c:pt>
                <c:pt idx="590">
                  <c:v>0.11994778404234183</c:v>
                </c:pt>
                <c:pt idx="591">
                  <c:v>0.34386377294932047</c:v>
                </c:pt>
                <c:pt idx="592">
                  <c:v>0.34713379742756928</c:v>
                </c:pt>
                <c:pt idx="593">
                  <c:v>0.36290962765172796</c:v>
                </c:pt>
                <c:pt idx="594">
                  <c:v>0.29777168432373879</c:v>
                </c:pt>
                <c:pt idx="595">
                  <c:v>0.27086559229189805</c:v>
                </c:pt>
                <c:pt idx="596">
                  <c:v>0.21465903062823077</c:v>
                </c:pt>
                <c:pt idx="597">
                  <c:v>0.27224049865040884</c:v>
                </c:pt>
                <c:pt idx="598">
                  <c:v>0.25379715868994368</c:v>
                </c:pt>
                <c:pt idx="599">
                  <c:v>0.2598025626996886</c:v>
                </c:pt>
                <c:pt idx="600">
                  <c:v>0.22315875876406568</c:v>
                </c:pt>
                <c:pt idx="601">
                  <c:v>0.21982430862599137</c:v>
                </c:pt>
                <c:pt idx="602">
                  <c:v>0.18699258840686542</c:v>
                </c:pt>
                <c:pt idx="603">
                  <c:v>0.15801287900361052</c:v>
                </c:pt>
                <c:pt idx="604">
                  <c:v>0.13429117612118735</c:v>
                </c:pt>
                <c:pt idx="605">
                  <c:v>0.11779707412450308</c:v>
                </c:pt>
                <c:pt idx="606">
                  <c:v>9.4208934491334731E-2</c:v>
                </c:pt>
                <c:pt idx="607">
                  <c:v>8.7170019724234535E-2</c:v>
                </c:pt>
                <c:pt idx="608">
                  <c:v>7.8869086387078804E-2</c:v>
                </c:pt>
                <c:pt idx="609">
                  <c:v>8.7427232130100577E-2</c:v>
                </c:pt>
                <c:pt idx="610">
                  <c:v>0.12391952137366305</c:v>
                </c:pt>
                <c:pt idx="611">
                  <c:v>8.6752497108308235E-2</c:v>
                </c:pt>
                <c:pt idx="612">
                  <c:v>0.12155647141486654</c:v>
                </c:pt>
                <c:pt idx="613">
                  <c:v>0.15050597675087468</c:v>
                </c:pt>
                <c:pt idx="614">
                  <c:v>0.26398789381210069</c:v>
                </c:pt>
                <c:pt idx="615">
                  <c:v>0.29613615638696528</c:v>
                </c:pt>
                <c:pt idx="616">
                  <c:v>0.27561398742480342</c:v>
                </c:pt>
                <c:pt idx="617">
                  <c:v>0.27084007435756197</c:v>
                </c:pt>
                <c:pt idx="618">
                  <c:v>0.31580827646565895</c:v>
                </c:pt>
                <c:pt idx="619">
                  <c:v>0.1553372267352767</c:v>
                </c:pt>
                <c:pt idx="620">
                  <c:v>0.31037956115200921</c:v>
                </c:pt>
                <c:pt idx="621">
                  <c:v>0.26934399271020187</c:v>
                </c:pt>
                <c:pt idx="622">
                  <c:v>0.26309237831475557</c:v>
                </c:pt>
                <c:pt idx="623">
                  <c:v>0.26807381425265647</c:v>
                </c:pt>
                <c:pt idx="624">
                  <c:v>0.27664065481463679</c:v>
                </c:pt>
                <c:pt idx="625">
                  <c:v>0.24524253952591035</c:v>
                </c:pt>
                <c:pt idx="626">
                  <c:v>0.2370504604338077</c:v>
                </c:pt>
                <c:pt idx="627">
                  <c:v>0.26149387592706008</c:v>
                </c:pt>
                <c:pt idx="628">
                  <c:v>0.22879835545132599</c:v>
                </c:pt>
                <c:pt idx="629">
                  <c:v>0.27636652943133172</c:v>
                </c:pt>
                <c:pt idx="630">
                  <c:v>0.30610046805875984</c:v>
                </c:pt>
                <c:pt idx="631">
                  <c:v>0.91253402272200934</c:v>
                </c:pt>
                <c:pt idx="632">
                  <c:v>1.4921707288552128</c:v>
                </c:pt>
                <c:pt idx="633">
                  <c:v>1.3703142523451251</c:v>
                </c:pt>
                <c:pt idx="634">
                  <c:v>1.4258917929124186</c:v>
                </c:pt>
                <c:pt idx="635">
                  <c:v>1.3817143879442524</c:v>
                </c:pt>
                <c:pt idx="636">
                  <c:v>1.2921372922461478</c:v>
                </c:pt>
                <c:pt idx="637">
                  <c:v>1.300632480395761</c:v>
                </c:pt>
                <c:pt idx="638">
                  <c:v>0.97485208200645757</c:v>
                </c:pt>
                <c:pt idx="639">
                  <c:v>0.86455580387390485</c:v>
                </c:pt>
                <c:pt idx="640">
                  <c:v>0.89267931431769654</c:v>
                </c:pt>
                <c:pt idx="641">
                  <c:v>0.94371877616485789</c:v>
                </c:pt>
                <c:pt idx="642">
                  <c:v>0.94320584872605784</c:v>
                </c:pt>
                <c:pt idx="643">
                  <c:v>0.76008110152946051</c:v>
                </c:pt>
                <c:pt idx="644">
                  <c:v>0.76258707542941973</c:v>
                </c:pt>
                <c:pt idx="645">
                  <c:v>0.72163003613855181</c:v>
                </c:pt>
                <c:pt idx="646">
                  <c:v>0.65918266183110641</c:v>
                </c:pt>
                <c:pt idx="647">
                  <c:v>0.62813543318587939</c:v>
                </c:pt>
                <c:pt idx="648">
                  <c:v>0.6234507542148664</c:v>
                </c:pt>
                <c:pt idx="649">
                  <c:v>0.61716620965122626</c:v>
                </c:pt>
                <c:pt idx="650">
                  <c:v>0.59882432672122388</c:v>
                </c:pt>
                <c:pt idx="651">
                  <c:v>0.63292457114483858</c:v>
                </c:pt>
                <c:pt idx="652">
                  <c:v>0.63821163087883126</c:v>
                </c:pt>
                <c:pt idx="653">
                  <c:v>0.66848666869718676</c:v>
                </c:pt>
                <c:pt idx="654">
                  <c:v>0.6563020696268832</c:v>
                </c:pt>
                <c:pt idx="655">
                  <c:v>0.68120886948603354</c:v>
                </c:pt>
                <c:pt idx="656">
                  <c:v>0.66011005921080745</c:v>
                </c:pt>
                <c:pt idx="657">
                  <c:v>0.47488529680141317</c:v>
                </c:pt>
                <c:pt idx="658">
                  <c:v>0.47847788870751584</c:v>
                </c:pt>
                <c:pt idx="659">
                  <c:v>0.67468843639563225</c:v>
                </c:pt>
                <c:pt idx="660">
                  <c:v>0.64064057347422265</c:v>
                </c:pt>
                <c:pt idx="661">
                  <c:v>0.73318015163574535</c:v>
                </c:pt>
                <c:pt idx="662">
                  <c:v>0.9196551282091</c:v>
                </c:pt>
                <c:pt idx="663">
                  <c:v>0.81096438431677531</c:v>
                </c:pt>
                <c:pt idx="664">
                  <c:v>0.75011632297375885</c:v>
                </c:pt>
                <c:pt idx="665">
                  <c:v>0.65429390772923823</c:v>
                </c:pt>
                <c:pt idx="666">
                  <c:v>0.63921326218916774</c:v>
                </c:pt>
                <c:pt idx="667">
                  <c:v>0.67440977528497981</c:v>
                </c:pt>
                <c:pt idx="668">
                  <c:v>0.72707756328297579</c:v>
                </c:pt>
                <c:pt idx="669">
                  <c:v>0.66611242359114253</c:v>
                </c:pt>
                <c:pt idx="670">
                  <c:v>0.6327952302766382</c:v>
                </c:pt>
                <c:pt idx="671">
                  <c:v>0.62580314650126789</c:v>
                </c:pt>
                <c:pt idx="672">
                  <c:v>0.64154758340066631</c:v>
                </c:pt>
                <c:pt idx="673">
                  <c:v>0.65247307831304491</c:v>
                </c:pt>
                <c:pt idx="674">
                  <c:v>0.64297265320751751</c:v>
                </c:pt>
                <c:pt idx="675">
                  <c:v>0.60297431047935879</c:v>
                </c:pt>
                <c:pt idx="676">
                  <c:v>0.66540800544040135</c:v>
                </c:pt>
                <c:pt idx="677">
                  <c:v>0.63445100895504059</c:v>
                </c:pt>
                <c:pt idx="678">
                  <c:v>0.67105334504083236</c:v>
                </c:pt>
                <c:pt idx="679">
                  <c:v>0.65911839683298934</c:v>
                </c:pt>
                <c:pt idx="680">
                  <c:v>0.62626793723962348</c:v>
                </c:pt>
                <c:pt idx="681">
                  <c:v>0.49238796962498693</c:v>
                </c:pt>
                <c:pt idx="682">
                  <c:v>0.40751031886334366</c:v>
                </c:pt>
                <c:pt idx="683">
                  <c:v>0.49873325502247084</c:v>
                </c:pt>
                <c:pt idx="684">
                  <c:v>0.42209874950644377</c:v>
                </c:pt>
                <c:pt idx="685">
                  <c:v>0.30663771892909941</c:v>
                </c:pt>
                <c:pt idx="686">
                  <c:v>0.23146613952619755</c:v>
                </c:pt>
                <c:pt idx="687">
                  <c:v>0.160068942803715</c:v>
                </c:pt>
                <c:pt idx="688">
                  <c:v>7.1501709835284116E-2</c:v>
                </c:pt>
                <c:pt idx="689">
                  <c:v>7.8234944739842119E-2</c:v>
                </c:pt>
                <c:pt idx="690">
                  <c:v>8.7163555265287074E-2</c:v>
                </c:pt>
                <c:pt idx="691">
                  <c:v>0.56499485219720791</c:v>
                </c:pt>
                <c:pt idx="692">
                  <c:v>0.36754845459592922</c:v>
                </c:pt>
                <c:pt idx="693">
                  <c:v>0.25175293407187299</c:v>
                </c:pt>
                <c:pt idx="694">
                  <c:v>0.24074275041779744</c:v>
                </c:pt>
                <c:pt idx="695">
                  <c:v>0.25572596037607365</c:v>
                </c:pt>
                <c:pt idx="696">
                  <c:v>0.27103844770638502</c:v>
                </c:pt>
                <c:pt idx="697">
                  <c:v>0.25140930500698638</c:v>
                </c:pt>
                <c:pt idx="698">
                  <c:v>0.28691226786853402</c:v>
                </c:pt>
                <c:pt idx="699">
                  <c:v>0.46607844191714332</c:v>
                </c:pt>
                <c:pt idx="700">
                  <c:v>1.3624084287207967</c:v>
                </c:pt>
                <c:pt idx="701">
                  <c:v>1.4373704164537815</c:v>
                </c:pt>
                <c:pt idx="702">
                  <c:v>1.1069588528885683</c:v>
                </c:pt>
                <c:pt idx="703">
                  <c:v>0.97811111064716594</c:v>
                </c:pt>
                <c:pt idx="704">
                  <c:v>0.74139076763482248</c:v>
                </c:pt>
                <c:pt idx="705">
                  <c:v>0.71122469175065528</c:v>
                </c:pt>
                <c:pt idx="706">
                  <c:v>0.41107118954439287</c:v>
                </c:pt>
                <c:pt idx="707">
                  <c:v>0.23037963895050473</c:v>
                </c:pt>
                <c:pt idx="708">
                  <c:v>0.14042057709528119</c:v>
                </c:pt>
                <c:pt idx="709">
                  <c:v>6.5746896663173376E-2</c:v>
                </c:pt>
                <c:pt idx="710">
                  <c:v>9.4698177394676522E-2</c:v>
                </c:pt>
                <c:pt idx="711">
                  <c:v>6.1603641650259978E-2</c:v>
                </c:pt>
                <c:pt idx="712">
                  <c:v>7.40669504081789E-2</c:v>
                </c:pt>
                <c:pt idx="713">
                  <c:v>7.7056749747975342E-2</c:v>
                </c:pt>
                <c:pt idx="714">
                  <c:v>7.3375824763874997E-2</c:v>
                </c:pt>
                <c:pt idx="715">
                  <c:v>7.2586278829443851E-2</c:v>
                </c:pt>
                <c:pt idx="716">
                  <c:v>7.4063676971208858E-2</c:v>
                </c:pt>
                <c:pt idx="717">
                  <c:v>8.3465906419383742E-2</c:v>
                </c:pt>
                <c:pt idx="718">
                  <c:v>0.28038006467240634</c:v>
                </c:pt>
                <c:pt idx="719">
                  <c:v>0.59154726975637095</c:v>
                </c:pt>
                <c:pt idx="720">
                  <c:v>0.3208932378733913</c:v>
                </c:pt>
                <c:pt idx="721">
                  <c:v>0.29157176681873792</c:v>
                </c:pt>
                <c:pt idx="722">
                  <c:v>0.25462846348369012</c:v>
                </c:pt>
                <c:pt idx="723">
                  <c:v>0.24925988125222673</c:v>
                </c:pt>
                <c:pt idx="724">
                  <c:v>0.91443433535812257</c:v>
                </c:pt>
                <c:pt idx="725">
                  <c:v>1.3200585332992028</c:v>
                </c:pt>
                <c:pt idx="726">
                  <c:v>1.0320763184855528</c:v>
                </c:pt>
                <c:pt idx="727">
                  <c:v>0.8341909654733527</c:v>
                </c:pt>
                <c:pt idx="728">
                  <c:v>0.82822595594500825</c:v>
                </c:pt>
                <c:pt idx="729">
                  <c:v>0.69387855158743095</c:v>
                </c:pt>
                <c:pt idx="730">
                  <c:v>0.41977371456380236</c:v>
                </c:pt>
                <c:pt idx="731">
                  <c:v>0.10957702892735349</c:v>
                </c:pt>
                <c:pt idx="732">
                  <c:v>6.9630669042681698E-2</c:v>
                </c:pt>
                <c:pt idx="733">
                  <c:v>7.6769025443948549E-2</c:v>
                </c:pt>
                <c:pt idx="734">
                  <c:v>8.5533951925516175E-2</c:v>
                </c:pt>
                <c:pt idx="735">
                  <c:v>6.9782183514879609E-2</c:v>
                </c:pt>
                <c:pt idx="736">
                  <c:v>8.1861158942958742E-2</c:v>
                </c:pt>
                <c:pt idx="737">
                  <c:v>8.6725120926246055E-2</c:v>
                </c:pt>
                <c:pt idx="738">
                  <c:v>8.3719536796510299E-2</c:v>
                </c:pt>
                <c:pt idx="739">
                  <c:v>7.7572053877673713E-2</c:v>
                </c:pt>
                <c:pt idx="740">
                  <c:v>7.0520609757042982E-2</c:v>
                </c:pt>
                <c:pt idx="741">
                  <c:v>7.9310222807381522E-2</c:v>
                </c:pt>
                <c:pt idx="742">
                  <c:v>8.620614409210052E-2</c:v>
                </c:pt>
                <c:pt idx="743">
                  <c:v>9.0958598358787932E-2</c:v>
                </c:pt>
                <c:pt idx="744">
                  <c:v>8.008760278776049E-2</c:v>
                </c:pt>
                <c:pt idx="745">
                  <c:v>8.6841531010853776E-2</c:v>
                </c:pt>
                <c:pt idx="746">
                  <c:v>7.9566736617033854E-2</c:v>
                </c:pt>
                <c:pt idx="747">
                  <c:v>8.7553471432825963E-2</c:v>
                </c:pt>
                <c:pt idx="748">
                  <c:v>7.8079477396134758E-2</c:v>
                </c:pt>
                <c:pt idx="749">
                  <c:v>1.348270180626491</c:v>
                </c:pt>
                <c:pt idx="750">
                  <c:v>1.5396912359485417</c:v>
                </c:pt>
                <c:pt idx="751">
                  <c:v>0.93681650687925699</c:v>
                </c:pt>
                <c:pt idx="752">
                  <c:v>0.76523183101417491</c:v>
                </c:pt>
                <c:pt idx="753">
                  <c:v>0.63160333507381583</c:v>
                </c:pt>
                <c:pt idx="754">
                  <c:v>0.50225456219411846</c:v>
                </c:pt>
                <c:pt idx="755">
                  <c:v>0.48923431340691936</c:v>
                </c:pt>
                <c:pt idx="756">
                  <c:v>0.30994362784796753</c:v>
                </c:pt>
                <c:pt idx="757">
                  <c:v>7.9029784559975336E-2</c:v>
                </c:pt>
                <c:pt idx="758">
                  <c:v>8.1199400462370661E-2</c:v>
                </c:pt>
                <c:pt idx="759">
                  <c:v>7.9069823498267466E-2</c:v>
                </c:pt>
                <c:pt idx="760">
                  <c:v>7.6064931135057676E-2</c:v>
                </c:pt>
                <c:pt idx="761">
                  <c:v>7.6321257831108685E-2</c:v>
                </c:pt>
                <c:pt idx="762">
                  <c:v>8.780969209120254E-2</c:v>
                </c:pt>
                <c:pt idx="763">
                  <c:v>8.6837548141860385E-2</c:v>
                </c:pt>
                <c:pt idx="764">
                  <c:v>8.1936931707129707E-2</c:v>
                </c:pt>
                <c:pt idx="765">
                  <c:v>9.1464594397200269E-2</c:v>
                </c:pt>
                <c:pt idx="766">
                  <c:v>8.3889984062247555E-2</c:v>
                </c:pt>
                <c:pt idx="767">
                  <c:v>1.3644465635786236</c:v>
                </c:pt>
                <c:pt idx="768">
                  <c:v>1.1191703721717505</c:v>
                </c:pt>
                <c:pt idx="769">
                  <c:v>0.82038112479481373</c:v>
                </c:pt>
                <c:pt idx="770">
                  <c:v>0.78073348622440364</c:v>
                </c:pt>
                <c:pt idx="771">
                  <c:v>0.79346622434169778</c:v>
                </c:pt>
                <c:pt idx="772">
                  <c:v>0.78068795904432864</c:v>
                </c:pt>
                <c:pt idx="773">
                  <c:v>0.63648263358299828</c:v>
                </c:pt>
                <c:pt idx="774">
                  <c:v>0.61088829998520522</c:v>
                </c:pt>
                <c:pt idx="775">
                  <c:v>0.64998181276897926</c:v>
                </c:pt>
                <c:pt idx="776">
                  <c:v>0.59942446952336081</c:v>
                </c:pt>
                <c:pt idx="777">
                  <c:v>0.43596375114010494</c:v>
                </c:pt>
                <c:pt idx="778">
                  <c:v>0.30753231225391237</c:v>
                </c:pt>
                <c:pt idx="779">
                  <c:v>0.25922424269220362</c:v>
                </c:pt>
                <c:pt idx="780">
                  <c:v>0.21320079647904638</c:v>
                </c:pt>
                <c:pt idx="781">
                  <c:v>0.29009631202845043</c:v>
                </c:pt>
                <c:pt idx="782">
                  <c:v>0.11882641473336844</c:v>
                </c:pt>
                <c:pt idx="783">
                  <c:v>8.8467885653107897E-2</c:v>
                </c:pt>
                <c:pt idx="784">
                  <c:v>8.1791775918652013E-2</c:v>
                </c:pt>
                <c:pt idx="785">
                  <c:v>6.3396220705034284E-2</c:v>
                </c:pt>
                <c:pt idx="786">
                  <c:v>8.1811633496103542E-2</c:v>
                </c:pt>
                <c:pt idx="787">
                  <c:v>9.24425556134197E-2</c:v>
                </c:pt>
                <c:pt idx="788">
                  <c:v>0.48855208200259126</c:v>
                </c:pt>
                <c:pt idx="789">
                  <c:v>0.39051729060802631</c:v>
                </c:pt>
                <c:pt idx="790">
                  <c:v>0.29015026196211374</c:v>
                </c:pt>
                <c:pt idx="791">
                  <c:v>0.26269874487050354</c:v>
                </c:pt>
                <c:pt idx="792">
                  <c:v>0.25233600719772653</c:v>
                </c:pt>
                <c:pt idx="793">
                  <c:v>0.23712532423243252</c:v>
                </c:pt>
                <c:pt idx="794">
                  <c:v>0.26273783028922537</c:v>
                </c:pt>
                <c:pt idx="795">
                  <c:v>1.62214929704583</c:v>
                </c:pt>
                <c:pt idx="796">
                  <c:v>1.4373070264428209</c:v>
                </c:pt>
                <c:pt idx="797">
                  <c:v>1.1253639991533411</c:v>
                </c:pt>
                <c:pt idx="798">
                  <c:v>0.99460542209113045</c:v>
                </c:pt>
                <c:pt idx="799">
                  <c:v>0.87490311905372309</c:v>
                </c:pt>
                <c:pt idx="800">
                  <c:v>0.74091856056130512</c:v>
                </c:pt>
                <c:pt idx="801">
                  <c:v>0.56812265573294085</c:v>
                </c:pt>
                <c:pt idx="802">
                  <c:v>0.488167574813204</c:v>
                </c:pt>
                <c:pt idx="803">
                  <c:v>0.2867108076233495</c:v>
                </c:pt>
                <c:pt idx="804">
                  <c:v>9.0866549316352366E-2</c:v>
                </c:pt>
                <c:pt idx="805">
                  <c:v>7.4635050974881337E-2</c:v>
                </c:pt>
                <c:pt idx="806">
                  <c:v>6.6369989257403741E-2</c:v>
                </c:pt>
                <c:pt idx="807">
                  <c:v>8.7878824153463195E-2</c:v>
                </c:pt>
                <c:pt idx="808">
                  <c:v>9.205044235146817E-2</c:v>
                </c:pt>
                <c:pt idx="809">
                  <c:v>8.0563479985120409E-2</c:v>
                </c:pt>
                <c:pt idx="810">
                  <c:v>7.0532769678398707E-2</c:v>
                </c:pt>
                <c:pt idx="811">
                  <c:v>8.1737611131427371E-2</c:v>
                </c:pt>
                <c:pt idx="812">
                  <c:v>7.0927560938138276E-2</c:v>
                </c:pt>
                <c:pt idx="813">
                  <c:v>7.6161204779610511E-2</c:v>
                </c:pt>
                <c:pt idx="814">
                  <c:v>7.7302238653386771E-2</c:v>
                </c:pt>
                <c:pt idx="815">
                  <c:v>9.3923913991697597E-2</c:v>
                </c:pt>
                <c:pt idx="816">
                  <c:v>0.10790832761030449</c:v>
                </c:pt>
                <c:pt idx="817">
                  <c:v>9.3762644804379389E-2</c:v>
                </c:pt>
                <c:pt idx="818">
                  <c:v>8.4352597222895495E-2</c:v>
                </c:pt>
                <c:pt idx="819">
                  <c:v>8.4286039323362927E-2</c:v>
                </c:pt>
                <c:pt idx="820">
                  <c:v>0.4668473096251049</c:v>
                </c:pt>
                <c:pt idx="821">
                  <c:v>1.1886787682325244</c:v>
                </c:pt>
                <c:pt idx="822">
                  <c:v>0.91057936973785947</c:v>
                </c:pt>
                <c:pt idx="823">
                  <c:v>0.71781860792521812</c:v>
                </c:pt>
                <c:pt idx="824">
                  <c:v>0.63599571791405285</c:v>
                </c:pt>
                <c:pt idx="825">
                  <c:v>0.45009158880081002</c:v>
                </c:pt>
                <c:pt idx="826">
                  <c:v>0.23017041976250513</c:v>
                </c:pt>
                <c:pt idx="827">
                  <c:v>5.3214018691260634E-2</c:v>
                </c:pt>
                <c:pt idx="828">
                  <c:v>6.2184717313030088E-2</c:v>
                </c:pt>
                <c:pt idx="829">
                  <c:v>7.5228802506943054E-2</c:v>
                </c:pt>
                <c:pt idx="830">
                  <c:v>8.6612968963171569E-2</c:v>
                </c:pt>
                <c:pt idx="831">
                  <c:v>9.4985971897392191E-2</c:v>
                </c:pt>
                <c:pt idx="832">
                  <c:v>0.11745942587456044</c:v>
                </c:pt>
                <c:pt idx="833">
                  <c:v>0.10098085935784937</c:v>
                </c:pt>
                <c:pt idx="834">
                  <c:v>7.4902289780809705E-2</c:v>
                </c:pt>
                <c:pt idx="835">
                  <c:v>8.11829952242831E-2</c:v>
                </c:pt>
                <c:pt idx="836">
                  <c:v>8.218819811448741E-2</c:v>
                </c:pt>
                <c:pt idx="837">
                  <c:v>8.5601378020851368E-2</c:v>
                </c:pt>
                <c:pt idx="838">
                  <c:v>7.3557481384305179E-2</c:v>
                </c:pt>
                <c:pt idx="839">
                  <c:v>7.5037558320674269E-2</c:v>
                </c:pt>
                <c:pt idx="840">
                  <c:v>6.9815748202127714E-2</c:v>
                </c:pt>
                <c:pt idx="841">
                  <c:v>6.9255712266079947E-2</c:v>
                </c:pt>
                <c:pt idx="842">
                  <c:v>7.8909764584045014E-2</c:v>
                </c:pt>
                <c:pt idx="843">
                  <c:v>8.5485272276776103E-2</c:v>
                </c:pt>
                <c:pt idx="844">
                  <c:v>7.8801362783299689E-2</c:v>
                </c:pt>
                <c:pt idx="845">
                  <c:v>7.6939153514854711E-2</c:v>
                </c:pt>
                <c:pt idx="846">
                  <c:v>7.6835670226606242E-2</c:v>
                </c:pt>
                <c:pt idx="847">
                  <c:v>6.9429598387812194E-2</c:v>
                </c:pt>
                <c:pt idx="848">
                  <c:v>5.3552695720923499E-2</c:v>
                </c:pt>
                <c:pt idx="849">
                  <c:v>4.4402669319770285E-2</c:v>
                </c:pt>
                <c:pt idx="850">
                  <c:v>2.771197495541803E-2</c:v>
                </c:pt>
                <c:pt idx="851">
                  <c:v>8.9487547924711475E-3</c:v>
                </c:pt>
                <c:pt idx="852">
                  <c:v>7.3241413968796215E-2</c:v>
                </c:pt>
                <c:pt idx="853">
                  <c:v>7.2334550012638013E-2</c:v>
                </c:pt>
                <c:pt idx="854">
                  <c:v>0.14355622014582889</c:v>
                </c:pt>
                <c:pt idx="855">
                  <c:v>0.14271250547115061</c:v>
                </c:pt>
                <c:pt idx="856">
                  <c:v>0.16581736378844428</c:v>
                </c:pt>
                <c:pt idx="857">
                  <c:v>0.17496017073481993</c:v>
                </c:pt>
                <c:pt idx="858">
                  <c:v>0.16715826273310047</c:v>
                </c:pt>
                <c:pt idx="859">
                  <c:v>0.15671243701705298</c:v>
                </c:pt>
                <c:pt idx="860">
                  <c:v>0.15181897970585881</c:v>
                </c:pt>
                <c:pt idx="861">
                  <c:v>0.15223611823385677</c:v>
                </c:pt>
                <c:pt idx="862">
                  <c:v>0.15170399130610895</c:v>
                </c:pt>
                <c:pt idx="863">
                  <c:v>0.14956889643431368</c:v>
                </c:pt>
                <c:pt idx="864">
                  <c:v>0.15806328034720157</c:v>
                </c:pt>
                <c:pt idx="865">
                  <c:v>0.15527440027925479</c:v>
                </c:pt>
                <c:pt idx="866">
                  <c:v>0.14948219008101304</c:v>
                </c:pt>
                <c:pt idx="867">
                  <c:v>0.1414143751983819</c:v>
                </c:pt>
                <c:pt idx="868">
                  <c:v>0.1406480652820159</c:v>
                </c:pt>
                <c:pt idx="869">
                  <c:v>0.13673315771809846</c:v>
                </c:pt>
                <c:pt idx="870">
                  <c:v>0.14361919639530193</c:v>
                </c:pt>
                <c:pt idx="871">
                  <c:v>0.16839519710714007</c:v>
                </c:pt>
                <c:pt idx="872">
                  <c:v>0.1499346433854781</c:v>
                </c:pt>
                <c:pt idx="873">
                  <c:v>0.10657007775618275</c:v>
                </c:pt>
                <c:pt idx="874">
                  <c:v>0.10928918459000726</c:v>
                </c:pt>
                <c:pt idx="875">
                  <c:v>9.7358275755878035E-2</c:v>
                </c:pt>
                <c:pt idx="876">
                  <c:v>9.3413898296075201E-2</c:v>
                </c:pt>
                <c:pt idx="877">
                  <c:v>7.3760065472466177E-2</c:v>
                </c:pt>
                <c:pt idx="878">
                  <c:v>9.8183612063259124E-2</c:v>
                </c:pt>
                <c:pt idx="879">
                  <c:v>0.10962579014976943</c:v>
                </c:pt>
                <c:pt idx="880">
                  <c:v>0.1076495216981732</c:v>
                </c:pt>
                <c:pt idx="881">
                  <c:v>9.9842920435159493E-2</c:v>
                </c:pt>
                <c:pt idx="882">
                  <c:v>9.2072947901773172E-2</c:v>
                </c:pt>
                <c:pt idx="883">
                  <c:v>9.2680624226883945E-2</c:v>
                </c:pt>
                <c:pt idx="884">
                  <c:v>7.9411382190104934E-2</c:v>
                </c:pt>
                <c:pt idx="885">
                  <c:v>8.0765607414433394E-2</c:v>
                </c:pt>
                <c:pt idx="886">
                  <c:v>7.3299111407922946E-2</c:v>
                </c:pt>
                <c:pt idx="887">
                  <c:v>8.0104877668325011E-2</c:v>
                </c:pt>
                <c:pt idx="888">
                  <c:v>7.758033359339972E-2</c:v>
                </c:pt>
                <c:pt idx="889">
                  <c:v>8.2668389728326755E-2</c:v>
                </c:pt>
                <c:pt idx="890">
                  <c:v>8.2416904156187368E-2</c:v>
                </c:pt>
                <c:pt idx="891">
                  <c:v>8.1478768651101249E-2</c:v>
                </c:pt>
                <c:pt idx="892">
                  <c:v>8.4474722395092808E-2</c:v>
                </c:pt>
                <c:pt idx="893">
                  <c:v>7.9267753344162278E-2</c:v>
                </c:pt>
                <c:pt idx="894">
                  <c:v>9.6857243861915396E-2</c:v>
                </c:pt>
                <c:pt idx="895">
                  <c:v>8.6138705937281082E-2</c:v>
                </c:pt>
                <c:pt idx="896">
                  <c:v>6.2420857453518178E-2</c:v>
                </c:pt>
                <c:pt idx="897">
                  <c:v>8.3306962849285113E-2</c:v>
                </c:pt>
                <c:pt idx="898">
                  <c:v>9.3035106310207241E-2</c:v>
                </c:pt>
                <c:pt idx="899">
                  <c:v>8.6690511851306162E-2</c:v>
                </c:pt>
                <c:pt idx="900">
                  <c:v>0.10559320638602873</c:v>
                </c:pt>
                <c:pt idx="901">
                  <c:v>0.11885041169203001</c:v>
                </c:pt>
                <c:pt idx="902">
                  <c:v>0.10053390669567037</c:v>
                </c:pt>
                <c:pt idx="903">
                  <c:v>9.1925843738457552E-2</c:v>
                </c:pt>
                <c:pt idx="904">
                  <c:v>0.42830386794179875</c:v>
                </c:pt>
                <c:pt idx="905">
                  <c:v>0.78362313972835496</c:v>
                </c:pt>
                <c:pt idx="906">
                  <c:v>1.0045515946402703</c:v>
                </c:pt>
                <c:pt idx="907">
                  <c:v>0.84225647357702405</c:v>
                </c:pt>
                <c:pt idx="908">
                  <c:v>0.71535402160765582</c:v>
                </c:pt>
                <c:pt idx="909">
                  <c:v>0.67982168171049207</c:v>
                </c:pt>
                <c:pt idx="910">
                  <c:v>0.73010959138100651</c:v>
                </c:pt>
                <c:pt idx="911">
                  <c:v>0.73675226278579176</c:v>
                </c:pt>
                <c:pt idx="912">
                  <c:v>0.69659731790457147</c:v>
                </c:pt>
                <c:pt idx="913">
                  <c:v>0.68502244548105251</c:v>
                </c:pt>
                <c:pt idx="914">
                  <c:v>0.64890410453333514</c:v>
                </c:pt>
                <c:pt idx="915">
                  <c:v>0.63809934253186462</c:v>
                </c:pt>
                <c:pt idx="916">
                  <c:v>0.63931570078891886</c:v>
                </c:pt>
                <c:pt idx="917">
                  <c:v>0.6268677424848158</c:v>
                </c:pt>
                <c:pt idx="918">
                  <c:v>0.64322115349753661</c:v>
                </c:pt>
                <c:pt idx="919">
                  <c:v>0.67495337573264891</c:v>
                </c:pt>
                <c:pt idx="920">
                  <c:v>0.60711776503011083</c:v>
                </c:pt>
                <c:pt idx="921">
                  <c:v>0.54611657428333371</c:v>
                </c:pt>
                <c:pt idx="922">
                  <c:v>0.56142628972035713</c:v>
                </c:pt>
                <c:pt idx="923">
                  <c:v>0.69294617897424271</c:v>
                </c:pt>
                <c:pt idx="924">
                  <c:v>0.69164176729834326</c:v>
                </c:pt>
                <c:pt idx="925">
                  <c:v>0.80483764314596284</c:v>
                </c:pt>
                <c:pt idx="926">
                  <c:v>0.84245671199303573</c:v>
                </c:pt>
                <c:pt idx="927">
                  <c:v>0.83611796322456322</c:v>
                </c:pt>
                <c:pt idx="928">
                  <c:v>0.756404301063902</c:v>
                </c:pt>
                <c:pt idx="929">
                  <c:v>0.69847148702690909</c:v>
                </c:pt>
                <c:pt idx="930">
                  <c:v>0.62160994737178776</c:v>
                </c:pt>
                <c:pt idx="931">
                  <c:v>0.63668380153952153</c:v>
                </c:pt>
                <c:pt idx="932">
                  <c:v>0.64218937959653621</c:v>
                </c:pt>
                <c:pt idx="933">
                  <c:v>0.6383317708735855</c:v>
                </c:pt>
                <c:pt idx="934">
                  <c:v>0.6619940778003689</c:v>
                </c:pt>
                <c:pt idx="935">
                  <c:v>0.68601805004340766</c:v>
                </c:pt>
                <c:pt idx="936">
                  <c:v>0.73805101296266207</c:v>
                </c:pt>
                <c:pt idx="937">
                  <c:v>0.71996629018671943</c:v>
                </c:pt>
                <c:pt idx="938">
                  <c:v>0.70675237607058061</c:v>
                </c:pt>
                <c:pt idx="939">
                  <c:v>0.71484224639372906</c:v>
                </c:pt>
                <c:pt idx="940">
                  <c:v>0.7430002899740511</c:v>
                </c:pt>
                <c:pt idx="941">
                  <c:v>0.82977809337331276</c:v>
                </c:pt>
                <c:pt idx="942">
                  <c:v>0.86043873075539734</c:v>
                </c:pt>
                <c:pt idx="943">
                  <c:v>0.79695924630218007</c:v>
                </c:pt>
                <c:pt idx="944">
                  <c:v>0.7782246322212143</c:v>
                </c:pt>
                <c:pt idx="945">
                  <c:v>0.75077209133589151</c:v>
                </c:pt>
                <c:pt idx="946">
                  <c:v>0.64485164051728194</c:v>
                </c:pt>
                <c:pt idx="947">
                  <c:v>0.56423272388234957</c:v>
                </c:pt>
                <c:pt idx="948">
                  <c:v>0.43943312785539457</c:v>
                </c:pt>
                <c:pt idx="949">
                  <c:v>0.32120475763223788</c:v>
                </c:pt>
                <c:pt idx="950">
                  <c:v>0.48732244245591566</c:v>
                </c:pt>
                <c:pt idx="951">
                  <c:v>0.76923524352379258</c:v>
                </c:pt>
                <c:pt idx="952">
                  <c:v>0.75982442094289404</c:v>
                </c:pt>
                <c:pt idx="953">
                  <c:v>0.66368890903382272</c:v>
                </c:pt>
                <c:pt idx="954">
                  <c:v>0.64255016129578058</c:v>
                </c:pt>
                <c:pt idx="955">
                  <c:v>0.73871231560527162</c:v>
                </c:pt>
                <c:pt idx="956">
                  <c:v>0.72247317785692977</c:v>
                </c:pt>
                <c:pt idx="957">
                  <c:v>0.66764070692356603</c:v>
                </c:pt>
                <c:pt idx="958">
                  <c:v>0.68999712822027548</c:v>
                </c:pt>
                <c:pt idx="959">
                  <c:v>0.65244264385772999</c:v>
                </c:pt>
                <c:pt idx="960">
                  <c:v>0.67135215746496557</c:v>
                </c:pt>
                <c:pt idx="961">
                  <c:v>0.71646200399301152</c:v>
                </c:pt>
                <c:pt idx="962">
                  <c:v>0.64540055968250409</c:v>
                </c:pt>
                <c:pt idx="963">
                  <c:v>0.63911037101879697</c:v>
                </c:pt>
                <c:pt idx="964">
                  <c:v>0.722403186191374</c:v>
                </c:pt>
                <c:pt idx="965">
                  <c:v>0.69322341764695439</c:v>
                </c:pt>
                <c:pt idx="966">
                  <c:v>0.67556915048921162</c:v>
                </c:pt>
                <c:pt idx="967">
                  <c:v>0.66084004699517673</c:v>
                </c:pt>
                <c:pt idx="968">
                  <c:v>0.76361093631530874</c:v>
                </c:pt>
                <c:pt idx="969">
                  <c:v>0.73015486163474674</c:v>
                </c:pt>
                <c:pt idx="970">
                  <c:v>0.66509080419804911</c:v>
                </c:pt>
                <c:pt idx="971">
                  <c:v>0.53391163989870061</c:v>
                </c:pt>
                <c:pt idx="972">
                  <c:v>0.19055180996679419</c:v>
                </c:pt>
                <c:pt idx="973">
                  <c:v>8.0352399256076582E-2</c:v>
                </c:pt>
                <c:pt idx="974">
                  <c:v>7.466007690903928E-2</c:v>
                </c:pt>
                <c:pt idx="975">
                  <c:v>7.8126081833092234E-2</c:v>
                </c:pt>
                <c:pt idx="976">
                  <c:v>6.5668672248709883E-2</c:v>
                </c:pt>
                <c:pt idx="977">
                  <c:v>7.7879129445040843E-2</c:v>
                </c:pt>
                <c:pt idx="978">
                  <c:v>7.6837724974007635E-2</c:v>
                </c:pt>
                <c:pt idx="979">
                  <c:v>7.6770421168384367E-2</c:v>
                </c:pt>
                <c:pt idx="980">
                  <c:v>8.3141463425499648E-2</c:v>
                </c:pt>
                <c:pt idx="981">
                  <c:v>8.8973064099455421E-2</c:v>
                </c:pt>
                <c:pt idx="982">
                  <c:v>7.9241531449817257E-2</c:v>
                </c:pt>
                <c:pt idx="983">
                  <c:v>9.8351027387975784E-2</c:v>
                </c:pt>
                <c:pt idx="984">
                  <c:v>9.1579978815112581E-2</c:v>
                </c:pt>
                <c:pt idx="985">
                  <c:v>0.26961696172889332</c:v>
                </c:pt>
                <c:pt idx="986">
                  <c:v>1.6332148389322365</c:v>
                </c:pt>
                <c:pt idx="987">
                  <c:v>0.94761522089173766</c:v>
                </c:pt>
                <c:pt idx="988">
                  <c:v>0.65045321229333009</c:v>
                </c:pt>
                <c:pt idx="989">
                  <c:v>0.54890016456488888</c:v>
                </c:pt>
                <c:pt idx="990">
                  <c:v>0.52323650799639954</c:v>
                </c:pt>
                <c:pt idx="991">
                  <c:v>0.50286652768971696</c:v>
                </c:pt>
                <c:pt idx="992">
                  <c:v>0.43706370784345022</c:v>
                </c:pt>
                <c:pt idx="993">
                  <c:v>0.30612022498658215</c:v>
                </c:pt>
                <c:pt idx="994">
                  <c:v>0.1884960777268441</c:v>
                </c:pt>
                <c:pt idx="995">
                  <c:v>8.751844286074445E-2</c:v>
                </c:pt>
                <c:pt idx="996">
                  <c:v>7.5606469112481797E-2</c:v>
                </c:pt>
                <c:pt idx="997">
                  <c:v>8.7873268584767461E-2</c:v>
                </c:pt>
                <c:pt idx="998">
                  <c:v>7.5862059417452318E-2</c:v>
                </c:pt>
                <c:pt idx="999">
                  <c:v>7.202003591045314E-2</c:v>
                </c:pt>
                <c:pt idx="1000">
                  <c:v>7.1110175332428083E-2</c:v>
                </c:pt>
                <c:pt idx="1001">
                  <c:v>8.6987522783398274E-2</c:v>
                </c:pt>
                <c:pt idx="1002">
                  <c:v>8.7547024794083134E-2</c:v>
                </c:pt>
                <c:pt idx="1003">
                  <c:v>9.0076683087068815E-2</c:v>
                </c:pt>
                <c:pt idx="1004">
                  <c:v>8.264137154414293E-2</c:v>
                </c:pt>
                <c:pt idx="1005">
                  <c:v>8.9894184030152965E-2</c:v>
                </c:pt>
                <c:pt idx="1006">
                  <c:v>8.4912692336799031E-2</c:v>
                </c:pt>
                <c:pt idx="1007">
                  <c:v>7.72150815010441E-2</c:v>
                </c:pt>
                <c:pt idx="1008">
                  <c:v>7.1748173186139227E-2</c:v>
                </c:pt>
                <c:pt idx="1009">
                  <c:v>0.10688819053522093</c:v>
                </c:pt>
                <c:pt idx="1010">
                  <c:v>0.85576861388139547</c:v>
                </c:pt>
                <c:pt idx="1011">
                  <c:v>1.1494635128630142</c:v>
                </c:pt>
                <c:pt idx="1012">
                  <c:v>0.91762735886745006</c:v>
                </c:pt>
                <c:pt idx="1013">
                  <c:v>0.74535374027553636</c:v>
                </c:pt>
                <c:pt idx="1014">
                  <c:v>0.73133783865290258</c:v>
                </c:pt>
                <c:pt idx="1015">
                  <c:v>0.66028200799368697</c:v>
                </c:pt>
                <c:pt idx="1016">
                  <c:v>0.71582027530241488</c:v>
                </c:pt>
                <c:pt idx="1017">
                  <c:v>0.61462091458419066</c:v>
                </c:pt>
                <c:pt idx="1018">
                  <c:v>0.66530979863020512</c:v>
                </c:pt>
                <c:pt idx="1019">
                  <c:v>0.63016611896261343</c:v>
                </c:pt>
                <c:pt idx="1020">
                  <c:v>0.46065295759708486</c:v>
                </c:pt>
                <c:pt idx="1021">
                  <c:v>9.0730887886166275E-2</c:v>
                </c:pt>
                <c:pt idx="1022">
                  <c:v>0.10256676584052593</c:v>
                </c:pt>
                <c:pt idx="1023">
                  <c:v>0.41746661202985608</c:v>
                </c:pt>
                <c:pt idx="1024">
                  <c:v>0.54465646921313315</c:v>
                </c:pt>
                <c:pt idx="1025">
                  <c:v>0.35024930044221736</c:v>
                </c:pt>
                <c:pt idx="1026">
                  <c:v>0.92856145953157498</c:v>
                </c:pt>
                <c:pt idx="1027">
                  <c:v>1.4789800047915442</c:v>
                </c:pt>
                <c:pt idx="1028">
                  <c:v>1.0022422293762085</c:v>
                </c:pt>
                <c:pt idx="1029">
                  <c:v>0.82402342324753042</c:v>
                </c:pt>
                <c:pt idx="1030">
                  <c:v>0.77185107491485339</c:v>
                </c:pt>
                <c:pt idx="1031">
                  <c:v>0.71202929790265113</c:v>
                </c:pt>
                <c:pt idx="1032">
                  <c:v>0.71330369279697514</c:v>
                </c:pt>
                <c:pt idx="1033">
                  <c:v>0.69091315413365773</c:v>
                </c:pt>
                <c:pt idx="1034">
                  <c:v>0.65139268045311416</c:v>
                </c:pt>
                <c:pt idx="1035">
                  <c:v>0.67428809698980019</c:v>
                </c:pt>
                <c:pt idx="1036">
                  <c:v>0.65041767737342415</c:v>
                </c:pt>
                <c:pt idx="1037">
                  <c:v>0.64841654760986922</c:v>
                </c:pt>
                <c:pt idx="1038">
                  <c:v>0.62942721330030138</c:v>
                </c:pt>
                <c:pt idx="1039">
                  <c:v>0.62124813991447769</c:v>
                </c:pt>
                <c:pt idx="1040">
                  <c:v>0.61175157147886383</c:v>
                </c:pt>
                <c:pt idx="1041">
                  <c:v>0.61909472087897199</c:v>
                </c:pt>
                <c:pt idx="1042">
                  <c:v>0.59573329090867466</c:v>
                </c:pt>
                <c:pt idx="1043">
                  <c:v>0.63749419129251961</c:v>
                </c:pt>
                <c:pt idx="1044">
                  <c:v>0.64367247415143924</c:v>
                </c:pt>
                <c:pt idx="1045">
                  <c:v>0.63859150143719534</c:v>
                </c:pt>
                <c:pt idx="1046">
                  <c:v>0.61494384330243224</c:v>
                </c:pt>
                <c:pt idx="1047">
                  <c:v>0.63262834085654518</c:v>
                </c:pt>
                <c:pt idx="1048">
                  <c:v>0.60956891913542244</c:v>
                </c:pt>
                <c:pt idx="1049">
                  <c:v>0.71957422165863838</c:v>
                </c:pt>
                <c:pt idx="1050">
                  <c:v>0.76939246083248125</c:v>
                </c:pt>
                <c:pt idx="1051">
                  <c:v>0.79533406708701759</c:v>
                </c:pt>
                <c:pt idx="1052">
                  <c:v>0.83709130592901182</c:v>
                </c:pt>
                <c:pt idx="1053">
                  <c:v>0.83603712381237805</c:v>
                </c:pt>
                <c:pt idx="1054">
                  <c:v>0.81507541166185404</c:v>
                </c:pt>
                <c:pt idx="1055">
                  <c:v>0.87330376221164718</c:v>
                </c:pt>
                <c:pt idx="1056">
                  <c:v>0.88778134027263111</c:v>
                </c:pt>
                <c:pt idx="1057">
                  <c:v>0.86597401314752698</c:v>
                </c:pt>
                <c:pt idx="1058">
                  <c:v>0.93270177859053072</c:v>
                </c:pt>
                <c:pt idx="1059">
                  <c:v>0.92309795720941179</c:v>
                </c:pt>
                <c:pt idx="1060">
                  <c:v>0.93855477176304558</c:v>
                </c:pt>
                <c:pt idx="1061">
                  <c:v>0.97488644143780123</c:v>
                </c:pt>
                <c:pt idx="1062">
                  <c:v>0.96648471293269356</c:v>
                </c:pt>
                <c:pt idx="1063">
                  <c:v>0.91940782461434978</c:v>
                </c:pt>
                <c:pt idx="1064">
                  <c:v>0.92482083661773207</c:v>
                </c:pt>
                <c:pt idx="1065">
                  <c:v>0.86510287296369304</c:v>
                </c:pt>
                <c:pt idx="1066">
                  <c:v>0.81277630775741083</c:v>
                </c:pt>
                <c:pt idx="1067">
                  <c:v>0.68927360122704651</c:v>
                </c:pt>
                <c:pt idx="1068">
                  <c:v>0.62695552192633375</c:v>
                </c:pt>
                <c:pt idx="1069">
                  <c:v>0.63537584463870167</c:v>
                </c:pt>
                <c:pt idx="1070">
                  <c:v>0.67893971339413506</c:v>
                </c:pt>
                <c:pt idx="1071">
                  <c:v>0.68128185863266111</c:v>
                </c:pt>
                <c:pt idx="1072">
                  <c:v>0.7020318972041214</c:v>
                </c:pt>
                <c:pt idx="1073">
                  <c:v>0.6923268405196934</c:v>
                </c:pt>
                <c:pt idx="1074">
                  <c:v>0.71509723557992777</c:v>
                </c:pt>
                <c:pt idx="1075">
                  <c:v>0.68417035350236199</c:v>
                </c:pt>
                <c:pt idx="1076">
                  <c:v>0.71236534040789967</c:v>
                </c:pt>
                <c:pt idx="1077">
                  <c:v>0.71207809370688102</c:v>
                </c:pt>
                <c:pt idx="1078">
                  <c:v>0.73406741540096043</c:v>
                </c:pt>
                <c:pt idx="1079">
                  <c:v>0.71408623230882362</c:v>
                </c:pt>
                <c:pt idx="1080">
                  <c:v>0.7727607785544397</c:v>
                </c:pt>
                <c:pt idx="1081">
                  <c:v>0.78258062508849946</c:v>
                </c:pt>
                <c:pt idx="1082">
                  <c:v>0.79422746866046368</c:v>
                </c:pt>
                <c:pt idx="1083">
                  <c:v>0.78665869916912368</c:v>
                </c:pt>
                <c:pt idx="1084">
                  <c:v>0.84471786168759333</c:v>
                </c:pt>
                <c:pt idx="1085">
                  <c:v>0.881121650300562</c:v>
                </c:pt>
                <c:pt idx="1086">
                  <c:v>0.93768019263963809</c:v>
                </c:pt>
                <c:pt idx="1087">
                  <c:v>0.96042084065104216</c:v>
                </c:pt>
                <c:pt idx="1088">
                  <c:v>0.81225582782493477</c:v>
                </c:pt>
                <c:pt idx="1089">
                  <c:v>0.73053238240090612</c:v>
                </c:pt>
                <c:pt idx="1090">
                  <c:v>0.69388701586300805</c:v>
                </c:pt>
                <c:pt idx="1091">
                  <c:v>0.73685720198790461</c:v>
                </c:pt>
                <c:pt idx="1092">
                  <c:v>0.70504113261833645</c:v>
                </c:pt>
                <c:pt idx="1093">
                  <c:v>0.80681485209497772</c:v>
                </c:pt>
                <c:pt idx="1094">
                  <c:v>0.86620586678550193</c:v>
                </c:pt>
                <c:pt idx="1095">
                  <c:v>0.80354303631717439</c:v>
                </c:pt>
                <c:pt idx="1096">
                  <c:v>0.78788118197041346</c:v>
                </c:pt>
                <c:pt idx="1097">
                  <c:v>0.78134077866429341</c:v>
                </c:pt>
                <c:pt idx="1098">
                  <c:v>0.75755303587527367</c:v>
                </c:pt>
                <c:pt idx="1099">
                  <c:v>0.77401830150308248</c:v>
                </c:pt>
                <c:pt idx="1100">
                  <c:v>0.78984262537341354</c:v>
                </c:pt>
                <c:pt idx="1101">
                  <c:v>0.69490006567145901</c:v>
                </c:pt>
                <c:pt idx="1102">
                  <c:v>0.70286174284340597</c:v>
                </c:pt>
                <c:pt idx="1103">
                  <c:v>0.75065478873336611</c:v>
                </c:pt>
                <c:pt idx="1104">
                  <c:v>0.79333384814905639</c:v>
                </c:pt>
                <c:pt idx="1105">
                  <c:v>0.81695376140866938</c:v>
                </c:pt>
                <c:pt idx="1106">
                  <c:v>0.8415110542033325</c:v>
                </c:pt>
                <c:pt idx="1107">
                  <c:v>0.86066260598354372</c:v>
                </c:pt>
                <c:pt idx="1108">
                  <c:v>0.910546364577968</c:v>
                </c:pt>
                <c:pt idx="1109">
                  <c:v>0.93220082933538362</c:v>
                </c:pt>
                <c:pt idx="1110">
                  <c:v>0.89218162748825447</c:v>
                </c:pt>
                <c:pt idx="1111">
                  <c:v>0.88517629828161415</c:v>
                </c:pt>
                <c:pt idx="1112">
                  <c:v>0.95989420566688199</c:v>
                </c:pt>
                <c:pt idx="1113">
                  <c:v>0.94943362152755895</c:v>
                </c:pt>
                <c:pt idx="1114">
                  <c:v>1.0079954709884709</c:v>
                </c:pt>
                <c:pt idx="1115">
                  <c:v>0.91230800639626353</c:v>
                </c:pt>
                <c:pt idx="1116">
                  <c:v>0.87029107270329875</c:v>
                </c:pt>
                <c:pt idx="1117">
                  <c:v>0.80578913418908893</c:v>
                </c:pt>
                <c:pt idx="1118">
                  <c:v>0.83622242268316826</c:v>
                </c:pt>
                <c:pt idx="1119">
                  <c:v>0.75740590455987511</c:v>
                </c:pt>
                <c:pt idx="1120">
                  <c:v>0.78974218743938573</c:v>
                </c:pt>
                <c:pt idx="1121">
                  <c:v>0.78012916366596763</c:v>
                </c:pt>
                <c:pt idx="1122">
                  <c:v>0.71303635923846298</c:v>
                </c:pt>
                <c:pt idx="1123">
                  <c:v>0.77756350136474495</c:v>
                </c:pt>
                <c:pt idx="1124">
                  <c:v>0.73858663631963506</c:v>
                </c:pt>
                <c:pt idx="1125">
                  <c:v>0.76913119150912801</c:v>
                </c:pt>
                <c:pt idx="1126">
                  <c:v>0.80479769448501992</c:v>
                </c:pt>
                <c:pt idx="1127">
                  <c:v>0.78030990819285073</c:v>
                </c:pt>
                <c:pt idx="1128">
                  <c:v>0.81947960292599009</c:v>
                </c:pt>
                <c:pt idx="1129">
                  <c:v>0.83883366327482312</c:v>
                </c:pt>
                <c:pt idx="1130">
                  <c:v>0.87943748848021519</c:v>
                </c:pt>
                <c:pt idx="1131">
                  <c:v>0.91983995259547158</c:v>
                </c:pt>
                <c:pt idx="1132">
                  <c:v>0.92962047545295901</c:v>
                </c:pt>
                <c:pt idx="1133">
                  <c:v>0.92669720865720451</c:v>
                </c:pt>
                <c:pt idx="1134">
                  <c:v>0.88688862966860804</c:v>
                </c:pt>
                <c:pt idx="1135">
                  <c:v>0.90034573686700525</c:v>
                </c:pt>
                <c:pt idx="1136">
                  <c:v>0.98845054254907716</c:v>
                </c:pt>
                <c:pt idx="1137">
                  <c:v>0.87419047530787153</c:v>
                </c:pt>
                <c:pt idx="1138">
                  <c:v>0.93264374008063022</c:v>
                </c:pt>
                <c:pt idx="1139">
                  <c:v>0.89193336827422687</c:v>
                </c:pt>
                <c:pt idx="1140">
                  <c:v>0.88684569549224368</c:v>
                </c:pt>
                <c:pt idx="1141">
                  <c:v>0.8598470227828634</c:v>
                </c:pt>
                <c:pt idx="1142">
                  <c:v>0.89310651744639935</c:v>
                </c:pt>
                <c:pt idx="1143">
                  <c:v>0.8590504270503001</c:v>
                </c:pt>
                <c:pt idx="1144">
                  <c:v>0.81278905473455321</c:v>
                </c:pt>
                <c:pt idx="1145">
                  <c:v>0.77037106903552555</c:v>
                </c:pt>
                <c:pt idx="1146">
                  <c:v>0.84493382713954157</c:v>
                </c:pt>
                <c:pt idx="1147">
                  <c:v>0.83905836049174509</c:v>
                </c:pt>
                <c:pt idx="1148">
                  <c:v>0.96764457048949093</c:v>
                </c:pt>
                <c:pt idx="1149">
                  <c:v>1.0205774622147696</c:v>
                </c:pt>
                <c:pt idx="1150">
                  <c:v>0.99784662282390524</c:v>
                </c:pt>
                <c:pt idx="1151">
                  <c:v>1.0074911597194121</c:v>
                </c:pt>
                <c:pt idx="1152">
                  <c:v>1.089210077317754</c:v>
                </c:pt>
                <c:pt idx="1153">
                  <c:v>1.0441949456253474</c:v>
                </c:pt>
                <c:pt idx="1154">
                  <c:v>1.1125244913485033</c:v>
                </c:pt>
                <c:pt idx="1155">
                  <c:v>1.1981738637868886</c:v>
                </c:pt>
                <c:pt idx="1156">
                  <c:v>1.2173845553293434</c:v>
                </c:pt>
                <c:pt idx="1157">
                  <c:v>1.1951566797960196</c:v>
                </c:pt>
                <c:pt idx="1158">
                  <c:v>1.1508815463764321</c:v>
                </c:pt>
                <c:pt idx="1159">
                  <c:v>1.1211918214835084</c:v>
                </c:pt>
                <c:pt idx="1160">
                  <c:v>1.0966842442581777</c:v>
                </c:pt>
                <c:pt idx="1161">
                  <c:v>1.1173854660570695</c:v>
                </c:pt>
                <c:pt idx="1162">
                  <c:v>1.1270025123907914</c:v>
                </c:pt>
                <c:pt idx="1163">
                  <c:v>1.0736283975115313</c:v>
                </c:pt>
                <c:pt idx="1164">
                  <c:v>1.0406978341899653</c:v>
                </c:pt>
                <c:pt idx="1165">
                  <c:v>0.99536414049801269</c:v>
                </c:pt>
                <c:pt idx="1166">
                  <c:v>1.0243846668772159</c:v>
                </c:pt>
                <c:pt idx="1167">
                  <c:v>0.98480634534228972</c:v>
                </c:pt>
                <c:pt idx="1168">
                  <c:v>1.0376816741304267</c:v>
                </c:pt>
                <c:pt idx="1169">
                  <c:v>1.026361710442784</c:v>
                </c:pt>
                <c:pt idx="1170">
                  <c:v>0.9667098174851686</c:v>
                </c:pt>
                <c:pt idx="1171">
                  <c:v>0.98592509423792907</c:v>
                </c:pt>
                <c:pt idx="1172">
                  <c:v>0.91251394162925548</c:v>
                </c:pt>
                <c:pt idx="1173">
                  <c:v>0.90107134716211068</c:v>
                </c:pt>
                <c:pt idx="1174">
                  <c:v>0.92847239287544414</c:v>
                </c:pt>
                <c:pt idx="1175">
                  <c:v>0.92241582494052266</c:v>
                </c:pt>
                <c:pt idx="1176">
                  <c:v>0.9470914138348312</c:v>
                </c:pt>
                <c:pt idx="1177">
                  <c:v>0.96067086672460134</c:v>
                </c:pt>
                <c:pt idx="1178">
                  <c:v>0.99774666097624243</c:v>
                </c:pt>
                <c:pt idx="1179">
                  <c:v>0.91620801967408316</c:v>
                </c:pt>
                <c:pt idx="1180">
                  <c:v>0.92475696598988499</c:v>
                </c:pt>
                <c:pt idx="1181">
                  <c:v>0.9345551532427302</c:v>
                </c:pt>
                <c:pt idx="1182">
                  <c:v>0.85286247852960162</c:v>
                </c:pt>
                <c:pt idx="1183">
                  <c:v>0.80729600537936619</c:v>
                </c:pt>
                <c:pt idx="1184">
                  <c:v>0.76540936662978443</c:v>
                </c:pt>
                <c:pt idx="1185">
                  <c:v>0.80464262790922647</c:v>
                </c:pt>
                <c:pt idx="1186">
                  <c:v>0.80923204874023713</c:v>
                </c:pt>
                <c:pt idx="1187">
                  <c:v>0.79248639738559312</c:v>
                </c:pt>
                <c:pt idx="1188">
                  <c:v>0.68530662196189496</c:v>
                </c:pt>
                <c:pt idx="1189">
                  <c:v>0.67494973726724128</c:v>
                </c:pt>
                <c:pt idx="1190">
                  <c:v>0.68617823089827401</c:v>
                </c:pt>
                <c:pt idx="1191">
                  <c:v>0.70035270264308236</c:v>
                </c:pt>
                <c:pt idx="1192">
                  <c:v>0.75723955530509857</c:v>
                </c:pt>
                <c:pt idx="1193">
                  <c:v>0.73193889845478288</c:v>
                </c:pt>
                <c:pt idx="1194">
                  <c:v>0.76163009111095059</c:v>
                </c:pt>
                <c:pt idx="1195">
                  <c:v>0.77968805068773905</c:v>
                </c:pt>
                <c:pt idx="1196">
                  <c:v>0.8248846471264667</c:v>
                </c:pt>
                <c:pt idx="1197">
                  <c:v>0.84832035135609951</c:v>
                </c:pt>
                <c:pt idx="1198">
                  <c:v>0.83514113874665064</c:v>
                </c:pt>
                <c:pt idx="1199">
                  <c:v>0.79154036004096096</c:v>
                </c:pt>
                <c:pt idx="1200">
                  <c:v>0.83728769397178227</c:v>
                </c:pt>
                <c:pt idx="1201">
                  <c:v>0.8340780468796104</c:v>
                </c:pt>
                <c:pt idx="1202">
                  <c:v>0.86845738049490284</c:v>
                </c:pt>
                <c:pt idx="1203">
                  <c:v>0.87986083859092867</c:v>
                </c:pt>
                <c:pt idx="1204">
                  <c:v>0.88544346024742859</c:v>
                </c:pt>
                <c:pt idx="1205">
                  <c:v>0.96013192261995772</c:v>
                </c:pt>
                <c:pt idx="1206">
                  <c:v>0.91026636628045987</c:v>
                </c:pt>
                <c:pt idx="1207">
                  <c:v>0.9456800504798617</c:v>
                </c:pt>
                <c:pt idx="1208">
                  <c:v>0.96867440653958226</c:v>
                </c:pt>
                <c:pt idx="1209">
                  <c:v>1.0109706958886435</c:v>
                </c:pt>
                <c:pt idx="1210">
                  <c:v>0.99322786203486946</c:v>
                </c:pt>
                <c:pt idx="1211">
                  <c:v>0.92148423984080208</c:v>
                </c:pt>
                <c:pt idx="1212">
                  <c:v>0.86797443596757351</c:v>
                </c:pt>
                <c:pt idx="1213">
                  <c:v>0.84673988728883487</c:v>
                </c:pt>
                <c:pt idx="1214">
                  <c:v>0.87578538414115981</c:v>
                </c:pt>
                <c:pt idx="1215">
                  <c:v>0.94678920400341093</c:v>
                </c:pt>
                <c:pt idx="1216">
                  <c:v>1.0749088423237267</c:v>
                </c:pt>
                <c:pt idx="1217">
                  <c:v>1.0327417442251599</c:v>
                </c:pt>
                <c:pt idx="1218">
                  <c:v>1.0451404098368864</c:v>
                </c:pt>
                <c:pt idx="1219">
                  <c:v>1.0959149356857174</c:v>
                </c:pt>
                <c:pt idx="1220">
                  <c:v>1.1638281175624001</c:v>
                </c:pt>
                <c:pt idx="1221">
                  <c:v>1.2348861498656385</c:v>
                </c:pt>
                <c:pt idx="1222">
                  <c:v>1.3111629805059231</c:v>
                </c:pt>
                <c:pt idx="1223">
                  <c:v>1.2935520844416633</c:v>
                </c:pt>
                <c:pt idx="1224">
                  <c:v>1.3264982556797402</c:v>
                </c:pt>
                <c:pt idx="1225">
                  <c:v>1.4365017346213376</c:v>
                </c:pt>
                <c:pt idx="1226">
                  <c:v>1.4060876135405063</c:v>
                </c:pt>
                <c:pt idx="1227">
                  <c:v>1.3652948414072812</c:v>
                </c:pt>
                <c:pt idx="1228">
                  <c:v>1.3844621956601841</c:v>
                </c:pt>
                <c:pt idx="1229">
                  <c:v>1.4161454317231095</c:v>
                </c:pt>
                <c:pt idx="1230">
                  <c:v>1.3275929432635392</c:v>
                </c:pt>
                <c:pt idx="1231">
                  <c:v>1.2986881921290871</c:v>
                </c:pt>
                <c:pt idx="1232">
                  <c:v>1.3290746470384946</c:v>
                </c:pt>
                <c:pt idx="1233">
                  <c:v>1.148427366041614</c:v>
                </c:pt>
                <c:pt idx="1234">
                  <c:v>1.0910420176112321</c:v>
                </c:pt>
                <c:pt idx="1235">
                  <c:v>1.0233208863149932</c:v>
                </c:pt>
                <c:pt idx="1236">
                  <c:v>0.93242206812511963</c:v>
                </c:pt>
                <c:pt idx="1237">
                  <c:v>0.90907101223568132</c:v>
                </c:pt>
                <c:pt idx="1238">
                  <c:v>0.94678660953812932</c:v>
                </c:pt>
                <c:pt idx="1239">
                  <c:v>0.92778557123938499</c:v>
                </c:pt>
                <c:pt idx="1240">
                  <c:v>0.90173024784031819</c:v>
                </c:pt>
                <c:pt idx="1241">
                  <c:v>0.85703180596238215</c:v>
                </c:pt>
                <c:pt idx="1242">
                  <c:v>0.83489817929377541</c:v>
                </c:pt>
                <c:pt idx="1243">
                  <c:v>0.78227074577521327</c:v>
                </c:pt>
                <c:pt idx="1244">
                  <c:v>0.67712177540168617</c:v>
                </c:pt>
                <c:pt idx="1245">
                  <c:v>0.63065014099375682</c:v>
                </c:pt>
                <c:pt idx="1246">
                  <c:v>0.61037002000213725</c:v>
                </c:pt>
                <c:pt idx="1247">
                  <c:v>0.65106805257555922</c:v>
                </c:pt>
                <c:pt idx="1248">
                  <c:v>0.70148555223137377</c:v>
                </c:pt>
                <c:pt idx="1249">
                  <c:v>0.8120467720883916</c:v>
                </c:pt>
                <c:pt idx="1250">
                  <c:v>0.89063748180765512</c:v>
                </c:pt>
                <c:pt idx="1251">
                  <c:v>1.0176994029782522</c:v>
                </c:pt>
                <c:pt idx="1252">
                  <c:v>1.0763378384026319</c:v>
                </c:pt>
                <c:pt idx="1253">
                  <c:v>1.19313373590476</c:v>
                </c:pt>
                <c:pt idx="1254">
                  <c:v>1.2071679209088606</c:v>
                </c:pt>
                <c:pt idx="1255">
                  <c:v>1.1971428053767073</c:v>
                </c:pt>
                <c:pt idx="1256">
                  <c:v>1.0645903085413058</c:v>
                </c:pt>
                <c:pt idx="1257">
                  <c:v>0.9199743842161846</c:v>
                </c:pt>
                <c:pt idx="1258">
                  <c:v>0.87885885529899677</c:v>
                </c:pt>
                <c:pt idx="1259">
                  <c:v>0.90009314075319979</c:v>
                </c:pt>
                <c:pt idx="1260">
                  <c:v>0.84986774428104661</c:v>
                </c:pt>
                <c:pt idx="1261">
                  <c:v>0.8511189532248159</c:v>
                </c:pt>
                <c:pt idx="1262">
                  <c:v>0.85046892322417222</c:v>
                </c:pt>
                <c:pt idx="1263">
                  <c:v>0.81193789794112936</c:v>
                </c:pt>
                <c:pt idx="1264">
                  <c:v>0.80243891803362422</c:v>
                </c:pt>
                <c:pt idx="1265">
                  <c:v>0.82537078048446388</c:v>
                </c:pt>
                <c:pt idx="1266">
                  <c:v>0.7997743156484558</c:v>
                </c:pt>
                <c:pt idx="1267">
                  <c:v>0.82611428593824077</c:v>
                </c:pt>
                <c:pt idx="1268">
                  <c:v>0.85048092205719283</c:v>
                </c:pt>
                <c:pt idx="1269">
                  <c:v>0.78420500710725782</c:v>
                </c:pt>
                <c:pt idx="1270">
                  <c:v>0.81683729035201502</c:v>
                </c:pt>
                <c:pt idx="1271">
                  <c:v>0.74474269795438597</c:v>
                </c:pt>
                <c:pt idx="1272">
                  <c:v>0.78814075820572171</c:v>
                </c:pt>
                <c:pt idx="1273">
                  <c:v>0.86823518141600731</c:v>
                </c:pt>
                <c:pt idx="1274">
                  <c:v>0.87805504570319337</c:v>
                </c:pt>
                <c:pt idx="1275">
                  <c:v>0.90547621242641152</c:v>
                </c:pt>
                <c:pt idx="1276">
                  <c:v>0.84550176402805277</c:v>
                </c:pt>
                <c:pt idx="1277">
                  <c:v>0.87546771451894179</c:v>
                </c:pt>
                <c:pt idx="1278">
                  <c:v>0.8605781316901997</c:v>
                </c:pt>
                <c:pt idx="1279">
                  <c:v>0.88678934933982811</c:v>
                </c:pt>
                <c:pt idx="1280">
                  <c:v>0.50696832511455625</c:v>
                </c:pt>
                <c:pt idx="1281">
                  <c:v>0.70818122265992611</c:v>
                </c:pt>
                <c:pt idx="1282">
                  <c:v>0.78572930048686318</c:v>
                </c:pt>
                <c:pt idx="1283">
                  <c:v>0.76139464736229656</c:v>
                </c:pt>
                <c:pt idx="1284">
                  <c:v>0.78175857119142012</c:v>
                </c:pt>
                <c:pt idx="1285">
                  <c:v>0.73932149112648549</c:v>
                </c:pt>
                <c:pt idx="1286">
                  <c:v>0.7627442014813971</c:v>
                </c:pt>
                <c:pt idx="1287">
                  <c:v>0.80664002345800911</c:v>
                </c:pt>
                <c:pt idx="1288">
                  <c:v>0.79064404636255348</c:v>
                </c:pt>
                <c:pt idx="1289">
                  <c:v>0.76658713675861712</c:v>
                </c:pt>
                <c:pt idx="1290">
                  <c:v>0.74102957512221368</c:v>
                </c:pt>
                <c:pt idx="1291">
                  <c:v>0.7685795818516209</c:v>
                </c:pt>
                <c:pt idx="1292">
                  <c:v>0.8018939403382791</c:v>
                </c:pt>
                <c:pt idx="1293">
                  <c:v>0.88827278106275143</c:v>
                </c:pt>
                <c:pt idx="1294">
                  <c:v>0.9626712375036075</c:v>
                </c:pt>
                <c:pt idx="1295">
                  <c:v>0.94413845667142038</c:v>
                </c:pt>
                <c:pt idx="1296">
                  <c:v>0.89249962263081106</c:v>
                </c:pt>
                <c:pt idx="1297">
                  <c:v>0.91758117194234967</c:v>
                </c:pt>
                <c:pt idx="1298">
                  <c:v>0.90429160154133559</c:v>
                </c:pt>
                <c:pt idx="1299">
                  <c:v>0.88741945092745544</c:v>
                </c:pt>
                <c:pt idx="1300">
                  <c:v>0.90215109831204177</c:v>
                </c:pt>
                <c:pt idx="1301">
                  <c:v>0.8382595022212399</c:v>
                </c:pt>
                <c:pt idx="1302">
                  <c:v>0.79322151095774351</c:v>
                </c:pt>
                <c:pt idx="1303">
                  <c:v>0.82589414411935003</c:v>
                </c:pt>
                <c:pt idx="1304">
                  <c:v>0.95706096817167796</c:v>
                </c:pt>
                <c:pt idx="1305">
                  <c:v>0.8757540139735962</c:v>
                </c:pt>
                <c:pt idx="1306">
                  <c:v>0.8348651033680794</c:v>
                </c:pt>
                <c:pt idx="1307">
                  <c:v>0.82115104249001702</c:v>
                </c:pt>
                <c:pt idx="1308">
                  <c:v>0.78794447029854175</c:v>
                </c:pt>
                <c:pt idx="1309">
                  <c:v>0.79663131372281948</c:v>
                </c:pt>
                <c:pt idx="1310">
                  <c:v>0.8791283563989124</c:v>
                </c:pt>
                <c:pt idx="1311">
                  <c:v>0.79025737658281514</c:v>
                </c:pt>
                <c:pt idx="1312">
                  <c:v>0.7105605742904213</c:v>
                </c:pt>
                <c:pt idx="1313">
                  <c:v>0.65322998789981868</c:v>
                </c:pt>
                <c:pt idx="1314">
                  <c:v>0.62850848646299118</c:v>
                </c:pt>
                <c:pt idx="1315">
                  <c:v>0.58430203053847529</c:v>
                </c:pt>
                <c:pt idx="1316">
                  <c:v>0.60319997056037544</c:v>
                </c:pt>
                <c:pt idx="1317">
                  <c:v>0.67687690740196649</c:v>
                </c:pt>
                <c:pt idx="1318">
                  <c:v>0.70309839858529732</c:v>
                </c:pt>
                <c:pt idx="1319">
                  <c:v>0.70611863766574789</c:v>
                </c:pt>
                <c:pt idx="1320">
                  <c:v>0.66120466398993549</c:v>
                </c:pt>
                <c:pt idx="1321">
                  <c:v>0.65383376789582814</c:v>
                </c:pt>
                <c:pt idx="1322">
                  <c:v>0.61375236890070684</c:v>
                </c:pt>
                <c:pt idx="1323">
                  <c:v>0.62362869185232006</c:v>
                </c:pt>
                <c:pt idx="1324">
                  <c:v>0.59340160262350705</c:v>
                </c:pt>
                <c:pt idx="1325">
                  <c:v>0.59662586995908673</c:v>
                </c:pt>
                <c:pt idx="1326">
                  <c:v>0.57489158963264309</c:v>
                </c:pt>
                <c:pt idx="1327">
                  <c:v>0.59384557904634916</c:v>
                </c:pt>
                <c:pt idx="1328">
                  <c:v>0.59283365810577215</c:v>
                </c:pt>
                <c:pt idx="1329">
                  <c:v>0.65955933419493351</c:v>
                </c:pt>
                <c:pt idx="1330">
                  <c:v>0.72229038553524283</c:v>
                </c:pt>
                <c:pt idx="1331">
                  <c:v>0.70678462955273313</c:v>
                </c:pt>
                <c:pt idx="1332">
                  <c:v>0.58618454464234893</c:v>
                </c:pt>
                <c:pt idx="1333">
                  <c:v>0.55621352820386438</c:v>
                </c:pt>
                <c:pt idx="1334">
                  <c:v>0.54003423936856243</c:v>
                </c:pt>
                <c:pt idx="1335">
                  <c:v>0.51611384525683213</c:v>
                </c:pt>
                <c:pt idx="1336">
                  <c:v>0.53581569227818315</c:v>
                </c:pt>
                <c:pt idx="1337">
                  <c:v>0.48439492833064079</c:v>
                </c:pt>
                <c:pt idx="1338">
                  <c:v>0.55629489184510061</c:v>
                </c:pt>
                <c:pt idx="1339">
                  <c:v>0.56467074339656753</c:v>
                </c:pt>
                <c:pt idx="1340">
                  <c:v>0.57865657651200275</c:v>
                </c:pt>
                <c:pt idx="1341">
                  <c:v>0.61350679839320088</c:v>
                </c:pt>
                <c:pt idx="1342">
                  <c:v>0.64591706418508277</c:v>
                </c:pt>
                <c:pt idx="1343">
                  <c:v>0.64105427350227639</c:v>
                </c:pt>
                <c:pt idx="1344">
                  <c:v>0.64884562775975108</c:v>
                </c:pt>
                <c:pt idx="1345">
                  <c:v>0.66281218543451836</c:v>
                </c:pt>
                <c:pt idx="1346">
                  <c:v>0.67539231465173399</c:v>
                </c:pt>
                <c:pt idx="1347">
                  <c:v>0.67924750190389216</c:v>
                </c:pt>
                <c:pt idx="1348">
                  <c:v>0.68794655773705915</c:v>
                </c:pt>
                <c:pt idx="1349">
                  <c:v>0.71495637430278569</c:v>
                </c:pt>
                <c:pt idx="1350">
                  <c:v>0.71551338956494004</c:v>
                </c:pt>
                <c:pt idx="1351">
                  <c:v>0.71597995964339944</c:v>
                </c:pt>
                <c:pt idx="1352">
                  <c:v>0.67873860439621458</c:v>
                </c:pt>
                <c:pt idx="1353">
                  <c:v>0.68541383929409794</c:v>
                </c:pt>
                <c:pt idx="1354">
                  <c:v>0.58742942243296015</c:v>
                </c:pt>
                <c:pt idx="1355">
                  <c:v>0.49387078944324092</c:v>
                </c:pt>
                <c:pt idx="1356">
                  <c:v>0.40031472621390135</c:v>
                </c:pt>
                <c:pt idx="1357">
                  <c:v>0.34076081290088289</c:v>
                </c:pt>
                <c:pt idx="1358">
                  <c:v>0.29626026590768018</c:v>
                </c:pt>
                <c:pt idx="1359">
                  <c:v>0.45791387642467168</c:v>
                </c:pt>
                <c:pt idx="1360">
                  <c:v>0.58166127594369721</c:v>
                </c:pt>
                <c:pt idx="1361">
                  <c:v>0.5666344453377995</c:v>
                </c:pt>
                <c:pt idx="1362">
                  <c:v>0.54691492454601243</c:v>
                </c:pt>
                <c:pt idx="1363">
                  <c:v>0.5475790753387898</c:v>
                </c:pt>
                <c:pt idx="1364">
                  <c:v>0.51784768028414974</c:v>
                </c:pt>
                <c:pt idx="1365">
                  <c:v>0.55239658781631706</c:v>
                </c:pt>
                <c:pt idx="1366">
                  <c:v>0.5660617252053507</c:v>
                </c:pt>
                <c:pt idx="1367">
                  <c:v>0.58926019635759663</c:v>
                </c:pt>
                <c:pt idx="1368">
                  <c:v>0.59243429735191955</c:v>
                </c:pt>
                <c:pt idx="1369">
                  <c:v>0.53890746502326836</c:v>
                </c:pt>
                <c:pt idx="1370">
                  <c:v>0.54809036553149104</c:v>
                </c:pt>
                <c:pt idx="1371">
                  <c:v>0.5463237159714599</c:v>
                </c:pt>
                <c:pt idx="1372">
                  <c:v>0.49958158261095942</c:v>
                </c:pt>
                <c:pt idx="1373">
                  <c:v>0.51102824260009128</c:v>
                </c:pt>
                <c:pt idx="1374">
                  <c:v>0.55549340220988563</c:v>
                </c:pt>
                <c:pt idx="1375">
                  <c:v>0.53968045637402939</c:v>
                </c:pt>
                <c:pt idx="1376">
                  <c:v>0.55889508669196319</c:v>
                </c:pt>
                <c:pt idx="1377">
                  <c:v>0.49444078811740888</c:v>
                </c:pt>
                <c:pt idx="1378">
                  <c:v>0.54122615630216064</c:v>
                </c:pt>
                <c:pt idx="1379">
                  <c:v>0.61051705939478351</c:v>
                </c:pt>
                <c:pt idx="1380">
                  <c:v>0.56116067475627862</c:v>
                </c:pt>
                <c:pt idx="1381">
                  <c:v>0.52036056185649149</c:v>
                </c:pt>
                <c:pt idx="1382">
                  <c:v>0.57242674734867316</c:v>
                </c:pt>
                <c:pt idx="1383">
                  <c:v>0.60348314809769377</c:v>
                </c:pt>
                <c:pt idx="1384">
                  <c:v>0.50440571908877585</c:v>
                </c:pt>
                <c:pt idx="1385">
                  <c:v>0.62481628707977854</c:v>
                </c:pt>
                <c:pt idx="1386">
                  <c:v>0.5433627050727452</c:v>
                </c:pt>
                <c:pt idx="1387">
                  <c:v>0.57968738383359142</c:v>
                </c:pt>
                <c:pt idx="1388">
                  <c:v>0.53070402920868698</c:v>
                </c:pt>
                <c:pt idx="1389">
                  <c:v>0.52132277504801472</c:v>
                </c:pt>
                <c:pt idx="1390">
                  <c:v>0.52764971163649954</c:v>
                </c:pt>
                <c:pt idx="1391">
                  <c:v>0.54105947733844761</c:v>
                </c:pt>
                <c:pt idx="1392">
                  <c:v>0.54800769984494913</c:v>
                </c:pt>
                <c:pt idx="1393">
                  <c:v>0.56707913507565022</c:v>
                </c:pt>
                <c:pt idx="1394">
                  <c:v>0.58292552580627466</c:v>
                </c:pt>
                <c:pt idx="1395">
                  <c:v>0.59676889382586296</c:v>
                </c:pt>
                <c:pt idx="1396">
                  <c:v>0.59780630229758969</c:v>
                </c:pt>
                <c:pt idx="1397">
                  <c:v>0.58197809894328667</c:v>
                </c:pt>
                <c:pt idx="1398">
                  <c:v>0.56131939760739002</c:v>
                </c:pt>
                <c:pt idx="1399">
                  <c:v>0.59149748716754302</c:v>
                </c:pt>
                <c:pt idx="1400">
                  <c:v>0.55758952869528788</c:v>
                </c:pt>
                <c:pt idx="1401">
                  <c:v>0.537912554993493</c:v>
                </c:pt>
                <c:pt idx="1402">
                  <c:v>0.48650576686329039</c:v>
                </c:pt>
                <c:pt idx="1403">
                  <c:v>0.53032150851005577</c:v>
                </c:pt>
                <c:pt idx="1404">
                  <c:v>0.47378768035446756</c:v>
                </c:pt>
                <c:pt idx="1405">
                  <c:v>0.54802942568811097</c:v>
                </c:pt>
                <c:pt idx="1406">
                  <c:v>0.61276709097988757</c:v>
                </c:pt>
                <c:pt idx="1407">
                  <c:v>0.63158008765889373</c:v>
                </c:pt>
                <c:pt idx="1408">
                  <c:v>0.67966384690532711</c:v>
                </c:pt>
                <c:pt idx="1409">
                  <c:v>0.68786263713462714</c:v>
                </c:pt>
                <c:pt idx="1410">
                  <c:v>0.65899665378666283</c:v>
                </c:pt>
                <c:pt idx="1411">
                  <c:v>0.71011504571660322</c:v>
                </c:pt>
                <c:pt idx="1412">
                  <c:v>0.80070365104073982</c:v>
                </c:pt>
                <c:pt idx="1413">
                  <c:v>0.83838008055139257</c:v>
                </c:pt>
                <c:pt idx="1414">
                  <c:v>0.84868283230245944</c:v>
                </c:pt>
                <c:pt idx="1415">
                  <c:v>0.84575874253707262</c:v>
                </c:pt>
                <c:pt idx="1416">
                  <c:v>0.87642319880872466</c:v>
                </c:pt>
                <c:pt idx="1417">
                  <c:v>0.92930128146910529</c:v>
                </c:pt>
                <c:pt idx="1418">
                  <c:v>0.96820334769166461</c:v>
                </c:pt>
                <c:pt idx="1419">
                  <c:v>0.9724454403852778</c:v>
                </c:pt>
                <c:pt idx="1420">
                  <c:v>0.99167617168682387</c:v>
                </c:pt>
                <c:pt idx="1421">
                  <c:v>1.0015838709668485</c:v>
                </c:pt>
                <c:pt idx="1422">
                  <c:v>1.0031345863107535</c:v>
                </c:pt>
                <c:pt idx="1423">
                  <c:v>1.018022126710934</c:v>
                </c:pt>
                <c:pt idx="1424">
                  <c:v>1.0277709660860441</c:v>
                </c:pt>
                <c:pt idx="1425">
                  <c:v>1.0281052236179367</c:v>
                </c:pt>
                <c:pt idx="1426">
                  <c:v>1.0520471877730257</c:v>
                </c:pt>
                <c:pt idx="1427">
                  <c:v>1.0568210698009559</c:v>
                </c:pt>
                <c:pt idx="1428">
                  <c:v>0.9843381915075623</c:v>
                </c:pt>
                <c:pt idx="1429">
                  <c:v>0.97100711050055566</c:v>
                </c:pt>
                <c:pt idx="1430">
                  <c:v>0.95547957904544667</c:v>
                </c:pt>
                <c:pt idx="1431">
                  <c:v>0.88496167650054991</c:v>
                </c:pt>
                <c:pt idx="1432">
                  <c:v>0.86238144725593247</c:v>
                </c:pt>
                <c:pt idx="1433">
                  <c:v>0.74421801080970496</c:v>
                </c:pt>
                <c:pt idx="1434">
                  <c:v>0.77643425365252539</c:v>
                </c:pt>
                <c:pt idx="1435">
                  <c:v>0.76901382130343199</c:v>
                </c:pt>
                <c:pt idx="1436">
                  <c:v>0.75955151796641218</c:v>
                </c:pt>
                <c:pt idx="1437">
                  <c:v>0.7464852814912798</c:v>
                </c:pt>
                <c:pt idx="1438">
                  <c:v>0.73653642923350915</c:v>
                </c:pt>
                <c:pt idx="1439">
                  <c:v>0.7775617040251418</c:v>
                </c:pt>
                <c:pt idx="1440">
                  <c:v>0.77419043984642655</c:v>
                </c:pt>
                <c:pt idx="1441">
                  <c:v>0.76905647025029433</c:v>
                </c:pt>
                <c:pt idx="1442">
                  <c:v>0.79962109983034768</c:v>
                </c:pt>
                <c:pt idx="1443">
                  <c:v>0.81382386232796389</c:v>
                </c:pt>
                <c:pt idx="1444">
                  <c:v>0.80755133683072078</c:v>
                </c:pt>
                <c:pt idx="1445">
                  <c:v>0.77403726643302517</c:v>
                </c:pt>
                <c:pt idx="1446">
                  <c:v>0.75408775484750878</c:v>
                </c:pt>
                <c:pt idx="1447">
                  <c:v>0.70209888999817027</c:v>
                </c:pt>
                <c:pt idx="1448">
                  <c:v>0.68247541162610248</c:v>
                </c:pt>
                <c:pt idx="1449">
                  <c:v>0.66284292440208592</c:v>
                </c:pt>
                <c:pt idx="1450">
                  <c:v>0.61552156034022609</c:v>
                </c:pt>
                <c:pt idx="1451">
                  <c:v>0.65375411697598895</c:v>
                </c:pt>
                <c:pt idx="1452">
                  <c:v>0.64163167188433934</c:v>
                </c:pt>
                <c:pt idx="1453">
                  <c:v>0.63047273356879441</c:v>
                </c:pt>
                <c:pt idx="1454">
                  <c:v>0.54242287336110673</c:v>
                </c:pt>
                <c:pt idx="1455">
                  <c:v>0.53837427720173803</c:v>
                </c:pt>
                <c:pt idx="1456">
                  <c:v>0.44963335614621092</c:v>
                </c:pt>
                <c:pt idx="1457">
                  <c:v>0.3200752132696299</c:v>
                </c:pt>
                <c:pt idx="1458">
                  <c:v>0.39010400086434932</c:v>
                </c:pt>
                <c:pt idx="1459">
                  <c:v>0.49682655896571132</c:v>
                </c:pt>
                <c:pt idx="1460">
                  <c:v>0.54389996191730383</c:v>
                </c:pt>
                <c:pt idx="1461">
                  <c:v>0.58403198092826825</c:v>
                </c:pt>
                <c:pt idx="1462">
                  <c:v>0.57806134130749132</c:v>
                </c:pt>
                <c:pt idx="1463">
                  <c:v>0.65250082305036194</c:v>
                </c:pt>
                <c:pt idx="1464">
                  <c:v>0.62867449534714892</c:v>
                </c:pt>
                <c:pt idx="1465">
                  <c:v>0.64834024972904447</c:v>
                </c:pt>
                <c:pt idx="1466">
                  <c:v>0.74768261908609446</c:v>
                </c:pt>
                <c:pt idx="1467">
                  <c:v>0.79383926653038095</c:v>
                </c:pt>
                <c:pt idx="1468">
                  <c:v>0.82282730475152333</c:v>
                </c:pt>
                <c:pt idx="1469">
                  <c:v>0.81846093328179559</c:v>
                </c:pt>
                <c:pt idx="1470">
                  <c:v>0.83028095221048637</c:v>
                </c:pt>
                <c:pt idx="1471">
                  <c:v>0.99536025332163047</c:v>
                </c:pt>
                <c:pt idx="1472">
                  <c:v>1.4705480939995528</c:v>
                </c:pt>
                <c:pt idx="1473">
                  <c:v>1.4136798009934455</c:v>
                </c:pt>
                <c:pt idx="1474">
                  <c:v>1.3545594703168464</c:v>
                </c:pt>
                <c:pt idx="1475">
                  <c:v>1.1637702244387642</c:v>
                </c:pt>
                <c:pt idx="1476">
                  <c:v>1.1600758335788772</c:v>
                </c:pt>
                <c:pt idx="1477">
                  <c:v>1.249014294277538</c:v>
                </c:pt>
                <c:pt idx="1478">
                  <c:v>1.22350913838282</c:v>
                </c:pt>
                <c:pt idx="1479">
                  <c:v>1.2823753090888717</c:v>
                </c:pt>
                <c:pt idx="1480">
                  <c:v>1.3435291217642893</c:v>
                </c:pt>
                <c:pt idx="1481">
                  <c:v>1.385826062989117</c:v>
                </c:pt>
                <c:pt idx="1482">
                  <c:v>1.4228883428718975</c:v>
                </c:pt>
                <c:pt idx="1483">
                  <c:v>1.4596048725157902</c:v>
                </c:pt>
                <c:pt idx="1484">
                  <c:v>1.4781475541174858</c:v>
                </c:pt>
                <c:pt idx="1485">
                  <c:v>1.5296387968345948</c:v>
                </c:pt>
                <c:pt idx="1486">
                  <c:v>1.5247146029630514</c:v>
                </c:pt>
                <c:pt idx="1487">
                  <c:v>1.542059096299162</c:v>
                </c:pt>
                <c:pt idx="1488">
                  <c:v>1.5926108265010581</c:v>
                </c:pt>
                <c:pt idx="1489">
                  <c:v>1.5647111679800074</c:v>
                </c:pt>
                <c:pt idx="1490">
                  <c:v>1.5990877096370864</c:v>
                </c:pt>
                <c:pt idx="1491">
                  <c:v>1.6089453984076434</c:v>
                </c:pt>
                <c:pt idx="1492">
                  <c:v>1.6451132818611647</c:v>
                </c:pt>
                <c:pt idx="1493">
                  <c:v>1.6769700935421756</c:v>
                </c:pt>
                <c:pt idx="1494">
                  <c:v>1.7244280185618537</c:v>
                </c:pt>
                <c:pt idx="1495">
                  <c:v>1.7058406249715401</c:v>
                </c:pt>
                <c:pt idx="1496">
                  <c:v>1.6059954652072861</c:v>
                </c:pt>
                <c:pt idx="1497">
                  <c:v>1.521896714703689</c:v>
                </c:pt>
                <c:pt idx="1498">
                  <c:v>1.4348796248926425</c:v>
                </c:pt>
                <c:pt idx="1499">
                  <c:v>1.2579107612324818</c:v>
                </c:pt>
                <c:pt idx="1500">
                  <c:v>1.2097194330620007</c:v>
                </c:pt>
                <c:pt idx="1501">
                  <c:v>1.1573805402356843</c:v>
                </c:pt>
                <c:pt idx="1502">
                  <c:v>1.1888508055069511</c:v>
                </c:pt>
                <c:pt idx="1503">
                  <c:v>1.1964316835420661</c:v>
                </c:pt>
                <c:pt idx="1504">
                  <c:v>1.0253958009782986</c:v>
                </c:pt>
                <c:pt idx="1505">
                  <c:v>0.6157677174462779</c:v>
                </c:pt>
                <c:pt idx="1506">
                  <c:v>0.61651485805974993</c:v>
                </c:pt>
                <c:pt idx="1507">
                  <c:v>0.66202490886501253</c:v>
                </c:pt>
                <c:pt idx="1508">
                  <c:v>0.61762767621900172</c:v>
                </c:pt>
                <c:pt idx="1509">
                  <c:v>0.59310972697621001</c:v>
                </c:pt>
                <c:pt idx="1510">
                  <c:v>0.59436257182599994</c:v>
                </c:pt>
                <c:pt idx="1511">
                  <c:v>0.58331810352685498</c:v>
                </c:pt>
                <c:pt idx="1512">
                  <c:v>0.58528343462437038</c:v>
                </c:pt>
                <c:pt idx="1513">
                  <c:v>0.5720495854673302</c:v>
                </c:pt>
                <c:pt idx="1514">
                  <c:v>0.57483290612981963</c:v>
                </c:pt>
                <c:pt idx="1515">
                  <c:v>0.56358368026846439</c:v>
                </c:pt>
                <c:pt idx="1516">
                  <c:v>0.56869728889499038</c:v>
                </c:pt>
                <c:pt idx="1517">
                  <c:v>0.55253103231915446</c:v>
                </c:pt>
                <c:pt idx="1518">
                  <c:v>0.54839492840536697</c:v>
                </c:pt>
                <c:pt idx="1519">
                  <c:v>0.5016432686178085</c:v>
                </c:pt>
                <c:pt idx="1520">
                  <c:v>0.55361309595867325</c:v>
                </c:pt>
                <c:pt idx="1521">
                  <c:v>0.60188455845825051</c:v>
                </c:pt>
                <c:pt idx="1522">
                  <c:v>0.58310504819102227</c:v>
                </c:pt>
                <c:pt idx="1523">
                  <c:v>0.57062496577843558</c:v>
                </c:pt>
                <c:pt idx="1524">
                  <c:v>0.5350964523809284</c:v>
                </c:pt>
                <c:pt idx="1525">
                  <c:v>0.49288585378489858</c:v>
                </c:pt>
                <c:pt idx="1526">
                  <c:v>0.41175365591043733</c:v>
                </c:pt>
                <c:pt idx="1527">
                  <c:v>0.38783221712325472</c:v>
                </c:pt>
                <c:pt idx="1528">
                  <c:v>0.3636771761031517</c:v>
                </c:pt>
                <c:pt idx="1529">
                  <c:v>0.68416658318729118</c:v>
                </c:pt>
                <c:pt idx="1530">
                  <c:v>0.57321496988726883</c:v>
                </c:pt>
                <c:pt idx="1531">
                  <c:v>0.59641887530183768</c:v>
                </c:pt>
                <c:pt idx="1532">
                  <c:v>0.58185075592927959</c:v>
                </c:pt>
                <c:pt idx="1533">
                  <c:v>0.5835648669128336</c:v>
                </c:pt>
                <c:pt idx="1534">
                  <c:v>0.67886360799143797</c:v>
                </c:pt>
                <c:pt idx="1535">
                  <c:v>0.72851166751545016</c:v>
                </c:pt>
                <c:pt idx="1536">
                  <c:v>0.81398123578454806</c:v>
                </c:pt>
                <c:pt idx="1537">
                  <c:v>0.85995753689024623</c:v>
                </c:pt>
                <c:pt idx="1538">
                  <c:v>0.90026156458092821</c:v>
                </c:pt>
                <c:pt idx="1539">
                  <c:v>0.96515798109239204</c:v>
                </c:pt>
                <c:pt idx="1540">
                  <c:v>1.0074088946427533</c:v>
                </c:pt>
                <c:pt idx="1541">
                  <c:v>1.031194048798328</c:v>
                </c:pt>
                <c:pt idx="1542">
                  <c:v>1.0407343235800761</c:v>
                </c:pt>
                <c:pt idx="1543">
                  <c:v>1.0935492583074338</c:v>
                </c:pt>
                <c:pt idx="1544">
                  <c:v>1.0432233323227305</c:v>
                </c:pt>
                <c:pt idx="1545">
                  <c:v>0.97295071545268519</c:v>
                </c:pt>
                <c:pt idx="1546">
                  <c:v>0.91070914532088432</c:v>
                </c:pt>
                <c:pt idx="1547">
                  <c:v>0.85120687219013169</c:v>
                </c:pt>
                <c:pt idx="1548">
                  <c:v>0.90372611359687072</c:v>
                </c:pt>
                <c:pt idx="1549">
                  <c:v>0.89582613849252357</c:v>
                </c:pt>
                <c:pt idx="1550">
                  <c:v>0.89580261363168689</c:v>
                </c:pt>
                <c:pt idx="1551">
                  <c:v>0.92146098155376999</c:v>
                </c:pt>
                <c:pt idx="1552">
                  <c:v>0.91533746460062027</c:v>
                </c:pt>
                <c:pt idx="1553">
                  <c:v>0.90774975347853037</c:v>
                </c:pt>
                <c:pt idx="1554">
                  <c:v>0.88054683620513863</c:v>
                </c:pt>
                <c:pt idx="1555">
                  <c:v>0.82645570736775531</c:v>
                </c:pt>
                <c:pt idx="1556">
                  <c:v>0.8039868213932555</c:v>
                </c:pt>
                <c:pt idx="1557">
                  <c:v>0.81483721283156074</c:v>
                </c:pt>
                <c:pt idx="1558">
                  <c:v>0.8163233203064465</c:v>
                </c:pt>
                <c:pt idx="1559">
                  <c:v>0.78832560358781423</c:v>
                </c:pt>
                <c:pt idx="1560">
                  <c:v>0.77555554485847078</c:v>
                </c:pt>
                <c:pt idx="1561">
                  <c:v>0.79449230233257906</c:v>
                </c:pt>
                <c:pt idx="1562">
                  <c:v>0.78523307709076051</c:v>
                </c:pt>
                <c:pt idx="1563">
                  <c:v>0.78331014051542003</c:v>
                </c:pt>
                <c:pt idx="1564">
                  <c:v>0.79257948233413589</c:v>
                </c:pt>
                <c:pt idx="1565">
                  <c:v>0.8037476705105383</c:v>
                </c:pt>
                <c:pt idx="1566">
                  <c:v>1.4081091751599371</c:v>
                </c:pt>
                <c:pt idx="1567">
                  <c:v>1.5196766867232068</c:v>
                </c:pt>
                <c:pt idx="1568">
                  <c:v>1.3750586931977054</c:v>
                </c:pt>
                <c:pt idx="1569">
                  <c:v>1.2372194688437352</c:v>
                </c:pt>
                <c:pt idx="1570">
                  <c:v>1.0159174499238797</c:v>
                </c:pt>
                <c:pt idx="1571">
                  <c:v>0.87208586463068383</c:v>
                </c:pt>
                <c:pt idx="1572">
                  <c:v>0.78459125885075143</c:v>
                </c:pt>
                <c:pt idx="1573">
                  <c:v>0.81482742219355631</c:v>
                </c:pt>
                <c:pt idx="1574">
                  <c:v>0.83288186524687369</c:v>
                </c:pt>
                <c:pt idx="1575">
                  <c:v>0.79252616351339245</c:v>
                </c:pt>
                <c:pt idx="1576">
                  <c:v>0.85568278497773664</c:v>
                </c:pt>
                <c:pt idx="1577">
                  <c:v>0.91524632305203835</c:v>
                </c:pt>
                <c:pt idx="1578">
                  <c:v>0.9522405069700709</c:v>
                </c:pt>
                <c:pt idx="1579">
                  <c:v>0.98332166266460397</c:v>
                </c:pt>
                <c:pt idx="1580">
                  <c:v>0.97014877315746351</c:v>
                </c:pt>
                <c:pt idx="1581">
                  <c:v>0.99256906122956434</c:v>
                </c:pt>
                <c:pt idx="1582">
                  <c:v>1.0161159197667808</c:v>
                </c:pt>
                <c:pt idx="1583">
                  <c:v>1.0114260882922124</c:v>
                </c:pt>
                <c:pt idx="1584">
                  <c:v>1.0784699072959631</c:v>
                </c:pt>
                <c:pt idx="1585">
                  <c:v>1.0913154564439287</c:v>
                </c:pt>
                <c:pt idx="1586">
                  <c:v>1.0916247228084477</c:v>
                </c:pt>
                <c:pt idx="1587">
                  <c:v>1.0657381834407464</c:v>
                </c:pt>
                <c:pt idx="1588">
                  <c:v>1.1112397202926301</c:v>
                </c:pt>
                <c:pt idx="1589">
                  <c:v>1.0749130744827837</c:v>
                </c:pt>
                <c:pt idx="1590">
                  <c:v>1.0587630402607644</c:v>
                </c:pt>
                <c:pt idx="1591">
                  <c:v>1.0542179058534578</c:v>
                </c:pt>
                <c:pt idx="1592">
                  <c:v>0.96388924020743827</c:v>
                </c:pt>
                <c:pt idx="1593">
                  <c:v>0.83933399008686249</c:v>
                </c:pt>
                <c:pt idx="1594">
                  <c:v>0.71546121327943057</c:v>
                </c:pt>
                <c:pt idx="1595">
                  <c:v>0.70035106343180642</c:v>
                </c:pt>
                <c:pt idx="1596">
                  <c:v>0.68042217440421271</c:v>
                </c:pt>
                <c:pt idx="1597">
                  <c:v>0.77485826549556613</c:v>
                </c:pt>
                <c:pt idx="1598">
                  <c:v>0.86493290780098375</c:v>
                </c:pt>
                <c:pt idx="1599">
                  <c:v>0.88651684507494066</c:v>
                </c:pt>
                <c:pt idx="1600">
                  <c:v>0.97358339230273605</c:v>
                </c:pt>
                <c:pt idx="1601">
                  <c:v>1.0313172716125281</c:v>
                </c:pt>
                <c:pt idx="1602">
                  <c:v>1.0600979054061601</c:v>
                </c:pt>
                <c:pt idx="1603">
                  <c:v>1.0695328753009334</c:v>
                </c:pt>
                <c:pt idx="1604">
                  <c:v>1.0491054295509501</c:v>
                </c:pt>
                <c:pt idx="1605">
                  <c:v>0.86208304591063956</c:v>
                </c:pt>
                <c:pt idx="1606">
                  <c:v>0.80613528346751551</c:v>
                </c:pt>
                <c:pt idx="1607">
                  <c:v>0.77526727215418001</c:v>
                </c:pt>
                <c:pt idx="1608">
                  <c:v>0.73913265266186456</c:v>
                </c:pt>
                <c:pt idx="1609">
                  <c:v>0.73272599336473321</c:v>
                </c:pt>
                <c:pt idx="1610">
                  <c:v>0.75216380949020512</c:v>
                </c:pt>
                <c:pt idx="1611">
                  <c:v>0.81875897594285185</c:v>
                </c:pt>
                <c:pt idx="1612">
                  <c:v>0.99389167845556026</c:v>
                </c:pt>
                <c:pt idx="1613">
                  <c:v>1.0990461865386305</c:v>
                </c:pt>
                <c:pt idx="1614">
                  <c:v>1.0764437501765209</c:v>
                </c:pt>
                <c:pt idx="1615">
                  <c:v>1.0001132051930022</c:v>
                </c:pt>
                <c:pt idx="1616">
                  <c:v>0.89912036130876594</c:v>
                </c:pt>
                <c:pt idx="1617">
                  <c:v>0.83348782159652113</c:v>
                </c:pt>
                <c:pt idx="1618">
                  <c:v>0.84730691746689513</c:v>
                </c:pt>
                <c:pt idx="1619">
                  <c:v>1.0315115823376619</c:v>
                </c:pt>
                <c:pt idx="1620">
                  <c:v>1.2440265250839013</c:v>
                </c:pt>
                <c:pt idx="1621">
                  <c:v>1.0839496867350926</c:v>
                </c:pt>
                <c:pt idx="1622">
                  <c:v>0.9021421518352416</c:v>
                </c:pt>
                <c:pt idx="1623">
                  <c:v>0.99050316554179119</c:v>
                </c:pt>
                <c:pt idx="1624">
                  <c:v>0.90397894100419984</c:v>
                </c:pt>
                <c:pt idx="1625">
                  <c:v>0.97465618054678604</c:v>
                </c:pt>
                <c:pt idx="1626">
                  <c:v>0.99117119763488315</c:v>
                </c:pt>
                <c:pt idx="1627">
                  <c:v>0.98814436314831622</c:v>
                </c:pt>
                <c:pt idx="1628">
                  <c:v>0.99139020761750218</c:v>
                </c:pt>
                <c:pt idx="1629">
                  <c:v>0.98765180400274599</c:v>
                </c:pt>
                <c:pt idx="1630">
                  <c:v>1.0343428950319529</c:v>
                </c:pt>
                <c:pt idx="1631">
                  <c:v>1.006125007305992</c:v>
                </c:pt>
                <c:pt idx="1632">
                  <c:v>1.003688938403505</c:v>
                </c:pt>
                <c:pt idx="1633">
                  <c:v>1.0209815302198275</c:v>
                </c:pt>
                <c:pt idx="1634">
                  <c:v>1.0251297084916777</c:v>
                </c:pt>
                <c:pt idx="1635">
                  <c:v>1.0555352116493897</c:v>
                </c:pt>
                <c:pt idx="1636">
                  <c:v>1.0536970029447199</c:v>
                </c:pt>
                <c:pt idx="1637">
                  <c:v>1.0387929154136017</c:v>
                </c:pt>
                <c:pt idx="1638">
                  <c:v>1.0295623872889246</c:v>
                </c:pt>
                <c:pt idx="1639">
                  <c:v>1.0694771383679866</c:v>
                </c:pt>
                <c:pt idx="1640">
                  <c:v>1.1291504094983997</c:v>
                </c:pt>
                <c:pt idx="1641">
                  <c:v>1.1393560382130925</c:v>
                </c:pt>
                <c:pt idx="1642">
                  <c:v>0.9608563266557848</c:v>
                </c:pt>
                <c:pt idx="1643">
                  <c:v>0.66698894126845198</c:v>
                </c:pt>
                <c:pt idx="1644">
                  <c:v>0.51955827498893448</c:v>
                </c:pt>
                <c:pt idx="1645">
                  <c:v>0.42817615669526171</c:v>
                </c:pt>
                <c:pt idx="1646">
                  <c:v>0.42907630811827541</c:v>
                </c:pt>
                <c:pt idx="1647">
                  <c:v>0.44638768221102182</c:v>
                </c:pt>
                <c:pt idx="1648">
                  <c:v>0.51020076494578859</c:v>
                </c:pt>
                <c:pt idx="1649">
                  <c:v>0.26668568481240157</c:v>
                </c:pt>
                <c:pt idx="1650">
                  <c:v>0.59552490161105243</c:v>
                </c:pt>
                <c:pt idx="1651">
                  <c:v>0.65868724429214887</c:v>
                </c:pt>
                <c:pt idx="1652">
                  <c:v>0.69325452201583804</c:v>
                </c:pt>
                <c:pt idx="1653">
                  <c:v>0.7880730611015061</c:v>
                </c:pt>
                <c:pt idx="1654">
                  <c:v>1.2588209659715661</c:v>
                </c:pt>
                <c:pt idx="1655">
                  <c:v>1.5746748999708762</c:v>
                </c:pt>
                <c:pt idx="1656">
                  <c:v>1.6329405280460245</c:v>
                </c:pt>
                <c:pt idx="1657">
                  <c:v>1.722258627707425</c:v>
                </c:pt>
                <c:pt idx="1658">
                  <c:v>1.7851546049695182</c:v>
                </c:pt>
                <c:pt idx="1659">
                  <c:v>1.8518555473669078</c:v>
                </c:pt>
                <c:pt idx="1660">
                  <c:v>1.8884539118621473</c:v>
                </c:pt>
                <c:pt idx="1661">
                  <c:v>1.9715630415621326</c:v>
                </c:pt>
                <c:pt idx="1662">
                  <c:v>2.0634304689717067</c:v>
                </c:pt>
                <c:pt idx="1663">
                  <c:v>2.1329575767619184</c:v>
                </c:pt>
                <c:pt idx="1664">
                  <c:v>1.933648654592087</c:v>
                </c:pt>
                <c:pt idx="1665">
                  <c:v>1.8722192173059509</c:v>
                </c:pt>
                <c:pt idx="1666">
                  <c:v>1.8515912636435181</c:v>
                </c:pt>
                <c:pt idx="1667">
                  <c:v>1.7320393554499072</c:v>
                </c:pt>
                <c:pt idx="1668">
                  <c:v>1.5469729537236525</c:v>
                </c:pt>
                <c:pt idx="1669">
                  <c:v>1.4875762934578811</c:v>
                </c:pt>
                <c:pt idx="1670">
                  <c:v>1.5099835014403393</c:v>
                </c:pt>
                <c:pt idx="1671">
                  <c:v>1.5198471443530823</c:v>
                </c:pt>
                <c:pt idx="1672">
                  <c:v>1.5353397159632396</c:v>
                </c:pt>
                <c:pt idx="1673">
                  <c:v>1.7275148566520182</c:v>
                </c:pt>
                <c:pt idx="1674">
                  <c:v>1.9697990430477379</c:v>
                </c:pt>
                <c:pt idx="1675">
                  <c:v>2.131553691657444</c:v>
                </c:pt>
                <c:pt idx="1676">
                  <c:v>2.3666442776753205</c:v>
                </c:pt>
                <c:pt idx="1677">
                  <c:v>2.4847049732792663</c:v>
                </c:pt>
                <c:pt idx="1678">
                  <c:v>2.5546650838090152</c:v>
                </c:pt>
                <c:pt idx="1679">
                  <c:v>2.5528571201518218</c:v>
                </c:pt>
                <c:pt idx="1680">
                  <c:v>2.673542262530642</c:v>
                </c:pt>
                <c:pt idx="1681">
                  <c:v>2.7713665142339199</c:v>
                </c:pt>
                <c:pt idx="1682">
                  <c:v>2.6751902079116578</c:v>
                </c:pt>
                <c:pt idx="1683">
                  <c:v>2.7063087801175638</c:v>
                </c:pt>
                <c:pt idx="1684">
                  <c:v>2.7867069796778718</c:v>
                </c:pt>
                <c:pt idx="1685">
                  <c:v>2.7929746188555096</c:v>
                </c:pt>
                <c:pt idx="1686">
                  <c:v>2.7702130016922202</c:v>
                </c:pt>
                <c:pt idx="1687">
                  <c:v>2.7671742608284045</c:v>
                </c:pt>
                <c:pt idx="1688">
                  <c:v>2.7317334759976366</c:v>
                </c:pt>
                <c:pt idx="1689">
                  <c:v>2.6138719887897892</c:v>
                </c:pt>
                <c:pt idx="1690">
                  <c:v>2.3940584432672796</c:v>
                </c:pt>
                <c:pt idx="1691">
                  <c:v>2.2664653527157679</c:v>
                </c:pt>
                <c:pt idx="1692">
                  <c:v>2.1113665176396554</c:v>
                </c:pt>
                <c:pt idx="1693">
                  <c:v>1.9469424110242988</c:v>
                </c:pt>
                <c:pt idx="1694">
                  <c:v>1.9164056338763591</c:v>
                </c:pt>
                <c:pt idx="1695">
                  <c:v>1.8884726580104381</c:v>
                </c:pt>
                <c:pt idx="1696">
                  <c:v>1.9367061910477847</c:v>
                </c:pt>
                <c:pt idx="1697">
                  <c:v>2.1483854714041195</c:v>
                </c:pt>
                <c:pt idx="1698">
                  <c:v>2.2235703036555763</c:v>
                </c:pt>
                <c:pt idx="1699">
                  <c:v>2.3358985485385473</c:v>
                </c:pt>
                <c:pt idx="1700">
                  <c:v>2.5012668653783332</c:v>
                </c:pt>
                <c:pt idx="1701">
                  <c:v>2.5561722707952246</c:v>
                </c:pt>
                <c:pt idx="1702">
                  <c:v>2.5643677950921506</c:v>
                </c:pt>
                <c:pt idx="1703">
                  <c:v>2.5540205994635148</c:v>
                </c:pt>
                <c:pt idx="1704">
                  <c:v>2.585011181805267</c:v>
                </c:pt>
                <c:pt idx="1705">
                  <c:v>2.6116958471363465</c:v>
                </c:pt>
                <c:pt idx="1706">
                  <c:v>2.6604741095620046</c:v>
                </c:pt>
                <c:pt idx="1707">
                  <c:v>2.669039947062791</c:v>
                </c:pt>
                <c:pt idx="1708">
                  <c:v>2.6744742596248621</c:v>
                </c:pt>
                <c:pt idx="1709">
                  <c:v>2.644248288407689</c:v>
                </c:pt>
                <c:pt idx="1710">
                  <c:v>2.6465326138892036</c:v>
                </c:pt>
                <c:pt idx="1711">
                  <c:v>2.6048886195911387</c:v>
                </c:pt>
                <c:pt idx="1712">
                  <c:v>2.5432912160488201</c:v>
                </c:pt>
                <c:pt idx="1713">
                  <c:v>2.5610084956474739</c:v>
                </c:pt>
                <c:pt idx="1714">
                  <c:v>2.4461511933282352</c:v>
                </c:pt>
                <c:pt idx="1715">
                  <c:v>2.4258363961456264</c:v>
                </c:pt>
                <c:pt idx="1716">
                  <c:v>2.4083238426424605</c:v>
                </c:pt>
                <c:pt idx="1717">
                  <c:v>2.3402020154336292</c:v>
                </c:pt>
                <c:pt idx="1718">
                  <c:v>2.2585208638991641</c:v>
                </c:pt>
                <c:pt idx="1719">
                  <c:v>2.1105327398002189</c:v>
                </c:pt>
                <c:pt idx="1720">
                  <c:v>2.2448785074458315</c:v>
                </c:pt>
                <c:pt idx="1721">
                  <c:v>2.2368883558846417</c:v>
                </c:pt>
                <c:pt idx="1722">
                  <c:v>2.2387000298299591</c:v>
                </c:pt>
                <c:pt idx="1723">
                  <c:v>2.2616849827944332</c:v>
                </c:pt>
                <c:pt idx="1724">
                  <c:v>2.2524891037741641</c:v>
                </c:pt>
                <c:pt idx="1725">
                  <c:v>2.1938451876565384</c:v>
                </c:pt>
                <c:pt idx="1726">
                  <c:v>2.2203297151486048</c:v>
                </c:pt>
                <c:pt idx="1727">
                  <c:v>2.2853608430187746</c:v>
                </c:pt>
                <c:pt idx="1728">
                  <c:v>2.3682616378835815</c:v>
                </c:pt>
                <c:pt idx="1729">
                  <c:v>2.3801536490178679</c:v>
                </c:pt>
                <c:pt idx="1730">
                  <c:v>2.4532423605696199</c:v>
                </c:pt>
                <c:pt idx="1731">
                  <c:v>2.5724072336178292</c:v>
                </c:pt>
                <c:pt idx="1732">
                  <c:v>2.6436581433486874</c:v>
                </c:pt>
                <c:pt idx="1733">
                  <c:v>2.6358575653473553</c:v>
                </c:pt>
                <c:pt idx="1734">
                  <c:v>2.6230828341112433</c:v>
                </c:pt>
                <c:pt idx="1735">
                  <c:v>2.7371578769619656</c:v>
                </c:pt>
                <c:pt idx="1736">
                  <c:v>2.623270730400677</c:v>
                </c:pt>
                <c:pt idx="1737">
                  <c:v>2.3908928185621692</c:v>
                </c:pt>
                <c:pt idx="1738">
                  <c:v>2.2065251735257347</c:v>
                </c:pt>
                <c:pt idx="1739">
                  <c:v>2.0827265876118792</c:v>
                </c:pt>
                <c:pt idx="1740">
                  <c:v>1.9351304840472503</c:v>
                </c:pt>
                <c:pt idx="1741">
                  <c:v>1.7374443401343287</c:v>
                </c:pt>
                <c:pt idx="1742">
                  <c:v>1.6848753606940514</c:v>
                </c:pt>
                <c:pt idx="1743">
                  <c:v>1.7092767694247317</c:v>
                </c:pt>
                <c:pt idx="1744">
                  <c:v>1.6604478002222958</c:v>
                </c:pt>
                <c:pt idx="1745">
                  <c:v>1.764825666549654</c:v>
                </c:pt>
                <c:pt idx="1746">
                  <c:v>1.8338102469433926</c:v>
                </c:pt>
                <c:pt idx="1747">
                  <c:v>1.9161016652835394</c:v>
                </c:pt>
                <c:pt idx="1748">
                  <c:v>2.0253955074496397</c:v>
                </c:pt>
                <c:pt idx="1749">
                  <c:v>2.1407812129726875</c:v>
                </c:pt>
                <c:pt idx="1750">
                  <c:v>2.1723017272432861</c:v>
                </c:pt>
                <c:pt idx="1751">
                  <c:v>2.1927269513323666</c:v>
                </c:pt>
                <c:pt idx="1752">
                  <c:v>2.2541300734961998</c:v>
                </c:pt>
                <c:pt idx="1753">
                  <c:v>2.2823086190743438</c:v>
                </c:pt>
                <c:pt idx="1754">
                  <c:v>2.3914115567069212</c:v>
                </c:pt>
                <c:pt idx="1755">
                  <c:v>2.3796813151323644</c:v>
                </c:pt>
                <c:pt idx="1756">
                  <c:v>2.4664257105279184</c:v>
                </c:pt>
                <c:pt idx="1757">
                  <c:v>2.4372675653626739</c:v>
                </c:pt>
                <c:pt idx="1758">
                  <c:v>2.4575255245698151</c:v>
                </c:pt>
                <c:pt idx="1759">
                  <c:v>2.5475788915355353</c:v>
                </c:pt>
                <c:pt idx="1760">
                  <c:v>2.5451866692691163</c:v>
                </c:pt>
                <c:pt idx="1761">
                  <c:v>2.2232013803392268</c:v>
                </c:pt>
                <c:pt idx="1762">
                  <c:v>1.9348143425582005</c:v>
                </c:pt>
                <c:pt idx="1763">
                  <c:v>1.882132172279557</c:v>
                </c:pt>
                <c:pt idx="1764">
                  <c:v>1.5989172070755402</c:v>
                </c:pt>
                <c:pt idx="1765">
                  <c:v>1.4890836913281755</c:v>
                </c:pt>
                <c:pt idx="1766">
                  <c:v>1.3559051879966781</c:v>
                </c:pt>
                <c:pt idx="1767">
                  <c:v>1.2956471148150643</c:v>
                </c:pt>
                <c:pt idx="1768">
                  <c:v>1.4129665474194744</c:v>
                </c:pt>
                <c:pt idx="1769">
                  <c:v>1.5137754243917516</c:v>
                </c:pt>
                <c:pt idx="1770">
                  <c:v>1.6615871879722108</c:v>
                </c:pt>
                <c:pt idx="1771">
                  <c:v>1.8113738402869639</c:v>
                </c:pt>
                <c:pt idx="1772">
                  <c:v>1.9009735312400349</c:v>
                </c:pt>
                <c:pt idx="1773">
                  <c:v>2.133058379672979</c:v>
                </c:pt>
                <c:pt idx="1774">
                  <c:v>2.4164165968102012</c:v>
                </c:pt>
                <c:pt idx="1775">
                  <c:v>2.3705607489454064</c:v>
                </c:pt>
                <c:pt idx="1776">
                  <c:v>2.4356639455538045</c:v>
                </c:pt>
                <c:pt idx="1777">
                  <c:v>2.5342795429698177</c:v>
                </c:pt>
                <c:pt idx="1778">
                  <c:v>2.5215884074673371</c:v>
                </c:pt>
                <c:pt idx="1779">
                  <c:v>2.4687653178526143</c:v>
                </c:pt>
                <c:pt idx="1780">
                  <c:v>2.5362187850403393</c:v>
                </c:pt>
                <c:pt idx="1781">
                  <c:v>2.567254509788758</c:v>
                </c:pt>
                <c:pt idx="1782">
                  <c:v>2.4753734161056795</c:v>
                </c:pt>
                <c:pt idx="1783">
                  <c:v>3.234602975210374</c:v>
                </c:pt>
                <c:pt idx="1784">
                  <c:v>1.4443872359405794</c:v>
                </c:pt>
                <c:pt idx="1785">
                  <c:v>1.0780021250516523</c:v>
                </c:pt>
                <c:pt idx="1786">
                  <c:v>1.0840097097724599</c:v>
                </c:pt>
                <c:pt idx="1787">
                  <c:v>1.0171801384531247</c:v>
                </c:pt>
                <c:pt idx="1788">
                  <c:v>0.85984082982934329</c:v>
                </c:pt>
                <c:pt idx="1789">
                  <c:v>0.70947247497216281</c:v>
                </c:pt>
                <c:pt idx="1790">
                  <c:v>0.67977760511328067</c:v>
                </c:pt>
                <c:pt idx="1791">
                  <c:v>0.66493184276682415</c:v>
                </c:pt>
                <c:pt idx="1792">
                  <c:v>0.74404804325302909</c:v>
                </c:pt>
                <c:pt idx="1793">
                  <c:v>0.68507052041569738</c:v>
                </c:pt>
                <c:pt idx="1794">
                  <c:v>0.64002816083682379</c:v>
                </c:pt>
                <c:pt idx="1795">
                  <c:v>0.57674679959296926</c:v>
                </c:pt>
                <c:pt idx="1796">
                  <c:v>0.60724714066950436</c:v>
                </c:pt>
                <c:pt idx="1797">
                  <c:v>0.60869628769820572</c:v>
                </c:pt>
                <c:pt idx="1798">
                  <c:v>0.58844601094156868</c:v>
                </c:pt>
                <c:pt idx="1799">
                  <c:v>0.553414594658036</c:v>
                </c:pt>
                <c:pt idx="1800">
                  <c:v>0.59874645697854767</c:v>
                </c:pt>
                <c:pt idx="1801">
                  <c:v>0.66385894849847094</c:v>
                </c:pt>
                <c:pt idx="1802">
                  <c:v>0.69411102472611752</c:v>
                </c:pt>
                <c:pt idx="1803">
                  <c:v>0.70543037634415895</c:v>
                </c:pt>
                <c:pt idx="1804">
                  <c:v>0.70550639364284762</c:v>
                </c:pt>
                <c:pt idx="1805">
                  <c:v>0.72492601245848165</c:v>
                </c:pt>
                <c:pt idx="1806">
                  <c:v>0.78455135989234581</c:v>
                </c:pt>
                <c:pt idx="1807">
                  <c:v>0.88368864709902384</c:v>
                </c:pt>
                <c:pt idx="1808">
                  <c:v>0.74485459517867125</c:v>
                </c:pt>
                <c:pt idx="1809">
                  <c:v>0.69330007492478096</c:v>
                </c:pt>
                <c:pt idx="1810">
                  <c:v>0.65003291535525731</c:v>
                </c:pt>
                <c:pt idx="1811">
                  <c:v>0.57346176564941176</c:v>
                </c:pt>
                <c:pt idx="1812">
                  <c:v>0.52356139875003482</c:v>
                </c:pt>
                <c:pt idx="1813">
                  <c:v>0.53264979956052005</c:v>
                </c:pt>
                <c:pt idx="1814">
                  <c:v>0.46774640801954093</c:v>
                </c:pt>
                <c:pt idx="1815">
                  <c:v>0.5105077921272243</c:v>
                </c:pt>
                <c:pt idx="1816">
                  <c:v>0.51672036272635558</c:v>
                </c:pt>
                <c:pt idx="1817">
                  <c:v>0.55761686876054495</c:v>
                </c:pt>
                <c:pt idx="1818">
                  <c:v>0.617378594737233</c:v>
                </c:pt>
                <c:pt idx="1819">
                  <c:v>0.65192435208481969</c:v>
                </c:pt>
                <c:pt idx="1820">
                  <c:v>0.66775766061739572</c:v>
                </c:pt>
                <c:pt idx="1821">
                  <c:v>0.68407031957887976</c:v>
                </c:pt>
                <c:pt idx="1822">
                  <c:v>0.67555379846142927</c:v>
                </c:pt>
                <c:pt idx="1823">
                  <c:v>0.66064343639985745</c:v>
                </c:pt>
                <c:pt idx="1824">
                  <c:v>0.69065538933815962</c:v>
                </c:pt>
                <c:pt idx="1825">
                  <c:v>0.70534285417687748</c:v>
                </c:pt>
                <c:pt idx="1826">
                  <c:v>0.71095097675541175</c:v>
                </c:pt>
                <c:pt idx="1827">
                  <c:v>0.71191741443246792</c:v>
                </c:pt>
                <c:pt idx="1828">
                  <c:v>0.72501858959358778</c:v>
                </c:pt>
                <c:pt idx="1829">
                  <c:v>0.72818975981062328</c:v>
                </c:pt>
                <c:pt idx="1830">
                  <c:v>0.72841311525724683</c:v>
                </c:pt>
                <c:pt idx="1831">
                  <c:v>0.77193546232570476</c:v>
                </c:pt>
                <c:pt idx="1832">
                  <c:v>0.85967521781358636</c:v>
                </c:pt>
                <c:pt idx="1833">
                  <c:v>0.89233921043830866</c:v>
                </c:pt>
                <c:pt idx="1834">
                  <c:v>0.8783843630462782</c:v>
                </c:pt>
                <c:pt idx="1835">
                  <c:v>0.89343034787475739</c:v>
                </c:pt>
                <c:pt idx="1836">
                  <c:v>0.85235155459520029</c:v>
                </c:pt>
                <c:pt idx="1837">
                  <c:v>0.82428005393889103</c:v>
                </c:pt>
                <c:pt idx="1838">
                  <c:v>0.81280421423083105</c:v>
                </c:pt>
                <c:pt idx="1839">
                  <c:v>0.72639525491607271</c:v>
                </c:pt>
                <c:pt idx="1840">
                  <c:v>0.76930308253493729</c:v>
                </c:pt>
                <c:pt idx="1841">
                  <c:v>0.79539355963577674</c:v>
                </c:pt>
                <c:pt idx="1842">
                  <c:v>0.80336923524313308</c:v>
                </c:pt>
                <c:pt idx="1843">
                  <c:v>0.79149769860429553</c:v>
                </c:pt>
                <c:pt idx="1844">
                  <c:v>0.82090041130304481</c:v>
                </c:pt>
                <c:pt idx="1845">
                  <c:v>0.83437206891338644</c:v>
                </c:pt>
                <c:pt idx="1846">
                  <c:v>0.85024184298108441</c:v>
                </c:pt>
                <c:pt idx="1847">
                  <c:v>0.83945546410914096</c:v>
                </c:pt>
                <c:pt idx="1848">
                  <c:v>0.85789140593271318</c:v>
                </c:pt>
                <c:pt idx="1849">
                  <c:v>0.87165474595069237</c:v>
                </c:pt>
                <c:pt idx="1850">
                  <c:v>0.87781255434767547</c:v>
                </c:pt>
                <c:pt idx="1851">
                  <c:v>0.85175632907836529</c:v>
                </c:pt>
                <c:pt idx="1852">
                  <c:v>0.86546602177015319</c:v>
                </c:pt>
                <c:pt idx="1853">
                  <c:v>0.86963509516307536</c:v>
                </c:pt>
                <c:pt idx="1854">
                  <c:v>0.87961363483259458</c:v>
                </c:pt>
                <c:pt idx="1855">
                  <c:v>0.89807088884748199</c:v>
                </c:pt>
                <c:pt idx="1856">
                  <c:v>0.87981731809385277</c:v>
                </c:pt>
                <c:pt idx="1857">
                  <c:v>0.86351253172687026</c:v>
                </c:pt>
                <c:pt idx="1858">
                  <c:v>0.83039308741687978</c:v>
                </c:pt>
                <c:pt idx="1859">
                  <c:v>0.83120373015134752</c:v>
                </c:pt>
                <c:pt idx="1860">
                  <c:v>0.81704855250434438</c:v>
                </c:pt>
                <c:pt idx="1861">
                  <c:v>0.82888269108346357</c:v>
                </c:pt>
                <c:pt idx="1862">
                  <c:v>0.79274272765006237</c:v>
                </c:pt>
                <c:pt idx="1863">
                  <c:v>0.78720995798014048</c:v>
                </c:pt>
                <c:pt idx="1864">
                  <c:v>0.8191586118746963</c:v>
                </c:pt>
                <c:pt idx="1865">
                  <c:v>0.80679580917761418</c:v>
                </c:pt>
                <c:pt idx="1866">
                  <c:v>0.78279258354682302</c:v>
                </c:pt>
                <c:pt idx="1867">
                  <c:v>0.80840058587671093</c:v>
                </c:pt>
                <c:pt idx="1868">
                  <c:v>0.81973294008655873</c:v>
                </c:pt>
                <c:pt idx="1869">
                  <c:v>0.80326960909666378</c:v>
                </c:pt>
                <c:pt idx="1870">
                  <c:v>0.7922867982387547</c:v>
                </c:pt>
                <c:pt idx="1871">
                  <c:v>0.79790967063596707</c:v>
                </c:pt>
                <c:pt idx="1872">
                  <c:v>0.79857145414633057</c:v>
                </c:pt>
                <c:pt idx="1873">
                  <c:v>0.80085207704373174</c:v>
                </c:pt>
                <c:pt idx="1874">
                  <c:v>0.7943929530942444</c:v>
                </c:pt>
                <c:pt idx="1875">
                  <c:v>0.82348001096236867</c:v>
                </c:pt>
                <c:pt idx="1876">
                  <c:v>0.83538140684464257</c:v>
                </c:pt>
                <c:pt idx="1877">
                  <c:v>0.81695678206188171</c:v>
                </c:pt>
                <c:pt idx="1878">
                  <c:v>0.8304054352661584</c:v>
                </c:pt>
                <c:pt idx="1879">
                  <c:v>0.84094639298748752</c:v>
                </c:pt>
                <c:pt idx="1880">
                  <c:v>0.86149926273686783</c:v>
                </c:pt>
                <c:pt idx="1881">
                  <c:v>0.89033160093100794</c:v>
                </c:pt>
                <c:pt idx="1882">
                  <c:v>0.84161358022461208</c:v>
                </c:pt>
                <c:pt idx="1883">
                  <c:v>0.78155857737774281</c:v>
                </c:pt>
                <c:pt idx="1884">
                  <c:v>0.74237789533323806</c:v>
                </c:pt>
                <c:pt idx="1885">
                  <c:v>0.66530110917692464</c:v>
                </c:pt>
                <c:pt idx="1886">
                  <c:v>0.63672960809429358</c:v>
                </c:pt>
                <c:pt idx="1887">
                  <c:v>0.64627414021109375</c:v>
                </c:pt>
                <c:pt idx="1888">
                  <c:v>0.70949840287304189</c:v>
                </c:pt>
                <c:pt idx="1889">
                  <c:v>0.71107822068451998</c:v>
                </c:pt>
                <c:pt idx="1890">
                  <c:v>0.74057078824597766</c:v>
                </c:pt>
                <c:pt idx="1891">
                  <c:v>0.79215843498936589</c:v>
                </c:pt>
                <c:pt idx="1892">
                  <c:v>0.76813419516553738</c:v>
                </c:pt>
                <c:pt idx="1893">
                  <c:v>0.86979919605151601</c:v>
                </c:pt>
                <c:pt idx="1894">
                  <c:v>0.89252987062538247</c:v>
                </c:pt>
                <c:pt idx="1895">
                  <c:v>0.89363558187003667</c:v>
                </c:pt>
                <c:pt idx="1896">
                  <c:v>0.8864834847381754</c:v>
                </c:pt>
                <c:pt idx="1897">
                  <c:v>0.88810797641551875</c:v>
                </c:pt>
                <c:pt idx="1898">
                  <c:v>0.88233902157762523</c:v>
                </c:pt>
                <c:pt idx="1899">
                  <c:v>0.90830476201562005</c:v>
                </c:pt>
                <c:pt idx="1900">
                  <c:v>0.89446655030904032</c:v>
                </c:pt>
                <c:pt idx="1901">
                  <c:v>0.9384608175444531</c:v>
                </c:pt>
                <c:pt idx="1902">
                  <c:v>0.93627986715546441</c:v>
                </c:pt>
                <c:pt idx="1903">
                  <c:v>0.91932120835730269</c:v>
                </c:pt>
                <c:pt idx="1904">
                  <c:v>0.95665496854430643</c:v>
                </c:pt>
                <c:pt idx="1905">
                  <c:v>0.8688680851248568</c:v>
                </c:pt>
                <c:pt idx="1906">
                  <c:v>0.88709130589298202</c:v>
                </c:pt>
                <c:pt idx="1907">
                  <c:v>0.83580442437928315</c:v>
                </c:pt>
                <c:pt idx="1908">
                  <c:v>0.80214287578038224</c:v>
                </c:pt>
                <c:pt idx="1909">
                  <c:v>0.72978571444261353</c:v>
                </c:pt>
                <c:pt idx="1910">
                  <c:v>0.66899640045112296</c:v>
                </c:pt>
                <c:pt idx="1911">
                  <c:v>0.72893933447651382</c:v>
                </c:pt>
                <c:pt idx="1912">
                  <c:v>0.6670050577236073</c:v>
                </c:pt>
                <c:pt idx="1913">
                  <c:v>0.67297603897690672</c:v>
                </c:pt>
                <c:pt idx="1914">
                  <c:v>0.68738329455872027</c:v>
                </c:pt>
                <c:pt idx="1915">
                  <c:v>0.70601175222916401</c:v>
                </c:pt>
                <c:pt idx="1916">
                  <c:v>0.71815516221751485</c:v>
                </c:pt>
                <c:pt idx="1917">
                  <c:v>0.81496705219104382</c:v>
                </c:pt>
                <c:pt idx="1918">
                  <c:v>0.83146918692856253</c:v>
                </c:pt>
                <c:pt idx="1919">
                  <c:v>0.84412964782559941</c:v>
                </c:pt>
                <c:pt idx="1920">
                  <c:v>0.82361346154141002</c:v>
                </c:pt>
                <c:pt idx="1921">
                  <c:v>0.82887708516073177</c:v>
                </c:pt>
                <c:pt idx="1922">
                  <c:v>0.8230657368997405</c:v>
                </c:pt>
                <c:pt idx="1923">
                  <c:v>0.91236880589968861</c:v>
                </c:pt>
                <c:pt idx="1924">
                  <c:v>0.97325791578366894</c:v>
                </c:pt>
                <c:pt idx="1925">
                  <c:v>0.96692624611128841</c:v>
                </c:pt>
                <c:pt idx="1926">
                  <c:v>0.95315673844667725</c:v>
                </c:pt>
                <c:pt idx="1927">
                  <c:v>0.93933103329233314</c:v>
                </c:pt>
                <c:pt idx="1928">
                  <c:v>0.93461192147790351</c:v>
                </c:pt>
                <c:pt idx="1929">
                  <c:v>0.98327163387596295</c:v>
                </c:pt>
                <c:pt idx="1930">
                  <c:v>0.97573082006051848</c:v>
                </c:pt>
                <c:pt idx="1931">
                  <c:v>0.94539078586627112</c:v>
                </c:pt>
                <c:pt idx="1932">
                  <c:v>0.92306609243673332</c:v>
                </c:pt>
                <c:pt idx="1933">
                  <c:v>0.82083109907958318</c:v>
                </c:pt>
                <c:pt idx="1934">
                  <c:v>0.98899200778254381</c:v>
                </c:pt>
                <c:pt idx="1935">
                  <c:v>0.91682727413564569</c:v>
                </c:pt>
                <c:pt idx="1936">
                  <c:v>0.88202263911686984</c:v>
                </c:pt>
                <c:pt idx="1937">
                  <c:v>0.83830455038972684</c:v>
                </c:pt>
                <c:pt idx="1938">
                  <c:v>0.91294516341032472</c:v>
                </c:pt>
                <c:pt idx="1939">
                  <c:v>0.85772977047873966</c:v>
                </c:pt>
                <c:pt idx="1940">
                  <c:v>0.88614795450263639</c:v>
                </c:pt>
                <c:pt idx="1941">
                  <c:v>1.0372775171525117</c:v>
                </c:pt>
                <c:pt idx="1942">
                  <c:v>1.0948004977468238</c:v>
                </c:pt>
                <c:pt idx="1943">
                  <c:v>1.0754045583537994</c:v>
                </c:pt>
                <c:pt idx="1944">
                  <c:v>1.1031390299180819</c:v>
                </c:pt>
                <c:pt idx="1945">
                  <c:v>1.0648648559131413</c:v>
                </c:pt>
                <c:pt idx="1946">
                  <c:v>1.0754641092010899</c:v>
                </c:pt>
                <c:pt idx="1947">
                  <c:v>1.148420518944685</c:v>
                </c:pt>
                <c:pt idx="1948">
                  <c:v>1.1759214615793423</c:v>
                </c:pt>
                <c:pt idx="1949">
                  <c:v>1.1939626081460393</c:v>
                </c:pt>
                <c:pt idx="1950">
                  <c:v>1.1417430268200219</c:v>
                </c:pt>
                <c:pt idx="1951">
                  <c:v>1.0945335615903633</c:v>
                </c:pt>
                <c:pt idx="1952">
                  <c:v>1.0436127832906528</c:v>
                </c:pt>
                <c:pt idx="1953">
                  <c:v>1.0629779469975069</c:v>
                </c:pt>
                <c:pt idx="1954">
                  <c:v>0.94238350954578098</c:v>
                </c:pt>
                <c:pt idx="1955">
                  <c:v>0.8221203326317913</c:v>
                </c:pt>
                <c:pt idx="1956">
                  <c:v>0.81979740794021505</c:v>
                </c:pt>
                <c:pt idx="1957">
                  <c:v>0.88191945469138089</c:v>
                </c:pt>
                <c:pt idx="1958">
                  <c:v>0.78659345509040779</c:v>
                </c:pt>
                <c:pt idx="1959">
                  <c:v>0.73893478719862826</c:v>
                </c:pt>
                <c:pt idx="1960">
                  <c:v>0.71276100399932107</c:v>
                </c:pt>
                <c:pt idx="1961">
                  <c:v>0.73275566421181126</c:v>
                </c:pt>
                <c:pt idx="1962">
                  <c:v>0.76877547657355128</c:v>
                </c:pt>
                <c:pt idx="1963">
                  <c:v>0.80984695138940765</c:v>
                </c:pt>
                <c:pt idx="1964">
                  <c:v>0.89168441956291422</c:v>
                </c:pt>
                <c:pt idx="1965">
                  <c:v>0.91697094161278692</c:v>
                </c:pt>
                <c:pt idx="1966">
                  <c:v>0.97534662152951568</c:v>
                </c:pt>
                <c:pt idx="1967">
                  <c:v>1.0444198916967891</c:v>
                </c:pt>
                <c:pt idx="1968">
                  <c:v>1.0556940119248519</c:v>
                </c:pt>
                <c:pt idx="1969">
                  <c:v>1.0945788074571274</c:v>
                </c:pt>
                <c:pt idx="1970">
                  <c:v>1.0739685349942272</c:v>
                </c:pt>
                <c:pt idx="1971">
                  <c:v>1.1106873230586785</c:v>
                </c:pt>
                <c:pt idx="1972">
                  <c:v>1.1938333379943582</c:v>
                </c:pt>
                <c:pt idx="1973">
                  <c:v>1.195921610628397</c:v>
                </c:pt>
                <c:pt idx="1974">
                  <c:v>1.1718179700286007</c:v>
                </c:pt>
                <c:pt idx="1975">
                  <c:v>1.2406932732397835</c:v>
                </c:pt>
                <c:pt idx="1976">
                  <c:v>1.2835809276006087</c:v>
                </c:pt>
                <c:pt idx="1977">
                  <c:v>1.3073355937925089</c:v>
                </c:pt>
                <c:pt idx="1978">
                  <c:v>1.166507611866578</c:v>
                </c:pt>
                <c:pt idx="1979">
                  <c:v>1.1999688458861235</c:v>
                </c:pt>
                <c:pt idx="1980">
                  <c:v>1.0610765238136628</c:v>
                </c:pt>
                <c:pt idx="1981">
                  <c:v>1.0886165527214386</c:v>
                </c:pt>
                <c:pt idx="1982">
                  <c:v>1.0336160690429674</c:v>
                </c:pt>
                <c:pt idx="1983">
                  <c:v>0.96994363958097896</c:v>
                </c:pt>
                <c:pt idx="1984">
                  <c:v>1.0522653627472716</c:v>
                </c:pt>
                <c:pt idx="1985">
                  <c:v>0.99830455744446012</c:v>
                </c:pt>
                <c:pt idx="1986">
                  <c:v>1.034113340830507</c:v>
                </c:pt>
                <c:pt idx="1987">
                  <c:v>1.0537442474922827</c:v>
                </c:pt>
                <c:pt idx="1988">
                  <c:v>1.0064108700878787</c:v>
                </c:pt>
                <c:pt idx="1989">
                  <c:v>0.9363904705820022</c:v>
                </c:pt>
                <c:pt idx="1990">
                  <c:v>0.91615049320947695</c:v>
                </c:pt>
                <c:pt idx="1991">
                  <c:v>0.90212564687698293</c:v>
                </c:pt>
                <c:pt idx="1992">
                  <c:v>0.91220027624799394</c:v>
                </c:pt>
                <c:pt idx="1993">
                  <c:v>0.99054425161664994</c:v>
                </c:pt>
                <c:pt idx="1994">
                  <c:v>0.8877546468853087</c:v>
                </c:pt>
                <c:pt idx="1995">
                  <c:v>0.8202083238984762</c:v>
                </c:pt>
                <c:pt idx="1996">
                  <c:v>0.77468574180988259</c:v>
                </c:pt>
                <c:pt idx="1997">
                  <c:v>0.80790882025002209</c:v>
                </c:pt>
                <c:pt idx="1998">
                  <c:v>0.82013149130245866</c:v>
                </c:pt>
                <c:pt idx="1999">
                  <c:v>0.75984763842596248</c:v>
                </c:pt>
                <c:pt idx="2000">
                  <c:v>0.7240660754625019</c:v>
                </c:pt>
                <c:pt idx="2001">
                  <c:v>0.69928334186855279</c:v>
                </c:pt>
                <c:pt idx="2002">
                  <c:v>0.56483316384047411</c:v>
                </c:pt>
                <c:pt idx="2003">
                  <c:v>0.42073970978206526</c:v>
                </c:pt>
                <c:pt idx="2004">
                  <c:v>0.40669492888841302</c:v>
                </c:pt>
                <c:pt idx="2005">
                  <c:v>0.40622709540415425</c:v>
                </c:pt>
                <c:pt idx="2006">
                  <c:v>0.40962633569189694</c:v>
                </c:pt>
                <c:pt idx="2007">
                  <c:v>0.55478047021668908</c:v>
                </c:pt>
                <c:pt idx="2008">
                  <c:v>0.7556024175328816</c:v>
                </c:pt>
                <c:pt idx="2009">
                  <c:v>0.88350814495143826</c:v>
                </c:pt>
                <c:pt idx="2010">
                  <c:v>1.0057666536264886</c:v>
                </c:pt>
                <c:pt idx="2011">
                  <c:v>1.0744864177335416</c:v>
                </c:pt>
                <c:pt idx="2012">
                  <c:v>1.2089506113355197</c:v>
                </c:pt>
                <c:pt idx="2013">
                  <c:v>1.258631281567866</c:v>
                </c:pt>
                <c:pt idx="2014">
                  <c:v>1.3869239216737326</c:v>
                </c:pt>
                <c:pt idx="2015">
                  <c:v>1.4056058395245796</c:v>
                </c:pt>
                <c:pt idx="2016">
                  <c:v>1.4808814137026296</c:v>
                </c:pt>
                <c:pt idx="2017">
                  <c:v>1.4916064263732416</c:v>
                </c:pt>
                <c:pt idx="2018">
                  <c:v>1.484390307352152</c:v>
                </c:pt>
                <c:pt idx="2019">
                  <c:v>1.4487507177675212</c:v>
                </c:pt>
                <c:pt idx="2020">
                  <c:v>1.4539526061689245</c:v>
                </c:pt>
                <c:pt idx="2021">
                  <c:v>1.4592568551011385</c:v>
                </c:pt>
                <c:pt idx="2022">
                  <c:v>1.4139792958511372</c:v>
                </c:pt>
                <c:pt idx="2023">
                  <c:v>1.4869306070299959</c:v>
                </c:pt>
                <c:pt idx="2024">
                  <c:v>1.4971746629675335</c:v>
                </c:pt>
                <c:pt idx="2025">
                  <c:v>1.4716542752962538</c:v>
                </c:pt>
                <c:pt idx="2026">
                  <c:v>1.4533554147109318</c:v>
                </c:pt>
                <c:pt idx="2027">
                  <c:v>1.400260202012654</c:v>
                </c:pt>
                <c:pt idx="2028">
                  <c:v>1.4500095960327397</c:v>
                </c:pt>
                <c:pt idx="2029">
                  <c:v>1.2130202364565379</c:v>
                </c:pt>
                <c:pt idx="2030">
                  <c:v>1.1728589934754639</c:v>
                </c:pt>
                <c:pt idx="2031">
                  <c:v>1.226851862461297</c:v>
                </c:pt>
                <c:pt idx="2032">
                  <c:v>1.3923848477100431</c:v>
                </c:pt>
                <c:pt idx="2033">
                  <c:v>1.4081452605434588</c:v>
                </c:pt>
                <c:pt idx="2034">
                  <c:v>1.3878620725512538</c:v>
                </c:pt>
                <c:pt idx="2035">
                  <c:v>1.3572571183225879</c:v>
                </c:pt>
                <c:pt idx="2036">
                  <c:v>1.3800636299042133</c:v>
                </c:pt>
                <c:pt idx="2037">
                  <c:v>1.3995187371753901</c:v>
                </c:pt>
                <c:pt idx="2038">
                  <c:v>1.3679414217915185</c:v>
                </c:pt>
                <c:pt idx="2039">
                  <c:v>1.4297906443357378</c:v>
                </c:pt>
                <c:pt idx="2040">
                  <c:v>1.4219765848665069</c:v>
                </c:pt>
                <c:pt idx="2041">
                  <c:v>1.3773520965262351</c:v>
                </c:pt>
                <c:pt idx="2042">
                  <c:v>1.3728058957552705</c:v>
                </c:pt>
                <c:pt idx="2043">
                  <c:v>1.3467075422753643</c:v>
                </c:pt>
                <c:pt idx="2044">
                  <c:v>1.3434200321622953</c:v>
                </c:pt>
                <c:pt idx="2045">
                  <c:v>1.3362153610447722</c:v>
                </c:pt>
                <c:pt idx="2046">
                  <c:v>1.3614440133147359</c:v>
                </c:pt>
                <c:pt idx="2047">
                  <c:v>1.2917808009775109</c:v>
                </c:pt>
                <c:pt idx="2048">
                  <c:v>1.3011581409011546</c:v>
                </c:pt>
                <c:pt idx="2049">
                  <c:v>1.3241284548485288</c:v>
                </c:pt>
                <c:pt idx="2050">
                  <c:v>1.1862877047484113</c:v>
                </c:pt>
                <c:pt idx="2051">
                  <c:v>1.0391779173384408</c:v>
                </c:pt>
                <c:pt idx="2052">
                  <c:v>1.0276271843313731</c:v>
                </c:pt>
                <c:pt idx="2053">
                  <c:v>1.1125391929812729</c:v>
                </c:pt>
                <c:pt idx="2054">
                  <c:v>1.1068147356118561</c:v>
                </c:pt>
                <c:pt idx="2055">
                  <c:v>1.1008591459527381</c:v>
                </c:pt>
                <c:pt idx="2056">
                  <c:v>1.148816277177064</c:v>
                </c:pt>
                <c:pt idx="2057">
                  <c:v>1.1927276018838811</c:v>
                </c:pt>
                <c:pt idx="2058">
                  <c:v>1.2107030904904776</c:v>
                </c:pt>
                <c:pt idx="2059">
                  <c:v>1.1740070101727145</c:v>
                </c:pt>
                <c:pt idx="2060">
                  <c:v>1.1408088378208492</c:v>
                </c:pt>
                <c:pt idx="2061">
                  <c:v>1.1370940552903626</c:v>
                </c:pt>
                <c:pt idx="2062">
                  <c:v>1.1734091066020405</c:v>
                </c:pt>
                <c:pt idx="2063">
                  <c:v>1.2502581324998123</c:v>
                </c:pt>
                <c:pt idx="2064">
                  <c:v>1.2447924046365475</c:v>
                </c:pt>
                <c:pt idx="2065">
                  <c:v>1.2454423791561051</c:v>
                </c:pt>
                <c:pt idx="2066">
                  <c:v>1.2900378872265701</c:v>
                </c:pt>
                <c:pt idx="2067">
                  <c:v>1.304615333114272</c:v>
                </c:pt>
                <c:pt idx="2068">
                  <c:v>1.2944024136610353</c:v>
                </c:pt>
                <c:pt idx="2069">
                  <c:v>1.3384349140957048</c:v>
                </c:pt>
                <c:pt idx="2070">
                  <c:v>1.3386468358365793</c:v>
                </c:pt>
                <c:pt idx="2071">
                  <c:v>1.3537565132045413</c:v>
                </c:pt>
                <c:pt idx="2072">
                  <c:v>1.3814005339997428</c:v>
                </c:pt>
                <c:pt idx="2073">
                  <c:v>1.5659198030655463</c:v>
                </c:pt>
                <c:pt idx="2074">
                  <c:v>1.6098536767366063</c:v>
                </c:pt>
                <c:pt idx="2075">
                  <c:v>1.2314793977827299</c:v>
                </c:pt>
                <c:pt idx="2076">
                  <c:v>1.1788846745281065</c:v>
                </c:pt>
                <c:pt idx="2077">
                  <c:v>1.1512578212404507</c:v>
                </c:pt>
                <c:pt idx="2078">
                  <c:v>1.1234136387285323</c:v>
                </c:pt>
                <c:pt idx="2079">
                  <c:v>1.0904906930659497</c:v>
                </c:pt>
                <c:pt idx="2080">
                  <c:v>1.0518403901469391</c:v>
                </c:pt>
                <c:pt idx="2081">
                  <c:v>1.0411895521272072</c:v>
                </c:pt>
                <c:pt idx="2082">
                  <c:v>1.041579069171195</c:v>
                </c:pt>
                <c:pt idx="2083">
                  <c:v>1.0803447868453211</c:v>
                </c:pt>
                <c:pt idx="2084">
                  <c:v>1.1018787378398953</c:v>
                </c:pt>
                <c:pt idx="2085">
                  <c:v>1.1165973422638455</c:v>
                </c:pt>
                <c:pt idx="2086">
                  <c:v>1.1348764446630206</c:v>
                </c:pt>
                <c:pt idx="2087">
                  <c:v>1.1444109660031514</c:v>
                </c:pt>
                <c:pt idx="2088">
                  <c:v>1.1306913554579843</c:v>
                </c:pt>
                <c:pt idx="2089">
                  <c:v>1.1237153172799199</c:v>
                </c:pt>
                <c:pt idx="2090">
                  <c:v>1.1640755147708521</c:v>
                </c:pt>
                <c:pt idx="2091">
                  <c:v>1.1814770131349654</c:v>
                </c:pt>
                <c:pt idx="2092">
                  <c:v>1.1753349615709077</c:v>
                </c:pt>
                <c:pt idx="2093">
                  <c:v>1.1856504848009222</c:v>
                </c:pt>
                <c:pt idx="2094">
                  <c:v>1.2027532430072274</c:v>
                </c:pt>
                <c:pt idx="2095">
                  <c:v>1.2141460138557731</c:v>
                </c:pt>
                <c:pt idx="2096">
                  <c:v>1.28361795973128</c:v>
                </c:pt>
                <c:pt idx="2097">
                  <c:v>1.3586516936280486</c:v>
                </c:pt>
                <c:pt idx="2098">
                  <c:v>1.3149831371766085</c:v>
                </c:pt>
                <c:pt idx="2099">
                  <c:v>1.2458512549787026</c:v>
                </c:pt>
                <c:pt idx="2100">
                  <c:v>1.1567691876828068</c:v>
                </c:pt>
                <c:pt idx="2101">
                  <c:v>1.1613711466568717</c:v>
                </c:pt>
                <c:pt idx="2102">
                  <c:v>1.0867303894862184</c:v>
                </c:pt>
                <c:pt idx="2103">
                  <c:v>1.0974827563562006</c:v>
                </c:pt>
                <c:pt idx="2104">
                  <c:v>1.0661245325237856</c:v>
                </c:pt>
                <c:pt idx="2105">
                  <c:v>1.0121172872752915</c:v>
                </c:pt>
                <c:pt idx="2106">
                  <c:v>1.0600347631719189</c:v>
                </c:pt>
                <c:pt idx="2107">
                  <c:v>1.1797897260342862</c:v>
                </c:pt>
                <c:pt idx="2108">
                  <c:v>1.2346232838670923</c:v>
                </c:pt>
                <c:pt idx="2109">
                  <c:v>1.1947227497917472</c:v>
                </c:pt>
                <c:pt idx="2110">
                  <c:v>1.2076841466327979</c:v>
                </c:pt>
                <c:pt idx="2111">
                  <c:v>1.1651936333180868</c:v>
                </c:pt>
                <c:pt idx="2112">
                  <c:v>1.1243563917399366</c:v>
                </c:pt>
                <c:pt idx="2113">
                  <c:v>1.1093311080191879</c:v>
                </c:pt>
                <c:pt idx="2114">
                  <c:v>1.0801086468280903</c:v>
                </c:pt>
                <c:pt idx="2115">
                  <c:v>1.0844071010360767</c:v>
                </c:pt>
                <c:pt idx="2116">
                  <c:v>1.0991813746903936</c:v>
                </c:pt>
                <c:pt idx="2117">
                  <c:v>1.1088252726143879</c:v>
                </c:pt>
                <c:pt idx="2118">
                  <c:v>1.1247129944320502</c:v>
                </c:pt>
                <c:pt idx="2119">
                  <c:v>1.1085067957315504</c:v>
                </c:pt>
                <c:pt idx="2120">
                  <c:v>1.1207131739088969</c:v>
                </c:pt>
                <c:pt idx="2121">
                  <c:v>1.0873425943260615</c:v>
                </c:pt>
                <c:pt idx="2122">
                  <c:v>1.0237773117783855</c:v>
                </c:pt>
                <c:pt idx="2123">
                  <c:v>1.0017268172928504</c:v>
                </c:pt>
                <c:pt idx="2124">
                  <c:v>0.90007918162608691</c:v>
                </c:pt>
                <c:pt idx="2125">
                  <c:v>0.93886245214021757</c:v>
                </c:pt>
                <c:pt idx="2126">
                  <c:v>0.96798026618965782</c:v>
                </c:pt>
                <c:pt idx="2127">
                  <c:v>0.96917537352885497</c:v>
                </c:pt>
                <c:pt idx="2128">
                  <c:v>0.90523660115838656</c:v>
                </c:pt>
                <c:pt idx="2129">
                  <c:v>0.91171230189266217</c:v>
                </c:pt>
                <c:pt idx="2130">
                  <c:v>0.89422386645301133</c:v>
                </c:pt>
                <c:pt idx="2131">
                  <c:v>0.89793614385969411</c:v>
                </c:pt>
                <c:pt idx="2132">
                  <c:v>0.8894001640545488</c:v>
                </c:pt>
                <c:pt idx="2133">
                  <c:v>0.88410505281042795</c:v>
                </c:pt>
                <c:pt idx="2134">
                  <c:v>0.87105930521453256</c:v>
                </c:pt>
                <c:pt idx="2135">
                  <c:v>0.85775401495178172</c:v>
                </c:pt>
                <c:pt idx="2136">
                  <c:v>0.8646649312035567</c:v>
                </c:pt>
                <c:pt idx="2137">
                  <c:v>0.85278065338383569</c:v>
                </c:pt>
                <c:pt idx="2138">
                  <c:v>0.82345951807446971</c:v>
                </c:pt>
                <c:pt idx="2139">
                  <c:v>0.81733026142127163</c:v>
                </c:pt>
                <c:pt idx="2140">
                  <c:v>0.81879220083262039</c:v>
                </c:pt>
                <c:pt idx="2141">
                  <c:v>0.78722975631467207</c:v>
                </c:pt>
                <c:pt idx="2142">
                  <c:v>0.79136062938455287</c:v>
                </c:pt>
                <c:pt idx="2143">
                  <c:v>0.76709022767699342</c:v>
                </c:pt>
                <c:pt idx="2144">
                  <c:v>0.7630400012877594</c:v>
                </c:pt>
                <c:pt idx="2145">
                  <c:v>0.71853678336202031</c:v>
                </c:pt>
                <c:pt idx="2146">
                  <c:v>0.59963747605562856</c:v>
                </c:pt>
                <c:pt idx="2147">
                  <c:v>0.53713580772255631</c:v>
                </c:pt>
                <c:pt idx="2148">
                  <c:v>0.45188694180416278</c:v>
                </c:pt>
                <c:pt idx="2149">
                  <c:v>0.37963516996843488</c:v>
                </c:pt>
                <c:pt idx="2150">
                  <c:v>0.3604972409770798</c:v>
                </c:pt>
                <c:pt idx="2151">
                  <c:v>0.45105681799677222</c:v>
                </c:pt>
                <c:pt idx="2152">
                  <c:v>0.54931318182562272</c:v>
                </c:pt>
                <c:pt idx="2153">
                  <c:v>0.53444453589656482</c:v>
                </c:pt>
                <c:pt idx="2154">
                  <c:v>0.49666544591267653</c:v>
                </c:pt>
                <c:pt idx="2155">
                  <c:v>0.50577055842360907</c:v>
                </c:pt>
                <c:pt idx="2156">
                  <c:v>0.53167751318814949</c:v>
                </c:pt>
                <c:pt idx="2157">
                  <c:v>0.5189503177585969</c:v>
                </c:pt>
                <c:pt idx="2158">
                  <c:v>0.57340979323881747</c:v>
                </c:pt>
                <c:pt idx="2159">
                  <c:v>0.55794891983406092</c:v>
                </c:pt>
                <c:pt idx="2160">
                  <c:v>0.47331384072538341</c:v>
                </c:pt>
                <c:pt idx="2161">
                  <c:v>0.52883450353560391</c:v>
                </c:pt>
                <c:pt idx="2162">
                  <c:v>0.58910509578926962</c:v>
                </c:pt>
                <c:pt idx="2163">
                  <c:v>0.52958604998988268</c:v>
                </c:pt>
                <c:pt idx="2164">
                  <c:v>0.53385126648070624</c:v>
                </c:pt>
                <c:pt idx="2165">
                  <c:v>0.53575147201396955</c:v>
                </c:pt>
                <c:pt idx="2166">
                  <c:v>0.51139385755844591</c:v>
                </c:pt>
                <c:pt idx="2167">
                  <c:v>0.51791973671206992</c:v>
                </c:pt>
                <c:pt idx="2168">
                  <c:v>0.51859743843225492</c:v>
                </c:pt>
                <c:pt idx="2169">
                  <c:v>0.53196171732238329</c:v>
                </c:pt>
                <c:pt idx="2170">
                  <c:v>0.5443723841563588</c:v>
                </c:pt>
                <c:pt idx="2171">
                  <c:v>0.54500993160577993</c:v>
                </c:pt>
                <c:pt idx="2172">
                  <c:v>0.62030786608277133</c:v>
                </c:pt>
                <c:pt idx="2173">
                  <c:v>0.59360434993799482</c:v>
                </c:pt>
                <c:pt idx="2174">
                  <c:v>0.56802035699917541</c:v>
                </c:pt>
                <c:pt idx="2175">
                  <c:v>0.51708399877103339</c:v>
                </c:pt>
                <c:pt idx="2176">
                  <c:v>0.515549437963152</c:v>
                </c:pt>
                <c:pt idx="2177">
                  <c:v>0.66827232580488016</c:v>
                </c:pt>
                <c:pt idx="2178">
                  <c:v>0.53847890817997146</c:v>
                </c:pt>
                <c:pt idx="2179">
                  <c:v>0.56940995031414998</c:v>
                </c:pt>
                <c:pt idx="2180">
                  <c:v>0.59701314183551002</c:v>
                </c:pt>
                <c:pt idx="2181">
                  <c:v>0.60354378940714881</c:v>
                </c:pt>
                <c:pt idx="2182">
                  <c:v>0.58498787590211587</c:v>
                </c:pt>
                <c:pt idx="2183">
                  <c:v>0.5915800864429297</c:v>
                </c:pt>
                <c:pt idx="2184">
                  <c:v>0.65837065405344219</c:v>
                </c:pt>
                <c:pt idx="2185">
                  <c:v>0.55571102551911666</c:v>
                </c:pt>
                <c:pt idx="2186">
                  <c:v>0.58002368277708971</c:v>
                </c:pt>
                <c:pt idx="2187">
                  <c:v>0.61756768491374725</c:v>
                </c:pt>
                <c:pt idx="2188">
                  <c:v>0.61911639710550004</c:v>
                </c:pt>
                <c:pt idx="2189">
                  <c:v>0.60765499847755255</c:v>
                </c:pt>
                <c:pt idx="2190">
                  <c:v>0.61462685456113275</c:v>
                </c:pt>
                <c:pt idx="2191">
                  <c:v>0.61375703649517144</c:v>
                </c:pt>
                <c:pt idx="2192">
                  <c:v>0.62660805717868251</c:v>
                </c:pt>
                <c:pt idx="2193">
                  <c:v>0.55512915860101175</c:v>
                </c:pt>
                <c:pt idx="2194">
                  <c:v>0.58065561063013449</c:v>
                </c:pt>
                <c:pt idx="2195">
                  <c:v>0.50474028635818879</c:v>
                </c:pt>
                <c:pt idx="2196">
                  <c:v>0.65149080078825838</c:v>
                </c:pt>
                <c:pt idx="2197">
                  <c:v>0.55657116383652849</c:v>
                </c:pt>
                <c:pt idx="2198">
                  <c:v>0.65168524044864562</c:v>
                </c:pt>
                <c:pt idx="2199">
                  <c:v>0.56007296928586237</c:v>
                </c:pt>
                <c:pt idx="2200">
                  <c:v>0.53901129954837923</c:v>
                </c:pt>
                <c:pt idx="2201">
                  <c:v>0.59058462452655525</c:v>
                </c:pt>
                <c:pt idx="2202">
                  <c:v>0.61939742000692022</c:v>
                </c:pt>
                <c:pt idx="2203">
                  <c:v>0.55328457767506112</c:v>
                </c:pt>
                <c:pt idx="2204">
                  <c:v>0.53601302689373032</c:v>
                </c:pt>
                <c:pt idx="2205">
                  <c:v>0.53812682810793988</c:v>
                </c:pt>
                <c:pt idx="2206">
                  <c:v>0.5393672357982684</c:v>
                </c:pt>
                <c:pt idx="2207">
                  <c:v>0.5851429501584603</c:v>
                </c:pt>
                <c:pt idx="2208">
                  <c:v>0.55808151062112876</c:v>
                </c:pt>
                <c:pt idx="2209">
                  <c:v>0.54427384067627504</c:v>
                </c:pt>
                <c:pt idx="2210">
                  <c:v>0.5002229434055796</c:v>
                </c:pt>
                <c:pt idx="2211">
                  <c:v>0.50170127824210531</c:v>
                </c:pt>
                <c:pt idx="2212">
                  <c:v>0.49998078605808149</c:v>
                </c:pt>
                <c:pt idx="2213">
                  <c:v>0.53050061142121974</c:v>
                </c:pt>
                <c:pt idx="2214">
                  <c:v>0.53832894587232294</c:v>
                </c:pt>
                <c:pt idx="2215">
                  <c:v>0.55452009871880314</c:v>
                </c:pt>
                <c:pt idx="2216">
                  <c:v>0.52157338212720938</c:v>
                </c:pt>
                <c:pt idx="2217">
                  <c:v>0.52068560446665513</c:v>
                </c:pt>
                <c:pt idx="2218">
                  <c:v>0.5319007692746307</c:v>
                </c:pt>
                <c:pt idx="2219">
                  <c:v>0.52414955864323898</c:v>
                </c:pt>
                <c:pt idx="2220">
                  <c:v>0.54225954360584405</c:v>
                </c:pt>
                <c:pt idx="2221">
                  <c:v>0.53650081941903638</c:v>
                </c:pt>
                <c:pt idx="2222">
                  <c:v>0.53821866015892095</c:v>
                </c:pt>
                <c:pt idx="2223">
                  <c:v>0.53663568675776729</c:v>
                </c:pt>
                <c:pt idx="2224">
                  <c:v>0.53432340569329084</c:v>
                </c:pt>
                <c:pt idx="2225">
                  <c:v>0.54607985755503807</c:v>
                </c:pt>
                <c:pt idx="2226">
                  <c:v>0.5536424271332574</c:v>
                </c:pt>
                <c:pt idx="2227">
                  <c:v>0.57501350928845851</c:v>
                </c:pt>
                <c:pt idx="2228">
                  <c:v>0.5907855645092952</c:v>
                </c:pt>
                <c:pt idx="2229">
                  <c:v>0.66698310849107245</c:v>
                </c:pt>
                <c:pt idx="2230">
                  <c:v>0.68014343814699241</c:v>
                </c:pt>
                <c:pt idx="2231">
                  <c:v>0.69603684151008161</c:v>
                </c:pt>
                <c:pt idx="2232">
                  <c:v>0.72031589676803454</c:v>
                </c:pt>
                <c:pt idx="2233">
                  <c:v>0.72858174983197621</c:v>
                </c:pt>
                <c:pt idx="2234">
                  <c:v>0.72937455384168703</c:v>
                </c:pt>
                <c:pt idx="2235">
                  <c:v>0.72585772297487272</c:v>
                </c:pt>
                <c:pt idx="2236">
                  <c:v>0.72152743936908947</c:v>
                </c:pt>
                <c:pt idx="2237">
                  <c:v>0.73091467152166756</c:v>
                </c:pt>
                <c:pt idx="2238">
                  <c:v>0.73132445465218743</c:v>
                </c:pt>
                <c:pt idx="2239">
                  <c:v>0.72236640834838173</c:v>
                </c:pt>
                <c:pt idx="2240">
                  <c:v>0.72641956020102072</c:v>
                </c:pt>
                <c:pt idx="2241">
                  <c:v>0.76081184504075439</c:v>
                </c:pt>
                <c:pt idx="2242">
                  <c:v>0.71108973527042474</c:v>
                </c:pt>
                <c:pt idx="2243">
                  <c:v>0.66678485676544474</c:v>
                </c:pt>
                <c:pt idx="2244">
                  <c:v>0.60589575864846978</c:v>
                </c:pt>
                <c:pt idx="2245">
                  <c:v>0.54576885247281259</c:v>
                </c:pt>
                <c:pt idx="2246">
                  <c:v>0.52286509430662098</c:v>
                </c:pt>
                <c:pt idx="2247">
                  <c:v>0.49117540933729981</c:v>
                </c:pt>
                <c:pt idx="2248">
                  <c:v>0.50847000769695438</c:v>
                </c:pt>
                <c:pt idx="2249">
                  <c:v>0.49862926299670529</c:v>
                </c:pt>
                <c:pt idx="2250">
                  <c:v>0.52757812649476732</c:v>
                </c:pt>
                <c:pt idx="2251">
                  <c:v>0.52063065630187055</c:v>
                </c:pt>
                <c:pt idx="2252">
                  <c:v>0.54041251442426708</c:v>
                </c:pt>
                <c:pt idx="2253">
                  <c:v>0.58712137235788464</c:v>
                </c:pt>
                <c:pt idx="2254">
                  <c:v>0.59103444631918745</c:v>
                </c:pt>
                <c:pt idx="2255">
                  <c:v>0.61322762843934142</c:v>
                </c:pt>
                <c:pt idx="2256">
                  <c:v>0.62706466761489399</c:v>
                </c:pt>
                <c:pt idx="2257">
                  <c:v>0.63951587211046412</c:v>
                </c:pt>
                <c:pt idx="2258">
                  <c:v>0.6334697598447282</c:v>
                </c:pt>
                <c:pt idx="2259">
                  <c:v>0.63982770962348012</c:v>
                </c:pt>
                <c:pt idx="2260">
                  <c:v>0.64634671694408519</c:v>
                </c:pt>
                <c:pt idx="2261">
                  <c:v>0.61936986931117777</c:v>
                </c:pt>
                <c:pt idx="2262">
                  <c:v>0.61498379213603249</c:v>
                </c:pt>
                <c:pt idx="2263">
                  <c:v>0.60650106648814528</c:v>
                </c:pt>
                <c:pt idx="2264">
                  <c:v>0.60784467463215119</c:v>
                </c:pt>
                <c:pt idx="2265">
                  <c:v>0.66951893070043111</c:v>
                </c:pt>
                <c:pt idx="2266">
                  <c:v>0.6956597603264284</c:v>
                </c:pt>
                <c:pt idx="2267">
                  <c:v>0.6750884063435959</c:v>
                </c:pt>
                <c:pt idx="2268">
                  <c:v>0.66846622347248097</c:v>
                </c:pt>
                <c:pt idx="2269">
                  <c:v>0.63850750313705584</c:v>
                </c:pt>
                <c:pt idx="2270">
                  <c:v>0.58918650642219328</c:v>
                </c:pt>
                <c:pt idx="2271">
                  <c:v>0.56108130142394752</c:v>
                </c:pt>
                <c:pt idx="2272">
                  <c:v>0.61896798814320209</c:v>
                </c:pt>
                <c:pt idx="2273">
                  <c:v>0.64614827281727882</c:v>
                </c:pt>
                <c:pt idx="2274">
                  <c:v>0.65769208853241645</c:v>
                </c:pt>
                <c:pt idx="2275">
                  <c:v>0.69642444824761396</c:v>
                </c:pt>
                <c:pt idx="2276">
                  <c:v>0.67457086782029074</c:v>
                </c:pt>
                <c:pt idx="2277">
                  <c:v>0.67353499570094311</c:v>
                </c:pt>
                <c:pt idx="2278">
                  <c:v>0.68063152062243371</c:v>
                </c:pt>
                <c:pt idx="2279">
                  <c:v>0.6957808889717263</c:v>
                </c:pt>
                <c:pt idx="2280">
                  <c:v>0.68294218745784074</c:v>
                </c:pt>
                <c:pt idx="2281">
                  <c:v>0.70148937866251537</c:v>
                </c:pt>
                <c:pt idx="2282">
                  <c:v>0.72129474720270559</c:v>
                </c:pt>
                <c:pt idx="2283">
                  <c:v>0.7157665470138258</c:v>
                </c:pt>
                <c:pt idx="2284">
                  <c:v>0.74210456178544593</c:v>
                </c:pt>
                <c:pt idx="2285">
                  <c:v>0.70294831474879593</c:v>
                </c:pt>
                <c:pt idx="2286">
                  <c:v>0.74932292375449872</c:v>
                </c:pt>
                <c:pt idx="2287">
                  <c:v>0.70858129352941479</c:v>
                </c:pt>
                <c:pt idx="2288">
                  <c:v>0.69720602263232634</c:v>
                </c:pt>
                <c:pt idx="2289">
                  <c:v>0.6679226493059599</c:v>
                </c:pt>
                <c:pt idx="2290">
                  <c:v>0.65406774674541623</c:v>
                </c:pt>
                <c:pt idx="2291">
                  <c:v>0.6570703209921972</c:v>
                </c:pt>
                <c:pt idx="2292">
                  <c:v>0.67650784897733751</c:v>
                </c:pt>
                <c:pt idx="2293">
                  <c:v>0.66798074929307383</c:v>
                </c:pt>
                <c:pt idx="2294">
                  <c:v>0.63909739720317749</c:v>
                </c:pt>
                <c:pt idx="2295">
                  <c:v>0.63018977438999502</c:v>
                </c:pt>
                <c:pt idx="2296">
                  <c:v>0.70019680379593541</c:v>
                </c:pt>
                <c:pt idx="2297">
                  <c:v>0.71002690926820755</c:v>
                </c:pt>
                <c:pt idx="2298">
                  <c:v>0.73586258120215153</c:v>
                </c:pt>
                <c:pt idx="2299">
                  <c:v>0.75318439116563396</c:v>
                </c:pt>
                <c:pt idx="2300">
                  <c:v>0.84446220447678788</c:v>
                </c:pt>
                <c:pt idx="2301">
                  <c:v>0.93827952185941399</c:v>
                </c:pt>
                <c:pt idx="2302">
                  <c:v>1.0089402292756398</c:v>
                </c:pt>
                <c:pt idx="2303">
                  <c:v>1.0661315172884636</c:v>
                </c:pt>
                <c:pt idx="2304">
                  <c:v>1.1278086874673394</c:v>
                </c:pt>
                <c:pt idx="2305">
                  <c:v>1.1301842998125078</c:v>
                </c:pt>
                <c:pt idx="2306">
                  <c:v>1.1087420695912329</c:v>
                </c:pt>
                <c:pt idx="2307">
                  <c:v>1.0951175763713059</c:v>
                </c:pt>
                <c:pt idx="2308">
                  <c:v>1.0700083139969792</c:v>
                </c:pt>
                <c:pt idx="2309">
                  <c:v>1.0509527405485892</c:v>
                </c:pt>
                <c:pt idx="2310">
                  <c:v>1.0403170561338653</c:v>
                </c:pt>
                <c:pt idx="2311">
                  <c:v>1.0392020161951996</c:v>
                </c:pt>
                <c:pt idx="2312">
                  <c:v>1.0504749218400717</c:v>
                </c:pt>
                <c:pt idx="2313">
                  <c:v>1.0477751804424706</c:v>
                </c:pt>
                <c:pt idx="2314">
                  <c:v>1.0416371105073763</c:v>
                </c:pt>
                <c:pt idx="2315">
                  <c:v>1.0719860700816224</c:v>
                </c:pt>
                <c:pt idx="2316">
                  <c:v>1.1163652956159165</c:v>
                </c:pt>
                <c:pt idx="2317">
                  <c:v>1.1386034409262857</c:v>
                </c:pt>
                <c:pt idx="2318">
                  <c:v>1.1511066956470244</c:v>
                </c:pt>
                <c:pt idx="2319">
                  <c:v>1.1263181595453327</c:v>
                </c:pt>
                <c:pt idx="2320">
                  <c:v>1.1321793515392522</c:v>
                </c:pt>
                <c:pt idx="2321">
                  <c:v>1.105868606404772</c:v>
                </c:pt>
                <c:pt idx="2322">
                  <c:v>1.1096183530482977</c:v>
                </c:pt>
                <c:pt idx="2323">
                  <c:v>1.1204439504913892</c:v>
                </c:pt>
                <c:pt idx="2324">
                  <c:v>1.11082157748786</c:v>
                </c:pt>
                <c:pt idx="2325">
                  <c:v>1.0980229616990205</c:v>
                </c:pt>
                <c:pt idx="2326">
                  <c:v>1.0820292398910734</c:v>
                </c:pt>
                <c:pt idx="2327">
                  <c:v>1.0851604754651611</c:v>
                </c:pt>
                <c:pt idx="2328">
                  <c:v>1.1089341256932017</c:v>
                </c:pt>
                <c:pt idx="2329">
                  <c:v>1.1134741731580644</c:v>
                </c:pt>
                <c:pt idx="2330">
                  <c:v>1.1116660664916009</c:v>
                </c:pt>
                <c:pt idx="2331">
                  <c:v>1.0837926068691117</c:v>
                </c:pt>
                <c:pt idx="2332">
                  <c:v>1.0654865643823015</c:v>
                </c:pt>
                <c:pt idx="2333">
                  <c:v>1.0961594098187621</c:v>
                </c:pt>
                <c:pt idx="2334">
                  <c:v>1.0859318059326184</c:v>
                </c:pt>
                <c:pt idx="2335">
                  <c:v>1.0426024031093377</c:v>
                </c:pt>
                <c:pt idx="2336">
                  <c:v>1.026408270064266</c:v>
                </c:pt>
                <c:pt idx="2337">
                  <c:v>1.0064487144074032</c:v>
                </c:pt>
                <c:pt idx="2338">
                  <c:v>0.94850421483174541</c:v>
                </c:pt>
                <c:pt idx="2339">
                  <c:v>0.90546030530671118</c:v>
                </c:pt>
                <c:pt idx="2340">
                  <c:v>0.83772629169488244</c:v>
                </c:pt>
                <c:pt idx="2341">
                  <c:v>0.79965030007117199</c:v>
                </c:pt>
                <c:pt idx="2342">
                  <c:v>0.80247570117407574</c:v>
                </c:pt>
                <c:pt idx="2343">
                  <c:v>0.83784147150158783</c:v>
                </c:pt>
                <c:pt idx="2344">
                  <c:v>0.8563008349152027</c:v>
                </c:pt>
                <c:pt idx="2345">
                  <c:v>0.8142950747167198</c:v>
                </c:pt>
                <c:pt idx="2346">
                  <c:v>0.77117924041720565</c:v>
                </c:pt>
                <c:pt idx="2347">
                  <c:v>0.79777274608243465</c:v>
                </c:pt>
                <c:pt idx="2348">
                  <c:v>0.71567525814860478</c:v>
                </c:pt>
                <c:pt idx="2349">
                  <c:v>0.75549328461030363</c:v>
                </c:pt>
                <c:pt idx="2350">
                  <c:v>0.71746156739508038</c:v>
                </c:pt>
                <c:pt idx="2351">
                  <c:v>0.71862996956091063</c:v>
                </c:pt>
                <c:pt idx="2352">
                  <c:v>0.71857230954708629</c:v>
                </c:pt>
                <c:pt idx="2353">
                  <c:v>0.7282246666697324</c:v>
                </c:pt>
                <c:pt idx="2354">
                  <c:v>0.78709807100385576</c:v>
                </c:pt>
                <c:pt idx="2355">
                  <c:v>0.70629137585115909</c:v>
                </c:pt>
                <c:pt idx="2356">
                  <c:v>0.72540763405310826</c:v>
                </c:pt>
                <c:pt idx="2357">
                  <c:v>0.75769553811713986</c:v>
                </c:pt>
                <c:pt idx="2358">
                  <c:v>0.92798264150192178</c:v>
                </c:pt>
                <c:pt idx="2359">
                  <c:v>0.98220947511515633</c:v>
                </c:pt>
                <c:pt idx="2360">
                  <c:v>1.0039792922207875</c:v>
                </c:pt>
                <c:pt idx="2361">
                  <c:v>0.98396591995558069</c:v>
                </c:pt>
                <c:pt idx="2362">
                  <c:v>1.0258049890924152</c:v>
                </c:pt>
                <c:pt idx="2363">
                  <c:v>1.024479693575177</c:v>
                </c:pt>
                <c:pt idx="2364">
                  <c:v>1.0144402824241288</c:v>
                </c:pt>
                <c:pt idx="2365">
                  <c:v>1.0053948684573206</c:v>
                </c:pt>
                <c:pt idx="2366">
                  <c:v>1.0334502479667569</c:v>
                </c:pt>
                <c:pt idx="2367">
                  <c:v>1.0657048819229671</c:v>
                </c:pt>
                <c:pt idx="2368">
                  <c:v>1.0720287537656004</c:v>
                </c:pt>
                <c:pt idx="2369">
                  <c:v>1.0932562257454961</c:v>
                </c:pt>
                <c:pt idx="2370">
                  <c:v>1.1554315254103993</c:v>
                </c:pt>
                <c:pt idx="2371">
                  <c:v>1.2562414691428312</c:v>
                </c:pt>
                <c:pt idx="2372">
                  <c:v>1.2966555854262982</c:v>
                </c:pt>
                <c:pt idx="2373">
                  <c:v>1.3043836827604818</c:v>
                </c:pt>
                <c:pt idx="2374">
                  <c:v>1.2941114259205797</c:v>
                </c:pt>
                <c:pt idx="2375">
                  <c:v>1.3340786493801322</c:v>
                </c:pt>
                <c:pt idx="2376">
                  <c:v>1.319563553610531</c:v>
                </c:pt>
                <c:pt idx="2377">
                  <c:v>1.3627921713060398</c:v>
                </c:pt>
                <c:pt idx="2378">
                  <c:v>1.3414205290957562</c:v>
                </c:pt>
                <c:pt idx="2379">
                  <c:v>1.3791939148454182</c:v>
                </c:pt>
                <c:pt idx="2380">
                  <c:v>1.3825607805148985</c:v>
                </c:pt>
                <c:pt idx="2381">
                  <c:v>1.3851402870467791</c:v>
                </c:pt>
                <c:pt idx="2382">
                  <c:v>1.4114246828836139</c:v>
                </c:pt>
                <c:pt idx="2383">
                  <c:v>1.389492859647341</c:v>
                </c:pt>
                <c:pt idx="2384">
                  <c:v>1.4270794871714907</c:v>
                </c:pt>
                <c:pt idx="2385">
                  <c:v>1.3924875009222506</c:v>
                </c:pt>
                <c:pt idx="2386">
                  <c:v>1.3477553996578211</c:v>
                </c:pt>
                <c:pt idx="2387">
                  <c:v>1.2607735292147892</c:v>
                </c:pt>
                <c:pt idx="2388">
                  <c:v>1.2511962807012196</c:v>
                </c:pt>
                <c:pt idx="2389">
                  <c:v>1.2288124041270301</c:v>
                </c:pt>
                <c:pt idx="2390">
                  <c:v>1.215301147536112</c:v>
                </c:pt>
                <c:pt idx="2391">
                  <c:v>1.2081746367217814</c:v>
                </c:pt>
                <c:pt idx="2392">
                  <c:v>1.2189653850403437</c:v>
                </c:pt>
                <c:pt idx="2393">
                  <c:v>1.1628276035802367</c:v>
                </c:pt>
                <c:pt idx="2394">
                  <c:v>1.1295899910363307</c:v>
                </c:pt>
                <c:pt idx="2395">
                  <c:v>1.1425533736601867</c:v>
                </c:pt>
                <c:pt idx="2396">
                  <c:v>1.1044844490071095</c:v>
                </c:pt>
                <c:pt idx="2397">
                  <c:v>1.1040103549230067</c:v>
                </c:pt>
                <c:pt idx="2398">
                  <c:v>1.0882072998548447</c:v>
                </c:pt>
                <c:pt idx="2399">
                  <c:v>1.0595696806628179</c:v>
                </c:pt>
                <c:pt idx="2400">
                  <c:v>1.0489576457567751</c:v>
                </c:pt>
                <c:pt idx="2401">
                  <c:v>1.0855581940199657</c:v>
                </c:pt>
                <c:pt idx="2402">
                  <c:v>1.0684397632608609</c:v>
                </c:pt>
                <c:pt idx="2403">
                  <c:v>1.1030707954453018</c:v>
                </c:pt>
                <c:pt idx="2404">
                  <c:v>1.1011192505803271</c:v>
                </c:pt>
                <c:pt idx="2405">
                  <c:v>1.100905080469841</c:v>
                </c:pt>
                <c:pt idx="2406">
                  <c:v>1.1047353155256432</c:v>
                </c:pt>
                <c:pt idx="2407">
                  <c:v>1.0747789810381858</c:v>
                </c:pt>
                <c:pt idx="2408">
                  <c:v>1.0862881085732856</c:v>
                </c:pt>
                <c:pt idx="2409">
                  <c:v>1.0962660520261145</c:v>
                </c:pt>
                <c:pt idx="2410">
                  <c:v>1.0967103847947126</c:v>
                </c:pt>
                <c:pt idx="2411">
                  <c:v>0.99164725484442029</c:v>
                </c:pt>
                <c:pt idx="2412">
                  <c:v>0.8811347275264394</c:v>
                </c:pt>
                <c:pt idx="2413">
                  <c:v>0.91454416265139993</c:v>
                </c:pt>
                <c:pt idx="2414">
                  <c:v>0.97784985907322386</c:v>
                </c:pt>
                <c:pt idx="2415">
                  <c:v>0.88573821465662606</c:v>
                </c:pt>
                <c:pt idx="2416">
                  <c:v>0.85822806162802368</c:v>
                </c:pt>
                <c:pt idx="2417">
                  <c:v>0.84932102277964816</c:v>
                </c:pt>
                <c:pt idx="2418">
                  <c:v>0.80603764343672024</c:v>
                </c:pt>
                <c:pt idx="2419">
                  <c:v>0.84536889325659537</c:v>
                </c:pt>
                <c:pt idx="2420">
                  <c:v>0.84765504087532828</c:v>
                </c:pt>
                <c:pt idx="2421">
                  <c:v>0.85307660283314735</c:v>
                </c:pt>
                <c:pt idx="2422">
                  <c:v>0.82755470236386408</c:v>
                </c:pt>
                <c:pt idx="2423">
                  <c:v>0.83018933512240645</c:v>
                </c:pt>
                <c:pt idx="2424">
                  <c:v>0.93558112927536874</c:v>
                </c:pt>
                <c:pt idx="2425">
                  <c:v>0.99991160564218606</c:v>
                </c:pt>
                <c:pt idx="2426">
                  <c:v>1.0618798400738738</c:v>
                </c:pt>
                <c:pt idx="2427">
                  <c:v>1.0968269688170693</c:v>
                </c:pt>
                <c:pt idx="2428">
                  <c:v>1.1835218584838203</c:v>
                </c:pt>
                <c:pt idx="2429">
                  <c:v>1.2675730526652087</c:v>
                </c:pt>
                <c:pt idx="2430">
                  <c:v>1.3597562520398883</c:v>
                </c:pt>
                <c:pt idx="2431">
                  <c:v>1.3710647583503948</c:v>
                </c:pt>
                <c:pt idx="2432">
                  <c:v>1.3230995710702926</c:v>
                </c:pt>
                <c:pt idx="2433">
                  <c:v>1.2544176341845585</c:v>
                </c:pt>
                <c:pt idx="2434">
                  <c:v>1.1942220062032254</c:v>
                </c:pt>
                <c:pt idx="2435">
                  <c:v>1.0928736994736059</c:v>
                </c:pt>
                <c:pt idx="2436">
                  <c:v>0.98451268572529926</c:v>
                </c:pt>
                <c:pt idx="2437">
                  <c:v>0.90348890577371521</c:v>
                </c:pt>
                <c:pt idx="2438">
                  <c:v>0.93895832297257276</c:v>
                </c:pt>
                <c:pt idx="2439">
                  <c:v>0.93799732534359959</c:v>
                </c:pt>
                <c:pt idx="2440">
                  <c:v>0.96076818353919091</c:v>
                </c:pt>
                <c:pt idx="2441">
                  <c:v>0.98210853018779187</c:v>
                </c:pt>
                <c:pt idx="2442">
                  <c:v>1.0102069546152195</c:v>
                </c:pt>
                <c:pt idx="2443">
                  <c:v>1.08407384155055</c:v>
                </c:pt>
                <c:pt idx="2444">
                  <c:v>1.1523587696617639</c:v>
                </c:pt>
                <c:pt idx="2445">
                  <c:v>1.1381862357820818</c:v>
                </c:pt>
                <c:pt idx="2446">
                  <c:v>1.2359655115127191</c:v>
                </c:pt>
                <c:pt idx="2447">
                  <c:v>1.3633837418926735</c:v>
                </c:pt>
                <c:pt idx="2448">
                  <c:v>1.3820776794892253</c:v>
                </c:pt>
                <c:pt idx="2449">
                  <c:v>1.446335521032065</c:v>
                </c:pt>
                <c:pt idx="2450">
                  <c:v>1.4215790551300187</c:v>
                </c:pt>
                <c:pt idx="2451">
                  <c:v>1.4519496953308251</c:v>
                </c:pt>
                <c:pt idx="2452">
                  <c:v>1.4978144865555341</c:v>
                </c:pt>
                <c:pt idx="2453">
                  <c:v>1.535427989870551</c:v>
                </c:pt>
                <c:pt idx="2454">
                  <c:v>1.5118412056650459</c:v>
                </c:pt>
                <c:pt idx="2455">
                  <c:v>1.5204020951078847</c:v>
                </c:pt>
                <c:pt idx="2456">
                  <c:v>1.4629781173681426</c:v>
                </c:pt>
                <c:pt idx="2457">
                  <c:v>1.4680292383834777</c:v>
                </c:pt>
                <c:pt idx="2458">
                  <c:v>1.4129014332094896</c:v>
                </c:pt>
                <c:pt idx="2459">
                  <c:v>1.2403662456652824</c:v>
                </c:pt>
                <c:pt idx="2460">
                  <c:v>1.0955410145539477</c:v>
                </c:pt>
                <c:pt idx="2461">
                  <c:v>1.1026030813416692</c:v>
                </c:pt>
                <c:pt idx="2462">
                  <c:v>1.2468465384965364</c:v>
                </c:pt>
                <c:pt idx="2463">
                  <c:v>1.1135766921289787</c:v>
                </c:pt>
                <c:pt idx="2464">
                  <c:v>1.0677753805331236</c:v>
                </c:pt>
                <c:pt idx="2465">
                  <c:v>1.0783057592640499</c:v>
                </c:pt>
                <c:pt idx="2466">
                  <c:v>1.0325755635523</c:v>
                </c:pt>
                <c:pt idx="2467">
                  <c:v>1.0500630891282463</c:v>
                </c:pt>
                <c:pt idx="2468">
                  <c:v>0.98574932868780585</c:v>
                </c:pt>
                <c:pt idx="2469">
                  <c:v>0.93578140951245614</c:v>
                </c:pt>
                <c:pt idx="2470">
                  <c:v>1.0650551190528463</c:v>
                </c:pt>
                <c:pt idx="2471">
                  <c:v>1.1498281223163362</c:v>
                </c:pt>
                <c:pt idx="2472">
                  <c:v>1.1570123749949912</c:v>
                </c:pt>
                <c:pt idx="2473">
                  <c:v>1.193473286927407</c:v>
                </c:pt>
                <c:pt idx="2474">
                  <c:v>1.2883750320061267</c:v>
                </c:pt>
                <c:pt idx="2475">
                  <c:v>1.2690921072391881</c:v>
                </c:pt>
                <c:pt idx="2476">
                  <c:v>1.2481116602807962</c:v>
                </c:pt>
                <c:pt idx="2477">
                  <c:v>1.2829782827548677</c:v>
                </c:pt>
                <c:pt idx="2478">
                  <c:v>1.2592021142228511</c:v>
                </c:pt>
                <c:pt idx="2479">
                  <c:v>0.91857735210947322</c:v>
                </c:pt>
                <c:pt idx="2480">
                  <c:v>1.083017034062929</c:v>
                </c:pt>
                <c:pt idx="2481">
                  <c:v>1.3316313970371407</c:v>
                </c:pt>
                <c:pt idx="2482">
                  <c:v>0.92130322398284492</c:v>
                </c:pt>
                <c:pt idx="2483">
                  <c:v>0.90573309721355699</c:v>
                </c:pt>
                <c:pt idx="2484">
                  <c:v>0.84999097074207974</c:v>
                </c:pt>
                <c:pt idx="2485">
                  <c:v>0.82634707610292224</c:v>
                </c:pt>
                <c:pt idx="2486">
                  <c:v>0.7779779824008225</c:v>
                </c:pt>
                <c:pt idx="2487">
                  <c:v>0.70230082167747065</c:v>
                </c:pt>
                <c:pt idx="2488">
                  <c:v>0.62631282295306834</c:v>
                </c:pt>
                <c:pt idx="2489">
                  <c:v>0.65593918308228971</c:v>
                </c:pt>
                <c:pt idx="2490">
                  <c:v>0.71393498730786342</c:v>
                </c:pt>
                <c:pt idx="2491">
                  <c:v>0.68361778173713617</c:v>
                </c:pt>
                <c:pt idx="2492">
                  <c:v>0.65037520127811221</c:v>
                </c:pt>
                <c:pt idx="2493">
                  <c:v>0.63412684295764477</c:v>
                </c:pt>
                <c:pt idx="2494">
                  <c:v>0.66673885656840759</c:v>
                </c:pt>
                <c:pt idx="2495">
                  <c:v>0.64866506319118933</c:v>
                </c:pt>
                <c:pt idx="2496">
                  <c:v>0.69030463488783933</c:v>
                </c:pt>
                <c:pt idx="2497">
                  <c:v>0.74951898512278159</c:v>
                </c:pt>
                <c:pt idx="2498">
                  <c:v>0.80310257035228749</c:v>
                </c:pt>
                <c:pt idx="2499">
                  <c:v>0.86927192400947395</c:v>
                </c:pt>
                <c:pt idx="2500">
                  <c:v>0.88171589962568631</c:v>
                </c:pt>
                <c:pt idx="2501">
                  <c:v>0.90380159442952912</c:v>
                </c:pt>
                <c:pt idx="2502">
                  <c:v>0.91420526212170206</c:v>
                </c:pt>
                <c:pt idx="2503">
                  <c:v>0.90241334594286049</c:v>
                </c:pt>
                <c:pt idx="2504">
                  <c:v>0.88504093101524894</c:v>
                </c:pt>
                <c:pt idx="2505">
                  <c:v>0.86832281509341136</c:v>
                </c:pt>
                <c:pt idx="2506">
                  <c:v>0.83677512923786102</c:v>
                </c:pt>
                <c:pt idx="2507">
                  <c:v>0.87443686703652146</c:v>
                </c:pt>
                <c:pt idx="2508">
                  <c:v>0.91778924717920352</c:v>
                </c:pt>
                <c:pt idx="2509">
                  <c:v>0.97367801285896594</c:v>
                </c:pt>
                <c:pt idx="2510">
                  <c:v>1.0008549067008592</c:v>
                </c:pt>
                <c:pt idx="2511">
                  <c:v>0.97501510988690754</c:v>
                </c:pt>
                <c:pt idx="2512">
                  <c:v>0.99940251090028354</c:v>
                </c:pt>
                <c:pt idx="2513">
                  <c:v>0.9427262265525046</c:v>
                </c:pt>
                <c:pt idx="2514">
                  <c:v>0.9663602016936107</c:v>
                </c:pt>
                <c:pt idx="2515">
                  <c:v>0.97263029112005062</c:v>
                </c:pt>
                <c:pt idx="2516">
                  <c:v>0.97633062530991244</c:v>
                </c:pt>
                <c:pt idx="2517">
                  <c:v>0.9730895342819148</c:v>
                </c:pt>
                <c:pt idx="2518">
                  <c:v>1.0445462904305163</c:v>
                </c:pt>
                <c:pt idx="2519">
                  <c:v>1.0766855704876985</c:v>
                </c:pt>
                <c:pt idx="2520">
                  <c:v>1.0904729092001186</c:v>
                </c:pt>
                <c:pt idx="2521">
                  <c:v>1.1076162841252033</c:v>
                </c:pt>
                <c:pt idx="2522">
                  <c:v>1.1173019937088506</c:v>
                </c:pt>
                <c:pt idx="2523">
                  <c:v>1.1086171988432618</c:v>
                </c:pt>
                <c:pt idx="2524">
                  <c:v>1.1380743724157065</c:v>
                </c:pt>
                <c:pt idx="2525">
                  <c:v>1.1832823473240124</c:v>
                </c:pt>
                <c:pt idx="2526">
                  <c:v>1.1661207678765144</c:v>
                </c:pt>
                <c:pt idx="2527">
                  <c:v>1.1729255378711589</c:v>
                </c:pt>
                <c:pt idx="2528">
                  <c:v>1.1774099959702822</c:v>
                </c:pt>
                <c:pt idx="2529">
                  <c:v>1.1803741265282066</c:v>
                </c:pt>
                <c:pt idx="2530">
                  <c:v>1.1833021717945162</c:v>
                </c:pt>
                <c:pt idx="2531">
                  <c:v>1.0721034188643346</c:v>
                </c:pt>
                <c:pt idx="2532">
                  <c:v>1.0124849647973668</c:v>
                </c:pt>
                <c:pt idx="2533">
                  <c:v>1.04173940987716</c:v>
                </c:pt>
                <c:pt idx="2534">
                  <c:v>0.95872084527538182</c:v>
                </c:pt>
                <c:pt idx="2535">
                  <c:v>0.9280776773345214</c:v>
                </c:pt>
                <c:pt idx="2536">
                  <c:v>0.9681383429645628</c:v>
                </c:pt>
                <c:pt idx="2537">
                  <c:v>1.074350505475699</c:v>
                </c:pt>
                <c:pt idx="2538">
                  <c:v>1.140887989145287</c:v>
                </c:pt>
                <c:pt idx="2539">
                  <c:v>1.1901227787035127</c:v>
                </c:pt>
                <c:pt idx="2540">
                  <c:v>1.1681461463876701</c:v>
                </c:pt>
                <c:pt idx="2541">
                  <c:v>1.1887367840306966</c:v>
                </c:pt>
                <c:pt idx="2542">
                  <c:v>1.2750497594607142</c:v>
                </c:pt>
                <c:pt idx="2543">
                  <c:v>1.2630717781301481</c:v>
                </c:pt>
                <c:pt idx="2544">
                  <c:v>1.2721187475929143</c:v>
                </c:pt>
                <c:pt idx="2545">
                  <c:v>1.2783496993914074</c:v>
                </c:pt>
                <c:pt idx="2546">
                  <c:v>1.3039382328055162</c:v>
                </c:pt>
                <c:pt idx="2547">
                  <c:v>1.2730194747573349</c:v>
                </c:pt>
                <c:pt idx="2548">
                  <c:v>1.2430533602678449</c:v>
                </c:pt>
                <c:pt idx="2549">
                  <c:v>1.2885919558341206</c:v>
                </c:pt>
                <c:pt idx="2550">
                  <c:v>1.309141895892983</c:v>
                </c:pt>
                <c:pt idx="2551">
                  <c:v>1.2773861184161912</c:v>
                </c:pt>
                <c:pt idx="2552">
                  <c:v>1.2479869623509561</c:v>
                </c:pt>
                <c:pt idx="2553">
                  <c:v>1.1943880324569125</c:v>
                </c:pt>
                <c:pt idx="2554">
                  <c:v>1.0376521895289088</c:v>
                </c:pt>
                <c:pt idx="2555">
                  <c:v>1.0007680140602022</c:v>
                </c:pt>
                <c:pt idx="2556">
                  <c:v>0.8910264655972332</c:v>
                </c:pt>
                <c:pt idx="2557">
                  <c:v>0.87373213579871178</c:v>
                </c:pt>
                <c:pt idx="2558">
                  <c:v>0.79996121167037304</c:v>
                </c:pt>
                <c:pt idx="2559">
                  <c:v>0.8296006977789262</c:v>
                </c:pt>
                <c:pt idx="2560">
                  <c:v>0.79819156844289885</c:v>
                </c:pt>
                <c:pt idx="2561">
                  <c:v>0.79389893326631167</c:v>
                </c:pt>
                <c:pt idx="2562">
                  <c:v>0.82941776032474934</c:v>
                </c:pt>
                <c:pt idx="2563">
                  <c:v>0.90503794725472564</c:v>
                </c:pt>
                <c:pt idx="2564">
                  <c:v>0.96525686604508809</c:v>
                </c:pt>
                <c:pt idx="2565">
                  <c:v>0.95257408479887307</c:v>
                </c:pt>
                <c:pt idx="2566">
                  <c:v>0.99457966494903172</c:v>
                </c:pt>
                <c:pt idx="2567">
                  <c:v>1.0169190129253569</c:v>
                </c:pt>
                <c:pt idx="2568">
                  <c:v>1.1124121664422078</c:v>
                </c:pt>
                <c:pt idx="2569">
                  <c:v>1.1752379975981855</c:v>
                </c:pt>
                <c:pt idx="2570">
                  <c:v>1.166762988815272</c:v>
                </c:pt>
                <c:pt idx="2571">
                  <c:v>1.1856530895538808</c:v>
                </c:pt>
                <c:pt idx="2572">
                  <c:v>1.207106452112406</c:v>
                </c:pt>
                <c:pt idx="2573">
                  <c:v>1.2167138109886317</c:v>
                </c:pt>
                <c:pt idx="2574">
                  <c:v>1.2142112313948752</c:v>
                </c:pt>
                <c:pt idx="2575">
                  <c:v>1.2325466123347582</c:v>
                </c:pt>
                <c:pt idx="2576">
                  <c:v>1.3900072004205839</c:v>
                </c:pt>
                <c:pt idx="2577">
                  <c:v>1.3240442996018835</c:v>
                </c:pt>
                <c:pt idx="2578">
                  <c:v>1.1591274868707044</c:v>
                </c:pt>
                <c:pt idx="2579">
                  <c:v>1.0738581535038831</c:v>
                </c:pt>
                <c:pt idx="2580">
                  <c:v>0.99653207714205616</c:v>
                </c:pt>
                <c:pt idx="2581">
                  <c:v>0.93394318019654488</c:v>
                </c:pt>
                <c:pt idx="2582">
                  <c:v>0.83772322906069063</c:v>
                </c:pt>
                <c:pt idx="2583">
                  <c:v>0.88049949204912215</c:v>
                </c:pt>
                <c:pt idx="2584">
                  <c:v>0.88315798581618121</c:v>
                </c:pt>
                <c:pt idx="2585">
                  <c:v>0.93497885278868953</c:v>
                </c:pt>
                <c:pt idx="2586">
                  <c:v>0.94862353179772008</c:v>
                </c:pt>
                <c:pt idx="2587">
                  <c:v>0.96114769683696077</c:v>
                </c:pt>
                <c:pt idx="2588">
                  <c:v>0.94491802987235141</c:v>
                </c:pt>
                <c:pt idx="2589">
                  <c:v>0.93874783876521217</c:v>
                </c:pt>
                <c:pt idx="2590">
                  <c:v>0.99163181381689003</c:v>
                </c:pt>
                <c:pt idx="2591">
                  <c:v>0.89374290687558477</c:v>
                </c:pt>
                <c:pt idx="2592">
                  <c:v>0.97171097071786772</c:v>
                </c:pt>
                <c:pt idx="2593">
                  <c:v>1.0151797739440536</c:v>
                </c:pt>
                <c:pt idx="2594">
                  <c:v>1.1072662359815832</c:v>
                </c:pt>
                <c:pt idx="2595">
                  <c:v>1.0700231235057449</c:v>
                </c:pt>
                <c:pt idx="2596">
                  <c:v>1.1116813920714665</c:v>
                </c:pt>
                <c:pt idx="2597">
                  <c:v>1.1784217671217116</c:v>
                </c:pt>
                <c:pt idx="2598">
                  <c:v>1.1631185634724055</c:v>
                </c:pt>
                <c:pt idx="2599">
                  <c:v>1.1110652969951598</c:v>
                </c:pt>
                <c:pt idx="2600">
                  <c:v>1.1009237749559726</c:v>
                </c:pt>
                <c:pt idx="2601">
                  <c:v>1.0083460459815969</c:v>
                </c:pt>
                <c:pt idx="2602">
                  <c:v>0.92272602557263994</c:v>
                </c:pt>
                <c:pt idx="2603">
                  <c:v>0.8494229403714828</c:v>
                </c:pt>
                <c:pt idx="2604">
                  <c:v>0.76617531529573946</c:v>
                </c:pt>
                <c:pt idx="2605">
                  <c:v>0.69327173402281073</c:v>
                </c:pt>
                <c:pt idx="2606">
                  <c:v>0.72630364272986292</c:v>
                </c:pt>
                <c:pt idx="2607">
                  <c:v>0.7380668866129324</c:v>
                </c:pt>
                <c:pt idx="2608">
                  <c:v>0.7538840276186114</c:v>
                </c:pt>
                <c:pt idx="2609">
                  <c:v>0.75776626482551879</c:v>
                </c:pt>
                <c:pt idx="2610">
                  <c:v>0.70713640693632895</c:v>
                </c:pt>
                <c:pt idx="2611">
                  <c:v>0.73695953284239335</c:v>
                </c:pt>
                <c:pt idx="2612">
                  <c:v>0.67778663425707497</c:v>
                </c:pt>
                <c:pt idx="2613">
                  <c:v>0.70942252601298239</c:v>
                </c:pt>
                <c:pt idx="2614">
                  <c:v>0.73004889370934412</c:v>
                </c:pt>
                <c:pt idx="2615">
                  <c:v>0.71205842418970156</c:v>
                </c:pt>
                <c:pt idx="2616">
                  <c:v>0.72603069555880939</c:v>
                </c:pt>
                <c:pt idx="2617">
                  <c:v>0.69663948746488924</c:v>
                </c:pt>
                <c:pt idx="2618">
                  <c:v>0.72993582094189979</c:v>
                </c:pt>
                <c:pt idx="2619">
                  <c:v>0.77484784480193447</c:v>
                </c:pt>
                <c:pt idx="2620">
                  <c:v>0.77885643905266144</c:v>
                </c:pt>
                <c:pt idx="2621">
                  <c:v>0.75776175285927916</c:v>
                </c:pt>
                <c:pt idx="2622">
                  <c:v>0.74020209563918071</c:v>
                </c:pt>
                <c:pt idx="2623">
                  <c:v>0.73057416251599072</c:v>
                </c:pt>
                <c:pt idx="2624">
                  <c:v>0.7311783482833355</c:v>
                </c:pt>
                <c:pt idx="2625">
                  <c:v>0.72886044653309123</c:v>
                </c:pt>
                <c:pt idx="2626">
                  <c:v>0.72160196880539118</c:v>
                </c:pt>
                <c:pt idx="2627">
                  <c:v>0.70234280789823356</c:v>
                </c:pt>
                <c:pt idx="2628">
                  <c:v>0.70461789931523189</c:v>
                </c:pt>
                <c:pt idx="2629">
                  <c:v>0.66215506261410284</c:v>
                </c:pt>
                <c:pt idx="2630">
                  <c:v>0.62038217022074471</c:v>
                </c:pt>
                <c:pt idx="2631">
                  <c:v>0.65172694604381998</c:v>
                </c:pt>
                <c:pt idx="2632">
                  <c:v>0.62084886997077582</c:v>
                </c:pt>
                <c:pt idx="2633">
                  <c:v>0.64577443253003219</c:v>
                </c:pt>
                <c:pt idx="2634">
                  <c:v>0.5976713921543777</c:v>
                </c:pt>
                <c:pt idx="2635">
                  <c:v>0.65004558054312245</c:v>
                </c:pt>
                <c:pt idx="2636">
                  <c:v>0.68849158515877618</c:v>
                </c:pt>
                <c:pt idx="2637">
                  <c:v>0.69457050397351572</c:v>
                </c:pt>
                <c:pt idx="2638">
                  <c:v>0.70522833833638454</c:v>
                </c:pt>
                <c:pt idx="2639">
                  <c:v>0.72914104774600952</c:v>
                </c:pt>
                <c:pt idx="2640">
                  <c:v>0.80822192643702884</c:v>
                </c:pt>
                <c:pt idx="2641">
                  <c:v>0.8634601475153687</c:v>
                </c:pt>
                <c:pt idx="2642">
                  <c:v>0.88296817383088522</c:v>
                </c:pt>
                <c:pt idx="2643">
                  <c:v>0.84247246908383855</c:v>
                </c:pt>
                <c:pt idx="2644">
                  <c:v>0.84270653444432819</c:v>
                </c:pt>
                <c:pt idx="2645">
                  <c:v>0.85502846431168356</c:v>
                </c:pt>
                <c:pt idx="2646">
                  <c:v>0.8559799505406025</c:v>
                </c:pt>
                <c:pt idx="2647">
                  <c:v>0.84360980662462726</c:v>
                </c:pt>
                <c:pt idx="2648">
                  <c:v>0.83156488824529051</c:v>
                </c:pt>
                <c:pt idx="2649">
                  <c:v>0.84250927705678458</c:v>
                </c:pt>
                <c:pt idx="2650">
                  <c:v>0.87436143587495252</c:v>
                </c:pt>
                <c:pt idx="2651">
                  <c:v>0.9105124673309255</c:v>
                </c:pt>
                <c:pt idx="2652">
                  <c:v>0.82731920707917794</c:v>
                </c:pt>
                <c:pt idx="2653">
                  <c:v>0.90596011877028215</c:v>
                </c:pt>
                <c:pt idx="2654">
                  <c:v>0.90711716190599334</c:v>
                </c:pt>
                <c:pt idx="2655">
                  <c:v>0.85599477501150678</c:v>
                </c:pt>
                <c:pt idx="2656">
                  <c:v>0.90888435730415074</c:v>
                </c:pt>
                <c:pt idx="2657">
                  <c:v>0.84899008019059619</c:v>
                </c:pt>
                <c:pt idx="2658">
                  <c:v>0.86831864899512079</c:v>
                </c:pt>
                <c:pt idx="2659">
                  <c:v>0.91037181302097459</c:v>
                </c:pt>
                <c:pt idx="2660">
                  <c:v>0.92600117799845183</c:v>
                </c:pt>
                <c:pt idx="2661">
                  <c:v>0.92628566922584699</c:v>
                </c:pt>
                <c:pt idx="2662">
                  <c:v>0.9606585818337291</c:v>
                </c:pt>
                <c:pt idx="2663">
                  <c:v>0.99386570023607268</c:v>
                </c:pt>
                <c:pt idx="2664">
                  <c:v>0.96421474899173532</c:v>
                </c:pt>
                <c:pt idx="2665">
                  <c:v>0.98393382717731648</c:v>
                </c:pt>
                <c:pt idx="2666">
                  <c:v>0.93327127461916526</c:v>
                </c:pt>
                <c:pt idx="2667">
                  <c:v>0.93167433745378192</c:v>
                </c:pt>
                <c:pt idx="2668">
                  <c:v>0.914200027750668</c:v>
                </c:pt>
                <c:pt idx="2669">
                  <c:v>0.90445065721035489</c:v>
                </c:pt>
                <c:pt idx="2670">
                  <c:v>0.90088777165109357</c:v>
                </c:pt>
                <c:pt idx="2671">
                  <c:v>0.90943576040926688</c:v>
                </c:pt>
                <c:pt idx="2672">
                  <c:v>0.91028866254906393</c:v>
                </c:pt>
                <c:pt idx="2673">
                  <c:v>1.0319515876273704</c:v>
                </c:pt>
                <c:pt idx="2674">
                  <c:v>1.0169899943786309</c:v>
                </c:pt>
                <c:pt idx="2675">
                  <c:v>1.0634302350276108</c:v>
                </c:pt>
                <c:pt idx="2676">
                  <c:v>0.89454600231752346</c:v>
                </c:pt>
                <c:pt idx="2677">
                  <c:v>1.0207308506045416</c:v>
                </c:pt>
                <c:pt idx="2678">
                  <c:v>1.0403625038079316</c:v>
                </c:pt>
                <c:pt idx="2679">
                  <c:v>0.92518651629697535</c:v>
                </c:pt>
                <c:pt idx="2680">
                  <c:v>0.98275322479177762</c:v>
                </c:pt>
                <c:pt idx="2681">
                  <c:v>0.9211828788400197</c:v>
                </c:pt>
                <c:pt idx="2682">
                  <c:v>0.9136933674110026</c:v>
                </c:pt>
                <c:pt idx="2683">
                  <c:v>0.97454992374420235</c:v>
                </c:pt>
                <c:pt idx="2684">
                  <c:v>0.98333145824886092</c:v>
                </c:pt>
                <c:pt idx="2685">
                  <c:v>1.0035125641102687</c:v>
                </c:pt>
                <c:pt idx="2686">
                  <c:v>1.0324404891663785</c:v>
                </c:pt>
                <c:pt idx="2687">
                  <c:v>0.96980706258166327</c:v>
                </c:pt>
                <c:pt idx="2688">
                  <c:v>0.98393613190025686</c:v>
                </c:pt>
                <c:pt idx="2689">
                  <c:v>0.95271381240732356</c:v>
                </c:pt>
                <c:pt idx="2690">
                  <c:v>1.036562606922258</c:v>
                </c:pt>
                <c:pt idx="2691">
                  <c:v>1.0782404880071548</c:v>
                </c:pt>
                <c:pt idx="2692">
                  <c:v>1.0824904917037235</c:v>
                </c:pt>
                <c:pt idx="2693">
                  <c:v>1.039548733887012</c:v>
                </c:pt>
                <c:pt idx="2694">
                  <c:v>1.0845882021545379</c:v>
                </c:pt>
                <c:pt idx="2695">
                  <c:v>1.1260529160746071</c:v>
                </c:pt>
                <c:pt idx="2696">
                  <c:v>1.1319501037277679</c:v>
                </c:pt>
                <c:pt idx="2697">
                  <c:v>1.1402783430794603</c:v>
                </c:pt>
                <c:pt idx="2698">
                  <c:v>1.103274574162743</c:v>
                </c:pt>
                <c:pt idx="2699">
                  <c:v>0.94943885926851523</c:v>
                </c:pt>
                <c:pt idx="2700">
                  <c:v>0.96000176676598281</c:v>
                </c:pt>
                <c:pt idx="2701">
                  <c:v>0.98361986968642123</c:v>
                </c:pt>
                <c:pt idx="2702">
                  <c:v>0.96854976693525363</c:v>
                </c:pt>
                <c:pt idx="2703">
                  <c:v>0.91535604119867975</c:v>
                </c:pt>
                <c:pt idx="2704">
                  <c:v>0.91177078558239955</c:v>
                </c:pt>
                <c:pt idx="2705">
                  <c:v>0.95099461442729227</c:v>
                </c:pt>
                <c:pt idx="2706">
                  <c:v>1.0061107516562191</c:v>
                </c:pt>
                <c:pt idx="2707">
                  <c:v>0.9831694121184783</c:v>
                </c:pt>
                <c:pt idx="2708">
                  <c:v>0.97124719693644157</c:v>
                </c:pt>
                <c:pt idx="2709">
                  <c:v>0.96474172354654564</c:v>
                </c:pt>
                <c:pt idx="2710">
                  <c:v>0.94765258986509637</c:v>
                </c:pt>
                <c:pt idx="2711">
                  <c:v>0.96084742389607636</c:v>
                </c:pt>
                <c:pt idx="2712">
                  <c:v>0.96381965235121014</c:v>
                </c:pt>
                <c:pt idx="2713">
                  <c:v>0.94540915221595556</c:v>
                </c:pt>
                <c:pt idx="2714">
                  <c:v>0.99057791684165908</c:v>
                </c:pt>
                <c:pt idx="2715">
                  <c:v>1.0013808240902322</c:v>
                </c:pt>
                <c:pt idx="2716">
                  <c:v>1.0072008994149579</c:v>
                </c:pt>
                <c:pt idx="2717">
                  <c:v>0.95730796476109248</c:v>
                </c:pt>
                <c:pt idx="2718">
                  <c:v>0.99355304594711147</c:v>
                </c:pt>
                <c:pt idx="2719">
                  <c:v>0.96334521590096456</c:v>
                </c:pt>
                <c:pt idx="2720">
                  <c:v>0.99285501198351778</c:v>
                </c:pt>
                <c:pt idx="2721">
                  <c:v>0.90963083401888067</c:v>
                </c:pt>
                <c:pt idx="2722">
                  <c:v>0.94360665785539977</c:v>
                </c:pt>
                <c:pt idx="2723">
                  <c:v>0.93640802795296663</c:v>
                </c:pt>
                <c:pt idx="2724">
                  <c:v>0.90442178440752996</c:v>
                </c:pt>
                <c:pt idx="2725">
                  <c:v>0.92212020425697883</c:v>
                </c:pt>
                <c:pt idx="2726">
                  <c:v>0.9045205215287011</c:v>
                </c:pt>
                <c:pt idx="2727">
                  <c:v>0.83056620868632802</c:v>
                </c:pt>
                <c:pt idx="2728">
                  <c:v>0.83503942877906157</c:v>
                </c:pt>
                <c:pt idx="2729">
                  <c:v>0.85411697517491914</c:v>
                </c:pt>
                <c:pt idx="2730">
                  <c:v>0.86783480092673937</c:v>
                </c:pt>
                <c:pt idx="2731">
                  <c:v>0.86144440763348074</c:v>
                </c:pt>
                <c:pt idx="2732">
                  <c:v>0.90526611847020533</c:v>
                </c:pt>
                <c:pt idx="2733">
                  <c:v>0.93533182296357131</c:v>
                </c:pt>
                <c:pt idx="2734">
                  <c:v>0.89896757615045775</c:v>
                </c:pt>
                <c:pt idx="2735">
                  <c:v>0.92356400470136546</c:v>
                </c:pt>
                <c:pt idx="2736">
                  <c:v>0.86459285342062664</c:v>
                </c:pt>
                <c:pt idx="2737">
                  <c:v>0.87122484715481086</c:v>
                </c:pt>
                <c:pt idx="2738">
                  <c:v>0.87977317857747106</c:v>
                </c:pt>
                <c:pt idx="2739">
                  <c:v>0.91270410374095612</c:v>
                </c:pt>
                <c:pt idx="2740">
                  <c:v>0.89761306774565341</c:v>
                </c:pt>
                <c:pt idx="2741">
                  <c:v>0.93210403809740927</c:v>
                </c:pt>
                <c:pt idx="2742">
                  <c:v>0.9266786197778607</c:v>
                </c:pt>
                <c:pt idx="2743">
                  <c:v>0.92534083289265423</c:v>
                </c:pt>
                <c:pt idx="2744">
                  <c:v>0.94893938311164394</c:v>
                </c:pt>
                <c:pt idx="2745">
                  <c:v>0.94222829857000079</c:v>
                </c:pt>
                <c:pt idx="2746">
                  <c:v>1.0027741540612329</c:v>
                </c:pt>
                <c:pt idx="2747">
                  <c:v>1.0449562134048263</c:v>
                </c:pt>
                <c:pt idx="2748">
                  <c:v>0.8619418195197307</c:v>
                </c:pt>
                <c:pt idx="2749">
                  <c:v>0.7720808954639139</c:v>
                </c:pt>
                <c:pt idx="2750">
                  <c:v>0.68619325826826805</c:v>
                </c:pt>
                <c:pt idx="2751">
                  <c:v>0.69231242237455104</c:v>
                </c:pt>
                <c:pt idx="2752">
                  <c:v>0.69021619929808498</c:v>
                </c:pt>
                <c:pt idx="2753">
                  <c:v>0.6744834834141622</c:v>
                </c:pt>
                <c:pt idx="2754">
                  <c:v>0.66541800304803955</c:v>
                </c:pt>
                <c:pt idx="2755">
                  <c:v>0.71511502073665456</c:v>
                </c:pt>
                <c:pt idx="2756">
                  <c:v>0.76783387928933156</c:v>
                </c:pt>
                <c:pt idx="2757">
                  <c:v>0.80648197802058752</c:v>
                </c:pt>
                <c:pt idx="2758">
                  <c:v>0.80759344496822216</c:v>
                </c:pt>
                <c:pt idx="2759">
                  <c:v>0.78102325839073883</c:v>
                </c:pt>
                <c:pt idx="2760">
                  <c:v>0.76725476246741975</c:v>
                </c:pt>
                <c:pt idx="2761">
                  <c:v>0.78101640022475693</c:v>
                </c:pt>
                <c:pt idx="2762">
                  <c:v>0.7999612815239352</c:v>
                </c:pt>
                <c:pt idx="2763">
                  <c:v>0.80915671988235738</c:v>
                </c:pt>
                <c:pt idx="2764">
                  <c:v>0.77594644273639712</c:v>
                </c:pt>
                <c:pt idx="2765">
                  <c:v>0.79853466945306495</c:v>
                </c:pt>
                <c:pt idx="2766">
                  <c:v>0.79397258605187704</c:v>
                </c:pt>
                <c:pt idx="2767">
                  <c:v>0.79498219313675922</c:v>
                </c:pt>
                <c:pt idx="2768">
                  <c:v>0.84124955765618004</c:v>
                </c:pt>
                <c:pt idx="2769">
                  <c:v>0.83506804555938707</c:v>
                </c:pt>
                <c:pt idx="2770">
                  <c:v>0.75995968074236719</c:v>
                </c:pt>
                <c:pt idx="2771">
                  <c:v>0.7360059125293289</c:v>
                </c:pt>
                <c:pt idx="2772">
                  <c:v>0.66124757389293254</c:v>
                </c:pt>
                <c:pt idx="2773">
                  <c:v>0.66652013605956162</c:v>
                </c:pt>
                <c:pt idx="2774">
                  <c:v>0.65783379169661305</c:v>
                </c:pt>
                <c:pt idx="2775">
                  <c:v>0.63125381843882533</c:v>
                </c:pt>
                <c:pt idx="2776">
                  <c:v>0.67784900379997259</c:v>
                </c:pt>
                <c:pt idx="2777">
                  <c:v>0.6766138488650022</c:v>
                </c:pt>
                <c:pt idx="2778">
                  <c:v>0.73288730298898142</c:v>
                </c:pt>
                <c:pt idx="2779">
                  <c:v>0.801308048949676</c:v>
                </c:pt>
                <c:pt idx="2780">
                  <c:v>0.87896976913769698</c:v>
                </c:pt>
                <c:pt idx="2781">
                  <c:v>0.98180934096588424</c:v>
                </c:pt>
                <c:pt idx="2782">
                  <c:v>1.0164425016674279</c:v>
                </c:pt>
                <c:pt idx="2783">
                  <c:v>1.0774239864492912</c:v>
                </c:pt>
                <c:pt idx="2784">
                  <c:v>1.1395058693250602</c:v>
                </c:pt>
                <c:pt idx="2785">
                  <c:v>1.1959787030177269</c:v>
                </c:pt>
                <c:pt idx="2786">
                  <c:v>1.3115902276772358</c:v>
                </c:pt>
                <c:pt idx="2787">
                  <c:v>1.335406770763607</c:v>
                </c:pt>
                <c:pt idx="2788">
                  <c:v>1.3653687554034382</c:v>
                </c:pt>
                <c:pt idx="2789">
                  <c:v>1.4711774588930875</c:v>
                </c:pt>
                <c:pt idx="2790">
                  <c:v>1.4943317747364666</c:v>
                </c:pt>
                <c:pt idx="2791">
                  <c:v>1.5147626081657</c:v>
                </c:pt>
                <c:pt idx="2792">
                  <c:v>1.5669176426578797</c:v>
                </c:pt>
                <c:pt idx="2793">
                  <c:v>1.5806873017434087</c:v>
                </c:pt>
                <c:pt idx="2794">
                  <c:v>1.5006424165191292</c:v>
                </c:pt>
                <c:pt idx="2795">
                  <c:v>1.4876514381743706</c:v>
                </c:pt>
                <c:pt idx="2796">
                  <c:v>1.3504074701045201</c:v>
                </c:pt>
                <c:pt idx="2797">
                  <c:v>1.480411619184135</c:v>
                </c:pt>
                <c:pt idx="2798">
                  <c:v>1.4623075165537642</c:v>
                </c:pt>
                <c:pt idx="2799">
                  <c:v>1.4342460868274685</c:v>
                </c:pt>
                <c:pt idx="2800">
                  <c:v>1.4729528699102867</c:v>
                </c:pt>
                <c:pt idx="2801">
                  <c:v>1.3879839315112035</c:v>
                </c:pt>
                <c:pt idx="2802">
                  <c:v>1.2875990957782579</c:v>
                </c:pt>
                <c:pt idx="2803">
                  <c:v>1.3005653847653222</c:v>
                </c:pt>
                <c:pt idx="2804">
                  <c:v>1.3720712102469832</c:v>
                </c:pt>
                <c:pt idx="2805">
                  <c:v>1.2901154648698725</c:v>
                </c:pt>
                <c:pt idx="2806">
                  <c:v>1.2539140951367884</c:v>
                </c:pt>
                <c:pt idx="2807">
                  <c:v>1.2403088925866472</c:v>
                </c:pt>
                <c:pt idx="2808">
                  <c:v>1.1993867295761609</c:v>
                </c:pt>
                <c:pt idx="2809">
                  <c:v>1.1182947176287252</c:v>
                </c:pt>
                <c:pt idx="2810">
                  <c:v>1.0822908083473191</c:v>
                </c:pt>
                <c:pt idx="2811">
                  <c:v>1.0637461089303279</c:v>
                </c:pt>
                <c:pt idx="2812">
                  <c:v>1.0684709496280591</c:v>
                </c:pt>
                <c:pt idx="2813">
                  <c:v>1.0725010756143631</c:v>
                </c:pt>
                <c:pt idx="2814">
                  <c:v>1.1025464607878948</c:v>
                </c:pt>
                <c:pt idx="2815">
                  <c:v>1.139261109372173</c:v>
                </c:pt>
                <c:pt idx="2816">
                  <c:v>1.2017650397274175</c:v>
                </c:pt>
                <c:pt idx="2817">
                  <c:v>1.1873465987963148</c:v>
                </c:pt>
                <c:pt idx="2818">
                  <c:v>1.207539418152995</c:v>
                </c:pt>
                <c:pt idx="2819">
                  <c:v>1.2208676470521371</c:v>
                </c:pt>
                <c:pt idx="2820">
                  <c:v>1.089318077996668</c:v>
                </c:pt>
                <c:pt idx="2821">
                  <c:v>1.0448499326061065</c:v>
                </c:pt>
                <c:pt idx="2822">
                  <c:v>1.0369028825675148</c:v>
                </c:pt>
                <c:pt idx="2823">
                  <c:v>1.0244211994888259</c:v>
                </c:pt>
                <c:pt idx="2824">
                  <c:v>1.0497433071583935</c:v>
                </c:pt>
                <c:pt idx="2825">
                  <c:v>0.99173796045131335</c:v>
                </c:pt>
                <c:pt idx="2826">
                  <c:v>1.0448702293787619</c:v>
                </c:pt>
                <c:pt idx="2827">
                  <c:v>1.0329051871483161</c:v>
                </c:pt>
                <c:pt idx="2828">
                  <c:v>1.0641162465466341</c:v>
                </c:pt>
                <c:pt idx="2829">
                  <c:v>1.0545695796626107</c:v>
                </c:pt>
                <c:pt idx="2830">
                  <c:v>1.0550238578878228</c:v>
                </c:pt>
                <c:pt idx="2831">
                  <c:v>1.0609376574324934</c:v>
                </c:pt>
                <c:pt idx="2832">
                  <c:v>1.11310397334015</c:v>
                </c:pt>
                <c:pt idx="2833">
                  <c:v>1.1011197914517152</c:v>
                </c:pt>
                <c:pt idx="2834">
                  <c:v>1.1036529814916021</c:v>
                </c:pt>
                <c:pt idx="2835">
                  <c:v>1.1788239177751809</c:v>
                </c:pt>
                <c:pt idx="2836">
                  <c:v>1.2396439331303319</c:v>
                </c:pt>
                <c:pt idx="2837">
                  <c:v>1.3104704622506727</c:v>
                </c:pt>
                <c:pt idx="2838">
                  <c:v>1.2656153706167668</c:v>
                </c:pt>
                <c:pt idx="2839">
                  <c:v>1.3065966985218511</c:v>
                </c:pt>
                <c:pt idx="2840">
                  <c:v>1.2737440298952187</c:v>
                </c:pt>
                <c:pt idx="2841">
                  <c:v>1.2176159423794302</c:v>
                </c:pt>
                <c:pt idx="2842">
                  <c:v>1.1084788735599287</c:v>
                </c:pt>
                <c:pt idx="2843">
                  <c:v>0.96837789679090991</c:v>
                </c:pt>
                <c:pt idx="2844">
                  <c:v>0.89430705596395654</c:v>
                </c:pt>
                <c:pt idx="2845">
                  <c:v>0.83423342223617802</c:v>
                </c:pt>
                <c:pt idx="2846">
                  <c:v>0.94531437976555566</c:v>
                </c:pt>
                <c:pt idx="2847">
                  <c:v>0.98897773124041821</c:v>
                </c:pt>
                <c:pt idx="2848">
                  <c:v>0.9520885020839106</c:v>
                </c:pt>
                <c:pt idx="2849">
                  <c:v>0.98305709241849248</c:v>
                </c:pt>
                <c:pt idx="2850">
                  <c:v>0.94919910357743831</c:v>
                </c:pt>
                <c:pt idx="2851">
                  <c:v>0.94017513862975155</c:v>
                </c:pt>
                <c:pt idx="2852">
                  <c:v>0.93564230187560415</c:v>
                </c:pt>
                <c:pt idx="2853">
                  <c:v>0.9092885616235119</c:v>
                </c:pt>
                <c:pt idx="2854">
                  <c:v>0.88555961935694671</c:v>
                </c:pt>
                <c:pt idx="2855">
                  <c:v>0.86144261717124126</c:v>
                </c:pt>
                <c:pt idx="2856">
                  <c:v>0.90424221112735614</c:v>
                </c:pt>
                <c:pt idx="2857">
                  <c:v>0.90058287485507904</c:v>
                </c:pt>
                <c:pt idx="2858">
                  <c:v>0.88890851741015686</c:v>
                </c:pt>
                <c:pt idx="2859">
                  <c:v>0.87634684476405977</c:v>
                </c:pt>
                <c:pt idx="2860">
                  <c:v>0.808412613088208</c:v>
                </c:pt>
                <c:pt idx="2861">
                  <c:v>0.89090702377386954</c:v>
                </c:pt>
                <c:pt idx="2862">
                  <c:v>0.89555610227401516</c:v>
                </c:pt>
                <c:pt idx="2863">
                  <c:v>0.94258351502663063</c:v>
                </c:pt>
                <c:pt idx="2864">
                  <c:v>0.87870015416805169</c:v>
                </c:pt>
                <c:pt idx="2865">
                  <c:v>0.74553427676604733</c:v>
                </c:pt>
                <c:pt idx="2866">
                  <c:v>0.6586484478245902</c:v>
                </c:pt>
                <c:pt idx="2867">
                  <c:v>0.62133123143391988</c:v>
                </c:pt>
                <c:pt idx="2868">
                  <c:v>0.64428896670873648</c:v>
                </c:pt>
                <c:pt idx="2869">
                  <c:v>0.61241721113546743</c:v>
                </c:pt>
                <c:pt idx="2870">
                  <c:v>0.60500147950078476</c:v>
                </c:pt>
                <c:pt idx="2871">
                  <c:v>0.61109650617713063</c:v>
                </c:pt>
                <c:pt idx="2872">
                  <c:v>0.63452048427848406</c:v>
                </c:pt>
                <c:pt idx="2873">
                  <c:v>0.73211556143023437</c:v>
                </c:pt>
                <c:pt idx="2874">
                  <c:v>0.78568307835947448</c:v>
                </c:pt>
                <c:pt idx="2875">
                  <c:v>0.76628783395260092</c:v>
                </c:pt>
                <c:pt idx="2876">
                  <c:v>0.83018478120155192</c:v>
                </c:pt>
                <c:pt idx="2877">
                  <c:v>0.8343613120658756</c:v>
                </c:pt>
                <c:pt idx="2878">
                  <c:v>0.8813289377223622</c:v>
                </c:pt>
                <c:pt idx="2879">
                  <c:v>0.93653735333887211</c:v>
                </c:pt>
                <c:pt idx="2880">
                  <c:v>0.92238928551421584</c:v>
                </c:pt>
                <c:pt idx="2881">
                  <c:v>0.94413589687482691</c:v>
                </c:pt>
                <c:pt idx="2882">
                  <c:v>0.94959054042085278</c:v>
                </c:pt>
                <c:pt idx="2883">
                  <c:v>1.0601760541855616</c:v>
                </c:pt>
                <c:pt idx="2884">
                  <c:v>1.182987484876066</c:v>
                </c:pt>
                <c:pt idx="2885">
                  <c:v>1.2698696575094195</c:v>
                </c:pt>
                <c:pt idx="2886">
                  <c:v>1.1988331668671923</c:v>
                </c:pt>
                <c:pt idx="2887">
                  <c:v>1.2274065177549873</c:v>
                </c:pt>
                <c:pt idx="2888">
                  <c:v>1.2711045753972514</c:v>
                </c:pt>
                <c:pt idx="2889">
                  <c:v>1.3156472510371691</c:v>
                </c:pt>
                <c:pt idx="2890">
                  <c:v>1.3862486808849834</c:v>
                </c:pt>
                <c:pt idx="2891">
                  <c:v>1.3865671685513714</c:v>
                </c:pt>
                <c:pt idx="2892">
                  <c:v>1.3374998510690843</c:v>
                </c:pt>
                <c:pt idx="2893">
                  <c:v>1.3852987788957847</c:v>
                </c:pt>
                <c:pt idx="2894">
                  <c:v>1.3589132272087823</c:v>
                </c:pt>
                <c:pt idx="2895">
                  <c:v>1.3340118505496439</c:v>
                </c:pt>
                <c:pt idx="2896">
                  <c:v>1.3735156242572553</c:v>
                </c:pt>
                <c:pt idx="2897">
                  <c:v>1.3156045705960751</c:v>
                </c:pt>
                <c:pt idx="2898">
                  <c:v>1.3479714967860827</c:v>
                </c:pt>
                <c:pt idx="2899">
                  <c:v>1.3402969367845812</c:v>
                </c:pt>
                <c:pt idx="2900">
                  <c:v>1.3153603075775355</c:v>
                </c:pt>
                <c:pt idx="2901">
                  <c:v>1.3009579737134258</c:v>
                </c:pt>
                <c:pt idx="2902">
                  <c:v>1.2650121030738555</c:v>
                </c:pt>
                <c:pt idx="2903">
                  <c:v>1.2861130449747114</c:v>
                </c:pt>
                <c:pt idx="2904">
                  <c:v>1.2736124187236677</c:v>
                </c:pt>
                <c:pt idx="2905">
                  <c:v>1.2768905456723552</c:v>
                </c:pt>
                <c:pt idx="2906">
                  <c:v>1.2899138605639384</c:v>
                </c:pt>
                <c:pt idx="2907">
                  <c:v>1.2579872802810004</c:v>
                </c:pt>
                <c:pt idx="2908">
                  <c:v>1.2335087536793015</c:v>
                </c:pt>
                <c:pt idx="2909">
                  <c:v>1.2521743400283636</c:v>
                </c:pt>
                <c:pt idx="2910">
                  <c:v>1.23774695044115</c:v>
                </c:pt>
                <c:pt idx="2911">
                  <c:v>1.225117866732931</c:v>
                </c:pt>
                <c:pt idx="2912">
                  <c:v>1.2447111110610642</c:v>
                </c:pt>
                <c:pt idx="2913">
                  <c:v>1.3049296882832526</c:v>
                </c:pt>
                <c:pt idx="2914">
                  <c:v>1.3202411557303475</c:v>
                </c:pt>
                <c:pt idx="2915">
                  <c:v>1.296490186776327</c:v>
                </c:pt>
                <c:pt idx="2916">
                  <c:v>1.3463449213571876</c:v>
                </c:pt>
                <c:pt idx="2917">
                  <c:v>1.4192857038521896</c:v>
                </c:pt>
                <c:pt idx="2918">
                  <c:v>1.444242108509427</c:v>
                </c:pt>
                <c:pt idx="2919">
                  <c:v>1.4277297919786813</c:v>
                </c:pt>
                <c:pt idx="2920">
                  <c:v>1.4077199314453848</c:v>
                </c:pt>
                <c:pt idx="2921">
                  <c:v>1.342714247153834</c:v>
                </c:pt>
                <c:pt idx="2922">
                  <c:v>1.3611918480416485</c:v>
                </c:pt>
                <c:pt idx="2923">
                  <c:v>1.4072419591550491</c:v>
                </c:pt>
                <c:pt idx="2924">
                  <c:v>1.4363406316869936</c:v>
                </c:pt>
                <c:pt idx="2925">
                  <c:v>1.4344173319013478</c:v>
                </c:pt>
                <c:pt idx="2926">
                  <c:v>1.3747075724077835</c:v>
                </c:pt>
                <c:pt idx="2927">
                  <c:v>1.3392818855552475</c:v>
                </c:pt>
                <c:pt idx="2928">
                  <c:v>1.3535234367539564</c:v>
                </c:pt>
                <c:pt idx="2929">
                  <c:v>1.299459526156731</c:v>
                </c:pt>
                <c:pt idx="2930">
                  <c:v>1.2576743203605898</c:v>
                </c:pt>
                <c:pt idx="2931">
                  <c:v>1.3040141570742492</c:v>
                </c:pt>
                <c:pt idx="2932">
                  <c:v>1.3271931597958684</c:v>
                </c:pt>
                <c:pt idx="2933">
                  <c:v>1.3881594725578543</c:v>
                </c:pt>
                <c:pt idx="2934">
                  <c:v>1.4821710506262649</c:v>
                </c:pt>
                <c:pt idx="2935">
                  <c:v>1.590999835587678</c:v>
                </c:pt>
                <c:pt idx="2936">
                  <c:v>1.5521670845223254</c:v>
                </c:pt>
                <c:pt idx="2937">
                  <c:v>1.5669262417240437</c:v>
                </c:pt>
                <c:pt idx="2938">
                  <c:v>1.4545622457021297</c:v>
                </c:pt>
                <c:pt idx="2939">
                  <c:v>1.3564280556398323</c:v>
                </c:pt>
                <c:pt idx="2940">
                  <c:v>1.1967988955878035</c:v>
                </c:pt>
                <c:pt idx="2941">
                  <c:v>0.78564905205336222</c:v>
                </c:pt>
                <c:pt idx="2942">
                  <c:v>1.2456363469187581</c:v>
                </c:pt>
                <c:pt idx="2943">
                  <c:v>1.5405980140276478</c:v>
                </c:pt>
                <c:pt idx="2944">
                  <c:v>1.2212824228289905</c:v>
                </c:pt>
                <c:pt idx="2945">
                  <c:v>1.1978992489873759</c:v>
                </c:pt>
                <c:pt idx="2946">
                  <c:v>1.1525586331390854</c:v>
                </c:pt>
                <c:pt idx="2947">
                  <c:v>1.1781556419615997</c:v>
                </c:pt>
                <c:pt idx="2948">
                  <c:v>1.21876299798898</c:v>
                </c:pt>
                <c:pt idx="2949">
                  <c:v>1.2740179841600394</c:v>
                </c:pt>
                <c:pt idx="2950">
                  <c:v>1.3215399070965084</c:v>
                </c:pt>
                <c:pt idx="2951">
                  <c:v>1.2678582831263001</c:v>
                </c:pt>
                <c:pt idx="2952">
                  <c:v>1.3032005433375204</c:v>
                </c:pt>
                <c:pt idx="2953">
                  <c:v>1.4286964184788349</c:v>
                </c:pt>
                <c:pt idx="2954">
                  <c:v>1.5119568595030586</c:v>
                </c:pt>
                <c:pt idx="2955">
                  <c:v>1.4778199604942068</c:v>
                </c:pt>
                <c:pt idx="2956">
                  <c:v>1.4800932888802669</c:v>
                </c:pt>
                <c:pt idx="2957">
                  <c:v>1.4944513406518245</c:v>
                </c:pt>
                <c:pt idx="2958">
                  <c:v>1.4578275582384892</c:v>
                </c:pt>
                <c:pt idx="2959">
                  <c:v>1.4283301301181404</c:v>
                </c:pt>
                <c:pt idx="2960">
                  <c:v>1.3603911412491112</c:v>
                </c:pt>
                <c:pt idx="2961">
                  <c:v>1.3776301831724833</c:v>
                </c:pt>
                <c:pt idx="2962">
                  <c:v>1.5164949687043081</c:v>
                </c:pt>
                <c:pt idx="2963">
                  <c:v>1.582915707185905</c:v>
                </c:pt>
                <c:pt idx="2964">
                  <c:v>1.473066246456622</c:v>
                </c:pt>
                <c:pt idx="2965">
                  <c:v>1.3574718962330605</c:v>
                </c:pt>
                <c:pt idx="2966">
                  <c:v>1.2009838836364244</c:v>
                </c:pt>
                <c:pt idx="2967">
                  <c:v>1.1808994527210701</c:v>
                </c:pt>
                <c:pt idx="2968">
                  <c:v>1.156033373056331</c:v>
                </c:pt>
                <c:pt idx="2969">
                  <c:v>1.2364656848225835</c:v>
                </c:pt>
                <c:pt idx="2970">
                  <c:v>1.182468908122706</c:v>
                </c:pt>
                <c:pt idx="2971">
                  <c:v>1.1978574677794471</c:v>
                </c:pt>
                <c:pt idx="2972">
                  <c:v>1.205598548323952</c:v>
                </c:pt>
                <c:pt idx="2973">
                  <c:v>1.229208035452777</c:v>
                </c:pt>
                <c:pt idx="2974">
                  <c:v>1.1427290887277746</c:v>
                </c:pt>
                <c:pt idx="2975">
                  <c:v>1.1494738860575822</c:v>
                </c:pt>
                <c:pt idx="2976">
                  <c:v>1.1654139516272723</c:v>
                </c:pt>
                <c:pt idx="2977">
                  <c:v>1.1496296199735025</c:v>
                </c:pt>
                <c:pt idx="2978">
                  <c:v>1.1163593902179372</c:v>
                </c:pt>
                <c:pt idx="2979">
                  <c:v>1.0865434162356007</c:v>
                </c:pt>
                <c:pt idx="2980">
                  <c:v>1.0854649304199444</c:v>
                </c:pt>
                <c:pt idx="2981">
                  <c:v>1.0864151193705602</c:v>
                </c:pt>
                <c:pt idx="2982">
                  <c:v>1.0733222577000658</c:v>
                </c:pt>
                <c:pt idx="2983">
                  <c:v>1.0614222171531726</c:v>
                </c:pt>
                <c:pt idx="2984">
                  <c:v>1.1075496485716989</c:v>
                </c:pt>
                <c:pt idx="2985">
                  <c:v>1.1125181901692207</c:v>
                </c:pt>
                <c:pt idx="2986">
                  <c:v>0.97226369848446059</c:v>
                </c:pt>
                <c:pt idx="2987">
                  <c:v>1.056896183650935</c:v>
                </c:pt>
                <c:pt idx="2988">
                  <c:v>0.97564040947142694</c:v>
                </c:pt>
                <c:pt idx="2989">
                  <c:v>0.91715007031985796</c:v>
                </c:pt>
                <c:pt idx="2990">
                  <c:v>0.92678801882840123</c:v>
                </c:pt>
                <c:pt idx="2991">
                  <c:v>0.89098693811552498</c:v>
                </c:pt>
                <c:pt idx="2992">
                  <c:v>0.98109416119762294</c:v>
                </c:pt>
                <c:pt idx="2993">
                  <c:v>0.83001442815594195</c:v>
                </c:pt>
                <c:pt idx="2994">
                  <c:v>0.86282864774391399</c:v>
                </c:pt>
                <c:pt idx="2995">
                  <c:v>0.93055209850364196</c:v>
                </c:pt>
                <c:pt idx="2996">
                  <c:v>0.90888829461336851</c:v>
                </c:pt>
                <c:pt idx="2997">
                  <c:v>0.94068887467446416</c:v>
                </c:pt>
                <c:pt idx="2998">
                  <c:v>1.036870916826264</c:v>
                </c:pt>
                <c:pt idx="2999">
                  <c:v>1.2597886119231823</c:v>
                </c:pt>
                <c:pt idx="3000">
                  <c:v>1.4323884697877369</c:v>
                </c:pt>
                <c:pt idx="3001">
                  <c:v>2.3707468047752052</c:v>
                </c:pt>
                <c:pt idx="3002">
                  <c:v>3.0322448726733628</c:v>
                </c:pt>
                <c:pt idx="3003">
                  <c:v>3.161132719431099</c:v>
                </c:pt>
                <c:pt idx="3004">
                  <c:v>3.3241074367694639</c:v>
                </c:pt>
                <c:pt idx="3005">
                  <c:v>3.4440620561971369</c:v>
                </c:pt>
                <c:pt idx="3006">
                  <c:v>3.6543932973764721</c:v>
                </c:pt>
                <c:pt idx="3007">
                  <c:v>3.8468400716074846</c:v>
                </c:pt>
                <c:pt idx="3008">
                  <c:v>3.9088701202938774</c:v>
                </c:pt>
                <c:pt idx="3009">
                  <c:v>4.0454126327527815</c:v>
                </c:pt>
                <c:pt idx="3010">
                  <c:v>4.5710556588779285</c:v>
                </c:pt>
                <c:pt idx="3011">
                  <c:v>3.4288086003544489</c:v>
                </c:pt>
                <c:pt idx="3012">
                  <c:v>3.376389294691633</c:v>
                </c:pt>
                <c:pt idx="3013">
                  <c:v>3.1350133454641309</c:v>
                </c:pt>
                <c:pt idx="3014">
                  <c:v>3.0908003962883264</c:v>
                </c:pt>
                <c:pt idx="3015">
                  <c:v>2.1172857578164854</c:v>
                </c:pt>
                <c:pt idx="3016">
                  <c:v>5.7248030090690766E-2</c:v>
                </c:pt>
                <c:pt idx="3017">
                  <c:v>2.8274980561350999E-2</c:v>
                </c:pt>
                <c:pt idx="3018">
                  <c:v>9.8092248181739176E-3</c:v>
                </c:pt>
                <c:pt idx="3019">
                  <c:v>4.175580943547294E-3</c:v>
                </c:pt>
                <c:pt idx="3020">
                  <c:v>2.8949429031109113E-3</c:v>
                </c:pt>
                <c:pt idx="3021">
                  <c:v>1.4569762086577836E-3</c:v>
                </c:pt>
                <c:pt idx="3022">
                  <c:v>2.1002303977519267E-3</c:v>
                </c:pt>
                <c:pt idx="3023">
                  <c:v>3.124936514093971E-3</c:v>
                </c:pt>
                <c:pt idx="3024">
                  <c:v>2.0207503067516687E-3</c:v>
                </c:pt>
                <c:pt idx="3025">
                  <c:v>1.4541443240686477E-3</c:v>
                </c:pt>
                <c:pt idx="3026">
                  <c:v>1.0007990598854455E-3</c:v>
                </c:pt>
                <c:pt idx="3027">
                  <c:v>7.7369371923517174E-4</c:v>
                </c:pt>
                <c:pt idx="3028">
                  <c:v>5.3609616056779432E-4</c:v>
                </c:pt>
                <c:pt idx="3029">
                  <c:v>3.8803263485258696E-4</c:v>
                </c:pt>
                <c:pt idx="3030">
                  <c:v>-2.7491032039318259E-5</c:v>
                </c:pt>
                <c:pt idx="3031">
                  <c:v>-5.5166923819851145E-4</c:v>
                </c:pt>
                <c:pt idx="3032">
                  <c:v>-6.3715472275430217E-3</c:v>
                </c:pt>
                <c:pt idx="3033">
                  <c:v>-1.221700570639923E-2</c:v>
                </c:pt>
                <c:pt idx="3034">
                  <c:v>-1.1698414990858648E-2</c:v>
                </c:pt>
                <c:pt idx="3035">
                  <c:v>-1.0976046081864537E-2</c:v>
                </c:pt>
                <c:pt idx="3036">
                  <c:v>-1.0525299068737972E-2</c:v>
                </c:pt>
                <c:pt idx="3037">
                  <c:v>-1.0411278718820676E-2</c:v>
                </c:pt>
                <c:pt idx="3038">
                  <c:v>-9.4407760855570958E-3</c:v>
                </c:pt>
                <c:pt idx="3039">
                  <c:v>-8.5270563365974564E-3</c:v>
                </c:pt>
                <c:pt idx="3040">
                  <c:v>-8.1081225685075888E-3</c:v>
                </c:pt>
                <c:pt idx="3041">
                  <c:v>2.0752960587938256E-3</c:v>
                </c:pt>
                <c:pt idx="3042">
                  <c:v>3.2406213256830911E-3</c:v>
                </c:pt>
                <c:pt idx="3043">
                  <c:v>2.1523073250453348E-3</c:v>
                </c:pt>
                <c:pt idx="3044">
                  <c:v>1.496587994281827E-3</c:v>
                </c:pt>
                <c:pt idx="3045">
                  <c:v>1.0697209527864488E-3</c:v>
                </c:pt>
                <c:pt idx="3046">
                  <c:v>1.023000073303106E-3</c:v>
                </c:pt>
                <c:pt idx="3047">
                  <c:v>8.0990986484955378E-4</c:v>
                </c:pt>
                <c:pt idx="3048">
                  <c:v>8.764866725960007E-4</c:v>
                </c:pt>
                <c:pt idx="3049">
                  <c:v>9.3977911540868409E-4</c:v>
                </c:pt>
                <c:pt idx="3050">
                  <c:v>7.9054050048297814E-4</c:v>
                </c:pt>
                <c:pt idx="3051">
                  <c:v>8.8006339028534782E-4</c:v>
                </c:pt>
                <c:pt idx="3052">
                  <c:v>6.964124958687833E-4</c:v>
                </c:pt>
                <c:pt idx="3053">
                  <c:v>7.7547873547843978E-4</c:v>
                </c:pt>
                <c:pt idx="3054">
                  <c:v>9.4962091688975702E-4</c:v>
                </c:pt>
                <c:pt idx="3055">
                  <c:v>8.5492840052903715E-4</c:v>
                </c:pt>
                <c:pt idx="3056">
                  <c:v>-1.4714687380953991E-3</c:v>
                </c:pt>
                <c:pt idx="3057">
                  <c:v>-7.0075527038122917E-3</c:v>
                </c:pt>
                <c:pt idx="3058">
                  <c:v>-6.6044988408976218E-3</c:v>
                </c:pt>
                <c:pt idx="3059">
                  <c:v>-6.3061890972626617E-3</c:v>
                </c:pt>
                <c:pt idx="3060">
                  <c:v>-6.4164397884608499E-3</c:v>
                </c:pt>
                <c:pt idx="3061">
                  <c:v>-7.712035944343278E-3</c:v>
                </c:pt>
                <c:pt idx="3062">
                  <c:v>-6.1481187113687011E-3</c:v>
                </c:pt>
                <c:pt idx="3063">
                  <c:v>-5.8545753310640328E-3</c:v>
                </c:pt>
                <c:pt idx="3064">
                  <c:v>-5.8868181616496809E-3</c:v>
                </c:pt>
                <c:pt idx="3065">
                  <c:v>9.9293468999564461E-4</c:v>
                </c:pt>
                <c:pt idx="3066">
                  <c:v>1.6354893447536217E-3</c:v>
                </c:pt>
                <c:pt idx="3067">
                  <c:v>1.0979386980153245E-3</c:v>
                </c:pt>
                <c:pt idx="3068">
                  <c:v>9.6512098588645687E-4</c:v>
                </c:pt>
                <c:pt idx="3069">
                  <c:v>9.226719444731502E-4</c:v>
                </c:pt>
                <c:pt idx="3070">
                  <c:v>5.7640882609716153E-4</c:v>
                </c:pt>
                <c:pt idx="3071">
                  <c:v>7.6890926045810497E-4</c:v>
                </c:pt>
                <c:pt idx="3072">
                  <c:v>5.8589555876149542E-4</c:v>
                </c:pt>
                <c:pt idx="3073">
                  <c:v>8.3872389391416338E-4</c:v>
                </c:pt>
                <c:pt idx="3074">
                  <c:v>5.6304300536751714E-4</c:v>
                </c:pt>
                <c:pt idx="3075">
                  <c:v>7.9721882485657728E-4</c:v>
                </c:pt>
                <c:pt idx="3076">
                  <c:v>6.7470846686657848E-4</c:v>
                </c:pt>
                <c:pt idx="3077">
                  <c:v>6.9273716618160376E-4</c:v>
                </c:pt>
                <c:pt idx="3078">
                  <c:v>6.376526460007524E-4</c:v>
                </c:pt>
                <c:pt idx="3079">
                  <c:v>2.7694073887162528E-4</c:v>
                </c:pt>
                <c:pt idx="3080">
                  <c:v>-1.2044208368757461E-3</c:v>
                </c:pt>
                <c:pt idx="3081">
                  <c:v>1.5131717580830555E-3</c:v>
                </c:pt>
                <c:pt idx="3082">
                  <c:v>-1.7734402204018277E-3</c:v>
                </c:pt>
                <c:pt idx="3083">
                  <c:v>-1.0674380108345906E-3</c:v>
                </c:pt>
                <c:pt idx="3084">
                  <c:v>1.6166654654458735E-4</c:v>
                </c:pt>
                <c:pt idx="3085">
                  <c:v>1.3208678678646034E-3</c:v>
                </c:pt>
                <c:pt idx="3086">
                  <c:v>1.4562630379583532E-3</c:v>
                </c:pt>
                <c:pt idx="3087">
                  <c:v>2.2081908854129201E-3</c:v>
                </c:pt>
                <c:pt idx="3088">
                  <c:v>2.6095299456251192E-3</c:v>
                </c:pt>
                <c:pt idx="3089">
                  <c:v>1.5373664094863739E-3</c:v>
                </c:pt>
                <c:pt idx="3090">
                  <c:v>3.5220884098775639E-4</c:v>
                </c:pt>
                <c:pt idx="3091">
                  <c:v>-3.6855128291576125E-3</c:v>
                </c:pt>
                <c:pt idx="3092">
                  <c:v>-5.7160770684427367E-3</c:v>
                </c:pt>
                <c:pt idx="3093">
                  <c:v>-6.363635123359997E-3</c:v>
                </c:pt>
                <c:pt idx="3094">
                  <c:v>-6.4769713560959364E-3</c:v>
                </c:pt>
                <c:pt idx="3095">
                  <c:v>2.2391582383267305E-4</c:v>
                </c:pt>
                <c:pt idx="3096">
                  <c:v>1.2269534090580813E-3</c:v>
                </c:pt>
                <c:pt idx="3097">
                  <c:v>9.785506810668428E-4</c:v>
                </c:pt>
                <c:pt idx="3098">
                  <c:v>1.0595595742834687E-3</c:v>
                </c:pt>
                <c:pt idx="3099">
                  <c:v>9.0464761182429149E-4</c:v>
                </c:pt>
                <c:pt idx="3100">
                  <c:v>8.8500346606883759E-4</c:v>
                </c:pt>
                <c:pt idx="3101">
                  <c:v>8.4311749819360887E-4</c:v>
                </c:pt>
                <c:pt idx="3102">
                  <c:v>9.2424940470691613E-4</c:v>
                </c:pt>
                <c:pt idx="3103">
                  <c:v>6.9650482312933111E-4</c:v>
                </c:pt>
                <c:pt idx="3104">
                  <c:v>-2.3243114453036957E-3</c:v>
                </c:pt>
                <c:pt idx="3105">
                  <c:v>-6.6994071003544965E-3</c:v>
                </c:pt>
                <c:pt idx="3106">
                  <c:v>-6.5372671199740526E-3</c:v>
                </c:pt>
                <c:pt idx="3107">
                  <c:v>-4.499186068639938E-3</c:v>
                </c:pt>
                <c:pt idx="3108">
                  <c:v>-1.6410946199837107E-3</c:v>
                </c:pt>
                <c:pt idx="3109">
                  <c:v>-9.0783155985067483E-4</c:v>
                </c:pt>
                <c:pt idx="3110">
                  <c:v>0.11005984025617273</c:v>
                </c:pt>
                <c:pt idx="3111">
                  <c:v>1.3674400555500434</c:v>
                </c:pt>
                <c:pt idx="3112">
                  <c:v>0.5985816721723044</c:v>
                </c:pt>
                <c:pt idx="3113">
                  <c:v>0.65180162352957638</c:v>
                </c:pt>
                <c:pt idx="3114">
                  <c:v>0.70331683107642828</c:v>
                </c:pt>
                <c:pt idx="3115">
                  <c:v>0.6579130778700446</c:v>
                </c:pt>
                <c:pt idx="3116">
                  <c:v>0.65850460627256069</c:v>
                </c:pt>
                <c:pt idx="3117">
                  <c:v>0.63619468612063801</c:v>
                </c:pt>
                <c:pt idx="3118">
                  <c:v>0.63386106847282875</c:v>
                </c:pt>
                <c:pt idx="3119">
                  <c:v>0.58367726036691903</c:v>
                </c:pt>
                <c:pt idx="3120">
                  <c:v>0.58813275338912774</c:v>
                </c:pt>
                <c:pt idx="3121">
                  <c:v>0.5997846126881522</c:v>
                </c:pt>
                <c:pt idx="3122">
                  <c:v>0.59954995639193909</c:v>
                </c:pt>
                <c:pt idx="3123">
                  <c:v>0.61429369199603978</c:v>
                </c:pt>
                <c:pt idx="3124">
                  <c:v>0.60420956724237229</c:v>
                </c:pt>
                <c:pt idx="3125">
                  <c:v>0.64285933809341</c:v>
                </c:pt>
                <c:pt idx="3126">
                  <c:v>0.64740454924699742</c:v>
                </c:pt>
                <c:pt idx="3127">
                  <c:v>0.66790853585149124</c:v>
                </c:pt>
                <c:pt idx="3128">
                  <c:v>0.88048131673001051</c:v>
                </c:pt>
                <c:pt idx="3129">
                  <c:v>0.51839534579295998</c:v>
                </c:pt>
                <c:pt idx="3130">
                  <c:v>0.48429279050430352</c:v>
                </c:pt>
                <c:pt idx="3131">
                  <c:v>0.40807817755156711</c:v>
                </c:pt>
                <c:pt idx="3132">
                  <c:v>0.43371074544694826</c:v>
                </c:pt>
                <c:pt idx="3133">
                  <c:v>0.4897653642880716</c:v>
                </c:pt>
                <c:pt idx="3134">
                  <c:v>0.51468764485835305</c:v>
                </c:pt>
                <c:pt idx="3135">
                  <c:v>0.59525717316633431</c:v>
                </c:pt>
                <c:pt idx="3136">
                  <c:v>0.56080576180068431</c:v>
                </c:pt>
                <c:pt idx="3137">
                  <c:v>0.56285328235027376</c:v>
                </c:pt>
                <c:pt idx="3138">
                  <c:v>0.54502955874460546</c:v>
                </c:pt>
                <c:pt idx="3139">
                  <c:v>0.55545553333539999</c:v>
                </c:pt>
                <c:pt idx="3140">
                  <c:v>0.56549303616617064</c:v>
                </c:pt>
                <c:pt idx="3141">
                  <c:v>0.56355899456462744</c:v>
                </c:pt>
                <c:pt idx="3142">
                  <c:v>0.55004226172117465</c:v>
                </c:pt>
                <c:pt idx="3143">
                  <c:v>0.57758018246661103</c:v>
                </c:pt>
                <c:pt idx="3144">
                  <c:v>0.6176139134789751</c:v>
                </c:pt>
                <c:pt idx="3145">
                  <c:v>0.70947011873984689</c:v>
                </c:pt>
                <c:pt idx="3146">
                  <c:v>0.75680790626533845</c:v>
                </c:pt>
                <c:pt idx="3147">
                  <c:v>0.75961886879288965</c:v>
                </c:pt>
                <c:pt idx="3148">
                  <c:v>0.76571375063047054</c:v>
                </c:pt>
                <c:pt idx="3149">
                  <c:v>0.76756008355581473</c:v>
                </c:pt>
                <c:pt idx="3150">
                  <c:v>0.82767613632373205</c:v>
                </c:pt>
                <c:pt idx="3151">
                  <c:v>0.82542256214938314</c:v>
                </c:pt>
                <c:pt idx="3152">
                  <c:v>0.88213178531954084</c:v>
                </c:pt>
                <c:pt idx="3153">
                  <c:v>0.90971916008932985</c:v>
                </c:pt>
                <c:pt idx="3154">
                  <c:v>0.80244211659911502</c:v>
                </c:pt>
                <c:pt idx="3155">
                  <c:v>0.66193738858525708</c:v>
                </c:pt>
                <c:pt idx="3156">
                  <c:v>0.68402119435387376</c:v>
                </c:pt>
                <c:pt idx="3157">
                  <c:v>0.74072185850066841</c:v>
                </c:pt>
                <c:pt idx="3158">
                  <c:v>0.71230099446528516</c:v>
                </c:pt>
                <c:pt idx="3159">
                  <c:v>0.77868900283366671</c:v>
                </c:pt>
                <c:pt idx="3160">
                  <c:v>0.78844800112238689</c:v>
                </c:pt>
                <c:pt idx="3161">
                  <c:v>0.76105158905496417</c:v>
                </c:pt>
                <c:pt idx="3162">
                  <c:v>0.73832607944862827</c:v>
                </c:pt>
                <c:pt idx="3163">
                  <c:v>0.70327127735263117</c:v>
                </c:pt>
                <c:pt idx="3164">
                  <c:v>0.70424966874216188</c:v>
                </c:pt>
                <c:pt idx="3165">
                  <c:v>0.65920639971670858</c:v>
                </c:pt>
                <c:pt idx="3166">
                  <c:v>0.62421903822729286</c:v>
                </c:pt>
                <c:pt idx="3167">
                  <c:v>0.62402559042160932</c:v>
                </c:pt>
                <c:pt idx="3168">
                  <c:v>0.63885805034145471</c:v>
                </c:pt>
                <c:pt idx="3169">
                  <c:v>0.62371008921594462</c:v>
                </c:pt>
                <c:pt idx="3170">
                  <c:v>0.55900421083765139</c:v>
                </c:pt>
                <c:pt idx="3171">
                  <c:v>0.52434945368617392</c:v>
                </c:pt>
                <c:pt idx="3172">
                  <c:v>0.51832859552372557</c:v>
                </c:pt>
                <c:pt idx="3173">
                  <c:v>0.48547742284543932</c:v>
                </c:pt>
                <c:pt idx="3174">
                  <c:v>0.46428334941476762</c:v>
                </c:pt>
                <c:pt idx="3175">
                  <c:v>0.47688121354750168</c:v>
                </c:pt>
                <c:pt idx="3176">
                  <c:v>0.49332763658804168</c:v>
                </c:pt>
                <c:pt idx="3177">
                  <c:v>0.53175568887311664</c:v>
                </c:pt>
                <c:pt idx="3178">
                  <c:v>0.61887261418308637</c:v>
                </c:pt>
                <c:pt idx="3179">
                  <c:v>0.6422462300317493</c:v>
                </c:pt>
                <c:pt idx="3180">
                  <c:v>0.61034856797737191</c:v>
                </c:pt>
                <c:pt idx="3181">
                  <c:v>0.59331677354494738</c:v>
                </c:pt>
                <c:pt idx="3182">
                  <c:v>0.55281788647789676</c:v>
                </c:pt>
                <c:pt idx="3183">
                  <c:v>0.58297802916321884</c:v>
                </c:pt>
                <c:pt idx="3184">
                  <c:v>0.64571304415370545</c:v>
                </c:pt>
                <c:pt idx="3185">
                  <c:v>0.5876440151046578</c:v>
                </c:pt>
                <c:pt idx="3186">
                  <c:v>0.673476763889437</c:v>
                </c:pt>
                <c:pt idx="3187">
                  <c:v>0.66371622446471656</c:v>
                </c:pt>
                <c:pt idx="3188">
                  <c:v>0.69861198693926618</c:v>
                </c:pt>
                <c:pt idx="3189">
                  <c:v>0.78101326212889022</c:v>
                </c:pt>
                <c:pt idx="3190">
                  <c:v>0.8328489723194642</c:v>
                </c:pt>
                <c:pt idx="3191">
                  <c:v>0.88209780253870518</c:v>
                </c:pt>
                <c:pt idx="3192">
                  <c:v>0.91419824519070969</c:v>
                </c:pt>
                <c:pt idx="3193">
                  <c:v>0.95404828491867222</c:v>
                </c:pt>
                <c:pt idx="3194">
                  <c:v>0.97649935262636856</c:v>
                </c:pt>
                <c:pt idx="3195">
                  <c:v>0.99581684854847075</c:v>
                </c:pt>
                <c:pt idx="3196">
                  <c:v>1.0389193170400297</c:v>
                </c:pt>
                <c:pt idx="3197">
                  <c:v>1.0714930253308428</c:v>
                </c:pt>
                <c:pt idx="3198">
                  <c:v>1.1246806690383269</c:v>
                </c:pt>
                <c:pt idx="3199">
                  <c:v>1.1882486339276355</c:v>
                </c:pt>
                <c:pt idx="3200">
                  <c:v>1.0437857447776382</c:v>
                </c:pt>
                <c:pt idx="3201">
                  <c:v>0.98501939053622622</c:v>
                </c:pt>
                <c:pt idx="3202">
                  <c:v>0.91766592214951248</c:v>
                </c:pt>
                <c:pt idx="3203">
                  <c:v>0.87208052664717928</c:v>
                </c:pt>
                <c:pt idx="3204">
                  <c:v>0.8048669432381147</c:v>
                </c:pt>
                <c:pt idx="3205">
                  <c:v>0.81277417931444695</c:v>
                </c:pt>
                <c:pt idx="3206">
                  <c:v>0.78257495422633672</c:v>
                </c:pt>
                <c:pt idx="3207">
                  <c:v>0.76154846739617843</c:v>
                </c:pt>
                <c:pt idx="3208">
                  <c:v>0.75915746817750673</c:v>
                </c:pt>
                <c:pt idx="3209">
                  <c:v>0.76365334335120971</c:v>
                </c:pt>
                <c:pt idx="3210">
                  <c:v>0.74084407428609911</c:v>
                </c:pt>
                <c:pt idx="3211">
                  <c:v>0.71548696883275287</c:v>
                </c:pt>
                <c:pt idx="3212">
                  <c:v>0.70268311411788031</c:v>
                </c:pt>
                <c:pt idx="3213">
                  <c:v>0.80520201149033921</c:v>
                </c:pt>
                <c:pt idx="3214">
                  <c:v>0.87078928419336399</c:v>
                </c:pt>
                <c:pt idx="3215">
                  <c:v>0.88249052438070574</c:v>
                </c:pt>
                <c:pt idx="3216">
                  <c:v>0.90786768432094944</c:v>
                </c:pt>
                <c:pt idx="3217">
                  <c:v>0.91948454275641966</c:v>
                </c:pt>
                <c:pt idx="3218">
                  <c:v>0.90893396740240862</c:v>
                </c:pt>
                <c:pt idx="3219">
                  <c:v>0.83451771343985903</c:v>
                </c:pt>
                <c:pt idx="3220">
                  <c:v>0.81794747837261295</c:v>
                </c:pt>
                <c:pt idx="3221">
                  <c:v>0.82103693514406217</c:v>
                </c:pt>
                <c:pt idx="3222">
                  <c:v>0.82714672563885283</c:v>
                </c:pt>
                <c:pt idx="3223">
                  <c:v>0.81636338832656308</c:v>
                </c:pt>
                <c:pt idx="3224">
                  <c:v>0.78486423727883303</c:v>
                </c:pt>
                <c:pt idx="3225">
                  <c:v>0.76569786907298287</c:v>
                </c:pt>
                <c:pt idx="3226">
                  <c:v>0.75206280228066047</c:v>
                </c:pt>
                <c:pt idx="3227">
                  <c:v>0.73305578133881255</c:v>
                </c:pt>
                <c:pt idx="3228">
                  <c:v>0.69573909348829743</c:v>
                </c:pt>
                <c:pt idx="3229">
                  <c:v>0.64884641378748809</c:v>
                </c:pt>
                <c:pt idx="3230">
                  <c:v>0.6514679177139453</c:v>
                </c:pt>
                <c:pt idx="3231">
                  <c:v>0.64674916555672657</c:v>
                </c:pt>
                <c:pt idx="3232">
                  <c:v>0.63470392247538598</c:v>
                </c:pt>
                <c:pt idx="3233">
                  <c:v>0.67039130158437266</c:v>
                </c:pt>
                <c:pt idx="3234">
                  <c:v>0.65288823210727642</c:v>
                </c:pt>
                <c:pt idx="3235">
                  <c:v>0.6927580674896664</c:v>
                </c:pt>
                <c:pt idx="3236">
                  <c:v>0.66939020892893364</c:v>
                </c:pt>
                <c:pt idx="3237">
                  <c:v>0.66405265374403322</c:v>
                </c:pt>
                <c:pt idx="3238">
                  <c:v>0.72507539053055792</c:v>
                </c:pt>
                <c:pt idx="3239">
                  <c:v>0.72312687662456321</c:v>
                </c:pt>
                <c:pt idx="3240">
                  <c:v>0.71305041992047491</c:v>
                </c:pt>
                <c:pt idx="3241">
                  <c:v>0.76166401851273646</c:v>
                </c:pt>
                <c:pt idx="3242">
                  <c:v>0.76180292951638351</c:v>
                </c:pt>
                <c:pt idx="3243">
                  <c:v>0.78932840074674226</c:v>
                </c:pt>
                <c:pt idx="3244">
                  <c:v>0.81596518391921113</c:v>
                </c:pt>
                <c:pt idx="3245">
                  <c:v>0.8344622149244616</c:v>
                </c:pt>
                <c:pt idx="3246">
                  <c:v>0.82505137534143402</c:v>
                </c:pt>
                <c:pt idx="3247">
                  <c:v>0.79479284112412829</c:v>
                </c:pt>
                <c:pt idx="3248">
                  <c:v>0.73323591169466129</c:v>
                </c:pt>
                <c:pt idx="3249">
                  <c:v>0.68916519093131778</c:v>
                </c:pt>
                <c:pt idx="3250">
                  <c:v>0.59230471331792178</c:v>
                </c:pt>
                <c:pt idx="3251">
                  <c:v>0.50845696224735581</c:v>
                </c:pt>
                <c:pt idx="3252">
                  <c:v>0.38252983043322869</c:v>
                </c:pt>
                <c:pt idx="3253">
                  <c:v>0.29379076740375626</c:v>
                </c:pt>
                <c:pt idx="3254">
                  <c:v>0.36128652559205537</c:v>
                </c:pt>
                <c:pt idx="3255">
                  <c:v>0.46509973934715426</c:v>
                </c:pt>
                <c:pt idx="3256">
                  <c:v>0.48011123410965439</c:v>
                </c:pt>
                <c:pt idx="3257">
                  <c:v>0.51106407927942998</c:v>
                </c:pt>
                <c:pt idx="3258">
                  <c:v>0.52202002039737239</c:v>
                </c:pt>
                <c:pt idx="3259">
                  <c:v>0.58870259565743488</c:v>
                </c:pt>
                <c:pt idx="3260">
                  <c:v>0.62648263335976717</c:v>
                </c:pt>
                <c:pt idx="3261">
                  <c:v>0.66267590566378332</c:v>
                </c:pt>
                <c:pt idx="3262">
                  <c:v>0.66529695797990762</c:v>
                </c:pt>
                <c:pt idx="3263">
                  <c:v>0.68560605319952295</c:v>
                </c:pt>
                <c:pt idx="3264">
                  <c:v>0.78073968788474335</c:v>
                </c:pt>
                <c:pt idx="3265">
                  <c:v>0.84385275381380531</c:v>
                </c:pt>
                <c:pt idx="3266">
                  <c:v>0.80474050813703024</c:v>
                </c:pt>
                <c:pt idx="3267">
                  <c:v>0.78290770163995227</c:v>
                </c:pt>
                <c:pt idx="3268">
                  <c:v>0.73739001039503382</c:v>
                </c:pt>
                <c:pt idx="3269">
                  <c:v>0.67895592971993179</c:v>
                </c:pt>
                <c:pt idx="3270">
                  <c:v>0.63390645512101595</c:v>
                </c:pt>
                <c:pt idx="3271">
                  <c:v>0.5988494365008532</c:v>
                </c:pt>
                <c:pt idx="3272">
                  <c:v>0.65190624543438169</c:v>
                </c:pt>
                <c:pt idx="3273">
                  <c:v>0.59907395992864398</c:v>
                </c:pt>
                <c:pt idx="3274">
                  <c:v>0.38009722228887949</c:v>
                </c:pt>
                <c:pt idx="3275">
                  <c:v>0.30962181867363731</c:v>
                </c:pt>
                <c:pt idx="3276">
                  <c:v>0.29324594985612851</c:v>
                </c:pt>
                <c:pt idx="3277">
                  <c:v>0.52573348851323531</c:v>
                </c:pt>
                <c:pt idx="3278">
                  <c:v>0.528513627779303</c:v>
                </c:pt>
                <c:pt idx="3279">
                  <c:v>0.45744668490538026</c:v>
                </c:pt>
                <c:pt idx="3280">
                  <c:v>0.47415517398483564</c:v>
                </c:pt>
                <c:pt idx="3281">
                  <c:v>0.50415570671977794</c:v>
                </c:pt>
                <c:pt idx="3282">
                  <c:v>0.52216915683597265</c:v>
                </c:pt>
                <c:pt idx="3283">
                  <c:v>0.47215114506812511</c:v>
                </c:pt>
                <c:pt idx="3284">
                  <c:v>0.49542985467007122</c:v>
                </c:pt>
                <c:pt idx="3285">
                  <c:v>0.52862254505254869</c:v>
                </c:pt>
                <c:pt idx="3286">
                  <c:v>0.55763088672302863</c:v>
                </c:pt>
                <c:pt idx="3287">
                  <c:v>0.56503519924288415</c:v>
                </c:pt>
                <c:pt idx="3288">
                  <c:v>0.54798488705138859</c:v>
                </c:pt>
                <c:pt idx="3289">
                  <c:v>0.61580774404879046</c:v>
                </c:pt>
                <c:pt idx="3290">
                  <c:v>0.67352636937316135</c:v>
                </c:pt>
                <c:pt idx="3291">
                  <c:v>0.71725389032137843</c:v>
                </c:pt>
                <c:pt idx="3292">
                  <c:v>0.71096228011456597</c:v>
                </c:pt>
                <c:pt idx="3293">
                  <c:v>0.68724595436804181</c:v>
                </c:pt>
                <c:pt idx="3294">
                  <c:v>0.66667188217828144</c:v>
                </c:pt>
                <c:pt idx="3295">
                  <c:v>0.62487740473415709</c:v>
                </c:pt>
                <c:pt idx="3296">
                  <c:v>0.59233635290037756</c:v>
                </c:pt>
                <c:pt idx="3297">
                  <c:v>0.51020521264534846</c:v>
                </c:pt>
                <c:pt idx="3298">
                  <c:v>0.4979392687410687</c:v>
                </c:pt>
                <c:pt idx="3299">
                  <c:v>0.42294178307463542</c:v>
                </c:pt>
                <c:pt idx="3300">
                  <c:v>0.37536787520846071</c:v>
                </c:pt>
                <c:pt idx="3301">
                  <c:v>0.44481717658405023</c:v>
                </c:pt>
                <c:pt idx="3302">
                  <c:v>0.5591359917360269</c:v>
                </c:pt>
                <c:pt idx="3303">
                  <c:v>0.63114882884314394</c:v>
                </c:pt>
                <c:pt idx="3304">
                  <c:v>0.76077754000869902</c:v>
                </c:pt>
                <c:pt idx="3305">
                  <c:v>0.60516410277834154</c:v>
                </c:pt>
                <c:pt idx="3306">
                  <c:v>0.55074268197302645</c:v>
                </c:pt>
                <c:pt idx="3307">
                  <c:v>0.52457139682930753</c:v>
                </c:pt>
                <c:pt idx="3308">
                  <c:v>0.51469637439009031</c:v>
                </c:pt>
                <c:pt idx="3309">
                  <c:v>0.46592037088101723</c:v>
                </c:pt>
                <c:pt idx="3310">
                  <c:v>0.46054331825878664</c:v>
                </c:pt>
                <c:pt idx="3311">
                  <c:v>0.6706508352398286</c:v>
                </c:pt>
                <c:pt idx="3312">
                  <c:v>0.56397285343537917</c:v>
                </c:pt>
                <c:pt idx="3313">
                  <c:v>0.60131963696601121</c:v>
                </c:pt>
                <c:pt idx="3314">
                  <c:v>0.55897172301374687</c:v>
                </c:pt>
                <c:pt idx="3315">
                  <c:v>0.54724162052998337</c:v>
                </c:pt>
                <c:pt idx="3316">
                  <c:v>0.54408460348139898</c:v>
                </c:pt>
                <c:pt idx="3317">
                  <c:v>0.53571837943077527</c:v>
                </c:pt>
                <c:pt idx="3318">
                  <c:v>0.53403108025707102</c:v>
                </c:pt>
                <c:pt idx="3319">
                  <c:v>0.53425697093536995</c:v>
                </c:pt>
                <c:pt idx="3320">
                  <c:v>0.54948059553656303</c:v>
                </c:pt>
                <c:pt idx="3321">
                  <c:v>0.57193310066578351</c:v>
                </c:pt>
                <c:pt idx="3322">
                  <c:v>0.56681887233495065</c:v>
                </c:pt>
                <c:pt idx="3323">
                  <c:v>0.59447708219654305</c:v>
                </c:pt>
                <c:pt idx="3324">
                  <c:v>0.58161740683080931</c:v>
                </c:pt>
                <c:pt idx="3325">
                  <c:v>0.57842571321804936</c:v>
                </c:pt>
                <c:pt idx="3326">
                  <c:v>0.61371554327536404</c:v>
                </c:pt>
                <c:pt idx="3327">
                  <c:v>0.60579416207316383</c:v>
                </c:pt>
                <c:pt idx="3328">
                  <c:v>0.61765035574279148</c:v>
                </c:pt>
                <c:pt idx="3329">
                  <c:v>0.63992490388308287</c:v>
                </c:pt>
                <c:pt idx="3330">
                  <c:v>0.62783156404826057</c:v>
                </c:pt>
                <c:pt idx="3331">
                  <c:v>0.65422730572859877</c:v>
                </c:pt>
                <c:pt idx="3332">
                  <c:v>0.65394036040398751</c:v>
                </c:pt>
                <c:pt idx="3333">
                  <c:v>0.67375807010823174</c:v>
                </c:pt>
                <c:pt idx="3334">
                  <c:v>0.69523329339000839</c:v>
                </c:pt>
                <c:pt idx="3335">
                  <c:v>0.44702252893229821</c:v>
                </c:pt>
                <c:pt idx="3336">
                  <c:v>0.10951227880487932</c:v>
                </c:pt>
                <c:pt idx="3337">
                  <c:v>2.6134203296546508E-3</c:v>
                </c:pt>
                <c:pt idx="3338">
                  <c:v>3.4373515176541893E-2</c:v>
                </c:pt>
                <c:pt idx="3339">
                  <c:v>3.2458996965997237E-2</c:v>
                </c:pt>
                <c:pt idx="3340">
                  <c:v>3.4375059411205951E-2</c:v>
                </c:pt>
                <c:pt idx="3341">
                  <c:v>6.0500571569499062E-2</c:v>
                </c:pt>
                <c:pt idx="3342">
                  <c:v>-5.3064803041266859E-2</c:v>
                </c:pt>
                <c:pt idx="3343">
                  <c:v>6.2621501991934322E-2</c:v>
                </c:pt>
                <c:pt idx="3344">
                  <c:v>2.8876491665349301E-2</c:v>
                </c:pt>
                <c:pt idx="3345">
                  <c:v>2.2267861063507401E-2</c:v>
                </c:pt>
                <c:pt idx="3346">
                  <c:v>2.3904091881104192E-2</c:v>
                </c:pt>
                <c:pt idx="3347">
                  <c:v>2.0767857621079584E-2</c:v>
                </c:pt>
                <c:pt idx="3348">
                  <c:v>4.2769120768550738E-2</c:v>
                </c:pt>
                <c:pt idx="3349">
                  <c:v>5.1540622877316228E-2</c:v>
                </c:pt>
                <c:pt idx="3350">
                  <c:v>2.3037743418851443E-2</c:v>
                </c:pt>
                <c:pt idx="3351">
                  <c:v>3.2287938037002542E-2</c:v>
                </c:pt>
                <c:pt idx="3352">
                  <c:v>2.6184752245094239E-2</c:v>
                </c:pt>
                <c:pt idx="3353">
                  <c:v>1.7514539552673377E-3</c:v>
                </c:pt>
                <c:pt idx="3354">
                  <c:v>-3.1090890442829235E-2</c:v>
                </c:pt>
                <c:pt idx="3355">
                  <c:v>-5.8360317685435134E-2</c:v>
                </c:pt>
                <c:pt idx="3356">
                  <c:v>-6.5177712575070559E-2</c:v>
                </c:pt>
                <c:pt idx="3357">
                  <c:v>-7.9821409013586378E-2</c:v>
                </c:pt>
                <c:pt idx="3358">
                  <c:v>-8.0892771404492733E-2</c:v>
                </c:pt>
                <c:pt idx="3359">
                  <c:v>-3.8519869667146857E-2</c:v>
                </c:pt>
                <c:pt idx="3360">
                  <c:v>-4.5204068984909286E-2</c:v>
                </c:pt>
                <c:pt idx="3361">
                  <c:v>-4.7835374426408131E-2</c:v>
                </c:pt>
                <c:pt idx="3362">
                  <c:v>-4.6061589392490443E-2</c:v>
                </c:pt>
                <c:pt idx="3363">
                  <c:v>-5.4992564547668148E-2</c:v>
                </c:pt>
                <c:pt idx="3364">
                  <c:v>-5.0223676067430924E-2</c:v>
                </c:pt>
                <c:pt idx="3365">
                  <c:v>-4.3641809777257172E-2</c:v>
                </c:pt>
                <c:pt idx="3366">
                  <c:v>-4.1157069757197705E-2</c:v>
                </c:pt>
                <c:pt idx="3367">
                  <c:v>-2.8766910391226339E-2</c:v>
                </c:pt>
                <c:pt idx="3368">
                  <c:v>-1.7330736436993528E-2</c:v>
                </c:pt>
                <c:pt idx="3369">
                  <c:v>-2.4751676945667368E-2</c:v>
                </c:pt>
                <c:pt idx="3370">
                  <c:v>-0.12362461540619825</c:v>
                </c:pt>
                <c:pt idx="3371">
                  <c:v>-9.8672804383311691E-2</c:v>
                </c:pt>
                <c:pt idx="3372">
                  <c:v>-9.3553385302601114E-2</c:v>
                </c:pt>
                <c:pt idx="3373">
                  <c:v>-0.11578986679154733</c:v>
                </c:pt>
                <c:pt idx="3374">
                  <c:v>-9.9878966421758017E-2</c:v>
                </c:pt>
                <c:pt idx="3375">
                  <c:v>-2.8764003920364645E-2</c:v>
                </c:pt>
                <c:pt idx="3376">
                  <c:v>-6.2402163335047396E-2</c:v>
                </c:pt>
                <c:pt idx="3377">
                  <c:v>-0.10572587070474881</c:v>
                </c:pt>
                <c:pt idx="3378">
                  <c:v>-3.1597807577945135E-2</c:v>
                </c:pt>
                <c:pt idx="3379">
                  <c:v>-6.0705115666759728E-2</c:v>
                </c:pt>
                <c:pt idx="3380">
                  <c:v>-5.4484301536596336E-2</c:v>
                </c:pt>
                <c:pt idx="3381">
                  <c:v>-7.7877591512164182E-2</c:v>
                </c:pt>
                <c:pt idx="3382">
                  <c:v>-6.17787475702163E-2</c:v>
                </c:pt>
                <c:pt idx="3383">
                  <c:v>-5.4619715487884239E-2</c:v>
                </c:pt>
                <c:pt idx="3384">
                  <c:v>-9.7495037698624512E-2</c:v>
                </c:pt>
                <c:pt idx="3385">
                  <c:v>-5.0948009972093804E-2</c:v>
                </c:pt>
                <c:pt idx="3386">
                  <c:v>-0.12206017024585084</c:v>
                </c:pt>
                <c:pt idx="3387">
                  <c:v>-6.1607487085415101E-5</c:v>
                </c:pt>
                <c:pt idx="3388">
                  <c:v>-0.11038436973457146</c:v>
                </c:pt>
                <c:pt idx="3389">
                  <c:v>-7.2477736155385483E-2</c:v>
                </c:pt>
                <c:pt idx="3390">
                  <c:v>-2.3031338281521384E-2</c:v>
                </c:pt>
                <c:pt idx="3391">
                  <c:v>-6.7719993924013205E-2</c:v>
                </c:pt>
                <c:pt idx="3392">
                  <c:v>-6.540166879453263E-2</c:v>
                </c:pt>
                <c:pt idx="3393">
                  <c:v>-8.0524851304782666E-2</c:v>
                </c:pt>
                <c:pt idx="3394">
                  <c:v>-7.3685168887881833E-2</c:v>
                </c:pt>
                <c:pt idx="3395">
                  <c:v>-5.798216572973134E-2</c:v>
                </c:pt>
                <c:pt idx="3396">
                  <c:v>-5.6580456801468247E-2</c:v>
                </c:pt>
                <c:pt idx="3397">
                  <c:v>-7.7015989445291935E-2</c:v>
                </c:pt>
                <c:pt idx="3398">
                  <c:v>-5.3047926930461474E-2</c:v>
                </c:pt>
                <c:pt idx="3399">
                  <c:v>-6.9740791598096361E-2</c:v>
                </c:pt>
                <c:pt idx="3400">
                  <c:v>-6.8992144321745566E-2</c:v>
                </c:pt>
                <c:pt idx="3401">
                  <c:v>-3.303437212761838E-2</c:v>
                </c:pt>
                <c:pt idx="3402">
                  <c:v>-2.7573075418816026E-2</c:v>
                </c:pt>
                <c:pt idx="3403">
                  <c:v>-5.7428714080301958E-2</c:v>
                </c:pt>
                <c:pt idx="3404">
                  <c:v>-5.2679963861101332E-2</c:v>
                </c:pt>
                <c:pt idx="3405">
                  <c:v>-3.9816617187957065E-2</c:v>
                </c:pt>
                <c:pt idx="3406">
                  <c:v>-3.5463003614512684E-2</c:v>
                </c:pt>
                <c:pt idx="3407">
                  <c:v>-4.7114202619475125E-2</c:v>
                </c:pt>
                <c:pt idx="3408">
                  <c:v>-3.3305257944783277E-2</c:v>
                </c:pt>
                <c:pt idx="3409">
                  <c:v>-2.6765964965229965E-2</c:v>
                </c:pt>
                <c:pt idx="3410">
                  <c:v>5.3300221818235642E-3</c:v>
                </c:pt>
                <c:pt idx="3411">
                  <c:v>-3.6525217495886129E-2</c:v>
                </c:pt>
                <c:pt idx="3412">
                  <c:v>-3.9228376884148777E-2</c:v>
                </c:pt>
                <c:pt idx="3413">
                  <c:v>-5.3424972106528537E-2</c:v>
                </c:pt>
                <c:pt idx="3414">
                  <c:v>-6.5643633677124058E-2</c:v>
                </c:pt>
                <c:pt idx="3415">
                  <c:v>-4.4012598584917337E-2</c:v>
                </c:pt>
                <c:pt idx="3416">
                  <c:v>-5.6479160342437815E-2</c:v>
                </c:pt>
                <c:pt idx="3417">
                  <c:v>1.8896654126009264E-2</c:v>
                </c:pt>
                <c:pt idx="3418">
                  <c:v>2.193829266249259E-2</c:v>
                </c:pt>
                <c:pt idx="3419">
                  <c:v>-1.8769950232210068E-2</c:v>
                </c:pt>
                <c:pt idx="3420">
                  <c:v>-7.566906577465464E-2</c:v>
                </c:pt>
                <c:pt idx="3421">
                  <c:v>-5.2255669112454127E-2</c:v>
                </c:pt>
                <c:pt idx="3422">
                  <c:v>-0.15017122616290166</c:v>
                </c:pt>
                <c:pt idx="3423">
                  <c:v>-3.7037576236568809E-2</c:v>
                </c:pt>
                <c:pt idx="3424">
                  <c:v>-5.6661375933947898E-2</c:v>
                </c:pt>
                <c:pt idx="3425">
                  <c:v>-7.1319088167981631E-2</c:v>
                </c:pt>
                <c:pt idx="3426">
                  <c:v>-5.5864891242753373E-2</c:v>
                </c:pt>
                <c:pt idx="3427">
                  <c:v>-5.334144144113627E-2</c:v>
                </c:pt>
                <c:pt idx="3428">
                  <c:v>-6.4322007808483503E-2</c:v>
                </c:pt>
                <c:pt idx="3429">
                  <c:v>-5.2345316466117717E-2</c:v>
                </c:pt>
                <c:pt idx="3430">
                  <c:v>-6.5996901015405326E-2</c:v>
                </c:pt>
                <c:pt idx="3431">
                  <c:v>-3.9566368156354302E-2</c:v>
                </c:pt>
                <c:pt idx="3432">
                  <c:v>-2.6698538181351591E-2</c:v>
                </c:pt>
                <c:pt idx="3433">
                  <c:v>8.8344943656114925E-3</c:v>
                </c:pt>
                <c:pt idx="3434">
                  <c:v>2.2051330495425899E-2</c:v>
                </c:pt>
                <c:pt idx="3435">
                  <c:v>2.2600254376173686E-2</c:v>
                </c:pt>
                <c:pt idx="3436">
                  <c:v>1.8009961073911708E-2</c:v>
                </c:pt>
                <c:pt idx="3437">
                  <c:v>1.6673276853085353E-2</c:v>
                </c:pt>
                <c:pt idx="3438">
                  <c:v>1.0014164772833111E-2</c:v>
                </c:pt>
                <c:pt idx="3439">
                  <c:v>1.2082084832489745E-2</c:v>
                </c:pt>
                <c:pt idx="3440">
                  <c:v>4.164440181295153E-2</c:v>
                </c:pt>
                <c:pt idx="3441">
                  <c:v>3.1697008771100862E-2</c:v>
                </c:pt>
                <c:pt idx="3442">
                  <c:v>4.9452261976119065E-2</c:v>
                </c:pt>
                <c:pt idx="3443">
                  <c:v>5.9952564628688622E-2</c:v>
                </c:pt>
                <c:pt idx="3444">
                  <c:v>5.1071567109940957E-2</c:v>
                </c:pt>
                <c:pt idx="3445">
                  <c:v>6.208558644880937E-2</c:v>
                </c:pt>
                <c:pt idx="3446">
                  <c:v>5.5002002328957168E-2</c:v>
                </c:pt>
                <c:pt idx="3447">
                  <c:v>6.2757736155190105E-2</c:v>
                </c:pt>
                <c:pt idx="3448">
                  <c:v>5.9378030402853998E-2</c:v>
                </c:pt>
                <c:pt idx="3449">
                  <c:v>4.834403140478518E-2</c:v>
                </c:pt>
                <c:pt idx="3450">
                  <c:v>4.6933154364691469E-2</c:v>
                </c:pt>
                <c:pt idx="3451">
                  <c:v>-6.2214351681755577E-2</c:v>
                </c:pt>
                <c:pt idx="3452">
                  <c:v>-6.2284722276268002E-2</c:v>
                </c:pt>
                <c:pt idx="3453">
                  <c:v>-6.2320548052742397E-2</c:v>
                </c:pt>
                <c:pt idx="3454">
                  <c:v>-5.5429689276509569E-2</c:v>
                </c:pt>
                <c:pt idx="3455">
                  <c:v>-5.0815555517043705E-2</c:v>
                </c:pt>
                <c:pt idx="3456">
                  <c:v>-9.1524845353825823E-2</c:v>
                </c:pt>
                <c:pt idx="3457">
                  <c:v>-8.1810220754555255E-2</c:v>
                </c:pt>
                <c:pt idx="3458">
                  <c:v>-9.9067655823478387E-2</c:v>
                </c:pt>
                <c:pt idx="3459">
                  <c:v>-7.5779676277809793E-2</c:v>
                </c:pt>
                <c:pt idx="3460">
                  <c:v>-7.3869228173087914E-2</c:v>
                </c:pt>
                <c:pt idx="3461">
                  <c:v>-7.2512077839403902E-2</c:v>
                </c:pt>
                <c:pt idx="3462">
                  <c:v>-8.7795355557845872E-2</c:v>
                </c:pt>
                <c:pt idx="3463">
                  <c:v>-0.10784895489032385</c:v>
                </c:pt>
                <c:pt idx="3464">
                  <c:v>-7.3602501734365847E-2</c:v>
                </c:pt>
                <c:pt idx="3465">
                  <c:v>-5.9477591143944401E-2</c:v>
                </c:pt>
                <c:pt idx="3466">
                  <c:v>-5.7790423347174089E-2</c:v>
                </c:pt>
                <c:pt idx="3467">
                  <c:v>-7.5592299923244982E-2</c:v>
                </c:pt>
                <c:pt idx="3468">
                  <c:v>-6.1183932850524564E-2</c:v>
                </c:pt>
                <c:pt idx="3469">
                  <c:v>-3.864788174841631E-2</c:v>
                </c:pt>
                <c:pt idx="3470">
                  <c:v>-0.1112638131062972</c:v>
                </c:pt>
                <c:pt idx="3471">
                  <c:v>-6.4823529354530077E-2</c:v>
                </c:pt>
                <c:pt idx="3472">
                  <c:v>-5.3533937705584581E-2</c:v>
                </c:pt>
                <c:pt idx="3473">
                  <c:v>-5.5505593471217585E-2</c:v>
                </c:pt>
                <c:pt idx="3474">
                  <c:v>-6.3454964001267419E-2</c:v>
                </c:pt>
                <c:pt idx="3475">
                  <c:v>-7.5801938071903052E-2</c:v>
                </c:pt>
                <c:pt idx="3476">
                  <c:v>-8.0850241383993326E-2</c:v>
                </c:pt>
                <c:pt idx="3477">
                  <c:v>-8.3260441371174179E-2</c:v>
                </c:pt>
                <c:pt idx="3478">
                  <c:v>-6.7055101610791548E-2</c:v>
                </c:pt>
                <c:pt idx="3479">
                  <c:v>-7.1885443838750174E-2</c:v>
                </c:pt>
                <c:pt idx="3480">
                  <c:v>-6.58090710369547E-2</c:v>
                </c:pt>
                <c:pt idx="3481">
                  <c:v>-6.8973414979997261E-2</c:v>
                </c:pt>
                <c:pt idx="3482">
                  <c:v>-7.0765035100373977E-2</c:v>
                </c:pt>
                <c:pt idx="3483">
                  <c:v>-7.6225232134860668E-2</c:v>
                </c:pt>
                <c:pt idx="3484">
                  <c:v>-6.9645503917922721E-2</c:v>
                </c:pt>
                <c:pt idx="3485">
                  <c:v>-6.5203000834898259E-2</c:v>
                </c:pt>
                <c:pt idx="3486">
                  <c:v>-5.6822228756215107E-2</c:v>
                </c:pt>
                <c:pt idx="3487">
                  <c:v>-9.0229561670548061E-2</c:v>
                </c:pt>
                <c:pt idx="3488">
                  <c:v>-9.7549310904674946E-2</c:v>
                </c:pt>
                <c:pt idx="3489">
                  <c:v>-2.2379894121270991E-2</c:v>
                </c:pt>
                <c:pt idx="3490">
                  <c:v>3.2668574399643949E-2</c:v>
                </c:pt>
                <c:pt idx="3491">
                  <c:v>4.3400397795177632E-2</c:v>
                </c:pt>
                <c:pt idx="3492">
                  <c:v>6.4565390529604406E-3</c:v>
                </c:pt>
                <c:pt idx="3493">
                  <c:v>-2.9625439360090301E-2</c:v>
                </c:pt>
                <c:pt idx="3494">
                  <c:v>-7.9757923007999262E-2</c:v>
                </c:pt>
                <c:pt idx="3495">
                  <c:v>-8.9895348845245734E-2</c:v>
                </c:pt>
                <c:pt idx="3496">
                  <c:v>-9.9446616033220608E-2</c:v>
                </c:pt>
                <c:pt idx="3497">
                  <c:v>-9.7666557829312203E-2</c:v>
                </c:pt>
                <c:pt idx="3498">
                  <c:v>-0.10554687679333337</c:v>
                </c:pt>
                <c:pt idx="3499">
                  <c:v>-0.11025525571656757</c:v>
                </c:pt>
                <c:pt idx="3500">
                  <c:v>-0.10245444147052915</c:v>
                </c:pt>
                <c:pt idx="3501">
                  <c:v>-9.8514518696521156E-2</c:v>
                </c:pt>
                <c:pt idx="3502">
                  <c:v>-9.4764506800098638E-2</c:v>
                </c:pt>
                <c:pt idx="3503">
                  <c:v>-9.0188493063750971E-2</c:v>
                </c:pt>
                <c:pt idx="3504">
                  <c:v>-7.4742663893559061E-2</c:v>
                </c:pt>
                <c:pt idx="3505">
                  <c:v>-7.3699321423767797E-2</c:v>
                </c:pt>
                <c:pt idx="3506">
                  <c:v>-7.2870871546248051E-2</c:v>
                </c:pt>
                <c:pt idx="3507">
                  <c:v>-7.6692671682661279E-2</c:v>
                </c:pt>
                <c:pt idx="3508">
                  <c:v>-7.5259900148424291E-2</c:v>
                </c:pt>
                <c:pt idx="3509">
                  <c:v>-8.0882276540055933E-2</c:v>
                </c:pt>
                <c:pt idx="3510">
                  <c:v>-6.8791765548343042E-2</c:v>
                </c:pt>
                <c:pt idx="3511">
                  <c:v>-9.4823814015056629E-2</c:v>
                </c:pt>
                <c:pt idx="3512">
                  <c:v>-7.516735399921165E-2</c:v>
                </c:pt>
                <c:pt idx="3513">
                  <c:v>-0.10614593361095466</c:v>
                </c:pt>
                <c:pt idx="3514">
                  <c:v>-9.9802706757809834E-2</c:v>
                </c:pt>
                <c:pt idx="3515">
                  <c:v>-7.8585179571338079E-2</c:v>
                </c:pt>
                <c:pt idx="3516">
                  <c:v>-8.5370902352240818E-2</c:v>
                </c:pt>
                <c:pt idx="3517">
                  <c:v>-8.1794610699948922E-2</c:v>
                </c:pt>
                <c:pt idx="3518">
                  <c:v>-6.5920072416040532E-2</c:v>
                </c:pt>
                <c:pt idx="3519">
                  <c:v>-6.9170983655517493E-2</c:v>
                </c:pt>
                <c:pt idx="3520">
                  <c:v>-6.8910133722333941E-2</c:v>
                </c:pt>
                <c:pt idx="3521">
                  <c:v>-8.3135233061360461E-2</c:v>
                </c:pt>
                <c:pt idx="3522">
                  <c:v>-9.1657441219343938E-2</c:v>
                </c:pt>
                <c:pt idx="3523">
                  <c:v>-9.7827109702849177E-2</c:v>
                </c:pt>
                <c:pt idx="3524">
                  <c:v>-8.7238793842188869E-2</c:v>
                </c:pt>
                <c:pt idx="3525">
                  <c:v>-7.9696528485376644E-2</c:v>
                </c:pt>
                <c:pt idx="3526">
                  <c:v>-6.6544213983961736E-2</c:v>
                </c:pt>
                <c:pt idx="3527">
                  <c:v>-7.0151088844534193E-2</c:v>
                </c:pt>
                <c:pt idx="3528">
                  <c:v>-7.1340953867738879E-2</c:v>
                </c:pt>
                <c:pt idx="3529">
                  <c:v>-7.9008818432601643E-2</c:v>
                </c:pt>
                <c:pt idx="3530">
                  <c:v>-9.024945997339591E-2</c:v>
                </c:pt>
                <c:pt idx="3531">
                  <c:v>-0.10234334520617089</c:v>
                </c:pt>
                <c:pt idx="3532">
                  <c:v>-9.3184785048456883E-2</c:v>
                </c:pt>
                <c:pt idx="3533">
                  <c:v>-7.5631153272766677E-2</c:v>
                </c:pt>
                <c:pt idx="3534">
                  <c:v>-7.6008085390487118E-2</c:v>
                </c:pt>
                <c:pt idx="3535">
                  <c:v>-7.2748328528419989E-2</c:v>
                </c:pt>
                <c:pt idx="3536">
                  <c:v>-7.5641508910038124E-2</c:v>
                </c:pt>
                <c:pt idx="3537">
                  <c:v>-8.5904676465247853E-2</c:v>
                </c:pt>
                <c:pt idx="3538">
                  <c:v>-8.5835212768229391E-2</c:v>
                </c:pt>
                <c:pt idx="3539">
                  <c:v>-8.1659416983468083E-2</c:v>
                </c:pt>
                <c:pt idx="3540">
                  <c:v>-8.5610670692193455E-2</c:v>
                </c:pt>
                <c:pt idx="3541">
                  <c:v>-9.0929051354391263E-2</c:v>
                </c:pt>
                <c:pt idx="3542">
                  <c:v>-7.3753940212743452E-2</c:v>
                </c:pt>
                <c:pt idx="3543">
                  <c:v>-8.2609707874612776E-2</c:v>
                </c:pt>
                <c:pt idx="3544">
                  <c:v>-8.0663222539482174E-2</c:v>
                </c:pt>
                <c:pt idx="3545">
                  <c:v>-6.1281899330966186E-2</c:v>
                </c:pt>
                <c:pt idx="3546">
                  <c:v>-6.7449734268216266E-2</c:v>
                </c:pt>
                <c:pt idx="3547">
                  <c:v>-5.7835996419280652E-2</c:v>
                </c:pt>
                <c:pt idx="3548">
                  <c:v>-5.7520047244081919E-2</c:v>
                </c:pt>
                <c:pt idx="3549">
                  <c:v>-8.2858997681470953E-2</c:v>
                </c:pt>
                <c:pt idx="3550">
                  <c:v>-0.11566288487219831</c:v>
                </c:pt>
                <c:pt idx="3551">
                  <c:v>-8.2485181324005744E-2</c:v>
                </c:pt>
                <c:pt idx="3552">
                  <c:v>-7.3309520333204412E-2</c:v>
                </c:pt>
                <c:pt idx="3553">
                  <c:v>-8.7795941601858038E-2</c:v>
                </c:pt>
                <c:pt idx="3554">
                  <c:v>-9.0804688617254395E-2</c:v>
                </c:pt>
                <c:pt idx="3555">
                  <c:v>-7.360435984547023E-2</c:v>
                </c:pt>
                <c:pt idx="3556">
                  <c:v>-0.15589348046258544</c:v>
                </c:pt>
                <c:pt idx="3557">
                  <c:v>-8.3197532954136427E-2</c:v>
                </c:pt>
                <c:pt idx="3558">
                  <c:v>2.6019246464534782E-3</c:v>
                </c:pt>
                <c:pt idx="3559">
                  <c:v>5.6453298499549659E-3</c:v>
                </c:pt>
                <c:pt idx="3560">
                  <c:v>2.2577835488018911E-2</c:v>
                </c:pt>
                <c:pt idx="3561">
                  <c:v>2.7576395819161138E-2</c:v>
                </c:pt>
                <c:pt idx="3562">
                  <c:v>1.9268073011087964E-2</c:v>
                </c:pt>
                <c:pt idx="3563">
                  <c:v>1.6222165584568959E-2</c:v>
                </c:pt>
                <c:pt idx="3564">
                  <c:v>1.149570287829145E-2</c:v>
                </c:pt>
                <c:pt idx="3565">
                  <c:v>9.8802278756874775E-3</c:v>
                </c:pt>
                <c:pt idx="3566">
                  <c:v>7.7492193258022566E-3</c:v>
                </c:pt>
                <c:pt idx="3567">
                  <c:v>5.6808358412334071E-3</c:v>
                </c:pt>
                <c:pt idx="3568">
                  <c:v>5.1366968290087779E-3</c:v>
                </c:pt>
                <c:pt idx="3569">
                  <c:v>6.7513175727437445E-3</c:v>
                </c:pt>
                <c:pt idx="3570">
                  <c:v>3.9843465260600459E-3</c:v>
                </c:pt>
                <c:pt idx="3571">
                  <c:v>3.5335582191642081E-3</c:v>
                </c:pt>
                <c:pt idx="3572">
                  <c:v>2.5184284670925769E-3</c:v>
                </c:pt>
                <c:pt idx="3573">
                  <c:v>2.2859428516915073E-3</c:v>
                </c:pt>
                <c:pt idx="3574">
                  <c:v>1.3644848798556623E-3</c:v>
                </c:pt>
                <c:pt idx="3575">
                  <c:v>9.3165972626507124E-4</c:v>
                </c:pt>
                <c:pt idx="3576">
                  <c:v>5.8173028724463219E-4</c:v>
                </c:pt>
                <c:pt idx="3577">
                  <c:v>1.1068668261148356E-3</c:v>
                </c:pt>
                <c:pt idx="3578">
                  <c:v>1.071304276840476E-3</c:v>
                </c:pt>
                <c:pt idx="3579">
                  <c:v>8.5364640056950585E-4</c:v>
                </c:pt>
                <c:pt idx="3580">
                  <c:v>-0.12863526358673236</c:v>
                </c:pt>
                <c:pt idx="3581">
                  <c:v>-0.16679437587318191</c:v>
                </c:pt>
                <c:pt idx="3582">
                  <c:v>-0.16325574826803624</c:v>
                </c:pt>
                <c:pt idx="3583">
                  <c:v>-0.19643856374485102</c:v>
                </c:pt>
                <c:pt idx="3584">
                  <c:v>-0.14820504544040836</c:v>
                </c:pt>
                <c:pt idx="3585">
                  <c:v>-0.1906529620734444</c:v>
                </c:pt>
                <c:pt idx="3586">
                  <c:v>3.920783500584285E-2</c:v>
                </c:pt>
                <c:pt idx="3587">
                  <c:v>-0.16936458144546077</c:v>
                </c:pt>
                <c:pt idx="3588">
                  <c:v>1.5764232238061698E-2</c:v>
                </c:pt>
                <c:pt idx="3589">
                  <c:v>-1.3918137295685298E-2</c:v>
                </c:pt>
                <c:pt idx="3590">
                  <c:v>-0.18831597241879616</c:v>
                </c:pt>
                <c:pt idx="3591">
                  <c:v>-2.4336173609908172E-2</c:v>
                </c:pt>
                <c:pt idx="3592">
                  <c:v>-0.19807716792827154</c:v>
                </c:pt>
                <c:pt idx="3593">
                  <c:v>-2.5807214243895749E-2</c:v>
                </c:pt>
                <c:pt idx="3594">
                  <c:v>6.1846605213464488E-2</c:v>
                </c:pt>
                <c:pt idx="3595">
                  <c:v>6.738136589752719E-2</c:v>
                </c:pt>
                <c:pt idx="3596">
                  <c:v>-0.10577836657548867</c:v>
                </c:pt>
                <c:pt idx="3597">
                  <c:v>-6.4526258905327386E-2</c:v>
                </c:pt>
                <c:pt idx="3598">
                  <c:v>-0.20147342717302333</c:v>
                </c:pt>
                <c:pt idx="3599">
                  <c:v>-5.2541753773138161E-2</c:v>
                </c:pt>
                <c:pt idx="3600">
                  <c:v>-0.15208555650285557</c:v>
                </c:pt>
                <c:pt idx="3601">
                  <c:v>-0.16041883253781228</c:v>
                </c:pt>
                <c:pt idx="3602">
                  <c:v>-7.9142510765024848E-2</c:v>
                </c:pt>
                <c:pt idx="3603">
                  <c:v>-7.1385570463726358E-2</c:v>
                </c:pt>
                <c:pt idx="3604">
                  <c:v>7.0604229388695865E-3</c:v>
                </c:pt>
                <c:pt idx="3605">
                  <c:v>-7.8042359350208965E-2</c:v>
                </c:pt>
                <c:pt idx="3606">
                  <c:v>-1.0350190486869177E-2</c:v>
                </c:pt>
                <c:pt idx="3607">
                  <c:v>-0.10251461254184377</c:v>
                </c:pt>
                <c:pt idx="3608">
                  <c:v>-0.17136043132682793</c:v>
                </c:pt>
                <c:pt idx="3609">
                  <c:v>-8.0062463591447239E-2</c:v>
                </c:pt>
                <c:pt idx="3610">
                  <c:v>-2.6406572511403908E-2</c:v>
                </c:pt>
                <c:pt idx="3611">
                  <c:v>-0.10426513594760438</c:v>
                </c:pt>
                <c:pt idx="3612">
                  <c:v>-0.10170200090606567</c:v>
                </c:pt>
                <c:pt idx="3613">
                  <c:v>1.5154571577567176E-3</c:v>
                </c:pt>
                <c:pt idx="3614">
                  <c:v>-0.13330437708992568</c:v>
                </c:pt>
                <c:pt idx="3615">
                  <c:v>3.8351352140056569E-2</c:v>
                </c:pt>
                <c:pt idx="3616">
                  <c:v>-2.7863788242523439E-2</c:v>
                </c:pt>
                <c:pt idx="3617">
                  <c:v>-3.1926945216133602E-2</c:v>
                </c:pt>
                <c:pt idx="3618">
                  <c:v>-4.9720759156943149E-2</c:v>
                </c:pt>
                <c:pt idx="3619">
                  <c:v>-0.12403923741113518</c:v>
                </c:pt>
                <c:pt idx="3620">
                  <c:v>-8.3136420508252221E-2</c:v>
                </c:pt>
                <c:pt idx="3621">
                  <c:v>-5.0430913612086098E-2</c:v>
                </c:pt>
                <c:pt idx="3622">
                  <c:v>-3.8361142876311274E-2</c:v>
                </c:pt>
                <c:pt idx="3623">
                  <c:v>-4.2841742155681787E-3</c:v>
                </c:pt>
                <c:pt idx="3624">
                  <c:v>-6.8698718052855448E-2</c:v>
                </c:pt>
                <c:pt idx="3625">
                  <c:v>-6.7556925350830133E-2</c:v>
                </c:pt>
                <c:pt idx="3626">
                  <c:v>-8.3097815624070384E-2</c:v>
                </c:pt>
                <c:pt idx="3627">
                  <c:v>-7.8717394613573785E-2</c:v>
                </c:pt>
                <c:pt idx="3628">
                  <c:v>-8.8270039887226773E-2</c:v>
                </c:pt>
                <c:pt idx="3629">
                  <c:v>-8.4932975928207546E-2</c:v>
                </c:pt>
                <c:pt idx="3630">
                  <c:v>-8.3418627420180136E-2</c:v>
                </c:pt>
                <c:pt idx="3631">
                  <c:v>-6.4263087650280173E-2</c:v>
                </c:pt>
                <c:pt idx="3632">
                  <c:v>-9.7591738218376814E-2</c:v>
                </c:pt>
                <c:pt idx="3633">
                  <c:v>-4.4465273009154753E-2</c:v>
                </c:pt>
                <c:pt idx="3634">
                  <c:v>3.3028347116764133E-2</c:v>
                </c:pt>
                <c:pt idx="3635">
                  <c:v>3.2314291319543567E-2</c:v>
                </c:pt>
                <c:pt idx="3636">
                  <c:v>-4.3088344703207257E-2</c:v>
                </c:pt>
                <c:pt idx="3637">
                  <c:v>-2.4656106806760437E-2</c:v>
                </c:pt>
                <c:pt idx="3638">
                  <c:v>8.9416396349310291E-3</c:v>
                </c:pt>
                <c:pt idx="3639">
                  <c:v>-3.1754016232481495E-2</c:v>
                </c:pt>
                <c:pt idx="3640">
                  <c:v>-3.9491580536105242E-2</c:v>
                </c:pt>
                <c:pt idx="3641">
                  <c:v>9.483033910109101E-3</c:v>
                </c:pt>
                <c:pt idx="3642">
                  <c:v>-4.4969157578208886E-2</c:v>
                </c:pt>
                <c:pt idx="3643">
                  <c:v>-9.5537476712798067E-2</c:v>
                </c:pt>
                <c:pt idx="3644">
                  <c:v>-9.098148706643594E-2</c:v>
                </c:pt>
                <c:pt idx="3645">
                  <c:v>-2.831369448786733E-2</c:v>
                </c:pt>
                <c:pt idx="3646">
                  <c:v>-1.494383467387983E-2</c:v>
                </c:pt>
                <c:pt idx="3647">
                  <c:v>-6.8880452382073923E-2</c:v>
                </c:pt>
                <c:pt idx="3648">
                  <c:v>-6.6053308573362918E-2</c:v>
                </c:pt>
                <c:pt idx="3649">
                  <c:v>-5.7825737062846848E-2</c:v>
                </c:pt>
                <c:pt idx="3650">
                  <c:v>-5.6611964845299713E-2</c:v>
                </c:pt>
                <c:pt idx="3651">
                  <c:v>-6.2242941430762803E-2</c:v>
                </c:pt>
                <c:pt idx="3652">
                  <c:v>-6.3468013857166869E-2</c:v>
                </c:pt>
                <c:pt idx="3653">
                  <c:v>-6.5517892665082317E-2</c:v>
                </c:pt>
                <c:pt idx="3654">
                  <c:v>-7.2501294253791038E-2</c:v>
                </c:pt>
                <c:pt idx="3655">
                  <c:v>-0.10404384441831292</c:v>
                </c:pt>
                <c:pt idx="3656">
                  <c:v>-1.5877733631299774E-2</c:v>
                </c:pt>
                <c:pt idx="3657">
                  <c:v>-8.0228314499535908E-2</c:v>
                </c:pt>
                <c:pt idx="3658">
                  <c:v>-1.3863991226362742E-2</c:v>
                </c:pt>
                <c:pt idx="3659">
                  <c:v>-0.11217783456600942</c:v>
                </c:pt>
                <c:pt idx="3660">
                  <c:v>7.5666992035495068E-2</c:v>
                </c:pt>
                <c:pt idx="3661">
                  <c:v>-1.7315468624758457E-2</c:v>
                </c:pt>
                <c:pt idx="3662">
                  <c:v>-3.31688975741634E-2</c:v>
                </c:pt>
                <c:pt idx="3663">
                  <c:v>-5.0135917967952859E-2</c:v>
                </c:pt>
                <c:pt idx="3664">
                  <c:v>1.3424428274097819E-3</c:v>
                </c:pt>
                <c:pt idx="3665">
                  <c:v>1.4767670400360094E-2</c:v>
                </c:pt>
                <c:pt idx="3666">
                  <c:v>-8.1510096758541858E-2</c:v>
                </c:pt>
                <c:pt idx="3667">
                  <c:v>-6.8201029681687148E-2</c:v>
                </c:pt>
                <c:pt idx="3668">
                  <c:v>-3.4432247611065475E-2</c:v>
                </c:pt>
                <c:pt idx="3669">
                  <c:v>-1.8356452215316586E-2</c:v>
                </c:pt>
                <c:pt idx="3670">
                  <c:v>-7.9383374839405385E-2</c:v>
                </c:pt>
                <c:pt idx="3671">
                  <c:v>-5.3024611994125719E-2</c:v>
                </c:pt>
                <c:pt idx="3672">
                  <c:v>-8.1191868459997416E-2</c:v>
                </c:pt>
                <c:pt idx="3673">
                  <c:v>-0.11343304880380503</c:v>
                </c:pt>
                <c:pt idx="3674">
                  <c:v>-9.2545795841734543E-2</c:v>
                </c:pt>
                <c:pt idx="3675">
                  <c:v>-6.6119102159955005E-3</c:v>
                </c:pt>
                <c:pt idx="3676">
                  <c:v>-0.1861229890170589</c:v>
                </c:pt>
                <c:pt idx="3677">
                  <c:v>-0.20272714519204399</c:v>
                </c:pt>
                <c:pt idx="3678">
                  <c:v>-0.18879008140921133</c:v>
                </c:pt>
                <c:pt idx="3679">
                  <c:v>-0.11748066901518819</c:v>
                </c:pt>
                <c:pt idx="3680">
                  <c:v>2.3066573168144229E-3</c:v>
                </c:pt>
                <c:pt idx="3681">
                  <c:v>1.4588578123019086E-2</c:v>
                </c:pt>
                <c:pt idx="3682">
                  <c:v>-3.3395750335994228E-4</c:v>
                </c:pt>
                <c:pt idx="3683">
                  <c:v>-1.1688882367466473E-2</c:v>
                </c:pt>
                <c:pt idx="3684">
                  <c:v>-1.6379531215370776E-2</c:v>
                </c:pt>
                <c:pt idx="3685">
                  <c:v>-0.14874571157649544</c:v>
                </c:pt>
                <c:pt idx="3686">
                  <c:v>-0.16873765204783012</c:v>
                </c:pt>
                <c:pt idx="3687">
                  <c:v>-0.10992197422660459</c:v>
                </c:pt>
                <c:pt idx="3688">
                  <c:v>-0.14234699544110405</c:v>
                </c:pt>
                <c:pt idx="3689">
                  <c:v>-3.0765113293986714E-2</c:v>
                </c:pt>
                <c:pt idx="3690">
                  <c:v>1.3418728328713402E-2</c:v>
                </c:pt>
                <c:pt idx="3691">
                  <c:v>2.7780363130161287E-2</c:v>
                </c:pt>
                <c:pt idx="3692">
                  <c:v>2.6497708331305814E-2</c:v>
                </c:pt>
                <c:pt idx="3693">
                  <c:v>2.0938224086754016E-2</c:v>
                </c:pt>
                <c:pt idx="3694">
                  <c:v>1.6611655705387602E-2</c:v>
                </c:pt>
                <c:pt idx="3695">
                  <c:v>4.9336951904840045E-3</c:v>
                </c:pt>
                <c:pt idx="3696">
                  <c:v>1.4470061274001395E-3</c:v>
                </c:pt>
                <c:pt idx="3697">
                  <c:v>6.2637419580171367E-4</c:v>
                </c:pt>
                <c:pt idx="3698">
                  <c:v>2.9376662111187612E-4</c:v>
                </c:pt>
                <c:pt idx="3699">
                  <c:v>3.0884399550556611E-4</c:v>
                </c:pt>
                <c:pt idx="3700">
                  <c:v>1.1637645112107622E-3</c:v>
                </c:pt>
                <c:pt idx="3701">
                  <c:v>1.0979757378441612E-3</c:v>
                </c:pt>
                <c:pt idx="3702">
                  <c:v>4.1810027485782147E-3</c:v>
                </c:pt>
                <c:pt idx="3703">
                  <c:v>2.2715691761228192E-3</c:v>
                </c:pt>
                <c:pt idx="3704">
                  <c:v>8.2742348842492312E-3</c:v>
                </c:pt>
                <c:pt idx="3705">
                  <c:v>5.5916929321463867E-3</c:v>
                </c:pt>
                <c:pt idx="3706">
                  <c:v>2.7616611477179064E-3</c:v>
                </c:pt>
                <c:pt idx="3707">
                  <c:v>1.0893073195752132E-3</c:v>
                </c:pt>
                <c:pt idx="3708">
                  <c:v>5.5201001222736096E-4</c:v>
                </c:pt>
                <c:pt idx="3709">
                  <c:v>8.3781244514880894E-4</c:v>
                </c:pt>
                <c:pt idx="3710">
                  <c:v>1.0541226727052769E-3</c:v>
                </c:pt>
                <c:pt idx="3711">
                  <c:v>1.2675860560430439E-3</c:v>
                </c:pt>
                <c:pt idx="3712">
                  <c:v>8.7086998916963631E-4</c:v>
                </c:pt>
                <c:pt idx="3713">
                  <c:v>3.4422652715532555E-3</c:v>
                </c:pt>
                <c:pt idx="3714">
                  <c:v>1.7008944584539795E-3</c:v>
                </c:pt>
                <c:pt idx="3715">
                  <c:v>6.3284058202553515E-4</c:v>
                </c:pt>
                <c:pt idx="3716">
                  <c:v>2.4137287521472519E-4</c:v>
                </c:pt>
                <c:pt idx="3717">
                  <c:v>5.7434638931555144E-5</c:v>
                </c:pt>
                <c:pt idx="3718">
                  <c:v>-2.8589005408511889E-4</c:v>
                </c:pt>
                <c:pt idx="3719">
                  <c:v>-5.0438759449394823E-4</c:v>
                </c:pt>
                <c:pt idx="3720">
                  <c:v>-4.0697729012702667E-4</c:v>
                </c:pt>
                <c:pt idx="3721">
                  <c:v>-4.899415675919122E-4</c:v>
                </c:pt>
                <c:pt idx="3722">
                  <c:v>-5.356374395839794E-4</c:v>
                </c:pt>
                <c:pt idx="3723">
                  <c:v>-3.3097070552580871E-4</c:v>
                </c:pt>
                <c:pt idx="3724">
                  <c:v>-2.1362313648349155E-4</c:v>
                </c:pt>
                <c:pt idx="3725">
                  <c:v>-2.936213116892851E-4</c:v>
                </c:pt>
                <c:pt idx="3726">
                  <c:v>-4.2501880388086568E-5</c:v>
                </c:pt>
                <c:pt idx="3727">
                  <c:v>7.4085044880638464E-5</c:v>
                </c:pt>
                <c:pt idx="3728">
                  <c:v>-2.8176018708172033E-4</c:v>
                </c:pt>
                <c:pt idx="3729">
                  <c:v>-1.1102913750689507E-3</c:v>
                </c:pt>
                <c:pt idx="3730">
                  <c:v>-1.6394517983986342E-3</c:v>
                </c:pt>
                <c:pt idx="3731">
                  <c:v>-2.0566134470975401E-3</c:v>
                </c:pt>
                <c:pt idx="3732">
                  <c:v>-1.8555039795435018E-3</c:v>
                </c:pt>
                <c:pt idx="3733">
                  <c:v>-1.4736412650720218E-3</c:v>
                </c:pt>
                <c:pt idx="3734">
                  <c:v>-1.3529026911680354E-3</c:v>
                </c:pt>
                <c:pt idx="3735">
                  <c:v>-1.7263798029643204E-3</c:v>
                </c:pt>
                <c:pt idx="3736">
                  <c:v>-1.532576607040369E-3</c:v>
                </c:pt>
                <c:pt idx="3737">
                  <c:v>1.5632159750573955E-3</c:v>
                </c:pt>
                <c:pt idx="3738">
                  <c:v>4.6900142803380732E-4</c:v>
                </c:pt>
                <c:pt idx="3739">
                  <c:v>1.0313881188066141E-3</c:v>
                </c:pt>
                <c:pt idx="3740">
                  <c:v>2.4140339575743865E-4</c:v>
                </c:pt>
                <c:pt idx="3741">
                  <c:v>5.6785974855139449E-5</c:v>
                </c:pt>
                <c:pt idx="3742">
                  <c:v>-3.3390573423536787E-5</c:v>
                </c:pt>
                <c:pt idx="3743">
                  <c:v>2.78546845704316E-5</c:v>
                </c:pt>
                <c:pt idx="3744">
                  <c:v>8.4558085539138651E-5</c:v>
                </c:pt>
                <c:pt idx="3745">
                  <c:v>4.5928712464071333E-5</c:v>
                </c:pt>
                <c:pt idx="3746">
                  <c:v>5.942727598031858E-5</c:v>
                </c:pt>
                <c:pt idx="3747">
                  <c:v>7.1148897138894495E-5</c:v>
                </c:pt>
                <c:pt idx="3748">
                  <c:v>5.5676662551833167E-5</c:v>
                </c:pt>
                <c:pt idx="3749">
                  <c:v>4.6019847005972271E-5</c:v>
                </c:pt>
                <c:pt idx="3750">
                  <c:v>8.54038026885441E-5</c:v>
                </c:pt>
                <c:pt idx="3751">
                  <c:v>3.2816988932168553E-4</c:v>
                </c:pt>
                <c:pt idx="3752">
                  <c:v>-7.5523514655309132E-4</c:v>
                </c:pt>
                <c:pt idx="3753">
                  <c:v>-2.3647252699031439E-3</c:v>
                </c:pt>
                <c:pt idx="3754">
                  <c:v>-3.5193251463304896E-3</c:v>
                </c:pt>
                <c:pt idx="3755">
                  <c:v>-3.22740826368818E-3</c:v>
                </c:pt>
                <c:pt idx="3756">
                  <c:v>-3.466595191958746E-3</c:v>
                </c:pt>
                <c:pt idx="3757">
                  <c:v>-2.9552622267360602E-3</c:v>
                </c:pt>
                <c:pt idx="3758">
                  <c:v>-1.8495089087763054E-3</c:v>
                </c:pt>
                <c:pt idx="3759">
                  <c:v>-1.7743666847666218E-3</c:v>
                </c:pt>
                <c:pt idx="3760">
                  <c:v>-2.0483544979351597E-3</c:v>
                </c:pt>
                <c:pt idx="3761">
                  <c:v>-2.1391392764197451E-3</c:v>
                </c:pt>
                <c:pt idx="3762">
                  <c:v>-2.3551357870814399E-3</c:v>
                </c:pt>
                <c:pt idx="3763">
                  <c:v>-3.0532378583123538E-3</c:v>
                </c:pt>
                <c:pt idx="3764">
                  <c:v>-3.024304153931014E-3</c:v>
                </c:pt>
                <c:pt idx="3765">
                  <c:v>-2.6528729014187813E-3</c:v>
                </c:pt>
                <c:pt idx="3766">
                  <c:v>-3.202306088432273E-3</c:v>
                </c:pt>
                <c:pt idx="3767">
                  <c:v>2.114863914344651E-3</c:v>
                </c:pt>
                <c:pt idx="3768">
                  <c:v>8.0141087679650076E-4</c:v>
                </c:pt>
                <c:pt idx="3769">
                  <c:v>5.5364191737301393E-4</c:v>
                </c:pt>
                <c:pt idx="3770">
                  <c:v>5.3814296666852553E-4</c:v>
                </c:pt>
                <c:pt idx="3771">
                  <c:v>2.2399971258404435E-4</c:v>
                </c:pt>
                <c:pt idx="3772">
                  <c:v>2.9185704150097477E-4</c:v>
                </c:pt>
                <c:pt idx="3773">
                  <c:v>2.1389993225520788E-4</c:v>
                </c:pt>
                <c:pt idx="3774">
                  <c:v>1.2588301068637461E-4</c:v>
                </c:pt>
                <c:pt idx="3775">
                  <c:v>7.7851643522658897E-4</c:v>
                </c:pt>
                <c:pt idx="3776">
                  <c:v>2.217127948576615E-3</c:v>
                </c:pt>
                <c:pt idx="3777">
                  <c:v>1.4969041123504237E-4</c:v>
                </c:pt>
                <c:pt idx="3778">
                  <c:v>-1.3386365705357756E-3</c:v>
                </c:pt>
                <c:pt idx="3779">
                  <c:v>-1.3429640463460785E-3</c:v>
                </c:pt>
                <c:pt idx="3780">
                  <c:v>-1.0200970274074235E-3</c:v>
                </c:pt>
                <c:pt idx="3781">
                  <c:v>-1.0660890493576344E-3</c:v>
                </c:pt>
                <c:pt idx="3782">
                  <c:v>-1.3815867638802784E-3</c:v>
                </c:pt>
                <c:pt idx="3783">
                  <c:v>-1.6775175104557824E-3</c:v>
                </c:pt>
                <c:pt idx="3784">
                  <c:v>-1.5782585877548369E-3</c:v>
                </c:pt>
                <c:pt idx="3785">
                  <c:v>-1.284591870939007E-3</c:v>
                </c:pt>
                <c:pt idx="3786">
                  <c:v>-1.3173608890137036E-3</c:v>
                </c:pt>
                <c:pt idx="3787">
                  <c:v>-1.1357527496382682E-3</c:v>
                </c:pt>
                <c:pt idx="3788">
                  <c:v>-1.3455837932031041E-3</c:v>
                </c:pt>
                <c:pt idx="3789">
                  <c:v>-1.7399203592271002E-3</c:v>
                </c:pt>
                <c:pt idx="3790">
                  <c:v>-1.829818604321882E-3</c:v>
                </c:pt>
                <c:pt idx="3791">
                  <c:v>2.5083448713715075E-3</c:v>
                </c:pt>
                <c:pt idx="3792">
                  <c:v>9.0695239791560784E-4</c:v>
                </c:pt>
                <c:pt idx="3793">
                  <c:v>3.1988573533957206E-4</c:v>
                </c:pt>
                <c:pt idx="3794">
                  <c:v>3.1785905011760731E-4</c:v>
                </c:pt>
                <c:pt idx="3795">
                  <c:v>-7.0949828312623489E-2</c:v>
                </c:pt>
                <c:pt idx="3796">
                  <c:v>-0.17972757163907302</c:v>
                </c:pt>
                <c:pt idx="3797">
                  <c:v>-0.2603414371862719</c:v>
                </c:pt>
                <c:pt idx="3798">
                  <c:v>-0.10646276750480493</c:v>
                </c:pt>
                <c:pt idx="3799">
                  <c:v>-0.15936321034479214</c:v>
                </c:pt>
                <c:pt idx="3800">
                  <c:v>8.4559005342236086E-3</c:v>
                </c:pt>
                <c:pt idx="3801">
                  <c:v>-0.18442902209581016</c:v>
                </c:pt>
                <c:pt idx="3802">
                  <c:v>-0.17075702804162732</c:v>
                </c:pt>
                <c:pt idx="3803">
                  <c:v>-0.12296676801748699</c:v>
                </c:pt>
                <c:pt idx="3804">
                  <c:v>-0.14501697927298643</c:v>
                </c:pt>
                <c:pt idx="3805">
                  <c:v>-0.21206706283880447</c:v>
                </c:pt>
                <c:pt idx="3806">
                  <c:v>-0.25641874966204925</c:v>
                </c:pt>
                <c:pt idx="3807">
                  <c:v>-0.22035576227496823</c:v>
                </c:pt>
                <c:pt idx="3808">
                  <c:v>-0.21309937275622856</c:v>
                </c:pt>
                <c:pt idx="3809">
                  <c:v>-9.4133188517563138E-2</c:v>
                </c:pt>
                <c:pt idx="3810">
                  <c:v>-0.11185591853696003</c:v>
                </c:pt>
                <c:pt idx="3811">
                  <c:v>-0.14931118565290627</c:v>
                </c:pt>
                <c:pt idx="3812">
                  <c:v>-0.15043304747468147</c:v>
                </c:pt>
                <c:pt idx="3813">
                  <c:v>-7.8023387286252063E-2</c:v>
                </c:pt>
                <c:pt idx="3814">
                  <c:v>-0.18124194838430441</c:v>
                </c:pt>
                <c:pt idx="3815">
                  <c:v>-0.14807345397945409</c:v>
                </c:pt>
                <c:pt idx="3816">
                  <c:v>-3.9075144710775077E-2</c:v>
                </c:pt>
                <c:pt idx="3817">
                  <c:v>-0.10851223737116335</c:v>
                </c:pt>
                <c:pt idx="3818">
                  <c:v>-7.1760376390486741E-2</c:v>
                </c:pt>
                <c:pt idx="3819">
                  <c:v>-8.0893389860968945E-2</c:v>
                </c:pt>
                <c:pt idx="3820">
                  <c:v>-0.1426719855826829</c:v>
                </c:pt>
                <c:pt idx="3821">
                  <c:v>-5.7174932022341342E-2</c:v>
                </c:pt>
                <c:pt idx="3822">
                  <c:v>-0.21304112089015556</c:v>
                </c:pt>
                <c:pt idx="3823">
                  <c:v>-8.7202220153004759E-2</c:v>
                </c:pt>
                <c:pt idx="3824">
                  <c:v>-0.15824585551377932</c:v>
                </c:pt>
                <c:pt idx="3825">
                  <c:v>-0.18948788746801612</c:v>
                </c:pt>
                <c:pt idx="3826">
                  <c:v>-0.16249277637094939</c:v>
                </c:pt>
                <c:pt idx="3827">
                  <c:v>-4.4846550433151819E-2</c:v>
                </c:pt>
                <c:pt idx="3828">
                  <c:v>-6.4945060315442518E-2</c:v>
                </c:pt>
                <c:pt idx="3829">
                  <c:v>-0.17835054858645416</c:v>
                </c:pt>
                <c:pt idx="3830">
                  <c:v>-0.16074241991954338</c:v>
                </c:pt>
                <c:pt idx="3831">
                  <c:v>-0.27212936384265385</c:v>
                </c:pt>
                <c:pt idx="3832">
                  <c:v>-0.11491294835741547</c:v>
                </c:pt>
                <c:pt idx="3833">
                  <c:v>-0.13399159940532523</c:v>
                </c:pt>
                <c:pt idx="3834">
                  <c:v>-8.4682011887215802E-2</c:v>
                </c:pt>
                <c:pt idx="3835">
                  <c:v>-2.9651536628733436E-2</c:v>
                </c:pt>
                <c:pt idx="3836">
                  <c:v>5.0462806008052231E-2</c:v>
                </c:pt>
                <c:pt idx="3837">
                  <c:v>-0.21333034105980639</c:v>
                </c:pt>
                <c:pt idx="3838">
                  <c:v>-0.10033909765104611</c:v>
                </c:pt>
                <c:pt idx="3839">
                  <c:v>-7.2339756782925396E-2</c:v>
                </c:pt>
                <c:pt idx="3840">
                  <c:v>-6.2067184973805284E-2</c:v>
                </c:pt>
                <c:pt idx="3841">
                  <c:v>-0.13352211932706501</c:v>
                </c:pt>
                <c:pt idx="3842">
                  <c:v>-0.12940573808059097</c:v>
                </c:pt>
                <c:pt idx="3843">
                  <c:v>-0.10470146156016555</c:v>
                </c:pt>
                <c:pt idx="3844">
                  <c:v>-0.1041984843967725</c:v>
                </c:pt>
                <c:pt idx="3845">
                  <c:v>-9.1134316220426156E-2</c:v>
                </c:pt>
                <c:pt idx="3846">
                  <c:v>-7.8513844217752204E-2</c:v>
                </c:pt>
                <c:pt idx="3847">
                  <c:v>-0.10413832976289034</c:v>
                </c:pt>
                <c:pt idx="3848">
                  <c:v>-0.11528052175137281</c:v>
                </c:pt>
                <c:pt idx="3849">
                  <c:v>-9.6896288107433184E-2</c:v>
                </c:pt>
                <c:pt idx="3850">
                  <c:v>-8.2543372934561016E-2</c:v>
                </c:pt>
                <c:pt idx="3851">
                  <c:v>-9.4164909977422245E-2</c:v>
                </c:pt>
                <c:pt idx="3852">
                  <c:v>-8.2631393114702273E-2</c:v>
                </c:pt>
                <c:pt idx="3853">
                  <c:v>-6.4894884468591651E-2</c:v>
                </c:pt>
                <c:pt idx="3854">
                  <c:v>-8.3208854769476356E-2</c:v>
                </c:pt>
                <c:pt idx="3855">
                  <c:v>-0.12058392314963143</c:v>
                </c:pt>
                <c:pt idx="3856">
                  <c:v>-0.14376544620013701</c:v>
                </c:pt>
                <c:pt idx="3857">
                  <c:v>-0.13585611505184064</c:v>
                </c:pt>
                <c:pt idx="3858">
                  <c:v>-0.10378093563507701</c:v>
                </c:pt>
                <c:pt idx="3859">
                  <c:v>-8.1135390900418061E-2</c:v>
                </c:pt>
                <c:pt idx="3860">
                  <c:v>-7.0933343118195546E-2</c:v>
                </c:pt>
                <c:pt idx="3861">
                  <c:v>-7.3088639855777418E-2</c:v>
                </c:pt>
                <c:pt idx="3862">
                  <c:v>-6.5503508399511565E-2</c:v>
                </c:pt>
                <c:pt idx="3863">
                  <c:v>-4.7272282469438841E-2</c:v>
                </c:pt>
                <c:pt idx="3864">
                  <c:v>-9.2780031030419721E-2</c:v>
                </c:pt>
                <c:pt idx="3865">
                  <c:v>-6.4564834466197485E-2</c:v>
                </c:pt>
                <c:pt idx="3866">
                  <c:v>-5.9024733458822087E-2</c:v>
                </c:pt>
                <c:pt idx="3867">
                  <c:v>-4.944998234083213E-2</c:v>
                </c:pt>
                <c:pt idx="3868">
                  <c:v>-5.9990896401149595E-2</c:v>
                </c:pt>
                <c:pt idx="3869">
                  <c:v>-6.5326370714736987E-2</c:v>
                </c:pt>
                <c:pt idx="3870">
                  <c:v>-9.9182787314019846E-2</c:v>
                </c:pt>
                <c:pt idx="3871">
                  <c:v>-8.5755290267600606E-2</c:v>
                </c:pt>
                <c:pt idx="3872">
                  <c:v>-0.13613464137100223</c:v>
                </c:pt>
                <c:pt idx="3873">
                  <c:v>-0.14675203946184495</c:v>
                </c:pt>
                <c:pt idx="3874">
                  <c:v>-4.0272556971813041E-2</c:v>
                </c:pt>
                <c:pt idx="3875">
                  <c:v>-0.10032348454067241</c:v>
                </c:pt>
                <c:pt idx="3876">
                  <c:v>-0.15734457499887886</c:v>
                </c:pt>
                <c:pt idx="3877">
                  <c:v>-7.7091015406950333E-2</c:v>
                </c:pt>
                <c:pt idx="3878">
                  <c:v>-0.1673789957366123</c:v>
                </c:pt>
                <c:pt idx="3879">
                  <c:v>-1.2973380003445733E-2</c:v>
                </c:pt>
                <c:pt idx="3880">
                  <c:v>-0.20877422771082485</c:v>
                </c:pt>
                <c:pt idx="3881">
                  <c:v>-4.0474834271880679E-2</c:v>
                </c:pt>
                <c:pt idx="3882">
                  <c:v>-7.918673194058716E-2</c:v>
                </c:pt>
                <c:pt idx="3883">
                  <c:v>-8.9702559073534041E-2</c:v>
                </c:pt>
                <c:pt idx="3884">
                  <c:v>2.9239088013960266E-3</c:v>
                </c:pt>
                <c:pt idx="3885">
                  <c:v>-0.13590101986715333</c:v>
                </c:pt>
                <c:pt idx="3886">
                  <c:v>-0.11175351804940117</c:v>
                </c:pt>
                <c:pt idx="3887">
                  <c:v>-3.0752512052621011E-2</c:v>
                </c:pt>
                <c:pt idx="3888">
                  <c:v>-0.1438504259206187</c:v>
                </c:pt>
                <c:pt idx="3889">
                  <c:v>-9.8063896546456711E-2</c:v>
                </c:pt>
                <c:pt idx="3890">
                  <c:v>-0.12399021280335309</c:v>
                </c:pt>
                <c:pt idx="3891">
                  <c:v>-0.14953844205281644</c:v>
                </c:pt>
                <c:pt idx="3892">
                  <c:v>-0.13407284151129686</c:v>
                </c:pt>
                <c:pt idx="3893">
                  <c:v>-0.21553560643519726</c:v>
                </c:pt>
                <c:pt idx="3894">
                  <c:v>-0.11642587867626542</c:v>
                </c:pt>
                <c:pt idx="3895">
                  <c:v>-0.12949995684859883</c:v>
                </c:pt>
                <c:pt idx="3896">
                  <c:v>-8.8311555598614352E-2</c:v>
                </c:pt>
                <c:pt idx="3897">
                  <c:v>-8.730553168814327E-2</c:v>
                </c:pt>
                <c:pt idx="3898">
                  <c:v>-4.8699875671866524E-2</c:v>
                </c:pt>
                <c:pt idx="3899">
                  <c:v>-0.1760429804641262</c:v>
                </c:pt>
                <c:pt idx="3900">
                  <c:v>-0.18716568967490063</c:v>
                </c:pt>
                <c:pt idx="3901">
                  <c:v>1.4050316230237966E-3</c:v>
                </c:pt>
                <c:pt idx="3902">
                  <c:v>-0.12533247056582475</c:v>
                </c:pt>
                <c:pt idx="3903">
                  <c:v>-4.9049715745069881E-2</c:v>
                </c:pt>
                <c:pt idx="3904">
                  <c:v>-0.19037558735836899</c:v>
                </c:pt>
                <c:pt idx="3905">
                  <c:v>-6.3353208647940048E-3</c:v>
                </c:pt>
                <c:pt idx="3906">
                  <c:v>-4.5286103839970717E-3</c:v>
                </c:pt>
                <c:pt idx="3907">
                  <c:v>-0.10776307151232828</c:v>
                </c:pt>
                <c:pt idx="3908">
                  <c:v>-7.2700969529755716E-2</c:v>
                </c:pt>
                <c:pt idx="3909">
                  <c:v>-5.9025939317985235E-2</c:v>
                </c:pt>
                <c:pt idx="3910">
                  <c:v>-9.7790152516989956E-2</c:v>
                </c:pt>
                <c:pt idx="3911">
                  <c:v>-8.8883943252533182E-2</c:v>
                </c:pt>
                <c:pt idx="3912">
                  <c:v>-6.3792286779365603E-2</c:v>
                </c:pt>
                <c:pt idx="3913">
                  <c:v>-0.10195847053411576</c:v>
                </c:pt>
                <c:pt idx="3914">
                  <c:v>-0.11574467953111638</c:v>
                </c:pt>
                <c:pt idx="3915">
                  <c:v>-1.9408389533238649E-2</c:v>
                </c:pt>
                <c:pt idx="3916">
                  <c:v>-0.15884754400260187</c:v>
                </c:pt>
                <c:pt idx="3917">
                  <c:v>1.7330875518635002E-2</c:v>
                </c:pt>
                <c:pt idx="3918">
                  <c:v>-0.17267979010867471</c:v>
                </c:pt>
                <c:pt idx="3919">
                  <c:v>-0.13158097529439824</c:v>
                </c:pt>
                <c:pt idx="3920">
                  <c:v>-0.20872284389578269</c:v>
                </c:pt>
                <c:pt idx="3921">
                  <c:v>-0.23067492861688377</c:v>
                </c:pt>
                <c:pt idx="3922">
                  <c:v>-0.24575548799268562</c:v>
                </c:pt>
                <c:pt idx="3923">
                  <c:v>-0.24880218714804109</c:v>
                </c:pt>
                <c:pt idx="3924">
                  <c:v>-0.2030650568352482</c:v>
                </c:pt>
                <c:pt idx="3925">
                  <c:v>-0.12849214368965245</c:v>
                </c:pt>
                <c:pt idx="3926">
                  <c:v>-0.11278936006326004</c:v>
                </c:pt>
                <c:pt idx="3927">
                  <c:v>-1.3338222846454516E-2</c:v>
                </c:pt>
                <c:pt idx="3928">
                  <c:v>-9.1534702088075695E-2</c:v>
                </c:pt>
                <c:pt idx="3929">
                  <c:v>-0.21552753506348629</c:v>
                </c:pt>
                <c:pt idx="3930">
                  <c:v>-0.16603251659358162</c:v>
                </c:pt>
                <c:pt idx="3931">
                  <c:v>-0.10583906873786371</c:v>
                </c:pt>
                <c:pt idx="3932">
                  <c:v>-3.8764210043420351E-2</c:v>
                </c:pt>
                <c:pt idx="3933">
                  <c:v>-8.5126158239694938E-2</c:v>
                </c:pt>
                <c:pt idx="3934">
                  <c:v>-8.4304556465554306E-2</c:v>
                </c:pt>
                <c:pt idx="3935">
                  <c:v>-4.0022321456664518E-2</c:v>
                </c:pt>
                <c:pt idx="3936">
                  <c:v>-0.19592616651385758</c:v>
                </c:pt>
                <c:pt idx="3937">
                  <c:v>-7.9114380139527554E-2</c:v>
                </c:pt>
                <c:pt idx="3938">
                  <c:v>-0.13841827992174568</c:v>
                </c:pt>
                <c:pt idx="3939">
                  <c:v>-0.21702153707992342</c:v>
                </c:pt>
                <c:pt idx="3940">
                  <c:v>-8.0587444333768771E-2</c:v>
                </c:pt>
                <c:pt idx="3941">
                  <c:v>-3.3050709545385117E-2</c:v>
                </c:pt>
                <c:pt idx="3942">
                  <c:v>-0.12703255067634309</c:v>
                </c:pt>
                <c:pt idx="3943">
                  <c:v>-0.23555343314357488</c:v>
                </c:pt>
                <c:pt idx="3944">
                  <c:v>-0.23456523521401842</c:v>
                </c:pt>
                <c:pt idx="3945">
                  <c:v>-9.6544268309874073E-2</c:v>
                </c:pt>
                <c:pt idx="3946">
                  <c:v>-6.2113090726631202E-2</c:v>
                </c:pt>
                <c:pt idx="3947">
                  <c:v>-0.11167760557279542</c:v>
                </c:pt>
                <c:pt idx="3948">
                  <c:v>-0.27196531569033955</c:v>
                </c:pt>
                <c:pt idx="3949">
                  <c:v>-0.27275355048585626</c:v>
                </c:pt>
                <c:pt idx="3950">
                  <c:v>-0.1238287420204935</c:v>
                </c:pt>
                <c:pt idx="3951">
                  <c:v>-9.2035591239449155E-2</c:v>
                </c:pt>
                <c:pt idx="3952">
                  <c:v>-8.3566107905467438E-2</c:v>
                </c:pt>
                <c:pt idx="3953">
                  <c:v>5.2708336437601581E-2</c:v>
                </c:pt>
                <c:pt idx="3954">
                  <c:v>-7.2622774206683366E-2</c:v>
                </c:pt>
                <c:pt idx="3955">
                  <c:v>-0.1395405929930939</c:v>
                </c:pt>
                <c:pt idx="3956">
                  <c:v>-0.20720266028439882</c:v>
                </c:pt>
                <c:pt idx="3957">
                  <c:v>-0.16285993332517767</c:v>
                </c:pt>
                <c:pt idx="3958">
                  <c:v>-1.8708463323719386E-2</c:v>
                </c:pt>
                <c:pt idx="3959">
                  <c:v>-0.1284971958067711</c:v>
                </c:pt>
                <c:pt idx="3960">
                  <c:v>-0.1238398275212452</c:v>
                </c:pt>
                <c:pt idx="3961">
                  <c:v>-0.11915627768854928</c:v>
                </c:pt>
                <c:pt idx="3962">
                  <c:v>-9.8649429224763177E-2</c:v>
                </c:pt>
                <c:pt idx="3963">
                  <c:v>-5.8073604693393573E-2</c:v>
                </c:pt>
                <c:pt idx="3964">
                  <c:v>-0.11141089482176425</c:v>
                </c:pt>
                <c:pt idx="3965">
                  <c:v>-7.5556227256538952E-3</c:v>
                </c:pt>
                <c:pt idx="3966">
                  <c:v>-8.7170283407713392E-2</c:v>
                </c:pt>
                <c:pt idx="3967">
                  <c:v>-0.19435876278901179</c:v>
                </c:pt>
                <c:pt idx="3968">
                  <c:v>-0.2135850209576092</c:v>
                </c:pt>
                <c:pt idx="3969">
                  <c:v>-0.27856252861976855</c:v>
                </c:pt>
                <c:pt idx="3970">
                  <c:v>-0.11530043121341897</c:v>
                </c:pt>
                <c:pt idx="3971">
                  <c:v>-9.3444236061850469E-2</c:v>
                </c:pt>
                <c:pt idx="3972">
                  <c:v>5.4615671991319085E-3</c:v>
                </c:pt>
                <c:pt idx="3973">
                  <c:v>-6.2724338639886593E-2</c:v>
                </c:pt>
                <c:pt idx="3974">
                  <c:v>-9.4195471231216507E-2</c:v>
                </c:pt>
                <c:pt idx="3975">
                  <c:v>-0.12617474061324807</c:v>
                </c:pt>
                <c:pt idx="3976">
                  <c:v>-0.10970455427552424</c:v>
                </c:pt>
                <c:pt idx="3977">
                  <c:v>-9.873461946161545E-2</c:v>
                </c:pt>
                <c:pt idx="3978">
                  <c:v>-6.9178785144455981E-2</c:v>
                </c:pt>
                <c:pt idx="3979">
                  <c:v>-7.7342260311081476E-2</c:v>
                </c:pt>
                <c:pt idx="3980">
                  <c:v>-7.409223610476208E-2</c:v>
                </c:pt>
                <c:pt idx="3981">
                  <c:v>-9.9665250500909408E-2</c:v>
                </c:pt>
                <c:pt idx="3982">
                  <c:v>-5.9247734990620915E-2</c:v>
                </c:pt>
                <c:pt idx="3983">
                  <c:v>-9.4142022999725614E-2</c:v>
                </c:pt>
                <c:pt idx="3984">
                  <c:v>-1.4650381657528076E-2</c:v>
                </c:pt>
                <c:pt idx="3985">
                  <c:v>-0.14830058337840341</c:v>
                </c:pt>
                <c:pt idx="3986">
                  <c:v>-0.15522867008807656</c:v>
                </c:pt>
                <c:pt idx="3987">
                  <c:v>-0.11551154124441231</c:v>
                </c:pt>
                <c:pt idx="3988">
                  <c:v>-2.7395081002975197E-3</c:v>
                </c:pt>
                <c:pt idx="3989">
                  <c:v>2.4276347923615407E-2</c:v>
                </c:pt>
                <c:pt idx="3990">
                  <c:v>-0.11596682168369304</c:v>
                </c:pt>
                <c:pt idx="3991">
                  <c:v>-0.19500389656814332</c:v>
                </c:pt>
                <c:pt idx="3992">
                  <c:v>-0.24542241000788712</c:v>
                </c:pt>
                <c:pt idx="3993">
                  <c:v>-0.31803464809505044</c:v>
                </c:pt>
                <c:pt idx="3994">
                  <c:v>-0.24283509349142265</c:v>
                </c:pt>
                <c:pt idx="3995">
                  <c:v>-0.13527085663272553</c:v>
                </c:pt>
                <c:pt idx="3996">
                  <c:v>-0.11998647218086331</c:v>
                </c:pt>
                <c:pt idx="3997">
                  <c:v>-0.14127634760080668</c:v>
                </c:pt>
                <c:pt idx="3998">
                  <c:v>-0.19104084489664033</c:v>
                </c:pt>
                <c:pt idx="3999">
                  <c:v>-0.14676619226072779</c:v>
                </c:pt>
                <c:pt idx="4000">
                  <c:v>2.7157092946348958E-2</c:v>
                </c:pt>
                <c:pt idx="4001">
                  <c:v>3.6328166170778095E-3</c:v>
                </c:pt>
                <c:pt idx="4002">
                  <c:v>-0.11416571949809699</c:v>
                </c:pt>
                <c:pt idx="4003">
                  <c:v>-7.3458706531638135E-2</c:v>
                </c:pt>
                <c:pt idx="4004">
                  <c:v>-3.499645747078365E-2</c:v>
                </c:pt>
                <c:pt idx="4005">
                  <c:v>-7.2785446034402158E-3</c:v>
                </c:pt>
                <c:pt idx="4006">
                  <c:v>-5.8394025042630041E-2</c:v>
                </c:pt>
                <c:pt idx="4007">
                  <c:v>-3.3827380192203778E-2</c:v>
                </c:pt>
                <c:pt idx="4008">
                  <c:v>-8.146200869336917E-2</c:v>
                </c:pt>
                <c:pt idx="4009">
                  <c:v>-0.21050714685668281</c:v>
                </c:pt>
                <c:pt idx="4010">
                  <c:v>-6.259217736979665E-2</c:v>
                </c:pt>
                <c:pt idx="4011">
                  <c:v>-0.20754577313649772</c:v>
                </c:pt>
                <c:pt idx="4012">
                  <c:v>-7.2475812208616514E-2</c:v>
                </c:pt>
                <c:pt idx="4013">
                  <c:v>-0.11238768488895526</c:v>
                </c:pt>
                <c:pt idx="4014">
                  <c:v>5.6560623955503863E-5</c:v>
                </c:pt>
                <c:pt idx="4015">
                  <c:v>-0.20098156614748461</c:v>
                </c:pt>
                <c:pt idx="4016">
                  <c:v>-0.21698231517065869</c:v>
                </c:pt>
                <c:pt idx="4017">
                  <c:v>-9.0009853221455563E-2</c:v>
                </c:pt>
                <c:pt idx="4018">
                  <c:v>-0.12913440411051988</c:v>
                </c:pt>
                <c:pt idx="4019">
                  <c:v>6.7623792039364333E-2</c:v>
                </c:pt>
                <c:pt idx="4020">
                  <c:v>2.7349651173855245E-2</c:v>
                </c:pt>
                <c:pt idx="4021">
                  <c:v>6.6209980373832895E-3</c:v>
                </c:pt>
                <c:pt idx="4022">
                  <c:v>-0.11102731259934645</c:v>
                </c:pt>
                <c:pt idx="4023">
                  <c:v>-0.11882663040501942</c:v>
                </c:pt>
                <c:pt idx="4024">
                  <c:v>-8.0368538514971236E-2</c:v>
                </c:pt>
                <c:pt idx="4025">
                  <c:v>8.1453090394912178E-2</c:v>
                </c:pt>
                <c:pt idx="4026">
                  <c:v>-9.5233656004554079E-2</c:v>
                </c:pt>
                <c:pt idx="4027">
                  <c:v>-0.15333903917015784</c:v>
                </c:pt>
                <c:pt idx="4028">
                  <c:v>-2.3825741253650046E-2</c:v>
                </c:pt>
                <c:pt idx="4029">
                  <c:v>-0.11309955696057519</c:v>
                </c:pt>
                <c:pt idx="4030">
                  <c:v>3.7658497604086787E-3</c:v>
                </c:pt>
                <c:pt idx="4031">
                  <c:v>-4.6754758794431736E-2</c:v>
                </c:pt>
                <c:pt idx="4032">
                  <c:v>-7.5880019074654262E-2</c:v>
                </c:pt>
                <c:pt idx="4033">
                  <c:v>-5.6610840985350026E-2</c:v>
                </c:pt>
                <c:pt idx="4034">
                  <c:v>-1.4546074917256948E-3</c:v>
                </c:pt>
                <c:pt idx="4035">
                  <c:v>-0.13499926962833572</c:v>
                </c:pt>
                <c:pt idx="4036">
                  <c:v>-2.9332773129493415E-2</c:v>
                </c:pt>
                <c:pt idx="4037">
                  <c:v>-0.16373556377370699</c:v>
                </c:pt>
                <c:pt idx="4038">
                  <c:v>-0.10508216946621927</c:v>
                </c:pt>
                <c:pt idx="4039">
                  <c:v>-8.8120704516700798E-3</c:v>
                </c:pt>
                <c:pt idx="4040">
                  <c:v>-0.20158626421360162</c:v>
                </c:pt>
                <c:pt idx="4041">
                  <c:v>-0.11974822065412613</c:v>
                </c:pt>
                <c:pt idx="4042">
                  <c:v>-4.7351266888836681E-2</c:v>
                </c:pt>
                <c:pt idx="4043">
                  <c:v>-3.6789751788005663E-2</c:v>
                </c:pt>
                <c:pt idx="4044">
                  <c:v>-0.15185248451964864</c:v>
                </c:pt>
                <c:pt idx="4045">
                  <c:v>-5.1222102633941877E-2</c:v>
                </c:pt>
                <c:pt idx="4046">
                  <c:v>-9.3956918694715133E-2</c:v>
                </c:pt>
                <c:pt idx="4047">
                  <c:v>-7.4939447742404824E-2</c:v>
                </c:pt>
                <c:pt idx="4048">
                  <c:v>-6.3558917208689433E-2</c:v>
                </c:pt>
                <c:pt idx="4049">
                  <c:v>-1.1610155588434791E-2</c:v>
                </c:pt>
                <c:pt idx="4050">
                  <c:v>-5.3383172695000709E-2</c:v>
                </c:pt>
                <c:pt idx="4051">
                  <c:v>-0.1691720834114048</c:v>
                </c:pt>
                <c:pt idx="4052">
                  <c:v>-4.9637266235787937E-2</c:v>
                </c:pt>
                <c:pt idx="4053">
                  <c:v>-0.19082900986465051</c:v>
                </c:pt>
                <c:pt idx="4054">
                  <c:v>-3.4258562691090504E-2</c:v>
                </c:pt>
                <c:pt idx="4055">
                  <c:v>-3.8316936593962195E-2</c:v>
                </c:pt>
                <c:pt idx="4056">
                  <c:v>-0.17008110890185629</c:v>
                </c:pt>
                <c:pt idx="4057">
                  <c:v>-0.12186300156187364</c:v>
                </c:pt>
                <c:pt idx="4058">
                  <c:v>-0.14924138827611844</c:v>
                </c:pt>
                <c:pt idx="4059">
                  <c:v>-7.6218313778754335E-2</c:v>
                </c:pt>
                <c:pt idx="4060">
                  <c:v>-6.3873317335564145E-2</c:v>
                </c:pt>
                <c:pt idx="4061">
                  <c:v>-6.9927835182116274E-2</c:v>
                </c:pt>
                <c:pt idx="4062">
                  <c:v>-7.257841235747084E-2</c:v>
                </c:pt>
                <c:pt idx="4063">
                  <c:v>-6.9246574921862897E-2</c:v>
                </c:pt>
                <c:pt idx="4064">
                  <c:v>-5.7047053411701666E-2</c:v>
                </c:pt>
                <c:pt idx="4065">
                  <c:v>-8.8789390157255094E-2</c:v>
                </c:pt>
                <c:pt idx="4066">
                  <c:v>-7.371143607307E-2</c:v>
                </c:pt>
                <c:pt idx="4067">
                  <c:v>-6.3009928952325531E-2</c:v>
                </c:pt>
                <c:pt idx="4068">
                  <c:v>-0.11094649622547159</c:v>
                </c:pt>
                <c:pt idx="4069">
                  <c:v>-8.6566246009016939E-2</c:v>
                </c:pt>
                <c:pt idx="4070">
                  <c:v>-0.10927906510798888</c:v>
                </c:pt>
                <c:pt idx="4071">
                  <c:v>-0.11240319844480362</c:v>
                </c:pt>
                <c:pt idx="4072">
                  <c:v>-9.4593740408969673E-2</c:v>
                </c:pt>
                <c:pt idx="4073">
                  <c:v>-5.7633126060840381E-2</c:v>
                </c:pt>
                <c:pt idx="4074">
                  <c:v>-0.14015525205254165</c:v>
                </c:pt>
                <c:pt idx="4075">
                  <c:v>-0.14995153605868439</c:v>
                </c:pt>
                <c:pt idx="4076">
                  <c:v>-0.12941833316639198</c:v>
                </c:pt>
                <c:pt idx="4077">
                  <c:v>-8.5947207115263255E-2</c:v>
                </c:pt>
                <c:pt idx="4078">
                  <c:v>-8.6820202055873388E-2</c:v>
                </c:pt>
                <c:pt idx="4079">
                  <c:v>-7.3641412854569377E-2</c:v>
                </c:pt>
                <c:pt idx="4080">
                  <c:v>-5.9190440888793064E-2</c:v>
                </c:pt>
                <c:pt idx="4081">
                  <c:v>-6.4801472498083865E-2</c:v>
                </c:pt>
                <c:pt idx="4082">
                  <c:v>-6.6018934850460606E-2</c:v>
                </c:pt>
                <c:pt idx="4083">
                  <c:v>-7.7831829562839835E-2</c:v>
                </c:pt>
                <c:pt idx="4084">
                  <c:v>-7.4652795223394894E-2</c:v>
                </c:pt>
                <c:pt idx="4085">
                  <c:v>-4.8545657835004891E-2</c:v>
                </c:pt>
                <c:pt idx="4086">
                  <c:v>-0.18814471247792894</c:v>
                </c:pt>
                <c:pt idx="4087">
                  <c:v>-0.11161010002459604</c:v>
                </c:pt>
                <c:pt idx="4088">
                  <c:v>2.5729148540135218E-2</c:v>
                </c:pt>
                <c:pt idx="4089">
                  <c:v>5.6617763603678345E-2</c:v>
                </c:pt>
                <c:pt idx="4090">
                  <c:v>-0.10660637379287349</c:v>
                </c:pt>
                <c:pt idx="4091">
                  <c:v>-1.5211025954061519E-2</c:v>
                </c:pt>
                <c:pt idx="4092">
                  <c:v>3.7870731058697753E-2</c:v>
                </c:pt>
                <c:pt idx="4093">
                  <c:v>-0.10112715349421747</c:v>
                </c:pt>
                <c:pt idx="4094">
                  <c:v>-1.8170890612779343E-2</c:v>
                </c:pt>
                <c:pt idx="4095">
                  <c:v>-8.0981495504680187E-2</c:v>
                </c:pt>
                <c:pt idx="4096">
                  <c:v>-4.6192799951589182E-2</c:v>
                </c:pt>
                <c:pt idx="4097">
                  <c:v>-7.6815536020590061E-2</c:v>
                </c:pt>
                <c:pt idx="4098">
                  <c:v>-3.4623067230692105E-2</c:v>
                </c:pt>
                <c:pt idx="4099">
                  <c:v>-0.1665668557668365</c:v>
                </c:pt>
                <c:pt idx="4100">
                  <c:v>-9.2232596383496721E-2</c:v>
                </c:pt>
                <c:pt idx="4101">
                  <c:v>-0.18165103142981789</c:v>
                </c:pt>
                <c:pt idx="4102">
                  <c:v>-4.1149422383801253E-2</c:v>
                </c:pt>
                <c:pt idx="4103">
                  <c:v>-0.13143822061979807</c:v>
                </c:pt>
                <c:pt idx="4104">
                  <c:v>-1.3088716263346149E-2</c:v>
                </c:pt>
                <c:pt idx="4105">
                  <c:v>-9.9277821981243339E-2</c:v>
                </c:pt>
                <c:pt idx="4106">
                  <c:v>-9.5326898070354882E-2</c:v>
                </c:pt>
                <c:pt idx="4107">
                  <c:v>2.8956907082799933E-4</c:v>
                </c:pt>
                <c:pt idx="4108">
                  <c:v>-0.1567634135226503</c:v>
                </c:pt>
                <c:pt idx="4109">
                  <c:v>-5.2666430841804064E-2</c:v>
                </c:pt>
                <c:pt idx="4110">
                  <c:v>-4.7864677232558168E-2</c:v>
                </c:pt>
                <c:pt idx="4111">
                  <c:v>-0.14106508927777422</c:v>
                </c:pt>
                <c:pt idx="4112">
                  <c:v>-3.303393801303408E-2</c:v>
                </c:pt>
                <c:pt idx="4113">
                  <c:v>-0.15326808232569344</c:v>
                </c:pt>
                <c:pt idx="4114">
                  <c:v>-5.901222947681365E-2</c:v>
                </c:pt>
                <c:pt idx="4115">
                  <c:v>-0.10425223352976407</c:v>
                </c:pt>
                <c:pt idx="4116">
                  <c:v>-0.10988283965931354</c:v>
                </c:pt>
                <c:pt idx="4117">
                  <c:v>-0.15063215666881596</c:v>
                </c:pt>
                <c:pt idx="4118">
                  <c:v>-0.10517566191016904</c:v>
                </c:pt>
                <c:pt idx="4119">
                  <c:v>1.3318399550224212E-2</c:v>
                </c:pt>
                <c:pt idx="4120">
                  <c:v>-8.9714637051188623E-2</c:v>
                </c:pt>
                <c:pt idx="4121">
                  <c:v>-7.6840673076103483E-2</c:v>
                </c:pt>
                <c:pt idx="4122">
                  <c:v>-4.3382058052247499E-2</c:v>
                </c:pt>
                <c:pt idx="4123">
                  <c:v>-6.1623672504008097E-2</c:v>
                </c:pt>
                <c:pt idx="4124">
                  <c:v>-0.1247092213596781</c:v>
                </c:pt>
                <c:pt idx="4125">
                  <c:v>-0.13968604977181759</c:v>
                </c:pt>
                <c:pt idx="4126">
                  <c:v>-0.10870819878054527</c:v>
                </c:pt>
                <c:pt idx="4127">
                  <c:v>-0.11964044588854336</c:v>
                </c:pt>
                <c:pt idx="4128">
                  <c:v>-0.12508746274847976</c:v>
                </c:pt>
                <c:pt idx="4129">
                  <c:v>-0.10422072417753511</c:v>
                </c:pt>
                <c:pt idx="4130">
                  <c:v>-0.17681748875934586</c:v>
                </c:pt>
                <c:pt idx="4131">
                  <c:v>-0.19780356542304647</c:v>
                </c:pt>
                <c:pt idx="4132">
                  <c:v>-0.1262644485321501</c:v>
                </c:pt>
                <c:pt idx="4133">
                  <c:v>-8.1152150829215744E-2</c:v>
                </c:pt>
                <c:pt idx="4134">
                  <c:v>-7.9523789335670267E-2</c:v>
                </c:pt>
                <c:pt idx="4135">
                  <c:v>-7.2590710484948098E-2</c:v>
                </c:pt>
                <c:pt idx="4136">
                  <c:v>-8.2878707172680394E-2</c:v>
                </c:pt>
                <c:pt idx="4137">
                  <c:v>-8.6932402542313589E-2</c:v>
                </c:pt>
                <c:pt idx="4138">
                  <c:v>-6.8898304510967442E-2</c:v>
                </c:pt>
                <c:pt idx="4139">
                  <c:v>-0.10322373426510614</c:v>
                </c:pt>
                <c:pt idx="4140">
                  <c:v>-2.7687917997952196E-2</c:v>
                </c:pt>
                <c:pt idx="4141">
                  <c:v>-5.8652204110385429E-2</c:v>
                </c:pt>
                <c:pt idx="4142">
                  <c:v>-0.17411223065094208</c:v>
                </c:pt>
                <c:pt idx="4143">
                  <c:v>-0.12966993793018444</c:v>
                </c:pt>
                <c:pt idx="4144">
                  <c:v>-9.0679479530897347E-2</c:v>
                </c:pt>
                <c:pt idx="4145">
                  <c:v>-9.9187020493872208E-2</c:v>
                </c:pt>
                <c:pt idx="4146">
                  <c:v>-2.3208874723752493E-2</c:v>
                </c:pt>
                <c:pt idx="4147">
                  <c:v>-0.16773654312547898</c:v>
                </c:pt>
                <c:pt idx="4148">
                  <c:v>-0.13814980420214548</c:v>
                </c:pt>
                <c:pt idx="4149">
                  <c:v>-6.5728196127681798E-2</c:v>
                </c:pt>
                <c:pt idx="4150">
                  <c:v>-0.1283300267030181</c:v>
                </c:pt>
                <c:pt idx="4151">
                  <c:v>-9.2222741931759791E-2</c:v>
                </c:pt>
                <c:pt idx="4152">
                  <c:v>-0.15463834657179276</c:v>
                </c:pt>
                <c:pt idx="4153">
                  <c:v>-8.7438454420785378E-2</c:v>
                </c:pt>
                <c:pt idx="4154">
                  <c:v>-0.19865817356033882</c:v>
                </c:pt>
                <c:pt idx="4155">
                  <c:v>-6.005212375509679E-2</c:v>
                </c:pt>
                <c:pt idx="4156">
                  <c:v>-0.16690640603384704</c:v>
                </c:pt>
                <c:pt idx="4157">
                  <c:v>-0.16714038057792066</c:v>
                </c:pt>
                <c:pt idx="4158">
                  <c:v>-5.5474554058215844E-2</c:v>
                </c:pt>
                <c:pt idx="4159">
                  <c:v>-0.19787028203874982</c:v>
                </c:pt>
                <c:pt idx="4160">
                  <c:v>-0.15389820421168821</c:v>
                </c:pt>
                <c:pt idx="4161">
                  <c:v>-0.20612272679974999</c:v>
                </c:pt>
                <c:pt idx="4162">
                  <c:v>-0.13629638584495535</c:v>
                </c:pt>
                <c:pt idx="4163">
                  <c:v>-7.29387034075238E-2</c:v>
                </c:pt>
                <c:pt idx="4164">
                  <c:v>-0.13755373523029843</c:v>
                </c:pt>
                <c:pt idx="4165">
                  <c:v>-0.18666863693681029</c:v>
                </c:pt>
                <c:pt idx="4166">
                  <c:v>-0.19403011268211162</c:v>
                </c:pt>
                <c:pt idx="4167">
                  <c:v>-0.24177637996203108</c:v>
                </c:pt>
                <c:pt idx="4168">
                  <c:v>-8.0549559132885598E-2</c:v>
                </c:pt>
                <c:pt idx="4169">
                  <c:v>1.4899864838649503E-2</c:v>
                </c:pt>
                <c:pt idx="4170">
                  <c:v>4.3104854739479247E-2</c:v>
                </c:pt>
                <c:pt idx="4171">
                  <c:v>-0.17973920922147019</c:v>
                </c:pt>
                <c:pt idx="4172">
                  <c:v>-8.8148707163425238E-2</c:v>
                </c:pt>
                <c:pt idx="4173">
                  <c:v>1.2323303391390256E-2</c:v>
                </c:pt>
                <c:pt idx="4174">
                  <c:v>-9.7636357857981387E-2</c:v>
                </c:pt>
                <c:pt idx="4175">
                  <c:v>-2.6145774141106953E-2</c:v>
                </c:pt>
                <c:pt idx="4176">
                  <c:v>-9.599846445018452E-2</c:v>
                </c:pt>
                <c:pt idx="4177">
                  <c:v>-8.6976894460459878E-2</c:v>
                </c:pt>
                <c:pt idx="4178">
                  <c:v>-7.3643801930319525E-2</c:v>
                </c:pt>
                <c:pt idx="4179">
                  <c:v>-1.0496032185372041E-2</c:v>
                </c:pt>
                <c:pt idx="4180">
                  <c:v>-0.19015721112166104</c:v>
                </c:pt>
                <c:pt idx="4181">
                  <c:v>-3.3911660959362183E-2</c:v>
                </c:pt>
                <c:pt idx="4182">
                  <c:v>-2.3412002613437826E-2</c:v>
                </c:pt>
                <c:pt idx="4183">
                  <c:v>-0.16288805655213009</c:v>
                </c:pt>
                <c:pt idx="4184">
                  <c:v>-0.17327188899190185</c:v>
                </c:pt>
                <c:pt idx="4185">
                  <c:v>-0.10007422050178069</c:v>
                </c:pt>
                <c:pt idx="4186">
                  <c:v>8.2229740507059695E-2</c:v>
                </c:pt>
                <c:pt idx="4187">
                  <c:v>-5.6482620017349307E-2</c:v>
                </c:pt>
                <c:pt idx="4188">
                  <c:v>-8.7908580551259483E-2</c:v>
                </c:pt>
                <c:pt idx="4189">
                  <c:v>-9.5037900464900862E-2</c:v>
                </c:pt>
                <c:pt idx="4190">
                  <c:v>-8.711535724555089E-2</c:v>
                </c:pt>
                <c:pt idx="4191">
                  <c:v>-4.781371027385832E-2</c:v>
                </c:pt>
                <c:pt idx="4192">
                  <c:v>-4.2423869021312184E-2</c:v>
                </c:pt>
                <c:pt idx="4193">
                  <c:v>-8.6743096593668467E-2</c:v>
                </c:pt>
                <c:pt idx="4194">
                  <c:v>2.5296134623320518E-2</c:v>
                </c:pt>
                <c:pt idx="4195">
                  <c:v>-0.15480220513524648</c:v>
                </c:pt>
                <c:pt idx="4196">
                  <c:v>-4.5077710532579786E-2</c:v>
                </c:pt>
                <c:pt idx="4197">
                  <c:v>-0.18851358362493628</c:v>
                </c:pt>
                <c:pt idx="4198">
                  <c:v>-0.11997911961527438</c:v>
                </c:pt>
                <c:pt idx="4199">
                  <c:v>-0.12689471536420957</c:v>
                </c:pt>
                <c:pt idx="4200">
                  <c:v>-7.2309748110814615E-2</c:v>
                </c:pt>
                <c:pt idx="4201">
                  <c:v>-0.11305060365422373</c:v>
                </c:pt>
                <c:pt idx="4202">
                  <c:v>-0.15121916374603861</c:v>
                </c:pt>
                <c:pt idx="4203">
                  <c:v>-0.15488175494753509</c:v>
                </c:pt>
                <c:pt idx="4204">
                  <c:v>-9.4826043891600043E-2</c:v>
                </c:pt>
                <c:pt idx="4205">
                  <c:v>-0.18864295565658684</c:v>
                </c:pt>
                <c:pt idx="4206">
                  <c:v>-9.6172606893451335E-2</c:v>
                </c:pt>
                <c:pt idx="4207">
                  <c:v>-0.10869068710563241</c:v>
                </c:pt>
                <c:pt idx="4208">
                  <c:v>-0.13593039963039749</c:v>
                </c:pt>
                <c:pt idx="4209">
                  <c:v>-8.9802497524665098E-2</c:v>
                </c:pt>
                <c:pt idx="4210">
                  <c:v>-0.15072526154667762</c:v>
                </c:pt>
                <c:pt idx="4211">
                  <c:v>-6.9223950889034033E-2</c:v>
                </c:pt>
                <c:pt idx="4212">
                  <c:v>-0.12485155464508416</c:v>
                </c:pt>
                <c:pt idx="4213">
                  <c:v>-4.5286376368867044E-2</c:v>
                </c:pt>
                <c:pt idx="4214">
                  <c:v>-7.1970253571302531E-2</c:v>
                </c:pt>
                <c:pt idx="4215">
                  <c:v>-0.17363901792312822</c:v>
                </c:pt>
                <c:pt idx="4216">
                  <c:v>-7.588183171441755E-2</c:v>
                </c:pt>
                <c:pt idx="4217">
                  <c:v>1.8218470522322595E-2</c:v>
                </c:pt>
                <c:pt idx="4218">
                  <c:v>-0.13163146334830086</c:v>
                </c:pt>
                <c:pt idx="4219">
                  <c:v>-0.12338914004629814</c:v>
                </c:pt>
                <c:pt idx="4220">
                  <c:v>-0.17674214692769005</c:v>
                </c:pt>
                <c:pt idx="4221">
                  <c:v>-0.20943278792071948</c:v>
                </c:pt>
                <c:pt idx="4222">
                  <c:v>-4.6587822596121597E-2</c:v>
                </c:pt>
                <c:pt idx="4223">
                  <c:v>-0.1444682191462395</c:v>
                </c:pt>
                <c:pt idx="4224">
                  <c:v>-3.8126539787987634E-2</c:v>
                </c:pt>
                <c:pt idx="4225">
                  <c:v>-0.19830012964638946</c:v>
                </c:pt>
                <c:pt idx="4226">
                  <c:v>-0.10679462496781748</c:v>
                </c:pt>
                <c:pt idx="4227">
                  <c:v>-9.093798784656322E-2</c:v>
                </c:pt>
                <c:pt idx="4228">
                  <c:v>-4.7056600503796505E-3</c:v>
                </c:pt>
                <c:pt idx="4229">
                  <c:v>-3.6255550367550862E-2</c:v>
                </c:pt>
                <c:pt idx="4230">
                  <c:v>-0.1048333663080291</c:v>
                </c:pt>
                <c:pt idx="4231">
                  <c:v>-0.11366255192756484</c:v>
                </c:pt>
                <c:pt idx="4232">
                  <c:v>-0.12073107903013384</c:v>
                </c:pt>
                <c:pt idx="4233">
                  <c:v>-6.1377106298194609E-2</c:v>
                </c:pt>
                <c:pt idx="4234">
                  <c:v>-9.492548680423836E-2</c:v>
                </c:pt>
                <c:pt idx="4235">
                  <c:v>0.3267945161618841</c:v>
                </c:pt>
                <c:pt idx="4236">
                  <c:v>-1.0839321218554139E-2</c:v>
                </c:pt>
                <c:pt idx="4237">
                  <c:v>5.3355556239725266E-2</c:v>
                </c:pt>
                <c:pt idx="4238">
                  <c:v>-8.4632297538682622E-2</c:v>
                </c:pt>
                <c:pt idx="4239">
                  <c:v>-0.11043496298400289</c:v>
                </c:pt>
                <c:pt idx="4240">
                  <c:v>-8.0404404252807996E-2</c:v>
                </c:pt>
                <c:pt idx="4241">
                  <c:v>-5.7558855409324962E-2</c:v>
                </c:pt>
                <c:pt idx="4242">
                  <c:v>-3.3804490377032412E-2</c:v>
                </c:pt>
                <c:pt idx="4243">
                  <c:v>-9.5284923576030439E-2</c:v>
                </c:pt>
                <c:pt idx="4244">
                  <c:v>-6.9345460626957317E-2</c:v>
                </c:pt>
                <c:pt idx="4245">
                  <c:v>-5.4447380028837235E-2</c:v>
                </c:pt>
                <c:pt idx="4246">
                  <c:v>-9.7639696011778757E-2</c:v>
                </c:pt>
                <c:pt idx="4247">
                  <c:v>-2.4460209831571038E-2</c:v>
                </c:pt>
                <c:pt idx="4248">
                  <c:v>-0.1591447637063951</c:v>
                </c:pt>
                <c:pt idx="4249">
                  <c:v>-0.11868746440012863</c:v>
                </c:pt>
                <c:pt idx="4250">
                  <c:v>-3.4473521391912509E-2</c:v>
                </c:pt>
                <c:pt idx="4251">
                  <c:v>-8.2454293669565012E-2</c:v>
                </c:pt>
                <c:pt idx="4252">
                  <c:v>-2.2070414018617972E-2</c:v>
                </c:pt>
                <c:pt idx="4253">
                  <c:v>-0.18200487749517832</c:v>
                </c:pt>
                <c:pt idx="4254">
                  <c:v>-0.18340741726815279</c:v>
                </c:pt>
                <c:pt idx="4255">
                  <c:v>-2.8145544588194196E-2</c:v>
                </c:pt>
                <c:pt idx="4256">
                  <c:v>-0.13584761882701465</c:v>
                </c:pt>
                <c:pt idx="4257">
                  <c:v>-7.8074864807485128E-2</c:v>
                </c:pt>
                <c:pt idx="4258">
                  <c:v>-0.13286452805435342</c:v>
                </c:pt>
                <c:pt idx="4259">
                  <c:v>-5.6152724576247738E-2</c:v>
                </c:pt>
                <c:pt idx="4260">
                  <c:v>-9.7250250725140999E-2</c:v>
                </c:pt>
                <c:pt idx="4261">
                  <c:v>-9.9186411434631389E-2</c:v>
                </c:pt>
                <c:pt idx="4262">
                  <c:v>-0.10881803295401182</c:v>
                </c:pt>
                <c:pt idx="4263">
                  <c:v>-0.11558546087784109</c:v>
                </c:pt>
                <c:pt idx="4264">
                  <c:v>-0.1001146606944243</c:v>
                </c:pt>
                <c:pt idx="4265">
                  <c:v>-9.5168855626007742E-2</c:v>
                </c:pt>
                <c:pt idx="4266">
                  <c:v>6.1830526820861884E-3</c:v>
                </c:pt>
                <c:pt idx="4267">
                  <c:v>-0.10718443105619112</c:v>
                </c:pt>
                <c:pt idx="4268">
                  <c:v>-0.13358027604517325</c:v>
                </c:pt>
                <c:pt idx="4269">
                  <c:v>-4.7909630243912323E-2</c:v>
                </c:pt>
                <c:pt idx="4270">
                  <c:v>-0.11709597336113518</c:v>
                </c:pt>
                <c:pt idx="4271">
                  <c:v>-2.7570011137127447E-2</c:v>
                </c:pt>
                <c:pt idx="4272">
                  <c:v>-0.11280154520357678</c:v>
                </c:pt>
                <c:pt idx="4273">
                  <c:v>-8.2692625310336304E-2</c:v>
                </c:pt>
                <c:pt idx="4274">
                  <c:v>-0.15880228419683415</c:v>
                </c:pt>
                <c:pt idx="4275">
                  <c:v>5.056204651767033E-2</c:v>
                </c:pt>
                <c:pt idx="4276">
                  <c:v>-0.1173891827400774</c:v>
                </c:pt>
                <c:pt idx="4277">
                  <c:v>-5.1496035669747871E-2</c:v>
                </c:pt>
                <c:pt idx="4278">
                  <c:v>-0.12236121473269439</c:v>
                </c:pt>
                <c:pt idx="4279">
                  <c:v>-0.24993984703378594</c:v>
                </c:pt>
                <c:pt idx="4280">
                  <c:v>-9.733109400780636E-2</c:v>
                </c:pt>
                <c:pt idx="4281">
                  <c:v>-9.0372625930753223E-2</c:v>
                </c:pt>
                <c:pt idx="4282">
                  <c:v>-0.11897679634407812</c:v>
                </c:pt>
                <c:pt idx="4283">
                  <c:v>-0.128670190296123</c:v>
                </c:pt>
                <c:pt idx="4284">
                  <c:v>-4.050003024331672E-2</c:v>
                </c:pt>
                <c:pt idx="4285">
                  <c:v>-2.4563662886095263E-2</c:v>
                </c:pt>
                <c:pt idx="4286">
                  <c:v>-0.17618825266544569</c:v>
                </c:pt>
                <c:pt idx="4287">
                  <c:v>-0.10073039858977691</c:v>
                </c:pt>
                <c:pt idx="4288">
                  <c:v>-0.10523021124306091</c:v>
                </c:pt>
                <c:pt idx="4289">
                  <c:v>-2.0323635534797005E-2</c:v>
                </c:pt>
                <c:pt idx="4290">
                  <c:v>-0.17125829317339095</c:v>
                </c:pt>
                <c:pt idx="4291">
                  <c:v>1.1332240377073532E-2</c:v>
                </c:pt>
                <c:pt idx="4292">
                  <c:v>-0.16688868154846834</c:v>
                </c:pt>
                <c:pt idx="4293">
                  <c:v>-9.945283239440493E-2</c:v>
                </c:pt>
                <c:pt idx="4294">
                  <c:v>-0.15596236324064502</c:v>
                </c:pt>
                <c:pt idx="4295">
                  <c:v>-0.11997737270084954</c:v>
                </c:pt>
                <c:pt idx="4296">
                  <c:v>-5.0649501587964003E-2</c:v>
                </c:pt>
                <c:pt idx="4297">
                  <c:v>-9.8846617659572464E-2</c:v>
                </c:pt>
                <c:pt idx="4298">
                  <c:v>-4.4131235923139826E-2</c:v>
                </c:pt>
                <c:pt idx="4299">
                  <c:v>-0.15059273751178381</c:v>
                </c:pt>
                <c:pt idx="4300">
                  <c:v>-0.17521300581386415</c:v>
                </c:pt>
                <c:pt idx="4301">
                  <c:v>-0.17365331623239463</c:v>
                </c:pt>
                <c:pt idx="4302">
                  <c:v>-0.10192580432887521</c:v>
                </c:pt>
                <c:pt idx="4303">
                  <c:v>-8.504187216817638E-2</c:v>
                </c:pt>
                <c:pt idx="4304">
                  <c:v>-0.13773414345974033</c:v>
                </c:pt>
                <c:pt idx="4305">
                  <c:v>-8.1460374076675141E-2</c:v>
                </c:pt>
                <c:pt idx="4306">
                  <c:v>2.1829125517626325E-2</c:v>
                </c:pt>
                <c:pt idx="4307">
                  <c:v>-9.9146637552817482E-2</c:v>
                </c:pt>
                <c:pt idx="4308">
                  <c:v>-8.8984913564424215E-2</c:v>
                </c:pt>
                <c:pt idx="4309">
                  <c:v>-9.1235516717688481E-2</c:v>
                </c:pt>
                <c:pt idx="4310">
                  <c:v>-9.4607139310323204E-2</c:v>
                </c:pt>
                <c:pt idx="4311">
                  <c:v>-9.4908149975600556E-2</c:v>
                </c:pt>
                <c:pt idx="4312">
                  <c:v>-8.4779213371909426E-2</c:v>
                </c:pt>
                <c:pt idx="4313">
                  <c:v>-8.7165507474048567E-2</c:v>
                </c:pt>
                <c:pt idx="4314">
                  <c:v>-7.5636833393343608E-2</c:v>
                </c:pt>
                <c:pt idx="4315">
                  <c:v>-7.9871901509421334E-2</c:v>
                </c:pt>
                <c:pt idx="4316">
                  <c:v>-6.1474698783979043E-2</c:v>
                </c:pt>
                <c:pt idx="4317">
                  <c:v>-0.25543007680162844</c:v>
                </c:pt>
                <c:pt idx="4318">
                  <c:v>-0.29607243228554481</c:v>
                </c:pt>
                <c:pt idx="4319">
                  <c:v>-0.11855137335853702</c:v>
                </c:pt>
                <c:pt idx="4320">
                  <c:v>-7.326386945629966E-2</c:v>
                </c:pt>
                <c:pt idx="4321">
                  <c:v>-0.11447759041443228</c:v>
                </c:pt>
                <c:pt idx="4322">
                  <c:v>-0.10840076291847943</c:v>
                </c:pt>
                <c:pt idx="4323">
                  <c:v>-0.13602716913160706</c:v>
                </c:pt>
                <c:pt idx="4324">
                  <c:v>-6.2941052068662615E-2</c:v>
                </c:pt>
                <c:pt idx="4325">
                  <c:v>-3.1152692796644288E-2</c:v>
                </c:pt>
                <c:pt idx="4326">
                  <c:v>-5.6339952321038077E-2</c:v>
                </c:pt>
                <c:pt idx="4327">
                  <c:v>-3.5096383015289993E-2</c:v>
                </c:pt>
                <c:pt idx="4328">
                  <c:v>-9.6712453820024788E-2</c:v>
                </c:pt>
                <c:pt idx="4329">
                  <c:v>-8.1387930442872361E-2</c:v>
                </c:pt>
                <c:pt idx="4330">
                  <c:v>-7.5242880569584156E-2</c:v>
                </c:pt>
                <c:pt idx="4331">
                  <c:v>-6.6849608599796259E-2</c:v>
                </c:pt>
                <c:pt idx="4332">
                  <c:v>-6.9748161884391202E-2</c:v>
                </c:pt>
                <c:pt idx="4333">
                  <c:v>-9.3010119007298123E-2</c:v>
                </c:pt>
                <c:pt idx="4334">
                  <c:v>-7.1522876516737055E-2</c:v>
                </c:pt>
                <c:pt idx="4335">
                  <c:v>-5.0582127658624174E-2</c:v>
                </c:pt>
                <c:pt idx="4336">
                  <c:v>2.3044172211196975E-2</c:v>
                </c:pt>
                <c:pt idx="4337">
                  <c:v>-5.1513135456764107E-2</c:v>
                </c:pt>
                <c:pt idx="4338">
                  <c:v>-7.9758767593798865E-2</c:v>
                </c:pt>
                <c:pt idx="4339">
                  <c:v>-8.4612117929152839E-2</c:v>
                </c:pt>
                <c:pt idx="4340">
                  <c:v>-0.12176499783181473</c:v>
                </c:pt>
                <c:pt idx="4341">
                  <c:v>-6.212691506486151E-2</c:v>
                </c:pt>
                <c:pt idx="4342">
                  <c:v>-5.6336430878739102E-2</c:v>
                </c:pt>
                <c:pt idx="4343">
                  <c:v>-1.8970404869487905E-2</c:v>
                </c:pt>
                <c:pt idx="4344">
                  <c:v>-4.0055157892533846E-2</c:v>
                </c:pt>
                <c:pt idx="4345">
                  <c:v>-5.095916807699942E-2</c:v>
                </c:pt>
                <c:pt idx="4346">
                  <c:v>-5.7599459977239253E-2</c:v>
                </c:pt>
                <c:pt idx="4347">
                  <c:v>-9.3421102901154407E-2</c:v>
                </c:pt>
                <c:pt idx="4348">
                  <c:v>-1.4093378896619884E-2</c:v>
                </c:pt>
                <c:pt idx="4349">
                  <c:v>-0.12271103897338789</c:v>
                </c:pt>
                <c:pt idx="4350">
                  <c:v>-7.716552490917046E-2</c:v>
                </c:pt>
                <c:pt idx="4351">
                  <c:v>-1.8617441123334612E-2</c:v>
                </c:pt>
                <c:pt idx="4352">
                  <c:v>-0.13675626469169383</c:v>
                </c:pt>
                <c:pt idx="4353">
                  <c:v>-0.1074718690527369</c:v>
                </c:pt>
                <c:pt idx="4354">
                  <c:v>-0.10275401735845342</c:v>
                </c:pt>
                <c:pt idx="4355">
                  <c:v>-0.11130523417516305</c:v>
                </c:pt>
                <c:pt idx="4356">
                  <c:v>-0.15929268436453023</c:v>
                </c:pt>
                <c:pt idx="4357">
                  <c:v>-0.10530936875601687</c:v>
                </c:pt>
                <c:pt idx="4358">
                  <c:v>-9.5576497114494521E-2</c:v>
                </c:pt>
                <c:pt idx="4359">
                  <c:v>-6.0087495412441468E-2</c:v>
                </c:pt>
                <c:pt idx="4360">
                  <c:v>7.7085963578255381E-2</c:v>
                </c:pt>
                <c:pt idx="4361">
                  <c:v>-4.0348438496702561E-2</c:v>
                </c:pt>
                <c:pt idx="4362">
                  <c:v>-0.14249171725866225</c:v>
                </c:pt>
                <c:pt idx="4363">
                  <c:v>-0.19724072514301319</c:v>
                </c:pt>
                <c:pt idx="4364">
                  <c:v>-4.212676593035198E-2</c:v>
                </c:pt>
                <c:pt idx="4365">
                  <c:v>-3.6907701603306656E-2</c:v>
                </c:pt>
                <c:pt idx="4366">
                  <c:v>-3.460901664678484E-2</c:v>
                </c:pt>
                <c:pt idx="4367">
                  <c:v>-9.1444707696971439E-2</c:v>
                </c:pt>
                <c:pt idx="4368">
                  <c:v>-2.1968508084742863E-2</c:v>
                </c:pt>
                <c:pt idx="4369">
                  <c:v>-5.6808524707367483E-2</c:v>
                </c:pt>
                <c:pt idx="4370">
                  <c:v>-9.9710423521834429E-2</c:v>
                </c:pt>
                <c:pt idx="4371">
                  <c:v>1.5298155809061232E-2</c:v>
                </c:pt>
                <c:pt idx="4372">
                  <c:v>-4.3217320791854648E-2</c:v>
                </c:pt>
                <c:pt idx="4373">
                  <c:v>-0.15312525264514473</c:v>
                </c:pt>
                <c:pt idx="4374">
                  <c:v>-3.8954062361097976E-3</c:v>
                </c:pt>
                <c:pt idx="4375">
                  <c:v>-5.0071214789566824E-2</c:v>
                </c:pt>
                <c:pt idx="4376">
                  <c:v>-0.18992361207350725</c:v>
                </c:pt>
                <c:pt idx="4377">
                  <c:v>-5.0193114125287978E-2</c:v>
                </c:pt>
                <c:pt idx="4378">
                  <c:v>-2.0384259486571098E-2</c:v>
                </c:pt>
                <c:pt idx="4379">
                  <c:v>-0.1077391771568169</c:v>
                </c:pt>
                <c:pt idx="4380">
                  <c:v>-7.4909456377859118E-2</c:v>
                </c:pt>
                <c:pt idx="4381">
                  <c:v>-6.6576658478794695E-2</c:v>
                </c:pt>
                <c:pt idx="4382">
                  <c:v>-7.9795845406332611E-2</c:v>
                </c:pt>
                <c:pt idx="4383">
                  <c:v>-6.671821180733091E-2</c:v>
                </c:pt>
                <c:pt idx="4384">
                  <c:v>-5.0867630012705355E-2</c:v>
                </c:pt>
                <c:pt idx="4385">
                  <c:v>-2.0494283101849153E-2</c:v>
                </c:pt>
                <c:pt idx="4386">
                  <c:v>-4.2734064731335265E-2</c:v>
                </c:pt>
                <c:pt idx="4387">
                  <c:v>-5.3973951664946833E-2</c:v>
                </c:pt>
                <c:pt idx="4388">
                  <c:v>-6.1630157864486036E-2</c:v>
                </c:pt>
                <c:pt idx="4389">
                  <c:v>-4.5381283156966136E-2</c:v>
                </c:pt>
                <c:pt idx="4390">
                  <c:v>-8.866549054691461E-2</c:v>
                </c:pt>
                <c:pt idx="4391">
                  <c:v>-0.11350248746868286</c:v>
                </c:pt>
                <c:pt idx="4392">
                  <c:v>-3.0724289172322589E-2</c:v>
                </c:pt>
                <c:pt idx="4393">
                  <c:v>-0.10340609569275873</c:v>
                </c:pt>
                <c:pt idx="4394">
                  <c:v>-0.14901012212467529</c:v>
                </c:pt>
                <c:pt idx="4395">
                  <c:v>-3.8280322923706436E-2</c:v>
                </c:pt>
                <c:pt idx="4396">
                  <c:v>-8.3423227998211669E-2</c:v>
                </c:pt>
                <c:pt idx="4397">
                  <c:v>-4.4109079409887987E-2</c:v>
                </c:pt>
                <c:pt idx="4398">
                  <c:v>-6.4823248403049483E-2</c:v>
                </c:pt>
                <c:pt idx="4399">
                  <c:v>-4.8528464556023901E-2</c:v>
                </c:pt>
                <c:pt idx="4400">
                  <c:v>-5.5229885630447721E-2</c:v>
                </c:pt>
                <c:pt idx="4401">
                  <c:v>-7.4709757670188393E-2</c:v>
                </c:pt>
                <c:pt idx="4402">
                  <c:v>-6.8441243255630502E-2</c:v>
                </c:pt>
                <c:pt idx="4403">
                  <c:v>-5.7628750936496664E-2</c:v>
                </c:pt>
                <c:pt idx="4404">
                  <c:v>-9.3216385619402889E-2</c:v>
                </c:pt>
                <c:pt idx="4405">
                  <c:v>-0.11513155891568309</c:v>
                </c:pt>
                <c:pt idx="4406">
                  <c:v>-5.4973703816286003E-2</c:v>
                </c:pt>
                <c:pt idx="4407">
                  <c:v>-0.1813073746083034</c:v>
                </c:pt>
                <c:pt idx="4408">
                  <c:v>-6.6980161707271474E-2</c:v>
                </c:pt>
                <c:pt idx="4409">
                  <c:v>5.1494483401924161E-2</c:v>
                </c:pt>
                <c:pt idx="4410">
                  <c:v>-6.1634207263127461E-2</c:v>
                </c:pt>
                <c:pt idx="4411">
                  <c:v>-5.0410607236681795E-2</c:v>
                </c:pt>
                <c:pt idx="4412">
                  <c:v>-0.1139936030125019</c:v>
                </c:pt>
                <c:pt idx="4413">
                  <c:v>-7.203751019368311E-2</c:v>
                </c:pt>
                <c:pt idx="4414">
                  <c:v>1.833923440269768E-2</c:v>
                </c:pt>
                <c:pt idx="4415">
                  <c:v>-0.16116841942304963</c:v>
                </c:pt>
                <c:pt idx="4416">
                  <c:v>-5.1640910821731834E-2</c:v>
                </c:pt>
                <c:pt idx="4417">
                  <c:v>-6.1280541351287125E-2</c:v>
                </c:pt>
                <c:pt idx="4418">
                  <c:v>-6.2268370938321237E-2</c:v>
                </c:pt>
                <c:pt idx="4419">
                  <c:v>-8.2492354518496458E-2</c:v>
                </c:pt>
                <c:pt idx="4420">
                  <c:v>-5.7840356557747226E-2</c:v>
                </c:pt>
                <c:pt idx="4421">
                  <c:v>-8.8152966655527312E-2</c:v>
                </c:pt>
                <c:pt idx="4422">
                  <c:v>-6.9278280537388617E-2</c:v>
                </c:pt>
                <c:pt idx="4423">
                  <c:v>-2.0969175934263631E-2</c:v>
                </c:pt>
                <c:pt idx="4424">
                  <c:v>-5.0111161390788084E-2</c:v>
                </c:pt>
                <c:pt idx="4425">
                  <c:v>-7.8399056397202155E-2</c:v>
                </c:pt>
                <c:pt idx="4426">
                  <c:v>-7.9368899902001203E-2</c:v>
                </c:pt>
                <c:pt idx="4427">
                  <c:v>-0.10266831954960685</c:v>
                </c:pt>
                <c:pt idx="4428">
                  <c:v>-0.16380217800759281</c:v>
                </c:pt>
                <c:pt idx="4429">
                  <c:v>-0.14121132025855596</c:v>
                </c:pt>
                <c:pt idx="4430">
                  <c:v>-0.13355287210665576</c:v>
                </c:pt>
                <c:pt idx="4431">
                  <c:v>-8.69427627169998E-2</c:v>
                </c:pt>
                <c:pt idx="4432">
                  <c:v>-0.1337772560147972</c:v>
                </c:pt>
                <c:pt idx="4433">
                  <c:v>-0.10399488752815519</c:v>
                </c:pt>
                <c:pt idx="4434">
                  <c:v>-0.11163714763126913</c:v>
                </c:pt>
                <c:pt idx="4435">
                  <c:v>-8.1464735594315552E-2</c:v>
                </c:pt>
                <c:pt idx="4436">
                  <c:v>-9.5099822628382319E-2</c:v>
                </c:pt>
                <c:pt idx="4437">
                  <c:v>-9.145821153695631E-2</c:v>
                </c:pt>
                <c:pt idx="4438">
                  <c:v>-8.6533137891383796E-2</c:v>
                </c:pt>
                <c:pt idx="4439">
                  <c:v>-7.8758460183148138E-2</c:v>
                </c:pt>
                <c:pt idx="4440">
                  <c:v>-5.4441897330719947E-2</c:v>
                </c:pt>
                <c:pt idx="4441">
                  <c:v>-0.10243746941089237</c:v>
                </c:pt>
                <c:pt idx="4442">
                  <c:v>-5.3248770471865471E-2</c:v>
                </c:pt>
                <c:pt idx="4443">
                  <c:v>-8.4177983957513303E-2</c:v>
                </c:pt>
                <c:pt idx="4444">
                  <c:v>-0.10311821254320319</c:v>
                </c:pt>
                <c:pt idx="4445">
                  <c:v>-2.6083764601881592E-2</c:v>
                </c:pt>
                <c:pt idx="4446">
                  <c:v>-0.14784724799347479</c:v>
                </c:pt>
                <c:pt idx="4447">
                  <c:v>-8.6029360690575096E-2</c:v>
                </c:pt>
                <c:pt idx="4448">
                  <c:v>-5.3143286534467565E-2</c:v>
                </c:pt>
                <c:pt idx="4449">
                  <c:v>-8.4867371137622674E-2</c:v>
                </c:pt>
                <c:pt idx="4450">
                  <c:v>-9.3440098893461707E-2</c:v>
                </c:pt>
                <c:pt idx="4451">
                  <c:v>-9.5483932089602E-2</c:v>
                </c:pt>
                <c:pt idx="4452">
                  <c:v>-6.8617765323877908E-2</c:v>
                </c:pt>
                <c:pt idx="4453">
                  <c:v>-6.3152254719483575E-2</c:v>
                </c:pt>
                <c:pt idx="4454">
                  <c:v>-7.6380424443627096E-2</c:v>
                </c:pt>
                <c:pt idx="4455">
                  <c:v>-8.4287047978301388E-2</c:v>
                </c:pt>
                <c:pt idx="4456">
                  <c:v>-8.1941112509509667E-2</c:v>
                </c:pt>
                <c:pt idx="4457">
                  <c:v>-9.0568029390489732E-2</c:v>
                </c:pt>
                <c:pt idx="4458">
                  <c:v>-0.11491100959011886</c:v>
                </c:pt>
                <c:pt idx="4459">
                  <c:v>-6.581415874032398E-2</c:v>
                </c:pt>
                <c:pt idx="4460">
                  <c:v>-6.9776019293102468E-2</c:v>
                </c:pt>
                <c:pt idx="4461">
                  <c:v>-9.1398518175872454E-2</c:v>
                </c:pt>
                <c:pt idx="4462">
                  <c:v>-1.4495068919087469E-2</c:v>
                </c:pt>
                <c:pt idx="4463">
                  <c:v>-8.8399861885157069E-2</c:v>
                </c:pt>
                <c:pt idx="4464">
                  <c:v>-0.26252604535940433</c:v>
                </c:pt>
                <c:pt idx="4465">
                  <c:v>-0.11331738699177263</c:v>
                </c:pt>
                <c:pt idx="4466">
                  <c:v>-0.15107533179098545</c:v>
                </c:pt>
                <c:pt idx="4467">
                  <c:v>-0.1296958670927599</c:v>
                </c:pt>
                <c:pt idx="4468">
                  <c:v>-0.17543149707485467</c:v>
                </c:pt>
                <c:pt idx="4469">
                  <c:v>-7.1268995205456209E-2</c:v>
                </c:pt>
                <c:pt idx="4470">
                  <c:v>-0.13023003500289748</c:v>
                </c:pt>
                <c:pt idx="4471">
                  <c:v>-5.3854782483002975E-2</c:v>
                </c:pt>
                <c:pt idx="4472">
                  <c:v>-0.13497741116813874</c:v>
                </c:pt>
                <c:pt idx="4473">
                  <c:v>-5.3112390865437571E-2</c:v>
                </c:pt>
                <c:pt idx="4474">
                  <c:v>-8.1568145772718356E-2</c:v>
                </c:pt>
                <c:pt idx="4475">
                  <c:v>-2.0380565061908582E-2</c:v>
                </c:pt>
                <c:pt idx="4476">
                  <c:v>-9.8073578708452083E-2</c:v>
                </c:pt>
                <c:pt idx="4477">
                  <c:v>-0.29258441693852999</c:v>
                </c:pt>
                <c:pt idx="4478">
                  <c:v>-0.16757801089136243</c:v>
                </c:pt>
                <c:pt idx="4479">
                  <c:v>-4.5579071474367495E-2</c:v>
                </c:pt>
                <c:pt idx="4480">
                  <c:v>-0.137491097766931</c:v>
                </c:pt>
                <c:pt idx="4481">
                  <c:v>-0.27686736686963365</c:v>
                </c:pt>
                <c:pt idx="4482">
                  <c:v>-0.15026387339272629</c:v>
                </c:pt>
                <c:pt idx="4483">
                  <c:v>-0.12870679552189332</c:v>
                </c:pt>
                <c:pt idx="4484">
                  <c:v>-0.10437241537901487</c:v>
                </c:pt>
                <c:pt idx="4485">
                  <c:v>-7.667573637222333E-2</c:v>
                </c:pt>
                <c:pt idx="4486">
                  <c:v>-6.673679300868228E-2</c:v>
                </c:pt>
                <c:pt idx="4487">
                  <c:v>-1.0438477702057599E-2</c:v>
                </c:pt>
                <c:pt idx="4488">
                  <c:v>-0.12440866963537943</c:v>
                </c:pt>
                <c:pt idx="4489">
                  <c:v>-9.513838527748282E-2</c:v>
                </c:pt>
                <c:pt idx="4490">
                  <c:v>-0.16782752255368041</c:v>
                </c:pt>
                <c:pt idx="4491">
                  <c:v>-1.0825097449422161E-2</c:v>
                </c:pt>
                <c:pt idx="4492">
                  <c:v>-0.13285819810448385</c:v>
                </c:pt>
                <c:pt idx="4493">
                  <c:v>-6.4036866504979459E-2</c:v>
                </c:pt>
                <c:pt idx="4494">
                  <c:v>-5.8151594632336941E-2</c:v>
                </c:pt>
                <c:pt idx="4495">
                  <c:v>-1.6670086834754728E-2</c:v>
                </c:pt>
                <c:pt idx="4496">
                  <c:v>1.3795173770977714E-3</c:v>
                </c:pt>
                <c:pt idx="4497">
                  <c:v>-7.7776194207630572E-2</c:v>
                </c:pt>
                <c:pt idx="4498">
                  <c:v>-8.6729689064762847E-2</c:v>
                </c:pt>
                <c:pt idx="4499">
                  <c:v>-0.11567306740973959</c:v>
                </c:pt>
                <c:pt idx="4500">
                  <c:v>2.0247561408640993E-2</c:v>
                </c:pt>
                <c:pt idx="4501">
                  <c:v>-9.9407890868554824E-2</c:v>
                </c:pt>
                <c:pt idx="4502">
                  <c:v>-8.5050828388215802E-2</c:v>
                </c:pt>
                <c:pt idx="4503">
                  <c:v>-9.6149478845498682E-2</c:v>
                </c:pt>
                <c:pt idx="4504">
                  <c:v>-7.4973918419716151E-2</c:v>
                </c:pt>
                <c:pt idx="4505">
                  <c:v>-4.893452266086834E-2</c:v>
                </c:pt>
                <c:pt idx="4506">
                  <c:v>-6.4083979719682035E-2</c:v>
                </c:pt>
                <c:pt idx="4507">
                  <c:v>-5.1802246761837041E-2</c:v>
                </c:pt>
                <c:pt idx="4508">
                  <c:v>-4.6582278505918305E-2</c:v>
                </c:pt>
                <c:pt idx="4509">
                  <c:v>-7.1360322350471267E-2</c:v>
                </c:pt>
                <c:pt idx="4510">
                  <c:v>-7.406897981134207E-2</c:v>
                </c:pt>
                <c:pt idx="4511">
                  <c:v>-2.8878340963693135E-2</c:v>
                </c:pt>
                <c:pt idx="4512">
                  <c:v>-6.4773194070380555E-2</c:v>
                </c:pt>
                <c:pt idx="4513">
                  <c:v>-6.297254098631562E-2</c:v>
                </c:pt>
                <c:pt idx="4514">
                  <c:v>-3.2515381321848433E-2</c:v>
                </c:pt>
                <c:pt idx="4515">
                  <c:v>-5.1542022503992542E-2</c:v>
                </c:pt>
                <c:pt idx="4516">
                  <c:v>-7.4874909104032605E-2</c:v>
                </c:pt>
                <c:pt idx="4517">
                  <c:v>-4.4918690055677252E-2</c:v>
                </c:pt>
                <c:pt idx="4518">
                  <c:v>-5.5660357838284137E-2</c:v>
                </c:pt>
                <c:pt idx="4519">
                  <c:v>-0.11778231786766205</c:v>
                </c:pt>
                <c:pt idx="4520">
                  <c:v>-1.9596993147169426E-2</c:v>
                </c:pt>
                <c:pt idx="4521">
                  <c:v>-6.2094964272207814E-2</c:v>
                </c:pt>
                <c:pt idx="4522">
                  <c:v>-5.1081717052882621E-2</c:v>
                </c:pt>
                <c:pt idx="4523">
                  <c:v>-7.0733454037485197E-2</c:v>
                </c:pt>
                <c:pt idx="4524">
                  <c:v>-6.4699378747712588E-2</c:v>
                </c:pt>
                <c:pt idx="4525">
                  <c:v>-3.5732090953640328E-2</c:v>
                </c:pt>
                <c:pt idx="4526">
                  <c:v>-1.0874101045117811E-2</c:v>
                </c:pt>
                <c:pt idx="4527">
                  <c:v>-7.5500342647279686E-2</c:v>
                </c:pt>
                <c:pt idx="4528">
                  <c:v>5.7294517003703685E-3</c:v>
                </c:pt>
                <c:pt idx="4529">
                  <c:v>-7.2423186254117589E-2</c:v>
                </c:pt>
                <c:pt idx="4530">
                  <c:v>-9.1297802831888847E-2</c:v>
                </c:pt>
                <c:pt idx="4531">
                  <c:v>-8.226678410083238E-2</c:v>
                </c:pt>
                <c:pt idx="4532">
                  <c:v>-8.0580221723499962E-2</c:v>
                </c:pt>
                <c:pt idx="4533">
                  <c:v>-0.14728967911576898</c:v>
                </c:pt>
                <c:pt idx="4534">
                  <c:v>-0.14181438966100277</c:v>
                </c:pt>
                <c:pt idx="4535">
                  <c:v>-5.4997076686764144E-2</c:v>
                </c:pt>
                <c:pt idx="4536">
                  <c:v>-0.12382253723848521</c:v>
                </c:pt>
                <c:pt idx="4537">
                  <c:v>-8.8059460903452277E-2</c:v>
                </c:pt>
                <c:pt idx="4538">
                  <c:v>-7.6962092728126638E-2</c:v>
                </c:pt>
                <c:pt idx="4539">
                  <c:v>-5.8761670602214676E-2</c:v>
                </c:pt>
                <c:pt idx="4540">
                  <c:v>-0.18797465988657991</c:v>
                </c:pt>
                <c:pt idx="4541">
                  <c:v>-0.12666672176225424</c:v>
                </c:pt>
                <c:pt idx="4542">
                  <c:v>-0.1113347669690786</c:v>
                </c:pt>
                <c:pt idx="4543">
                  <c:v>-6.6619840134793287E-2</c:v>
                </c:pt>
                <c:pt idx="4544">
                  <c:v>-7.9498423088494488E-2</c:v>
                </c:pt>
                <c:pt idx="4545">
                  <c:v>-0.13212826574179107</c:v>
                </c:pt>
                <c:pt idx="4546">
                  <c:v>-0.12165294013264948</c:v>
                </c:pt>
                <c:pt idx="4547">
                  <c:v>-5.8936223955034395E-2</c:v>
                </c:pt>
                <c:pt idx="4548">
                  <c:v>-8.6026898498253665E-2</c:v>
                </c:pt>
                <c:pt idx="4549">
                  <c:v>-8.4561485369708936E-2</c:v>
                </c:pt>
                <c:pt idx="4550">
                  <c:v>-6.9799071663587189E-2</c:v>
                </c:pt>
                <c:pt idx="4551">
                  <c:v>-5.6009723148992489E-2</c:v>
                </c:pt>
                <c:pt idx="4552">
                  <c:v>-6.8054443408572488E-2</c:v>
                </c:pt>
                <c:pt idx="4553">
                  <c:v>-6.9839271535859476E-2</c:v>
                </c:pt>
                <c:pt idx="4554">
                  <c:v>-5.1211863695305671E-2</c:v>
                </c:pt>
                <c:pt idx="4555">
                  <c:v>-4.7111181329096828E-2</c:v>
                </c:pt>
                <c:pt idx="4556">
                  <c:v>-2.5177961892506779E-2</c:v>
                </c:pt>
                <c:pt idx="4557">
                  <c:v>-6.8327242621075632E-2</c:v>
                </c:pt>
                <c:pt idx="4558">
                  <c:v>-3.8095735830644968E-2</c:v>
                </c:pt>
                <c:pt idx="4559">
                  <c:v>-7.692425013983975E-2</c:v>
                </c:pt>
                <c:pt idx="4560">
                  <c:v>-0.1607789123542798</c:v>
                </c:pt>
                <c:pt idx="4561">
                  <c:v>-5.7382178170958642E-2</c:v>
                </c:pt>
                <c:pt idx="4562">
                  <c:v>-6.231998788481731E-2</c:v>
                </c:pt>
                <c:pt idx="4563">
                  <c:v>-0.1253422002166083</c:v>
                </c:pt>
                <c:pt idx="4564">
                  <c:v>-5.1604834461576224E-2</c:v>
                </c:pt>
                <c:pt idx="4565">
                  <c:v>-0.14722594159904284</c:v>
                </c:pt>
                <c:pt idx="4566">
                  <c:v>-2.2580057763575998E-2</c:v>
                </c:pt>
                <c:pt idx="4567">
                  <c:v>-6.2155395154757875E-2</c:v>
                </c:pt>
                <c:pt idx="4568">
                  <c:v>-4.1901621426828399E-2</c:v>
                </c:pt>
                <c:pt idx="4569">
                  <c:v>-4.1906418843107709E-2</c:v>
                </c:pt>
                <c:pt idx="4570">
                  <c:v>-7.8282723222053763E-2</c:v>
                </c:pt>
                <c:pt idx="4571">
                  <c:v>-5.7539785090035003E-2</c:v>
                </c:pt>
                <c:pt idx="4572">
                  <c:v>-5.4509521265534044E-2</c:v>
                </c:pt>
                <c:pt idx="4573">
                  <c:v>-5.6495399777848079E-2</c:v>
                </c:pt>
                <c:pt idx="4574">
                  <c:v>-5.4450383191707877E-2</c:v>
                </c:pt>
                <c:pt idx="4575">
                  <c:v>-5.8845480283131218E-2</c:v>
                </c:pt>
                <c:pt idx="4576">
                  <c:v>-5.2725269486100616E-2</c:v>
                </c:pt>
                <c:pt idx="4577">
                  <c:v>-1.2455331415911352E-2</c:v>
                </c:pt>
                <c:pt idx="4578">
                  <c:v>-5.0204355248813698E-2</c:v>
                </c:pt>
                <c:pt idx="4579">
                  <c:v>-5.2761884174752895E-2</c:v>
                </c:pt>
                <c:pt idx="4580">
                  <c:v>-5.9231239114399162E-2</c:v>
                </c:pt>
                <c:pt idx="4581">
                  <c:v>-6.2776234038550538E-2</c:v>
                </c:pt>
                <c:pt idx="4582">
                  <c:v>-8.0160835931091259E-2</c:v>
                </c:pt>
                <c:pt idx="4583">
                  <c:v>-7.584614152578141E-2</c:v>
                </c:pt>
                <c:pt idx="4584">
                  <c:v>-8.7519144970376328E-2</c:v>
                </c:pt>
                <c:pt idx="4585">
                  <c:v>-8.759604500863721E-3</c:v>
                </c:pt>
                <c:pt idx="4586">
                  <c:v>-4.6626577791776924E-2</c:v>
                </c:pt>
                <c:pt idx="4587">
                  <c:v>-5.2156952413021054E-2</c:v>
                </c:pt>
                <c:pt idx="4588">
                  <c:v>-6.9767760590938296E-2</c:v>
                </c:pt>
                <c:pt idx="4589">
                  <c:v>-7.3995519283666378E-2</c:v>
                </c:pt>
                <c:pt idx="4590">
                  <c:v>-0.11168996861076884</c:v>
                </c:pt>
                <c:pt idx="4591">
                  <c:v>-8.4256360800085237E-2</c:v>
                </c:pt>
                <c:pt idx="4592">
                  <c:v>-8.3007725633988269E-2</c:v>
                </c:pt>
                <c:pt idx="4593">
                  <c:v>-6.1865788523428895E-2</c:v>
                </c:pt>
                <c:pt idx="4594">
                  <c:v>-4.3771735376433821E-2</c:v>
                </c:pt>
                <c:pt idx="4595">
                  <c:v>-2.9912127479003205E-2</c:v>
                </c:pt>
                <c:pt idx="4596">
                  <c:v>-9.2102127179643622E-3</c:v>
                </c:pt>
                <c:pt idx="4597">
                  <c:v>6.5112104509830772E-3</c:v>
                </c:pt>
                <c:pt idx="4598">
                  <c:v>2.0966996598720143E-3</c:v>
                </c:pt>
                <c:pt idx="4599">
                  <c:v>1.116787455812945E-2</c:v>
                </c:pt>
                <c:pt idx="4600">
                  <c:v>1.1774192731733E-2</c:v>
                </c:pt>
                <c:pt idx="4601">
                  <c:v>1.0481109590090685E-2</c:v>
                </c:pt>
                <c:pt idx="4602">
                  <c:v>-1.0178586099199472E-3</c:v>
                </c:pt>
                <c:pt idx="4603">
                  <c:v>-9.4049701391653792E-3</c:v>
                </c:pt>
                <c:pt idx="4604">
                  <c:v>-1.0640579065363613E-2</c:v>
                </c:pt>
                <c:pt idx="4605">
                  <c:v>-2.0554401010307952E-2</c:v>
                </c:pt>
                <c:pt idx="4606">
                  <c:v>-2.6634087860728496E-2</c:v>
                </c:pt>
                <c:pt idx="4607">
                  <c:v>2.6328994224380209E-3</c:v>
                </c:pt>
                <c:pt idx="4608">
                  <c:v>-1.9155925925042859E-2</c:v>
                </c:pt>
                <c:pt idx="4609">
                  <c:v>-2.6969942560038724E-2</c:v>
                </c:pt>
                <c:pt idx="4610">
                  <c:v>-1.8109697786619482E-2</c:v>
                </c:pt>
                <c:pt idx="4611">
                  <c:v>-2.2927285457574477E-2</c:v>
                </c:pt>
                <c:pt idx="4612">
                  <c:v>-2.983839241451592E-2</c:v>
                </c:pt>
                <c:pt idx="4613">
                  <c:v>-3.4439883113066741E-2</c:v>
                </c:pt>
                <c:pt idx="4614">
                  <c:v>-3.2475935295741144E-2</c:v>
                </c:pt>
                <c:pt idx="4615">
                  <c:v>-4.9692760147680919E-2</c:v>
                </c:pt>
                <c:pt idx="4616">
                  <c:v>-3.3450678636364799E-2</c:v>
                </c:pt>
                <c:pt idx="4617">
                  <c:v>-2.8440807882638492E-2</c:v>
                </c:pt>
                <c:pt idx="4618">
                  <c:v>-2.4417179113424843E-2</c:v>
                </c:pt>
                <c:pt idx="4619">
                  <c:v>-1.2485725752292046E-2</c:v>
                </c:pt>
                <c:pt idx="4620">
                  <c:v>-1.1157537056098363E-3</c:v>
                </c:pt>
                <c:pt idx="4621">
                  <c:v>8.6905264854043561E-3</c:v>
                </c:pt>
                <c:pt idx="4622">
                  <c:v>1.4040770500473471E-2</c:v>
                </c:pt>
                <c:pt idx="4623">
                  <c:v>-1.7623513339927752E-3</c:v>
                </c:pt>
                <c:pt idx="4624">
                  <c:v>1.274373616222123E-2</c:v>
                </c:pt>
                <c:pt idx="4625">
                  <c:v>1.7689753967959976E-3</c:v>
                </c:pt>
                <c:pt idx="4626">
                  <c:v>1.3761875432051428E-3</c:v>
                </c:pt>
                <c:pt idx="4627">
                  <c:v>8.065722905330727E-5</c:v>
                </c:pt>
                <c:pt idx="4628">
                  <c:v>1.6654297154554596E-3</c:v>
                </c:pt>
                <c:pt idx="4629">
                  <c:v>-2.9136746184779063E-3</c:v>
                </c:pt>
                <c:pt idx="4630">
                  <c:v>-9.0146887668748222E-3</c:v>
                </c:pt>
                <c:pt idx="4631">
                  <c:v>1.5483209031407914E-2</c:v>
                </c:pt>
                <c:pt idx="4632">
                  <c:v>-6.335251437016143E-3</c:v>
                </c:pt>
                <c:pt idx="4633">
                  <c:v>-2.4368059151232517E-2</c:v>
                </c:pt>
                <c:pt idx="4634">
                  <c:v>-4.2639346306777341E-2</c:v>
                </c:pt>
                <c:pt idx="4635">
                  <c:v>-4.3724173449067975E-2</c:v>
                </c:pt>
                <c:pt idx="4636">
                  <c:v>-4.9951078937462409E-2</c:v>
                </c:pt>
                <c:pt idx="4637">
                  <c:v>-5.5072748288889035E-2</c:v>
                </c:pt>
                <c:pt idx="4638">
                  <c:v>-7.0481604669171957E-2</c:v>
                </c:pt>
                <c:pt idx="4639">
                  <c:v>-5.2727678282536224E-2</c:v>
                </c:pt>
                <c:pt idx="4640">
                  <c:v>-7.5572874058115899E-2</c:v>
                </c:pt>
                <c:pt idx="4641">
                  <c:v>-8.7118960533151893E-2</c:v>
                </c:pt>
                <c:pt idx="4642">
                  <c:v>-9.660201872233419E-2</c:v>
                </c:pt>
                <c:pt idx="4643">
                  <c:v>-7.6453987708864177E-2</c:v>
                </c:pt>
                <c:pt idx="4644">
                  <c:v>-6.7470679599057434E-2</c:v>
                </c:pt>
                <c:pt idx="4645">
                  <c:v>-3.5958264525866236E-2</c:v>
                </c:pt>
                <c:pt idx="4646">
                  <c:v>-1.9574599695530017E-2</c:v>
                </c:pt>
                <c:pt idx="4647">
                  <c:v>-7.4998174224098144E-3</c:v>
                </c:pt>
                <c:pt idx="4648">
                  <c:v>-1.7079983520634598E-2</c:v>
                </c:pt>
                <c:pt idx="4649">
                  <c:v>-7.5300317892132524E-3</c:v>
                </c:pt>
                <c:pt idx="4650">
                  <c:v>-8.8534567571385194E-3</c:v>
                </c:pt>
                <c:pt idx="4651">
                  <c:v>-9.6649074888180229E-3</c:v>
                </c:pt>
                <c:pt idx="4652">
                  <c:v>-1.1786170731659175E-2</c:v>
                </c:pt>
                <c:pt idx="4653">
                  <c:v>-2.4785103640170121E-2</c:v>
                </c:pt>
                <c:pt idx="4654">
                  <c:v>-2.1852378244308922E-2</c:v>
                </c:pt>
                <c:pt idx="4655">
                  <c:v>-3.6227475471652618E-3</c:v>
                </c:pt>
                <c:pt idx="4656">
                  <c:v>-2.952346005139922E-2</c:v>
                </c:pt>
                <c:pt idx="4657">
                  <c:v>-1.9967097854704654E-2</c:v>
                </c:pt>
                <c:pt idx="4658">
                  <c:v>-2.8704866696573669E-2</c:v>
                </c:pt>
                <c:pt idx="4659">
                  <c:v>-2.5208036727638824E-2</c:v>
                </c:pt>
                <c:pt idx="4660">
                  <c:v>-5.0201817984474928E-2</c:v>
                </c:pt>
                <c:pt idx="4661">
                  <c:v>-6.8470044967227403E-2</c:v>
                </c:pt>
                <c:pt idx="4662">
                  <c:v>-5.3928422378905411E-2</c:v>
                </c:pt>
                <c:pt idx="4663">
                  <c:v>-4.522344629420718E-2</c:v>
                </c:pt>
                <c:pt idx="4664">
                  <c:v>-5.0737071270632567E-2</c:v>
                </c:pt>
                <c:pt idx="4665">
                  <c:v>1.7921528635912318E-2</c:v>
                </c:pt>
                <c:pt idx="4666">
                  <c:v>3.2542349088188108E-2</c:v>
                </c:pt>
                <c:pt idx="4667">
                  <c:v>-0.19604215545917567</c:v>
                </c:pt>
                <c:pt idx="4668">
                  <c:v>7.5834735783179938E-2</c:v>
                </c:pt>
                <c:pt idx="4669">
                  <c:v>0.14153111118309594</c:v>
                </c:pt>
                <c:pt idx="4670">
                  <c:v>0.20976828992540339</c:v>
                </c:pt>
                <c:pt idx="4671">
                  <c:v>0.45426217730715629</c:v>
                </c:pt>
                <c:pt idx="4672">
                  <c:v>0.64287098875310666</c:v>
                </c:pt>
                <c:pt idx="4673">
                  <c:v>0.62686421903861766</c:v>
                </c:pt>
                <c:pt idx="4674">
                  <c:v>0.58298485731095073</c:v>
                </c:pt>
                <c:pt idx="4675">
                  <c:v>0.55584571139495331</c:v>
                </c:pt>
                <c:pt idx="4676">
                  <c:v>0.53257575908272958</c:v>
                </c:pt>
                <c:pt idx="4677">
                  <c:v>0.52062017524366033</c:v>
                </c:pt>
                <c:pt idx="4678">
                  <c:v>0.50513880300286973</c:v>
                </c:pt>
                <c:pt idx="4679">
                  <c:v>0.51922479203033922</c:v>
                </c:pt>
                <c:pt idx="4680">
                  <c:v>0.53851294009760575</c:v>
                </c:pt>
                <c:pt idx="4681">
                  <c:v>0.30808696328811136</c:v>
                </c:pt>
                <c:pt idx="4682">
                  <c:v>0.31148720958611231</c:v>
                </c:pt>
                <c:pt idx="4683">
                  <c:v>0.44814745986977517</c:v>
                </c:pt>
                <c:pt idx="4684">
                  <c:v>0.38237155238920256</c:v>
                </c:pt>
                <c:pt idx="4685">
                  <c:v>0.23933009848958303</c:v>
                </c:pt>
                <c:pt idx="4686">
                  <c:v>0.21680852292484845</c:v>
                </c:pt>
                <c:pt idx="4687">
                  <c:v>0.11881108748451376</c:v>
                </c:pt>
                <c:pt idx="4688">
                  <c:v>0.11494526019558916</c:v>
                </c:pt>
                <c:pt idx="4689">
                  <c:v>0.15241258166807342</c:v>
                </c:pt>
                <c:pt idx="4690">
                  <c:v>0.30999307536153264</c:v>
                </c:pt>
                <c:pt idx="4691">
                  <c:v>0.3505957098804125</c:v>
                </c:pt>
                <c:pt idx="4692">
                  <c:v>0.30736594593505923</c:v>
                </c:pt>
                <c:pt idx="4693">
                  <c:v>0.34677949085714016</c:v>
                </c:pt>
                <c:pt idx="4694">
                  <c:v>0.31666124538849966</c:v>
                </c:pt>
                <c:pt idx="4695">
                  <c:v>0.34033263865983776</c:v>
                </c:pt>
                <c:pt idx="4696">
                  <c:v>0.40007643362567397</c:v>
                </c:pt>
                <c:pt idx="4697">
                  <c:v>0.40240424937698144</c:v>
                </c:pt>
                <c:pt idx="4698">
                  <c:v>0.36294786551247671</c:v>
                </c:pt>
                <c:pt idx="4699">
                  <c:v>0.32935858329138262</c:v>
                </c:pt>
                <c:pt idx="4700">
                  <c:v>0.32980055872839015</c:v>
                </c:pt>
                <c:pt idx="4701">
                  <c:v>0.3428992082856408</c:v>
                </c:pt>
                <c:pt idx="4702">
                  <c:v>0.28957178053590599</c:v>
                </c:pt>
                <c:pt idx="4703">
                  <c:v>0.28155854732232455</c:v>
                </c:pt>
                <c:pt idx="4704">
                  <c:v>0.13271059293475415</c:v>
                </c:pt>
                <c:pt idx="4705">
                  <c:v>0.13728037513253522</c:v>
                </c:pt>
                <c:pt idx="4706">
                  <c:v>0.12316521919579168</c:v>
                </c:pt>
                <c:pt idx="4707">
                  <c:v>0.11600758871492131</c:v>
                </c:pt>
                <c:pt idx="4708">
                  <c:v>4.183499302491471E-2</c:v>
                </c:pt>
                <c:pt idx="4709">
                  <c:v>6.9879716908326395E-2</c:v>
                </c:pt>
                <c:pt idx="4710">
                  <c:v>0.23937227676803113</c:v>
                </c:pt>
                <c:pt idx="4711">
                  <c:v>7.8171059599545026E-2</c:v>
                </c:pt>
                <c:pt idx="4712">
                  <c:v>0.11617550869947463</c:v>
                </c:pt>
                <c:pt idx="4713">
                  <c:v>6.9911358128314463E-2</c:v>
                </c:pt>
                <c:pt idx="4714">
                  <c:v>3.1207380741769517E-2</c:v>
                </c:pt>
                <c:pt idx="4715">
                  <c:v>4.3958832492583401E-2</c:v>
                </c:pt>
                <c:pt idx="4716">
                  <c:v>6.0894874425731466E-2</c:v>
                </c:pt>
                <c:pt idx="4717">
                  <c:v>8.3560329871681854E-2</c:v>
                </c:pt>
                <c:pt idx="4718">
                  <c:v>0.20797149358696038</c:v>
                </c:pt>
                <c:pt idx="4719">
                  <c:v>0.31493389461425503</c:v>
                </c:pt>
                <c:pt idx="4720">
                  <c:v>0.30355481591966438</c:v>
                </c:pt>
                <c:pt idx="4721">
                  <c:v>0.33856049343249678</c:v>
                </c:pt>
                <c:pt idx="4722">
                  <c:v>0.33911970617581538</c:v>
                </c:pt>
                <c:pt idx="4723">
                  <c:v>0.40500837433583825</c:v>
                </c:pt>
                <c:pt idx="4724">
                  <c:v>0.42108593300420816</c:v>
                </c:pt>
                <c:pt idx="4725">
                  <c:v>0.3400438475209418</c:v>
                </c:pt>
                <c:pt idx="4726">
                  <c:v>0.32867989826564148</c:v>
                </c:pt>
                <c:pt idx="4727">
                  <c:v>0.19424742843635026</c:v>
                </c:pt>
                <c:pt idx="4728">
                  <c:v>0.1511067630321701</c:v>
                </c:pt>
                <c:pt idx="4729">
                  <c:v>0.1404344712803427</c:v>
                </c:pt>
                <c:pt idx="4730">
                  <c:v>0.13446861559761616</c:v>
                </c:pt>
                <c:pt idx="4731">
                  <c:v>0.19379011798758453</c:v>
                </c:pt>
                <c:pt idx="4732">
                  <c:v>3.6435467722896631E-2</c:v>
                </c:pt>
                <c:pt idx="4733">
                  <c:v>0.10320176956318812</c:v>
                </c:pt>
                <c:pt idx="4734">
                  <c:v>0.23050551236805078</c:v>
                </c:pt>
                <c:pt idx="4735">
                  <c:v>4.4837073628930316E-2</c:v>
                </c:pt>
                <c:pt idx="4736">
                  <c:v>0.14541666303772774</c:v>
                </c:pt>
                <c:pt idx="4737">
                  <c:v>7.9564010315318609E-2</c:v>
                </c:pt>
                <c:pt idx="4738">
                  <c:v>6.2865402588276706E-2</c:v>
                </c:pt>
                <c:pt idx="4739">
                  <c:v>0.14563606227590706</c:v>
                </c:pt>
                <c:pt idx="4740">
                  <c:v>5.8028679266694923E-2</c:v>
                </c:pt>
                <c:pt idx="4741">
                  <c:v>8.6588062656381873E-2</c:v>
                </c:pt>
                <c:pt idx="4742">
                  <c:v>0.17128677367793077</c:v>
                </c:pt>
                <c:pt idx="4743">
                  <c:v>0.34187740619616142</c:v>
                </c:pt>
                <c:pt idx="4744">
                  <c:v>0.28605117146819475</c:v>
                </c:pt>
                <c:pt idx="4745">
                  <c:v>0.32304361620540978</c:v>
                </c:pt>
                <c:pt idx="4746">
                  <c:v>0.33343287062075089</c:v>
                </c:pt>
                <c:pt idx="4747">
                  <c:v>0.33095850084378609</c:v>
                </c:pt>
                <c:pt idx="4748">
                  <c:v>0.32128638550847149</c:v>
                </c:pt>
                <c:pt idx="4749">
                  <c:v>0.34794973616678787</c:v>
                </c:pt>
                <c:pt idx="4750">
                  <c:v>0.36894089663554325</c:v>
                </c:pt>
                <c:pt idx="4751">
                  <c:v>0.24083670929906439</c:v>
                </c:pt>
                <c:pt idx="4752">
                  <c:v>0.14159756828255288</c:v>
                </c:pt>
                <c:pt idx="4753">
                  <c:v>0.13786771955083976</c:v>
                </c:pt>
                <c:pt idx="4754">
                  <c:v>0.11512127874574044</c:v>
                </c:pt>
                <c:pt idx="4755">
                  <c:v>0.11549710199716125</c:v>
                </c:pt>
                <c:pt idx="4756">
                  <c:v>0.12733276765278592</c:v>
                </c:pt>
                <c:pt idx="4757">
                  <c:v>0.12431752207211522</c:v>
                </c:pt>
                <c:pt idx="4758">
                  <c:v>0.1224950978705968</c:v>
                </c:pt>
                <c:pt idx="4759">
                  <c:v>0.11136468084722691</c:v>
                </c:pt>
                <c:pt idx="4760">
                  <c:v>0.19230398861718767</c:v>
                </c:pt>
                <c:pt idx="4761">
                  <c:v>0.18607775969356496</c:v>
                </c:pt>
                <c:pt idx="4762">
                  <c:v>0.17345768740709536</c:v>
                </c:pt>
                <c:pt idx="4763">
                  <c:v>0.13170547789439757</c:v>
                </c:pt>
                <c:pt idx="4764">
                  <c:v>0.10117903880451692</c:v>
                </c:pt>
                <c:pt idx="4765">
                  <c:v>0.16652124925393824</c:v>
                </c:pt>
                <c:pt idx="4766">
                  <c:v>0.19543688659409103</c:v>
                </c:pt>
                <c:pt idx="4767">
                  <c:v>0.11121496880037234</c:v>
                </c:pt>
                <c:pt idx="4768">
                  <c:v>0.12496586948200911</c:v>
                </c:pt>
                <c:pt idx="4769">
                  <c:v>0.1021704233006698</c:v>
                </c:pt>
                <c:pt idx="4770">
                  <c:v>5.1995856972256359E-2</c:v>
                </c:pt>
                <c:pt idx="4771">
                  <c:v>0.14144697523680144</c:v>
                </c:pt>
                <c:pt idx="4772">
                  <c:v>0.12710303284296276</c:v>
                </c:pt>
                <c:pt idx="4773">
                  <c:v>0.186128964629942</c:v>
                </c:pt>
                <c:pt idx="4774">
                  <c:v>0.15757373961710683</c:v>
                </c:pt>
                <c:pt idx="4775">
                  <c:v>0.14859714693577514</c:v>
                </c:pt>
                <c:pt idx="4776">
                  <c:v>0.13776495596121724</c:v>
                </c:pt>
                <c:pt idx="4777">
                  <c:v>0.20675198570281797</c:v>
                </c:pt>
                <c:pt idx="4778">
                  <c:v>0.14045186190670608</c:v>
                </c:pt>
                <c:pt idx="4779">
                  <c:v>0.21527165234923656</c:v>
                </c:pt>
                <c:pt idx="4780">
                  <c:v>0.21756948835888348</c:v>
                </c:pt>
                <c:pt idx="4781">
                  <c:v>0.20907587231544938</c:v>
                </c:pt>
                <c:pt idx="4782">
                  <c:v>0.20120458461888072</c:v>
                </c:pt>
                <c:pt idx="4783">
                  <c:v>0.21939458222927374</c:v>
                </c:pt>
                <c:pt idx="4784">
                  <c:v>0.47777686946014697</c:v>
                </c:pt>
                <c:pt idx="4785">
                  <c:v>0.64288580023874775</c:v>
                </c:pt>
                <c:pt idx="4786">
                  <c:v>0.37741541103006354</c:v>
                </c:pt>
                <c:pt idx="4787">
                  <c:v>0.23028700470279595</c:v>
                </c:pt>
                <c:pt idx="4788">
                  <c:v>0.35991010550167007</c:v>
                </c:pt>
                <c:pt idx="4789">
                  <c:v>0.29278391080428856</c:v>
                </c:pt>
                <c:pt idx="4790">
                  <c:v>0.27530753610690195</c:v>
                </c:pt>
                <c:pt idx="4791">
                  <c:v>0.28389952342816871</c:v>
                </c:pt>
                <c:pt idx="4792">
                  <c:v>0.24319343950357999</c:v>
                </c:pt>
                <c:pt idx="4793">
                  <c:v>0.28272542150804447</c:v>
                </c:pt>
                <c:pt idx="4794">
                  <c:v>0.26066173345036364</c:v>
                </c:pt>
                <c:pt idx="4795">
                  <c:v>0.31750613158894669</c:v>
                </c:pt>
                <c:pt idx="4796">
                  <c:v>0.33227221205562585</c:v>
                </c:pt>
                <c:pt idx="4797">
                  <c:v>0.30474138911946091</c:v>
                </c:pt>
                <c:pt idx="4798">
                  <c:v>0.29247346440563343</c:v>
                </c:pt>
                <c:pt idx="4799">
                  <c:v>0.33192862592610134</c:v>
                </c:pt>
                <c:pt idx="4800">
                  <c:v>0.331058888775768</c:v>
                </c:pt>
                <c:pt idx="4801">
                  <c:v>0.34075364962595051</c:v>
                </c:pt>
                <c:pt idx="4802">
                  <c:v>0.32309387356784425</c:v>
                </c:pt>
                <c:pt idx="4803">
                  <c:v>0.32461718108086685</c:v>
                </c:pt>
                <c:pt idx="4804">
                  <c:v>0.36350587067229051</c:v>
                </c:pt>
                <c:pt idx="4805">
                  <c:v>0.34003270589813728</c:v>
                </c:pt>
                <c:pt idx="4806">
                  <c:v>0.35161420998994941</c:v>
                </c:pt>
                <c:pt idx="4807">
                  <c:v>0.38963462860237191</c:v>
                </c:pt>
                <c:pt idx="4808">
                  <c:v>0.40093488671060695</c:v>
                </c:pt>
                <c:pt idx="4809">
                  <c:v>0.38369835936574453</c:v>
                </c:pt>
                <c:pt idx="4810">
                  <c:v>0.37460195765983972</c:v>
                </c:pt>
                <c:pt idx="4811">
                  <c:v>0.65388487727933764</c:v>
                </c:pt>
                <c:pt idx="4812">
                  <c:v>0.82854110007994641</c:v>
                </c:pt>
                <c:pt idx="4813">
                  <c:v>0.89527415688062506</c:v>
                </c:pt>
                <c:pt idx="4814">
                  <c:v>0.7824644939972657</c:v>
                </c:pt>
                <c:pt idx="4815">
                  <c:v>0.77889912567535557</c:v>
                </c:pt>
                <c:pt idx="4816">
                  <c:v>0.70210578499586396</c:v>
                </c:pt>
                <c:pt idx="4817">
                  <c:v>0.74397233244287009</c:v>
                </c:pt>
                <c:pt idx="4818">
                  <c:v>0.74418703604557435</c:v>
                </c:pt>
                <c:pt idx="4819">
                  <c:v>0.72406619659463012</c:v>
                </c:pt>
                <c:pt idx="4820">
                  <c:v>0.71009502349122522</c:v>
                </c:pt>
                <c:pt idx="4821">
                  <c:v>0.73883359686525363</c:v>
                </c:pt>
                <c:pt idx="4822">
                  <c:v>0.72154044750622159</c:v>
                </c:pt>
                <c:pt idx="4823">
                  <c:v>0.70279212301667182</c:v>
                </c:pt>
                <c:pt idx="4824">
                  <c:v>0.71414360614948613</c:v>
                </c:pt>
                <c:pt idx="4825">
                  <c:v>0.69692096788817059</c:v>
                </c:pt>
                <c:pt idx="4826">
                  <c:v>0.70085100033441561</c:v>
                </c:pt>
                <c:pt idx="4827">
                  <c:v>0.6773564247529823</c:v>
                </c:pt>
                <c:pt idx="4828">
                  <c:v>0.77515592122453358</c:v>
                </c:pt>
                <c:pt idx="4829">
                  <c:v>0.87027375394016215</c:v>
                </c:pt>
                <c:pt idx="4830">
                  <c:v>0.88038859958009275</c:v>
                </c:pt>
                <c:pt idx="4831">
                  <c:v>0.93363990620517257</c:v>
                </c:pt>
                <c:pt idx="4832">
                  <c:v>0.89672617318350656</c:v>
                </c:pt>
                <c:pt idx="4833">
                  <c:v>0.93229145178244754</c:v>
                </c:pt>
                <c:pt idx="4834">
                  <c:v>1.0069679927916537</c:v>
                </c:pt>
                <c:pt idx="4835">
                  <c:v>0.97775112142606591</c:v>
                </c:pt>
                <c:pt idx="4836">
                  <c:v>1.0096166964926909</c:v>
                </c:pt>
                <c:pt idx="4837">
                  <c:v>0.99837532059928913</c:v>
                </c:pt>
                <c:pt idx="4838">
                  <c:v>0.9833286146312884</c:v>
                </c:pt>
                <c:pt idx="4839">
                  <c:v>0.88301700078447209</c:v>
                </c:pt>
                <c:pt idx="4840">
                  <c:v>0.69380119821913555</c:v>
                </c:pt>
                <c:pt idx="4841">
                  <c:v>0.68703019583662761</c:v>
                </c:pt>
                <c:pt idx="4842">
                  <c:v>0.75559556781927018</c:v>
                </c:pt>
                <c:pt idx="4843">
                  <c:v>0.74937073515569563</c:v>
                </c:pt>
                <c:pt idx="4844">
                  <c:v>0.76438869022481337</c:v>
                </c:pt>
                <c:pt idx="4845">
                  <c:v>0.81257058769978496</c:v>
                </c:pt>
                <c:pt idx="4846">
                  <c:v>0.7928317428693018</c:v>
                </c:pt>
                <c:pt idx="4847">
                  <c:v>0.83683564558489787</c:v>
                </c:pt>
                <c:pt idx="4848">
                  <c:v>0.72726354682956629</c:v>
                </c:pt>
                <c:pt idx="4849">
                  <c:v>0.68215296310575124</c:v>
                </c:pt>
                <c:pt idx="4850">
                  <c:v>0.79540125568126752</c:v>
                </c:pt>
                <c:pt idx="4851">
                  <c:v>0.78708923084536653</c:v>
                </c:pt>
                <c:pt idx="4852">
                  <c:v>0.76104324416304936</c:v>
                </c:pt>
                <c:pt idx="4853">
                  <c:v>0.84295073370805729</c:v>
                </c:pt>
                <c:pt idx="4854">
                  <c:v>0.84123148002583537</c:v>
                </c:pt>
                <c:pt idx="4855">
                  <c:v>0.85689774984994083</c:v>
                </c:pt>
                <c:pt idx="4856">
                  <c:v>0.88116394606868576</c:v>
                </c:pt>
                <c:pt idx="4857">
                  <c:v>0.942783390992325</c:v>
                </c:pt>
                <c:pt idx="4858">
                  <c:v>0.9565163408946008</c:v>
                </c:pt>
                <c:pt idx="4859">
                  <c:v>0.91709843395486357</c:v>
                </c:pt>
                <c:pt idx="4860">
                  <c:v>0.82003041816007005</c:v>
                </c:pt>
                <c:pt idx="4861">
                  <c:v>0.84591080302149368</c:v>
                </c:pt>
                <c:pt idx="4862">
                  <c:v>0.64163388636970142</c:v>
                </c:pt>
                <c:pt idx="4863">
                  <c:v>0.3680597849419997</c:v>
                </c:pt>
                <c:pt idx="4864">
                  <c:v>0.29799961563954541</c:v>
                </c:pt>
                <c:pt idx="4865">
                  <c:v>0.23275043841716012</c:v>
                </c:pt>
                <c:pt idx="4866">
                  <c:v>0.2443452957632764</c:v>
                </c:pt>
                <c:pt idx="4867">
                  <c:v>0.20543747088610018</c:v>
                </c:pt>
                <c:pt idx="4868">
                  <c:v>0.16190561622234798</c:v>
                </c:pt>
                <c:pt idx="4869">
                  <c:v>0.16038731088815736</c:v>
                </c:pt>
                <c:pt idx="4870">
                  <c:v>0.11594945978639357</c:v>
                </c:pt>
                <c:pt idx="4871">
                  <c:v>0.16114807930363131</c:v>
                </c:pt>
                <c:pt idx="4872">
                  <c:v>0.20362063517232751</c:v>
                </c:pt>
                <c:pt idx="4873">
                  <c:v>0.20264622772307006</c:v>
                </c:pt>
                <c:pt idx="4874">
                  <c:v>0.24157014699904086</c:v>
                </c:pt>
                <c:pt idx="4875">
                  <c:v>0.2407795929148337</c:v>
                </c:pt>
                <c:pt idx="4876">
                  <c:v>0.24704426943525681</c:v>
                </c:pt>
                <c:pt idx="4877">
                  <c:v>0.24260205371828641</c:v>
                </c:pt>
                <c:pt idx="4878">
                  <c:v>0.25102976419970774</c:v>
                </c:pt>
                <c:pt idx="4879">
                  <c:v>0.24167829327298171</c:v>
                </c:pt>
                <c:pt idx="4880">
                  <c:v>0.25318825050655763</c:v>
                </c:pt>
                <c:pt idx="4881">
                  <c:v>0.19490334478940485</c:v>
                </c:pt>
                <c:pt idx="4882">
                  <c:v>0.16111442449275881</c:v>
                </c:pt>
                <c:pt idx="4883">
                  <c:v>0.12193031577279109</c:v>
                </c:pt>
                <c:pt idx="4884">
                  <c:v>0.12843735761143396</c:v>
                </c:pt>
                <c:pt idx="4885">
                  <c:v>7.6780481783759236E-2</c:v>
                </c:pt>
                <c:pt idx="4886">
                  <c:v>7.8380612904881061E-2</c:v>
                </c:pt>
                <c:pt idx="4887">
                  <c:v>9.4271191803124696E-2</c:v>
                </c:pt>
                <c:pt idx="4888">
                  <c:v>9.7763256490025083E-2</c:v>
                </c:pt>
                <c:pt idx="4889">
                  <c:v>8.3680047144692737E-2</c:v>
                </c:pt>
                <c:pt idx="4890">
                  <c:v>0.10401700552680088</c:v>
                </c:pt>
                <c:pt idx="4891">
                  <c:v>0.10455668654199067</c:v>
                </c:pt>
                <c:pt idx="4892">
                  <c:v>9.654756809313518E-2</c:v>
                </c:pt>
                <c:pt idx="4893">
                  <c:v>0.10356022119193284</c:v>
                </c:pt>
                <c:pt idx="4894">
                  <c:v>0.10887380258189566</c:v>
                </c:pt>
                <c:pt idx="4895">
                  <c:v>0.10733685188200899</c:v>
                </c:pt>
                <c:pt idx="4896">
                  <c:v>9.5654643866259978E-2</c:v>
                </c:pt>
                <c:pt idx="4897">
                  <c:v>0.11082041520414256</c:v>
                </c:pt>
                <c:pt idx="4898">
                  <c:v>9.6111522882624548E-2</c:v>
                </c:pt>
                <c:pt idx="4899">
                  <c:v>0.10752041044713564</c:v>
                </c:pt>
                <c:pt idx="4900">
                  <c:v>0.11216501187309369</c:v>
                </c:pt>
                <c:pt idx="4901">
                  <c:v>0.10964074617622256</c:v>
                </c:pt>
                <c:pt idx="4902">
                  <c:v>0.10634987079584975</c:v>
                </c:pt>
                <c:pt idx="4903">
                  <c:v>4.950187921031008E-2</c:v>
                </c:pt>
                <c:pt idx="4904">
                  <c:v>0.20136413516619339</c:v>
                </c:pt>
                <c:pt idx="4905">
                  <c:v>3.0994717186204411E-2</c:v>
                </c:pt>
                <c:pt idx="4906">
                  <c:v>0.21780913576852626</c:v>
                </c:pt>
                <c:pt idx="4907">
                  <c:v>4.3304590080164816E-2</c:v>
                </c:pt>
                <c:pt idx="4908">
                  <c:v>0.10523530037219227</c:v>
                </c:pt>
                <c:pt idx="4909">
                  <c:v>0.15251290971086665</c:v>
                </c:pt>
                <c:pt idx="4910">
                  <c:v>0.19490466179393862</c:v>
                </c:pt>
                <c:pt idx="4911">
                  <c:v>0.1537081874586386</c:v>
                </c:pt>
                <c:pt idx="4912">
                  <c:v>0.25073625232407304</c:v>
                </c:pt>
                <c:pt idx="4913">
                  <c:v>8.0992584597346651E-2</c:v>
                </c:pt>
                <c:pt idx="4914">
                  <c:v>0.28836712101288209</c:v>
                </c:pt>
                <c:pt idx="4915">
                  <c:v>8.1583543603477068E-2</c:v>
                </c:pt>
                <c:pt idx="4916">
                  <c:v>0.20995502470626556</c:v>
                </c:pt>
                <c:pt idx="4917">
                  <c:v>0.20779795847809357</c:v>
                </c:pt>
                <c:pt idx="4918">
                  <c:v>0.22633781260894859</c:v>
                </c:pt>
                <c:pt idx="4919">
                  <c:v>0.21851842903304991</c:v>
                </c:pt>
                <c:pt idx="4920">
                  <c:v>0.22768667608394169</c:v>
                </c:pt>
                <c:pt idx="4921">
                  <c:v>0.24324464535690568</c:v>
                </c:pt>
                <c:pt idx="4922">
                  <c:v>0.21884315088790082</c:v>
                </c:pt>
                <c:pt idx="4923">
                  <c:v>0.24005416134314322</c:v>
                </c:pt>
                <c:pt idx="4924">
                  <c:v>0.23279779890455918</c:v>
                </c:pt>
                <c:pt idx="4925">
                  <c:v>0.23286464762846956</c:v>
                </c:pt>
                <c:pt idx="4926">
                  <c:v>0.34399648928714505</c:v>
                </c:pt>
                <c:pt idx="4927">
                  <c:v>0.32721806779583035</c:v>
                </c:pt>
                <c:pt idx="4928">
                  <c:v>0.41149611398810898</c:v>
                </c:pt>
                <c:pt idx="4929">
                  <c:v>0.46158481294019926</c:v>
                </c:pt>
                <c:pt idx="4930">
                  <c:v>0.4803785713173051</c:v>
                </c:pt>
                <c:pt idx="4931">
                  <c:v>0.49601611270690177</c:v>
                </c:pt>
                <c:pt idx="4932">
                  <c:v>0.45451730812211899</c:v>
                </c:pt>
                <c:pt idx="4933">
                  <c:v>0.44349250829933362</c:v>
                </c:pt>
                <c:pt idx="4934">
                  <c:v>0.44536567558583678</c:v>
                </c:pt>
                <c:pt idx="4935">
                  <c:v>0.41154018894604638</c:v>
                </c:pt>
                <c:pt idx="4936">
                  <c:v>0.51057966939340982</c:v>
                </c:pt>
                <c:pt idx="4937">
                  <c:v>0.37178410116459526</c:v>
                </c:pt>
                <c:pt idx="4938">
                  <c:v>0.39636144406205664</c:v>
                </c:pt>
                <c:pt idx="4939">
                  <c:v>0.40807914182610089</c:v>
                </c:pt>
                <c:pt idx="4940">
                  <c:v>0.35072052669788806</c:v>
                </c:pt>
                <c:pt idx="4941">
                  <c:v>0.36477455372977113</c:v>
                </c:pt>
                <c:pt idx="4942">
                  <c:v>0.4253252862244517</c:v>
                </c:pt>
                <c:pt idx="4943">
                  <c:v>0.4360587088955597</c:v>
                </c:pt>
                <c:pt idx="4944">
                  <c:v>0.44566352197133952</c:v>
                </c:pt>
                <c:pt idx="4945">
                  <c:v>0.46052046437182903</c:v>
                </c:pt>
                <c:pt idx="4946">
                  <c:v>0.45762546516706826</c:v>
                </c:pt>
                <c:pt idx="4947">
                  <c:v>0.4656751173033864</c:v>
                </c:pt>
                <c:pt idx="4948">
                  <c:v>0.43497351245922217</c:v>
                </c:pt>
                <c:pt idx="4949">
                  <c:v>0.42619174539578453</c:v>
                </c:pt>
                <c:pt idx="4950">
                  <c:v>0.41516613592531815</c:v>
                </c:pt>
                <c:pt idx="4951">
                  <c:v>0.41825000776014637</c:v>
                </c:pt>
                <c:pt idx="4952">
                  <c:v>0.40338860977638535</c:v>
                </c:pt>
                <c:pt idx="4953">
                  <c:v>0.3046966248113413</c:v>
                </c:pt>
                <c:pt idx="4954">
                  <c:v>0.45599459564737949</c:v>
                </c:pt>
                <c:pt idx="4955">
                  <c:v>0.51165226535642161</c:v>
                </c:pt>
                <c:pt idx="4956">
                  <c:v>0.43534761110029035</c:v>
                </c:pt>
                <c:pt idx="4957">
                  <c:v>0.50925614076877235</c:v>
                </c:pt>
                <c:pt idx="4958">
                  <c:v>0.25885024932948714</c:v>
                </c:pt>
                <c:pt idx="4959">
                  <c:v>0.22848840291284142</c:v>
                </c:pt>
                <c:pt idx="4960">
                  <c:v>0.26455409805838126</c:v>
                </c:pt>
                <c:pt idx="4961">
                  <c:v>0.18626962450975823</c:v>
                </c:pt>
                <c:pt idx="4962">
                  <c:v>0.1730613512836793</c:v>
                </c:pt>
                <c:pt idx="4963">
                  <c:v>0.20378621257545071</c:v>
                </c:pt>
                <c:pt idx="4964">
                  <c:v>0.24140794819033329</c:v>
                </c:pt>
                <c:pt idx="4965">
                  <c:v>0.15237670219628269</c:v>
                </c:pt>
                <c:pt idx="4966">
                  <c:v>0.14296381899268965</c:v>
                </c:pt>
                <c:pt idx="4967">
                  <c:v>0.2681278987016219</c:v>
                </c:pt>
                <c:pt idx="4968">
                  <c:v>0.38271879051499458</c:v>
                </c:pt>
                <c:pt idx="4969">
                  <c:v>0.35462993790225011</c:v>
                </c:pt>
                <c:pt idx="4970">
                  <c:v>0.37965304035989467</c:v>
                </c:pt>
                <c:pt idx="4971">
                  <c:v>0.37230387463605047</c:v>
                </c:pt>
                <c:pt idx="4972">
                  <c:v>0.37534425785669845</c:v>
                </c:pt>
                <c:pt idx="4973">
                  <c:v>0.4078976114594916</c:v>
                </c:pt>
                <c:pt idx="4974">
                  <c:v>0.43469303139372578</c:v>
                </c:pt>
                <c:pt idx="4975">
                  <c:v>0.44594293589597622</c:v>
                </c:pt>
                <c:pt idx="4976">
                  <c:v>0.50861226640680079</c:v>
                </c:pt>
                <c:pt idx="4977">
                  <c:v>0.51390934119541076</c:v>
                </c:pt>
                <c:pt idx="4978">
                  <c:v>0.65018718660162522</c:v>
                </c:pt>
                <c:pt idx="4979">
                  <c:v>0.58830006947048696</c:v>
                </c:pt>
                <c:pt idx="4980">
                  <c:v>0.52926635612092543</c:v>
                </c:pt>
                <c:pt idx="4981">
                  <c:v>0.62827414863179532</c:v>
                </c:pt>
                <c:pt idx="4982">
                  <c:v>0.5986867600092538</c:v>
                </c:pt>
                <c:pt idx="4983">
                  <c:v>0.60518683195664502</c:v>
                </c:pt>
                <c:pt idx="4984">
                  <c:v>0.62748234079355325</c:v>
                </c:pt>
                <c:pt idx="4985">
                  <c:v>0.68539214166269569</c:v>
                </c:pt>
                <c:pt idx="4986">
                  <c:v>0.59513376046822064</c:v>
                </c:pt>
                <c:pt idx="4987">
                  <c:v>0.51866941313561943</c:v>
                </c:pt>
                <c:pt idx="4988">
                  <c:v>0.55640179895168052</c:v>
                </c:pt>
                <c:pt idx="4989">
                  <c:v>0.55098362811764334</c:v>
                </c:pt>
                <c:pt idx="4990">
                  <c:v>0.54102407722717694</c:v>
                </c:pt>
                <c:pt idx="4991">
                  <c:v>0.53009756356622606</c:v>
                </c:pt>
                <c:pt idx="4992">
                  <c:v>0.53612249021096881</c:v>
                </c:pt>
                <c:pt idx="4993">
                  <c:v>0.55987848615850166</c:v>
                </c:pt>
                <c:pt idx="4994">
                  <c:v>0.54267448674614716</c:v>
                </c:pt>
                <c:pt idx="4995">
                  <c:v>0.51770756576092869</c:v>
                </c:pt>
                <c:pt idx="4996">
                  <c:v>0.53176507335442058</c:v>
                </c:pt>
                <c:pt idx="4997">
                  <c:v>0.52256198774065288</c:v>
                </c:pt>
                <c:pt idx="4998">
                  <c:v>0.53724158865554039</c:v>
                </c:pt>
                <c:pt idx="4999">
                  <c:v>0.5778587006751188</c:v>
                </c:pt>
                <c:pt idx="5000">
                  <c:v>0.57258703969569735</c:v>
                </c:pt>
                <c:pt idx="5001">
                  <c:v>0.59318966300380094</c:v>
                </c:pt>
                <c:pt idx="5002">
                  <c:v>0.61933591410300759</c:v>
                </c:pt>
                <c:pt idx="5003">
                  <c:v>0.56388022297921814</c:v>
                </c:pt>
                <c:pt idx="5004">
                  <c:v>0.52944190096715182</c:v>
                </c:pt>
                <c:pt idx="5005">
                  <c:v>0.64823742210398339</c:v>
                </c:pt>
                <c:pt idx="5006">
                  <c:v>0.58730982598175985</c:v>
                </c:pt>
                <c:pt idx="5007">
                  <c:v>0.53305097073229879</c:v>
                </c:pt>
                <c:pt idx="5008">
                  <c:v>0.50353448232479725</c:v>
                </c:pt>
                <c:pt idx="5009">
                  <c:v>0.44568777777840973</c:v>
                </c:pt>
                <c:pt idx="5010">
                  <c:v>0.25770053035258855</c:v>
                </c:pt>
                <c:pt idx="5011">
                  <c:v>0.2789074466715688</c:v>
                </c:pt>
                <c:pt idx="5012">
                  <c:v>0.28011406038455822</c:v>
                </c:pt>
                <c:pt idx="5013">
                  <c:v>0.27336978825827957</c:v>
                </c:pt>
                <c:pt idx="5014">
                  <c:v>0.47240539096900624</c:v>
                </c:pt>
                <c:pt idx="5015">
                  <c:v>0.47543197060076109</c:v>
                </c:pt>
                <c:pt idx="5016">
                  <c:v>0.47558851886633224</c:v>
                </c:pt>
                <c:pt idx="5017">
                  <c:v>0.54060022396370788</c:v>
                </c:pt>
                <c:pt idx="5018">
                  <c:v>0.53783571698342392</c:v>
                </c:pt>
                <c:pt idx="5019">
                  <c:v>0.55284691150905263</c:v>
                </c:pt>
                <c:pt idx="5020">
                  <c:v>0.56813842199438147</c:v>
                </c:pt>
                <c:pt idx="5021">
                  <c:v>0.58482576496803251</c:v>
                </c:pt>
                <c:pt idx="5022">
                  <c:v>0.57791609227643037</c:v>
                </c:pt>
                <c:pt idx="5023">
                  <c:v>0.59270740187950699</c:v>
                </c:pt>
                <c:pt idx="5024">
                  <c:v>0.619995508794281</c:v>
                </c:pt>
                <c:pt idx="5025">
                  <c:v>0.57027455921276815</c:v>
                </c:pt>
                <c:pt idx="5026">
                  <c:v>0.57443996606292813</c:v>
                </c:pt>
                <c:pt idx="5027">
                  <c:v>0.32381230334327843</c:v>
                </c:pt>
                <c:pt idx="5028">
                  <c:v>0.24516892679183999</c:v>
                </c:pt>
                <c:pt idx="5029">
                  <c:v>0.16513591289826232</c:v>
                </c:pt>
                <c:pt idx="5030">
                  <c:v>0.15206769649864163</c:v>
                </c:pt>
                <c:pt idx="5031">
                  <c:v>0.12711043331869268</c:v>
                </c:pt>
                <c:pt idx="5032">
                  <c:v>0.10185733514250826</c:v>
                </c:pt>
                <c:pt idx="5033">
                  <c:v>9.1263658552258417E-2</c:v>
                </c:pt>
                <c:pt idx="5034">
                  <c:v>9.2185204253705799E-2</c:v>
                </c:pt>
                <c:pt idx="5035">
                  <c:v>9.4438126593334185E-2</c:v>
                </c:pt>
                <c:pt idx="5036">
                  <c:v>0.11235583940124562</c:v>
                </c:pt>
                <c:pt idx="5037">
                  <c:v>0.10243877235955083</c:v>
                </c:pt>
                <c:pt idx="5038">
                  <c:v>9.8685954282129132E-2</c:v>
                </c:pt>
                <c:pt idx="5039">
                  <c:v>9.858077279675978E-2</c:v>
                </c:pt>
                <c:pt idx="5040">
                  <c:v>9.7819527398294498E-2</c:v>
                </c:pt>
                <c:pt idx="5041">
                  <c:v>9.3796916148130308E-2</c:v>
                </c:pt>
                <c:pt idx="5042">
                  <c:v>0.10028519093588237</c:v>
                </c:pt>
                <c:pt idx="5043">
                  <c:v>9.9532473231996335E-2</c:v>
                </c:pt>
                <c:pt idx="5044">
                  <c:v>9.6995450510916764E-2</c:v>
                </c:pt>
                <c:pt idx="5045">
                  <c:v>0.1065675685569127</c:v>
                </c:pt>
                <c:pt idx="5046">
                  <c:v>9.6370651055960974E-2</c:v>
                </c:pt>
                <c:pt idx="5047">
                  <c:v>9.6970328052432164E-2</c:v>
                </c:pt>
                <c:pt idx="5048">
                  <c:v>6.7937780802137013E-2</c:v>
                </c:pt>
                <c:pt idx="5049">
                  <c:v>6.9669238337676187E-2</c:v>
                </c:pt>
                <c:pt idx="5050">
                  <c:v>9.3301133067232048E-2</c:v>
                </c:pt>
                <c:pt idx="5051">
                  <c:v>9.348469264443364E-2</c:v>
                </c:pt>
                <c:pt idx="5052">
                  <c:v>8.6966645651704838E-2</c:v>
                </c:pt>
                <c:pt idx="5053">
                  <c:v>8.8716667107466882E-2</c:v>
                </c:pt>
                <c:pt idx="5054">
                  <c:v>0.10562170245117301</c:v>
                </c:pt>
                <c:pt idx="5055">
                  <c:v>7.6077628106114473E-2</c:v>
                </c:pt>
                <c:pt idx="5056">
                  <c:v>0.14493788822811335</c:v>
                </c:pt>
                <c:pt idx="5057">
                  <c:v>8.8738828049932689E-2</c:v>
                </c:pt>
                <c:pt idx="5058">
                  <c:v>0.17884266293524692</c:v>
                </c:pt>
                <c:pt idx="5059">
                  <c:v>0.14855171273457218</c:v>
                </c:pt>
                <c:pt idx="5060">
                  <c:v>0.10301265169159901</c:v>
                </c:pt>
                <c:pt idx="5061">
                  <c:v>0.15607101488213115</c:v>
                </c:pt>
                <c:pt idx="5062">
                  <c:v>0.1430613510123078</c:v>
                </c:pt>
                <c:pt idx="5063">
                  <c:v>0.12999219467858936</c:v>
                </c:pt>
                <c:pt idx="5064">
                  <c:v>0.17622043695120912</c:v>
                </c:pt>
                <c:pt idx="5065">
                  <c:v>0.16481432562990656</c:v>
                </c:pt>
                <c:pt idx="5066">
                  <c:v>0.189231127505019</c:v>
                </c:pt>
                <c:pt idx="5067">
                  <c:v>0.22187301802866549</c:v>
                </c:pt>
                <c:pt idx="5068">
                  <c:v>6.3694591689564803E-2</c:v>
                </c:pt>
                <c:pt idx="5069">
                  <c:v>0.16226456658281788</c:v>
                </c:pt>
                <c:pt idx="5070">
                  <c:v>0.14989810619747551</c:v>
                </c:pt>
                <c:pt idx="5071">
                  <c:v>0.17680371989144131</c:v>
                </c:pt>
                <c:pt idx="5072">
                  <c:v>0.15587374058170708</c:v>
                </c:pt>
                <c:pt idx="5073">
                  <c:v>0.18119987892760192</c:v>
                </c:pt>
                <c:pt idx="5074">
                  <c:v>0.1253407596117497</c:v>
                </c:pt>
                <c:pt idx="5075">
                  <c:v>7.7769347838191324E-2</c:v>
                </c:pt>
                <c:pt idx="5076">
                  <c:v>9.391413473756384E-2</c:v>
                </c:pt>
                <c:pt idx="5077">
                  <c:v>0.10066118030165963</c:v>
                </c:pt>
                <c:pt idx="5078">
                  <c:v>0.10759586639170794</c:v>
                </c:pt>
                <c:pt idx="5079">
                  <c:v>8.4086449895782733E-2</c:v>
                </c:pt>
                <c:pt idx="5080">
                  <c:v>9.9226769083374633E-2</c:v>
                </c:pt>
                <c:pt idx="5081">
                  <c:v>0.11787054283545445</c:v>
                </c:pt>
                <c:pt idx="5082">
                  <c:v>0.12106873503879331</c:v>
                </c:pt>
                <c:pt idx="5083">
                  <c:v>0.12057979269143274</c:v>
                </c:pt>
                <c:pt idx="5084">
                  <c:v>0.10893459784108592</c:v>
                </c:pt>
                <c:pt idx="5085">
                  <c:v>0.13443053613412514</c:v>
                </c:pt>
                <c:pt idx="5086">
                  <c:v>0.13944748304269847</c:v>
                </c:pt>
                <c:pt idx="5087">
                  <c:v>0.12821440292906194</c:v>
                </c:pt>
                <c:pt idx="5088">
                  <c:v>0.1301864689573658</c:v>
                </c:pt>
                <c:pt idx="5089">
                  <c:v>0.15219714116293417</c:v>
                </c:pt>
                <c:pt idx="5090">
                  <c:v>0.16456490598971121</c:v>
                </c:pt>
                <c:pt idx="5091">
                  <c:v>0.18159355607649694</c:v>
                </c:pt>
                <c:pt idx="5092">
                  <c:v>0.14609261220301287</c:v>
                </c:pt>
                <c:pt idx="5093">
                  <c:v>0.17623917033810516</c:v>
                </c:pt>
                <c:pt idx="5094">
                  <c:v>0.12909849452676725</c:v>
                </c:pt>
                <c:pt idx="5095">
                  <c:v>0.14730646262723587</c:v>
                </c:pt>
                <c:pt idx="5096">
                  <c:v>0.22148932779910596</c:v>
                </c:pt>
                <c:pt idx="5097">
                  <c:v>0.28985280039514633</c:v>
                </c:pt>
                <c:pt idx="5098">
                  <c:v>0.29698525092367928</c:v>
                </c:pt>
                <c:pt idx="5099">
                  <c:v>0.21258604759996094</c:v>
                </c:pt>
                <c:pt idx="5100">
                  <c:v>0.26866835365194675</c:v>
                </c:pt>
                <c:pt idx="5101">
                  <c:v>0.30945781564662339</c:v>
                </c:pt>
                <c:pt idx="5102">
                  <c:v>0.39429499127285111</c:v>
                </c:pt>
                <c:pt idx="5103">
                  <c:v>0.4248205714442484</c:v>
                </c:pt>
                <c:pt idx="5104">
                  <c:v>0.39862451800343202</c:v>
                </c:pt>
                <c:pt idx="5105">
                  <c:v>0.33639169061016722</c:v>
                </c:pt>
                <c:pt idx="5106">
                  <c:v>0.18936990795955408</c:v>
                </c:pt>
                <c:pt idx="5107">
                  <c:v>9.910649339761618E-2</c:v>
                </c:pt>
                <c:pt idx="5108">
                  <c:v>0.12544745548715697</c:v>
                </c:pt>
                <c:pt idx="5109">
                  <c:v>0.10275796973531269</c:v>
                </c:pt>
                <c:pt idx="5110">
                  <c:v>4.4231518003616882E-2</c:v>
                </c:pt>
                <c:pt idx="5111">
                  <c:v>1.5083089865975568E-2</c:v>
                </c:pt>
                <c:pt idx="5112">
                  <c:v>2.4787404733425205E-2</c:v>
                </c:pt>
                <c:pt idx="5113">
                  <c:v>0.10622067610098596</c:v>
                </c:pt>
                <c:pt idx="5114">
                  <c:v>0.10800954922015628</c:v>
                </c:pt>
                <c:pt idx="5115">
                  <c:v>0.33758053366298091</c:v>
                </c:pt>
                <c:pt idx="5116">
                  <c:v>0.33684822274833753</c:v>
                </c:pt>
                <c:pt idx="5117">
                  <c:v>0.36500736906285575</c:v>
                </c:pt>
                <c:pt idx="5118">
                  <c:v>0.38963024945470182</c:v>
                </c:pt>
                <c:pt idx="5119">
                  <c:v>0.37435680682526901</c:v>
                </c:pt>
                <c:pt idx="5120">
                  <c:v>0.36827113777093334</c:v>
                </c:pt>
                <c:pt idx="5121">
                  <c:v>0.42493611739528009</c:v>
                </c:pt>
                <c:pt idx="5122">
                  <c:v>0.37953550940059438</c:v>
                </c:pt>
                <c:pt idx="5123">
                  <c:v>0.31667914535891373</c:v>
                </c:pt>
                <c:pt idx="5124">
                  <c:v>0.42981641212472671</c:v>
                </c:pt>
                <c:pt idx="5125">
                  <c:v>0.31510369382245651</c:v>
                </c:pt>
                <c:pt idx="5126">
                  <c:v>0.34173611362693801</c:v>
                </c:pt>
                <c:pt idx="5127">
                  <c:v>0.3461276279072496</c:v>
                </c:pt>
                <c:pt idx="5128">
                  <c:v>0.33113115398819271</c:v>
                </c:pt>
                <c:pt idx="5129">
                  <c:v>0.19415162780572204</c:v>
                </c:pt>
                <c:pt idx="5130">
                  <c:v>0.13183451466737381</c:v>
                </c:pt>
                <c:pt idx="5131">
                  <c:v>0.16201731186021048</c:v>
                </c:pt>
                <c:pt idx="5132">
                  <c:v>0.1622458899000607</c:v>
                </c:pt>
                <c:pt idx="5133">
                  <c:v>0.17531107304558935</c:v>
                </c:pt>
                <c:pt idx="5134">
                  <c:v>0.19416544089298407</c:v>
                </c:pt>
                <c:pt idx="5135">
                  <c:v>0.18635065296859163</c:v>
                </c:pt>
                <c:pt idx="5136">
                  <c:v>0.13634496675306046</c:v>
                </c:pt>
                <c:pt idx="5137">
                  <c:v>0.14414277018622912</c:v>
                </c:pt>
                <c:pt idx="5138">
                  <c:v>0.18526956382925583</c:v>
                </c:pt>
                <c:pt idx="5139">
                  <c:v>0.20617594980449805</c:v>
                </c:pt>
                <c:pt idx="5140">
                  <c:v>0.21781802334596989</c:v>
                </c:pt>
                <c:pt idx="5141">
                  <c:v>0.23808341117529672</c:v>
                </c:pt>
                <c:pt idx="5142">
                  <c:v>0.38413623123098573</c:v>
                </c:pt>
                <c:pt idx="5143">
                  <c:v>0.38164538567754619</c:v>
                </c:pt>
                <c:pt idx="5144">
                  <c:v>0.43821414359930777</c:v>
                </c:pt>
                <c:pt idx="5145">
                  <c:v>0.41517284652279568</c:v>
                </c:pt>
                <c:pt idx="5146">
                  <c:v>0.51807603607816932</c:v>
                </c:pt>
                <c:pt idx="5147">
                  <c:v>0.43109690841302184</c:v>
                </c:pt>
                <c:pt idx="5148">
                  <c:v>0.47219440743541369</c:v>
                </c:pt>
                <c:pt idx="5149">
                  <c:v>0.39471759647164328</c:v>
                </c:pt>
                <c:pt idx="5150">
                  <c:v>0.42537510476515011</c:v>
                </c:pt>
                <c:pt idx="5151">
                  <c:v>0.39022949465514839</c:v>
                </c:pt>
                <c:pt idx="5152">
                  <c:v>0.44795800084072235</c:v>
                </c:pt>
                <c:pt idx="5153">
                  <c:v>0.50213665168541355</c:v>
                </c:pt>
                <c:pt idx="5154">
                  <c:v>0.51818642537194926</c:v>
                </c:pt>
                <c:pt idx="5155">
                  <c:v>0.43825511520682875</c:v>
                </c:pt>
                <c:pt idx="5156">
                  <c:v>0.40204392502723912</c:v>
                </c:pt>
                <c:pt idx="5157">
                  <c:v>0.41076907848206706</c:v>
                </c:pt>
                <c:pt idx="5158">
                  <c:v>0.40374086222406586</c:v>
                </c:pt>
                <c:pt idx="5159">
                  <c:v>0.43152626995839749</c:v>
                </c:pt>
                <c:pt idx="5160">
                  <c:v>0.45048851812739699</c:v>
                </c:pt>
                <c:pt idx="5161">
                  <c:v>0.477502047205832</c:v>
                </c:pt>
                <c:pt idx="5162">
                  <c:v>0.44718677393428619</c:v>
                </c:pt>
                <c:pt idx="5163">
                  <c:v>0.46372830214268035</c:v>
                </c:pt>
                <c:pt idx="5164">
                  <c:v>0.37185392198285516</c:v>
                </c:pt>
                <c:pt idx="5165">
                  <c:v>0.44914304347522066</c:v>
                </c:pt>
                <c:pt idx="5166">
                  <c:v>0.42110691781577791</c:v>
                </c:pt>
                <c:pt idx="5167">
                  <c:v>0.46260849189001796</c:v>
                </c:pt>
                <c:pt idx="5168">
                  <c:v>0.41286867289596529</c:v>
                </c:pt>
                <c:pt idx="5169">
                  <c:v>0.43179098857038994</c:v>
                </c:pt>
                <c:pt idx="5170">
                  <c:v>0.44873867488375319</c:v>
                </c:pt>
                <c:pt idx="5171">
                  <c:v>0.48901175596182855</c:v>
                </c:pt>
                <c:pt idx="5172">
                  <c:v>0.45370206709017047</c:v>
                </c:pt>
                <c:pt idx="5173">
                  <c:v>0.52535851347047335</c:v>
                </c:pt>
                <c:pt idx="5174">
                  <c:v>0.45754501753568894</c:v>
                </c:pt>
                <c:pt idx="5175">
                  <c:v>0.4959060025589746</c:v>
                </c:pt>
                <c:pt idx="5176">
                  <c:v>0.45873702989268261</c:v>
                </c:pt>
                <c:pt idx="5177">
                  <c:v>0.43405023593333736</c:v>
                </c:pt>
                <c:pt idx="5178">
                  <c:v>0.38155115462326195</c:v>
                </c:pt>
                <c:pt idx="5179">
                  <c:v>0.24988755963985129</c:v>
                </c:pt>
                <c:pt idx="5180">
                  <c:v>0.26496891791992966</c:v>
                </c:pt>
                <c:pt idx="5181">
                  <c:v>0.257761774301695</c:v>
                </c:pt>
                <c:pt idx="5182">
                  <c:v>0.26930371541352099</c:v>
                </c:pt>
                <c:pt idx="5183">
                  <c:v>0.21066213879216258</c:v>
                </c:pt>
                <c:pt idx="5184">
                  <c:v>0.31467289302161439</c:v>
                </c:pt>
                <c:pt idx="5185">
                  <c:v>0.50208519336190283</c:v>
                </c:pt>
                <c:pt idx="5186">
                  <c:v>0.50549215512724577</c:v>
                </c:pt>
                <c:pt idx="5187">
                  <c:v>0.51191454676532278</c:v>
                </c:pt>
                <c:pt idx="5188">
                  <c:v>0.55318159140573853</c:v>
                </c:pt>
                <c:pt idx="5189">
                  <c:v>0.53972338342424298</c:v>
                </c:pt>
                <c:pt idx="5190">
                  <c:v>0.56551280609055865</c:v>
                </c:pt>
                <c:pt idx="5191">
                  <c:v>0.53266206335511068</c:v>
                </c:pt>
                <c:pt idx="5192">
                  <c:v>0.55574104961388537</c:v>
                </c:pt>
                <c:pt idx="5193">
                  <c:v>0.57450079910396223</c:v>
                </c:pt>
                <c:pt idx="5194">
                  <c:v>0.6339024879142251</c:v>
                </c:pt>
                <c:pt idx="5195">
                  <c:v>0.38708468658397555</c:v>
                </c:pt>
                <c:pt idx="5196">
                  <c:v>0.32945457509004344</c:v>
                </c:pt>
                <c:pt idx="5197">
                  <c:v>0.20684983129462395</c:v>
                </c:pt>
                <c:pt idx="5198">
                  <c:v>0.21436039187947589</c:v>
                </c:pt>
                <c:pt idx="5199">
                  <c:v>9.8204630336057711E-2</c:v>
                </c:pt>
                <c:pt idx="5200">
                  <c:v>0.1174392946029769</c:v>
                </c:pt>
                <c:pt idx="5201">
                  <c:v>0.10317031943420221</c:v>
                </c:pt>
                <c:pt idx="5202">
                  <c:v>8.685975294134117E-2</c:v>
                </c:pt>
                <c:pt idx="5203">
                  <c:v>8.9101981441393668E-2</c:v>
                </c:pt>
                <c:pt idx="5204">
                  <c:v>0.10680662994084913</c:v>
                </c:pt>
                <c:pt idx="5205">
                  <c:v>0.1004295273556943</c:v>
                </c:pt>
                <c:pt idx="5206">
                  <c:v>0.11035746446438445</c:v>
                </c:pt>
                <c:pt idx="5207">
                  <c:v>0.10915859840496009</c:v>
                </c:pt>
                <c:pt idx="5208">
                  <c:v>0.10543036189742497</c:v>
                </c:pt>
                <c:pt idx="5209">
                  <c:v>0.11096667915430566</c:v>
                </c:pt>
                <c:pt idx="5210">
                  <c:v>0.10757053908007887</c:v>
                </c:pt>
                <c:pt idx="5211">
                  <c:v>0.12549250215249252</c:v>
                </c:pt>
                <c:pt idx="5212">
                  <c:v>0.11468597859900362</c:v>
                </c:pt>
                <c:pt idx="5213">
                  <c:v>0.15648738387555897</c:v>
                </c:pt>
                <c:pt idx="5214">
                  <c:v>0.15425735761976883</c:v>
                </c:pt>
                <c:pt idx="5215">
                  <c:v>7.8605867558946982E-2</c:v>
                </c:pt>
                <c:pt idx="5216">
                  <c:v>5.1929968459931683E-2</c:v>
                </c:pt>
                <c:pt idx="5217">
                  <c:v>5.0228895405292635E-2</c:v>
                </c:pt>
                <c:pt idx="5218">
                  <c:v>5.91745132241547E-2</c:v>
                </c:pt>
                <c:pt idx="5219">
                  <c:v>8.3782323578357201E-2</c:v>
                </c:pt>
                <c:pt idx="5220">
                  <c:v>2.4085396026790648E-2</c:v>
                </c:pt>
                <c:pt idx="5221">
                  <c:v>7.0638487817645382E-2</c:v>
                </c:pt>
                <c:pt idx="5222">
                  <c:v>0.11662157779506925</c:v>
                </c:pt>
                <c:pt idx="5223">
                  <c:v>0.10393301827968966</c:v>
                </c:pt>
                <c:pt idx="5224">
                  <c:v>0.12189493560563315</c:v>
                </c:pt>
                <c:pt idx="5225">
                  <c:v>0.1075833319526886</c:v>
                </c:pt>
                <c:pt idx="5226">
                  <c:v>0.10619965355182949</c:v>
                </c:pt>
                <c:pt idx="5227">
                  <c:v>0.12282549969916082</c:v>
                </c:pt>
                <c:pt idx="5228">
                  <c:v>0.12732019272735667</c:v>
                </c:pt>
                <c:pt idx="5229">
                  <c:v>0.11060428245843421</c:v>
                </c:pt>
                <c:pt idx="5230">
                  <c:v>9.9141836731824265E-2</c:v>
                </c:pt>
                <c:pt idx="5231">
                  <c:v>9.4419748767022707E-2</c:v>
                </c:pt>
                <c:pt idx="5232">
                  <c:v>9.9006925277726032E-2</c:v>
                </c:pt>
                <c:pt idx="5233">
                  <c:v>0.13406287022875277</c:v>
                </c:pt>
                <c:pt idx="5234">
                  <c:v>9.8150185692990416E-2</c:v>
                </c:pt>
                <c:pt idx="5235">
                  <c:v>0.11484202774429617</c:v>
                </c:pt>
                <c:pt idx="5236">
                  <c:v>0.12654497029948705</c:v>
                </c:pt>
                <c:pt idx="5237">
                  <c:v>0.12882728927708229</c:v>
                </c:pt>
                <c:pt idx="5238">
                  <c:v>0.1226142529452927</c:v>
                </c:pt>
                <c:pt idx="5239">
                  <c:v>8.0020495765780561E-2</c:v>
                </c:pt>
                <c:pt idx="5240">
                  <c:v>3.7708403258355623E-2</c:v>
                </c:pt>
                <c:pt idx="5241">
                  <c:v>5.9805706788305053E-2</c:v>
                </c:pt>
                <c:pt idx="5242">
                  <c:v>4.8255375888689056E-2</c:v>
                </c:pt>
                <c:pt idx="5243">
                  <c:v>7.4198983365899654E-2</c:v>
                </c:pt>
                <c:pt idx="5244">
                  <c:v>8.0998206488329824E-2</c:v>
                </c:pt>
                <c:pt idx="5245">
                  <c:v>5.1898959174291832E-2</c:v>
                </c:pt>
                <c:pt idx="5246">
                  <c:v>0.12646528239619106</c:v>
                </c:pt>
                <c:pt idx="5247">
                  <c:v>0.1246272776237418</c:v>
                </c:pt>
                <c:pt idx="5248">
                  <c:v>0.13984487857477532</c:v>
                </c:pt>
                <c:pt idx="5249">
                  <c:v>0.1624807078190077</c:v>
                </c:pt>
                <c:pt idx="5250">
                  <c:v>0.14208677219615667</c:v>
                </c:pt>
                <c:pt idx="5251">
                  <c:v>0.16142400197407961</c:v>
                </c:pt>
                <c:pt idx="5252">
                  <c:v>0.13491504998272047</c:v>
                </c:pt>
                <c:pt idx="5253">
                  <c:v>0.13187555483781438</c:v>
                </c:pt>
                <c:pt idx="5254">
                  <c:v>0.12623737684202316</c:v>
                </c:pt>
                <c:pt idx="5255">
                  <c:v>0.11968051428633857</c:v>
                </c:pt>
                <c:pt idx="5256">
                  <c:v>0.1251215318916635</c:v>
                </c:pt>
                <c:pt idx="5257">
                  <c:v>0.11772878909915221</c:v>
                </c:pt>
                <c:pt idx="5258">
                  <c:v>0.11248083239848575</c:v>
                </c:pt>
                <c:pt idx="5259">
                  <c:v>0.10847948713911328</c:v>
                </c:pt>
                <c:pt idx="5260">
                  <c:v>0.13109118179029519</c:v>
                </c:pt>
                <c:pt idx="5261">
                  <c:v>0.12293130794393101</c:v>
                </c:pt>
                <c:pt idx="5262">
                  <c:v>0.12470965032085847</c:v>
                </c:pt>
                <c:pt idx="5263">
                  <c:v>7.7157720170030031E-2</c:v>
                </c:pt>
                <c:pt idx="5264">
                  <c:v>0.11524873913495122</c:v>
                </c:pt>
                <c:pt idx="5265">
                  <c:v>0.20916096875724224</c:v>
                </c:pt>
                <c:pt idx="5266">
                  <c:v>0.10939071861508148</c:v>
                </c:pt>
                <c:pt idx="5267">
                  <c:v>0.17936005345338901</c:v>
                </c:pt>
                <c:pt idx="5268">
                  <c:v>0.15714957025972057</c:v>
                </c:pt>
                <c:pt idx="5269">
                  <c:v>0.17688825744203715</c:v>
                </c:pt>
                <c:pt idx="5270">
                  <c:v>0.16748719763517414</c:v>
                </c:pt>
                <c:pt idx="5271">
                  <c:v>0.15763971433807594</c:v>
                </c:pt>
                <c:pt idx="5272">
                  <c:v>0.14383210244748534</c:v>
                </c:pt>
                <c:pt idx="5273">
                  <c:v>0.11963659556111696</c:v>
                </c:pt>
                <c:pt idx="5274">
                  <c:v>0.15781093686205402</c:v>
                </c:pt>
                <c:pt idx="5275">
                  <c:v>0.11616344858649376</c:v>
                </c:pt>
                <c:pt idx="5276">
                  <c:v>0.1191378685430846</c:v>
                </c:pt>
                <c:pt idx="5277">
                  <c:v>0.16926074802455926</c:v>
                </c:pt>
                <c:pt idx="5278">
                  <c:v>0.13167921108012559</c:v>
                </c:pt>
                <c:pt idx="5279">
                  <c:v>0.13365615723596017</c:v>
                </c:pt>
                <c:pt idx="5280">
                  <c:v>0.12672537848724882</c:v>
                </c:pt>
                <c:pt idx="5281">
                  <c:v>0.12135482752678091</c:v>
                </c:pt>
                <c:pt idx="5282">
                  <c:v>0.12273115934126617</c:v>
                </c:pt>
                <c:pt idx="5283">
                  <c:v>7.3032838248272822E-2</c:v>
                </c:pt>
                <c:pt idx="5284">
                  <c:v>9.7548352942610619E-2</c:v>
                </c:pt>
                <c:pt idx="5285">
                  <c:v>8.6573461300222268E-2</c:v>
                </c:pt>
                <c:pt idx="5286">
                  <c:v>0.11902891387943029</c:v>
                </c:pt>
                <c:pt idx="5287">
                  <c:v>0.1485257781933895</c:v>
                </c:pt>
                <c:pt idx="5288">
                  <c:v>0.15721635131359452</c:v>
                </c:pt>
                <c:pt idx="5289">
                  <c:v>0.20918250030543004</c:v>
                </c:pt>
                <c:pt idx="5290">
                  <c:v>0.18934066156115978</c:v>
                </c:pt>
                <c:pt idx="5291">
                  <c:v>0.21006645248502093</c:v>
                </c:pt>
                <c:pt idx="5292">
                  <c:v>0.15165708478963241</c:v>
                </c:pt>
                <c:pt idx="5293">
                  <c:v>0.12766423454546097</c:v>
                </c:pt>
                <c:pt idx="5294">
                  <c:v>0.15595132657369104</c:v>
                </c:pt>
                <c:pt idx="5295">
                  <c:v>0.14977810099261135</c:v>
                </c:pt>
                <c:pt idx="5296">
                  <c:v>8.6172708340318774E-2</c:v>
                </c:pt>
                <c:pt idx="5297">
                  <c:v>0.11327383510388303</c:v>
                </c:pt>
                <c:pt idx="5298">
                  <c:v>7.8386345380987321E-2</c:v>
                </c:pt>
                <c:pt idx="5299">
                  <c:v>9.5795251326261474E-2</c:v>
                </c:pt>
                <c:pt idx="5300">
                  <c:v>0.10971179606274417</c:v>
                </c:pt>
                <c:pt idx="5301">
                  <c:v>0.10070806007037447</c:v>
                </c:pt>
                <c:pt idx="5302">
                  <c:v>0.10162571208235172</c:v>
                </c:pt>
                <c:pt idx="5303">
                  <c:v>0.10208691735273806</c:v>
                </c:pt>
                <c:pt idx="5304">
                  <c:v>0.11193944803660295</c:v>
                </c:pt>
                <c:pt idx="5305">
                  <c:v>0.10121749872574205</c:v>
                </c:pt>
                <c:pt idx="5306">
                  <c:v>0.11235770014237724</c:v>
                </c:pt>
                <c:pt idx="5307">
                  <c:v>0.15500326587368887</c:v>
                </c:pt>
                <c:pt idx="5308">
                  <c:v>0.13556227542331178</c:v>
                </c:pt>
                <c:pt idx="5309">
                  <c:v>0.10882972835173675</c:v>
                </c:pt>
                <c:pt idx="5310">
                  <c:v>6.1492677718646194E-2</c:v>
                </c:pt>
                <c:pt idx="5311">
                  <c:v>7.2524818950544676E-2</c:v>
                </c:pt>
                <c:pt idx="5312">
                  <c:v>6.1898611547265864E-2</c:v>
                </c:pt>
                <c:pt idx="5313">
                  <c:v>7.9526718854721207E-2</c:v>
                </c:pt>
                <c:pt idx="5314">
                  <c:v>9.86139534948621E-2</c:v>
                </c:pt>
                <c:pt idx="5315">
                  <c:v>7.39389262287342E-2</c:v>
                </c:pt>
                <c:pt idx="5316">
                  <c:v>9.5707128493968327E-2</c:v>
                </c:pt>
                <c:pt idx="5317">
                  <c:v>0.12305141550146309</c:v>
                </c:pt>
                <c:pt idx="5318">
                  <c:v>0.14156458285675966</c:v>
                </c:pt>
                <c:pt idx="5319">
                  <c:v>0.14627496261695652</c:v>
                </c:pt>
                <c:pt idx="5320">
                  <c:v>0.15072523794775985</c:v>
                </c:pt>
                <c:pt idx="5321">
                  <c:v>0.11670662685663528</c:v>
                </c:pt>
                <c:pt idx="5322">
                  <c:v>0.13467224744137762</c:v>
                </c:pt>
                <c:pt idx="5323">
                  <c:v>0.14660447242532232</c:v>
                </c:pt>
                <c:pt idx="5324">
                  <c:v>0.18135498862343336</c:v>
                </c:pt>
                <c:pt idx="5325">
                  <c:v>0.14497839645900168</c:v>
                </c:pt>
                <c:pt idx="5326">
                  <c:v>0.13557473777006543</c:v>
                </c:pt>
                <c:pt idx="5327">
                  <c:v>0.15363017872600215</c:v>
                </c:pt>
                <c:pt idx="5328">
                  <c:v>0.12073150125978757</c:v>
                </c:pt>
                <c:pt idx="5329">
                  <c:v>0.11438586215283643</c:v>
                </c:pt>
                <c:pt idx="5330">
                  <c:v>0.10936407430852828</c:v>
                </c:pt>
                <c:pt idx="5331">
                  <c:v>0.11053874654530911</c:v>
                </c:pt>
                <c:pt idx="5332">
                  <c:v>9.959599478184826E-2</c:v>
                </c:pt>
                <c:pt idx="5333">
                  <c:v>9.8734800056604718E-2</c:v>
                </c:pt>
                <c:pt idx="5334">
                  <c:v>0.10088536332146582</c:v>
                </c:pt>
                <c:pt idx="5335">
                  <c:v>3.4978007985153582E-2</c:v>
                </c:pt>
                <c:pt idx="5336">
                  <c:v>5.0728623364939801E-2</c:v>
                </c:pt>
                <c:pt idx="5337">
                  <c:v>7.5410571295730422E-2</c:v>
                </c:pt>
                <c:pt idx="5338">
                  <c:v>0.13093393279188384</c:v>
                </c:pt>
                <c:pt idx="5339">
                  <c:v>6.955317248005953E-2</c:v>
                </c:pt>
                <c:pt idx="5340">
                  <c:v>8.6728527307167375E-2</c:v>
                </c:pt>
                <c:pt idx="5341">
                  <c:v>-0.84447468218630239</c:v>
                </c:pt>
                <c:pt idx="5342">
                  <c:v>-2.1930961146501944</c:v>
                </c:pt>
                <c:pt idx="5343">
                  <c:v>-1.736787886161524</c:v>
                </c:pt>
                <c:pt idx="5344">
                  <c:v>-1.5796849848415611</c:v>
                </c:pt>
                <c:pt idx="5345">
                  <c:v>-1.2647745457956308</c:v>
                </c:pt>
                <c:pt idx="5346">
                  <c:v>-0.91900617029199838</c:v>
                </c:pt>
                <c:pt idx="5347">
                  <c:v>-0.89609130221566569</c:v>
                </c:pt>
                <c:pt idx="5348">
                  <c:v>-0.46433225510086262</c:v>
                </c:pt>
                <c:pt idx="5349">
                  <c:v>-1.3354651377234272E-2</c:v>
                </c:pt>
                <c:pt idx="5350">
                  <c:v>-0.49937388773270425</c:v>
                </c:pt>
                <c:pt idx="5351">
                  <c:v>-0.10865739853237154</c:v>
                </c:pt>
                <c:pt idx="5352">
                  <c:v>-1.5093165341860044E-2</c:v>
                </c:pt>
                <c:pt idx="5353">
                  <c:v>4.4493132992446047E-2</c:v>
                </c:pt>
                <c:pt idx="5354">
                  <c:v>5.0696114508424255E-2</c:v>
                </c:pt>
                <c:pt idx="5355">
                  <c:v>7.015983975718551E-2</c:v>
                </c:pt>
                <c:pt idx="5356">
                  <c:v>0.10750040534191171</c:v>
                </c:pt>
                <c:pt idx="5357">
                  <c:v>9.4452806084350679E-2</c:v>
                </c:pt>
                <c:pt idx="5358">
                  <c:v>0.10361723383985762</c:v>
                </c:pt>
                <c:pt idx="5359">
                  <c:v>8.7163832771340516E-2</c:v>
                </c:pt>
                <c:pt idx="5360">
                  <c:v>2.3790863273186611E-2</c:v>
                </c:pt>
                <c:pt idx="5361">
                  <c:v>-1.4333024366674334</c:v>
                </c:pt>
                <c:pt idx="5362">
                  <c:v>-1.4751653980381823</c:v>
                </c:pt>
                <c:pt idx="5363">
                  <c:v>-1.4814485573537242</c:v>
                </c:pt>
                <c:pt idx="5364">
                  <c:v>-1.6147739157030063</c:v>
                </c:pt>
                <c:pt idx="5365">
                  <c:v>-1.2508530146634811</c:v>
                </c:pt>
                <c:pt idx="5366">
                  <c:v>-1.7334574820158486</c:v>
                </c:pt>
                <c:pt idx="5367">
                  <c:v>-1.6333816421662066</c:v>
                </c:pt>
                <c:pt idx="5368">
                  <c:v>-1.3148281259013943</c:v>
                </c:pt>
                <c:pt idx="5369">
                  <c:v>-1.2622488017568716</c:v>
                </c:pt>
                <c:pt idx="5370">
                  <c:v>-1.1944217900480729</c:v>
                </c:pt>
                <c:pt idx="5371">
                  <c:v>-1.1294627664644545</c:v>
                </c:pt>
                <c:pt idx="5372">
                  <c:v>-0.89718970016221844</c:v>
                </c:pt>
                <c:pt idx="5373">
                  <c:v>-0.88840392294841475</c:v>
                </c:pt>
                <c:pt idx="5374">
                  <c:v>-0.1637964305405015</c:v>
                </c:pt>
                <c:pt idx="5375">
                  <c:v>-0.13086118672664673</c:v>
                </c:pt>
                <c:pt idx="5376">
                  <c:v>-9.7730129036109836E-2</c:v>
                </c:pt>
                <c:pt idx="5377">
                  <c:v>-6.440325746888953E-2</c:v>
                </c:pt>
                <c:pt idx="5378">
                  <c:v>-3.0880572024987105E-2</c:v>
                </c:pt>
                <c:pt idx="5379">
                  <c:v>2.8379272956011031E-3</c:v>
                </c:pt>
                <c:pt idx="5380">
                  <c:v>3.6752240492871471E-2</c:v>
                </c:pt>
                <c:pt idx="5381">
                  <c:v>7.0862367566825638E-2</c:v>
                </c:pt>
                <c:pt idx="5382">
                  <c:v>0.10516830851746233</c:v>
                </c:pt>
                <c:pt idx="5383">
                  <c:v>0.13967006334478321</c:v>
                </c:pt>
                <c:pt idx="5384">
                  <c:v>0.174367632048787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-0.40310145720270574</c:v>
                </c:pt>
                <c:pt idx="5440">
                  <c:v>-0.52171186614357046</c:v>
                </c:pt>
                <c:pt idx="5441">
                  <c:v>-0.48026947817974036</c:v>
                </c:pt>
                <c:pt idx="5442">
                  <c:v>-0.32884504325766695</c:v>
                </c:pt>
                <c:pt idx="5443">
                  <c:v>-3.3936838399091805E-2</c:v>
                </c:pt>
                <c:pt idx="5444">
                  <c:v>-0.23515617532708363</c:v>
                </c:pt>
                <c:pt idx="5445">
                  <c:v>-0.17273790312259707</c:v>
                </c:pt>
                <c:pt idx="5446">
                  <c:v>2.2865824073963367E-2</c:v>
                </c:pt>
                <c:pt idx="5447">
                  <c:v>-5.1772446167474027E-2</c:v>
                </c:pt>
                <c:pt idx="5448">
                  <c:v>3.2712745670368998E-2</c:v>
                </c:pt>
                <c:pt idx="5449">
                  <c:v>4.2775265666483174E-2</c:v>
                </c:pt>
                <c:pt idx="5450">
                  <c:v>4.7937994618864395E-2</c:v>
                </c:pt>
                <c:pt idx="5451">
                  <c:v>6.8189132575869643E-2</c:v>
                </c:pt>
                <c:pt idx="5452">
                  <c:v>7.0990542384326172E-2</c:v>
                </c:pt>
                <c:pt idx="5453">
                  <c:v>7.7690583271838559E-2</c:v>
                </c:pt>
                <c:pt idx="5454">
                  <c:v>6.9217949993566869E-2</c:v>
                </c:pt>
                <c:pt idx="5455">
                  <c:v>6.399289579492623E-2</c:v>
                </c:pt>
                <c:pt idx="5456">
                  <c:v>7.6093865479729197E-2</c:v>
                </c:pt>
                <c:pt idx="5457">
                  <c:v>8.5663268147178284E-2</c:v>
                </c:pt>
                <c:pt idx="5458">
                  <c:v>0.10245681132405365</c:v>
                </c:pt>
                <c:pt idx="5459">
                  <c:v>7.7183571752657415E-2</c:v>
                </c:pt>
                <c:pt idx="5460">
                  <c:v>0.12375409536860278</c:v>
                </c:pt>
                <c:pt idx="5461">
                  <c:v>0.13127226647845086</c:v>
                </c:pt>
                <c:pt idx="5462">
                  <c:v>3.2681720851996186E-2</c:v>
                </c:pt>
                <c:pt idx="5463">
                  <c:v>7.3910326776738242E-2</c:v>
                </c:pt>
                <c:pt idx="5464">
                  <c:v>5.684844224978941E-2</c:v>
                </c:pt>
                <c:pt idx="5465">
                  <c:v>8.4880231050464591E-2</c:v>
                </c:pt>
                <c:pt idx="5466">
                  <c:v>6.098741886673744E-2</c:v>
                </c:pt>
                <c:pt idx="5467">
                  <c:v>7.6550244803433337E-2</c:v>
                </c:pt>
                <c:pt idx="5468">
                  <c:v>8.2387466599815495E-2</c:v>
                </c:pt>
                <c:pt idx="5469">
                  <c:v>9.5967581642398367E-2</c:v>
                </c:pt>
                <c:pt idx="5470">
                  <c:v>0.10552983955112008</c:v>
                </c:pt>
                <c:pt idx="5471">
                  <c:v>0.17266540200577646</c:v>
                </c:pt>
                <c:pt idx="5472">
                  <c:v>0.1631497609840325</c:v>
                </c:pt>
                <c:pt idx="5473">
                  <c:v>0.1967731849243248</c:v>
                </c:pt>
                <c:pt idx="5474">
                  <c:v>0.17616770713501251</c:v>
                </c:pt>
                <c:pt idx="5475">
                  <c:v>0.17495730887355046</c:v>
                </c:pt>
                <c:pt idx="5476">
                  <c:v>0.16593975923652804</c:v>
                </c:pt>
                <c:pt idx="5477">
                  <c:v>0.27779277341024344</c:v>
                </c:pt>
                <c:pt idx="5478">
                  <c:v>0.33971294768942617</c:v>
                </c:pt>
                <c:pt idx="5479">
                  <c:v>0.32398435662306518</c:v>
                </c:pt>
                <c:pt idx="5480">
                  <c:v>0.39288782253902826</c:v>
                </c:pt>
                <c:pt idx="5481">
                  <c:v>0.43301374081994776</c:v>
                </c:pt>
                <c:pt idx="5482">
                  <c:v>0.50079039983900386</c:v>
                </c:pt>
                <c:pt idx="5483">
                  <c:v>0.48223659449278439</c:v>
                </c:pt>
                <c:pt idx="5484">
                  <c:v>0.58206722311286596</c:v>
                </c:pt>
                <c:pt idx="5485">
                  <c:v>0.59218371500183242</c:v>
                </c:pt>
                <c:pt idx="5486">
                  <c:v>0.6267324590277934</c:v>
                </c:pt>
                <c:pt idx="5487">
                  <c:v>0.63359731695799038</c:v>
                </c:pt>
                <c:pt idx="5488">
                  <c:v>0.6256648286070462</c:v>
                </c:pt>
                <c:pt idx="5489">
                  <c:v>0.62411546688458885</c:v>
                </c:pt>
                <c:pt idx="5490">
                  <c:v>0.60954865362666055</c:v>
                </c:pt>
                <c:pt idx="5491">
                  <c:v>0.57922540604180639</c:v>
                </c:pt>
                <c:pt idx="5492">
                  <c:v>0.61364799213955223</c:v>
                </c:pt>
                <c:pt idx="5493">
                  <c:v>0.63782801182540383</c:v>
                </c:pt>
                <c:pt idx="5494">
                  <c:v>0.69652724094944263</c:v>
                </c:pt>
                <c:pt idx="5495">
                  <c:v>0.68033204933396307</c:v>
                </c:pt>
                <c:pt idx="5496">
                  <c:v>0.6871847100133045</c:v>
                </c:pt>
                <c:pt idx="5497">
                  <c:v>0.71319014697348126</c:v>
                </c:pt>
                <c:pt idx="5498">
                  <c:v>0.69123813209202456</c:v>
                </c:pt>
                <c:pt idx="5499">
                  <c:v>0.69972667823444112</c:v>
                </c:pt>
                <c:pt idx="5500">
                  <c:v>0.63859724990386757</c:v>
                </c:pt>
                <c:pt idx="5501">
                  <c:v>0.62136729088595577</c:v>
                </c:pt>
                <c:pt idx="5502">
                  <c:v>0.66111009127619247</c:v>
                </c:pt>
                <c:pt idx="5503">
                  <c:v>0.62523589715952133</c:v>
                </c:pt>
                <c:pt idx="5504">
                  <c:v>0.67771533267502693</c:v>
                </c:pt>
                <c:pt idx="5505">
                  <c:v>0.69892040040738834</c:v>
                </c:pt>
                <c:pt idx="5506">
                  <c:v>0.76358529036634726</c:v>
                </c:pt>
                <c:pt idx="5507">
                  <c:v>0.72198195211121952</c:v>
                </c:pt>
                <c:pt idx="5508">
                  <c:v>0.6366990993208852</c:v>
                </c:pt>
                <c:pt idx="5509">
                  <c:v>0.45038622194187244</c:v>
                </c:pt>
                <c:pt idx="5510">
                  <c:v>0.36287724249197029</c:v>
                </c:pt>
                <c:pt idx="5511">
                  <c:v>0.22842801702995391</c:v>
                </c:pt>
                <c:pt idx="5512">
                  <c:v>0.17384722379409434</c:v>
                </c:pt>
                <c:pt idx="5513">
                  <c:v>0.1656918303639123</c:v>
                </c:pt>
                <c:pt idx="5514">
                  <c:v>0.17929923622749658</c:v>
                </c:pt>
                <c:pt idx="5515">
                  <c:v>0.13920345419539276</c:v>
                </c:pt>
                <c:pt idx="5516">
                  <c:v>0.14919910507269737</c:v>
                </c:pt>
                <c:pt idx="5517">
                  <c:v>0.14441998483195898</c:v>
                </c:pt>
                <c:pt idx="5518">
                  <c:v>0.15258519964469572</c:v>
                </c:pt>
                <c:pt idx="5519">
                  <c:v>0.16019364420645946</c:v>
                </c:pt>
                <c:pt idx="5520">
                  <c:v>0.16214213726393614</c:v>
                </c:pt>
                <c:pt idx="5521">
                  <c:v>0.18965617721118969</c:v>
                </c:pt>
                <c:pt idx="5522">
                  <c:v>0.18032361231293836</c:v>
                </c:pt>
                <c:pt idx="5523">
                  <c:v>0.21916085223175849</c:v>
                </c:pt>
                <c:pt idx="5524">
                  <c:v>0.24790837952562211</c:v>
                </c:pt>
                <c:pt idx="5525">
                  <c:v>0.23917763263951713</c:v>
                </c:pt>
                <c:pt idx="5526">
                  <c:v>0.24138977399550129</c:v>
                </c:pt>
                <c:pt idx="5527">
                  <c:v>0.23583376949821444</c:v>
                </c:pt>
                <c:pt idx="5528">
                  <c:v>0.24125073781813958</c:v>
                </c:pt>
                <c:pt idx="5529">
                  <c:v>0.22031139594631935</c:v>
                </c:pt>
                <c:pt idx="5530">
                  <c:v>0.18195290956132898</c:v>
                </c:pt>
                <c:pt idx="5531">
                  <c:v>7.8475750455745147E-2</c:v>
                </c:pt>
                <c:pt idx="5532">
                  <c:v>-0.34490291456752359</c:v>
                </c:pt>
                <c:pt idx="5533">
                  <c:v>-0.79150094534093451</c:v>
                </c:pt>
                <c:pt idx="5534">
                  <c:v>-0.91884573598971242</c:v>
                </c:pt>
                <c:pt idx="5535">
                  <c:v>-0.8649565385822241</c:v>
                </c:pt>
                <c:pt idx="5536">
                  <c:v>-0.78191693368168014</c:v>
                </c:pt>
                <c:pt idx="5537">
                  <c:v>-0.77140197525431697</c:v>
                </c:pt>
                <c:pt idx="5538">
                  <c:v>-0.70481232229257629</c:v>
                </c:pt>
                <c:pt idx="5539">
                  <c:v>-0.68357633166356724</c:v>
                </c:pt>
                <c:pt idx="5540">
                  <c:v>-0.36224467993332399</c:v>
                </c:pt>
                <c:pt idx="5541">
                  <c:v>-0.38904977749004466</c:v>
                </c:pt>
                <c:pt idx="5542">
                  <c:v>-9.1288598195803053E-2</c:v>
                </c:pt>
                <c:pt idx="5543">
                  <c:v>-8.0491430726851707E-2</c:v>
                </c:pt>
                <c:pt idx="5544">
                  <c:v>2.5839168603534881E-2</c:v>
                </c:pt>
                <c:pt idx="5545">
                  <c:v>4.5315794542946139E-2</c:v>
                </c:pt>
                <c:pt idx="5546">
                  <c:v>5.3711533139629564E-2</c:v>
                </c:pt>
                <c:pt idx="5547">
                  <c:v>5.3969665849328302E-2</c:v>
                </c:pt>
                <c:pt idx="5548">
                  <c:v>5.5530882682634182E-2</c:v>
                </c:pt>
                <c:pt idx="5549">
                  <c:v>6.875276856906691E-2</c:v>
                </c:pt>
                <c:pt idx="5550">
                  <c:v>6.7300531916481651E-2</c:v>
                </c:pt>
                <c:pt idx="5551">
                  <c:v>6.275938406694459E-2</c:v>
                </c:pt>
                <c:pt idx="5552">
                  <c:v>6.0823652456828636E-2</c:v>
                </c:pt>
                <c:pt idx="5553">
                  <c:v>-0.23287951288553485</c:v>
                </c:pt>
                <c:pt idx="5554">
                  <c:v>-0.27144108940869338</c:v>
                </c:pt>
                <c:pt idx="5555">
                  <c:v>-0.55711151202036657</c:v>
                </c:pt>
                <c:pt idx="5556">
                  <c:v>-0.13408198271706451</c:v>
                </c:pt>
                <c:pt idx="5557">
                  <c:v>-0.77763961264334114</c:v>
                </c:pt>
                <c:pt idx="5558">
                  <c:v>-0.10568754348569107</c:v>
                </c:pt>
                <c:pt idx="5559">
                  <c:v>-0.71615976109518675</c:v>
                </c:pt>
                <c:pt idx="5560">
                  <c:v>-0.41320161948637851</c:v>
                </c:pt>
                <c:pt idx="5561">
                  <c:v>-2.2566172523925602E-3</c:v>
                </c:pt>
                <c:pt idx="5562">
                  <c:v>2.7357740133861455E-2</c:v>
                </c:pt>
                <c:pt idx="5563">
                  <c:v>-2.5366465941882521E-2</c:v>
                </c:pt>
                <c:pt idx="5564">
                  <c:v>1.4255622612463409E-2</c:v>
                </c:pt>
                <c:pt idx="5565">
                  <c:v>7.2065880173150673E-2</c:v>
                </c:pt>
                <c:pt idx="5566">
                  <c:v>9.4248720703572222E-2</c:v>
                </c:pt>
                <c:pt idx="5567">
                  <c:v>8.3413801391220926E-2</c:v>
                </c:pt>
                <c:pt idx="5568">
                  <c:v>8.242685050725336E-2</c:v>
                </c:pt>
                <c:pt idx="5569">
                  <c:v>7.3721399376387831E-2</c:v>
                </c:pt>
                <c:pt idx="5570">
                  <c:v>9.1827865730659028E-2</c:v>
                </c:pt>
                <c:pt idx="5571">
                  <c:v>0.10172424151425234</c:v>
                </c:pt>
                <c:pt idx="5572">
                  <c:v>9.3103594197853592E-2</c:v>
                </c:pt>
                <c:pt idx="5573">
                  <c:v>9.2048332353379961E-2</c:v>
                </c:pt>
                <c:pt idx="5574">
                  <c:v>7.7236843676305844E-2</c:v>
                </c:pt>
                <c:pt idx="5575">
                  <c:v>7.552852652979819E-2</c:v>
                </c:pt>
                <c:pt idx="5576">
                  <c:v>6.1770344929954889E-2</c:v>
                </c:pt>
                <c:pt idx="5577">
                  <c:v>5.9271202508784822E-2</c:v>
                </c:pt>
                <c:pt idx="5578">
                  <c:v>-1.3842133919378467E-2</c:v>
                </c:pt>
                <c:pt idx="5579">
                  <c:v>2.0113968436336078E-2</c:v>
                </c:pt>
                <c:pt idx="5580">
                  <c:v>-0.16963911145263311</c:v>
                </c:pt>
                <c:pt idx="5581">
                  <c:v>-0.39960323642011686</c:v>
                </c:pt>
                <c:pt idx="5582">
                  <c:v>-0.74861582650448133</c:v>
                </c:pt>
                <c:pt idx="5583">
                  <c:v>-0.29119653772839171</c:v>
                </c:pt>
                <c:pt idx="5584">
                  <c:v>-0.86073660358806448</c:v>
                </c:pt>
                <c:pt idx="5585">
                  <c:v>-0.22647458509501089</c:v>
                </c:pt>
                <c:pt idx="5586">
                  <c:v>-6.9208397717389278E-2</c:v>
                </c:pt>
                <c:pt idx="5587">
                  <c:v>-1.8374433540415194E-3</c:v>
                </c:pt>
                <c:pt idx="5588">
                  <c:v>4.3546286338228109E-2</c:v>
                </c:pt>
                <c:pt idx="5589">
                  <c:v>6.7681051152032712E-2</c:v>
                </c:pt>
                <c:pt idx="5590">
                  <c:v>0.11085029064588169</c:v>
                </c:pt>
                <c:pt idx="5591">
                  <c:v>0.11560923071232355</c:v>
                </c:pt>
                <c:pt idx="5592">
                  <c:v>0.1058438703324039</c:v>
                </c:pt>
                <c:pt idx="5593">
                  <c:v>0.1008269298293358</c:v>
                </c:pt>
                <c:pt idx="5594">
                  <c:v>9.4150399870172888E-2</c:v>
                </c:pt>
                <c:pt idx="5595">
                  <c:v>4.989579411299775E-2</c:v>
                </c:pt>
                <c:pt idx="5596">
                  <c:v>8.4674209560899494E-2</c:v>
                </c:pt>
                <c:pt idx="5597">
                  <c:v>2.1401057584603249E-2</c:v>
                </c:pt>
                <c:pt idx="5598">
                  <c:v>6.90890117908846E-2</c:v>
                </c:pt>
                <c:pt idx="5599">
                  <c:v>0.15874354751472788</c:v>
                </c:pt>
                <c:pt idx="5600">
                  <c:v>0.15813851547285079</c:v>
                </c:pt>
                <c:pt idx="5601">
                  <c:v>0.15832175490206657</c:v>
                </c:pt>
                <c:pt idx="5602">
                  <c:v>0.18018467667612917</c:v>
                </c:pt>
                <c:pt idx="5603">
                  <c:v>0.2416833560444987</c:v>
                </c:pt>
                <c:pt idx="5604">
                  <c:v>0.21976542818951222</c:v>
                </c:pt>
                <c:pt idx="5605">
                  <c:v>0.22906199514097914</c:v>
                </c:pt>
                <c:pt idx="5606">
                  <c:v>0.17437912983812862</c:v>
                </c:pt>
                <c:pt idx="5607">
                  <c:v>9.7991138300276573E-2</c:v>
                </c:pt>
                <c:pt idx="5608">
                  <c:v>5.5825974258266013E-2</c:v>
                </c:pt>
                <c:pt idx="5609">
                  <c:v>8.0867623533514649E-2</c:v>
                </c:pt>
                <c:pt idx="5610">
                  <c:v>7.2530548635156428E-2</c:v>
                </c:pt>
                <c:pt idx="5611">
                  <c:v>6.1311606679580424E-2</c:v>
                </c:pt>
                <c:pt idx="5612">
                  <c:v>7.639160225750663E-2</c:v>
                </c:pt>
                <c:pt idx="5613">
                  <c:v>6.5769506033043601E-2</c:v>
                </c:pt>
                <c:pt idx="5614">
                  <c:v>8.573117939009442E-2</c:v>
                </c:pt>
                <c:pt idx="5615">
                  <c:v>7.6157295938664896E-2</c:v>
                </c:pt>
                <c:pt idx="5616">
                  <c:v>8.652787360110982E-2</c:v>
                </c:pt>
                <c:pt idx="5617">
                  <c:v>8.4848006972397305E-2</c:v>
                </c:pt>
                <c:pt idx="5618">
                  <c:v>9.0161949897927904E-2</c:v>
                </c:pt>
                <c:pt idx="5619">
                  <c:v>0.11506641580693448</c:v>
                </c:pt>
                <c:pt idx="5620">
                  <c:v>9.3720553726775416E-2</c:v>
                </c:pt>
                <c:pt idx="5621">
                  <c:v>1.2076243666639459E-2</c:v>
                </c:pt>
                <c:pt idx="5622">
                  <c:v>9.1624883741558485E-2</c:v>
                </c:pt>
                <c:pt idx="5623">
                  <c:v>4.2354608435560125E-2</c:v>
                </c:pt>
                <c:pt idx="5624">
                  <c:v>3.8938338577075467E-2</c:v>
                </c:pt>
                <c:pt idx="5625">
                  <c:v>0.25293302243615329</c:v>
                </c:pt>
                <c:pt idx="5626">
                  <c:v>0.17997805109902579</c:v>
                </c:pt>
                <c:pt idx="5627">
                  <c:v>9.6360483905243682E-2</c:v>
                </c:pt>
                <c:pt idx="5628">
                  <c:v>0.12682534263981643</c:v>
                </c:pt>
                <c:pt idx="5629">
                  <c:v>1.9917329792195539E-2</c:v>
                </c:pt>
                <c:pt idx="5630">
                  <c:v>-1.3408528407105194</c:v>
                </c:pt>
                <c:pt idx="5631">
                  <c:v>-1.2691093365214636</c:v>
                </c:pt>
                <c:pt idx="5632">
                  <c:v>-1.125034236223867</c:v>
                </c:pt>
                <c:pt idx="5633">
                  <c:v>-0.99288236779138417</c:v>
                </c:pt>
                <c:pt idx="5634">
                  <c:v>-0.85424998887165537</c:v>
                </c:pt>
                <c:pt idx="5635">
                  <c:v>-0.71139298954514907</c:v>
                </c:pt>
                <c:pt idx="5636">
                  <c:v>-0.59249660915265812</c:v>
                </c:pt>
                <c:pt idx="5637">
                  <c:v>-0.54752844156774816</c:v>
                </c:pt>
                <c:pt idx="5638">
                  <c:v>-0.47771496067743541</c:v>
                </c:pt>
                <c:pt idx="5639">
                  <c:v>-0.30970994126833706</c:v>
                </c:pt>
                <c:pt idx="5640">
                  <c:v>-2.2273932088122832E-2</c:v>
                </c:pt>
                <c:pt idx="5641">
                  <c:v>2.6710948939745762E-2</c:v>
                </c:pt>
                <c:pt idx="5642">
                  <c:v>4.1417332862833396E-2</c:v>
                </c:pt>
                <c:pt idx="5643">
                  <c:v>3.9910961241043846E-2</c:v>
                </c:pt>
                <c:pt idx="5644">
                  <c:v>6.0201976622010607E-2</c:v>
                </c:pt>
                <c:pt idx="5645">
                  <c:v>5.7177423883510645E-2</c:v>
                </c:pt>
                <c:pt idx="5646">
                  <c:v>5.2586507873654965E-2</c:v>
                </c:pt>
                <c:pt idx="5647">
                  <c:v>-1.8723214664649001E-2</c:v>
                </c:pt>
                <c:pt idx="5648">
                  <c:v>6.9751436570579556E-2</c:v>
                </c:pt>
                <c:pt idx="5649">
                  <c:v>0.10608756646470095</c:v>
                </c:pt>
                <c:pt idx="5650">
                  <c:v>8.7283969944045081E-2</c:v>
                </c:pt>
                <c:pt idx="5651">
                  <c:v>0.14146994322245185</c:v>
                </c:pt>
                <c:pt idx="5652">
                  <c:v>0.11826147670286166</c:v>
                </c:pt>
                <c:pt idx="5653">
                  <c:v>6.6899957050798972E-2</c:v>
                </c:pt>
                <c:pt idx="5654">
                  <c:v>9.612664223657276E-2</c:v>
                </c:pt>
                <c:pt idx="5655">
                  <c:v>0.12725134825257509</c:v>
                </c:pt>
                <c:pt idx="5656">
                  <c:v>7.5441255098774931E-2</c:v>
                </c:pt>
                <c:pt idx="5657">
                  <c:v>7.2399904421388023E-2</c:v>
                </c:pt>
                <c:pt idx="5658">
                  <c:v>6.951807996080317E-2</c:v>
                </c:pt>
                <c:pt idx="5659">
                  <c:v>7.6492301677393792E-2</c:v>
                </c:pt>
                <c:pt idx="5660">
                  <c:v>9.3171093829485754E-2</c:v>
                </c:pt>
                <c:pt idx="5661">
                  <c:v>9.870244228296457E-2</c:v>
                </c:pt>
                <c:pt idx="5662">
                  <c:v>9.8464414885246626E-2</c:v>
                </c:pt>
                <c:pt idx="5663">
                  <c:v>0.10919340881464266</c:v>
                </c:pt>
                <c:pt idx="5664">
                  <c:v>6.4998033043032769E-2</c:v>
                </c:pt>
                <c:pt idx="5665">
                  <c:v>7.8029039615555212E-2</c:v>
                </c:pt>
                <c:pt idx="5666">
                  <c:v>0.1352027920613568</c:v>
                </c:pt>
                <c:pt idx="5667">
                  <c:v>0.1941287693620897</c:v>
                </c:pt>
                <c:pt idx="5668">
                  <c:v>0.18617589531668974</c:v>
                </c:pt>
                <c:pt idx="5669">
                  <c:v>0.16824908384990589</c:v>
                </c:pt>
                <c:pt idx="5670">
                  <c:v>0.12424832681702613</c:v>
                </c:pt>
                <c:pt idx="5671">
                  <c:v>0.22910280819648762</c:v>
                </c:pt>
                <c:pt idx="5672">
                  <c:v>0.27728172560505293</c:v>
                </c:pt>
                <c:pt idx="5673">
                  <c:v>0.33012030228884298</c:v>
                </c:pt>
                <c:pt idx="5674">
                  <c:v>0.28225698003434119</c:v>
                </c:pt>
                <c:pt idx="5675">
                  <c:v>0.56415194224370768</c:v>
                </c:pt>
                <c:pt idx="5676">
                  <c:v>0.1843130400226877</c:v>
                </c:pt>
                <c:pt idx="5677">
                  <c:v>0.10041437173880595</c:v>
                </c:pt>
                <c:pt idx="5678">
                  <c:v>0.13786272518460757</c:v>
                </c:pt>
                <c:pt idx="5679">
                  <c:v>0.12586600702828377</c:v>
                </c:pt>
                <c:pt idx="5680">
                  <c:v>0.13113874475012199</c:v>
                </c:pt>
                <c:pt idx="5681">
                  <c:v>0.11773359942657319</c:v>
                </c:pt>
                <c:pt idx="5682">
                  <c:v>0.12815103930851743</c:v>
                </c:pt>
                <c:pt idx="5683">
                  <c:v>8.0618882637521483E-2</c:v>
                </c:pt>
                <c:pt idx="5684">
                  <c:v>9.3374013636838227E-2</c:v>
                </c:pt>
                <c:pt idx="5685">
                  <c:v>9.1289676275250461E-2</c:v>
                </c:pt>
                <c:pt idx="5686">
                  <c:v>7.6828884895929997E-2</c:v>
                </c:pt>
                <c:pt idx="5687">
                  <c:v>9.5073813367719751E-2</c:v>
                </c:pt>
                <c:pt idx="5688">
                  <c:v>8.3968823844780063E-2</c:v>
                </c:pt>
                <c:pt idx="5689">
                  <c:v>9.1198412481827432E-2</c:v>
                </c:pt>
                <c:pt idx="5690">
                  <c:v>0.18852852496065167</c:v>
                </c:pt>
                <c:pt idx="5691">
                  <c:v>0.72732407558424794</c:v>
                </c:pt>
                <c:pt idx="5692">
                  <c:v>0.73486452950843173</c:v>
                </c:pt>
                <c:pt idx="5693">
                  <c:v>0.6408694673172618</c:v>
                </c:pt>
                <c:pt idx="5694">
                  <c:v>0.60120021967576209</c:v>
                </c:pt>
                <c:pt idx="5695">
                  <c:v>0.61507789871912644</c:v>
                </c:pt>
                <c:pt idx="5696">
                  <c:v>0.43409110656355754</c:v>
                </c:pt>
                <c:pt idx="5697">
                  <c:v>0.34807018704434128</c:v>
                </c:pt>
                <c:pt idx="5698">
                  <c:v>6.4594914778423079E-2</c:v>
                </c:pt>
                <c:pt idx="5699">
                  <c:v>0.12987148418689018</c:v>
                </c:pt>
                <c:pt idx="5700">
                  <c:v>0.10318295353361553</c:v>
                </c:pt>
                <c:pt idx="5701">
                  <c:v>0.11095881978486884</c:v>
                </c:pt>
                <c:pt idx="5702">
                  <c:v>6.2286144058536122E-2</c:v>
                </c:pt>
                <c:pt idx="5703">
                  <c:v>0.13416614645414324</c:v>
                </c:pt>
                <c:pt idx="5704">
                  <c:v>0.12196402763095973</c:v>
                </c:pt>
                <c:pt idx="5705">
                  <c:v>3.6531187895016019E-2</c:v>
                </c:pt>
                <c:pt idx="5706">
                  <c:v>9.0105838899215515E-2</c:v>
                </c:pt>
                <c:pt idx="5707">
                  <c:v>9.25312488701453E-2</c:v>
                </c:pt>
                <c:pt idx="5708">
                  <c:v>9.101487694324728E-2</c:v>
                </c:pt>
                <c:pt idx="5709">
                  <c:v>8.27783493897844E-2</c:v>
                </c:pt>
                <c:pt idx="5710">
                  <c:v>0.1021840440002737</c:v>
                </c:pt>
                <c:pt idx="5711">
                  <c:v>0.10522805759937583</c:v>
                </c:pt>
                <c:pt idx="5712">
                  <c:v>8.3701351649567893E-2</c:v>
                </c:pt>
                <c:pt idx="5713">
                  <c:v>7.8193033854771138E-2</c:v>
                </c:pt>
                <c:pt idx="5714">
                  <c:v>6.3284471366485864E-2</c:v>
                </c:pt>
                <c:pt idx="5715">
                  <c:v>9.8972967338305948E-2</c:v>
                </c:pt>
                <c:pt idx="5716">
                  <c:v>0.10233710238974049</c:v>
                </c:pt>
                <c:pt idx="5717">
                  <c:v>8.0529211980550061E-2</c:v>
                </c:pt>
                <c:pt idx="5718">
                  <c:v>5.4726760819158574E-2</c:v>
                </c:pt>
                <c:pt idx="5719">
                  <c:v>3.8878810612940136E-2</c:v>
                </c:pt>
                <c:pt idx="5720">
                  <c:v>0.19989980203648777</c:v>
                </c:pt>
                <c:pt idx="5721">
                  <c:v>8.5690162975406423E-2</c:v>
                </c:pt>
                <c:pt idx="5722">
                  <c:v>-0.79485411801625816</c:v>
                </c:pt>
                <c:pt idx="5723">
                  <c:v>-1.2581163640936466</c:v>
                </c:pt>
                <c:pt idx="5724">
                  <c:v>-1.3393733311984446</c:v>
                </c:pt>
                <c:pt idx="5725">
                  <c:v>-1.326363956423749</c:v>
                </c:pt>
                <c:pt idx="5726">
                  <c:v>-1.2321060333598486</c:v>
                </c:pt>
                <c:pt idx="5727">
                  <c:v>-1.3332006932800842</c:v>
                </c:pt>
                <c:pt idx="5728">
                  <c:v>-0.40264892301921401</c:v>
                </c:pt>
                <c:pt idx="5729">
                  <c:v>-0.13985635799885165</c:v>
                </c:pt>
                <c:pt idx="5730">
                  <c:v>-7.9211336309068597E-2</c:v>
                </c:pt>
                <c:pt idx="5731">
                  <c:v>-1.5804474243386286E-2</c:v>
                </c:pt>
                <c:pt idx="5732">
                  <c:v>2.8093931625784177E-2</c:v>
                </c:pt>
                <c:pt idx="5733">
                  <c:v>4.0537533312203118E-2</c:v>
                </c:pt>
                <c:pt idx="5734">
                  <c:v>5.2323588292800136E-2</c:v>
                </c:pt>
                <c:pt idx="5735">
                  <c:v>8.0034462805105372E-2</c:v>
                </c:pt>
                <c:pt idx="5736">
                  <c:v>8.9528047836624408E-2</c:v>
                </c:pt>
                <c:pt idx="5737">
                  <c:v>8.545877930360421E-2</c:v>
                </c:pt>
                <c:pt idx="5738">
                  <c:v>9.5510566790816251E-2</c:v>
                </c:pt>
                <c:pt idx="5739">
                  <c:v>9.6394353707844146E-2</c:v>
                </c:pt>
                <c:pt idx="5740">
                  <c:v>8.191869221614563E-2</c:v>
                </c:pt>
                <c:pt idx="5741">
                  <c:v>7.7015257232259715E-2</c:v>
                </c:pt>
                <c:pt idx="5742">
                  <c:v>5.3351181771612556E-2</c:v>
                </c:pt>
                <c:pt idx="5743">
                  <c:v>1.6358495751743089E-2</c:v>
                </c:pt>
                <c:pt idx="5744">
                  <c:v>-0.17552786765791159</c:v>
                </c:pt>
                <c:pt idx="5745">
                  <c:v>-0.11562762799212344</c:v>
                </c:pt>
                <c:pt idx="5746">
                  <c:v>-0.29975033346706953</c:v>
                </c:pt>
                <c:pt idx="5747">
                  <c:v>-0.14086978100450789</c:v>
                </c:pt>
                <c:pt idx="5748">
                  <c:v>-0.14534688706991175</c:v>
                </c:pt>
                <c:pt idx="5749">
                  <c:v>-7.3270649789087733E-2</c:v>
                </c:pt>
                <c:pt idx="5750">
                  <c:v>-7.6378946990865101E-2</c:v>
                </c:pt>
                <c:pt idx="5751">
                  <c:v>-5.2916652229735774E-2</c:v>
                </c:pt>
                <c:pt idx="5752">
                  <c:v>0.30430830274642029</c:v>
                </c:pt>
                <c:pt idx="5753">
                  <c:v>0.48554848496363096</c:v>
                </c:pt>
                <c:pt idx="5754">
                  <c:v>0.63076419665354289</c:v>
                </c:pt>
                <c:pt idx="5755">
                  <c:v>0.69198120536564567</c:v>
                </c:pt>
                <c:pt idx="5756">
                  <c:v>0.67400874380701903</c:v>
                </c:pt>
                <c:pt idx="5757">
                  <c:v>0.67086731672717947</c:v>
                </c:pt>
                <c:pt idx="5758">
                  <c:v>0.66919972537439198</c:v>
                </c:pt>
                <c:pt idx="5759">
                  <c:v>0.70500670826500189</c:v>
                </c:pt>
                <c:pt idx="5760">
                  <c:v>0.67946756855570445</c:v>
                </c:pt>
                <c:pt idx="5761">
                  <c:v>0.48807772720069315</c:v>
                </c:pt>
                <c:pt idx="5762">
                  <c:v>0.24648025549279368</c:v>
                </c:pt>
                <c:pt idx="5763">
                  <c:v>0.11711722309723142</c:v>
                </c:pt>
                <c:pt idx="5764">
                  <c:v>9.9444958181218068E-2</c:v>
                </c:pt>
                <c:pt idx="5765">
                  <c:v>0.10335145188517149</c:v>
                </c:pt>
                <c:pt idx="5766">
                  <c:v>8.3588235705128175E-2</c:v>
                </c:pt>
                <c:pt idx="5767">
                  <c:v>4.8336795958618277E-2</c:v>
                </c:pt>
                <c:pt idx="5768">
                  <c:v>7.8372069111484921E-2</c:v>
                </c:pt>
                <c:pt idx="5769">
                  <c:v>-0.21188550626927627</c:v>
                </c:pt>
                <c:pt idx="5770">
                  <c:v>-0.48012239199682333</c:v>
                </c:pt>
                <c:pt idx="5771">
                  <c:v>-1.2327237225358139</c:v>
                </c:pt>
                <c:pt idx="5772">
                  <c:v>-1.1689838156610965</c:v>
                </c:pt>
                <c:pt idx="5773">
                  <c:v>-1.1766910468980019</c:v>
                </c:pt>
                <c:pt idx="5774">
                  <c:v>-1.0611986712624031</c:v>
                </c:pt>
                <c:pt idx="5775">
                  <c:v>-0.97341538980583053</c:v>
                </c:pt>
                <c:pt idx="5776">
                  <c:v>-1.0059740238198718</c:v>
                </c:pt>
                <c:pt idx="5777">
                  <c:v>-0.88133853711114063</c:v>
                </c:pt>
                <c:pt idx="5778">
                  <c:v>-0.87388856784107516</c:v>
                </c:pt>
                <c:pt idx="5779">
                  <c:v>-0.79517614597579478</c:v>
                </c:pt>
                <c:pt idx="5780">
                  <c:v>-0.59252494007041967</c:v>
                </c:pt>
                <c:pt idx="5781">
                  <c:v>-0.49870238905045783</c:v>
                </c:pt>
                <c:pt idx="5782">
                  <c:v>-0.38734726258229751</c:v>
                </c:pt>
                <c:pt idx="5783">
                  <c:v>2.8415205500407609E-3</c:v>
                </c:pt>
                <c:pt idx="5784">
                  <c:v>-8.3891467440556505E-3</c:v>
                </c:pt>
                <c:pt idx="5785">
                  <c:v>1.8645387114457606E-2</c:v>
                </c:pt>
                <c:pt idx="5786">
                  <c:v>5.2570092646862687E-2</c:v>
                </c:pt>
                <c:pt idx="5787">
                  <c:v>8.9015291977100439E-2</c:v>
                </c:pt>
                <c:pt idx="5788">
                  <c:v>7.7361025376406004E-2</c:v>
                </c:pt>
                <c:pt idx="5789">
                  <c:v>7.2107132552135342E-2</c:v>
                </c:pt>
                <c:pt idx="5790">
                  <c:v>3.8310514583238302E-2</c:v>
                </c:pt>
                <c:pt idx="5791">
                  <c:v>3.7324215118739318E-2</c:v>
                </c:pt>
                <c:pt idx="5792">
                  <c:v>-0.1043821041838885</c:v>
                </c:pt>
                <c:pt idx="5793">
                  <c:v>-1.0455494510167953</c:v>
                </c:pt>
                <c:pt idx="5794">
                  <c:v>-1.219773806750823</c:v>
                </c:pt>
                <c:pt idx="5795">
                  <c:v>-1.4750349830924363</c:v>
                </c:pt>
                <c:pt idx="5796">
                  <c:v>-1.6751288438295726</c:v>
                </c:pt>
                <c:pt idx="5797">
                  <c:v>-1.4422843678402102</c:v>
                </c:pt>
                <c:pt idx="5798">
                  <c:v>-1.5399465507520098</c:v>
                </c:pt>
                <c:pt idx="5799">
                  <c:v>-1.7205143377265522</c:v>
                </c:pt>
                <c:pt idx="5800">
                  <c:v>-1.677583027230388</c:v>
                </c:pt>
                <c:pt idx="5801">
                  <c:v>-1.551178735173772</c:v>
                </c:pt>
                <c:pt idx="5802">
                  <c:v>-1.4827028306792189</c:v>
                </c:pt>
                <c:pt idx="5803">
                  <c:v>-1.3377426827251384</c:v>
                </c:pt>
                <c:pt idx="5804">
                  <c:v>-1.3457460252349638</c:v>
                </c:pt>
                <c:pt idx="5805">
                  <c:v>-1.2013149739347355</c:v>
                </c:pt>
                <c:pt idx="5806">
                  <c:v>-0.87960159302933383</c:v>
                </c:pt>
                <c:pt idx="5807">
                  <c:v>-0.25284566330056507</c:v>
                </c:pt>
                <c:pt idx="5808">
                  <c:v>5.2084672993975067E-2</c:v>
                </c:pt>
                <c:pt idx="5809">
                  <c:v>8.0693270063123282E-2</c:v>
                </c:pt>
                <c:pt idx="5810">
                  <c:v>7.0095493217340821E-2</c:v>
                </c:pt>
                <c:pt idx="5811">
                  <c:v>7.3121180668769034E-2</c:v>
                </c:pt>
                <c:pt idx="5812">
                  <c:v>0.15193418136292849</c:v>
                </c:pt>
                <c:pt idx="5813">
                  <c:v>7.9320088571338904E-2</c:v>
                </c:pt>
                <c:pt idx="5814">
                  <c:v>4.5011929115156321E-2</c:v>
                </c:pt>
                <c:pt idx="5815">
                  <c:v>-0.40799515970434092</c:v>
                </c:pt>
                <c:pt idx="5816">
                  <c:v>-1.521261554263456</c:v>
                </c:pt>
                <c:pt idx="5817">
                  <c:v>-1.491707248042407</c:v>
                </c:pt>
                <c:pt idx="5818">
                  <c:v>-1.4102666079982582</c:v>
                </c:pt>
                <c:pt idx="5819">
                  <c:v>-1.8919087736374016</c:v>
                </c:pt>
                <c:pt idx="5820">
                  <c:v>-1.8181540018037565</c:v>
                </c:pt>
                <c:pt idx="5821">
                  <c:v>-1.8090695975454092</c:v>
                </c:pt>
                <c:pt idx="5822">
                  <c:v>-1.9355334253473453</c:v>
                </c:pt>
                <c:pt idx="5823">
                  <c:v>-1.9488692715988605</c:v>
                </c:pt>
                <c:pt idx="5824">
                  <c:v>-2.1509727666015426</c:v>
                </c:pt>
                <c:pt idx="5825">
                  <c:v>-2.0902388759231245</c:v>
                </c:pt>
                <c:pt idx="5826">
                  <c:v>-1.7045030489120589</c:v>
                </c:pt>
                <c:pt idx="5827">
                  <c:v>-1.7661292479213273</c:v>
                </c:pt>
                <c:pt idx="5828">
                  <c:v>-1.6507622942038276</c:v>
                </c:pt>
                <c:pt idx="5829">
                  <c:v>-1.4933137223260506</c:v>
                </c:pt>
                <c:pt idx="5830">
                  <c:v>-1.2243775847590315</c:v>
                </c:pt>
                <c:pt idx="5831">
                  <c:v>-0.5153064613647067</c:v>
                </c:pt>
                <c:pt idx="5832">
                  <c:v>-0.19327136092550826</c:v>
                </c:pt>
                <c:pt idx="5833">
                  <c:v>-6.7751676472851449E-2</c:v>
                </c:pt>
                <c:pt idx="5834">
                  <c:v>-2.2963180932609774E-3</c:v>
                </c:pt>
                <c:pt idx="5835">
                  <c:v>5.2748249644589122E-2</c:v>
                </c:pt>
                <c:pt idx="5836">
                  <c:v>8.9241164038418294E-2</c:v>
                </c:pt>
                <c:pt idx="5837">
                  <c:v>9.2295826876931164E-2</c:v>
                </c:pt>
                <c:pt idx="5838">
                  <c:v>7.6204254525972528E-2</c:v>
                </c:pt>
                <c:pt idx="5839">
                  <c:v>-0.31880476355738752</c:v>
                </c:pt>
                <c:pt idx="5840">
                  <c:v>-1.6699693153382356</c:v>
                </c:pt>
                <c:pt idx="5841">
                  <c:v>-1.9132068516332899</c:v>
                </c:pt>
                <c:pt idx="5842">
                  <c:v>-2.1915204358143412</c:v>
                </c:pt>
                <c:pt idx="5843">
                  <c:v>-2.6251774124635436</c:v>
                </c:pt>
                <c:pt idx="5844">
                  <c:v>-2.572528652755008</c:v>
                </c:pt>
                <c:pt idx="5845">
                  <c:v>-2.5054601849237126</c:v>
                </c:pt>
                <c:pt idx="5846">
                  <c:v>-2.7862179548928356</c:v>
                </c:pt>
                <c:pt idx="5847">
                  <c:v>-3.4369626879707398</c:v>
                </c:pt>
                <c:pt idx="5848">
                  <c:v>-2.6933675964220574</c:v>
                </c:pt>
                <c:pt idx="5849">
                  <c:v>-2.3516261662155586</c:v>
                </c:pt>
                <c:pt idx="5850">
                  <c:v>-1.9828550539056014</c:v>
                </c:pt>
                <c:pt idx="5851">
                  <c:v>-1.4182405810891252</c:v>
                </c:pt>
                <c:pt idx="5852">
                  <c:v>-1.212659411532796</c:v>
                </c:pt>
                <c:pt idx="5853">
                  <c:v>-1.0809858555650822</c:v>
                </c:pt>
                <c:pt idx="5854">
                  <c:v>-0.86153742865880423</c:v>
                </c:pt>
                <c:pt idx="5855">
                  <c:v>-0.57927562838476276</c:v>
                </c:pt>
                <c:pt idx="5856">
                  <c:v>-0.15478706688545571</c:v>
                </c:pt>
                <c:pt idx="5857">
                  <c:v>-0.10157359292039209</c:v>
                </c:pt>
                <c:pt idx="5858">
                  <c:v>-3.1580289099680935E-2</c:v>
                </c:pt>
                <c:pt idx="5859">
                  <c:v>-6.3191989775239726E-4</c:v>
                </c:pt>
                <c:pt idx="5860">
                  <c:v>3.3527997904671536E-2</c:v>
                </c:pt>
                <c:pt idx="5861">
                  <c:v>3.3828089854740055E-2</c:v>
                </c:pt>
                <c:pt idx="5862">
                  <c:v>2.2028354042010461E-2</c:v>
                </c:pt>
                <c:pt idx="5863">
                  <c:v>-0.33442526161582503</c:v>
                </c:pt>
                <c:pt idx="5864">
                  <c:v>-1.7548973287192535</c:v>
                </c:pt>
                <c:pt idx="5865">
                  <c:v>-2.1820226012636055</c:v>
                </c:pt>
                <c:pt idx="5866">
                  <c:v>-2.0123779006190889</c:v>
                </c:pt>
                <c:pt idx="5867">
                  <c:v>-2.1125517122374702</c:v>
                </c:pt>
                <c:pt idx="5868">
                  <c:v>-1.9570154948286866</c:v>
                </c:pt>
                <c:pt idx="5869">
                  <c:v>-2.1148643241684875</c:v>
                </c:pt>
                <c:pt idx="5870">
                  <c:v>-2.2584412650485328</c:v>
                </c:pt>
                <c:pt idx="5871">
                  <c:v>-1.8366509898545869</c:v>
                </c:pt>
                <c:pt idx="5872">
                  <c:v>-1.4255444459007711</c:v>
                </c:pt>
                <c:pt idx="5873">
                  <c:v>-1.496207586211729</c:v>
                </c:pt>
                <c:pt idx="5874">
                  <c:v>-1.5861957831580189</c:v>
                </c:pt>
                <c:pt idx="5875">
                  <c:v>-1.308598094474634</c:v>
                </c:pt>
                <c:pt idx="5876">
                  <c:v>-0.7563883148224414</c:v>
                </c:pt>
                <c:pt idx="5877">
                  <c:v>-0.36005965148117541</c:v>
                </c:pt>
                <c:pt idx="5878">
                  <c:v>6.5122114553461785E-2</c:v>
                </c:pt>
                <c:pt idx="5879">
                  <c:v>-3.5488274600020738E-3</c:v>
                </c:pt>
                <c:pt idx="5880">
                  <c:v>7.1305870461606913E-2</c:v>
                </c:pt>
                <c:pt idx="5881">
                  <c:v>7.3429310622040986E-2</c:v>
                </c:pt>
                <c:pt idx="5882">
                  <c:v>8.1772012320224227E-2</c:v>
                </c:pt>
                <c:pt idx="5883">
                  <c:v>8.7094579965537697E-2</c:v>
                </c:pt>
                <c:pt idx="5884">
                  <c:v>8.4061854657764737E-2</c:v>
                </c:pt>
                <c:pt idx="5885">
                  <c:v>0.44356339980297299</c:v>
                </c:pt>
                <c:pt idx="5886">
                  <c:v>0.85914259289253114</c:v>
                </c:pt>
                <c:pt idx="5887">
                  <c:v>0.53734365676665041</c:v>
                </c:pt>
                <c:pt idx="5888">
                  <c:v>9.3488027162878337E-2</c:v>
                </c:pt>
                <c:pt idx="5889">
                  <c:v>9.3364768291003944E-2</c:v>
                </c:pt>
                <c:pt idx="5890">
                  <c:v>4.0955290692468921E-2</c:v>
                </c:pt>
                <c:pt idx="5891">
                  <c:v>7.454646562612964E-2</c:v>
                </c:pt>
                <c:pt idx="5892">
                  <c:v>7.1205149305690218E-2</c:v>
                </c:pt>
                <c:pt idx="5893">
                  <c:v>-7.0804155390347442E-2</c:v>
                </c:pt>
                <c:pt idx="5894">
                  <c:v>-0.26188497361777124</c:v>
                </c:pt>
                <c:pt idx="5895">
                  <c:v>-0.24713941728843961</c:v>
                </c:pt>
                <c:pt idx="5896">
                  <c:v>-0.3906753511550568</c:v>
                </c:pt>
                <c:pt idx="5897">
                  <c:v>-0.22004680929985035</c:v>
                </c:pt>
                <c:pt idx="5898">
                  <c:v>-0.25469214879153551</c:v>
                </c:pt>
                <c:pt idx="5899">
                  <c:v>-0.53092150358589796</c:v>
                </c:pt>
                <c:pt idx="5900">
                  <c:v>-0.12830862684702035</c:v>
                </c:pt>
                <c:pt idx="5901">
                  <c:v>-0.16441087010024605</c:v>
                </c:pt>
                <c:pt idx="5902">
                  <c:v>6.9154588178082302E-2</c:v>
                </c:pt>
                <c:pt idx="5903">
                  <c:v>7.9261896141241059E-2</c:v>
                </c:pt>
                <c:pt idx="5904">
                  <c:v>8.7062638206819018E-2</c:v>
                </c:pt>
                <c:pt idx="5905">
                  <c:v>8.5898165517701422E-2</c:v>
                </c:pt>
                <c:pt idx="5906">
                  <c:v>7.3965024306764771E-2</c:v>
                </c:pt>
                <c:pt idx="5907">
                  <c:v>0.67832918607121961</c:v>
                </c:pt>
                <c:pt idx="5908">
                  <c:v>0.9743037723404343</c:v>
                </c:pt>
                <c:pt idx="5909">
                  <c:v>1.0272065542894699</c:v>
                </c:pt>
                <c:pt idx="5910">
                  <c:v>1.0067142958804607</c:v>
                </c:pt>
                <c:pt idx="5911">
                  <c:v>0.87072645141361582</c:v>
                </c:pt>
                <c:pt idx="5912">
                  <c:v>0.73310780076511239</c:v>
                </c:pt>
                <c:pt idx="5913">
                  <c:v>0.42715003843813376</c:v>
                </c:pt>
                <c:pt idx="5914">
                  <c:v>7.3350802875775972E-2</c:v>
                </c:pt>
                <c:pt idx="5915">
                  <c:v>4.3989028744103847E-2</c:v>
                </c:pt>
                <c:pt idx="5916">
                  <c:v>3.8930402888579914E-2</c:v>
                </c:pt>
                <c:pt idx="5917">
                  <c:v>2.4378511357428034E-2</c:v>
                </c:pt>
                <c:pt idx="5918">
                  <c:v>-0.35208920268837934</c:v>
                </c:pt>
                <c:pt idx="5919">
                  <c:v>-0.99530227965769236</c:v>
                </c:pt>
                <c:pt idx="5920">
                  <c:v>-0.26062022051376443</c:v>
                </c:pt>
                <c:pt idx="5921">
                  <c:v>4.7367302486981963E-3</c:v>
                </c:pt>
                <c:pt idx="5922">
                  <c:v>1.4746012544467337E-2</c:v>
                </c:pt>
                <c:pt idx="5923">
                  <c:v>2.3090963458607856E-2</c:v>
                </c:pt>
                <c:pt idx="5924">
                  <c:v>2.9912431352867634E-2</c:v>
                </c:pt>
                <c:pt idx="5925">
                  <c:v>4.4504742770296292E-2</c:v>
                </c:pt>
                <c:pt idx="5926">
                  <c:v>6.2469448673859271E-2</c:v>
                </c:pt>
                <c:pt idx="5927">
                  <c:v>7.0130706359086373E-2</c:v>
                </c:pt>
                <c:pt idx="5928">
                  <c:v>6.1338610797587373E-2</c:v>
                </c:pt>
                <c:pt idx="5929">
                  <c:v>7.8795768353706303E-2</c:v>
                </c:pt>
                <c:pt idx="5930">
                  <c:v>9.6297702083357181E-2</c:v>
                </c:pt>
                <c:pt idx="5931">
                  <c:v>8.6846485492590983E-2</c:v>
                </c:pt>
                <c:pt idx="5932">
                  <c:v>0.10161518703341917</c:v>
                </c:pt>
                <c:pt idx="5933">
                  <c:v>9.3949024078671464E-2</c:v>
                </c:pt>
                <c:pt idx="5934">
                  <c:v>3.9585648722881055E-2</c:v>
                </c:pt>
                <c:pt idx="5935">
                  <c:v>4.8179875845157601E-2</c:v>
                </c:pt>
                <c:pt idx="5936">
                  <c:v>5.8045545736127073E-2</c:v>
                </c:pt>
                <c:pt idx="5937">
                  <c:v>0.10747602283738755</c:v>
                </c:pt>
                <c:pt idx="5938">
                  <c:v>5.4856155736285946E-2</c:v>
                </c:pt>
                <c:pt idx="5939">
                  <c:v>-0.14896707970292011</c:v>
                </c:pt>
                <c:pt idx="5940">
                  <c:v>-1.0102151652307059</c:v>
                </c:pt>
                <c:pt idx="5941">
                  <c:v>-1.0535693917132292</c:v>
                </c:pt>
                <c:pt idx="5942">
                  <c:v>-0.80551533005535003</c:v>
                </c:pt>
                <c:pt idx="5943">
                  <c:v>-0.850706624249295</c:v>
                </c:pt>
                <c:pt idx="5944">
                  <c:v>-0.75409407910946991</c:v>
                </c:pt>
                <c:pt idx="5945">
                  <c:v>-0.84813037610262865</c:v>
                </c:pt>
                <c:pt idx="5946">
                  <c:v>-0.82868087371395072</c:v>
                </c:pt>
                <c:pt idx="5947">
                  <c:v>-0.61176000054816793</c:v>
                </c:pt>
                <c:pt idx="5948">
                  <c:v>-0.56678015470434129</c:v>
                </c:pt>
                <c:pt idx="5949">
                  <c:v>-8.1006936499437576E-2</c:v>
                </c:pt>
                <c:pt idx="5950">
                  <c:v>-0.38068751127935202</c:v>
                </c:pt>
                <c:pt idx="5951">
                  <c:v>-5.2894421932839254E-3</c:v>
                </c:pt>
                <c:pt idx="5952">
                  <c:v>8.8833475168285519E-3</c:v>
                </c:pt>
                <c:pt idx="5953">
                  <c:v>-2.4248813660418095E-3</c:v>
                </c:pt>
                <c:pt idx="5954">
                  <c:v>4.4118813777921713E-2</c:v>
                </c:pt>
                <c:pt idx="5955">
                  <c:v>0.10534995024218381</c:v>
                </c:pt>
                <c:pt idx="5956">
                  <c:v>9.2560466953928403E-2</c:v>
                </c:pt>
                <c:pt idx="5957">
                  <c:v>8.3677290733434051E-2</c:v>
                </c:pt>
                <c:pt idx="5958">
                  <c:v>7.6190322703831304E-2</c:v>
                </c:pt>
                <c:pt idx="5959">
                  <c:v>5.2560486991749367E-2</c:v>
                </c:pt>
                <c:pt idx="5960">
                  <c:v>5.8567375314301479E-2</c:v>
                </c:pt>
                <c:pt idx="5961">
                  <c:v>5.5042384900165858E-2</c:v>
                </c:pt>
                <c:pt idx="5962">
                  <c:v>9.7933137382906946E-2</c:v>
                </c:pt>
                <c:pt idx="5963">
                  <c:v>9.2300300624844987E-3</c:v>
                </c:pt>
                <c:pt idx="5964">
                  <c:v>-1.0936239122247535</c:v>
                </c:pt>
                <c:pt idx="5965">
                  <c:v>-0.99762795208276711</c:v>
                </c:pt>
                <c:pt idx="5966">
                  <c:v>-0.70637497135073868</c:v>
                </c:pt>
                <c:pt idx="5967">
                  <c:v>-0.52048377257399681</c:v>
                </c:pt>
                <c:pt idx="5968">
                  <c:v>-0.58970525513578576</c:v>
                </c:pt>
                <c:pt idx="5969">
                  <c:v>-0.38233185005174802</c:v>
                </c:pt>
                <c:pt idx="5970">
                  <c:v>-0.24166797599860312</c:v>
                </c:pt>
                <c:pt idx="5971">
                  <c:v>-0.33326787703422267</c:v>
                </c:pt>
                <c:pt idx="5972">
                  <c:v>-3.3901313898729704E-2</c:v>
                </c:pt>
                <c:pt idx="5973">
                  <c:v>5.0737077871035458E-2</c:v>
                </c:pt>
                <c:pt idx="5974">
                  <c:v>7.3996239105063644E-2</c:v>
                </c:pt>
                <c:pt idx="5975">
                  <c:v>0.10913283196540606</c:v>
                </c:pt>
                <c:pt idx="5976">
                  <c:v>8.1726263956632447E-2</c:v>
                </c:pt>
                <c:pt idx="5977">
                  <c:v>8.5140304586317467E-2</c:v>
                </c:pt>
                <c:pt idx="5978">
                  <c:v>8.9187768318265262E-2</c:v>
                </c:pt>
                <c:pt idx="5979">
                  <c:v>8.0747877109471733E-2</c:v>
                </c:pt>
                <c:pt idx="5980">
                  <c:v>8.9890180096394268E-2</c:v>
                </c:pt>
                <c:pt idx="5981">
                  <c:v>8.2080475658094829E-2</c:v>
                </c:pt>
                <c:pt idx="5982">
                  <c:v>7.526921759710449E-2</c:v>
                </c:pt>
                <c:pt idx="5983">
                  <c:v>6.4916686931505457E-2</c:v>
                </c:pt>
                <c:pt idx="5984">
                  <c:v>7.8658864919272389E-2</c:v>
                </c:pt>
                <c:pt idx="5985">
                  <c:v>9.4536852211956998E-2</c:v>
                </c:pt>
                <c:pt idx="5986">
                  <c:v>0.1045838972272691</c:v>
                </c:pt>
                <c:pt idx="5987">
                  <c:v>8.8762850034864907E-2</c:v>
                </c:pt>
                <c:pt idx="5988">
                  <c:v>0.1081491457819521</c:v>
                </c:pt>
                <c:pt idx="5989">
                  <c:v>0.10971468194264671</c:v>
                </c:pt>
                <c:pt idx="5990">
                  <c:v>9.9423377458451243E-2</c:v>
                </c:pt>
                <c:pt idx="5991">
                  <c:v>9.1580486963570615E-2</c:v>
                </c:pt>
                <c:pt idx="5992">
                  <c:v>0.13194226365972495</c:v>
                </c:pt>
                <c:pt idx="5993">
                  <c:v>7.4260606392705902E-2</c:v>
                </c:pt>
                <c:pt idx="5994">
                  <c:v>8.1739788540637265E-2</c:v>
                </c:pt>
                <c:pt idx="5995">
                  <c:v>9.6266724734399109E-2</c:v>
                </c:pt>
                <c:pt idx="5996">
                  <c:v>9.0633550234332658E-2</c:v>
                </c:pt>
                <c:pt idx="5997">
                  <c:v>0.10425642753436279</c:v>
                </c:pt>
                <c:pt idx="5998">
                  <c:v>8.5859975236499714E-2</c:v>
                </c:pt>
                <c:pt idx="5999">
                  <c:v>0.62476269306660548</c:v>
                </c:pt>
                <c:pt idx="6000">
                  <c:v>1.019884167959459</c:v>
                </c:pt>
                <c:pt idx="6001">
                  <c:v>0.83134420068106496</c:v>
                </c:pt>
                <c:pt idx="6002">
                  <c:v>0.7867322527039905</c:v>
                </c:pt>
                <c:pt idx="6003">
                  <c:v>0.67601196125624652</c:v>
                </c:pt>
                <c:pt idx="6004">
                  <c:v>0.63718918760135601</c:v>
                </c:pt>
                <c:pt idx="6005">
                  <c:v>0.61346127390240124</c:v>
                </c:pt>
                <c:pt idx="6006">
                  <c:v>0.590105496223991</c:v>
                </c:pt>
                <c:pt idx="6007">
                  <c:v>0.57167757070380709</c:v>
                </c:pt>
                <c:pt idx="6008">
                  <c:v>0.53049392801435791</c:v>
                </c:pt>
                <c:pt idx="6009">
                  <c:v>0.49641184148126399</c:v>
                </c:pt>
                <c:pt idx="6010">
                  <c:v>0.18628772990729081</c:v>
                </c:pt>
                <c:pt idx="6011">
                  <c:v>8.8226480188217465E-2</c:v>
                </c:pt>
                <c:pt idx="6012">
                  <c:v>7.7819746385439689E-2</c:v>
                </c:pt>
                <c:pt idx="6013">
                  <c:v>8.1129219072484549E-2</c:v>
                </c:pt>
                <c:pt idx="6014">
                  <c:v>0.13989658727765372</c:v>
                </c:pt>
                <c:pt idx="6015">
                  <c:v>8.1106971289839486E-2</c:v>
                </c:pt>
                <c:pt idx="6016">
                  <c:v>-2.0607006461530207E-2</c:v>
                </c:pt>
                <c:pt idx="6017">
                  <c:v>-0.19034498999846844</c:v>
                </c:pt>
                <c:pt idx="6018">
                  <c:v>-0.40434029562347157</c:v>
                </c:pt>
                <c:pt idx="6019">
                  <c:v>-0.42178968765358804</c:v>
                </c:pt>
                <c:pt idx="6020">
                  <c:v>-8.8991212860743504E-2</c:v>
                </c:pt>
                <c:pt idx="6021">
                  <c:v>7.5911289127177289E-2</c:v>
                </c:pt>
                <c:pt idx="6022">
                  <c:v>6.7999997078169644E-2</c:v>
                </c:pt>
                <c:pt idx="6023">
                  <c:v>8.7796368486503115E-2</c:v>
                </c:pt>
                <c:pt idx="6024">
                  <c:v>8.2622905638706765E-2</c:v>
                </c:pt>
                <c:pt idx="6025">
                  <c:v>8.0949177456929103E-2</c:v>
                </c:pt>
                <c:pt idx="6026">
                  <c:v>7.9305391007387718E-2</c:v>
                </c:pt>
                <c:pt idx="6027">
                  <c:v>0.52219665917006375</c:v>
                </c:pt>
                <c:pt idx="6028">
                  <c:v>0.94504352100078948</c:v>
                </c:pt>
                <c:pt idx="6029">
                  <c:v>0.91175319635522389</c:v>
                </c:pt>
                <c:pt idx="6030">
                  <c:v>0.77439916976204259</c:v>
                </c:pt>
                <c:pt idx="6031">
                  <c:v>0.6717066481925078</c:v>
                </c:pt>
                <c:pt idx="6032">
                  <c:v>0.43394158933400329</c:v>
                </c:pt>
                <c:pt idx="6033">
                  <c:v>0.1382482248022337</c:v>
                </c:pt>
                <c:pt idx="6034">
                  <c:v>0.10869676549237996</c:v>
                </c:pt>
                <c:pt idx="6035">
                  <c:v>7.5147434878376454E-2</c:v>
                </c:pt>
                <c:pt idx="6036">
                  <c:v>7.961050274930552E-2</c:v>
                </c:pt>
                <c:pt idx="6037">
                  <c:v>5.3431672670089102E-2</c:v>
                </c:pt>
                <c:pt idx="6038">
                  <c:v>-0.29646253896351216</c:v>
                </c:pt>
                <c:pt idx="6039">
                  <c:v>-3.5505820901615387E-2</c:v>
                </c:pt>
                <c:pt idx="6040">
                  <c:v>-0.25536561529034979</c:v>
                </c:pt>
                <c:pt idx="6041">
                  <c:v>-0.37014184826310947</c:v>
                </c:pt>
                <c:pt idx="6042">
                  <c:v>-0.38046916453276647</c:v>
                </c:pt>
                <c:pt idx="6043">
                  <c:v>-0.1062354426915421</c:v>
                </c:pt>
                <c:pt idx="6044">
                  <c:v>1.8653069301182709E-2</c:v>
                </c:pt>
                <c:pt idx="6045">
                  <c:v>-4.6411001664298908E-2</c:v>
                </c:pt>
                <c:pt idx="6046">
                  <c:v>7.0083590920622024E-2</c:v>
                </c:pt>
                <c:pt idx="6047">
                  <c:v>8.0574183790690992E-2</c:v>
                </c:pt>
                <c:pt idx="6048">
                  <c:v>7.3946050558460416E-2</c:v>
                </c:pt>
                <c:pt idx="6049">
                  <c:v>8.3392681621902637E-2</c:v>
                </c:pt>
                <c:pt idx="6050">
                  <c:v>7.9209768928131488E-2</c:v>
                </c:pt>
                <c:pt idx="6051">
                  <c:v>8.4097749377216466E-2</c:v>
                </c:pt>
                <c:pt idx="6052">
                  <c:v>8.4905556870932694E-2</c:v>
                </c:pt>
                <c:pt idx="6053">
                  <c:v>8.3499108165570032E-2</c:v>
                </c:pt>
                <c:pt idx="6054">
                  <c:v>7.7588319639945141E-2</c:v>
                </c:pt>
                <c:pt idx="6055">
                  <c:v>7.6710426974553186E-2</c:v>
                </c:pt>
                <c:pt idx="6056">
                  <c:v>6.6462663154115018E-2</c:v>
                </c:pt>
                <c:pt idx="6057">
                  <c:v>7.9704826533451498E-2</c:v>
                </c:pt>
                <c:pt idx="6058">
                  <c:v>2.8108413686749031E-2</c:v>
                </c:pt>
                <c:pt idx="6059">
                  <c:v>-0.20995515963999559</c:v>
                </c:pt>
                <c:pt idx="6060">
                  <c:v>-0.56945347590462658</c:v>
                </c:pt>
                <c:pt idx="6061">
                  <c:v>-0.32802232369519224</c:v>
                </c:pt>
                <c:pt idx="6062">
                  <c:v>-0.68524567764199207</c:v>
                </c:pt>
                <c:pt idx="6063">
                  <c:v>-0.37262125868682122</c:v>
                </c:pt>
                <c:pt idx="6064">
                  <c:v>-1.1962181834365224</c:v>
                </c:pt>
                <c:pt idx="6065">
                  <c:v>-0.56563973757474106</c:v>
                </c:pt>
                <c:pt idx="6066">
                  <c:v>-0.79124396891385929</c:v>
                </c:pt>
                <c:pt idx="6067">
                  <c:v>-0.80610290628644488</c:v>
                </c:pt>
                <c:pt idx="6068">
                  <c:v>-0.73968719600746458</c:v>
                </c:pt>
                <c:pt idx="6069">
                  <c:v>-0.75919836804013852</c:v>
                </c:pt>
                <c:pt idx="6070">
                  <c:v>-0.25652978393975023</c:v>
                </c:pt>
                <c:pt idx="6071">
                  <c:v>5.9822475031108241E-2</c:v>
                </c:pt>
                <c:pt idx="6072">
                  <c:v>7.5850610336374677E-2</c:v>
                </c:pt>
                <c:pt idx="6073">
                  <c:v>6.6374378703855402E-2</c:v>
                </c:pt>
                <c:pt idx="6074">
                  <c:v>5.0704121257941347E-2</c:v>
                </c:pt>
                <c:pt idx="6075">
                  <c:v>4.8903252698158477E-2</c:v>
                </c:pt>
                <c:pt idx="6076">
                  <c:v>6.923327475878796E-2</c:v>
                </c:pt>
                <c:pt idx="6077">
                  <c:v>9.5290838860566884E-2</c:v>
                </c:pt>
                <c:pt idx="6078">
                  <c:v>7.11708977320782E-2</c:v>
                </c:pt>
                <c:pt idx="6079">
                  <c:v>5.0660786727456206E-2</c:v>
                </c:pt>
                <c:pt idx="6080">
                  <c:v>-0.41628812417194633</c:v>
                </c:pt>
                <c:pt idx="6081">
                  <c:v>-0.5568324341688009</c:v>
                </c:pt>
                <c:pt idx="6082">
                  <c:v>-0.75121781553197486</c:v>
                </c:pt>
                <c:pt idx="6083">
                  <c:v>-0.79460280967659946</c:v>
                </c:pt>
                <c:pt idx="6084">
                  <c:v>-1.2470726679989332</c:v>
                </c:pt>
                <c:pt idx="6085">
                  <c:v>-1.1942779501229561</c:v>
                </c:pt>
                <c:pt idx="6086">
                  <c:v>-1.1322135293323825</c:v>
                </c:pt>
                <c:pt idx="6087">
                  <c:v>-1.2619580839846709</c:v>
                </c:pt>
                <c:pt idx="6088">
                  <c:v>-1.2997909368547866</c:v>
                </c:pt>
                <c:pt idx="6089">
                  <c:v>-0.9155156679029457</c:v>
                </c:pt>
                <c:pt idx="6090">
                  <c:v>-1.3075964934765834</c:v>
                </c:pt>
                <c:pt idx="6091">
                  <c:v>-0.67168836903684437</c:v>
                </c:pt>
                <c:pt idx="6092">
                  <c:v>-0.98224081136210306</c:v>
                </c:pt>
                <c:pt idx="6093">
                  <c:v>-0.8837737289787897</c:v>
                </c:pt>
                <c:pt idx="6094">
                  <c:v>-0.8804373897478891</c:v>
                </c:pt>
                <c:pt idx="6095">
                  <c:v>-0.69232607900034038</c:v>
                </c:pt>
                <c:pt idx="6096">
                  <c:v>-2.8465639231101188E-2</c:v>
                </c:pt>
                <c:pt idx="6097">
                  <c:v>-4.3443708426780026E-2</c:v>
                </c:pt>
                <c:pt idx="6098">
                  <c:v>-3.781750645666427E-2</c:v>
                </c:pt>
                <c:pt idx="6099">
                  <c:v>1.3402305572007099E-2</c:v>
                </c:pt>
                <c:pt idx="6100">
                  <c:v>4.4003495868196844E-2</c:v>
                </c:pt>
                <c:pt idx="6101">
                  <c:v>6.5705427858214774E-2</c:v>
                </c:pt>
                <c:pt idx="6102">
                  <c:v>5.605601108464249E-2</c:v>
                </c:pt>
                <c:pt idx="6103">
                  <c:v>-0.54676756349120503</c:v>
                </c:pt>
                <c:pt idx="6104">
                  <c:v>-1.1063495699051782</c:v>
                </c:pt>
                <c:pt idx="6105">
                  <c:v>-0.69699540525952863</c:v>
                </c:pt>
                <c:pt idx="6106">
                  <c:v>-0.92995861101788813</c:v>
                </c:pt>
                <c:pt idx="6107">
                  <c:v>-1.0129859839914563</c:v>
                </c:pt>
                <c:pt idx="6108">
                  <c:v>-1.3296372096123799</c:v>
                </c:pt>
                <c:pt idx="6109">
                  <c:v>-1.2565098302521982</c:v>
                </c:pt>
                <c:pt idx="6110">
                  <c:v>-1.4007333897332699</c:v>
                </c:pt>
                <c:pt idx="6111">
                  <c:v>-1.7181957377764825</c:v>
                </c:pt>
                <c:pt idx="6112">
                  <c:v>-1.4887333839070946</c:v>
                </c:pt>
                <c:pt idx="6113">
                  <c:v>-1.4391695966740088</c:v>
                </c:pt>
                <c:pt idx="6114">
                  <c:v>-1.4087086608167769</c:v>
                </c:pt>
                <c:pt idx="6115">
                  <c:v>-1.2279279080286776</c:v>
                </c:pt>
                <c:pt idx="6116">
                  <c:v>-1.2145058295392579</c:v>
                </c:pt>
                <c:pt idx="6117">
                  <c:v>-1.1966793383633696</c:v>
                </c:pt>
                <c:pt idx="6118">
                  <c:v>-0.99711758432204667</c:v>
                </c:pt>
                <c:pt idx="6119">
                  <c:v>-0.38506338646927746</c:v>
                </c:pt>
                <c:pt idx="6120">
                  <c:v>3.2789384554219932E-2</c:v>
                </c:pt>
                <c:pt idx="6121">
                  <c:v>6.3195719504533579E-2</c:v>
                </c:pt>
                <c:pt idx="6122">
                  <c:v>7.7009796787928686E-2</c:v>
                </c:pt>
                <c:pt idx="6123">
                  <c:v>3.5169575080391431E-2</c:v>
                </c:pt>
                <c:pt idx="6124">
                  <c:v>6.9280255522769424E-2</c:v>
                </c:pt>
                <c:pt idx="6125">
                  <c:v>6.6166737411436791E-2</c:v>
                </c:pt>
                <c:pt idx="6126">
                  <c:v>8.1237704044636386E-2</c:v>
                </c:pt>
                <c:pt idx="6127">
                  <c:v>-0.2656610564260935</c:v>
                </c:pt>
                <c:pt idx="6128">
                  <c:v>-0.47987526860905627</c:v>
                </c:pt>
                <c:pt idx="6129">
                  <c:v>-0.13568382416216121</c:v>
                </c:pt>
                <c:pt idx="6130">
                  <c:v>-0.24062376262153296</c:v>
                </c:pt>
                <c:pt idx="6131">
                  <c:v>-0.43142312759545165</c:v>
                </c:pt>
                <c:pt idx="6132">
                  <c:v>-0.42636263691207454</c:v>
                </c:pt>
                <c:pt idx="6133">
                  <c:v>-0.68166887943499577</c:v>
                </c:pt>
                <c:pt idx="6134">
                  <c:v>-0.56646970208581759</c:v>
                </c:pt>
                <c:pt idx="6135">
                  <c:v>-0.66144660846476222</c:v>
                </c:pt>
                <c:pt idx="6136">
                  <c:v>-0.94359179845376362</c:v>
                </c:pt>
                <c:pt idx="6137">
                  <c:v>-0.79182449228533891</c:v>
                </c:pt>
                <c:pt idx="6138">
                  <c:v>-0.83146689852043432</c:v>
                </c:pt>
                <c:pt idx="6139">
                  <c:v>-0.7976186528128012</c:v>
                </c:pt>
                <c:pt idx="6140">
                  <c:v>-0.62611990984256916</c:v>
                </c:pt>
                <c:pt idx="6141">
                  <c:v>-0.66742657709466113</c:v>
                </c:pt>
                <c:pt idx="6142">
                  <c:v>-0.53212644579657664</c:v>
                </c:pt>
                <c:pt idx="6143">
                  <c:v>-0.15625904196174431</c:v>
                </c:pt>
                <c:pt idx="6144">
                  <c:v>-2.3434350043506708E-2</c:v>
                </c:pt>
                <c:pt idx="6145">
                  <c:v>1.6717011294315968E-2</c:v>
                </c:pt>
                <c:pt idx="6146">
                  <c:v>2.4983289286797994E-2</c:v>
                </c:pt>
                <c:pt idx="6147">
                  <c:v>3.5533787313460109E-2</c:v>
                </c:pt>
                <c:pt idx="6148">
                  <c:v>5.2099480920795277E-2</c:v>
                </c:pt>
                <c:pt idx="6149">
                  <c:v>6.0508333080366593E-2</c:v>
                </c:pt>
                <c:pt idx="6150">
                  <c:v>4.5987404462404818E-2</c:v>
                </c:pt>
                <c:pt idx="6151">
                  <c:v>-0.52375353463054575</c:v>
                </c:pt>
                <c:pt idx="6152">
                  <c:v>-0.83733439094753237</c:v>
                </c:pt>
                <c:pt idx="6153">
                  <c:v>-0.71896736386928939</c:v>
                </c:pt>
                <c:pt idx="6154">
                  <c:v>-0.89257710798035184</c:v>
                </c:pt>
                <c:pt idx="6155">
                  <c:v>-1.3647194401034086</c:v>
                </c:pt>
                <c:pt idx="6156">
                  <c:v>-0.97129978486844848</c:v>
                </c:pt>
                <c:pt idx="6157">
                  <c:v>-0.94569165598429883</c:v>
                </c:pt>
                <c:pt idx="6158">
                  <c:v>-1.1047780374304417</c:v>
                </c:pt>
                <c:pt idx="6159">
                  <c:v>-1.2038301143917176</c:v>
                </c:pt>
                <c:pt idx="6160">
                  <c:v>-1.1155777185301365</c:v>
                </c:pt>
                <c:pt idx="6161">
                  <c:v>-1.0470138469957599</c:v>
                </c:pt>
                <c:pt idx="6162">
                  <c:v>-0.93055836775236678</c:v>
                </c:pt>
                <c:pt idx="6163">
                  <c:v>-0.80069075164289194</c:v>
                </c:pt>
                <c:pt idx="6164">
                  <c:v>-0.72894968762540591</c:v>
                </c:pt>
                <c:pt idx="6165">
                  <c:v>-0.38952540293947419</c:v>
                </c:pt>
                <c:pt idx="6166">
                  <c:v>-0.45123374349502926</c:v>
                </c:pt>
                <c:pt idx="6167">
                  <c:v>-0.15290755452106228</c:v>
                </c:pt>
                <c:pt idx="6168">
                  <c:v>4.5226807347894214E-2</c:v>
                </c:pt>
                <c:pt idx="6169">
                  <c:v>4.8832998790674681E-2</c:v>
                </c:pt>
                <c:pt idx="6170">
                  <c:v>3.1913919508242808E-2</c:v>
                </c:pt>
                <c:pt idx="6171">
                  <c:v>4.3433300165648878E-2</c:v>
                </c:pt>
                <c:pt idx="6172">
                  <c:v>6.5506976322041943E-2</c:v>
                </c:pt>
                <c:pt idx="6173">
                  <c:v>6.8884113984831755E-2</c:v>
                </c:pt>
                <c:pt idx="6174">
                  <c:v>8.1045756848564438E-2</c:v>
                </c:pt>
                <c:pt idx="6175">
                  <c:v>-0.37639940711414949</c:v>
                </c:pt>
                <c:pt idx="6176">
                  <c:v>-0.80840781267708151</c:v>
                </c:pt>
                <c:pt idx="6177">
                  <c:v>-0.87375155568992391</c:v>
                </c:pt>
                <c:pt idx="6178">
                  <c:v>-1.3463978250622861</c:v>
                </c:pt>
                <c:pt idx="6179">
                  <c:v>-1.392510647581916</c:v>
                </c:pt>
                <c:pt idx="6180">
                  <c:v>-1.4589953947714249</c:v>
                </c:pt>
                <c:pt idx="6181">
                  <c:v>-1.7208793073336326</c:v>
                </c:pt>
                <c:pt idx="6182">
                  <c:v>-0.96121113624350485</c:v>
                </c:pt>
                <c:pt idx="6183">
                  <c:v>-0.61388418701905789</c:v>
                </c:pt>
                <c:pt idx="6184">
                  <c:v>-0.71877914744205429</c:v>
                </c:pt>
                <c:pt idx="6185">
                  <c:v>-0.8089433407775779</c:v>
                </c:pt>
                <c:pt idx="6186">
                  <c:v>-0.94916018212193687</c:v>
                </c:pt>
                <c:pt idx="6187">
                  <c:v>-1.037453260212793</c:v>
                </c:pt>
                <c:pt idx="6188">
                  <c:v>-0.98173059335106805</c:v>
                </c:pt>
                <c:pt idx="6189">
                  <c:v>-0.70479139760596421</c:v>
                </c:pt>
                <c:pt idx="6190">
                  <c:v>-0.8242566529953157</c:v>
                </c:pt>
                <c:pt idx="6191">
                  <c:v>-0.37501259960816813</c:v>
                </c:pt>
                <c:pt idx="6192">
                  <c:v>-5.4268545462536361E-3</c:v>
                </c:pt>
                <c:pt idx="6193">
                  <c:v>-8.1708829920663761E-3</c:v>
                </c:pt>
                <c:pt idx="6194">
                  <c:v>6.8057549865518929E-3</c:v>
                </c:pt>
                <c:pt idx="6195">
                  <c:v>4.7488839169394371E-2</c:v>
                </c:pt>
                <c:pt idx="6196">
                  <c:v>6.439815542467503E-2</c:v>
                </c:pt>
                <c:pt idx="6197">
                  <c:v>6.8011134833390718E-2</c:v>
                </c:pt>
                <c:pt idx="6198">
                  <c:v>7.2907667673351856E-2</c:v>
                </c:pt>
                <c:pt idx="6199">
                  <c:v>7.9668367352775202E-2</c:v>
                </c:pt>
                <c:pt idx="6200">
                  <c:v>8.1965043695591197E-2</c:v>
                </c:pt>
                <c:pt idx="6201">
                  <c:v>7.9914794706732559E-2</c:v>
                </c:pt>
                <c:pt idx="6202">
                  <c:v>-0.46146322972029091</c:v>
                </c:pt>
                <c:pt idx="6203">
                  <c:v>-0.746977712209971</c:v>
                </c:pt>
                <c:pt idx="6204">
                  <c:v>-0.68192282499044121</c:v>
                </c:pt>
                <c:pt idx="6205">
                  <c:v>-0.84710330097448916</c:v>
                </c:pt>
                <c:pt idx="6206">
                  <c:v>-0.97446489231688693</c:v>
                </c:pt>
                <c:pt idx="6207">
                  <c:v>-0.91728653897672241</c:v>
                </c:pt>
                <c:pt idx="6208">
                  <c:v>-1.1300793267714555</c:v>
                </c:pt>
                <c:pt idx="6209">
                  <c:v>-1.0627576690972704</c:v>
                </c:pt>
                <c:pt idx="6210">
                  <c:v>-0.26209062255887078</c:v>
                </c:pt>
                <c:pt idx="6211">
                  <c:v>-0.6224076677189766</c:v>
                </c:pt>
                <c:pt idx="6212">
                  <c:v>-0.49275490326046922</c:v>
                </c:pt>
                <c:pt idx="6213">
                  <c:v>-0.35295227957194775</c:v>
                </c:pt>
                <c:pt idx="6214">
                  <c:v>-0.64198864870112593</c:v>
                </c:pt>
                <c:pt idx="6215">
                  <c:v>-0.10587460049774221</c:v>
                </c:pt>
                <c:pt idx="6216">
                  <c:v>-0.1033863993073134</c:v>
                </c:pt>
                <c:pt idx="6217">
                  <c:v>1.1253450053709264E-2</c:v>
                </c:pt>
                <c:pt idx="6218">
                  <c:v>4.7618233344295491E-2</c:v>
                </c:pt>
                <c:pt idx="6219">
                  <c:v>4.7663224562764249E-2</c:v>
                </c:pt>
                <c:pt idx="6220">
                  <c:v>7.5414720960420789E-2</c:v>
                </c:pt>
                <c:pt idx="6221">
                  <c:v>7.9971292730229557E-2</c:v>
                </c:pt>
                <c:pt idx="6222">
                  <c:v>7.9795011482986136E-2</c:v>
                </c:pt>
                <c:pt idx="6223">
                  <c:v>8.5707942339071308E-2</c:v>
                </c:pt>
                <c:pt idx="6224">
                  <c:v>8.5992754547611308E-2</c:v>
                </c:pt>
                <c:pt idx="6225">
                  <c:v>9.2499535596126448E-2</c:v>
                </c:pt>
                <c:pt idx="6226">
                  <c:v>0.10158172624646696</c:v>
                </c:pt>
                <c:pt idx="6227">
                  <c:v>9.3133168288795865E-2</c:v>
                </c:pt>
                <c:pt idx="6228">
                  <c:v>0.10119463868713226</c:v>
                </c:pt>
                <c:pt idx="6229">
                  <c:v>8.5566984985475519E-2</c:v>
                </c:pt>
                <c:pt idx="6230">
                  <c:v>7.8197127667399072E-2</c:v>
                </c:pt>
                <c:pt idx="6231">
                  <c:v>8.3338325105873856E-2</c:v>
                </c:pt>
                <c:pt idx="6232">
                  <c:v>9.465197870047308E-2</c:v>
                </c:pt>
                <c:pt idx="6233">
                  <c:v>9.5387264518512704E-2</c:v>
                </c:pt>
                <c:pt idx="6234">
                  <c:v>8.834542430765352E-2</c:v>
                </c:pt>
                <c:pt idx="6235">
                  <c:v>0.10840045792620287</c:v>
                </c:pt>
                <c:pt idx="6236">
                  <c:v>8.9423429392031406E-2</c:v>
                </c:pt>
                <c:pt idx="6237">
                  <c:v>0.10105872805227288</c:v>
                </c:pt>
                <c:pt idx="6238">
                  <c:v>8.8355293629932066E-2</c:v>
                </c:pt>
                <c:pt idx="6239">
                  <c:v>9.6808248068034175E-2</c:v>
                </c:pt>
                <c:pt idx="6240">
                  <c:v>9.8341398556610962E-2</c:v>
                </c:pt>
                <c:pt idx="6241">
                  <c:v>8.5861695244871958E-2</c:v>
                </c:pt>
                <c:pt idx="6242">
                  <c:v>8.4934777542128068E-2</c:v>
                </c:pt>
                <c:pt idx="6243">
                  <c:v>8.4893223662578357E-2</c:v>
                </c:pt>
                <c:pt idx="6244">
                  <c:v>8.538671995762849E-2</c:v>
                </c:pt>
                <c:pt idx="6245">
                  <c:v>8.0626995946997695E-2</c:v>
                </c:pt>
                <c:pt idx="6246">
                  <c:v>7.8583590007581736E-2</c:v>
                </c:pt>
                <c:pt idx="6247">
                  <c:v>7.5540861725847785E-2</c:v>
                </c:pt>
                <c:pt idx="6248">
                  <c:v>8.1485670319101214E-2</c:v>
                </c:pt>
                <c:pt idx="6249">
                  <c:v>7.6091690331225606E-2</c:v>
                </c:pt>
                <c:pt idx="6250">
                  <c:v>8.7245974327921777E-2</c:v>
                </c:pt>
                <c:pt idx="6251">
                  <c:v>8.9675641009896861E-2</c:v>
                </c:pt>
                <c:pt idx="6252">
                  <c:v>8.3648559323840896E-2</c:v>
                </c:pt>
                <c:pt idx="6253">
                  <c:v>7.1470522008410489E-2</c:v>
                </c:pt>
                <c:pt idx="6254">
                  <c:v>1.8883187090395877E-2</c:v>
                </c:pt>
                <c:pt idx="6255">
                  <c:v>-0.32239983146687901</c:v>
                </c:pt>
                <c:pt idx="6256">
                  <c:v>-0.50149268242485823</c:v>
                </c:pt>
                <c:pt idx="6257">
                  <c:v>-0.40439245311971783</c:v>
                </c:pt>
                <c:pt idx="6258">
                  <c:v>-0.41898754667805099</c:v>
                </c:pt>
                <c:pt idx="6259">
                  <c:v>-0.32653459022056036</c:v>
                </c:pt>
                <c:pt idx="6260">
                  <c:v>-0.15411165800317969</c:v>
                </c:pt>
                <c:pt idx="6261">
                  <c:v>5.6737940590651417E-2</c:v>
                </c:pt>
                <c:pt idx="6262">
                  <c:v>6.8046234326615204E-2</c:v>
                </c:pt>
                <c:pt idx="6263">
                  <c:v>9.0683710552957014E-2</c:v>
                </c:pt>
                <c:pt idx="6264">
                  <c:v>9.6507186665815911E-2</c:v>
                </c:pt>
                <c:pt idx="6265">
                  <c:v>7.7365957335844532E-2</c:v>
                </c:pt>
                <c:pt idx="6266">
                  <c:v>8.66763842716331E-2</c:v>
                </c:pt>
                <c:pt idx="6267">
                  <c:v>8.7882720216724386E-2</c:v>
                </c:pt>
                <c:pt idx="6268">
                  <c:v>7.6817038345486602E-2</c:v>
                </c:pt>
                <c:pt idx="6269">
                  <c:v>8.8653515788227402E-2</c:v>
                </c:pt>
                <c:pt idx="6270">
                  <c:v>9.2511002124884723E-2</c:v>
                </c:pt>
                <c:pt idx="6271">
                  <c:v>8.2446187961737111E-2</c:v>
                </c:pt>
                <c:pt idx="6272">
                  <c:v>7.3210304984797692E-2</c:v>
                </c:pt>
                <c:pt idx="6273">
                  <c:v>8.318101712751802E-2</c:v>
                </c:pt>
                <c:pt idx="6274">
                  <c:v>8.4400598431103355E-2</c:v>
                </c:pt>
                <c:pt idx="6275">
                  <c:v>0.11688886263126738</c:v>
                </c:pt>
                <c:pt idx="6276">
                  <c:v>-0.73177066457250339</c:v>
                </c:pt>
                <c:pt idx="6277">
                  <c:v>-0.61696193365272223</c:v>
                </c:pt>
                <c:pt idx="6278">
                  <c:v>-0.56516671826304565</c:v>
                </c:pt>
                <c:pt idx="6279">
                  <c:v>-0.80650435530552544</c:v>
                </c:pt>
                <c:pt idx="6280">
                  <c:v>-0.78290099466470364</c:v>
                </c:pt>
                <c:pt idx="6281">
                  <c:v>-0.62774437228210112</c:v>
                </c:pt>
                <c:pt idx="6282">
                  <c:v>-0.63360767957525932</c:v>
                </c:pt>
                <c:pt idx="6283">
                  <c:v>-0.29402908279252299</c:v>
                </c:pt>
                <c:pt idx="6284">
                  <c:v>-0.61775544964781393</c:v>
                </c:pt>
                <c:pt idx="6285">
                  <c:v>-0.53835331794750974</c:v>
                </c:pt>
                <c:pt idx="6286">
                  <c:v>-0.68054803163991318</c:v>
                </c:pt>
                <c:pt idx="6287">
                  <c:v>3.4224971735820418E-2</c:v>
                </c:pt>
                <c:pt idx="6288">
                  <c:v>5.0900321267937032E-2</c:v>
                </c:pt>
                <c:pt idx="6289">
                  <c:v>4.7604293315822839E-2</c:v>
                </c:pt>
                <c:pt idx="6290">
                  <c:v>3.7871101417568831E-2</c:v>
                </c:pt>
                <c:pt idx="6291">
                  <c:v>4.9396346605161977E-2</c:v>
                </c:pt>
                <c:pt idx="6292">
                  <c:v>7.398906411859732E-2</c:v>
                </c:pt>
                <c:pt idx="6293">
                  <c:v>8.6380092056593971E-2</c:v>
                </c:pt>
                <c:pt idx="6294">
                  <c:v>7.9035843353923232E-2</c:v>
                </c:pt>
                <c:pt idx="6295">
                  <c:v>3.885215941959607E-2</c:v>
                </c:pt>
                <c:pt idx="6296">
                  <c:v>-0.67027389665570136</c:v>
                </c:pt>
                <c:pt idx="6297">
                  <c:v>-1.0313017939914024</c:v>
                </c:pt>
                <c:pt idx="6298">
                  <c:v>-0.80561088615557774</c:v>
                </c:pt>
                <c:pt idx="6299">
                  <c:v>-1.0220441159253992</c:v>
                </c:pt>
                <c:pt idx="6300">
                  <c:v>-1.0606724308534721</c:v>
                </c:pt>
                <c:pt idx="6301">
                  <c:v>-1.1952301118785598</c:v>
                </c:pt>
                <c:pt idx="6302">
                  <c:v>-1.1172175684578747</c:v>
                </c:pt>
                <c:pt idx="6303">
                  <c:v>-1.2628552073129367</c:v>
                </c:pt>
                <c:pt idx="6304">
                  <c:v>-1.1000145947295366</c:v>
                </c:pt>
                <c:pt idx="6305">
                  <c:v>-1.030174646740609</c:v>
                </c:pt>
                <c:pt idx="6306">
                  <c:v>-1.1807593297987957</c:v>
                </c:pt>
                <c:pt idx="6307">
                  <c:v>-1.0329952898216976</c:v>
                </c:pt>
                <c:pt idx="6308">
                  <c:v>-0.88039264830869313</c:v>
                </c:pt>
                <c:pt idx="6309">
                  <c:v>-0.23118550079754918</c:v>
                </c:pt>
                <c:pt idx="6310">
                  <c:v>-0.80022363718950151</c:v>
                </c:pt>
                <c:pt idx="6311">
                  <c:v>-3.6233578559296924E-2</c:v>
                </c:pt>
                <c:pt idx="6312">
                  <c:v>-8.5741493205521383E-3</c:v>
                </c:pt>
                <c:pt idx="6313">
                  <c:v>-3.5684003194820773E-3</c:v>
                </c:pt>
                <c:pt idx="6314">
                  <c:v>3.0327925332455742E-2</c:v>
                </c:pt>
                <c:pt idx="6315">
                  <c:v>7.1372049897131043E-2</c:v>
                </c:pt>
                <c:pt idx="6316">
                  <c:v>8.5670570965909507E-2</c:v>
                </c:pt>
                <c:pt idx="6317">
                  <c:v>8.0162542979885093E-2</c:v>
                </c:pt>
                <c:pt idx="6318">
                  <c:v>7.485631535029233E-2</c:v>
                </c:pt>
                <c:pt idx="6319">
                  <c:v>5.4959341401487879E-2</c:v>
                </c:pt>
                <c:pt idx="6320">
                  <c:v>-0.80707200124445999</c:v>
                </c:pt>
                <c:pt idx="6321">
                  <c:v>-1.0646420825260245</c:v>
                </c:pt>
                <c:pt idx="6322">
                  <c:v>-1.0187802924467531</c:v>
                </c:pt>
                <c:pt idx="6323">
                  <c:v>-1.0371873775700844</c:v>
                </c:pt>
                <c:pt idx="6324">
                  <c:v>-1.1132508480960543</c:v>
                </c:pt>
                <c:pt idx="6325">
                  <c:v>-1.2896465580204168</c:v>
                </c:pt>
                <c:pt idx="6326">
                  <c:v>-1.2951886451782428</c:v>
                </c:pt>
                <c:pt idx="6327">
                  <c:v>-1.2859034089907597</c:v>
                </c:pt>
                <c:pt idx="6328">
                  <c:v>-1.4022589228519116</c:v>
                </c:pt>
                <c:pt idx="6329">
                  <c:v>-1.3751057915966702</c:v>
                </c:pt>
                <c:pt idx="6330">
                  <c:v>-1.3902665499229367</c:v>
                </c:pt>
                <c:pt idx="6331">
                  <c:v>-1.430747456754375</c:v>
                </c:pt>
                <c:pt idx="6332">
                  <c:v>-1.3195924717626188</c:v>
                </c:pt>
                <c:pt idx="6333">
                  <c:v>-0.83416424877085926</c:v>
                </c:pt>
                <c:pt idx="6334">
                  <c:v>-0.92929650781633089</c:v>
                </c:pt>
                <c:pt idx="6335">
                  <c:v>-0.75731002240234602</c:v>
                </c:pt>
                <c:pt idx="6336">
                  <c:v>-5.7537955333976695E-2</c:v>
                </c:pt>
                <c:pt idx="6337">
                  <c:v>-2.0096217786335805E-2</c:v>
                </c:pt>
                <c:pt idx="6338">
                  <c:v>3.1831753964566755E-3</c:v>
                </c:pt>
                <c:pt idx="6339">
                  <c:v>5.2080219421272576E-2</c:v>
                </c:pt>
                <c:pt idx="6340">
                  <c:v>6.1854318007782287E-2</c:v>
                </c:pt>
                <c:pt idx="6341">
                  <c:v>6.647507209941507E-2</c:v>
                </c:pt>
                <c:pt idx="6342">
                  <c:v>4.2712853483701525E-2</c:v>
                </c:pt>
                <c:pt idx="6343">
                  <c:v>-0.58460537420375625</c:v>
                </c:pt>
                <c:pt idx="6344">
                  <c:v>-1.4763444709371483</c:v>
                </c:pt>
                <c:pt idx="6345">
                  <c:v>-1.3209429399695112</c:v>
                </c:pt>
                <c:pt idx="6346">
                  <c:v>-1.3212507127430344</c:v>
                </c:pt>
                <c:pt idx="6347">
                  <c:v>-1.5907607620464226</c:v>
                </c:pt>
                <c:pt idx="6348">
                  <c:v>-1.6967813410386643</c:v>
                </c:pt>
                <c:pt idx="6349">
                  <c:v>-1.6309768626755232</c:v>
                </c:pt>
                <c:pt idx="6350">
                  <c:v>-1.5549612696137665</c:v>
                </c:pt>
                <c:pt idx="6351">
                  <c:v>-1.5358985611888631</c:v>
                </c:pt>
                <c:pt idx="6352">
                  <c:v>-1.6211665360084979</c:v>
                </c:pt>
                <c:pt idx="6353">
                  <c:v>-1.6164867805416299</c:v>
                </c:pt>
                <c:pt idx="6354">
                  <c:v>-1.5418711600377664</c:v>
                </c:pt>
                <c:pt idx="6355">
                  <c:v>-1.4456070191531745</c:v>
                </c:pt>
                <c:pt idx="6356">
                  <c:v>-1.45299111303634</c:v>
                </c:pt>
                <c:pt idx="6357">
                  <c:v>-1.3589835264272565</c:v>
                </c:pt>
                <c:pt idx="6358">
                  <c:v>-1.173001062952584</c:v>
                </c:pt>
                <c:pt idx="6359">
                  <c:v>-0.28497549896555324</c:v>
                </c:pt>
                <c:pt idx="6360">
                  <c:v>-3.0274808397392078E-2</c:v>
                </c:pt>
                <c:pt idx="6361">
                  <c:v>-6.649392717362973E-2</c:v>
                </c:pt>
                <c:pt idx="6362">
                  <c:v>2.9573340149063404E-2</c:v>
                </c:pt>
                <c:pt idx="6363">
                  <c:v>8.0043744645262052E-2</c:v>
                </c:pt>
                <c:pt idx="6364">
                  <c:v>6.0132260241475034E-2</c:v>
                </c:pt>
                <c:pt idx="6365">
                  <c:v>7.8485892787299116E-2</c:v>
                </c:pt>
                <c:pt idx="6366">
                  <c:v>7.3761117839777457E-2</c:v>
                </c:pt>
                <c:pt idx="6367">
                  <c:v>-0.53153092043890748</c:v>
                </c:pt>
                <c:pt idx="6368">
                  <c:v>-1.5115943085597101</c:v>
                </c:pt>
                <c:pt idx="6369">
                  <c:v>-1.3526784363029087</c:v>
                </c:pt>
                <c:pt idx="6370">
                  <c:v>-1.4637795131874634</c:v>
                </c:pt>
                <c:pt idx="6371">
                  <c:v>-1.6355334582475729</c:v>
                </c:pt>
                <c:pt idx="6372">
                  <c:v>-1.8606272398362096</c:v>
                </c:pt>
                <c:pt idx="6373">
                  <c:v>-1.7893758819707692</c:v>
                </c:pt>
                <c:pt idx="6374">
                  <c:v>-1.9052524226065304</c:v>
                </c:pt>
                <c:pt idx="6375">
                  <c:v>-2.0113018641067986</c:v>
                </c:pt>
                <c:pt idx="6376">
                  <c:v>-2.0536623761970763</c:v>
                </c:pt>
                <c:pt idx="6377">
                  <c:v>-1.9050286327951069</c:v>
                </c:pt>
                <c:pt idx="6378">
                  <c:v>-1.8122784360083888</c:v>
                </c:pt>
                <c:pt idx="6379">
                  <c:v>-1.6776169719211331</c:v>
                </c:pt>
                <c:pt idx="6380">
                  <c:v>-1.551641463624412</c:v>
                </c:pt>
                <c:pt idx="6381">
                  <c:v>-1.4746465266849036</c:v>
                </c:pt>
                <c:pt idx="6382">
                  <c:v>-1.3965012255741767</c:v>
                </c:pt>
                <c:pt idx="6383">
                  <c:v>-0.64003064455167868</c:v>
                </c:pt>
                <c:pt idx="6384">
                  <c:v>-0.10948137123534064</c:v>
                </c:pt>
                <c:pt idx="6385">
                  <c:v>-8.5458804665222154E-2</c:v>
                </c:pt>
                <c:pt idx="6386">
                  <c:v>-9.0551759681672811E-3</c:v>
                </c:pt>
                <c:pt idx="6387">
                  <c:v>3.1463935782090731E-2</c:v>
                </c:pt>
                <c:pt idx="6388">
                  <c:v>4.6346399134668537E-2</c:v>
                </c:pt>
                <c:pt idx="6389">
                  <c:v>5.976662944652264E-2</c:v>
                </c:pt>
                <c:pt idx="6390">
                  <c:v>5.9219510305956291E-2</c:v>
                </c:pt>
                <c:pt idx="6391">
                  <c:v>-0.62279863992486073</c:v>
                </c:pt>
                <c:pt idx="6392">
                  <c:v>-1.3066007227117884</c:v>
                </c:pt>
                <c:pt idx="6393">
                  <c:v>-1.080858577103841</c:v>
                </c:pt>
                <c:pt idx="6394">
                  <c:v>-1.1198957351800221</c:v>
                </c:pt>
                <c:pt idx="6395">
                  <c:v>-1.0144879141385155</c:v>
                </c:pt>
                <c:pt idx="6396">
                  <c:v>-1.0974297696305861</c:v>
                </c:pt>
                <c:pt idx="6397">
                  <c:v>-1.2557340838975388</c:v>
                </c:pt>
                <c:pt idx="6398">
                  <c:v>-1.3115064086773167</c:v>
                </c:pt>
                <c:pt idx="6399">
                  <c:v>-1.3103238997179689</c:v>
                </c:pt>
                <c:pt idx="6400">
                  <c:v>-1.412928038234109</c:v>
                </c:pt>
                <c:pt idx="6401">
                  <c:v>-1.2276826593302517</c:v>
                </c:pt>
                <c:pt idx="6402">
                  <c:v>-1.1246648408755135</c:v>
                </c:pt>
                <c:pt idx="6403">
                  <c:v>-1.1807378132372832</c:v>
                </c:pt>
                <c:pt idx="6404">
                  <c:v>-1.2265390193809138</c:v>
                </c:pt>
                <c:pt idx="6405">
                  <c:v>-1.2419448838731104</c:v>
                </c:pt>
                <c:pt idx="6406">
                  <c:v>-1.2496451358723994</c:v>
                </c:pt>
                <c:pt idx="6407">
                  <c:v>-1.2964993418815631</c:v>
                </c:pt>
                <c:pt idx="6408">
                  <c:v>-0.72253647036229407</c:v>
                </c:pt>
                <c:pt idx="6409">
                  <c:v>-0.2400419922181995</c:v>
                </c:pt>
                <c:pt idx="6410">
                  <c:v>-0.22910914244928693</c:v>
                </c:pt>
                <c:pt idx="6411">
                  <c:v>-9.1634168705022154E-2</c:v>
                </c:pt>
                <c:pt idx="6412">
                  <c:v>-1.00726402248745E-2</c:v>
                </c:pt>
                <c:pt idx="6413">
                  <c:v>3.3783537023748846E-2</c:v>
                </c:pt>
                <c:pt idx="6414">
                  <c:v>4.7258714723663685E-2</c:v>
                </c:pt>
                <c:pt idx="6415">
                  <c:v>-0.66530607006064379</c:v>
                </c:pt>
                <c:pt idx="6416">
                  <c:v>-1.1781458836379031</c:v>
                </c:pt>
                <c:pt idx="6417">
                  <c:v>-0.86174720875249355</c:v>
                </c:pt>
                <c:pt idx="6418">
                  <c:v>-0.30798046599191403</c:v>
                </c:pt>
                <c:pt idx="6419">
                  <c:v>-1.0461432200083292</c:v>
                </c:pt>
                <c:pt idx="6420">
                  <c:v>-0.52836556514840494</c:v>
                </c:pt>
                <c:pt idx="6421">
                  <c:v>-1.6363199907015029</c:v>
                </c:pt>
                <c:pt idx="6422">
                  <c:v>-1.1270747233938132</c:v>
                </c:pt>
                <c:pt idx="6423">
                  <c:v>-1.1947055386936383</c:v>
                </c:pt>
                <c:pt idx="6424">
                  <c:v>-1.2325714259586491</c:v>
                </c:pt>
                <c:pt idx="6425">
                  <c:v>-0.71261231657347612</c:v>
                </c:pt>
                <c:pt idx="6426">
                  <c:v>-0.91776299250557802</c:v>
                </c:pt>
                <c:pt idx="6427">
                  <c:v>-0.71286473392263339</c:v>
                </c:pt>
                <c:pt idx="6428">
                  <c:v>-0.70274292283697382</c:v>
                </c:pt>
                <c:pt idx="6429">
                  <c:v>-0.94993433553631301</c:v>
                </c:pt>
                <c:pt idx="6430">
                  <c:v>-0.72753317652781013</c:v>
                </c:pt>
                <c:pt idx="6431">
                  <c:v>-0.6984558888192044</c:v>
                </c:pt>
                <c:pt idx="6432">
                  <c:v>-1.9038585000146244E-2</c:v>
                </c:pt>
                <c:pt idx="6433">
                  <c:v>1.2435469680534167E-2</c:v>
                </c:pt>
                <c:pt idx="6434">
                  <c:v>3.3643331619206127E-4</c:v>
                </c:pt>
                <c:pt idx="6435">
                  <c:v>2.6395072995992041E-2</c:v>
                </c:pt>
                <c:pt idx="6436">
                  <c:v>5.9672736096093595E-2</c:v>
                </c:pt>
                <c:pt idx="6437">
                  <c:v>7.1745244999154328E-2</c:v>
                </c:pt>
                <c:pt idx="6438">
                  <c:v>7.1271692309794549E-2</c:v>
                </c:pt>
                <c:pt idx="6439">
                  <c:v>-0.35390917625435209</c:v>
                </c:pt>
                <c:pt idx="6440">
                  <c:v>-1.0294658033304722</c:v>
                </c:pt>
                <c:pt idx="6441">
                  <c:v>-0.97688355578580865</c:v>
                </c:pt>
                <c:pt idx="6442">
                  <c:v>-1.605647375763132</c:v>
                </c:pt>
                <c:pt idx="6443">
                  <c:v>-1.4486862734007</c:v>
                </c:pt>
                <c:pt idx="6444">
                  <c:v>-1.7669152928949257</c:v>
                </c:pt>
                <c:pt idx="6445">
                  <c:v>-2.2609067246813295</c:v>
                </c:pt>
                <c:pt idx="6446">
                  <c:v>-2.2705784789635701</c:v>
                </c:pt>
                <c:pt idx="6447">
                  <c:v>-2.2194090333219214</c:v>
                </c:pt>
                <c:pt idx="6448">
                  <c:v>-1.9825365247396824</c:v>
                </c:pt>
                <c:pt idx="6449">
                  <c:v>-1.7144813959053431</c:v>
                </c:pt>
                <c:pt idx="6450">
                  <c:v>-1.3168744225202988</c:v>
                </c:pt>
                <c:pt idx="6451">
                  <c:v>-1.5760626592649687</c:v>
                </c:pt>
                <c:pt idx="6452">
                  <c:v>-1.4134448552703363</c:v>
                </c:pt>
                <c:pt idx="6453">
                  <c:v>-1.2543404015857706</c:v>
                </c:pt>
                <c:pt idx="6454">
                  <c:v>-1.3577059225038774</c:v>
                </c:pt>
                <c:pt idx="6455">
                  <c:v>-0.81948493337508621</c:v>
                </c:pt>
                <c:pt idx="6456">
                  <c:v>-0.32948200782923776</c:v>
                </c:pt>
                <c:pt idx="6457">
                  <c:v>-0.14694610222145668</c:v>
                </c:pt>
                <c:pt idx="6458">
                  <c:v>-3.2975644630063562E-2</c:v>
                </c:pt>
                <c:pt idx="6459">
                  <c:v>8.189455216732984E-3</c:v>
                </c:pt>
                <c:pt idx="6460">
                  <c:v>3.9110545715715997E-2</c:v>
                </c:pt>
                <c:pt idx="6461">
                  <c:v>6.3334959247197037E-2</c:v>
                </c:pt>
                <c:pt idx="6462">
                  <c:v>6.520989632564006E-2</c:v>
                </c:pt>
                <c:pt idx="6463">
                  <c:v>-0.45463484327270587</c:v>
                </c:pt>
                <c:pt idx="6464">
                  <c:v>-1.2167534661347681</c:v>
                </c:pt>
                <c:pt idx="6465">
                  <c:v>-1.1878558514421955</c:v>
                </c:pt>
                <c:pt idx="6466">
                  <c:v>-1.4690585281806856</c:v>
                </c:pt>
                <c:pt idx="6467">
                  <c:v>-1.5030766811662268</c:v>
                </c:pt>
                <c:pt idx="6468">
                  <c:v>-1.7508527387799968</c:v>
                </c:pt>
                <c:pt idx="6469">
                  <c:v>-1.8019397888080699</c:v>
                </c:pt>
                <c:pt idx="6470">
                  <c:v>-1.6949342999458106</c:v>
                </c:pt>
                <c:pt idx="6471">
                  <c:v>-1.8476360233314559</c:v>
                </c:pt>
                <c:pt idx="6472">
                  <c:v>-1.8287117412824594</c:v>
                </c:pt>
                <c:pt idx="6473">
                  <c:v>-1.4339725523539009</c:v>
                </c:pt>
                <c:pt idx="6474">
                  <c:v>-1.5090832548650461</c:v>
                </c:pt>
                <c:pt idx="6475">
                  <c:v>-1.4786329705372987</c:v>
                </c:pt>
                <c:pt idx="6476">
                  <c:v>-1.2700768910993314</c:v>
                </c:pt>
                <c:pt idx="6477">
                  <c:v>-1.1716174627074363</c:v>
                </c:pt>
                <c:pt idx="6478">
                  <c:v>-1.133842696749275</c:v>
                </c:pt>
                <c:pt idx="6479">
                  <c:v>-0.64689728029595828</c:v>
                </c:pt>
                <c:pt idx="6480">
                  <c:v>-0.1782263485063503</c:v>
                </c:pt>
                <c:pt idx="6481">
                  <c:v>-0.14191021443424201</c:v>
                </c:pt>
                <c:pt idx="6482">
                  <c:v>-5.2509660663220992E-2</c:v>
                </c:pt>
                <c:pt idx="6483">
                  <c:v>-1.3150349106136683E-2</c:v>
                </c:pt>
                <c:pt idx="6484">
                  <c:v>-8.4130252075831653E-3</c:v>
                </c:pt>
                <c:pt idx="6485">
                  <c:v>2.2991184880752191E-2</c:v>
                </c:pt>
                <c:pt idx="6486">
                  <c:v>3.3575105154782403E-2</c:v>
                </c:pt>
                <c:pt idx="6487">
                  <c:v>-0.41707240738793611</c:v>
                </c:pt>
                <c:pt idx="6488">
                  <c:v>-1.2011715830470662</c:v>
                </c:pt>
                <c:pt idx="6489">
                  <c:v>-1.2539557811617192</c:v>
                </c:pt>
                <c:pt idx="6490">
                  <c:v>-1.3992100959695468</c:v>
                </c:pt>
                <c:pt idx="6491">
                  <c:v>-1.268461879191922</c:v>
                </c:pt>
                <c:pt idx="6492">
                  <c:v>-1.1764353426577865</c:v>
                </c:pt>
                <c:pt idx="6493">
                  <c:v>-1.3839996512640564</c:v>
                </c:pt>
                <c:pt idx="6494">
                  <c:v>-1.2286387175807583</c:v>
                </c:pt>
                <c:pt idx="6495">
                  <c:v>-1.0828956477215887</c:v>
                </c:pt>
                <c:pt idx="6496">
                  <c:v>-1.1246021685898051</c:v>
                </c:pt>
                <c:pt idx="6497">
                  <c:v>-1.0494401365355821</c:v>
                </c:pt>
                <c:pt idx="6498">
                  <c:v>-0.93047274029762472</c:v>
                </c:pt>
                <c:pt idx="6499">
                  <c:v>-0.94433893092552224</c:v>
                </c:pt>
                <c:pt idx="6500">
                  <c:v>-0.48967500440604089</c:v>
                </c:pt>
                <c:pt idx="6501">
                  <c:v>-0.55398470346319295</c:v>
                </c:pt>
                <c:pt idx="6502">
                  <c:v>-0.49581034402931501</c:v>
                </c:pt>
                <c:pt idx="6503">
                  <c:v>-0.42710614089379689</c:v>
                </c:pt>
                <c:pt idx="6504">
                  <c:v>-1.2210261673867222E-2</c:v>
                </c:pt>
                <c:pt idx="6505">
                  <c:v>-1.6425331170859446E-2</c:v>
                </c:pt>
                <c:pt idx="6506">
                  <c:v>-6.2691620667858295E-3</c:v>
                </c:pt>
                <c:pt idx="6507">
                  <c:v>1.8866929380530049E-2</c:v>
                </c:pt>
                <c:pt idx="6508">
                  <c:v>6.0208877010947237E-2</c:v>
                </c:pt>
                <c:pt idx="6509">
                  <c:v>7.5439119253176798E-2</c:v>
                </c:pt>
                <c:pt idx="6510">
                  <c:v>8.0089524667981471E-2</c:v>
                </c:pt>
                <c:pt idx="6511">
                  <c:v>-0.18466933003238792</c:v>
                </c:pt>
                <c:pt idx="6512">
                  <c:v>-0.47772484055284437</c:v>
                </c:pt>
                <c:pt idx="6513">
                  <c:v>-0.85845741283898525</c:v>
                </c:pt>
                <c:pt idx="6514">
                  <c:v>-0.99145333174801697</c:v>
                </c:pt>
                <c:pt idx="6515">
                  <c:v>-1.0397332146038825</c:v>
                </c:pt>
                <c:pt idx="6516">
                  <c:v>-1.1267785903296674</c:v>
                </c:pt>
                <c:pt idx="6517">
                  <c:v>-1.1046541740247042</c:v>
                </c:pt>
                <c:pt idx="6518">
                  <c:v>-1.2824188658607298</c:v>
                </c:pt>
                <c:pt idx="6519">
                  <c:v>-1.3632297494788979</c:v>
                </c:pt>
                <c:pt idx="6520">
                  <c:v>-1.3910767706648712</c:v>
                </c:pt>
                <c:pt idx="6521">
                  <c:v>-1.23765749494397</c:v>
                </c:pt>
                <c:pt idx="6522">
                  <c:v>-1.3038730905421969</c:v>
                </c:pt>
                <c:pt idx="6523">
                  <c:v>-1.3298984127477658</c:v>
                </c:pt>
                <c:pt idx="6524">
                  <c:v>-1.318338151055477</c:v>
                </c:pt>
                <c:pt idx="6525">
                  <c:v>-1.3619146988055226</c:v>
                </c:pt>
                <c:pt idx="6526">
                  <c:v>-1.1694305212962193</c:v>
                </c:pt>
                <c:pt idx="6527">
                  <c:v>-0.62069811671580888</c:v>
                </c:pt>
                <c:pt idx="6528">
                  <c:v>-0.23019669850396801</c:v>
                </c:pt>
                <c:pt idx="6529">
                  <c:v>-0.14252217206772494</c:v>
                </c:pt>
                <c:pt idx="6530">
                  <c:v>-5.3544922060140096E-2</c:v>
                </c:pt>
                <c:pt idx="6531">
                  <c:v>-7.7947759778162181E-3</c:v>
                </c:pt>
                <c:pt idx="6532">
                  <c:v>2.9168947294116676E-2</c:v>
                </c:pt>
                <c:pt idx="6533">
                  <c:v>5.3643653802820573E-2</c:v>
                </c:pt>
                <c:pt idx="6534">
                  <c:v>6.6900614464818958E-2</c:v>
                </c:pt>
                <c:pt idx="6535">
                  <c:v>-0.47050413115344547</c:v>
                </c:pt>
                <c:pt idx="6536">
                  <c:v>-1.2881036504564201</c:v>
                </c:pt>
                <c:pt idx="6537">
                  <c:v>-1.6137896321463454</c:v>
                </c:pt>
                <c:pt idx="6538">
                  <c:v>-1.6052110708762923</c:v>
                </c:pt>
                <c:pt idx="6539">
                  <c:v>-1.974939829052089</c:v>
                </c:pt>
                <c:pt idx="6540">
                  <c:v>-1.8068785189026961</c:v>
                </c:pt>
                <c:pt idx="6541">
                  <c:v>-1.9940421416781993</c:v>
                </c:pt>
                <c:pt idx="6542">
                  <c:v>-1.9477243037256997</c:v>
                </c:pt>
                <c:pt idx="6543">
                  <c:v>-1.973259980018697</c:v>
                </c:pt>
                <c:pt idx="6544">
                  <c:v>-1.8760981304326076</c:v>
                </c:pt>
                <c:pt idx="6545">
                  <c:v>-1.8580218842300229</c:v>
                </c:pt>
                <c:pt idx="6546">
                  <c:v>-1.8383910610396283</c:v>
                </c:pt>
                <c:pt idx="6547">
                  <c:v>-1.9122743017691266</c:v>
                </c:pt>
                <c:pt idx="6548">
                  <c:v>-1.841384367779878</c:v>
                </c:pt>
                <c:pt idx="6549">
                  <c:v>-1.6811893790664334</c:v>
                </c:pt>
                <c:pt idx="6550">
                  <c:v>-1.6795931782440519</c:v>
                </c:pt>
                <c:pt idx="6551">
                  <c:v>-0.95183286394598443</c:v>
                </c:pt>
                <c:pt idx="6552">
                  <c:v>-0.3588316386826369</c:v>
                </c:pt>
                <c:pt idx="6553">
                  <c:v>-0.14417023442398127</c:v>
                </c:pt>
                <c:pt idx="6554">
                  <c:v>6.2836170668611894E-3</c:v>
                </c:pt>
                <c:pt idx="6555">
                  <c:v>4.2743535780436083E-2</c:v>
                </c:pt>
                <c:pt idx="6556">
                  <c:v>5.4924280252562102E-2</c:v>
                </c:pt>
                <c:pt idx="6557">
                  <c:v>7.3238525656614692E-2</c:v>
                </c:pt>
                <c:pt idx="6558">
                  <c:v>6.6651182566712125E-2</c:v>
                </c:pt>
                <c:pt idx="6559">
                  <c:v>-0.55347114508660566</c:v>
                </c:pt>
                <c:pt idx="6560">
                  <c:v>-1.4606106844595512</c:v>
                </c:pt>
                <c:pt idx="6561">
                  <c:v>-1.3218692957177638</c:v>
                </c:pt>
                <c:pt idx="6562">
                  <c:v>-1.5826771731085072</c:v>
                </c:pt>
                <c:pt idx="6563">
                  <c:v>-1.4152940153759592</c:v>
                </c:pt>
                <c:pt idx="6564">
                  <c:v>-1.4025437701138035</c:v>
                </c:pt>
                <c:pt idx="6565">
                  <c:v>-1.5201467493898899</c:v>
                </c:pt>
                <c:pt idx="6566">
                  <c:v>-1.6184282068044806</c:v>
                </c:pt>
                <c:pt idx="6567">
                  <c:v>-1.4373461521923319</c:v>
                </c:pt>
                <c:pt idx="6568">
                  <c:v>-1.4905926800585565</c:v>
                </c:pt>
                <c:pt idx="6569">
                  <c:v>-1.4432231882487681</c:v>
                </c:pt>
                <c:pt idx="6570">
                  <c:v>-1.3852385311723856</c:v>
                </c:pt>
                <c:pt idx="6571">
                  <c:v>-1.2103639837926727</c:v>
                </c:pt>
                <c:pt idx="6572">
                  <c:v>-0.50755505080221808</c:v>
                </c:pt>
                <c:pt idx="6573">
                  <c:v>-0.67584361896254908</c:v>
                </c:pt>
                <c:pt idx="6574">
                  <c:v>-0.59847732245367558</c:v>
                </c:pt>
                <c:pt idx="6575">
                  <c:v>-0.57507400132515329</c:v>
                </c:pt>
                <c:pt idx="6576">
                  <c:v>-3.1204554262162017E-2</c:v>
                </c:pt>
                <c:pt idx="6577">
                  <c:v>-3.6517798603821858E-2</c:v>
                </c:pt>
                <c:pt idx="6578">
                  <c:v>-1.9377227493743928E-2</c:v>
                </c:pt>
                <c:pt idx="6579">
                  <c:v>-8.9135341021856582E-3</c:v>
                </c:pt>
                <c:pt idx="6580">
                  <c:v>-1.8087696778961763E-2</c:v>
                </c:pt>
                <c:pt idx="6581">
                  <c:v>-1.6301656328538902E-2</c:v>
                </c:pt>
                <c:pt idx="6582">
                  <c:v>-9.9794646208975091E-3</c:v>
                </c:pt>
                <c:pt idx="6583">
                  <c:v>-0.52797280498864763</c:v>
                </c:pt>
                <c:pt idx="6584">
                  <c:v>-1.1178249790522685</c:v>
                </c:pt>
                <c:pt idx="6585">
                  <c:v>-1.321260187242363</c:v>
                </c:pt>
                <c:pt idx="6586">
                  <c:v>-1.3313651612723458</c:v>
                </c:pt>
                <c:pt idx="6587">
                  <c:v>-1.3255312368903249</c:v>
                </c:pt>
                <c:pt idx="6588">
                  <c:v>-1.5770764473626298</c:v>
                </c:pt>
                <c:pt idx="6589">
                  <c:v>-1.5657482339935851</c:v>
                </c:pt>
                <c:pt idx="6590">
                  <c:v>-1.5617627560008049</c:v>
                </c:pt>
                <c:pt idx="6591">
                  <c:v>-1.4686481182212436</c:v>
                </c:pt>
                <c:pt idx="6592">
                  <c:v>-1.4380396338688952</c:v>
                </c:pt>
                <c:pt idx="6593">
                  <c:v>-1.3037774746552884</c:v>
                </c:pt>
                <c:pt idx="6594">
                  <c:v>-1.2687019669651916</c:v>
                </c:pt>
                <c:pt idx="6595">
                  <c:v>-0.87092766692108214</c:v>
                </c:pt>
                <c:pt idx="6596">
                  <c:v>-0.82576965559698656</c:v>
                </c:pt>
                <c:pt idx="6597">
                  <c:v>-0.78585207709467653</c:v>
                </c:pt>
                <c:pt idx="6598">
                  <c:v>-0.76603542795885227</c:v>
                </c:pt>
                <c:pt idx="6599">
                  <c:v>-0.69504370005655214</c:v>
                </c:pt>
                <c:pt idx="6600">
                  <c:v>-0.17013010825903033</c:v>
                </c:pt>
                <c:pt idx="6601">
                  <c:v>-0.17711961999402695</c:v>
                </c:pt>
                <c:pt idx="6602">
                  <c:v>-0.11812466493008289</c:v>
                </c:pt>
                <c:pt idx="6603">
                  <c:v>-4.571281347009043E-2</c:v>
                </c:pt>
                <c:pt idx="6604">
                  <c:v>1.8556536759126792E-3</c:v>
                </c:pt>
                <c:pt idx="6605">
                  <c:v>2.5755573161324454E-2</c:v>
                </c:pt>
                <c:pt idx="6606">
                  <c:v>5.0042870531093207E-2</c:v>
                </c:pt>
                <c:pt idx="6607">
                  <c:v>-0.47317434035050721</c:v>
                </c:pt>
                <c:pt idx="6608">
                  <c:v>-1.5094377549202309</c:v>
                </c:pt>
                <c:pt idx="6609">
                  <c:v>-1.7233895111824493</c:v>
                </c:pt>
                <c:pt idx="6610">
                  <c:v>-1.762625177891243</c:v>
                </c:pt>
                <c:pt idx="6611">
                  <c:v>-2.0955003975798441</c:v>
                </c:pt>
                <c:pt idx="6612">
                  <c:v>-1.9138033891517199</c:v>
                </c:pt>
                <c:pt idx="6613">
                  <c:v>-1.9135742901113233</c:v>
                </c:pt>
                <c:pt idx="6614">
                  <c:v>-2.0625241426848082</c:v>
                </c:pt>
                <c:pt idx="6615">
                  <c:v>-1.9532950296377625</c:v>
                </c:pt>
                <c:pt idx="6616">
                  <c:v>-1.9797331806883027</c:v>
                </c:pt>
                <c:pt idx="6617">
                  <c:v>-1.7903806331968368</c:v>
                </c:pt>
                <c:pt idx="6618">
                  <c:v>-1.9647095358669042</c:v>
                </c:pt>
                <c:pt idx="6619">
                  <c:v>-1.9287781100082102</c:v>
                </c:pt>
                <c:pt idx="6620">
                  <c:v>-1.7948976579554998</c:v>
                </c:pt>
                <c:pt idx="6621">
                  <c:v>-1.6619621396887161</c:v>
                </c:pt>
                <c:pt idx="6622">
                  <c:v>-1.6006587224719235</c:v>
                </c:pt>
                <c:pt idx="6623">
                  <c:v>-1.0155590689934857</c:v>
                </c:pt>
                <c:pt idx="6624">
                  <c:v>-0.31369300728065319</c:v>
                </c:pt>
                <c:pt idx="6625">
                  <c:v>-5.2140248866751768E-2</c:v>
                </c:pt>
                <c:pt idx="6626">
                  <c:v>1.2413331597807803E-2</c:v>
                </c:pt>
                <c:pt idx="6627">
                  <c:v>1.2190092698489672E-2</c:v>
                </c:pt>
                <c:pt idx="6628">
                  <c:v>2.9264611820262416E-2</c:v>
                </c:pt>
                <c:pt idx="6629">
                  <c:v>4.6096928528966748E-2</c:v>
                </c:pt>
                <c:pt idx="6630">
                  <c:v>7.4125310166093333E-2</c:v>
                </c:pt>
                <c:pt idx="6631">
                  <c:v>-0.49514611429490762</c:v>
                </c:pt>
                <c:pt idx="6632">
                  <c:v>-1.6395942176677574</c:v>
                </c:pt>
                <c:pt idx="6633">
                  <c:v>-1.9760439955755893</c:v>
                </c:pt>
                <c:pt idx="6634">
                  <c:v>-1.9512536942612748</c:v>
                </c:pt>
                <c:pt idx="6635">
                  <c:v>-1.7292120940386664</c:v>
                </c:pt>
                <c:pt idx="6636">
                  <c:v>-1.617453256342956</c:v>
                </c:pt>
                <c:pt idx="6637">
                  <c:v>-1.3625272497371963</c:v>
                </c:pt>
                <c:pt idx="6638">
                  <c:v>-1.3980427449353616</c:v>
                </c:pt>
                <c:pt idx="6639">
                  <c:v>-1.6206365604396735</c:v>
                </c:pt>
                <c:pt idx="6640">
                  <c:v>-1.8948952802856878</c:v>
                </c:pt>
                <c:pt idx="6641">
                  <c:v>-1.9797178780892648</c:v>
                </c:pt>
                <c:pt idx="6642">
                  <c:v>-2.0450685997546474</c:v>
                </c:pt>
                <c:pt idx="6643">
                  <c:v>-1.867804832979939</c:v>
                </c:pt>
                <c:pt idx="6644">
                  <c:v>-1.8768641951361715</c:v>
                </c:pt>
                <c:pt idx="6645">
                  <c:v>-1.6449095169281731</c:v>
                </c:pt>
                <c:pt idx="6646">
                  <c:v>-1.7280457554601876</c:v>
                </c:pt>
                <c:pt idx="6647">
                  <c:v>-1.0324612149353538</c:v>
                </c:pt>
                <c:pt idx="6648">
                  <c:v>-0.27973258450011645</c:v>
                </c:pt>
                <c:pt idx="6649">
                  <c:v>-0.11243388058462181</c:v>
                </c:pt>
                <c:pt idx="6650">
                  <c:v>6.8641612503067106E-2</c:v>
                </c:pt>
                <c:pt idx="6651">
                  <c:v>5.0085781459887256E-2</c:v>
                </c:pt>
                <c:pt idx="6652">
                  <c:v>5.6347909159775389E-2</c:v>
                </c:pt>
                <c:pt idx="6653">
                  <c:v>5.2038419995668932E-2</c:v>
                </c:pt>
                <c:pt idx="6654">
                  <c:v>6.26401910842284E-2</c:v>
                </c:pt>
                <c:pt idx="6655">
                  <c:v>-0.47083146846151758</c:v>
                </c:pt>
                <c:pt idx="6656">
                  <c:v>-1.652340009761766</c:v>
                </c:pt>
                <c:pt idx="6657">
                  <c:v>-1.6979723889570661</c:v>
                </c:pt>
                <c:pt idx="6658">
                  <c:v>-1.9721477602641089</c:v>
                </c:pt>
                <c:pt idx="6659">
                  <c:v>-2.1218209680916398</c:v>
                </c:pt>
                <c:pt idx="6660">
                  <c:v>-2.3810184372863832</c:v>
                </c:pt>
                <c:pt idx="6661">
                  <c:v>-2.4828149417414807</c:v>
                </c:pt>
                <c:pt idx="6662">
                  <c:v>-2.4371861198902707</c:v>
                </c:pt>
                <c:pt idx="6663">
                  <c:v>-2.6956887607012185</c:v>
                </c:pt>
                <c:pt idx="6664">
                  <c:v>-2.7064016185800313</c:v>
                </c:pt>
                <c:pt idx="6665">
                  <c:v>-2.1280918329861991</c:v>
                </c:pt>
                <c:pt idx="6666">
                  <c:v>-2.098726228350968</c:v>
                </c:pt>
                <c:pt idx="6667">
                  <c:v>-2.0293870600478758</c:v>
                </c:pt>
                <c:pt idx="6668">
                  <c:v>-2.0811794358026083</c:v>
                </c:pt>
                <c:pt idx="6669">
                  <c:v>-1.8651161438322927</c:v>
                </c:pt>
                <c:pt idx="6670">
                  <c:v>-1.8943897457594172</c:v>
                </c:pt>
                <c:pt idx="6671">
                  <c:v>-1.0579595845093073</c:v>
                </c:pt>
                <c:pt idx="6672">
                  <c:v>-0.45635410884747507</c:v>
                </c:pt>
                <c:pt idx="6673">
                  <c:v>-0.2175577763220031</c:v>
                </c:pt>
                <c:pt idx="6674">
                  <c:v>-8.1347912686782417E-2</c:v>
                </c:pt>
                <c:pt idx="6675">
                  <c:v>1.4690850115307271E-2</c:v>
                </c:pt>
                <c:pt idx="6676">
                  <c:v>5.6366916327548706E-2</c:v>
                </c:pt>
                <c:pt idx="6677">
                  <c:v>6.8211931733750092E-2</c:v>
                </c:pt>
                <c:pt idx="6678">
                  <c:v>6.2129086654560059E-2</c:v>
                </c:pt>
                <c:pt idx="6679">
                  <c:v>-0.89285678856530171</c:v>
                </c:pt>
                <c:pt idx="6680">
                  <c:v>-1.900979259799505</c:v>
                </c:pt>
                <c:pt idx="6681">
                  <c:v>-1.9126316160057975</c:v>
                </c:pt>
                <c:pt idx="6682">
                  <c:v>-2.482355675016009</c:v>
                </c:pt>
                <c:pt idx="6683">
                  <c:v>-2.7462000687842076</c:v>
                </c:pt>
                <c:pt idx="6684">
                  <c:v>-2.5656229977118712</c:v>
                </c:pt>
                <c:pt idx="6685">
                  <c:v>-1.9693708846153153</c:v>
                </c:pt>
                <c:pt idx="6686">
                  <c:v>-2.9077340599775292</c:v>
                </c:pt>
                <c:pt idx="6687">
                  <c:v>-1.7951940119653733</c:v>
                </c:pt>
                <c:pt idx="6688">
                  <c:v>-1.9258243048668182</c:v>
                </c:pt>
                <c:pt idx="6689">
                  <c:v>-1.7343946816955189</c:v>
                </c:pt>
                <c:pt idx="6690">
                  <c:v>-2.1180136728474306</c:v>
                </c:pt>
                <c:pt idx="6691">
                  <c:v>-1.365420922513374</c:v>
                </c:pt>
                <c:pt idx="6692">
                  <c:v>-1.796401091149457</c:v>
                </c:pt>
                <c:pt idx="6693">
                  <c:v>-1.5818707409876058</c:v>
                </c:pt>
                <c:pt idx="6694">
                  <c:v>-1.5364334900254619</c:v>
                </c:pt>
                <c:pt idx="6695">
                  <c:v>-1.1635141672399867</c:v>
                </c:pt>
                <c:pt idx="6696">
                  <c:v>-0.49365784429077325</c:v>
                </c:pt>
                <c:pt idx="6697">
                  <c:v>-0.11085338033244044</c:v>
                </c:pt>
                <c:pt idx="6698">
                  <c:v>-1.043858590768392E-2</c:v>
                </c:pt>
                <c:pt idx="6699">
                  <c:v>1.3768326569644237E-2</c:v>
                </c:pt>
                <c:pt idx="6700">
                  <c:v>4.2254052588010599E-2</c:v>
                </c:pt>
                <c:pt idx="6701">
                  <c:v>8.0409241970853904E-2</c:v>
                </c:pt>
                <c:pt idx="6702">
                  <c:v>-0.42832276493537752</c:v>
                </c:pt>
                <c:pt idx="6703">
                  <c:v>-1.4573887258402791</c:v>
                </c:pt>
                <c:pt idx="6704">
                  <c:v>-1.6824186777979482</c:v>
                </c:pt>
                <c:pt idx="6705">
                  <c:v>-1.3330265060326596</c:v>
                </c:pt>
                <c:pt idx="6706">
                  <c:v>-1.4675294949850441</c:v>
                </c:pt>
                <c:pt idx="6707">
                  <c:v>-1.6626161979032281</c:v>
                </c:pt>
                <c:pt idx="6708">
                  <c:v>-1.8681772671830628</c:v>
                </c:pt>
                <c:pt idx="6709">
                  <c:v>-1.7013782882961068</c:v>
                </c:pt>
                <c:pt idx="6710">
                  <c:v>-1.8019477546676028</c:v>
                </c:pt>
                <c:pt idx="6711">
                  <c:v>-2.0022709683143272</c:v>
                </c:pt>
                <c:pt idx="6712">
                  <c:v>-1.6541929846481729</c:v>
                </c:pt>
                <c:pt idx="6713">
                  <c:v>-1.6585459479709304</c:v>
                </c:pt>
                <c:pt idx="6714">
                  <c:v>-1.5939537943897057</c:v>
                </c:pt>
                <c:pt idx="6715">
                  <c:v>-1.4990268541933982</c:v>
                </c:pt>
                <c:pt idx="6716">
                  <c:v>-1.6654707785771428</c:v>
                </c:pt>
                <c:pt idx="6717">
                  <c:v>-1.3628132960528729</c:v>
                </c:pt>
                <c:pt idx="6718">
                  <c:v>-1.4378423910453988</c:v>
                </c:pt>
                <c:pt idx="6719">
                  <c:v>-0.83639059482791478</c:v>
                </c:pt>
                <c:pt idx="6720">
                  <c:v>-0.27404296896450242</c:v>
                </c:pt>
                <c:pt idx="6721">
                  <c:v>-0.21493306916103586</c:v>
                </c:pt>
                <c:pt idx="6722">
                  <c:v>-0.10374798064093753</c:v>
                </c:pt>
                <c:pt idx="6723">
                  <c:v>-3.8366051986128226E-2</c:v>
                </c:pt>
                <c:pt idx="6724">
                  <c:v>2.0627113465438881E-2</c:v>
                </c:pt>
                <c:pt idx="6725">
                  <c:v>5.5561919442996592E-2</c:v>
                </c:pt>
                <c:pt idx="6726">
                  <c:v>5.8954766983668118E-2</c:v>
                </c:pt>
                <c:pt idx="6727">
                  <c:v>-0.58669592312368068</c:v>
                </c:pt>
                <c:pt idx="6728">
                  <c:v>-1.6152079513255904</c:v>
                </c:pt>
                <c:pt idx="6729">
                  <c:v>-1.7151032226920093</c:v>
                </c:pt>
                <c:pt idx="6730">
                  <c:v>-1.7931586451611348</c:v>
                </c:pt>
                <c:pt idx="6731">
                  <c:v>-1.8811051006635879</c:v>
                </c:pt>
                <c:pt idx="6732">
                  <c:v>-2.0544658856608224</c:v>
                </c:pt>
                <c:pt idx="6733">
                  <c:v>-2.0980554505452438</c:v>
                </c:pt>
                <c:pt idx="6734">
                  <c:v>-2.2033144968113008</c:v>
                </c:pt>
                <c:pt idx="6735">
                  <c:v>-2.2540736743151504</c:v>
                </c:pt>
                <c:pt idx="6736">
                  <c:v>-2.0514100110236813</c:v>
                </c:pt>
                <c:pt idx="6737">
                  <c:v>-1.9583507682555159</c:v>
                </c:pt>
                <c:pt idx="6738">
                  <c:v>-1.5308251908261921</c:v>
                </c:pt>
                <c:pt idx="6739">
                  <c:v>-1.2542642784253426</c:v>
                </c:pt>
                <c:pt idx="6740">
                  <c:v>-1.5722137078051499</c:v>
                </c:pt>
                <c:pt idx="6741">
                  <c:v>-1.1041942676027992</c:v>
                </c:pt>
                <c:pt idx="6742">
                  <c:v>-1.4070874774001483</c:v>
                </c:pt>
                <c:pt idx="6743">
                  <c:v>-0.55261590925126469</c:v>
                </c:pt>
                <c:pt idx="6744">
                  <c:v>-0.1699606437473242</c:v>
                </c:pt>
                <c:pt idx="6745">
                  <c:v>-7.5088979941788009E-2</c:v>
                </c:pt>
                <c:pt idx="6746">
                  <c:v>-1.1990621652267814E-2</c:v>
                </c:pt>
                <c:pt idx="6747">
                  <c:v>1.5491474043598023E-2</c:v>
                </c:pt>
                <c:pt idx="6748">
                  <c:v>2.439266502759713E-2</c:v>
                </c:pt>
                <c:pt idx="6749">
                  <c:v>3.4575914233169705E-2</c:v>
                </c:pt>
                <c:pt idx="6750">
                  <c:v>4.4808329226782885E-3</c:v>
                </c:pt>
                <c:pt idx="6751">
                  <c:v>-0.71967254339107678</c:v>
                </c:pt>
                <c:pt idx="6752">
                  <c:v>-1.3545439837675113</c:v>
                </c:pt>
                <c:pt idx="6753">
                  <c:v>-1.2340252381389152</c:v>
                </c:pt>
                <c:pt idx="6754">
                  <c:v>-1.1809832513373419</c:v>
                </c:pt>
                <c:pt idx="6755">
                  <c:v>-1.2671867829722594</c:v>
                </c:pt>
                <c:pt idx="6756">
                  <c:v>-1.1492729282225693</c:v>
                </c:pt>
                <c:pt idx="6757">
                  <c:v>-1.2617608702195471</c:v>
                </c:pt>
                <c:pt idx="6758">
                  <c:v>-1.2844174506226691</c:v>
                </c:pt>
                <c:pt idx="6759">
                  <c:v>-1.5168566705411826</c:v>
                </c:pt>
                <c:pt idx="6760">
                  <c:v>-1.4621191213716689</c:v>
                </c:pt>
                <c:pt idx="6761">
                  <c:v>-1.0784902900404123</c:v>
                </c:pt>
                <c:pt idx="6762">
                  <c:v>-1.0271211880613942</c:v>
                </c:pt>
                <c:pt idx="6763">
                  <c:v>-1.1988043201923078</c:v>
                </c:pt>
                <c:pt idx="6764">
                  <c:v>-1.0626098155981583</c:v>
                </c:pt>
                <c:pt idx="6765">
                  <c:v>-0.80833280230069016</c:v>
                </c:pt>
                <c:pt idx="6766">
                  <c:v>-0.68403160556279241</c:v>
                </c:pt>
                <c:pt idx="6767">
                  <c:v>-0.66089743103058685</c:v>
                </c:pt>
                <c:pt idx="6768">
                  <c:v>-0.1365599675442799</c:v>
                </c:pt>
                <c:pt idx="6769">
                  <c:v>-7.9416704112316452E-2</c:v>
                </c:pt>
                <c:pt idx="6770">
                  <c:v>-4.3610588638915364E-2</c:v>
                </c:pt>
                <c:pt idx="6771">
                  <c:v>-2.3645965320208944E-2</c:v>
                </c:pt>
                <c:pt idx="6772">
                  <c:v>1.9201394488870679E-3</c:v>
                </c:pt>
                <c:pt idx="6773">
                  <c:v>-8.7168732193445989E-4</c:v>
                </c:pt>
                <c:pt idx="6774">
                  <c:v>1.5271688231963293E-2</c:v>
                </c:pt>
                <c:pt idx="6775">
                  <c:v>-0.31365517219432393</c:v>
                </c:pt>
                <c:pt idx="6776">
                  <c:v>-1.0179061845134973</c:v>
                </c:pt>
                <c:pt idx="6777">
                  <c:v>-0.94339449341020432</c:v>
                </c:pt>
                <c:pt idx="6778">
                  <c:v>-1.1277305308634276</c:v>
                </c:pt>
                <c:pt idx="6779">
                  <c:v>-1.2304744913234997</c:v>
                </c:pt>
                <c:pt idx="6780">
                  <c:v>-1.2516538449567565</c:v>
                </c:pt>
                <c:pt idx="6781">
                  <c:v>-1.19721419704901</c:v>
                </c:pt>
                <c:pt idx="6782">
                  <c:v>-1.1303367789451193</c:v>
                </c:pt>
                <c:pt idx="6783">
                  <c:v>-1.2611986067557341</c:v>
                </c:pt>
                <c:pt idx="6784">
                  <c:v>-1.166341266552759</c:v>
                </c:pt>
                <c:pt idx="6785">
                  <c:v>-1.0973381632829762</c:v>
                </c:pt>
                <c:pt idx="6786">
                  <c:v>-1.1616480238068794</c:v>
                </c:pt>
                <c:pt idx="6787">
                  <c:v>-1.0537985601416477</c:v>
                </c:pt>
                <c:pt idx="6788">
                  <c:v>-1.0269151204845477</c:v>
                </c:pt>
                <c:pt idx="6789">
                  <c:v>-1.1525215404373139</c:v>
                </c:pt>
                <c:pt idx="6790">
                  <c:v>-0.99906398161689558</c:v>
                </c:pt>
                <c:pt idx="6791">
                  <c:v>-0.46560346512553868</c:v>
                </c:pt>
                <c:pt idx="6792">
                  <c:v>-9.2624563119045905E-2</c:v>
                </c:pt>
                <c:pt idx="6793">
                  <c:v>-7.9205882230411195E-2</c:v>
                </c:pt>
                <c:pt idx="6794">
                  <c:v>-6.6426329167432796E-2</c:v>
                </c:pt>
                <c:pt idx="6795">
                  <c:v>-4.9547088399322481E-2</c:v>
                </c:pt>
                <c:pt idx="6796">
                  <c:v>-2.9485718716732029E-2</c:v>
                </c:pt>
                <c:pt idx="6797">
                  <c:v>-1.1117101874883481E-2</c:v>
                </c:pt>
                <c:pt idx="6798">
                  <c:v>-0.32063507481681575</c:v>
                </c:pt>
                <c:pt idx="6799">
                  <c:v>-0.9869450807195721</c:v>
                </c:pt>
                <c:pt idx="6800">
                  <c:v>-1.122291564561491</c:v>
                </c:pt>
                <c:pt idx="6801">
                  <c:v>-1.1452563522863175</c:v>
                </c:pt>
                <c:pt idx="6802">
                  <c:v>-1.16343199060651</c:v>
                </c:pt>
                <c:pt idx="6803">
                  <c:v>-1.4844959965404907</c:v>
                </c:pt>
                <c:pt idx="6804">
                  <c:v>-1.8588433708972469</c:v>
                </c:pt>
                <c:pt idx="6805">
                  <c:v>-1.8870470577013263</c:v>
                </c:pt>
                <c:pt idx="6806">
                  <c:v>-2.1593404655995858</c:v>
                </c:pt>
                <c:pt idx="6807">
                  <c:v>-2.5366891894803962</c:v>
                </c:pt>
                <c:pt idx="6808">
                  <c:v>-2.3719690904143214</c:v>
                </c:pt>
                <c:pt idx="6809">
                  <c:v>-2.1472704149950292</c:v>
                </c:pt>
                <c:pt idx="6810">
                  <c:v>-2.0526708959066271</c:v>
                </c:pt>
                <c:pt idx="6811">
                  <c:v>-2.05648515344775</c:v>
                </c:pt>
                <c:pt idx="6812">
                  <c:v>-1.6260756387607413</c:v>
                </c:pt>
                <c:pt idx="6813">
                  <c:v>-1.2297930971698516</c:v>
                </c:pt>
                <c:pt idx="6814">
                  <c:v>-1.3928144799250679</c:v>
                </c:pt>
                <c:pt idx="6815">
                  <c:v>-0.78445840803173239</c:v>
                </c:pt>
                <c:pt idx="6816">
                  <c:v>-0.20560641355449702</c:v>
                </c:pt>
                <c:pt idx="6817">
                  <c:v>-7.31971489861762E-2</c:v>
                </c:pt>
                <c:pt idx="6818">
                  <c:v>2.9971970903472415E-2</c:v>
                </c:pt>
                <c:pt idx="6819">
                  <c:v>4.4764103692245996E-2</c:v>
                </c:pt>
                <c:pt idx="6820">
                  <c:v>3.8835419083201816E-2</c:v>
                </c:pt>
                <c:pt idx="6821">
                  <c:v>5.0067052237448492E-2</c:v>
                </c:pt>
                <c:pt idx="6822">
                  <c:v>-0.29697711167672725</c:v>
                </c:pt>
                <c:pt idx="6823">
                  <c:v>-1.1256439070513391</c:v>
                </c:pt>
                <c:pt idx="6824">
                  <c:v>-1.2480724964293528</c:v>
                </c:pt>
                <c:pt idx="6825">
                  <c:v>-1.3589588731594111</c:v>
                </c:pt>
                <c:pt idx="6826">
                  <c:v>-1.8881659127562942</c:v>
                </c:pt>
                <c:pt idx="6827">
                  <c:v>-1.6217453255929237</c:v>
                </c:pt>
                <c:pt idx="6828">
                  <c:v>-2.1236352065357722</c:v>
                </c:pt>
                <c:pt idx="6829">
                  <c:v>-2.0288093829791762</c:v>
                </c:pt>
                <c:pt idx="6830">
                  <c:v>-1.6926039083663713</c:v>
                </c:pt>
                <c:pt idx="6831">
                  <c:v>-1.5146532394830408</c:v>
                </c:pt>
                <c:pt idx="6832">
                  <c:v>-1.4560292722506898</c:v>
                </c:pt>
                <c:pt idx="6833">
                  <c:v>-1.4999284510425683</c:v>
                </c:pt>
                <c:pt idx="6834">
                  <c:v>-1.3637535149524216</c:v>
                </c:pt>
                <c:pt idx="6835">
                  <c:v>-1.3044053193590657</c:v>
                </c:pt>
                <c:pt idx="6836">
                  <c:v>-1.1710473966777615</c:v>
                </c:pt>
                <c:pt idx="6837">
                  <c:v>-0.89980868087982002</c:v>
                </c:pt>
                <c:pt idx="6838">
                  <c:v>-0.9241670012004124</c:v>
                </c:pt>
                <c:pt idx="6839">
                  <c:v>-0.11234482648195984</c:v>
                </c:pt>
                <c:pt idx="6840">
                  <c:v>-4.2132074942688107E-2</c:v>
                </c:pt>
                <c:pt idx="6841">
                  <c:v>-5.0699715959464209E-2</c:v>
                </c:pt>
                <c:pt idx="6842">
                  <c:v>-1.097313169754008E-2</c:v>
                </c:pt>
                <c:pt idx="6843">
                  <c:v>3.5378879284789666E-2</c:v>
                </c:pt>
                <c:pt idx="6844">
                  <c:v>0.12670325824077272</c:v>
                </c:pt>
                <c:pt idx="6845">
                  <c:v>0.2845961087992297</c:v>
                </c:pt>
                <c:pt idx="6846">
                  <c:v>0.18270231093974826</c:v>
                </c:pt>
                <c:pt idx="6847">
                  <c:v>-0.31247354673625249</c:v>
                </c:pt>
                <c:pt idx="6848">
                  <c:v>-0.71424154851106769</c:v>
                </c:pt>
                <c:pt idx="6849">
                  <c:v>-0.84823976341577945</c:v>
                </c:pt>
                <c:pt idx="6850">
                  <c:v>-0.97253153842451701</c:v>
                </c:pt>
                <c:pt idx="6851">
                  <c:v>-0.99352490618572442</c:v>
                </c:pt>
                <c:pt idx="6852">
                  <c:v>-1.3669373721983678</c:v>
                </c:pt>
                <c:pt idx="6853">
                  <c:v>-1.5713503045733861</c:v>
                </c:pt>
                <c:pt idx="6854">
                  <c:v>-1.9386234862891405</c:v>
                </c:pt>
                <c:pt idx="6855">
                  <c:v>-2.1525404221905031</c:v>
                </c:pt>
                <c:pt idx="6856">
                  <c:v>-1.6577376303912497</c:v>
                </c:pt>
                <c:pt idx="6857">
                  <c:v>-1.3134039676920721</c:v>
                </c:pt>
                <c:pt idx="6858">
                  <c:v>-0.80558578623142718</c:v>
                </c:pt>
                <c:pt idx="6859">
                  <c:v>-1.236314907421612</c:v>
                </c:pt>
                <c:pt idx="6860">
                  <c:v>-1.3690086154444627</c:v>
                </c:pt>
                <c:pt idx="6861">
                  <c:v>-0.74463469157335749</c:v>
                </c:pt>
                <c:pt idx="6862">
                  <c:v>-0.89113827677396573</c:v>
                </c:pt>
                <c:pt idx="6863">
                  <c:v>-0.45057044070651459</c:v>
                </c:pt>
                <c:pt idx="6864">
                  <c:v>-0.24938649635878274</c:v>
                </c:pt>
                <c:pt idx="6865">
                  <c:v>-8.104330333264162E-2</c:v>
                </c:pt>
                <c:pt idx="6866">
                  <c:v>-2.5179839665075299E-2</c:v>
                </c:pt>
                <c:pt idx="6867">
                  <c:v>4.2248529951910356E-2</c:v>
                </c:pt>
                <c:pt idx="6868">
                  <c:v>5.3516544173924437E-2</c:v>
                </c:pt>
                <c:pt idx="6869">
                  <c:v>6.6270466432859942E-2</c:v>
                </c:pt>
                <c:pt idx="6870">
                  <c:v>6.0505945084372778E-2</c:v>
                </c:pt>
                <c:pt idx="6871">
                  <c:v>-0.26586459353969516</c:v>
                </c:pt>
                <c:pt idx="6872">
                  <c:v>-1.346209001487874</c:v>
                </c:pt>
                <c:pt idx="6873">
                  <c:v>-1.3283059269686754</c:v>
                </c:pt>
                <c:pt idx="6874">
                  <c:v>-1.6239226293317961</c:v>
                </c:pt>
                <c:pt idx="6875">
                  <c:v>-1.5950345202001552</c:v>
                </c:pt>
                <c:pt idx="6876">
                  <c:v>-1.6390650675867051</c:v>
                </c:pt>
                <c:pt idx="6877">
                  <c:v>-1.8756217960190904</c:v>
                </c:pt>
                <c:pt idx="6878">
                  <c:v>-1.9357181276662117</c:v>
                </c:pt>
                <c:pt idx="6879">
                  <c:v>-1.8092037619358408</c:v>
                </c:pt>
                <c:pt idx="6880">
                  <c:v>-1.5424740071846952</c:v>
                </c:pt>
                <c:pt idx="6881">
                  <c:v>-1.6631178939619815</c:v>
                </c:pt>
                <c:pt idx="6882">
                  <c:v>-1.6215833928494203</c:v>
                </c:pt>
                <c:pt idx="6883">
                  <c:v>-1.5090739433866192</c:v>
                </c:pt>
                <c:pt idx="6884">
                  <c:v>-1.6542634970453434</c:v>
                </c:pt>
                <c:pt idx="6885">
                  <c:v>-1.5541521286194944</c:v>
                </c:pt>
                <c:pt idx="6886">
                  <c:v>-1.5792740098790317</c:v>
                </c:pt>
                <c:pt idx="6887">
                  <c:v>-0.79587845698256454</c:v>
                </c:pt>
                <c:pt idx="6888">
                  <c:v>-0.21724155310855864</c:v>
                </c:pt>
                <c:pt idx="6889">
                  <c:v>-0.10422287852131788</c:v>
                </c:pt>
                <c:pt idx="6890">
                  <c:v>-4.3287857903637093E-3</c:v>
                </c:pt>
                <c:pt idx="6891">
                  <c:v>3.5665531203954604E-2</c:v>
                </c:pt>
                <c:pt idx="6892">
                  <c:v>6.1788128560539002E-2</c:v>
                </c:pt>
                <c:pt idx="6893">
                  <c:v>7.6796157905628812E-2</c:v>
                </c:pt>
                <c:pt idx="6894">
                  <c:v>6.329755720532497E-2</c:v>
                </c:pt>
                <c:pt idx="6895">
                  <c:v>-0.36785213635403818</c:v>
                </c:pt>
                <c:pt idx="6896">
                  <c:v>-1.321773038897152</c:v>
                </c:pt>
                <c:pt idx="6897">
                  <c:v>-1.1255043651167289</c:v>
                </c:pt>
                <c:pt idx="6898">
                  <c:v>-1.5296437257664459</c:v>
                </c:pt>
                <c:pt idx="6899">
                  <c:v>-1.7462456677373306</c:v>
                </c:pt>
                <c:pt idx="6900">
                  <c:v>-1.8026393714019155</c:v>
                </c:pt>
                <c:pt idx="6901">
                  <c:v>-1.9084517769055949</c:v>
                </c:pt>
                <c:pt idx="6902">
                  <c:v>-1.9547656462356027</c:v>
                </c:pt>
                <c:pt idx="6903">
                  <c:v>-1.8999109205913893</c:v>
                </c:pt>
                <c:pt idx="6904">
                  <c:v>-1.8666492937449761</c:v>
                </c:pt>
                <c:pt idx="6905">
                  <c:v>-1.7502381961937594</c:v>
                </c:pt>
                <c:pt idx="6906">
                  <c:v>-0.84109792804571992</c:v>
                </c:pt>
                <c:pt idx="6907">
                  <c:v>-1.829588213706604</c:v>
                </c:pt>
                <c:pt idx="6908">
                  <c:v>-1.3077831444983639</c:v>
                </c:pt>
                <c:pt idx="6909">
                  <c:v>-1.1819234450584577</c:v>
                </c:pt>
                <c:pt idx="6910">
                  <c:v>-1.4761181116918192</c:v>
                </c:pt>
                <c:pt idx="6911">
                  <c:v>-0.70958371712135859</c:v>
                </c:pt>
                <c:pt idx="6912">
                  <c:v>-0.1810132815482316</c:v>
                </c:pt>
                <c:pt idx="6913">
                  <c:v>7.5837600134877961E-2</c:v>
                </c:pt>
                <c:pt idx="6914">
                  <c:v>0.23623165698956625</c:v>
                </c:pt>
                <c:pt idx="6915">
                  <c:v>0.17271856961684406</c:v>
                </c:pt>
                <c:pt idx="6916">
                  <c:v>3.8399045852214313E-2</c:v>
                </c:pt>
                <c:pt idx="6917">
                  <c:v>4.3791313442287406E-2</c:v>
                </c:pt>
                <c:pt idx="6918">
                  <c:v>5.6076101012903876E-2</c:v>
                </c:pt>
                <c:pt idx="6919">
                  <c:v>-0.18817392793896928</c:v>
                </c:pt>
                <c:pt idx="6920">
                  <c:v>-1.1485785891031737</c:v>
                </c:pt>
                <c:pt idx="6921">
                  <c:v>-1.1468365601948849</c:v>
                </c:pt>
                <c:pt idx="6922">
                  <c:v>-1.1805665879654919</c:v>
                </c:pt>
                <c:pt idx="6923">
                  <c:v>-1.4272702480206871</c:v>
                </c:pt>
                <c:pt idx="6924">
                  <c:v>-1.5483572167206201</c:v>
                </c:pt>
                <c:pt idx="6925">
                  <c:v>-1.5588642912517376</c:v>
                </c:pt>
                <c:pt idx="6926">
                  <c:v>-1.9091672964935729</c:v>
                </c:pt>
                <c:pt idx="6927">
                  <c:v>-1.7536774238082986</c:v>
                </c:pt>
                <c:pt idx="6928">
                  <c:v>-1.6465452977632535</c:v>
                </c:pt>
                <c:pt idx="6929">
                  <c:v>-1.7421409892588235</c:v>
                </c:pt>
                <c:pt idx="6930">
                  <c:v>-1.8732507091780963</c:v>
                </c:pt>
                <c:pt idx="6931">
                  <c:v>-1.548746262271959</c:v>
                </c:pt>
                <c:pt idx="6932">
                  <c:v>-1.6115820730360733</c:v>
                </c:pt>
                <c:pt idx="6933">
                  <c:v>-1.4984514694721491</c:v>
                </c:pt>
                <c:pt idx="6934">
                  <c:v>-1.3879528550907414</c:v>
                </c:pt>
                <c:pt idx="6935">
                  <c:v>-0.52823060341400752</c:v>
                </c:pt>
                <c:pt idx="6936">
                  <c:v>-0.23495142443986919</c:v>
                </c:pt>
                <c:pt idx="6937">
                  <c:v>-0.16919642464975032</c:v>
                </c:pt>
                <c:pt idx="6938">
                  <c:v>-0.10221054769292955</c:v>
                </c:pt>
                <c:pt idx="6939">
                  <c:v>-8.4522946895610199E-2</c:v>
                </c:pt>
                <c:pt idx="6940">
                  <c:v>-1.5309783268358322E-3</c:v>
                </c:pt>
                <c:pt idx="6941">
                  <c:v>3.7537089756408779E-2</c:v>
                </c:pt>
                <c:pt idx="6942">
                  <c:v>-0.13427563590437558</c:v>
                </c:pt>
                <c:pt idx="6943">
                  <c:v>-1.1608555507283238</c:v>
                </c:pt>
                <c:pt idx="6944">
                  <c:v>-1.434958696997656</c:v>
                </c:pt>
                <c:pt idx="6945">
                  <c:v>-1.6235772410887419</c:v>
                </c:pt>
                <c:pt idx="6946">
                  <c:v>-1.9775076848497859</c:v>
                </c:pt>
                <c:pt idx="6947">
                  <c:v>-1.9962385481868938</c:v>
                </c:pt>
                <c:pt idx="6948">
                  <c:v>-2.3722206857616688</c:v>
                </c:pt>
                <c:pt idx="6949">
                  <c:v>-2.4679397815350317</c:v>
                </c:pt>
                <c:pt idx="6950">
                  <c:v>-2.1371265149089225</c:v>
                </c:pt>
                <c:pt idx="6951">
                  <c:v>-1.8594123860530822</c:v>
                </c:pt>
                <c:pt idx="6952">
                  <c:v>-2.356807479440461</c:v>
                </c:pt>
                <c:pt idx="6953">
                  <c:v>-1.8799251395526841</c:v>
                </c:pt>
                <c:pt idx="6954">
                  <c:v>-1.6668436948421801</c:v>
                </c:pt>
                <c:pt idx="6955">
                  <c:v>-1.6254421328321711</c:v>
                </c:pt>
                <c:pt idx="6956">
                  <c:v>-1.4297531495263252</c:v>
                </c:pt>
                <c:pt idx="6957">
                  <c:v>-1.3076651422256396</c:v>
                </c:pt>
                <c:pt idx="6958">
                  <c:v>-1.1829102766344171</c:v>
                </c:pt>
                <c:pt idx="6959">
                  <c:v>-0.37812308798352368</c:v>
                </c:pt>
                <c:pt idx="6960">
                  <c:v>-6.7334127699577445E-2</c:v>
                </c:pt>
                <c:pt idx="6961">
                  <c:v>6.730487840362781E-2</c:v>
                </c:pt>
                <c:pt idx="6962">
                  <c:v>6.5706243057703895E-2</c:v>
                </c:pt>
                <c:pt idx="6963">
                  <c:v>3.1921705145623203E-2</c:v>
                </c:pt>
                <c:pt idx="6964">
                  <c:v>6.4914891265242622E-2</c:v>
                </c:pt>
                <c:pt idx="6965">
                  <c:v>9.4132185154199952E-2</c:v>
                </c:pt>
                <c:pt idx="6966">
                  <c:v>-8.3061133969105638E-2</c:v>
                </c:pt>
                <c:pt idx="6967">
                  <c:v>-0.92861837969743666</c:v>
                </c:pt>
                <c:pt idx="6968">
                  <c:v>-0.81132002429269801</c:v>
                </c:pt>
                <c:pt idx="6969">
                  <c:v>-0.88877979027328446</c:v>
                </c:pt>
                <c:pt idx="6970">
                  <c:v>-1.3978004218204048</c:v>
                </c:pt>
                <c:pt idx="6971">
                  <c:v>-1.4783290610041486</c:v>
                </c:pt>
                <c:pt idx="6972">
                  <c:v>-1.6524517673096155</c:v>
                </c:pt>
                <c:pt idx="6973">
                  <c:v>-1.6698570448943921</c:v>
                </c:pt>
                <c:pt idx="6974">
                  <c:v>-1.5143671412230182</c:v>
                </c:pt>
                <c:pt idx="6975">
                  <c:v>-1.7259620432784093</c:v>
                </c:pt>
                <c:pt idx="6976">
                  <c:v>-1.5852052012128275</c:v>
                </c:pt>
                <c:pt idx="6977">
                  <c:v>-1.7302595210691225</c:v>
                </c:pt>
                <c:pt idx="6978">
                  <c:v>-1.8067686791810706</c:v>
                </c:pt>
                <c:pt idx="6979">
                  <c:v>-1.6679474015467286</c:v>
                </c:pt>
                <c:pt idx="6980">
                  <c:v>-1.6221976517980921</c:v>
                </c:pt>
                <c:pt idx="6981">
                  <c:v>-1.3357087580357678</c:v>
                </c:pt>
                <c:pt idx="6982">
                  <c:v>-1.3124133438051269</c:v>
                </c:pt>
                <c:pt idx="6983">
                  <c:v>-0.49125637928236143</c:v>
                </c:pt>
                <c:pt idx="6984">
                  <c:v>-0.33942778751354274</c:v>
                </c:pt>
                <c:pt idx="6985">
                  <c:v>-0.19564371055702584</c:v>
                </c:pt>
                <c:pt idx="6986">
                  <c:v>-6.5031867101158838E-2</c:v>
                </c:pt>
                <c:pt idx="6987">
                  <c:v>2.5112961192598322E-2</c:v>
                </c:pt>
                <c:pt idx="6988">
                  <c:v>5.6443412561682366E-2</c:v>
                </c:pt>
                <c:pt idx="6989">
                  <c:v>5.4802618048591829E-2</c:v>
                </c:pt>
                <c:pt idx="6990">
                  <c:v>-0.40555403758811154</c:v>
                </c:pt>
                <c:pt idx="6991">
                  <c:v>-1.1894700679675212</c:v>
                </c:pt>
                <c:pt idx="6992">
                  <c:v>-1.1035731244787319</c:v>
                </c:pt>
                <c:pt idx="6993">
                  <c:v>-1.7380591345219027</c:v>
                </c:pt>
                <c:pt idx="6994">
                  <c:v>-1.8542227451315934</c:v>
                </c:pt>
                <c:pt idx="6995">
                  <c:v>-1.9069268564412392</c:v>
                </c:pt>
                <c:pt idx="6996">
                  <c:v>-1.5762301384569863</c:v>
                </c:pt>
                <c:pt idx="6997">
                  <c:v>-1.5588576323946028</c:v>
                </c:pt>
                <c:pt idx="6998">
                  <c:v>-1.4430319211384788</c:v>
                </c:pt>
                <c:pt idx="6999">
                  <c:v>-1.3969573040334049</c:v>
                </c:pt>
                <c:pt idx="7000">
                  <c:v>-1.3583297606499805</c:v>
                </c:pt>
                <c:pt idx="7001">
                  <c:v>-1.4216961090232365</c:v>
                </c:pt>
                <c:pt idx="7002">
                  <c:v>-1.3754108603189359</c:v>
                </c:pt>
                <c:pt idx="7003">
                  <c:v>-1.2788957804806589</c:v>
                </c:pt>
                <c:pt idx="7004">
                  <c:v>-1.1852506206624431</c:v>
                </c:pt>
                <c:pt idx="7005">
                  <c:v>-1.135360601072894</c:v>
                </c:pt>
                <c:pt idx="7006">
                  <c:v>-0.91677204819438862</c:v>
                </c:pt>
                <c:pt idx="7007">
                  <c:v>-0.35195410997721416</c:v>
                </c:pt>
                <c:pt idx="7008">
                  <c:v>-0.11403146944193814</c:v>
                </c:pt>
                <c:pt idx="7009">
                  <c:v>-2.9529051224072199E-2</c:v>
                </c:pt>
                <c:pt idx="7010">
                  <c:v>-1.1717755165629309E-2</c:v>
                </c:pt>
                <c:pt idx="7011">
                  <c:v>4.6100326941393141E-2</c:v>
                </c:pt>
                <c:pt idx="7012">
                  <c:v>5.2496767392935191E-2</c:v>
                </c:pt>
                <c:pt idx="7013">
                  <c:v>6.2680658634342704E-2</c:v>
                </c:pt>
                <c:pt idx="7014">
                  <c:v>-0.22538538808950009</c:v>
                </c:pt>
                <c:pt idx="7015">
                  <c:v>-1.3375872672463485</c:v>
                </c:pt>
                <c:pt idx="7016">
                  <c:v>-1.2163352691373033</c:v>
                </c:pt>
                <c:pt idx="7017">
                  <c:v>-1.2130826499124938</c:v>
                </c:pt>
                <c:pt idx="7018">
                  <c:v>-1.6190693534617038</c:v>
                </c:pt>
                <c:pt idx="7019">
                  <c:v>-2.1358180951740566</c:v>
                </c:pt>
                <c:pt idx="7020">
                  <c:v>-1.5875784111042912</c:v>
                </c:pt>
                <c:pt idx="7021">
                  <c:v>-1.7084632033923279</c:v>
                </c:pt>
                <c:pt idx="7022">
                  <c:v>-1.7610560862513618</c:v>
                </c:pt>
                <c:pt idx="7023">
                  <c:v>-1.4909321414994934</c:v>
                </c:pt>
                <c:pt idx="7024">
                  <c:v>-1.4871499714181169</c:v>
                </c:pt>
                <c:pt idx="7025">
                  <c:v>-1.2592659813322264</c:v>
                </c:pt>
                <c:pt idx="7026">
                  <c:v>-1.3715977769828951</c:v>
                </c:pt>
                <c:pt idx="7027">
                  <c:v>-1.2407307690513989</c:v>
                </c:pt>
                <c:pt idx="7028">
                  <c:v>-1.1822998231160482</c:v>
                </c:pt>
                <c:pt idx="7029">
                  <c:v>-1.0856593460688317</c:v>
                </c:pt>
                <c:pt idx="7030">
                  <c:v>-1.00500012808812</c:v>
                </c:pt>
                <c:pt idx="7031">
                  <c:v>-0.35682386893628998</c:v>
                </c:pt>
                <c:pt idx="7032">
                  <c:v>-3.3294487456095062E-2</c:v>
                </c:pt>
                <c:pt idx="7033">
                  <c:v>7.2461449755286553E-2</c:v>
                </c:pt>
                <c:pt idx="7034">
                  <c:v>3.665385890398621E-2</c:v>
                </c:pt>
                <c:pt idx="7035">
                  <c:v>3.0738904582932724E-2</c:v>
                </c:pt>
                <c:pt idx="7036">
                  <c:v>5.6665944312881453E-2</c:v>
                </c:pt>
                <c:pt idx="7037">
                  <c:v>5.8964813579148977E-2</c:v>
                </c:pt>
                <c:pt idx="7038">
                  <c:v>9.9046573253889839E-2</c:v>
                </c:pt>
                <c:pt idx="7039">
                  <c:v>-0.72504308359940117</c:v>
                </c:pt>
                <c:pt idx="7040">
                  <c:v>-0.89347429533261635</c:v>
                </c:pt>
                <c:pt idx="7041">
                  <c:v>-0.61595911130794789</c:v>
                </c:pt>
                <c:pt idx="7042">
                  <c:v>-1.0807821965806939</c:v>
                </c:pt>
                <c:pt idx="7043">
                  <c:v>-1.2878025760635159</c:v>
                </c:pt>
                <c:pt idx="7044">
                  <c:v>-1.3431348822571487</c:v>
                </c:pt>
                <c:pt idx="7045">
                  <c:v>-1.3265196764508849</c:v>
                </c:pt>
                <c:pt idx="7046">
                  <c:v>-1.3707503279372677</c:v>
                </c:pt>
                <c:pt idx="7047">
                  <c:v>-1.0609956754892191</c:v>
                </c:pt>
                <c:pt idx="7048">
                  <c:v>-1.0138720529870184</c:v>
                </c:pt>
                <c:pt idx="7049">
                  <c:v>-1.1312585296228617</c:v>
                </c:pt>
                <c:pt idx="7050">
                  <c:v>-1.2635908891711254</c:v>
                </c:pt>
                <c:pt idx="7051">
                  <c:v>-1.1431602825308584</c:v>
                </c:pt>
                <c:pt idx="7052">
                  <c:v>-1.1194841439249337</c:v>
                </c:pt>
                <c:pt idx="7053">
                  <c:v>-0.973143290693265</c:v>
                </c:pt>
                <c:pt idx="7054">
                  <c:v>-0.39464601618966016</c:v>
                </c:pt>
                <c:pt idx="7055">
                  <c:v>-0.36758434634371046</c:v>
                </c:pt>
                <c:pt idx="7056">
                  <c:v>-0.12489587640433231</c:v>
                </c:pt>
                <c:pt idx="7057">
                  <c:v>-9.7522980837499405E-3</c:v>
                </c:pt>
                <c:pt idx="7058">
                  <c:v>3.7556027108543562E-2</c:v>
                </c:pt>
                <c:pt idx="7059">
                  <c:v>4.1999790199855815E-2</c:v>
                </c:pt>
                <c:pt idx="7060">
                  <c:v>6.2082721457671138E-2</c:v>
                </c:pt>
                <c:pt idx="7061">
                  <c:v>6.7020433706241209E-2</c:v>
                </c:pt>
                <c:pt idx="7062">
                  <c:v>7.5912405117310885E-2</c:v>
                </c:pt>
                <c:pt idx="7063">
                  <c:v>-0.2469474800568813</c:v>
                </c:pt>
                <c:pt idx="7064">
                  <c:v>-1.0838258999288108</c:v>
                </c:pt>
                <c:pt idx="7065">
                  <c:v>-0.81076943856526629</c:v>
                </c:pt>
                <c:pt idx="7066">
                  <c:v>-0.35735043186004195</c:v>
                </c:pt>
                <c:pt idx="7067">
                  <c:v>-1.2809426455307</c:v>
                </c:pt>
                <c:pt idx="7068">
                  <c:v>-1.1804554123078166</c:v>
                </c:pt>
                <c:pt idx="7069">
                  <c:v>-1.2402108537060563</c:v>
                </c:pt>
                <c:pt idx="7070">
                  <c:v>-1.4119950908445096</c:v>
                </c:pt>
                <c:pt idx="7071">
                  <c:v>-1.3913662575518415</c:v>
                </c:pt>
                <c:pt idx="7072">
                  <c:v>-1.4267327184381888</c:v>
                </c:pt>
                <c:pt idx="7073">
                  <c:v>-1.0541268618894903</c:v>
                </c:pt>
                <c:pt idx="7074">
                  <c:v>-1.2341728753098227</c:v>
                </c:pt>
                <c:pt idx="7075">
                  <c:v>-0.89250105882286501</c:v>
                </c:pt>
                <c:pt idx="7076">
                  <c:v>-1.2466251717514096</c:v>
                </c:pt>
                <c:pt idx="7077">
                  <c:v>-0.77144638084118933</c:v>
                </c:pt>
                <c:pt idx="7078">
                  <c:v>-1.1045784241797181</c:v>
                </c:pt>
                <c:pt idx="7079">
                  <c:v>-0.48222572520113782</c:v>
                </c:pt>
                <c:pt idx="7080">
                  <c:v>-0.14788023480370471</c:v>
                </c:pt>
                <c:pt idx="7081">
                  <c:v>-4.2241335951090503E-2</c:v>
                </c:pt>
                <c:pt idx="7082">
                  <c:v>5.1829986652177267E-3</c:v>
                </c:pt>
                <c:pt idx="7083">
                  <c:v>5.4445156419070904E-2</c:v>
                </c:pt>
                <c:pt idx="7084">
                  <c:v>5.8487135577335821E-2</c:v>
                </c:pt>
                <c:pt idx="7085">
                  <c:v>6.4761580538569258E-2</c:v>
                </c:pt>
                <c:pt idx="7086">
                  <c:v>4.4471511997584194E-2</c:v>
                </c:pt>
                <c:pt idx="7087">
                  <c:v>-0.34485553966391486</c:v>
                </c:pt>
                <c:pt idx="7088">
                  <c:v>-1.4334863433725178</c:v>
                </c:pt>
                <c:pt idx="7089">
                  <c:v>-1.2201985586081094</c:v>
                </c:pt>
                <c:pt idx="7090">
                  <c:v>-1.3211205208839929</c:v>
                </c:pt>
                <c:pt idx="7091">
                  <c:v>-1.3472564814720178</c:v>
                </c:pt>
                <c:pt idx="7092">
                  <c:v>-1.6090853584948663</c:v>
                </c:pt>
                <c:pt idx="7093">
                  <c:v>-1.6764026722011527</c:v>
                </c:pt>
                <c:pt idx="7094">
                  <c:v>-1.4576555108152143</c:v>
                </c:pt>
                <c:pt idx="7095">
                  <c:v>-1.4992458174302306</c:v>
                </c:pt>
                <c:pt idx="7096">
                  <c:v>-1.747839471500622</c:v>
                </c:pt>
                <c:pt idx="7097">
                  <c:v>-1.4017914063266184</c:v>
                </c:pt>
                <c:pt idx="7098">
                  <c:v>-0.79713625248914499</c:v>
                </c:pt>
                <c:pt idx="7099">
                  <c:v>-1.5641948730172066</c:v>
                </c:pt>
                <c:pt idx="7100">
                  <c:v>-1.5890892766099027</c:v>
                </c:pt>
                <c:pt idx="7101">
                  <c:v>-1.2484132476747916</c:v>
                </c:pt>
                <c:pt idx="7102">
                  <c:v>-1.1946391832135093</c:v>
                </c:pt>
                <c:pt idx="7103">
                  <c:v>-1.2930638262365879</c:v>
                </c:pt>
                <c:pt idx="7104">
                  <c:v>-1.1086364475019885</c:v>
                </c:pt>
                <c:pt idx="7105">
                  <c:v>-0.62372439394887935</c:v>
                </c:pt>
                <c:pt idx="7106">
                  <c:v>-0.225781269285006</c:v>
                </c:pt>
                <c:pt idx="7107">
                  <c:v>-5.4969040557249667E-2</c:v>
                </c:pt>
                <c:pt idx="7108">
                  <c:v>-7.7299605517153714E-3</c:v>
                </c:pt>
                <c:pt idx="7109">
                  <c:v>2.2557064156254473E-2</c:v>
                </c:pt>
                <c:pt idx="7110">
                  <c:v>2.8257332858254665E-2</c:v>
                </c:pt>
                <c:pt idx="7111">
                  <c:v>-0.38572651795382557</c:v>
                </c:pt>
                <c:pt idx="7112">
                  <c:v>-1.5277561861077282</c:v>
                </c:pt>
                <c:pt idx="7113">
                  <c:v>-1.7047483314534655</c:v>
                </c:pt>
                <c:pt idx="7114">
                  <c:v>-1.6864081921902809</c:v>
                </c:pt>
                <c:pt idx="7115">
                  <c:v>-1.8172703892119817</c:v>
                </c:pt>
                <c:pt idx="7116">
                  <c:v>-1.8947473519323883</c:v>
                </c:pt>
                <c:pt idx="7117">
                  <c:v>-1.8248718935687032</c:v>
                </c:pt>
                <c:pt idx="7118">
                  <c:v>-1.6636373395223607</c:v>
                </c:pt>
                <c:pt idx="7119">
                  <c:v>-1.7590796732095353</c:v>
                </c:pt>
                <c:pt idx="7120">
                  <c:v>-1.5620478395846669</c:v>
                </c:pt>
                <c:pt idx="7121">
                  <c:v>-1.5469976793775677</c:v>
                </c:pt>
                <c:pt idx="7122">
                  <c:v>-1.3779933962379138</c:v>
                </c:pt>
                <c:pt idx="7123">
                  <c:v>-1.1953727527539206</c:v>
                </c:pt>
                <c:pt idx="7124">
                  <c:v>-1.2336230741664886</c:v>
                </c:pt>
                <c:pt idx="7125">
                  <c:v>-1.083411396837787</c:v>
                </c:pt>
                <c:pt idx="7126">
                  <c:v>-1.0727411638873765</c:v>
                </c:pt>
                <c:pt idx="7127">
                  <c:v>-1.0135441140193568</c:v>
                </c:pt>
                <c:pt idx="7128">
                  <c:v>-0.91430910401040222</c:v>
                </c:pt>
                <c:pt idx="7129">
                  <c:v>-0.4450105269812924</c:v>
                </c:pt>
                <c:pt idx="7130">
                  <c:v>-0.30985208483847038</c:v>
                </c:pt>
                <c:pt idx="7131">
                  <c:v>-0.16690043958482689</c:v>
                </c:pt>
                <c:pt idx="7132">
                  <c:v>-5.0751083864655856E-2</c:v>
                </c:pt>
                <c:pt idx="7133">
                  <c:v>-5.0379915542564544E-3</c:v>
                </c:pt>
                <c:pt idx="7134">
                  <c:v>2.7575777577625332E-2</c:v>
                </c:pt>
                <c:pt idx="7135">
                  <c:v>-0.32074471729937448</c:v>
                </c:pt>
                <c:pt idx="7136">
                  <c:v>-1.1352559589489619</c:v>
                </c:pt>
                <c:pt idx="7137">
                  <c:v>-1.3200284518971499</c:v>
                </c:pt>
                <c:pt idx="7138">
                  <c:v>-1.2164275147719525</c:v>
                </c:pt>
                <c:pt idx="7139">
                  <c:v>-1.5255452977660908</c:v>
                </c:pt>
                <c:pt idx="7140">
                  <c:v>-1.8819252379380222</c:v>
                </c:pt>
                <c:pt idx="7141">
                  <c:v>-1.7139272726078612</c:v>
                </c:pt>
                <c:pt idx="7142">
                  <c:v>-1.7498250661777353</c:v>
                </c:pt>
                <c:pt idx="7143">
                  <c:v>-1.8648420861755213</c:v>
                </c:pt>
                <c:pt idx="7144">
                  <c:v>-1.9460501324535535</c:v>
                </c:pt>
                <c:pt idx="7145">
                  <c:v>-1.6095285593706177</c:v>
                </c:pt>
                <c:pt idx="7146">
                  <c:v>-1.5410782325546475</c:v>
                </c:pt>
                <c:pt idx="7147">
                  <c:v>-1.5387532518405396</c:v>
                </c:pt>
                <c:pt idx="7148">
                  <c:v>-1.2165393584782838</c:v>
                </c:pt>
                <c:pt idx="7149">
                  <c:v>-0.96027236163343122</c:v>
                </c:pt>
                <c:pt idx="7150">
                  <c:v>-1.0636360272909047</c:v>
                </c:pt>
                <c:pt idx="7151">
                  <c:v>-0.99394036314268674</c:v>
                </c:pt>
                <c:pt idx="7152">
                  <c:v>-1.1427974196787019</c:v>
                </c:pt>
                <c:pt idx="7153">
                  <c:v>-0.99461481334930224</c:v>
                </c:pt>
                <c:pt idx="7154">
                  <c:v>-0.42315807397128741</c:v>
                </c:pt>
                <c:pt idx="7155">
                  <c:v>-0.10964660011387706</c:v>
                </c:pt>
                <c:pt idx="7156">
                  <c:v>-8.0565359525924043E-3</c:v>
                </c:pt>
                <c:pt idx="7157">
                  <c:v>2.7755311885201275E-2</c:v>
                </c:pt>
                <c:pt idx="7158">
                  <c:v>-0.72123239586724208</c:v>
                </c:pt>
                <c:pt idx="7159">
                  <c:v>-1.0089738010481288</c:v>
                </c:pt>
                <c:pt idx="7160">
                  <c:v>-1.2185835318131144</c:v>
                </c:pt>
                <c:pt idx="7161">
                  <c:v>-1.3918742052991124</c:v>
                </c:pt>
                <c:pt idx="7162">
                  <c:v>-1.4889602807466267</c:v>
                </c:pt>
                <c:pt idx="7163">
                  <c:v>-1.9515153138170127</c:v>
                </c:pt>
                <c:pt idx="7164">
                  <c:v>-2.0679112840161942</c:v>
                </c:pt>
                <c:pt idx="7165">
                  <c:v>-1.9681442611231603</c:v>
                </c:pt>
                <c:pt idx="7166">
                  <c:v>-1.885274688279599</c:v>
                </c:pt>
                <c:pt idx="7167">
                  <c:v>-1.6999542723168939</c:v>
                </c:pt>
                <c:pt idx="7168">
                  <c:v>-1.7220021330654278</c:v>
                </c:pt>
                <c:pt idx="7169">
                  <c:v>-1.5883445154177342</c:v>
                </c:pt>
                <c:pt idx="7170">
                  <c:v>-1.3404822632505156</c:v>
                </c:pt>
                <c:pt idx="7171">
                  <c:v>-1.2936398192836063</c:v>
                </c:pt>
                <c:pt idx="7172">
                  <c:v>-1.2780051524247578</c:v>
                </c:pt>
                <c:pt idx="7173">
                  <c:v>-1.3783579235037082</c:v>
                </c:pt>
                <c:pt idx="7174">
                  <c:v>-1.2787161646684808</c:v>
                </c:pt>
                <c:pt idx="7175">
                  <c:v>-1.2083320636243076</c:v>
                </c:pt>
                <c:pt idx="7176">
                  <c:v>-1.1363630073378088</c:v>
                </c:pt>
                <c:pt idx="7177">
                  <c:v>-1.1669104344098149</c:v>
                </c:pt>
                <c:pt idx="7178">
                  <c:v>-1.0831359675688859</c:v>
                </c:pt>
                <c:pt idx="7179">
                  <c:v>-0.96687074707341913</c:v>
                </c:pt>
                <c:pt idx="7180">
                  <c:v>-0.9624681601252123</c:v>
                </c:pt>
                <c:pt idx="7181">
                  <c:v>-0.91190065662677255</c:v>
                </c:pt>
                <c:pt idx="7182">
                  <c:v>-0.88210625685540978</c:v>
                </c:pt>
                <c:pt idx="7183">
                  <c:v>-0.81306668310482932</c:v>
                </c:pt>
                <c:pt idx="7184">
                  <c:v>-0.76206123332119247</c:v>
                </c:pt>
                <c:pt idx="7185">
                  <c:v>-0.88688306458805999</c:v>
                </c:pt>
                <c:pt idx="7186">
                  <c:v>-0.82641248429694236</c:v>
                </c:pt>
                <c:pt idx="7187">
                  <c:v>-0.8276708211594469</c:v>
                </c:pt>
                <c:pt idx="7188">
                  <c:v>-0.89498644908970826</c:v>
                </c:pt>
                <c:pt idx="7189">
                  <c:v>-0.81886426986778948</c:v>
                </c:pt>
                <c:pt idx="7190">
                  <c:v>-0.81643277749168608</c:v>
                </c:pt>
                <c:pt idx="7191">
                  <c:v>-0.92626460514331566</c:v>
                </c:pt>
                <c:pt idx="7192">
                  <c:v>-1.0702195901567639</c:v>
                </c:pt>
                <c:pt idx="7193">
                  <c:v>-1.224446982832454</c:v>
                </c:pt>
                <c:pt idx="7194">
                  <c:v>-1.2958360593505853</c:v>
                </c:pt>
                <c:pt idx="7195">
                  <c:v>-1.3053502993239925</c:v>
                </c:pt>
                <c:pt idx="7196">
                  <c:v>-1.1691279596232691</c:v>
                </c:pt>
                <c:pt idx="7197">
                  <c:v>-1.1152412740987658</c:v>
                </c:pt>
                <c:pt idx="7198">
                  <c:v>-1.0619101515893727</c:v>
                </c:pt>
                <c:pt idx="7199">
                  <c:v>-1.0295185902202451</c:v>
                </c:pt>
                <c:pt idx="7200">
                  <c:v>-0.96532269810648907</c:v>
                </c:pt>
                <c:pt idx="7201">
                  <c:v>-0.98751887799373805</c:v>
                </c:pt>
                <c:pt idx="7202">
                  <c:v>-0.93906283190505302</c:v>
                </c:pt>
                <c:pt idx="7203">
                  <c:v>-0.84609530057491467</c:v>
                </c:pt>
                <c:pt idx="7204">
                  <c:v>-0.8860296607832191</c:v>
                </c:pt>
                <c:pt idx="7205">
                  <c:v>-0.87674392837322657</c:v>
                </c:pt>
                <c:pt idx="7206">
                  <c:v>-0.86462470654549384</c:v>
                </c:pt>
                <c:pt idx="7207">
                  <c:v>-0.85357170874128008</c:v>
                </c:pt>
                <c:pt idx="7208">
                  <c:v>-0.93544944456274781</c:v>
                </c:pt>
                <c:pt idx="7209">
                  <c:v>-0.92959167712421009</c:v>
                </c:pt>
                <c:pt idx="7210">
                  <c:v>-1.0849572285085551</c:v>
                </c:pt>
                <c:pt idx="7211">
                  <c:v>-1.3942284076195806</c:v>
                </c:pt>
                <c:pt idx="7212">
                  <c:v>-1.5389073235210955</c:v>
                </c:pt>
                <c:pt idx="7213">
                  <c:v>-1.438765531572272</c:v>
                </c:pt>
                <c:pt idx="7214">
                  <c:v>-1.3264187327294403</c:v>
                </c:pt>
                <c:pt idx="7215">
                  <c:v>-1.4847072433384407</c:v>
                </c:pt>
                <c:pt idx="7216">
                  <c:v>-1.4734653435329557</c:v>
                </c:pt>
                <c:pt idx="7217">
                  <c:v>-1.3608503723811807</c:v>
                </c:pt>
                <c:pt idx="7218">
                  <c:v>-1.1500085507652915</c:v>
                </c:pt>
                <c:pt idx="7219">
                  <c:v>-1.067622025537315</c:v>
                </c:pt>
                <c:pt idx="7220">
                  <c:v>-0.96426106502538267</c:v>
                </c:pt>
                <c:pt idx="7221">
                  <c:v>-0.95587173197512132</c:v>
                </c:pt>
                <c:pt idx="7222">
                  <c:v>-0.85607488315175106</c:v>
                </c:pt>
                <c:pt idx="7223">
                  <c:v>-0.84633361099298676</c:v>
                </c:pt>
                <c:pt idx="7224">
                  <c:v>-0.91535241449824023</c:v>
                </c:pt>
                <c:pt idx="7225">
                  <c:v>-0.88990850042320846</c:v>
                </c:pt>
                <c:pt idx="7226">
                  <c:v>-0.45900819141735794</c:v>
                </c:pt>
                <c:pt idx="7227">
                  <c:v>-0.74833750062920368</c:v>
                </c:pt>
                <c:pt idx="7228">
                  <c:v>-0.4449637210078789</c:v>
                </c:pt>
                <c:pt idx="7229">
                  <c:v>-0.34939906265359949</c:v>
                </c:pt>
                <c:pt idx="7230">
                  <c:v>-0.47698423519523103</c:v>
                </c:pt>
                <c:pt idx="7231">
                  <c:v>-0.28662226043221128</c:v>
                </c:pt>
                <c:pt idx="7232">
                  <c:v>-8.5245506576259275E-2</c:v>
                </c:pt>
                <c:pt idx="7233">
                  <c:v>-0.41318801929002735</c:v>
                </c:pt>
                <c:pt idx="7234">
                  <c:v>-0.3094142926708684</c:v>
                </c:pt>
                <c:pt idx="7235">
                  <c:v>-2.8213566219589183E-2</c:v>
                </c:pt>
                <c:pt idx="7236">
                  <c:v>-0.32737516228920832</c:v>
                </c:pt>
                <c:pt idx="7237">
                  <c:v>-0.35703760134689216</c:v>
                </c:pt>
                <c:pt idx="7238">
                  <c:v>-5.7421535465173652E-2</c:v>
                </c:pt>
                <c:pt idx="7239">
                  <c:v>-0.26270049070970308</c:v>
                </c:pt>
                <c:pt idx="7240">
                  <c:v>-0.31802029552159161</c:v>
                </c:pt>
                <c:pt idx="7241">
                  <c:v>-0.13146203046136434</c:v>
                </c:pt>
                <c:pt idx="7242">
                  <c:v>-0.13885427960996821</c:v>
                </c:pt>
                <c:pt idx="7243">
                  <c:v>-0.42994191029155987</c:v>
                </c:pt>
                <c:pt idx="7244">
                  <c:v>-0.16152594515650215</c:v>
                </c:pt>
                <c:pt idx="7245">
                  <c:v>-0.15262247934294176</c:v>
                </c:pt>
                <c:pt idx="7246">
                  <c:v>-0.35069209214908104</c:v>
                </c:pt>
                <c:pt idx="7247">
                  <c:v>-0.31169285337917813</c:v>
                </c:pt>
                <c:pt idx="7248">
                  <c:v>-2.4105446860950931E-2</c:v>
                </c:pt>
                <c:pt idx="7249">
                  <c:v>-0.19175923881600443</c:v>
                </c:pt>
                <c:pt idx="7250">
                  <c:v>8.9111447052683132E-2</c:v>
                </c:pt>
                <c:pt idx="7251">
                  <c:v>9.0594136890407129E-2</c:v>
                </c:pt>
                <c:pt idx="7252">
                  <c:v>9.3937023258691341E-2</c:v>
                </c:pt>
                <c:pt idx="7253">
                  <c:v>8.7033500405050132E-2</c:v>
                </c:pt>
                <c:pt idx="7254">
                  <c:v>9.1236786012200047E-2</c:v>
                </c:pt>
                <c:pt idx="7255">
                  <c:v>5.6824926655508701E-2</c:v>
                </c:pt>
                <c:pt idx="7256">
                  <c:v>5.7272564672439012E-2</c:v>
                </c:pt>
                <c:pt idx="7257">
                  <c:v>5.0541075086312628E-2</c:v>
                </c:pt>
                <c:pt idx="7258">
                  <c:v>-0.54673830878213592</c:v>
                </c:pt>
                <c:pt idx="7259">
                  <c:v>-0.55786832227394378</c:v>
                </c:pt>
                <c:pt idx="7260">
                  <c:v>-0.16859733109897865</c:v>
                </c:pt>
                <c:pt idx="7261">
                  <c:v>-1.2436827123714391</c:v>
                </c:pt>
                <c:pt idx="7262">
                  <c:v>-0.23868013966140711</c:v>
                </c:pt>
                <c:pt idx="7263">
                  <c:v>-1.5383324220837469</c:v>
                </c:pt>
                <c:pt idx="7264">
                  <c:v>-0.45716632562658344</c:v>
                </c:pt>
                <c:pt idx="7265">
                  <c:v>-1.4258001460945926</c:v>
                </c:pt>
                <c:pt idx="7266">
                  <c:v>-1.0207349580893355</c:v>
                </c:pt>
                <c:pt idx="7267">
                  <c:v>-0.81322243808631933</c:v>
                </c:pt>
                <c:pt idx="7268">
                  <c:v>-0.38127010352242352</c:v>
                </c:pt>
                <c:pt idx="7269">
                  <c:v>-0.21191199795871024</c:v>
                </c:pt>
                <c:pt idx="7270">
                  <c:v>-0.44656429627946814</c:v>
                </c:pt>
                <c:pt idx="7271">
                  <c:v>-0.57352258631553399</c:v>
                </c:pt>
                <c:pt idx="7272">
                  <c:v>-0.36462814913789326</c:v>
                </c:pt>
                <c:pt idx="7273">
                  <c:v>-0.41466648976393056</c:v>
                </c:pt>
                <c:pt idx="7274">
                  <c:v>-0.46548871902298972</c:v>
                </c:pt>
                <c:pt idx="7275">
                  <c:v>-0.4445691867644872</c:v>
                </c:pt>
                <c:pt idx="7276">
                  <c:v>-0.52177338265009332</c:v>
                </c:pt>
                <c:pt idx="7277">
                  <c:v>-0.40827189477432507</c:v>
                </c:pt>
                <c:pt idx="7278">
                  <c:v>-0.40825161064708343</c:v>
                </c:pt>
                <c:pt idx="7279">
                  <c:v>-0.4262244602050359</c:v>
                </c:pt>
                <c:pt idx="7280">
                  <c:v>-0.45873439663904597</c:v>
                </c:pt>
                <c:pt idx="7281">
                  <c:v>-0.83033662994579693</c:v>
                </c:pt>
                <c:pt idx="7282">
                  <c:v>-1.32661808385373</c:v>
                </c:pt>
                <c:pt idx="7283">
                  <c:v>-1.5654245080165958</c:v>
                </c:pt>
                <c:pt idx="7284">
                  <c:v>-1.5365559537138955</c:v>
                </c:pt>
                <c:pt idx="7285">
                  <c:v>-1.3631503835405094</c:v>
                </c:pt>
                <c:pt idx="7286">
                  <c:v>-1.1079673786285573</c:v>
                </c:pt>
                <c:pt idx="7287">
                  <c:v>-1.1710888419736938</c:v>
                </c:pt>
                <c:pt idx="7288">
                  <c:v>-1.2530231674227248</c:v>
                </c:pt>
                <c:pt idx="7289">
                  <c:v>-1.0762094146534942</c:v>
                </c:pt>
                <c:pt idx="7290">
                  <c:v>-0.92034288806277198</c:v>
                </c:pt>
                <c:pt idx="7291">
                  <c:v>-0.82585527928397806</c:v>
                </c:pt>
                <c:pt idx="7292">
                  <c:v>-0.59313077694048555</c:v>
                </c:pt>
                <c:pt idx="7293">
                  <c:v>-0.43260368412729272</c:v>
                </c:pt>
                <c:pt idx="7294">
                  <c:v>-0.3140551479933833</c:v>
                </c:pt>
                <c:pt idx="7295">
                  <c:v>-0.13987709393575953</c:v>
                </c:pt>
                <c:pt idx="7296">
                  <c:v>2.8013783866769414E-2</c:v>
                </c:pt>
                <c:pt idx="7297">
                  <c:v>0.12440228309783974</c:v>
                </c:pt>
                <c:pt idx="7298">
                  <c:v>0.13617460375605389</c:v>
                </c:pt>
                <c:pt idx="7299">
                  <c:v>0.13614286436430584</c:v>
                </c:pt>
                <c:pt idx="7300">
                  <c:v>0.13239485041330259</c:v>
                </c:pt>
                <c:pt idx="7301">
                  <c:v>0.12375711958575214</c:v>
                </c:pt>
                <c:pt idx="7302">
                  <c:v>0.13452727386259986</c:v>
                </c:pt>
                <c:pt idx="7303">
                  <c:v>0.13192782402465264</c:v>
                </c:pt>
                <c:pt idx="7304">
                  <c:v>0.10122102162860074</c:v>
                </c:pt>
                <c:pt idx="7305">
                  <c:v>6.7822148611352662E-2</c:v>
                </c:pt>
                <c:pt idx="7306">
                  <c:v>-0.47699229291938755</c:v>
                </c:pt>
                <c:pt idx="7307">
                  <c:v>-0.48255772094297966</c:v>
                </c:pt>
                <c:pt idx="7308">
                  <c:v>-0.76742954872082514</c:v>
                </c:pt>
                <c:pt idx="7309">
                  <c:v>-0.14954770056433406</c:v>
                </c:pt>
                <c:pt idx="7310">
                  <c:v>-1.007125458495862</c:v>
                </c:pt>
                <c:pt idx="7311">
                  <c:v>-0.96370820298511861</c:v>
                </c:pt>
                <c:pt idx="7312">
                  <c:v>-0.73776918381825318</c:v>
                </c:pt>
                <c:pt idx="7313">
                  <c:v>-0.7592913608914339</c:v>
                </c:pt>
                <c:pt idx="7314">
                  <c:v>-0.62071119259367902</c:v>
                </c:pt>
                <c:pt idx="7315">
                  <c:v>-0.5625686901433673</c:v>
                </c:pt>
                <c:pt idx="7316">
                  <c:v>-0.47827934685944673</c:v>
                </c:pt>
                <c:pt idx="7317">
                  <c:v>-0.34961385358879632</c:v>
                </c:pt>
                <c:pt idx="7318">
                  <c:v>-0.25081126926718844</c:v>
                </c:pt>
                <c:pt idx="7319">
                  <c:v>-0.19849042928099817</c:v>
                </c:pt>
                <c:pt idx="7320">
                  <c:v>-0.14458867058358252</c:v>
                </c:pt>
                <c:pt idx="7321">
                  <c:v>-9.3215528892237175E-4</c:v>
                </c:pt>
                <c:pt idx="7322">
                  <c:v>4.2274245492891025E-3</c:v>
                </c:pt>
                <c:pt idx="7323">
                  <c:v>7.9148619968005776E-2</c:v>
                </c:pt>
                <c:pt idx="7324">
                  <c:v>7.1760659875527447E-2</c:v>
                </c:pt>
                <c:pt idx="7325">
                  <c:v>8.1342600458793005E-2</c:v>
                </c:pt>
                <c:pt idx="7326">
                  <c:v>7.4172530149463886E-2</c:v>
                </c:pt>
                <c:pt idx="7327">
                  <c:v>3.895546395118344E-2</c:v>
                </c:pt>
                <c:pt idx="7328">
                  <c:v>-2.2837784106058507E-3</c:v>
                </c:pt>
                <c:pt idx="7329">
                  <c:v>-0.18678174072259726</c:v>
                </c:pt>
                <c:pt idx="7330">
                  <c:v>-1.2033500959243504</c:v>
                </c:pt>
                <c:pt idx="7331">
                  <c:v>-1.1021654638999752</c:v>
                </c:pt>
                <c:pt idx="7332">
                  <c:v>-0.79149119950522706</c:v>
                </c:pt>
                <c:pt idx="7333">
                  <c:v>-1.2034363309616312</c:v>
                </c:pt>
                <c:pt idx="7334">
                  <c:v>-1.2165399019897862</c:v>
                </c:pt>
                <c:pt idx="7335">
                  <c:v>-1.207963941201267</c:v>
                </c:pt>
                <c:pt idx="7336">
                  <c:v>-1.241439046773068</c:v>
                </c:pt>
                <c:pt idx="7337">
                  <c:v>-1.2095212549463656</c:v>
                </c:pt>
                <c:pt idx="7338">
                  <c:v>-0.95675815250684249</c:v>
                </c:pt>
                <c:pt idx="7339">
                  <c:v>-0.82874689283853142</c:v>
                </c:pt>
                <c:pt idx="7340">
                  <c:v>-0.70107792286188064</c:v>
                </c:pt>
                <c:pt idx="7341">
                  <c:v>-0.55148091359197171</c:v>
                </c:pt>
                <c:pt idx="7342">
                  <c:v>-0.45135889315188016</c:v>
                </c:pt>
                <c:pt idx="7343">
                  <c:v>-0.45831056276011162</c:v>
                </c:pt>
                <c:pt idx="7344">
                  <c:v>-0.18718706624885242</c:v>
                </c:pt>
                <c:pt idx="7345">
                  <c:v>-0.28402306150411155</c:v>
                </c:pt>
                <c:pt idx="7346">
                  <c:v>-9.1596030272994514E-3</c:v>
                </c:pt>
                <c:pt idx="7347">
                  <c:v>-0.36503747600147224</c:v>
                </c:pt>
                <c:pt idx="7348">
                  <c:v>6.4718750882186177E-2</c:v>
                </c:pt>
                <c:pt idx="7349">
                  <c:v>7.4425752260005376E-2</c:v>
                </c:pt>
                <c:pt idx="7350">
                  <c:v>6.4085607108623641E-2</c:v>
                </c:pt>
                <c:pt idx="7351">
                  <c:v>-0.12015637058437484</c:v>
                </c:pt>
                <c:pt idx="7352">
                  <c:v>-0.15326816157264958</c:v>
                </c:pt>
                <c:pt idx="7353">
                  <c:v>-0.36396151648765551</c:v>
                </c:pt>
                <c:pt idx="7354">
                  <c:v>-0.44425926928424486</c:v>
                </c:pt>
                <c:pt idx="7355">
                  <c:v>-0.92799585861542511</c:v>
                </c:pt>
                <c:pt idx="7356">
                  <c:v>-0.94832497780576197</c:v>
                </c:pt>
                <c:pt idx="7357">
                  <c:v>-1.0597474999312151</c:v>
                </c:pt>
                <c:pt idx="7358">
                  <c:v>-1.1913632059728108</c:v>
                </c:pt>
                <c:pt idx="7359">
                  <c:v>-1.2229578979974958</c:v>
                </c:pt>
                <c:pt idx="7360">
                  <c:v>-1.2978875629283309</c:v>
                </c:pt>
                <c:pt idx="7361">
                  <c:v>-1.3385570944122138</c:v>
                </c:pt>
                <c:pt idx="7362">
                  <c:v>-1.1815392489092442</c:v>
                </c:pt>
                <c:pt idx="7363">
                  <c:v>-1.1125620999315751</c:v>
                </c:pt>
                <c:pt idx="7364">
                  <c:v>-0.98752747400218199</c:v>
                </c:pt>
                <c:pt idx="7365">
                  <c:v>-0.64345334954260858</c:v>
                </c:pt>
                <c:pt idx="7366">
                  <c:v>-0.57231875465512605</c:v>
                </c:pt>
                <c:pt idx="7367">
                  <c:v>-0.33248374608723746</c:v>
                </c:pt>
                <c:pt idx="7368">
                  <c:v>-8.7222890111800552E-2</c:v>
                </c:pt>
                <c:pt idx="7369">
                  <c:v>-1.0625056867017655E-2</c:v>
                </c:pt>
                <c:pt idx="7370">
                  <c:v>1.2719968164588872E-2</c:v>
                </c:pt>
                <c:pt idx="7371">
                  <c:v>3.5444831371460421E-2</c:v>
                </c:pt>
                <c:pt idx="7372">
                  <c:v>3.5872582492654716E-2</c:v>
                </c:pt>
                <c:pt idx="7373">
                  <c:v>5.1269193479015131E-2</c:v>
                </c:pt>
                <c:pt idx="7374">
                  <c:v>5.3455626278609801E-2</c:v>
                </c:pt>
                <c:pt idx="7375">
                  <c:v>-0.17397885884562261</c:v>
                </c:pt>
                <c:pt idx="7376">
                  <c:v>-0.78797650010163189</c:v>
                </c:pt>
                <c:pt idx="7377">
                  <c:v>-0.92836950029557597</c:v>
                </c:pt>
                <c:pt idx="7378">
                  <c:v>-1.1926004370766754</c:v>
                </c:pt>
                <c:pt idx="7379">
                  <c:v>-1.1907668974775503</c:v>
                </c:pt>
                <c:pt idx="7380">
                  <c:v>-1.1639287208281395</c:v>
                </c:pt>
                <c:pt idx="7381">
                  <c:v>-1.3870941717842862</c:v>
                </c:pt>
                <c:pt idx="7382">
                  <c:v>-1.5942931319417062</c:v>
                </c:pt>
                <c:pt idx="7383">
                  <c:v>-1.5614766772842039</c:v>
                </c:pt>
                <c:pt idx="7384">
                  <c:v>-1.7365369764774889</c:v>
                </c:pt>
                <c:pt idx="7385">
                  <c:v>-1.6061690705966831</c:v>
                </c:pt>
                <c:pt idx="7386">
                  <c:v>-1.4391395221023782</c:v>
                </c:pt>
                <c:pt idx="7387">
                  <c:v>-1.0636853563702255</c:v>
                </c:pt>
                <c:pt idx="7388">
                  <c:v>-0.96722435993265332</c:v>
                </c:pt>
                <c:pt idx="7389">
                  <c:v>-0.9785670877177236</c:v>
                </c:pt>
                <c:pt idx="7390">
                  <c:v>-0.71392686310276043</c:v>
                </c:pt>
                <c:pt idx="7391">
                  <c:v>-1.0326480122747983</c:v>
                </c:pt>
                <c:pt idx="7392">
                  <c:v>-0.54736690134815535</c:v>
                </c:pt>
                <c:pt idx="7393">
                  <c:v>-0.23503363971053559</c:v>
                </c:pt>
                <c:pt idx="7394">
                  <c:v>-1.8376351769051256E-2</c:v>
                </c:pt>
                <c:pt idx="7395">
                  <c:v>3.2542078762444984E-2</c:v>
                </c:pt>
                <c:pt idx="7396">
                  <c:v>5.1551143062508818E-2</c:v>
                </c:pt>
                <c:pt idx="7397">
                  <c:v>8.1447739830415117E-2</c:v>
                </c:pt>
                <c:pt idx="7398">
                  <c:v>7.0210851856375503E-2</c:v>
                </c:pt>
                <c:pt idx="7399">
                  <c:v>-0.15022821591710797</c:v>
                </c:pt>
                <c:pt idx="7400">
                  <c:v>-0.1808247590738199</c:v>
                </c:pt>
                <c:pt idx="7401">
                  <c:v>-1.0484361586600459</c:v>
                </c:pt>
                <c:pt idx="7402">
                  <c:v>-0.54690947255387579</c:v>
                </c:pt>
                <c:pt idx="7403">
                  <c:v>-1.5037395491478207</c:v>
                </c:pt>
                <c:pt idx="7404">
                  <c:v>-1.1721526860304745</c:v>
                </c:pt>
                <c:pt idx="7405">
                  <c:v>-1.1986525034126472</c:v>
                </c:pt>
                <c:pt idx="7406">
                  <c:v>-1.2792325766896402</c:v>
                </c:pt>
                <c:pt idx="7407">
                  <c:v>-1.1980740724280112</c:v>
                </c:pt>
                <c:pt idx="7408">
                  <c:v>-1.3787269450615909</c:v>
                </c:pt>
                <c:pt idx="7409">
                  <c:v>-1.2075812016658833</c:v>
                </c:pt>
                <c:pt idx="7410">
                  <c:v>-1.1831444084270264</c:v>
                </c:pt>
                <c:pt idx="7411">
                  <c:v>-1.0037795159276661</c:v>
                </c:pt>
                <c:pt idx="7412">
                  <c:v>-0.87386823565367133</c:v>
                </c:pt>
                <c:pt idx="7413">
                  <c:v>-0.81762402469751327</c:v>
                </c:pt>
                <c:pt idx="7414">
                  <c:v>-0.77024454366044692</c:v>
                </c:pt>
                <c:pt idx="7415">
                  <c:v>-0.63670673720806381</c:v>
                </c:pt>
                <c:pt idx="7416">
                  <c:v>-0.6205417508000467</c:v>
                </c:pt>
                <c:pt idx="7417">
                  <c:v>-0.43198792284787452</c:v>
                </c:pt>
                <c:pt idx="7418">
                  <c:v>-7.3246933643093148E-2</c:v>
                </c:pt>
                <c:pt idx="7419">
                  <c:v>-0.3901095425983872</c:v>
                </c:pt>
                <c:pt idx="7420">
                  <c:v>5.392752607192175E-2</c:v>
                </c:pt>
                <c:pt idx="7421">
                  <c:v>7.4671866855417574E-2</c:v>
                </c:pt>
                <c:pt idx="7422">
                  <c:v>6.0075663269463495E-2</c:v>
                </c:pt>
                <c:pt idx="7423">
                  <c:v>-0.27036957622451147</c:v>
                </c:pt>
                <c:pt idx="7424">
                  <c:v>-0.25214308584913314</c:v>
                </c:pt>
                <c:pt idx="7425">
                  <c:v>-1.2270866399644864</c:v>
                </c:pt>
                <c:pt idx="7426">
                  <c:v>-0.33762463568421813</c:v>
                </c:pt>
                <c:pt idx="7427">
                  <c:v>-1.8425308871564889</c:v>
                </c:pt>
                <c:pt idx="7428">
                  <c:v>-1.5421979472795699</c:v>
                </c:pt>
                <c:pt idx="7429">
                  <c:v>-1.5528292968116604</c:v>
                </c:pt>
                <c:pt idx="7430">
                  <c:v>-1.5892658134922899</c:v>
                </c:pt>
                <c:pt idx="7431">
                  <c:v>-1.5866654108024798</c:v>
                </c:pt>
                <c:pt idx="7432">
                  <c:v>-1.5979544499836236</c:v>
                </c:pt>
                <c:pt idx="7433">
                  <c:v>-1.3832480418618032</c:v>
                </c:pt>
                <c:pt idx="7434">
                  <c:v>-1.2678698961069452</c:v>
                </c:pt>
                <c:pt idx="7435">
                  <c:v>-1.1521506278617017</c:v>
                </c:pt>
                <c:pt idx="7436">
                  <c:v>-1.0432434483314286</c:v>
                </c:pt>
                <c:pt idx="7437">
                  <c:v>-0.87934840526642455</c:v>
                </c:pt>
                <c:pt idx="7438">
                  <c:v>-0.92733862133744016</c:v>
                </c:pt>
                <c:pt idx="7439">
                  <c:v>-0.85111105291661504</c:v>
                </c:pt>
                <c:pt idx="7440">
                  <c:v>-0.75844455111014264</c:v>
                </c:pt>
                <c:pt idx="7441">
                  <c:v>-0.68752243868931817</c:v>
                </c:pt>
                <c:pt idx="7442">
                  <c:v>-9.6073341183304947E-2</c:v>
                </c:pt>
                <c:pt idx="7443">
                  <c:v>-2.6643814648289271E-2</c:v>
                </c:pt>
                <c:pt idx="7444">
                  <c:v>4.4236963499427073E-2</c:v>
                </c:pt>
                <c:pt idx="7445">
                  <c:v>7.3433306527906417E-2</c:v>
                </c:pt>
                <c:pt idx="7446">
                  <c:v>8.090011889082252E-2</c:v>
                </c:pt>
                <c:pt idx="7447">
                  <c:v>-0.31532178666950739</c:v>
                </c:pt>
                <c:pt idx="7448">
                  <c:v>-0.45702863838674684</c:v>
                </c:pt>
                <c:pt idx="7449">
                  <c:v>-0.71152315038015812</c:v>
                </c:pt>
                <c:pt idx="7450">
                  <c:v>-1.1950415877874916</c:v>
                </c:pt>
                <c:pt idx="7451">
                  <c:v>-0.74370421688462773</c:v>
                </c:pt>
                <c:pt idx="7452">
                  <c:v>-0.83599272054312801</c:v>
                </c:pt>
                <c:pt idx="7453">
                  <c:v>-0.78952040088328646</c:v>
                </c:pt>
                <c:pt idx="7454">
                  <c:v>-1.0221060615218973</c:v>
                </c:pt>
                <c:pt idx="7455">
                  <c:v>-1.1055368948402504</c:v>
                </c:pt>
                <c:pt idx="7456">
                  <c:v>-0.98706833575627762</c:v>
                </c:pt>
                <c:pt idx="7457">
                  <c:v>-0.82184525742816816</c:v>
                </c:pt>
                <c:pt idx="7458">
                  <c:v>-0.83762297961595189</c:v>
                </c:pt>
                <c:pt idx="7459">
                  <c:v>-0.81950066767910368</c:v>
                </c:pt>
                <c:pt idx="7460">
                  <c:v>-0.75149115755476514</c:v>
                </c:pt>
                <c:pt idx="7461">
                  <c:v>-0.73589958588909754</c:v>
                </c:pt>
                <c:pt idx="7462">
                  <c:v>-0.69680518419316018</c:v>
                </c:pt>
                <c:pt idx="7463">
                  <c:v>-0.68057160153947249</c:v>
                </c:pt>
                <c:pt idx="7464">
                  <c:v>-0.5592938922421492</c:v>
                </c:pt>
                <c:pt idx="7465">
                  <c:v>-0.45968788373438629</c:v>
                </c:pt>
                <c:pt idx="7466">
                  <c:v>-0.2612705938151722</c:v>
                </c:pt>
                <c:pt idx="7467">
                  <c:v>-0.48469342956314287</c:v>
                </c:pt>
                <c:pt idx="7468">
                  <c:v>-0.50942646443748862</c:v>
                </c:pt>
                <c:pt idx="7469">
                  <c:v>-0.22286135575527094</c:v>
                </c:pt>
                <c:pt idx="7470">
                  <c:v>-0.68172089695625027</c:v>
                </c:pt>
                <c:pt idx="7471">
                  <c:v>-0.72620966041481494</c:v>
                </c:pt>
                <c:pt idx="7472">
                  <c:v>-0.69674113952332117</c:v>
                </c:pt>
                <c:pt idx="7473">
                  <c:v>-0.79813531583084651</c:v>
                </c:pt>
                <c:pt idx="7474">
                  <c:v>-0.88088950686177425</c:v>
                </c:pt>
                <c:pt idx="7475">
                  <c:v>-0.86702721839357644</c:v>
                </c:pt>
                <c:pt idx="7476">
                  <c:v>-0.97908825543113742</c:v>
                </c:pt>
                <c:pt idx="7477">
                  <c:v>-1.1967697744345198</c:v>
                </c:pt>
                <c:pt idx="7478">
                  <c:v>-1.4896549932188414</c:v>
                </c:pt>
                <c:pt idx="7479">
                  <c:v>-1.4602417163295196</c:v>
                </c:pt>
                <c:pt idx="7480">
                  <c:v>-1.7117596615518547</c:v>
                </c:pt>
                <c:pt idx="7481">
                  <c:v>-1.5525944035442705</c:v>
                </c:pt>
                <c:pt idx="7482">
                  <c:v>-1.344342707043281</c:v>
                </c:pt>
                <c:pt idx="7483">
                  <c:v>-1.1932444268070357</c:v>
                </c:pt>
                <c:pt idx="7484">
                  <c:v>-1.0539310625874021</c:v>
                </c:pt>
                <c:pt idx="7485">
                  <c:v>-0.97908623095061187</c:v>
                </c:pt>
                <c:pt idx="7486">
                  <c:v>-0.87697450082089445</c:v>
                </c:pt>
                <c:pt idx="7487">
                  <c:v>0.12494349817347673</c:v>
                </c:pt>
                <c:pt idx="7488">
                  <c:v>0.24155416579920899</c:v>
                </c:pt>
                <c:pt idx="7489">
                  <c:v>0.23634422196064486</c:v>
                </c:pt>
                <c:pt idx="7490">
                  <c:v>0.23108436494355902</c:v>
                </c:pt>
                <c:pt idx="7491">
                  <c:v>0.22577459474795153</c:v>
                </c:pt>
                <c:pt idx="7492">
                  <c:v>0.22041491137382016</c:v>
                </c:pt>
                <c:pt idx="7493">
                  <c:v>0.21500531482116533</c:v>
                </c:pt>
                <c:pt idx="7494">
                  <c:v>0.20954580508998857</c:v>
                </c:pt>
                <c:pt idx="7495">
                  <c:v>0.20403638218028861</c:v>
                </c:pt>
                <c:pt idx="7496">
                  <c:v>0.19847704609206623</c:v>
                </c:pt>
                <c:pt idx="7497">
                  <c:v>0.19286779682532107</c:v>
                </c:pt>
                <c:pt idx="7498">
                  <c:v>0.18720863438005333</c:v>
                </c:pt>
                <c:pt idx="7499">
                  <c:v>0.18149955875626267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-1.6779482498563338</c:v>
                </c:pt>
                <c:pt idx="7697">
                  <c:v>-1.6357791480821877</c:v>
                </c:pt>
                <c:pt idx="7698">
                  <c:v>-1.4238149932513613</c:v>
                </c:pt>
                <c:pt idx="7699">
                  <c:v>-1.3728356980116274</c:v>
                </c:pt>
                <c:pt idx="7700">
                  <c:v>-1.2600912065233143</c:v>
                </c:pt>
                <c:pt idx="7701">
                  <c:v>-1.2336135057411761</c:v>
                </c:pt>
                <c:pt idx="7702">
                  <c:v>-1.0958193331014892</c:v>
                </c:pt>
                <c:pt idx="7703">
                  <c:v>-0.41241636378447966</c:v>
                </c:pt>
                <c:pt idx="7704">
                  <c:v>-0.2579953149947517</c:v>
                </c:pt>
                <c:pt idx="7705">
                  <c:v>-0.10149119720659386</c:v>
                </c:pt>
                <c:pt idx="7706">
                  <c:v>-2.4116497667652951E-2</c:v>
                </c:pt>
                <c:pt idx="7707">
                  <c:v>1.4143235991479737E-2</c:v>
                </c:pt>
                <c:pt idx="7708">
                  <c:v>3.3550843953256644E-2</c:v>
                </c:pt>
                <c:pt idx="7709">
                  <c:v>4.5728169540813622E-2</c:v>
                </c:pt>
                <c:pt idx="7710">
                  <c:v>6.7323386934924137E-2</c:v>
                </c:pt>
                <c:pt idx="7711">
                  <c:v>-0.70301809869986032</c:v>
                </c:pt>
                <c:pt idx="7712">
                  <c:v>-0.82686719519394003</c:v>
                </c:pt>
                <c:pt idx="7713">
                  <c:v>-0.90246798390259764</c:v>
                </c:pt>
                <c:pt idx="7714">
                  <c:v>-0.87126046440412186</c:v>
                </c:pt>
                <c:pt idx="7715">
                  <c:v>-1.4064007379004877</c:v>
                </c:pt>
                <c:pt idx="7716">
                  <c:v>-1.5531309752712457</c:v>
                </c:pt>
                <c:pt idx="7717">
                  <c:v>-1.2911503913166646</c:v>
                </c:pt>
                <c:pt idx="7718">
                  <c:v>-0.94914914938573769</c:v>
                </c:pt>
                <c:pt idx="7719">
                  <c:v>-1.5077773835486548</c:v>
                </c:pt>
                <c:pt idx="7720">
                  <c:v>-1.7709449427640267</c:v>
                </c:pt>
                <c:pt idx="7721">
                  <c:v>-1.4229482079882987</c:v>
                </c:pt>
                <c:pt idx="7722">
                  <c:v>-0.47186551473787219</c:v>
                </c:pt>
                <c:pt idx="7723">
                  <c:v>-0.61358670722200492</c:v>
                </c:pt>
                <c:pt idx="7724">
                  <c:v>-0.34183026362408592</c:v>
                </c:pt>
                <c:pt idx="7725">
                  <c:v>2.084209275311848E-2</c:v>
                </c:pt>
                <c:pt idx="7726">
                  <c:v>5.2081938835945148E-2</c:v>
                </c:pt>
                <c:pt idx="7727">
                  <c:v>6.4112426805506662E-2</c:v>
                </c:pt>
                <c:pt idx="7728">
                  <c:v>6.2396128563863805E-2</c:v>
                </c:pt>
                <c:pt idx="7729">
                  <c:v>8.583193581875978E-2</c:v>
                </c:pt>
                <c:pt idx="7730">
                  <c:v>0.10357234841695288</c:v>
                </c:pt>
                <c:pt idx="7731">
                  <c:v>9.9132845868832531E-2</c:v>
                </c:pt>
                <c:pt idx="7732">
                  <c:v>9.1873187032265755E-2</c:v>
                </c:pt>
                <c:pt idx="7733">
                  <c:v>9.8830649930926398E-2</c:v>
                </c:pt>
                <c:pt idx="7734">
                  <c:v>8.2276908902476131E-2</c:v>
                </c:pt>
                <c:pt idx="7735">
                  <c:v>6.6563332596639935E-2</c:v>
                </c:pt>
                <c:pt idx="7736">
                  <c:v>4.9947541413256552E-2</c:v>
                </c:pt>
                <c:pt idx="7737">
                  <c:v>8.6330648954105665E-2</c:v>
                </c:pt>
                <c:pt idx="7738">
                  <c:v>0.10981184294879064</c:v>
                </c:pt>
                <c:pt idx="7739">
                  <c:v>5.3815821159552503E-2</c:v>
                </c:pt>
                <c:pt idx="7740">
                  <c:v>7.339003769468605E-2</c:v>
                </c:pt>
                <c:pt idx="7741">
                  <c:v>0.11211713346494213</c:v>
                </c:pt>
                <c:pt idx="7742">
                  <c:v>0.10666873163744246</c:v>
                </c:pt>
                <c:pt idx="7743">
                  <c:v>0.12349919234774152</c:v>
                </c:pt>
                <c:pt idx="7744">
                  <c:v>9.7788026810489065E-2</c:v>
                </c:pt>
                <c:pt idx="7745">
                  <c:v>9.4338505155838956E-2</c:v>
                </c:pt>
                <c:pt idx="7746">
                  <c:v>9.5608099137177216E-2</c:v>
                </c:pt>
                <c:pt idx="7747">
                  <c:v>8.8416343182079624E-2</c:v>
                </c:pt>
                <c:pt idx="7748">
                  <c:v>7.5863659718247808E-2</c:v>
                </c:pt>
                <c:pt idx="7749">
                  <c:v>9.4042692803517819E-2</c:v>
                </c:pt>
                <c:pt idx="7750">
                  <c:v>9.0093334405049144E-2</c:v>
                </c:pt>
                <c:pt idx="7751">
                  <c:v>8.4987728284431824E-2</c:v>
                </c:pt>
                <c:pt idx="7752">
                  <c:v>9.7218032422397682E-2</c:v>
                </c:pt>
                <c:pt idx="7753">
                  <c:v>9.4437781460550874E-2</c:v>
                </c:pt>
                <c:pt idx="7754">
                  <c:v>9.2817151013283195E-2</c:v>
                </c:pt>
                <c:pt idx="7755">
                  <c:v>8.6889744795009494E-2</c:v>
                </c:pt>
                <c:pt idx="7756">
                  <c:v>0.10373030356213957</c:v>
                </c:pt>
                <c:pt idx="7757">
                  <c:v>9.6739595008598842E-2</c:v>
                </c:pt>
                <c:pt idx="7758">
                  <c:v>8.9222831500663749E-2</c:v>
                </c:pt>
                <c:pt idx="7759">
                  <c:v>6.4300933218834899E-2</c:v>
                </c:pt>
                <c:pt idx="7760">
                  <c:v>6.7596416603639103E-2</c:v>
                </c:pt>
                <c:pt idx="7761">
                  <c:v>7.8162180965378122E-2</c:v>
                </c:pt>
                <c:pt idx="7762">
                  <c:v>-0.29947749931905543</c:v>
                </c:pt>
                <c:pt idx="7763">
                  <c:v>-1.3207056460572157</c:v>
                </c:pt>
                <c:pt idx="7764">
                  <c:v>-1.0792366478739535</c:v>
                </c:pt>
                <c:pt idx="7765">
                  <c:v>-1.0149569465107304</c:v>
                </c:pt>
                <c:pt idx="7766">
                  <c:v>-1.5526478994389941</c:v>
                </c:pt>
                <c:pt idx="7767">
                  <c:v>-1.2939286937410335</c:v>
                </c:pt>
                <c:pt idx="7768">
                  <c:v>-1.3369662038578523</c:v>
                </c:pt>
                <c:pt idx="7769">
                  <c:v>-0.86307162366466994</c:v>
                </c:pt>
                <c:pt idx="7770">
                  <c:v>-0.87901067317832693</c:v>
                </c:pt>
                <c:pt idx="7771">
                  <c:v>-0.66240887260914361</c:v>
                </c:pt>
                <c:pt idx="7772">
                  <c:v>-0.72541107700531604</c:v>
                </c:pt>
                <c:pt idx="7773">
                  <c:v>-9.9531471703722896E-2</c:v>
                </c:pt>
                <c:pt idx="7774">
                  <c:v>-6.6992786286442074E-3</c:v>
                </c:pt>
                <c:pt idx="7775">
                  <c:v>2.2667526464800014E-3</c:v>
                </c:pt>
                <c:pt idx="7776">
                  <c:v>1.7995661378063296E-2</c:v>
                </c:pt>
                <c:pt idx="7777">
                  <c:v>4.9818037186661952E-2</c:v>
                </c:pt>
                <c:pt idx="7778">
                  <c:v>6.6966792679229017E-2</c:v>
                </c:pt>
                <c:pt idx="7779">
                  <c:v>7.5632493369238885E-2</c:v>
                </c:pt>
                <c:pt idx="7780">
                  <c:v>8.849647517836251E-2</c:v>
                </c:pt>
                <c:pt idx="7781">
                  <c:v>9.5709856232084514E-2</c:v>
                </c:pt>
                <c:pt idx="7782">
                  <c:v>0.10081451669195492</c:v>
                </c:pt>
                <c:pt idx="7783">
                  <c:v>-9.8174258795919553E-2</c:v>
                </c:pt>
                <c:pt idx="7784">
                  <c:v>-1.1589297170937991</c:v>
                </c:pt>
                <c:pt idx="7785">
                  <c:v>-0.82573433186514589</c:v>
                </c:pt>
                <c:pt idx="7786">
                  <c:v>-0.76037687750094463</c:v>
                </c:pt>
                <c:pt idx="7787">
                  <c:v>-0.76070327969325979</c:v>
                </c:pt>
                <c:pt idx="7788">
                  <c:v>-0.86567515750521162</c:v>
                </c:pt>
                <c:pt idx="7789">
                  <c:v>-0.93191807883972788</c:v>
                </c:pt>
                <c:pt idx="7790">
                  <c:v>-1.0915925375754969</c:v>
                </c:pt>
                <c:pt idx="7791">
                  <c:v>-1.0980798570676393</c:v>
                </c:pt>
                <c:pt idx="7792">
                  <c:v>-0.99149929065743736</c:v>
                </c:pt>
                <c:pt idx="7793">
                  <c:v>-0.89271100489637834</c:v>
                </c:pt>
                <c:pt idx="7794">
                  <c:v>-0.57167405233134128</c:v>
                </c:pt>
                <c:pt idx="7795">
                  <c:v>-0.10627600107366707</c:v>
                </c:pt>
                <c:pt idx="7796">
                  <c:v>-0.91354833686393377</c:v>
                </c:pt>
                <c:pt idx="7797">
                  <c:v>-0.24128474430387592</c:v>
                </c:pt>
                <c:pt idx="7798">
                  <c:v>-0.39645453292694938</c:v>
                </c:pt>
                <c:pt idx="7799">
                  <c:v>2.6036311500995592E-2</c:v>
                </c:pt>
                <c:pt idx="7800">
                  <c:v>6.5863671669853616E-2</c:v>
                </c:pt>
                <c:pt idx="7801">
                  <c:v>6.0673888196773593E-2</c:v>
                </c:pt>
                <c:pt idx="7802">
                  <c:v>7.8562022451356822E-2</c:v>
                </c:pt>
                <c:pt idx="7803">
                  <c:v>0.10252819294162462</c:v>
                </c:pt>
                <c:pt idx="7804">
                  <c:v>0.10736130745173179</c:v>
                </c:pt>
                <c:pt idx="7805">
                  <c:v>8.195332103700094E-2</c:v>
                </c:pt>
                <c:pt idx="7806">
                  <c:v>7.3696178280193578E-2</c:v>
                </c:pt>
                <c:pt idx="7807">
                  <c:v>5.3888509886673396E-2</c:v>
                </c:pt>
                <c:pt idx="7808">
                  <c:v>-0.85576335910235646</c:v>
                </c:pt>
                <c:pt idx="7809">
                  <c:v>-0.99455691236517529</c:v>
                </c:pt>
                <c:pt idx="7810">
                  <c:v>-0.11519971463349168</c:v>
                </c:pt>
                <c:pt idx="7811">
                  <c:v>-1.4977559534340137</c:v>
                </c:pt>
                <c:pt idx="7812">
                  <c:v>-1.3525254666307718</c:v>
                </c:pt>
                <c:pt idx="7813">
                  <c:v>-1.3398504874577486</c:v>
                </c:pt>
                <c:pt idx="7814">
                  <c:v>-1.4964965523239895</c:v>
                </c:pt>
                <c:pt idx="7815">
                  <c:v>-1.1652596781248492</c:v>
                </c:pt>
                <c:pt idx="7816">
                  <c:v>-1.2081010789365396</c:v>
                </c:pt>
                <c:pt idx="7817">
                  <c:v>-0.93886491816771067</c:v>
                </c:pt>
                <c:pt idx="7818">
                  <c:v>-0.88086370010636827</c:v>
                </c:pt>
                <c:pt idx="7819">
                  <c:v>-0.49536764478409062</c:v>
                </c:pt>
                <c:pt idx="7820">
                  <c:v>-0.49967137853661658</c:v>
                </c:pt>
                <c:pt idx="7821">
                  <c:v>-0.55147724239952012</c:v>
                </c:pt>
                <c:pt idx="7822">
                  <c:v>-0.69967743076349687</c:v>
                </c:pt>
                <c:pt idx="7823">
                  <c:v>-0.16004591614158029</c:v>
                </c:pt>
                <c:pt idx="7824">
                  <c:v>5.2148352233593327E-2</c:v>
                </c:pt>
                <c:pt idx="7825">
                  <c:v>5.6067442408652288E-2</c:v>
                </c:pt>
                <c:pt idx="7826">
                  <c:v>6.6364834278673526E-2</c:v>
                </c:pt>
                <c:pt idx="7827">
                  <c:v>5.9447912352710075E-2</c:v>
                </c:pt>
                <c:pt idx="7828">
                  <c:v>6.6978176601973929E-2</c:v>
                </c:pt>
                <c:pt idx="7829">
                  <c:v>6.5287113775586353E-2</c:v>
                </c:pt>
                <c:pt idx="7830">
                  <c:v>7.6777156330417415E-2</c:v>
                </c:pt>
                <c:pt idx="7831">
                  <c:v>-0.25536139324479096</c:v>
                </c:pt>
                <c:pt idx="7832">
                  <c:v>-0.76883073941705493</c:v>
                </c:pt>
                <c:pt idx="7833">
                  <c:v>-0.84472781580447209</c:v>
                </c:pt>
                <c:pt idx="7834">
                  <c:v>-1.7011270208210141</c:v>
                </c:pt>
                <c:pt idx="7835">
                  <c:v>-1.583599579037446</c:v>
                </c:pt>
                <c:pt idx="7836">
                  <c:v>-1.5541761624019252</c:v>
                </c:pt>
                <c:pt idx="7837">
                  <c:v>-1.5451377415159482</c:v>
                </c:pt>
                <c:pt idx="7838">
                  <c:v>-1.6906813234071953</c:v>
                </c:pt>
                <c:pt idx="7839">
                  <c:v>-1.7455046420131066</c:v>
                </c:pt>
                <c:pt idx="7840">
                  <c:v>-1.8449979561437719</c:v>
                </c:pt>
                <c:pt idx="7841">
                  <c:v>-1.3007555592125295</c:v>
                </c:pt>
                <c:pt idx="7842">
                  <c:v>-0.95412099390280736</c:v>
                </c:pt>
                <c:pt idx="7843">
                  <c:v>-0.87694877231748769</c:v>
                </c:pt>
                <c:pt idx="7844">
                  <c:v>-0.82196412895891713</c:v>
                </c:pt>
                <c:pt idx="7845">
                  <c:v>-0.39971297510360249</c:v>
                </c:pt>
                <c:pt idx="7846">
                  <c:v>-0.62457211089700049</c:v>
                </c:pt>
                <c:pt idx="7847">
                  <c:v>-0.3038611457971126</c:v>
                </c:pt>
                <c:pt idx="7848">
                  <c:v>1.6664971095823673E-2</c:v>
                </c:pt>
                <c:pt idx="7849">
                  <c:v>1.6530762213795593E-2</c:v>
                </c:pt>
                <c:pt idx="7850">
                  <c:v>5.2504049746944552E-2</c:v>
                </c:pt>
                <c:pt idx="7851">
                  <c:v>6.3072878611405328E-2</c:v>
                </c:pt>
                <c:pt idx="7852">
                  <c:v>7.6164081423766308E-2</c:v>
                </c:pt>
                <c:pt idx="7853">
                  <c:v>9.8614501158322626E-2</c:v>
                </c:pt>
                <c:pt idx="7854">
                  <c:v>9.8225600516780073E-2</c:v>
                </c:pt>
                <c:pt idx="7855">
                  <c:v>-9.1594930916535103E-2</c:v>
                </c:pt>
                <c:pt idx="7856">
                  <c:v>-0.85602156499293869</c:v>
                </c:pt>
                <c:pt idx="7857">
                  <c:v>-0.62033426738043895</c:v>
                </c:pt>
                <c:pt idx="7858">
                  <c:v>-1.1483027619479504</c:v>
                </c:pt>
                <c:pt idx="7859">
                  <c:v>-1.5750558876938112</c:v>
                </c:pt>
                <c:pt idx="7860">
                  <c:v>-1.6518905047559522</c:v>
                </c:pt>
                <c:pt idx="7861">
                  <c:v>-1.5203439065245838</c:v>
                </c:pt>
                <c:pt idx="7862">
                  <c:v>-1.4347449381024202</c:v>
                </c:pt>
                <c:pt idx="7863">
                  <c:v>-1.4355135477155734</c:v>
                </c:pt>
                <c:pt idx="7864">
                  <c:v>-1.3142351939420893</c:v>
                </c:pt>
                <c:pt idx="7865">
                  <c:v>-1.1553530856833911</c:v>
                </c:pt>
                <c:pt idx="7866">
                  <c:v>-0.764970144041491</c:v>
                </c:pt>
                <c:pt idx="7867">
                  <c:v>-0.36151242497582486</c:v>
                </c:pt>
                <c:pt idx="7868">
                  <c:v>-0.20322937056104318</c:v>
                </c:pt>
                <c:pt idx="7869">
                  <c:v>-0.3942743108095052</c:v>
                </c:pt>
                <c:pt idx="7870">
                  <c:v>-0.19193368653360529</c:v>
                </c:pt>
                <c:pt idx="7871">
                  <c:v>-5.6146127727998721E-2</c:v>
                </c:pt>
                <c:pt idx="7872">
                  <c:v>5.1294322131564783E-2</c:v>
                </c:pt>
                <c:pt idx="7873">
                  <c:v>7.3295365665138751E-2</c:v>
                </c:pt>
                <c:pt idx="7874">
                  <c:v>7.57166904095362E-2</c:v>
                </c:pt>
                <c:pt idx="7875">
                  <c:v>6.9442610139834868E-2</c:v>
                </c:pt>
                <c:pt idx="7876">
                  <c:v>7.2452775165262592E-2</c:v>
                </c:pt>
                <c:pt idx="7877">
                  <c:v>8.1717084216273744E-2</c:v>
                </c:pt>
                <c:pt idx="7878">
                  <c:v>8.5243644201199134E-2</c:v>
                </c:pt>
                <c:pt idx="7879">
                  <c:v>8.1167700517193422E-2</c:v>
                </c:pt>
                <c:pt idx="7880">
                  <c:v>-1.7901421844468551E-2</c:v>
                </c:pt>
                <c:pt idx="7881">
                  <c:v>-0.62495308577074005</c:v>
                </c:pt>
                <c:pt idx="7882">
                  <c:v>-0.60069305473246226</c:v>
                </c:pt>
                <c:pt idx="7883">
                  <c:v>-0.53528511270484835</c:v>
                </c:pt>
                <c:pt idx="7884">
                  <c:v>-9.5907942888801459E-2</c:v>
                </c:pt>
                <c:pt idx="7885">
                  <c:v>-0.64623317727368013</c:v>
                </c:pt>
                <c:pt idx="7886">
                  <c:v>-0.76522344156840261</c:v>
                </c:pt>
                <c:pt idx="7887">
                  <c:v>-0.72188478302885517</c:v>
                </c:pt>
                <c:pt idx="7888">
                  <c:v>-0.8392785833379427</c:v>
                </c:pt>
                <c:pt idx="7889">
                  <c:v>-0.88036288651662542</c:v>
                </c:pt>
                <c:pt idx="7890">
                  <c:v>-0.83237256297928375</c:v>
                </c:pt>
                <c:pt idx="7891">
                  <c:v>-0.83712127385741353</c:v>
                </c:pt>
                <c:pt idx="7892">
                  <c:v>-0.56686591114554985</c:v>
                </c:pt>
                <c:pt idx="7893">
                  <c:v>-0.40608434352977024</c:v>
                </c:pt>
                <c:pt idx="7894">
                  <c:v>-0.44352956206039451</c:v>
                </c:pt>
                <c:pt idx="7895">
                  <c:v>-0.1407525463321774</c:v>
                </c:pt>
                <c:pt idx="7896">
                  <c:v>-0.11743711530871734</c:v>
                </c:pt>
                <c:pt idx="7897">
                  <c:v>-5.4621824811671195E-2</c:v>
                </c:pt>
                <c:pt idx="7898">
                  <c:v>6.3797647695804692E-3</c:v>
                </c:pt>
                <c:pt idx="7899">
                  <c:v>1.9600795185499873E-2</c:v>
                </c:pt>
                <c:pt idx="7900">
                  <c:v>1.0369314653877337E-2</c:v>
                </c:pt>
                <c:pt idx="7901">
                  <c:v>3.7001895006897434E-2</c:v>
                </c:pt>
                <c:pt idx="7902">
                  <c:v>4.4223019230818943E-2</c:v>
                </c:pt>
                <c:pt idx="7903">
                  <c:v>-0.20329963148832128</c:v>
                </c:pt>
                <c:pt idx="7904">
                  <c:v>-0.24984097363913793</c:v>
                </c:pt>
                <c:pt idx="7905">
                  <c:v>-0.96756388262922677</c:v>
                </c:pt>
                <c:pt idx="7906">
                  <c:v>-1.0109666230807339</c:v>
                </c:pt>
                <c:pt idx="7907">
                  <c:v>-1.3314329336945832</c:v>
                </c:pt>
                <c:pt idx="7908">
                  <c:v>-1.4555527961824473</c:v>
                </c:pt>
                <c:pt idx="7909">
                  <c:v>-1.3212242826987801</c:v>
                </c:pt>
                <c:pt idx="7910">
                  <c:v>-1.1211661435068618</c:v>
                </c:pt>
                <c:pt idx="7911">
                  <c:v>-0.97994458191071387</c:v>
                </c:pt>
                <c:pt idx="7912">
                  <c:v>-1.2030438202441491</c:v>
                </c:pt>
                <c:pt idx="7913">
                  <c:v>-0.93363092417051696</c:v>
                </c:pt>
                <c:pt idx="7914">
                  <c:v>-0.55451441404315582</c:v>
                </c:pt>
                <c:pt idx="7915">
                  <c:v>-0.60487594315207238</c:v>
                </c:pt>
                <c:pt idx="7916">
                  <c:v>-0.24894023864355258</c:v>
                </c:pt>
                <c:pt idx="7917">
                  <c:v>-0.57875194218074877</c:v>
                </c:pt>
                <c:pt idx="7918">
                  <c:v>-0.38255955171593642</c:v>
                </c:pt>
                <c:pt idx="7919">
                  <c:v>-0.19757439215256772</c:v>
                </c:pt>
                <c:pt idx="7920">
                  <c:v>3.2922187059673369E-2</c:v>
                </c:pt>
                <c:pt idx="7921">
                  <c:v>5.4169386833988448E-2</c:v>
                </c:pt>
                <c:pt idx="7922">
                  <c:v>5.2092637006933853E-2</c:v>
                </c:pt>
                <c:pt idx="7923">
                  <c:v>5.401833328472834E-2</c:v>
                </c:pt>
                <c:pt idx="7924">
                  <c:v>6.2075890831258522E-2</c:v>
                </c:pt>
                <c:pt idx="7925">
                  <c:v>6.3434019745321341E-2</c:v>
                </c:pt>
                <c:pt idx="7926">
                  <c:v>7.5099520819385576E-2</c:v>
                </c:pt>
                <c:pt idx="7927">
                  <c:v>5.77960044271481E-2</c:v>
                </c:pt>
                <c:pt idx="7928">
                  <c:v>5.1700538990881721E-2</c:v>
                </c:pt>
                <c:pt idx="7929">
                  <c:v>6.510325449007992E-2</c:v>
                </c:pt>
                <c:pt idx="7930">
                  <c:v>-0.64356856452278532</c:v>
                </c:pt>
                <c:pt idx="7931">
                  <c:v>-0.90296546752808182</c:v>
                </c:pt>
                <c:pt idx="7932">
                  <c:v>-1.1521384358212341</c:v>
                </c:pt>
                <c:pt idx="7933">
                  <c:v>-1.0368695677039386</c:v>
                </c:pt>
                <c:pt idx="7934">
                  <c:v>-0.74677524158941233</c:v>
                </c:pt>
                <c:pt idx="7935">
                  <c:v>-0.71968059343588464</c:v>
                </c:pt>
                <c:pt idx="7936">
                  <c:v>-0.77539616058585625</c:v>
                </c:pt>
                <c:pt idx="7937">
                  <c:v>-0.27513304455182713</c:v>
                </c:pt>
                <c:pt idx="7938">
                  <c:v>-0.75933584264308474</c:v>
                </c:pt>
                <c:pt idx="7939">
                  <c:v>-0.45933846241964565</c:v>
                </c:pt>
                <c:pt idx="7940">
                  <c:v>-0.26537811571596415</c:v>
                </c:pt>
                <c:pt idx="7941">
                  <c:v>-0.41862135989978272</c:v>
                </c:pt>
                <c:pt idx="7942">
                  <c:v>-0.48257846479376354</c:v>
                </c:pt>
                <c:pt idx="7943">
                  <c:v>-1.5545885345803574E-3</c:v>
                </c:pt>
                <c:pt idx="7944">
                  <c:v>4.2545043689656843E-2</c:v>
                </c:pt>
                <c:pt idx="7945">
                  <c:v>4.4506708003585499E-2</c:v>
                </c:pt>
                <c:pt idx="7946">
                  <c:v>2.5125263342345921E-2</c:v>
                </c:pt>
                <c:pt idx="7947">
                  <c:v>3.9196547199509373E-2</c:v>
                </c:pt>
                <c:pt idx="7948">
                  <c:v>5.1105276271827101E-2</c:v>
                </c:pt>
                <c:pt idx="7949">
                  <c:v>7.6201116744275404E-2</c:v>
                </c:pt>
                <c:pt idx="7950">
                  <c:v>7.3004628412694159E-2</c:v>
                </c:pt>
                <c:pt idx="7951">
                  <c:v>6.2225816739145311E-2</c:v>
                </c:pt>
                <c:pt idx="7952">
                  <c:v>-0.68555878365540746</c:v>
                </c:pt>
                <c:pt idx="7953">
                  <c:v>-1.0365217635385902</c:v>
                </c:pt>
                <c:pt idx="7954">
                  <c:v>-0.80819870167740349</c:v>
                </c:pt>
                <c:pt idx="7955">
                  <c:v>-1.3074439580620369</c:v>
                </c:pt>
                <c:pt idx="7956">
                  <c:v>-1.3185094253059817</c:v>
                </c:pt>
                <c:pt idx="7957">
                  <c:v>-0.97021650472066856</c:v>
                </c:pt>
                <c:pt idx="7958">
                  <c:v>-1.073020966040434</c:v>
                </c:pt>
                <c:pt idx="7959">
                  <c:v>-1.3850094072771646</c:v>
                </c:pt>
                <c:pt idx="7960">
                  <c:v>-1.2007507047451795</c:v>
                </c:pt>
                <c:pt idx="7961">
                  <c:v>-0.99661701669338532</c:v>
                </c:pt>
                <c:pt idx="7962">
                  <c:v>-0.99535172551097983</c:v>
                </c:pt>
                <c:pt idx="7963">
                  <c:v>-0.92636589735863584</c:v>
                </c:pt>
                <c:pt idx="7964">
                  <c:v>-0.79281882612337229</c:v>
                </c:pt>
                <c:pt idx="7965">
                  <c:v>-0.66937193060658196</c:v>
                </c:pt>
                <c:pt idx="7966">
                  <c:v>-0.74436557158497851</c:v>
                </c:pt>
                <c:pt idx="7967">
                  <c:v>-0.23873735172820942</c:v>
                </c:pt>
                <c:pt idx="7968">
                  <c:v>-5.8413097845801863E-2</c:v>
                </c:pt>
                <c:pt idx="7969">
                  <c:v>-1.399351736747052E-2</c:v>
                </c:pt>
                <c:pt idx="7970">
                  <c:v>1.6776517277871991E-3</c:v>
                </c:pt>
                <c:pt idx="7971">
                  <c:v>2.4771238736810176E-2</c:v>
                </c:pt>
                <c:pt idx="7972">
                  <c:v>6.0493569299325305E-2</c:v>
                </c:pt>
                <c:pt idx="7973">
                  <c:v>7.7600474232267513E-2</c:v>
                </c:pt>
                <c:pt idx="7974">
                  <c:v>8.1807246292790084E-2</c:v>
                </c:pt>
                <c:pt idx="7975">
                  <c:v>-0.20827892203404091</c:v>
                </c:pt>
                <c:pt idx="7976">
                  <c:v>-1.106202142161822</c:v>
                </c:pt>
                <c:pt idx="7977">
                  <c:v>-1.2117142067698137</c:v>
                </c:pt>
                <c:pt idx="7978">
                  <c:v>-0.95073716712808454</c:v>
                </c:pt>
                <c:pt idx="7979">
                  <c:v>-1.0984656583352503</c:v>
                </c:pt>
                <c:pt idx="7980">
                  <c:v>-1.1832916338782227</c:v>
                </c:pt>
                <c:pt idx="7981">
                  <c:v>-1.40113039170771</c:v>
                </c:pt>
                <c:pt idx="7982">
                  <c:v>-1.5884747070753473</c:v>
                </c:pt>
                <c:pt idx="7983">
                  <c:v>-1.5622968369177337</c:v>
                </c:pt>
                <c:pt idx="7984">
                  <c:v>-1.4743460921520322</c:v>
                </c:pt>
                <c:pt idx="7985">
                  <c:v>-1.3232562142424038</c:v>
                </c:pt>
                <c:pt idx="7986">
                  <c:v>-1.0717739139038651</c:v>
                </c:pt>
                <c:pt idx="7987">
                  <c:v>-1.0594458096503099</c:v>
                </c:pt>
                <c:pt idx="7988">
                  <c:v>-0.9804696923771542</c:v>
                </c:pt>
                <c:pt idx="7989">
                  <c:v>-1.0177223284708783</c:v>
                </c:pt>
                <c:pt idx="7990">
                  <c:v>-0.99327376171886306</c:v>
                </c:pt>
                <c:pt idx="7991">
                  <c:v>-0.32918091074263495</c:v>
                </c:pt>
                <c:pt idx="7992">
                  <c:v>-0.18613749313909922</c:v>
                </c:pt>
                <c:pt idx="7993">
                  <c:v>-0.17555854948934979</c:v>
                </c:pt>
                <c:pt idx="7994">
                  <c:v>-9.3470374616752949E-2</c:v>
                </c:pt>
                <c:pt idx="7995">
                  <c:v>-3.8624108175949669E-2</c:v>
                </c:pt>
                <c:pt idx="7996">
                  <c:v>-4.6292004948268253E-3</c:v>
                </c:pt>
                <c:pt idx="7997">
                  <c:v>1.5853991583947024E-2</c:v>
                </c:pt>
                <c:pt idx="7998">
                  <c:v>3.937699297520246E-2</c:v>
                </c:pt>
                <c:pt idx="7999">
                  <c:v>-8.3395232494307428E-2</c:v>
                </c:pt>
                <c:pt idx="8000">
                  <c:v>-0.81462555768527134</c:v>
                </c:pt>
                <c:pt idx="8001">
                  <c:v>-0.96315058300546252</c:v>
                </c:pt>
                <c:pt idx="8002">
                  <c:v>-0.98308171462897398</c:v>
                </c:pt>
                <c:pt idx="8003">
                  <c:v>-0.96451509508197686</c:v>
                </c:pt>
                <c:pt idx="8004">
                  <c:v>-0.98747391651863481</c:v>
                </c:pt>
                <c:pt idx="8005">
                  <c:v>-0.90301013453567991</c:v>
                </c:pt>
                <c:pt idx="8006">
                  <c:v>-0.87391527486863574</c:v>
                </c:pt>
                <c:pt idx="8007">
                  <c:v>-0.88597081662905885</c:v>
                </c:pt>
                <c:pt idx="8008">
                  <c:v>-1.0702656510689368</c:v>
                </c:pt>
                <c:pt idx="8009">
                  <c:v>-1.0384317333924549</c:v>
                </c:pt>
                <c:pt idx="8010">
                  <c:v>-0.93279403708126307</c:v>
                </c:pt>
                <c:pt idx="8011">
                  <c:v>-0.6583793608261973</c:v>
                </c:pt>
                <c:pt idx="8012">
                  <c:v>-0.33858064149420547</c:v>
                </c:pt>
                <c:pt idx="8013">
                  <c:v>-0.50975271666391331</c:v>
                </c:pt>
                <c:pt idx="8014">
                  <c:v>-0.28516862621818051</c:v>
                </c:pt>
                <c:pt idx="8015">
                  <c:v>-4.9040788222085373E-2</c:v>
                </c:pt>
                <c:pt idx="8016">
                  <c:v>4.0284345034813721E-2</c:v>
                </c:pt>
                <c:pt idx="8017">
                  <c:v>6.4241250977134429E-2</c:v>
                </c:pt>
                <c:pt idx="8018">
                  <c:v>7.4729979396878934E-2</c:v>
                </c:pt>
                <c:pt idx="8019">
                  <c:v>9.3543268862067777E-2</c:v>
                </c:pt>
                <c:pt idx="8020">
                  <c:v>7.989468961185088E-2</c:v>
                </c:pt>
                <c:pt idx="8021">
                  <c:v>8.2898219014102617E-2</c:v>
                </c:pt>
                <c:pt idx="8022">
                  <c:v>0.29040242705620989</c:v>
                </c:pt>
                <c:pt idx="8023">
                  <c:v>0.1982084735168399</c:v>
                </c:pt>
                <c:pt idx="8024">
                  <c:v>0.12203532121254294</c:v>
                </c:pt>
                <c:pt idx="8025">
                  <c:v>0.15816755313349512</c:v>
                </c:pt>
                <c:pt idx="8026">
                  <c:v>8.9657361035588093E-2</c:v>
                </c:pt>
                <c:pt idx="8027">
                  <c:v>5.7672586998155244E-2</c:v>
                </c:pt>
                <c:pt idx="8028">
                  <c:v>6.8362933902749263E-3</c:v>
                </c:pt>
                <c:pt idx="8029">
                  <c:v>-0.19225883794966911</c:v>
                </c:pt>
                <c:pt idx="8030">
                  <c:v>-1.0273185934019535</c:v>
                </c:pt>
                <c:pt idx="8031">
                  <c:v>-0.90375267658048375</c:v>
                </c:pt>
                <c:pt idx="8032">
                  <c:v>-0.81280690224582952</c:v>
                </c:pt>
                <c:pt idx="8033">
                  <c:v>-0.57241130461526069</c:v>
                </c:pt>
                <c:pt idx="8034">
                  <c:v>-0.23963011047977095</c:v>
                </c:pt>
                <c:pt idx="8035">
                  <c:v>-0.47505826511936272</c:v>
                </c:pt>
                <c:pt idx="8036">
                  <c:v>-0.30478279066346098</c:v>
                </c:pt>
                <c:pt idx="8037">
                  <c:v>-0.29787157751776377</c:v>
                </c:pt>
                <c:pt idx="8038">
                  <c:v>-0.24998548439164067</c:v>
                </c:pt>
                <c:pt idx="8039">
                  <c:v>-1.4333642845005049E-4</c:v>
                </c:pt>
                <c:pt idx="8040">
                  <c:v>3.9178107580918192E-2</c:v>
                </c:pt>
                <c:pt idx="8041">
                  <c:v>5.7512092845216758E-2</c:v>
                </c:pt>
                <c:pt idx="8042">
                  <c:v>9.6859630182747611E-2</c:v>
                </c:pt>
                <c:pt idx="8043">
                  <c:v>5.7064016735497616E-2</c:v>
                </c:pt>
                <c:pt idx="8044">
                  <c:v>3.7676804694458929E-2</c:v>
                </c:pt>
                <c:pt idx="8045">
                  <c:v>6.3884150257178154E-2</c:v>
                </c:pt>
                <c:pt idx="8046">
                  <c:v>6.5673781022309086E-2</c:v>
                </c:pt>
                <c:pt idx="8047">
                  <c:v>7.1455199408515163E-2</c:v>
                </c:pt>
                <c:pt idx="8048">
                  <c:v>4.8967288674167829E-3</c:v>
                </c:pt>
                <c:pt idx="8049">
                  <c:v>-0.51574453304885193</c:v>
                </c:pt>
                <c:pt idx="8050">
                  <c:v>-1.1722580004438654</c:v>
                </c:pt>
                <c:pt idx="8051">
                  <c:v>-1.2210208311807182</c:v>
                </c:pt>
                <c:pt idx="8052">
                  <c:v>-1.0702871686205062</c:v>
                </c:pt>
                <c:pt idx="8053">
                  <c:v>-0.99059453266774611</c:v>
                </c:pt>
                <c:pt idx="8054">
                  <c:v>-0.99129348849394539</c:v>
                </c:pt>
                <c:pt idx="8055">
                  <c:v>-1.0983246639746469</c:v>
                </c:pt>
                <c:pt idx="8056">
                  <c:v>-1.0155630314961435</c:v>
                </c:pt>
                <c:pt idx="8057">
                  <c:v>-0.83101768186783842</c:v>
                </c:pt>
                <c:pt idx="8058">
                  <c:v>-0.69131273465945819</c:v>
                </c:pt>
                <c:pt idx="8059">
                  <c:v>-0.49750451677557872</c:v>
                </c:pt>
                <c:pt idx="8060">
                  <c:v>-0.31911506678301343</c:v>
                </c:pt>
                <c:pt idx="8061">
                  <c:v>-0.36674519417642415</c:v>
                </c:pt>
                <c:pt idx="8062">
                  <c:v>-0.30262245200205901</c:v>
                </c:pt>
                <c:pt idx="8063">
                  <c:v>-0.2601481829040041</c:v>
                </c:pt>
                <c:pt idx="8064">
                  <c:v>4.2234775127831972E-4</c:v>
                </c:pt>
                <c:pt idx="8065">
                  <c:v>2.0819040965196833E-2</c:v>
                </c:pt>
                <c:pt idx="8066">
                  <c:v>5.1814323617399717E-2</c:v>
                </c:pt>
                <c:pt idx="8067">
                  <c:v>6.1388307323839375E-2</c:v>
                </c:pt>
                <c:pt idx="8068">
                  <c:v>6.0623795580990888E-2</c:v>
                </c:pt>
                <c:pt idx="8069">
                  <c:v>6.4611563379765008E-2</c:v>
                </c:pt>
                <c:pt idx="8070">
                  <c:v>6.7784143630536794E-2</c:v>
                </c:pt>
                <c:pt idx="8071">
                  <c:v>6.1699317215082497E-2</c:v>
                </c:pt>
                <c:pt idx="8072">
                  <c:v>-0.46628922453574384</c:v>
                </c:pt>
                <c:pt idx="8073">
                  <c:v>-0.49273531735365794</c:v>
                </c:pt>
                <c:pt idx="8074">
                  <c:v>-0.79667698769783635</c:v>
                </c:pt>
                <c:pt idx="8075">
                  <c:v>-0.52539024865470552</c:v>
                </c:pt>
                <c:pt idx="8076">
                  <c:v>-1.2640370956638214</c:v>
                </c:pt>
                <c:pt idx="8077">
                  <c:v>-1.1119924307224625</c:v>
                </c:pt>
                <c:pt idx="8078">
                  <c:v>-1.1335010862418666</c:v>
                </c:pt>
                <c:pt idx="8079">
                  <c:v>-0.99242176394385384</c:v>
                </c:pt>
                <c:pt idx="8080">
                  <c:v>-0.98864974703305364</c:v>
                </c:pt>
                <c:pt idx="8081">
                  <c:v>-0.63460140367604179</c:v>
                </c:pt>
                <c:pt idx="8082">
                  <c:v>-0.58799044515740151</c:v>
                </c:pt>
                <c:pt idx="8083">
                  <c:v>-0.59267501072590023</c:v>
                </c:pt>
                <c:pt idx="8084">
                  <c:v>-0.23873945124019438</c:v>
                </c:pt>
                <c:pt idx="8085">
                  <c:v>-1.0512686324037951E-2</c:v>
                </c:pt>
                <c:pt idx="8086">
                  <c:v>-2.1337041720470247E-2</c:v>
                </c:pt>
                <c:pt idx="8087">
                  <c:v>-2.0825828701378269E-2</c:v>
                </c:pt>
                <c:pt idx="8088">
                  <c:v>-2.5282705340212582E-3</c:v>
                </c:pt>
                <c:pt idx="8089">
                  <c:v>2.3437524442111519E-2</c:v>
                </c:pt>
                <c:pt idx="8090">
                  <c:v>3.5153107653283389E-2</c:v>
                </c:pt>
                <c:pt idx="8091">
                  <c:v>3.5328639835104883E-2</c:v>
                </c:pt>
                <c:pt idx="8092">
                  <c:v>4.5275436044965395E-2</c:v>
                </c:pt>
                <c:pt idx="8093">
                  <c:v>5.2252915002819721E-2</c:v>
                </c:pt>
                <c:pt idx="8094">
                  <c:v>5.6899106641799757E-2</c:v>
                </c:pt>
                <c:pt idx="8095">
                  <c:v>5.9941186286107805E-2</c:v>
                </c:pt>
                <c:pt idx="8096">
                  <c:v>4.7759852487617986E-2</c:v>
                </c:pt>
                <c:pt idx="8097">
                  <c:v>3.0053326671774218E-2</c:v>
                </c:pt>
                <c:pt idx="8098">
                  <c:v>3.0228605068414315E-2</c:v>
                </c:pt>
                <c:pt idx="8099">
                  <c:v>4.3181919080427407E-2</c:v>
                </c:pt>
                <c:pt idx="8100">
                  <c:v>2.693326423697958E-2</c:v>
                </c:pt>
                <c:pt idx="8101">
                  <c:v>-0.86996901941820115</c:v>
                </c:pt>
                <c:pt idx="8102">
                  <c:v>-1.5863112842448632</c:v>
                </c:pt>
                <c:pt idx="8103">
                  <c:v>-1.6785916178819804</c:v>
                </c:pt>
                <c:pt idx="8104">
                  <c:v>-1.6771344073124286</c:v>
                </c:pt>
                <c:pt idx="8105">
                  <c:v>-1.1427698843633565</c:v>
                </c:pt>
                <c:pt idx="8106">
                  <c:v>-1.1220864450079351</c:v>
                </c:pt>
                <c:pt idx="8107">
                  <c:v>-1.099630748869219</c:v>
                </c:pt>
                <c:pt idx="8108">
                  <c:v>-0.87229679923921832</c:v>
                </c:pt>
                <c:pt idx="8109">
                  <c:v>-1.0017341384184471</c:v>
                </c:pt>
                <c:pt idx="8110">
                  <c:v>-0.91261222274896936</c:v>
                </c:pt>
                <c:pt idx="8111">
                  <c:v>-0.38439026824655798</c:v>
                </c:pt>
                <c:pt idx="8112">
                  <c:v>-0.23426398573548149</c:v>
                </c:pt>
                <c:pt idx="8113">
                  <c:v>-9.9462689284610009E-2</c:v>
                </c:pt>
                <c:pt idx="8114">
                  <c:v>-3.7860493585357702E-2</c:v>
                </c:pt>
                <c:pt idx="8115">
                  <c:v>1.6804468117911329E-2</c:v>
                </c:pt>
                <c:pt idx="8116">
                  <c:v>3.6244848533433294E-2</c:v>
                </c:pt>
                <c:pt idx="8117">
                  <c:v>4.2715526013165243E-2</c:v>
                </c:pt>
                <c:pt idx="8118">
                  <c:v>5.1702957354891818E-2</c:v>
                </c:pt>
                <c:pt idx="8119">
                  <c:v>-0.4209518081918433</c:v>
                </c:pt>
                <c:pt idx="8120">
                  <c:v>-1.2958005036041369</c:v>
                </c:pt>
                <c:pt idx="8121">
                  <c:v>-1.5163583190118854</c:v>
                </c:pt>
                <c:pt idx="8122">
                  <c:v>-1.587962884705701</c:v>
                </c:pt>
                <c:pt idx="8123">
                  <c:v>-1.6446482306788175</c:v>
                </c:pt>
                <c:pt idx="8124">
                  <c:v>-1.6393878093461347</c:v>
                </c:pt>
                <c:pt idx="8125">
                  <c:v>-1.6914061843607471</c:v>
                </c:pt>
                <c:pt idx="8126">
                  <c:v>-1.6839993995870595</c:v>
                </c:pt>
                <c:pt idx="8127">
                  <c:v>-1.6833761095348836</c:v>
                </c:pt>
                <c:pt idx="8128">
                  <c:v>-1.6990487352764019</c:v>
                </c:pt>
                <c:pt idx="8129">
                  <c:v>-1.6844981429507906</c:v>
                </c:pt>
                <c:pt idx="8130">
                  <c:v>-1.5295776137143307</c:v>
                </c:pt>
                <c:pt idx="8131">
                  <c:v>-1.2374924219269579</c:v>
                </c:pt>
                <c:pt idx="8132">
                  <c:v>-1.1250367776523809</c:v>
                </c:pt>
                <c:pt idx="8133">
                  <c:v>-1.0641606297498447</c:v>
                </c:pt>
                <c:pt idx="8134">
                  <c:v>-0.98277259609438006</c:v>
                </c:pt>
                <c:pt idx="8135">
                  <c:v>-0.66202323780528038</c:v>
                </c:pt>
                <c:pt idx="8136">
                  <c:v>-0.35237231198895602</c:v>
                </c:pt>
                <c:pt idx="8137">
                  <c:v>-0.19852030049161656</c:v>
                </c:pt>
                <c:pt idx="8138">
                  <c:v>-6.9549749353152404E-2</c:v>
                </c:pt>
                <c:pt idx="8139">
                  <c:v>-1.549534730134583E-2</c:v>
                </c:pt>
                <c:pt idx="8140">
                  <c:v>3.490300486707585E-2</c:v>
                </c:pt>
                <c:pt idx="8141">
                  <c:v>4.1925148843388903E-2</c:v>
                </c:pt>
                <c:pt idx="8142">
                  <c:v>-0.6128919560407704</c:v>
                </c:pt>
                <c:pt idx="8143">
                  <c:v>-1.1596665681630896</c:v>
                </c:pt>
                <c:pt idx="8144">
                  <c:v>-1.2787599959156368</c:v>
                </c:pt>
                <c:pt idx="8145">
                  <c:v>-1.6330030592238103</c:v>
                </c:pt>
                <c:pt idx="8146">
                  <c:v>-1.6493833911925153</c:v>
                </c:pt>
                <c:pt idx="8147">
                  <c:v>-1.8375223675714945</c:v>
                </c:pt>
                <c:pt idx="8148">
                  <c:v>-1.9408846955214225</c:v>
                </c:pt>
                <c:pt idx="8149">
                  <c:v>-2.2186183224578109</c:v>
                </c:pt>
                <c:pt idx="8150">
                  <c:v>-2.4956950201972652</c:v>
                </c:pt>
                <c:pt idx="8151">
                  <c:v>-2.8101065202849695</c:v>
                </c:pt>
                <c:pt idx="8152">
                  <c:v>-2.5278446995138455</c:v>
                </c:pt>
                <c:pt idx="8153">
                  <c:v>-2.0648106979274012</c:v>
                </c:pt>
                <c:pt idx="8154">
                  <c:v>-1.9087651712676257</c:v>
                </c:pt>
                <c:pt idx="8155">
                  <c:v>-1.7834432324623679</c:v>
                </c:pt>
                <c:pt idx="8156">
                  <c:v>-1.6052488492837054</c:v>
                </c:pt>
                <c:pt idx="8157">
                  <c:v>-1.6339980465739057</c:v>
                </c:pt>
                <c:pt idx="8158">
                  <c:v>-1.5050893071407347</c:v>
                </c:pt>
                <c:pt idx="8159">
                  <c:v>-0.7567950321227036</c:v>
                </c:pt>
                <c:pt idx="8160">
                  <c:v>-0.39726057763234973</c:v>
                </c:pt>
                <c:pt idx="8161">
                  <c:v>-0.17185470962039029</c:v>
                </c:pt>
                <c:pt idx="8162">
                  <c:v>-7.0501643379524553E-2</c:v>
                </c:pt>
                <c:pt idx="8163">
                  <c:v>1.1897724602869227E-3</c:v>
                </c:pt>
                <c:pt idx="8164">
                  <c:v>5.4988922773282052E-2</c:v>
                </c:pt>
                <c:pt idx="8165">
                  <c:v>6.1922981240418645E-2</c:v>
                </c:pt>
                <c:pt idx="8166">
                  <c:v>-0.27768932605763991</c:v>
                </c:pt>
                <c:pt idx="8167">
                  <c:v>-1.2659146550535403</c:v>
                </c:pt>
                <c:pt idx="8168">
                  <c:v>-1.3541879587947385</c:v>
                </c:pt>
                <c:pt idx="8169">
                  <c:v>-1.5802927211716957</c:v>
                </c:pt>
                <c:pt idx="8170">
                  <c:v>-1.9185008822010141</c:v>
                </c:pt>
                <c:pt idx="8171">
                  <c:v>-2.2381199312910125</c:v>
                </c:pt>
                <c:pt idx="8172">
                  <c:v>-2.0020442359072805</c:v>
                </c:pt>
                <c:pt idx="8173">
                  <c:v>-2.0129277430837567</c:v>
                </c:pt>
                <c:pt idx="8174">
                  <c:v>-2.0264217897232979</c:v>
                </c:pt>
                <c:pt idx="8175">
                  <c:v>-2.3523905328537058</c:v>
                </c:pt>
                <c:pt idx="8176">
                  <c:v>-2.1978402342567152</c:v>
                </c:pt>
                <c:pt idx="8177">
                  <c:v>-1.9987816093727027</c:v>
                </c:pt>
                <c:pt idx="8178">
                  <c:v>-1.893881814256952</c:v>
                </c:pt>
                <c:pt idx="8179">
                  <c:v>-1.7474441792604058</c:v>
                </c:pt>
                <c:pt idx="8180">
                  <c:v>-1.5835512740543869</c:v>
                </c:pt>
                <c:pt idx="8181">
                  <c:v>-1.6808344243544051</c:v>
                </c:pt>
                <c:pt idx="8182">
                  <c:v>-1.5135731350655395</c:v>
                </c:pt>
                <c:pt idx="8183">
                  <c:v>-1.4492415766898818</c:v>
                </c:pt>
                <c:pt idx="8184">
                  <c:v>-1.3186136372924571</c:v>
                </c:pt>
                <c:pt idx="8185">
                  <c:v>-0.70230136120049635</c:v>
                </c:pt>
                <c:pt idx="8186">
                  <c:v>-0.3355657112741427</c:v>
                </c:pt>
                <c:pt idx="8187">
                  <c:v>-0.26578804688938268</c:v>
                </c:pt>
                <c:pt idx="8188">
                  <c:v>-1.1823267747212975</c:v>
                </c:pt>
                <c:pt idx="8189">
                  <c:v>-1.3639307030308918</c:v>
                </c:pt>
                <c:pt idx="8190">
                  <c:v>-1.226637596405461</c:v>
                </c:pt>
                <c:pt idx="8191">
                  <c:v>-1.1679297073584451</c:v>
                </c:pt>
                <c:pt idx="8192">
                  <c:v>-1.427188974867355</c:v>
                </c:pt>
                <c:pt idx="8193">
                  <c:v>-1.5615397427298543</c:v>
                </c:pt>
                <c:pt idx="8194">
                  <c:v>-1.8777465659390218</c:v>
                </c:pt>
                <c:pt idx="8195">
                  <c:v>-1.7914475625978599</c:v>
                </c:pt>
                <c:pt idx="8196">
                  <c:v>-1.0922753823336095</c:v>
                </c:pt>
                <c:pt idx="8197">
                  <c:v>-0.59452508664571935</c:v>
                </c:pt>
                <c:pt idx="8198">
                  <c:v>-8.0401032303311748E-2</c:v>
                </c:pt>
                <c:pt idx="8199">
                  <c:v>0.3763191043328678</c:v>
                </c:pt>
                <c:pt idx="8200">
                  <c:v>-1.7487383751805106</c:v>
                </c:pt>
                <c:pt idx="8201">
                  <c:v>-1.8226334725998423</c:v>
                </c:pt>
                <c:pt idx="8202">
                  <c:v>-1.2401618460033148</c:v>
                </c:pt>
                <c:pt idx="8203">
                  <c:v>-1.1032145631513373</c:v>
                </c:pt>
                <c:pt idx="8204">
                  <c:v>-1.0062660208566199</c:v>
                </c:pt>
                <c:pt idx="8205">
                  <c:v>-1.0953321126589606</c:v>
                </c:pt>
                <c:pt idx="8206">
                  <c:v>-1.1198833120461194</c:v>
                </c:pt>
                <c:pt idx="8207">
                  <c:v>-0.39298927470494244</c:v>
                </c:pt>
                <c:pt idx="8208">
                  <c:v>-0.20996038010921225</c:v>
                </c:pt>
                <c:pt idx="8209">
                  <c:v>-0.14584367710526183</c:v>
                </c:pt>
                <c:pt idx="8210">
                  <c:v>-0.14108801040023283</c:v>
                </c:pt>
                <c:pt idx="8211">
                  <c:v>-0.11527132026982281</c:v>
                </c:pt>
                <c:pt idx="8212">
                  <c:v>-6.4760316951318897E-2</c:v>
                </c:pt>
                <c:pt idx="8213">
                  <c:v>-2.1692250794800295E-2</c:v>
                </c:pt>
                <c:pt idx="8214">
                  <c:v>6.7568469647067845E-3</c:v>
                </c:pt>
                <c:pt idx="8215">
                  <c:v>-0.76705377610129899</c:v>
                </c:pt>
                <c:pt idx="8216">
                  <c:v>-1.1104940037728319</c:v>
                </c:pt>
                <c:pt idx="8217">
                  <c:v>-1.1345469074002357</c:v>
                </c:pt>
                <c:pt idx="8218">
                  <c:v>-1.2161715120744876</c:v>
                </c:pt>
                <c:pt idx="8219">
                  <c:v>-1.3913159135079189</c:v>
                </c:pt>
                <c:pt idx="8220">
                  <c:v>-1.8140193449025395</c:v>
                </c:pt>
                <c:pt idx="8221">
                  <c:v>-1.892764226778838</c:v>
                </c:pt>
                <c:pt idx="8222">
                  <c:v>-1.5075928303776769</c:v>
                </c:pt>
                <c:pt idx="8223">
                  <c:v>-1.6367206706894488</c:v>
                </c:pt>
                <c:pt idx="8224">
                  <c:v>-1.6743991452268026</c:v>
                </c:pt>
                <c:pt idx="8225">
                  <c:v>-1.5405368484752728</c:v>
                </c:pt>
                <c:pt idx="8226">
                  <c:v>-1.3366269977522571</c:v>
                </c:pt>
                <c:pt idx="8227">
                  <c:v>-0.56241123830687945</c:v>
                </c:pt>
                <c:pt idx="8228">
                  <c:v>-0.71116767739478826</c:v>
                </c:pt>
                <c:pt idx="8229">
                  <c:v>-0.71696628841874832</c:v>
                </c:pt>
                <c:pt idx="8230">
                  <c:v>-0.7242500560226629</c:v>
                </c:pt>
                <c:pt idx="8231">
                  <c:v>-0.34977416878059397</c:v>
                </c:pt>
                <c:pt idx="8232">
                  <c:v>-0.39461622075145719</c:v>
                </c:pt>
                <c:pt idx="8233">
                  <c:v>-0.43240545020221671</c:v>
                </c:pt>
                <c:pt idx="8234">
                  <c:v>-0.4631418571328707</c:v>
                </c:pt>
                <c:pt idx="8235">
                  <c:v>-0.486825441543422</c:v>
                </c:pt>
                <c:pt idx="8236">
                  <c:v>-0.5034562034338681</c:v>
                </c:pt>
                <c:pt idx="8237">
                  <c:v>-0.51303414280420934</c:v>
                </c:pt>
                <c:pt idx="8238">
                  <c:v>-0.51555925965444627</c:v>
                </c:pt>
                <c:pt idx="8239">
                  <c:v>-0.51103155398457834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-2.0525020583288978E-2</c:v>
                </c:pt>
                <c:pt idx="8290">
                  <c:v>-4.1462769836668835E-2</c:v>
                </c:pt>
                <c:pt idx="8291">
                  <c:v>-0.22548433117982167</c:v>
                </c:pt>
                <c:pt idx="8292">
                  <c:v>-0.27714338971886837</c:v>
                </c:pt>
                <c:pt idx="8293">
                  <c:v>-0.28107869047347328</c:v>
                </c:pt>
                <c:pt idx="8294">
                  <c:v>-0.21063640619153878</c:v>
                </c:pt>
                <c:pt idx="8295">
                  <c:v>-0.24400334271032936</c:v>
                </c:pt>
                <c:pt idx="8296">
                  <c:v>-0.25680176413237848</c:v>
                </c:pt>
                <c:pt idx="8297">
                  <c:v>-0.23693472520039577</c:v>
                </c:pt>
                <c:pt idx="8298">
                  <c:v>-0.25708630423941553</c:v>
                </c:pt>
                <c:pt idx="8299">
                  <c:v>-0.18725141122333452</c:v>
                </c:pt>
                <c:pt idx="8300">
                  <c:v>-0.18710308402908429</c:v>
                </c:pt>
                <c:pt idx="8301">
                  <c:v>-0.16835235473739099</c:v>
                </c:pt>
                <c:pt idx="8302">
                  <c:v>-0.105790727169355</c:v>
                </c:pt>
                <c:pt idx="8303">
                  <c:v>-3.3357784841729299E-2</c:v>
                </c:pt>
                <c:pt idx="8304">
                  <c:v>-2.618597171190656E-2</c:v>
                </c:pt>
                <c:pt idx="8305">
                  <c:v>-3.0253380089967204E-2</c:v>
                </c:pt>
                <c:pt idx="8306">
                  <c:v>-2.2623982359635173E-2</c:v>
                </c:pt>
                <c:pt idx="8307">
                  <c:v>-1.4348210448565983E-2</c:v>
                </c:pt>
                <c:pt idx="8308">
                  <c:v>-6.1869625123683117E-3</c:v>
                </c:pt>
                <c:pt idx="8309">
                  <c:v>-1.5282759448704917E-3</c:v>
                </c:pt>
                <c:pt idx="8310">
                  <c:v>4.469682392399873E-3</c:v>
                </c:pt>
                <c:pt idx="8311">
                  <c:v>-2.9590494054188048E-4</c:v>
                </c:pt>
                <c:pt idx="8312">
                  <c:v>-7.6225602792335508E-3</c:v>
                </c:pt>
                <c:pt idx="8313">
                  <c:v>-1.0915199789165232E-2</c:v>
                </c:pt>
                <c:pt idx="8314">
                  <c:v>-8.3929510780512528E-2</c:v>
                </c:pt>
                <c:pt idx="8315">
                  <c:v>-0.20841227608018675</c:v>
                </c:pt>
                <c:pt idx="8316">
                  <c:v>-0.20790347736308556</c:v>
                </c:pt>
                <c:pt idx="8317">
                  <c:v>-0.20915677197434462</c:v>
                </c:pt>
                <c:pt idx="8318">
                  <c:v>-0.20976735854453363</c:v>
                </c:pt>
                <c:pt idx="8319">
                  <c:v>-0.48782455968468569</c:v>
                </c:pt>
                <c:pt idx="8320">
                  <c:v>-0.4629300229280302</c:v>
                </c:pt>
                <c:pt idx="8321">
                  <c:v>-0.55052377528807628</c:v>
                </c:pt>
                <c:pt idx="8322">
                  <c:v>-0.61302471548037929</c:v>
                </c:pt>
                <c:pt idx="8323">
                  <c:v>-0.62359551604335117</c:v>
                </c:pt>
                <c:pt idx="8324">
                  <c:v>-0.57115387587017308</c:v>
                </c:pt>
                <c:pt idx="8325">
                  <c:v>-0.60499859753658358</c:v>
                </c:pt>
                <c:pt idx="8326">
                  <c:v>-0.58395469010123635</c:v>
                </c:pt>
                <c:pt idx="8327">
                  <c:v>-0.36649130552562525</c:v>
                </c:pt>
                <c:pt idx="8328">
                  <c:v>-0.24366369288849904</c:v>
                </c:pt>
                <c:pt idx="8329">
                  <c:v>-0.20133429207202461</c:v>
                </c:pt>
                <c:pt idx="8330">
                  <c:v>-0.17145273755225096</c:v>
                </c:pt>
                <c:pt idx="8331">
                  <c:v>-0.12878437125206391</c:v>
                </c:pt>
                <c:pt idx="8332">
                  <c:v>-8.679384032426514E-2</c:v>
                </c:pt>
                <c:pt idx="8333">
                  <c:v>-4.933828428580149E-2</c:v>
                </c:pt>
                <c:pt idx="8334">
                  <c:v>-1.717633703872103E-2</c:v>
                </c:pt>
                <c:pt idx="8335">
                  <c:v>-0.17529131975680093</c:v>
                </c:pt>
                <c:pt idx="8336">
                  <c:v>-0.58191794012642961</c:v>
                </c:pt>
                <c:pt idx="8337">
                  <c:v>-0.56795176220083843</c:v>
                </c:pt>
                <c:pt idx="8338">
                  <c:v>-0.55583539812987237</c:v>
                </c:pt>
                <c:pt idx="8339">
                  <c:v>-0.55472215883779175</c:v>
                </c:pt>
                <c:pt idx="8340">
                  <c:v>-0.64531244672276167</c:v>
                </c:pt>
                <c:pt idx="8341">
                  <c:v>-0.82362131370339542</c:v>
                </c:pt>
                <c:pt idx="8342">
                  <c:v>-0.91450477601490177</c:v>
                </c:pt>
                <c:pt idx="8343">
                  <c:v>-0.94103954458702554</c:v>
                </c:pt>
                <c:pt idx="8344">
                  <c:v>-0.88588251786741179</c:v>
                </c:pt>
                <c:pt idx="8345">
                  <c:v>-0.72667541751643749</c:v>
                </c:pt>
                <c:pt idx="8346">
                  <c:v>-0.50303680430286324</c:v>
                </c:pt>
                <c:pt idx="8347">
                  <c:v>-0.38863298132390345</c:v>
                </c:pt>
                <c:pt idx="8348">
                  <c:v>-0.2642598636604615</c:v>
                </c:pt>
                <c:pt idx="8349">
                  <c:v>-0.17543659503281941</c:v>
                </c:pt>
                <c:pt idx="8350">
                  <c:v>-0.22445592183534041</c:v>
                </c:pt>
                <c:pt idx="8351">
                  <c:v>-2.0364725685524153E-3</c:v>
                </c:pt>
                <c:pt idx="8352">
                  <c:v>2.9490662411458412E-4</c:v>
                </c:pt>
                <c:pt idx="8353">
                  <c:v>2.4213333161282293E-2</c:v>
                </c:pt>
                <c:pt idx="8354">
                  <c:v>2.5541663403141186E-2</c:v>
                </c:pt>
                <c:pt idx="8355">
                  <c:v>2.861507651061463E-2</c:v>
                </c:pt>
                <c:pt idx="8356">
                  <c:v>3.1072667477666412E-2</c:v>
                </c:pt>
                <c:pt idx="8357">
                  <c:v>3.3230460146659528E-2</c:v>
                </c:pt>
                <c:pt idx="8358">
                  <c:v>3.429138234108179E-2</c:v>
                </c:pt>
                <c:pt idx="8359">
                  <c:v>2.5726644129260897E-2</c:v>
                </c:pt>
                <c:pt idx="8360">
                  <c:v>1.7179505720582609E-2</c:v>
                </c:pt>
                <c:pt idx="8361">
                  <c:v>-1.876541218396565E-3</c:v>
                </c:pt>
                <c:pt idx="8362">
                  <c:v>1.2876418988447567E-2</c:v>
                </c:pt>
                <c:pt idx="8363">
                  <c:v>-3.0092042830154246E-3</c:v>
                </c:pt>
                <c:pt idx="8364">
                  <c:v>6.2311674747525135E-3</c:v>
                </c:pt>
                <c:pt idx="8365">
                  <c:v>1.4713760538863871E-2</c:v>
                </c:pt>
                <c:pt idx="8366">
                  <c:v>2.6033460423157775E-3</c:v>
                </c:pt>
                <c:pt idx="8367">
                  <c:v>4.6138117269616721E-3</c:v>
                </c:pt>
                <c:pt idx="8368">
                  <c:v>2.0667293755080151E-2</c:v>
                </c:pt>
                <c:pt idx="8369">
                  <c:v>3.4548444027035226E-2</c:v>
                </c:pt>
                <c:pt idx="8370">
                  <c:v>3.3588591874922719E-2</c:v>
                </c:pt>
                <c:pt idx="8371">
                  <c:v>3.5845147707310683E-2</c:v>
                </c:pt>
                <c:pt idx="8372">
                  <c:v>2.6811762093352749E-2</c:v>
                </c:pt>
                <c:pt idx="8373">
                  <c:v>3.7266441755038258E-2</c:v>
                </c:pt>
                <c:pt idx="8374">
                  <c:v>3.564667365141054E-2</c:v>
                </c:pt>
                <c:pt idx="8375">
                  <c:v>3.917007085897331E-2</c:v>
                </c:pt>
                <c:pt idx="8376">
                  <c:v>3.9272675334670895E-2</c:v>
                </c:pt>
                <c:pt idx="8377">
                  <c:v>4.0074132621543614E-2</c:v>
                </c:pt>
                <c:pt idx="8378">
                  <c:v>3.2621967140262401E-2</c:v>
                </c:pt>
                <c:pt idx="8379">
                  <c:v>3.3574182591634048E-2</c:v>
                </c:pt>
                <c:pt idx="8380">
                  <c:v>3.3285286890622885E-2</c:v>
                </c:pt>
                <c:pt idx="8381">
                  <c:v>3.6412708243255328E-2</c:v>
                </c:pt>
                <c:pt idx="8382">
                  <c:v>0.28141821667986655</c:v>
                </c:pt>
                <c:pt idx="8383">
                  <c:v>0.17781696104785413</c:v>
                </c:pt>
                <c:pt idx="8384">
                  <c:v>-1.0728653416537044E-2</c:v>
                </c:pt>
                <c:pt idx="8385">
                  <c:v>-3.2924484432340737E-2</c:v>
                </c:pt>
                <c:pt idx="8386">
                  <c:v>-0.43040117049838289</c:v>
                </c:pt>
                <c:pt idx="8387">
                  <c:v>-0.48292440206072984</c:v>
                </c:pt>
                <c:pt idx="8388">
                  <c:v>-0.55412267210673516</c:v>
                </c:pt>
                <c:pt idx="8389">
                  <c:v>-0.54492898228688069</c:v>
                </c:pt>
                <c:pt idx="8390">
                  <c:v>-0.63777439921142354</c:v>
                </c:pt>
                <c:pt idx="8391">
                  <c:v>-0.67228970354270257</c:v>
                </c:pt>
                <c:pt idx="8392">
                  <c:v>-0.64943535357169146</c:v>
                </c:pt>
                <c:pt idx="8393">
                  <c:v>-0.61084716104710723</c:v>
                </c:pt>
                <c:pt idx="8394">
                  <c:v>-0.4269858705235462</c:v>
                </c:pt>
                <c:pt idx="8395">
                  <c:v>-0.14669828517749367</c:v>
                </c:pt>
                <c:pt idx="8396">
                  <c:v>-0.44632975739942082</c:v>
                </c:pt>
                <c:pt idx="8397">
                  <c:v>-0.20969767903529568</c:v>
                </c:pt>
                <c:pt idx="8398">
                  <c:v>-0.12606021901210779</c:v>
                </c:pt>
                <c:pt idx="8399">
                  <c:v>-6.3502525437326554E-2</c:v>
                </c:pt>
                <c:pt idx="8400">
                  <c:v>-1.7477364655287389E-2</c:v>
                </c:pt>
                <c:pt idx="8401">
                  <c:v>-3.7705952348635777E-3</c:v>
                </c:pt>
                <c:pt idx="8402">
                  <c:v>1.0739673188752507E-2</c:v>
                </c:pt>
                <c:pt idx="8403">
                  <c:v>3.1436604191487229E-2</c:v>
                </c:pt>
                <c:pt idx="8404">
                  <c:v>2.7627550749479327E-2</c:v>
                </c:pt>
                <c:pt idx="8405">
                  <c:v>2.7738516613200915E-2</c:v>
                </c:pt>
                <c:pt idx="8406">
                  <c:v>2.4596017409108956E-2</c:v>
                </c:pt>
                <c:pt idx="8407">
                  <c:v>1.8509976891218499E-2</c:v>
                </c:pt>
                <c:pt idx="8408">
                  <c:v>7.8211894749182082E-3</c:v>
                </c:pt>
                <c:pt idx="8409">
                  <c:v>5.1203438024695425E-3</c:v>
                </c:pt>
                <c:pt idx="8410">
                  <c:v>-1.2720701171501311E-2</c:v>
                </c:pt>
                <c:pt idx="8411">
                  <c:v>-0.1681317387216803</c:v>
                </c:pt>
                <c:pt idx="8412">
                  <c:v>-0.38337919233874379</c:v>
                </c:pt>
                <c:pt idx="8413">
                  <c:v>-0.80133552120634521</c:v>
                </c:pt>
                <c:pt idx="8414">
                  <c:v>-0.27310647643395614</c:v>
                </c:pt>
                <c:pt idx="8415">
                  <c:v>-1.0396125711732225</c:v>
                </c:pt>
                <c:pt idx="8416">
                  <c:v>-0.75853679603931401</c:v>
                </c:pt>
                <c:pt idx="8417">
                  <c:v>-0.37924654236431204</c:v>
                </c:pt>
                <c:pt idx="8418">
                  <c:v>-0.64620849001549574</c:v>
                </c:pt>
                <c:pt idx="8419">
                  <c:v>-0.43622507903270019</c:v>
                </c:pt>
                <c:pt idx="8420">
                  <c:v>-0.30747992069421776</c:v>
                </c:pt>
                <c:pt idx="8421">
                  <c:v>-0.31449900422639637</c:v>
                </c:pt>
                <c:pt idx="8422">
                  <c:v>-0.21960609638283424</c:v>
                </c:pt>
                <c:pt idx="8423">
                  <c:v>-6.0103730233661737E-2</c:v>
                </c:pt>
                <c:pt idx="8424">
                  <c:v>-4.8484056545916997E-2</c:v>
                </c:pt>
                <c:pt idx="8425">
                  <c:v>-2.9265945689639604E-2</c:v>
                </c:pt>
                <c:pt idx="8426">
                  <c:v>-9.9673992901056045E-3</c:v>
                </c:pt>
                <c:pt idx="8427">
                  <c:v>7.5283009641324682E-3</c:v>
                </c:pt>
                <c:pt idx="8428">
                  <c:v>2.4931733635743705E-2</c:v>
                </c:pt>
                <c:pt idx="8429">
                  <c:v>2.8050013603366914E-2</c:v>
                </c:pt>
                <c:pt idx="8430">
                  <c:v>3.3991676921662071E-2</c:v>
                </c:pt>
                <c:pt idx="8431">
                  <c:v>2.0390750010793532E-2</c:v>
                </c:pt>
                <c:pt idx="8432">
                  <c:v>-7.744406473227293E-3</c:v>
                </c:pt>
                <c:pt idx="8433">
                  <c:v>-8.695627381437418E-2</c:v>
                </c:pt>
                <c:pt idx="8434">
                  <c:v>-0.47512801415373856</c:v>
                </c:pt>
                <c:pt idx="8435">
                  <c:v>-0.22614693667021379</c:v>
                </c:pt>
                <c:pt idx="8436">
                  <c:v>-0.87462240804106828</c:v>
                </c:pt>
                <c:pt idx="8437">
                  <c:v>-0.32604624584406511</c:v>
                </c:pt>
                <c:pt idx="8438">
                  <c:v>-0.93893680741307073</c:v>
                </c:pt>
                <c:pt idx="8439">
                  <c:v>-0.68028744949018305</c:v>
                </c:pt>
                <c:pt idx="8440">
                  <c:v>-0.59330202333846371</c:v>
                </c:pt>
                <c:pt idx="8441">
                  <c:v>-0.33044180506317261</c:v>
                </c:pt>
                <c:pt idx="8442">
                  <c:v>-0.68496886480407715</c:v>
                </c:pt>
                <c:pt idx="8443">
                  <c:v>-0.47342863531316498</c:v>
                </c:pt>
                <c:pt idx="8444">
                  <c:v>-0.29733943801270363</c:v>
                </c:pt>
                <c:pt idx="8445">
                  <c:v>-0.44716237046113866</c:v>
                </c:pt>
                <c:pt idx="8446">
                  <c:v>-0.38409763517462947</c:v>
                </c:pt>
                <c:pt idx="8447">
                  <c:v>-0.13288529003098576</c:v>
                </c:pt>
                <c:pt idx="8448">
                  <c:v>-0.10344309513697562</c:v>
                </c:pt>
                <c:pt idx="8449">
                  <c:v>-6.3128263420938246E-2</c:v>
                </c:pt>
                <c:pt idx="8450">
                  <c:v>-3.2596974174561526E-2</c:v>
                </c:pt>
                <c:pt idx="8451">
                  <c:v>-1.6391161248055054E-2</c:v>
                </c:pt>
                <c:pt idx="8452">
                  <c:v>4.5847544311821142E-3</c:v>
                </c:pt>
                <c:pt idx="8453">
                  <c:v>1.7433302480872073E-2</c:v>
                </c:pt>
                <c:pt idx="8454">
                  <c:v>1.7781929109153494E-2</c:v>
                </c:pt>
                <c:pt idx="8455">
                  <c:v>1.5413465786828347E-2</c:v>
                </c:pt>
                <c:pt idx="8456">
                  <c:v>-0.23283796720482466</c:v>
                </c:pt>
                <c:pt idx="8457">
                  <c:v>-0.23537174290599056</c:v>
                </c:pt>
                <c:pt idx="8458">
                  <c:v>-0.32230214374392957</c:v>
                </c:pt>
                <c:pt idx="8459">
                  <c:v>-0.21662488165702767</c:v>
                </c:pt>
                <c:pt idx="8460">
                  <c:v>-9.586235527024746E-2</c:v>
                </c:pt>
                <c:pt idx="8461">
                  <c:v>-9.6746621458218857E-2</c:v>
                </c:pt>
                <c:pt idx="8462">
                  <c:v>-5.9051289184257588E-2</c:v>
                </c:pt>
                <c:pt idx="8463">
                  <c:v>-9.7410432298416186E-2</c:v>
                </c:pt>
                <c:pt idx="8464">
                  <c:v>-0.12992378040710104</c:v>
                </c:pt>
                <c:pt idx="8465">
                  <c:v>-0.11781715518498047</c:v>
                </c:pt>
                <c:pt idx="8466">
                  <c:v>-7.0812539494210791E-2</c:v>
                </c:pt>
                <c:pt idx="8467">
                  <c:v>-4.71596103379101E-2</c:v>
                </c:pt>
                <c:pt idx="8468">
                  <c:v>-9.9689699020779662E-2</c:v>
                </c:pt>
                <c:pt idx="8469">
                  <c:v>-7.7794601215726775E-2</c:v>
                </c:pt>
                <c:pt idx="8470">
                  <c:v>1.0875497770068273E-3</c:v>
                </c:pt>
                <c:pt idx="8471">
                  <c:v>2.4057578879196361E-2</c:v>
                </c:pt>
                <c:pt idx="8472">
                  <c:v>2.3082226151666899E-2</c:v>
                </c:pt>
                <c:pt idx="8473">
                  <c:v>3.5643670171086418E-2</c:v>
                </c:pt>
                <c:pt idx="8474">
                  <c:v>2.8718851547209736E-2</c:v>
                </c:pt>
                <c:pt idx="8475">
                  <c:v>2.2798848758304954E-2</c:v>
                </c:pt>
                <c:pt idx="8476">
                  <c:v>2.7627647130164638E-2</c:v>
                </c:pt>
                <c:pt idx="8477">
                  <c:v>2.6514700357826517E-2</c:v>
                </c:pt>
                <c:pt idx="8478">
                  <c:v>2.4287802419649129E-2</c:v>
                </c:pt>
                <c:pt idx="8479">
                  <c:v>2.4870255206688403E-2</c:v>
                </c:pt>
                <c:pt idx="8480">
                  <c:v>2.4090037375971898E-2</c:v>
                </c:pt>
                <c:pt idx="8481">
                  <c:v>-8.775737673881543E-3</c:v>
                </c:pt>
                <c:pt idx="8482">
                  <c:v>-2.257930882055515E-3</c:v>
                </c:pt>
                <c:pt idx="8483">
                  <c:v>-2.0059324931710836E-3</c:v>
                </c:pt>
                <c:pt idx="8484">
                  <c:v>-6.7674253002402611E-3</c:v>
                </c:pt>
                <c:pt idx="8485">
                  <c:v>1.0886740454590209E-3</c:v>
                </c:pt>
                <c:pt idx="8486">
                  <c:v>8.6101258993315413E-3</c:v>
                </c:pt>
                <c:pt idx="8487">
                  <c:v>9.2119215153142735E-3</c:v>
                </c:pt>
                <c:pt idx="8488">
                  <c:v>3.9236772911671403E-3</c:v>
                </c:pt>
                <c:pt idx="8489">
                  <c:v>8.5981606293869632E-3</c:v>
                </c:pt>
                <c:pt idx="8490">
                  <c:v>7.8839296331896427E-3</c:v>
                </c:pt>
                <c:pt idx="8491">
                  <c:v>1.0944988003855943E-2</c:v>
                </c:pt>
                <c:pt idx="8492">
                  <c:v>1.1973252869298867E-2</c:v>
                </c:pt>
                <c:pt idx="8493">
                  <c:v>1.2429499013326864E-2</c:v>
                </c:pt>
                <c:pt idx="8494">
                  <c:v>2.5059495712308897E-2</c:v>
                </c:pt>
                <c:pt idx="8495">
                  <c:v>2.5987093281277931E-2</c:v>
                </c:pt>
                <c:pt idx="8496">
                  <c:v>2.5341754330165986E-2</c:v>
                </c:pt>
                <c:pt idx="8497">
                  <c:v>2.7580050866960658E-2</c:v>
                </c:pt>
                <c:pt idx="8498">
                  <c:v>3.8520725130415247E-2</c:v>
                </c:pt>
                <c:pt idx="8499">
                  <c:v>3.7416254564352672E-2</c:v>
                </c:pt>
                <c:pt idx="8500">
                  <c:v>3.3425251135507497E-2</c:v>
                </c:pt>
                <c:pt idx="8501">
                  <c:v>3.2889230555796574E-2</c:v>
                </c:pt>
                <c:pt idx="8502">
                  <c:v>4.3665482081715855E-2</c:v>
                </c:pt>
                <c:pt idx="8503">
                  <c:v>3.8548059856540744E-2</c:v>
                </c:pt>
                <c:pt idx="8504">
                  <c:v>-4.4214338722228042E-3</c:v>
                </c:pt>
                <c:pt idx="8505">
                  <c:v>-2.3603312890883136E-2</c:v>
                </c:pt>
                <c:pt idx="8506">
                  <c:v>-2.7124821452725593E-2</c:v>
                </c:pt>
                <c:pt idx="8507">
                  <c:v>-1.7000120260850394E-2</c:v>
                </c:pt>
                <c:pt idx="8508">
                  <c:v>-3.6934099603159595E-3</c:v>
                </c:pt>
                <c:pt idx="8509">
                  <c:v>-0.20003512622009975</c:v>
                </c:pt>
                <c:pt idx="8510">
                  <c:v>-0.84853846098819008</c:v>
                </c:pt>
                <c:pt idx="8511">
                  <c:v>-0.50117683842608418</c:v>
                </c:pt>
                <c:pt idx="8512">
                  <c:v>-0.44974738200071379</c:v>
                </c:pt>
                <c:pt idx="8513">
                  <c:v>-0.42197058193067927</c:v>
                </c:pt>
                <c:pt idx="8514">
                  <c:v>-0.26410238205637615</c:v>
                </c:pt>
                <c:pt idx="8515">
                  <c:v>-0.14149043276457107</c:v>
                </c:pt>
                <c:pt idx="8516">
                  <c:v>-5.220438384210422E-2</c:v>
                </c:pt>
                <c:pt idx="8517">
                  <c:v>-4.7305098260207464E-2</c:v>
                </c:pt>
                <c:pt idx="8518">
                  <c:v>1.5619729228817178E-2</c:v>
                </c:pt>
                <c:pt idx="8519">
                  <c:v>2.361533177525375E-2</c:v>
                </c:pt>
                <c:pt idx="8520">
                  <c:v>2.6612628357538744E-2</c:v>
                </c:pt>
                <c:pt idx="8521">
                  <c:v>3.3377922840491292E-2</c:v>
                </c:pt>
                <c:pt idx="8522">
                  <c:v>3.6063071072829467E-2</c:v>
                </c:pt>
                <c:pt idx="8523">
                  <c:v>3.5266855013269031E-2</c:v>
                </c:pt>
                <c:pt idx="8524">
                  <c:v>3.6103132599535528E-2</c:v>
                </c:pt>
                <c:pt idx="8525">
                  <c:v>4.3380878803942195E-2</c:v>
                </c:pt>
                <c:pt idx="8526">
                  <c:v>3.904274720714853E-2</c:v>
                </c:pt>
                <c:pt idx="8527">
                  <c:v>9.6186972167057062E-3</c:v>
                </c:pt>
                <c:pt idx="8528">
                  <c:v>-4.0124802774183316E-2</c:v>
                </c:pt>
                <c:pt idx="8529">
                  <c:v>-3.7690813115396606E-2</c:v>
                </c:pt>
                <c:pt idx="8530">
                  <c:v>-4.9680135905762667E-2</c:v>
                </c:pt>
                <c:pt idx="8531">
                  <c:v>-0.12647331136004686</c:v>
                </c:pt>
                <c:pt idx="8532">
                  <c:v>-0.82739858629760521</c:v>
                </c:pt>
                <c:pt idx="8533">
                  <c:v>-0.56419832888631982</c:v>
                </c:pt>
                <c:pt idx="8534">
                  <c:v>-0.4783636234007097</c:v>
                </c:pt>
                <c:pt idx="8535">
                  <c:v>-0.47588496147846354</c:v>
                </c:pt>
                <c:pt idx="8536">
                  <c:v>-0.55775194035219811</c:v>
                </c:pt>
                <c:pt idx="8537">
                  <c:v>-0.58796544464493816</c:v>
                </c:pt>
                <c:pt idx="8538">
                  <c:v>-0.41983688854827517</c:v>
                </c:pt>
                <c:pt idx="8539">
                  <c:v>-0.24952327618506398</c:v>
                </c:pt>
                <c:pt idx="8540">
                  <c:v>-0.15469403694621092</c:v>
                </c:pt>
                <c:pt idx="8541">
                  <c:v>-0.21669781969678778</c:v>
                </c:pt>
                <c:pt idx="8542">
                  <c:v>-5.5244832456922716E-2</c:v>
                </c:pt>
                <c:pt idx="8543">
                  <c:v>-0.15899923939788124</c:v>
                </c:pt>
                <c:pt idx="8544">
                  <c:v>-2.2660533781919096E-2</c:v>
                </c:pt>
                <c:pt idx="8545">
                  <c:v>-3.2965836625803442E-2</c:v>
                </c:pt>
                <c:pt idx="8546">
                  <c:v>-1.8688337623376371E-2</c:v>
                </c:pt>
                <c:pt idx="8547">
                  <c:v>6.7573686941596834E-3</c:v>
                </c:pt>
                <c:pt idx="8548">
                  <c:v>3.2161393627079454E-2</c:v>
                </c:pt>
                <c:pt idx="8549">
                  <c:v>3.7976394797659074E-2</c:v>
                </c:pt>
                <c:pt idx="8550">
                  <c:v>3.5378855433591615E-2</c:v>
                </c:pt>
                <c:pt idx="8551">
                  <c:v>2.5929408851927023E-2</c:v>
                </c:pt>
                <c:pt idx="8552">
                  <c:v>-1.9204025874895198E-2</c:v>
                </c:pt>
                <c:pt idx="8553">
                  <c:v>-2.4482041357317127E-2</c:v>
                </c:pt>
                <c:pt idx="8554">
                  <c:v>-6.7160195420576621E-2</c:v>
                </c:pt>
                <c:pt idx="8555">
                  <c:v>-0.61547073084956383</c:v>
                </c:pt>
                <c:pt idx="8556">
                  <c:v>-0.51543844118573345</c:v>
                </c:pt>
                <c:pt idx="8557">
                  <c:v>-0.51011430748243891</c:v>
                </c:pt>
                <c:pt idx="8558">
                  <c:v>-0.59949445003584456</c:v>
                </c:pt>
                <c:pt idx="8559">
                  <c:v>-0.59042363201245074</c:v>
                </c:pt>
                <c:pt idx="8560">
                  <c:v>-0.67497809069095416</c:v>
                </c:pt>
                <c:pt idx="8561">
                  <c:v>-0.58389700250953103</c:v>
                </c:pt>
                <c:pt idx="8562">
                  <c:v>-0.56155295924024984</c:v>
                </c:pt>
                <c:pt idx="8563">
                  <c:v>-0.27370161815013455</c:v>
                </c:pt>
                <c:pt idx="8564">
                  <c:v>-0.24324706827146425</c:v>
                </c:pt>
                <c:pt idx="8565">
                  <c:v>-0.27782973211155693</c:v>
                </c:pt>
                <c:pt idx="8566">
                  <c:v>-0.31171429947538959</c:v>
                </c:pt>
                <c:pt idx="8567">
                  <c:v>-8.0114788353405089E-2</c:v>
                </c:pt>
                <c:pt idx="8568">
                  <c:v>-4.888337923207714E-2</c:v>
                </c:pt>
                <c:pt idx="8569">
                  <c:v>-1.7855276401878194E-2</c:v>
                </c:pt>
                <c:pt idx="8570">
                  <c:v>3.8264995635460958E-3</c:v>
                </c:pt>
                <c:pt idx="8571">
                  <c:v>3.7749933380128775E-2</c:v>
                </c:pt>
                <c:pt idx="8572">
                  <c:v>3.523293779478405E-2</c:v>
                </c:pt>
                <c:pt idx="8573">
                  <c:v>2.7274335439583589E-2</c:v>
                </c:pt>
                <c:pt idx="8574">
                  <c:v>3.1180781463046248E-2</c:v>
                </c:pt>
                <c:pt idx="8575">
                  <c:v>2.4821958911968804E-2</c:v>
                </c:pt>
                <c:pt idx="8576">
                  <c:v>-1.2820182571875217E-3</c:v>
                </c:pt>
                <c:pt idx="8577">
                  <c:v>-1.3086549350261965E-2</c:v>
                </c:pt>
                <c:pt idx="8578">
                  <c:v>-0.15500026309102694</c:v>
                </c:pt>
                <c:pt idx="8579">
                  <c:v>-0.35452435496792878</c:v>
                </c:pt>
                <c:pt idx="8580">
                  <c:v>-0.25307275460466355</c:v>
                </c:pt>
                <c:pt idx="8581">
                  <c:v>-0.52608912214671999</c:v>
                </c:pt>
                <c:pt idx="8582">
                  <c:v>-0.58266096639247944</c:v>
                </c:pt>
                <c:pt idx="8583">
                  <c:v>-0.32789418715428048</c:v>
                </c:pt>
                <c:pt idx="8584">
                  <c:v>-0.50136870012599133</c:v>
                </c:pt>
                <c:pt idx="8585">
                  <c:v>-0.38783638514674462</c:v>
                </c:pt>
                <c:pt idx="8586">
                  <c:v>-0.47412743235278976</c:v>
                </c:pt>
                <c:pt idx="8587">
                  <c:v>-0.30627916191222304</c:v>
                </c:pt>
                <c:pt idx="8588">
                  <c:v>-0.22609713045637364</c:v>
                </c:pt>
                <c:pt idx="8589">
                  <c:v>-0.3659924359553805</c:v>
                </c:pt>
                <c:pt idx="8590">
                  <c:v>-0.18625935907447236</c:v>
                </c:pt>
                <c:pt idx="8591">
                  <c:v>-3.8649276556167005E-2</c:v>
                </c:pt>
                <c:pt idx="8592">
                  <c:v>-2.4896502166765311E-2</c:v>
                </c:pt>
                <c:pt idx="8593">
                  <c:v>-2.3831544986303754E-2</c:v>
                </c:pt>
                <c:pt idx="8594">
                  <c:v>-1.8187028095980246E-2</c:v>
                </c:pt>
                <c:pt idx="8595">
                  <c:v>-5.753670616460183E-3</c:v>
                </c:pt>
                <c:pt idx="8596">
                  <c:v>1.5795322667074452E-2</c:v>
                </c:pt>
                <c:pt idx="8597">
                  <c:v>2.5397733894430341E-2</c:v>
                </c:pt>
                <c:pt idx="8598">
                  <c:v>3.3809312254057595E-2</c:v>
                </c:pt>
                <c:pt idx="8599">
                  <c:v>2.9829452816140922E-2</c:v>
                </c:pt>
                <c:pt idx="8600">
                  <c:v>7.3913376973737937E-3</c:v>
                </c:pt>
                <c:pt idx="8601">
                  <c:v>-2.3809054451130331E-2</c:v>
                </c:pt>
                <c:pt idx="8602">
                  <c:v>-0.10910158273987501</c:v>
                </c:pt>
                <c:pt idx="8603">
                  <c:v>-0.71832228854440561</c:v>
                </c:pt>
                <c:pt idx="8604">
                  <c:v>-0.3829680948510783</c:v>
                </c:pt>
                <c:pt idx="8605">
                  <c:v>-0.76314357215276729</c:v>
                </c:pt>
                <c:pt idx="8606">
                  <c:v>-0.67536148789567818</c:v>
                </c:pt>
                <c:pt idx="8607">
                  <c:v>-0.69533620949598951</c:v>
                </c:pt>
                <c:pt idx="8608">
                  <c:v>-0.6617428802078914</c:v>
                </c:pt>
                <c:pt idx="8609">
                  <c:v>-0.40743485196294543</c:v>
                </c:pt>
                <c:pt idx="8610">
                  <c:v>-0.62278087060316967</c:v>
                </c:pt>
                <c:pt idx="8611">
                  <c:v>-0.42088320048712075</c:v>
                </c:pt>
                <c:pt idx="8612">
                  <c:v>-0.24944760296752044</c:v>
                </c:pt>
                <c:pt idx="8613">
                  <c:v>-0.33942205249765767</c:v>
                </c:pt>
                <c:pt idx="8614">
                  <c:v>-0.22564978326425281</c:v>
                </c:pt>
                <c:pt idx="8615">
                  <c:v>-4.7031690039441784E-2</c:v>
                </c:pt>
                <c:pt idx="8616">
                  <c:v>-3.4724105495495178E-2</c:v>
                </c:pt>
                <c:pt idx="8617">
                  <c:v>3.5166042107277148E-3</c:v>
                </c:pt>
                <c:pt idx="8618">
                  <c:v>3.264406302652622E-2</c:v>
                </c:pt>
                <c:pt idx="8619">
                  <c:v>4.3156143916758732E-2</c:v>
                </c:pt>
                <c:pt idx="8620">
                  <c:v>3.801499896754628E-2</c:v>
                </c:pt>
                <c:pt idx="8621">
                  <c:v>3.9909912084810102E-2</c:v>
                </c:pt>
                <c:pt idx="8622">
                  <c:v>4.3326924843773484E-2</c:v>
                </c:pt>
                <c:pt idx="8623">
                  <c:v>3.4985711816328674E-2</c:v>
                </c:pt>
                <c:pt idx="8624">
                  <c:v>-6.1930806840935293E-3</c:v>
                </c:pt>
                <c:pt idx="8625">
                  <c:v>-1.0119351439623623E-2</c:v>
                </c:pt>
                <c:pt idx="8626">
                  <c:v>-3.5646261162608326E-3</c:v>
                </c:pt>
                <c:pt idx="8627">
                  <c:v>-9.5751189688164217E-3</c:v>
                </c:pt>
                <c:pt idx="8628">
                  <c:v>-0.33779714156618917</c:v>
                </c:pt>
                <c:pt idx="8629">
                  <c:v>-0.55905456430501288</c:v>
                </c:pt>
                <c:pt idx="8630">
                  <c:v>-0.44356638119890762</c:v>
                </c:pt>
                <c:pt idx="8631">
                  <c:v>-0.45672203232237335</c:v>
                </c:pt>
                <c:pt idx="8632">
                  <c:v>-0.35299050065340681</c:v>
                </c:pt>
                <c:pt idx="8633">
                  <c:v>-0.32701907621901799</c:v>
                </c:pt>
                <c:pt idx="8634">
                  <c:v>-0.15171929694002853</c:v>
                </c:pt>
                <c:pt idx="8635">
                  <c:v>-3.2459348420068923E-2</c:v>
                </c:pt>
                <c:pt idx="8636">
                  <c:v>1.9998375281757269E-2</c:v>
                </c:pt>
                <c:pt idx="8637">
                  <c:v>3.8544630625418061E-2</c:v>
                </c:pt>
                <c:pt idx="8638">
                  <c:v>4.6646370598933937E-2</c:v>
                </c:pt>
                <c:pt idx="8639">
                  <c:v>4.7434517103213177E-2</c:v>
                </c:pt>
                <c:pt idx="8640">
                  <c:v>3.792765575406342E-2</c:v>
                </c:pt>
                <c:pt idx="8641">
                  <c:v>3.6295483745007101E-2</c:v>
                </c:pt>
                <c:pt idx="8642">
                  <c:v>4.0808547745816749E-2</c:v>
                </c:pt>
                <c:pt idx="8643">
                  <c:v>0.31184431248069605</c:v>
                </c:pt>
                <c:pt idx="8644">
                  <c:v>0.21106375749242989</c:v>
                </c:pt>
                <c:pt idx="8645">
                  <c:v>0.22920037602791615</c:v>
                </c:pt>
                <c:pt idx="8646">
                  <c:v>0.18320564192089603</c:v>
                </c:pt>
                <c:pt idx="8647">
                  <c:v>0.12451867374270077</c:v>
                </c:pt>
                <c:pt idx="8648">
                  <c:v>0.1475738922321834</c:v>
                </c:pt>
                <c:pt idx="8649">
                  <c:v>7.9346962750831668E-2</c:v>
                </c:pt>
                <c:pt idx="8650">
                  <c:v>3.9394665515389386E-2</c:v>
                </c:pt>
                <c:pt idx="8651">
                  <c:v>-9.4814806875466347E-3</c:v>
                </c:pt>
                <c:pt idx="8652">
                  <c:v>1.3226712192272744E-2</c:v>
                </c:pt>
                <c:pt idx="8653">
                  <c:v>1.2328156604545559E-2</c:v>
                </c:pt>
                <c:pt idx="8654">
                  <c:v>-0.53358047528452623</c:v>
                </c:pt>
                <c:pt idx="8655">
                  <c:v>-0.16901287539302587</c:v>
                </c:pt>
                <c:pt idx="8656">
                  <c:v>-0.3740379845718666</c:v>
                </c:pt>
                <c:pt idx="8657">
                  <c:v>-0.17754557668228241</c:v>
                </c:pt>
                <c:pt idx="8658">
                  <c:v>-9.201339115702438E-2</c:v>
                </c:pt>
                <c:pt idx="8659">
                  <c:v>-0.12693968750303777</c:v>
                </c:pt>
                <c:pt idx="8660">
                  <c:v>3.7544960019975995E-3</c:v>
                </c:pt>
                <c:pt idx="8661">
                  <c:v>1.0537514193643911E-2</c:v>
                </c:pt>
                <c:pt idx="8662">
                  <c:v>1.5993544269281693E-2</c:v>
                </c:pt>
                <c:pt idx="8663">
                  <c:v>4.3039414034633142E-2</c:v>
                </c:pt>
                <c:pt idx="8664">
                  <c:v>5.2694094304953629E-2</c:v>
                </c:pt>
                <c:pt idx="8665">
                  <c:v>4.7866556178045409E-2</c:v>
                </c:pt>
                <c:pt idx="8666">
                  <c:v>4.2509025442662864E-2</c:v>
                </c:pt>
                <c:pt idx="8667">
                  <c:v>6.7707293260499818E-2</c:v>
                </c:pt>
                <c:pt idx="8668">
                  <c:v>0.2883970983438941</c:v>
                </c:pt>
                <c:pt idx="8669">
                  <c:v>0.20875094650745349</c:v>
                </c:pt>
                <c:pt idx="8670">
                  <c:v>0.18825121037156162</c:v>
                </c:pt>
                <c:pt idx="8671">
                  <c:v>0.18360490796018353</c:v>
                </c:pt>
                <c:pt idx="8672">
                  <c:v>0.10772342611338857</c:v>
                </c:pt>
                <c:pt idx="8673">
                  <c:v>9.8803142032146823E-2</c:v>
                </c:pt>
                <c:pt idx="8674">
                  <c:v>-1.8786052407226339E-3</c:v>
                </c:pt>
                <c:pt idx="8675">
                  <c:v>-4.121444331167632E-2</c:v>
                </c:pt>
                <c:pt idx="8676">
                  <c:v>-1.322073920314347E-2</c:v>
                </c:pt>
                <c:pt idx="8677">
                  <c:v>-0.17210327752217522</c:v>
                </c:pt>
                <c:pt idx="8678">
                  <c:v>-0.63301025516917031</c:v>
                </c:pt>
                <c:pt idx="8679">
                  <c:v>-0.37094459573272759</c:v>
                </c:pt>
                <c:pt idx="8680">
                  <c:v>-0.42163316003808543</c:v>
                </c:pt>
                <c:pt idx="8681">
                  <c:v>-0.39715790145961077</c:v>
                </c:pt>
                <c:pt idx="8682">
                  <c:v>-0.23597647525699933</c:v>
                </c:pt>
                <c:pt idx="8683">
                  <c:v>-0.29700460494494457</c:v>
                </c:pt>
                <c:pt idx="8684">
                  <c:v>-0.120634498040276</c:v>
                </c:pt>
                <c:pt idx="8685">
                  <c:v>-0.26537766625912401</c:v>
                </c:pt>
                <c:pt idx="8686">
                  <c:v>-6.4295040271309167E-2</c:v>
                </c:pt>
                <c:pt idx="8687">
                  <c:v>-0.15529074648527999</c:v>
                </c:pt>
                <c:pt idx="8688">
                  <c:v>7.7457566660273994E-3</c:v>
                </c:pt>
                <c:pt idx="8689">
                  <c:v>1.9909724965403466E-2</c:v>
                </c:pt>
                <c:pt idx="8690">
                  <c:v>3.4491838825384716E-2</c:v>
                </c:pt>
                <c:pt idx="8691">
                  <c:v>3.7414157221841417E-2</c:v>
                </c:pt>
                <c:pt idx="8692">
                  <c:v>3.9974730793821467E-2</c:v>
                </c:pt>
                <c:pt idx="8693">
                  <c:v>3.8233102446866993E-2</c:v>
                </c:pt>
                <c:pt idx="8694">
                  <c:v>3.6857876942513461E-2</c:v>
                </c:pt>
                <c:pt idx="8695">
                  <c:v>3.5627036571025485E-2</c:v>
                </c:pt>
                <c:pt idx="8696">
                  <c:v>6.2678714060021594E-3</c:v>
                </c:pt>
                <c:pt idx="8697">
                  <c:v>9.2901637003956119E-3</c:v>
                </c:pt>
                <c:pt idx="8698">
                  <c:v>0.14478716130669236</c:v>
                </c:pt>
                <c:pt idx="8699">
                  <c:v>4.8702503645068063E-2</c:v>
                </c:pt>
                <c:pt idx="8700">
                  <c:v>-0.20734250442023924</c:v>
                </c:pt>
                <c:pt idx="8701">
                  <c:v>-0.89838928787575223</c:v>
                </c:pt>
                <c:pt idx="8702">
                  <c:v>-0.54283118337797331</c:v>
                </c:pt>
                <c:pt idx="8703">
                  <c:v>-0.48653506315732542</c:v>
                </c:pt>
                <c:pt idx="8704">
                  <c:v>-0.4164126484654091</c:v>
                </c:pt>
                <c:pt idx="8705">
                  <c:v>-0.3887981875083743</c:v>
                </c:pt>
                <c:pt idx="8706">
                  <c:v>-0.4946672487995476</c:v>
                </c:pt>
                <c:pt idx="8707">
                  <c:v>-0.28859205991062553</c:v>
                </c:pt>
                <c:pt idx="8708">
                  <c:v>-5.7371012868140399E-2</c:v>
                </c:pt>
                <c:pt idx="8709">
                  <c:v>-0.19627978118728417</c:v>
                </c:pt>
                <c:pt idx="8710">
                  <c:v>-0.20992992573979979</c:v>
                </c:pt>
                <c:pt idx="8711">
                  <c:v>-6.2212597566347694E-3</c:v>
                </c:pt>
                <c:pt idx="8712">
                  <c:v>3.3484715716177539E-2</c:v>
                </c:pt>
                <c:pt idx="8713">
                  <c:v>5.6319353726213897E-2</c:v>
                </c:pt>
                <c:pt idx="8714">
                  <c:v>5.3263030820833418E-2</c:v>
                </c:pt>
                <c:pt idx="8715">
                  <c:v>4.7423652616336763E-2</c:v>
                </c:pt>
                <c:pt idx="8716">
                  <c:v>7.1956642148864963E-2</c:v>
                </c:pt>
                <c:pt idx="8717">
                  <c:v>9.8726584429223954E-2</c:v>
                </c:pt>
                <c:pt idx="8718">
                  <c:v>8.6006155179446986E-2</c:v>
                </c:pt>
                <c:pt idx="8719">
                  <c:v>6.6848526148965637E-2</c:v>
                </c:pt>
                <c:pt idx="8720">
                  <c:v>3.9136130816652008E-2</c:v>
                </c:pt>
                <c:pt idx="8721">
                  <c:v>-1.94875369483597E-2</c:v>
                </c:pt>
                <c:pt idx="8722">
                  <c:v>7.0178707142746988E-2</c:v>
                </c:pt>
                <c:pt idx="8723">
                  <c:v>-6.0851235248907024E-2</c:v>
                </c:pt>
                <c:pt idx="8724">
                  <c:v>-0.10884860509531008</c:v>
                </c:pt>
                <c:pt idx="8725">
                  <c:v>-0.31775506497517203</c:v>
                </c:pt>
                <c:pt idx="8726">
                  <c:v>-0.15016779556867366</c:v>
                </c:pt>
                <c:pt idx="8727">
                  <c:v>-0.3804620633822452</c:v>
                </c:pt>
                <c:pt idx="8728">
                  <c:v>-0.52093087869685406</c:v>
                </c:pt>
                <c:pt idx="8729">
                  <c:v>-1.0338247666286796E-3</c:v>
                </c:pt>
                <c:pt idx="8730">
                  <c:v>-3.5405595535526295E-2</c:v>
                </c:pt>
                <c:pt idx="8731">
                  <c:v>-3.6877802227883498E-2</c:v>
                </c:pt>
                <c:pt idx="8732">
                  <c:v>1.8972085333963214E-2</c:v>
                </c:pt>
                <c:pt idx="8733">
                  <c:v>-0.27385412123886732</c:v>
                </c:pt>
                <c:pt idx="8734">
                  <c:v>-0.57619474170870977</c:v>
                </c:pt>
                <c:pt idx="8735">
                  <c:v>4.720099115099758E-2</c:v>
                </c:pt>
                <c:pt idx="8736">
                  <c:v>9.850749225817694E-2</c:v>
                </c:pt>
                <c:pt idx="8737">
                  <c:v>7.4919303980130927E-2</c:v>
                </c:pt>
                <c:pt idx="8738">
                  <c:v>2.2444290520395118E-2</c:v>
                </c:pt>
                <c:pt idx="8739">
                  <c:v>-1.4589927616163768E-2</c:v>
                </c:pt>
                <c:pt idx="8740">
                  <c:v>-2.3928584161355945E-2</c:v>
                </c:pt>
                <c:pt idx="8741">
                  <c:v>7.4815861042623272E-3</c:v>
                </c:pt>
                <c:pt idx="8742">
                  <c:v>7.2381929086573704E-2</c:v>
                </c:pt>
                <c:pt idx="8743">
                  <c:v>4.6739076767943345E-2</c:v>
                </c:pt>
                <c:pt idx="8744">
                  <c:v>7.1603722101739348E-2</c:v>
                </c:pt>
                <c:pt idx="8745">
                  <c:v>6.9863624559710152E-2</c:v>
                </c:pt>
                <c:pt idx="8746">
                  <c:v>3.0217760017140674E-2</c:v>
                </c:pt>
                <c:pt idx="8747">
                  <c:v>-0.14035953999701553</c:v>
                </c:pt>
                <c:pt idx="8748">
                  <c:v>-0.1269471749520929</c:v>
                </c:pt>
                <c:pt idx="8749">
                  <c:v>-0.90783429715059949</c:v>
                </c:pt>
                <c:pt idx="8750">
                  <c:v>-0.27792437781618157</c:v>
                </c:pt>
                <c:pt idx="8751">
                  <c:v>-1.2014874748701716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84A0-4B5E-9344-999DD657CB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Time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high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0"/>
          <c:min val="-3.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 err="1">
                    <a:solidFill>
                      <a:schemeClr val="tx1"/>
                    </a:solidFill>
                  </a:rPr>
                  <a:t>AHU_cooling</a:t>
                </a:r>
                <a:r>
                  <a:rPr lang="en-US" b="1" dirty="0">
                    <a:solidFill>
                      <a:schemeClr val="tx1"/>
                    </a:solidFill>
                  </a:rPr>
                  <a:t>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Sheet2!$K$1</c:f>
              <c:strCache>
                <c:ptCount val="1"/>
                <c:pt idx="0">
                  <c:v>Q_AHU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Sheet2!$K$2:$K$8753</c:f>
              <c:numCache>
                <c:formatCode>General</c:formatCode>
                <c:ptCount val="8752"/>
                <c:pt idx="0">
                  <c:v>0.54065189384281942</c:v>
                </c:pt>
                <c:pt idx="1">
                  <c:v>0.57884541572314829</c:v>
                </c:pt>
                <c:pt idx="2">
                  <c:v>0.60442511877747895</c:v>
                </c:pt>
                <c:pt idx="3">
                  <c:v>2.1921912319278736</c:v>
                </c:pt>
                <c:pt idx="4">
                  <c:v>2.0668411905937454</c:v>
                </c:pt>
                <c:pt idx="5">
                  <c:v>1.6041181068398438</c:v>
                </c:pt>
                <c:pt idx="6">
                  <c:v>1.5341774815762401</c:v>
                </c:pt>
                <c:pt idx="7">
                  <c:v>1.5404190223072396</c:v>
                </c:pt>
                <c:pt idx="8">
                  <c:v>1.3551928288679462</c:v>
                </c:pt>
                <c:pt idx="9">
                  <c:v>1.3254048691520313</c:v>
                </c:pt>
                <c:pt idx="10">
                  <c:v>0.56838668825606653</c:v>
                </c:pt>
                <c:pt idx="11">
                  <c:v>0.55890711681033522</c:v>
                </c:pt>
                <c:pt idx="12">
                  <c:v>0.50135078267173983</c:v>
                </c:pt>
                <c:pt idx="13">
                  <c:v>0.49231814291161557</c:v>
                </c:pt>
                <c:pt idx="14">
                  <c:v>0.58630259103107896</c:v>
                </c:pt>
                <c:pt idx="15">
                  <c:v>0.57865394606814291</c:v>
                </c:pt>
                <c:pt idx="16">
                  <c:v>0.53995517890940881</c:v>
                </c:pt>
                <c:pt idx="17">
                  <c:v>0.51464856454123109</c:v>
                </c:pt>
                <c:pt idx="18">
                  <c:v>0.63328030206117125</c:v>
                </c:pt>
                <c:pt idx="19">
                  <c:v>0.56430440898678647</c:v>
                </c:pt>
                <c:pt idx="20">
                  <c:v>0.51689648445551906</c:v>
                </c:pt>
                <c:pt idx="21">
                  <c:v>0.55540108177467296</c:v>
                </c:pt>
                <c:pt idx="22">
                  <c:v>1.8377346582612548</c:v>
                </c:pt>
                <c:pt idx="23">
                  <c:v>2.5686051367393667</c:v>
                </c:pt>
                <c:pt idx="24">
                  <c:v>1.7395730766805761</c:v>
                </c:pt>
                <c:pt idx="25">
                  <c:v>1.4030113438010725</c:v>
                </c:pt>
                <c:pt idx="26">
                  <c:v>1.9130266093939214</c:v>
                </c:pt>
                <c:pt idx="27">
                  <c:v>2.6894709773402736</c:v>
                </c:pt>
                <c:pt idx="28">
                  <c:v>2.6582404531098258</c:v>
                </c:pt>
                <c:pt idx="29">
                  <c:v>2.8283438972898849</c:v>
                </c:pt>
                <c:pt idx="30">
                  <c:v>3.2661014043331926</c:v>
                </c:pt>
                <c:pt idx="31">
                  <c:v>3.3337159007038148</c:v>
                </c:pt>
                <c:pt idx="32">
                  <c:v>3.0906532080178661</c:v>
                </c:pt>
                <c:pt idx="33">
                  <c:v>3.2717391606066482</c:v>
                </c:pt>
                <c:pt idx="34">
                  <c:v>3.2414101070215886</c:v>
                </c:pt>
                <c:pt idx="35">
                  <c:v>3.4197675382633879</c:v>
                </c:pt>
                <c:pt idx="36">
                  <c:v>3.4528055679672995</c:v>
                </c:pt>
                <c:pt idx="37">
                  <c:v>3.0899983752658793</c:v>
                </c:pt>
                <c:pt idx="38">
                  <c:v>2.5639553849901024</c:v>
                </c:pt>
                <c:pt idx="39">
                  <c:v>2.6234880272156427</c:v>
                </c:pt>
                <c:pt idx="40">
                  <c:v>1.3967829430055823</c:v>
                </c:pt>
                <c:pt idx="41">
                  <c:v>1.5543161690458522</c:v>
                </c:pt>
                <c:pt idx="42">
                  <c:v>4.8330534590919187</c:v>
                </c:pt>
                <c:pt idx="43">
                  <c:v>2.6983924800523771</c:v>
                </c:pt>
                <c:pt idx="44">
                  <c:v>2.5314675550559222</c:v>
                </c:pt>
                <c:pt idx="45">
                  <c:v>2.5656992795799609</c:v>
                </c:pt>
                <c:pt idx="46">
                  <c:v>2.5031976938613769</c:v>
                </c:pt>
                <c:pt idx="47">
                  <c:v>2.592175529377609</c:v>
                </c:pt>
                <c:pt idx="48">
                  <c:v>2.6615685298691329</c:v>
                </c:pt>
                <c:pt idx="49">
                  <c:v>2.7579144266289117</c:v>
                </c:pt>
                <c:pt idx="50">
                  <c:v>2.7921256059049542</c:v>
                </c:pt>
                <c:pt idx="51">
                  <c:v>2.8069823124204372</c:v>
                </c:pt>
                <c:pt idx="52">
                  <c:v>2.718608493624056</c:v>
                </c:pt>
                <c:pt idx="53">
                  <c:v>2.741562853995299</c:v>
                </c:pt>
                <c:pt idx="54">
                  <c:v>2.6861978703404161</c:v>
                </c:pt>
                <c:pt idx="55">
                  <c:v>2.7278327204252544</c:v>
                </c:pt>
                <c:pt idx="56">
                  <c:v>2.3423503222629884</c:v>
                </c:pt>
                <c:pt idx="57">
                  <c:v>2.570291280522603</c:v>
                </c:pt>
                <c:pt idx="58">
                  <c:v>2.1472283773370724</c:v>
                </c:pt>
                <c:pt idx="59">
                  <c:v>2.6502857745017048</c:v>
                </c:pt>
                <c:pt idx="60">
                  <c:v>3.8843189452498565</c:v>
                </c:pt>
                <c:pt idx="61">
                  <c:v>2.9564677787913256</c:v>
                </c:pt>
                <c:pt idx="62">
                  <c:v>2.0618422299909147</c:v>
                </c:pt>
                <c:pt idx="63">
                  <c:v>1.4834307582334052</c:v>
                </c:pt>
                <c:pt idx="64">
                  <c:v>1.5752505969585289</c:v>
                </c:pt>
                <c:pt idx="65">
                  <c:v>1.5929842781657988</c:v>
                </c:pt>
                <c:pt idx="66">
                  <c:v>1.5870952823541629</c:v>
                </c:pt>
                <c:pt idx="67">
                  <c:v>3.3302228676199923</c:v>
                </c:pt>
                <c:pt idx="68">
                  <c:v>4.5766330738873924</c:v>
                </c:pt>
                <c:pt idx="69">
                  <c:v>2.664097153264676</c:v>
                </c:pt>
                <c:pt idx="70">
                  <c:v>2.6313351834024239</c:v>
                </c:pt>
                <c:pt idx="71">
                  <c:v>2.5880089316217405</c:v>
                </c:pt>
                <c:pt idx="72">
                  <c:v>2.7616763231989765</c:v>
                </c:pt>
                <c:pt idx="73">
                  <c:v>2.7027234327451213</c:v>
                </c:pt>
                <c:pt idx="74">
                  <c:v>2.6128026551229482</c:v>
                </c:pt>
                <c:pt idx="75">
                  <c:v>1.9829904830217606</c:v>
                </c:pt>
                <c:pt idx="76">
                  <c:v>2.6234768472512857</c:v>
                </c:pt>
                <c:pt idx="77">
                  <c:v>2.8383794220655578</c:v>
                </c:pt>
                <c:pt idx="78">
                  <c:v>2.8648651188728174</c:v>
                </c:pt>
                <c:pt idx="79">
                  <c:v>2.9341555589111215</c:v>
                </c:pt>
                <c:pt idx="80">
                  <c:v>2.5693199949123784</c:v>
                </c:pt>
                <c:pt idx="81">
                  <c:v>2.6249525175205441</c:v>
                </c:pt>
                <c:pt idx="82">
                  <c:v>2.3168203490379566</c:v>
                </c:pt>
                <c:pt idx="83">
                  <c:v>2.276016447873404</c:v>
                </c:pt>
                <c:pt idx="84">
                  <c:v>2.0536218886312869</c:v>
                </c:pt>
                <c:pt idx="85">
                  <c:v>1.5301446741618643</c:v>
                </c:pt>
                <c:pt idx="86">
                  <c:v>1.4808295799885862</c:v>
                </c:pt>
                <c:pt idx="87">
                  <c:v>1.2845165601836253</c:v>
                </c:pt>
                <c:pt idx="88">
                  <c:v>1.3889532754897245</c:v>
                </c:pt>
                <c:pt idx="89">
                  <c:v>1.4841741071773407</c:v>
                </c:pt>
                <c:pt idx="90">
                  <c:v>1.4039886259371517</c:v>
                </c:pt>
                <c:pt idx="91">
                  <c:v>1.3471454109832708</c:v>
                </c:pt>
                <c:pt idx="92">
                  <c:v>1.5027310495618476</c:v>
                </c:pt>
                <c:pt idx="93">
                  <c:v>1.6440476836148452</c:v>
                </c:pt>
                <c:pt idx="94">
                  <c:v>1.760396806388657</c:v>
                </c:pt>
                <c:pt idx="95">
                  <c:v>1.8428506725084663</c:v>
                </c:pt>
                <c:pt idx="96">
                  <c:v>1.6778433338208618</c:v>
                </c:pt>
                <c:pt idx="97">
                  <c:v>2.9340708158018511</c:v>
                </c:pt>
                <c:pt idx="98">
                  <c:v>4.2902640287195419</c:v>
                </c:pt>
                <c:pt idx="99">
                  <c:v>2.7847706431338834</c:v>
                </c:pt>
                <c:pt idx="100">
                  <c:v>2.7532901613081657</c:v>
                </c:pt>
                <c:pt idx="101">
                  <c:v>2.5422336396963745</c:v>
                </c:pt>
                <c:pt idx="102">
                  <c:v>2.4655013437913436</c:v>
                </c:pt>
                <c:pt idx="103">
                  <c:v>2.5959375881721449</c:v>
                </c:pt>
                <c:pt idx="104">
                  <c:v>1.6532758304705049</c:v>
                </c:pt>
                <c:pt idx="105">
                  <c:v>2.5195871156124583</c:v>
                </c:pt>
                <c:pt idx="106">
                  <c:v>1.9422976716278799</c:v>
                </c:pt>
                <c:pt idx="107">
                  <c:v>1.5037275978917988</c:v>
                </c:pt>
                <c:pt idx="108">
                  <c:v>1.5986345053327471</c:v>
                </c:pt>
                <c:pt idx="109">
                  <c:v>1.32889132854134</c:v>
                </c:pt>
                <c:pt idx="110">
                  <c:v>1.1283415291116572</c:v>
                </c:pt>
                <c:pt idx="111">
                  <c:v>1.2109200460076164</c:v>
                </c:pt>
                <c:pt idx="112">
                  <c:v>1.2692214601281093</c:v>
                </c:pt>
                <c:pt idx="113">
                  <c:v>1.3047497555070755</c:v>
                </c:pt>
                <c:pt idx="114">
                  <c:v>1.1633058645546319</c:v>
                </c:pt>
                <c:pt idx="115">
                  <c:v>1.3332860142938736</c:v>
                </c:pt>
                <c:pt idx="116">
                  <c:v>1.3398251738223208</c:v>
                </c:pt>
                <c:pt idx="117">
                  <c:v>1.165811850714314</c:v>
                </c:pt>
                <c:pt idx="118">
                  <c:v>1.3224477061366735</c:v>
                </c:pt>
                <c:pt idx="119">
                  <c:v>1.4913369774658352</c:v>
                </c:pt>
                <c:pt idx="120">
                  <c:v>1.3937386908166038</c:v>
                </c:pt>
                <c:pt idx="121">
                  <c:v>1.2563971981393585</c:v>
                </c:pt>
                <c:pt idx="122">
                  <c:v>1.2785149069917938</c:v>
                </c:pt>
                <c:pt idx="123">
                  <c:v>1.2614602259462098</c:v>
                </c:pt>
                <c:pt idx="124">
                  <c:v>1.5556101958041593</c:v>
                </c:pt>
                <c:pt idx="125">
                  <c:v>1.5548167074155117</c:v>
                </c:pt>
                <c:pt idx="126">
                  <c:v>1.5910249640761835</c:v>
                </c:pt>
                <c:pt idx="127">
                  <c:v>1.7130041666350642</c:v>
                </c:pt>
                <c:pt idx="128">
                  <c:v>1.4928723065990621</c:v>
                </c:pt>
                <c:pt idx="129">
                  <c:v>1.3366649524910199</c:v>
                </c:pt>
                <c:pt idx="130">
                  <c:v>1.2672923155318836</c:v>
                </c:pt>
                <c:pt idx="131">
                  <c:v>1.1345239721987492</c:v>
                </c:pt>
                <c:pt idx="132">
                  <c:v>-4.8039072208028486</c:v>
                </c:pt>
                <c:pt idx="133">
                  <c:v>-5.4448574402826813</c:v>
                </c:pt>
                <c:pt idx="134">
                  <c:v>-6.5933731047486033</c:v>
                </c:pt>
                <c:pt idx="135">
                  <c:v>-6.9252007474833048</c:v>
                </c:pt>
                <c:pt idx="136">
                  <c:v>-5.5990253567242716</c:v>
                </c:pt>
                <c:pt idx="137">
                  <c:v>-4.9844480663100326</c:v>
                </c:pt>
                <c:pt idx="138">
                  <c:v>-4.0341394213192716</c:v>
                </c:pt>
                <c:pt idx="139">
                  <c:v>-3.1446516375564895</c:v>
                </c:pt>
                <c:pt idx="140">
                  <c:v>-0.57252127203369652</c:v>
                </c:pt>
                <c:pt idx="141">
                  <c:v>-2.9783389707708579</c:v>
                </c:pt>
                <c:pt idx="142">
                  <c:v>-2.9523249464765779</c:v>
                </c:pt>
                <c:pt idx="143">
                  <c:v>-1.1456529148373065</c:v>
                </c:pt>
                <c:pt idx="144">
                  <c:v>-1.0049882917004473</c:v>
                </c:pt>
                <c:pt idx="145">
                  <c:v>1.1697567883926476</c:v>
                </c:pt>
                <c:pt idx="146">
                  <c:v>1.2898877336577146</c:v>
                </c:pt>
                <c:pt idx="147">
                  <c:v>1.2892515211042797</c:v>
                </c:pt>
                <c:pt idx="148">
                  <c:v>1.3346698289148256</c:v>
                </c:pt>
                <c:pt idx="149">
                  <c:v>1.2820186150521129</c:v>
                </c:pt>
                <c:pt idx="150">
                  <c:v>1.5045335493935699</c:v>
                </c:pt>
                <c:pt idx="151">
                  <c:v>1.5386748762186551</c:v>
                </c:pt>
                <c:pt idx="152">
                  <c:v>1.5796734379878659</c:v>
                </c:pt>
                <c:pt idx="153">
                  <c:v>1.5367172451342259</c:v>
                </c:pt>
                <c:pt idx="154">
                  <c:v>1.4497632949147981</c:v>
                </c:pt>
                <c:pt idx="155">
                  <c:v>1.4026854047154036</c:v>
                </c:pt>
                <c:pt idx="156">
                  <c:v>1.4827244958016266</c:v>
                </c:pt>
                <c:pt idx="157">
                  <c:v>1.5943624912371386</c:v>
                </c:pt>
                <c:pt idx="158">
                  <c:v>1.6770104657990528</c:v>
                </c:pt>
                <c:pt idx="159">
                  <c:v>1.5673623431440677</c:v>
                </c:pt>
                <c:pt idx="160">
                  <c:v>1.7709033014917464</c:v>
                </c:pt>
                <c:pt idx="161">
                  <c:v>3.5559076518802009</c:v>
                </c:pt>
                <c:pt idx="162">
                  <c:v>2.88213873119967</c:v>
                </c:pt>
                <c:pt idx="163">
                  <c:v>6.4804677090709069</c:v>
                </c:pt>
                <c:pt idx="164">
                  <c:v>8.331331995968295</c:v>
                </c:pt>
                <c:pt idx="165">
                  <c:v>10.473726634641938</c:v>
                </c:pt>
                <c:pt idx="166">
                  <c:v>9.2149158932890245</c:v>
                </c:pt>
                <c:pt idx="167">
                  <c:v>6.9153511655027264</c:v>
                </c:pt>
                <c:pt idx="168">
                  <c:v>7.3926926271115141</c:v>
                </c:pt>
                <c:pt idx="169">
                  <c:v>7.3843301104666548</c:v>
                </c:pt>
                <c:pt idx="170">
                  <c:v>7.9111866916372371</c:v>
                </c:pt>
                <c:pt idx="171">
                  <c:v>8.2521769611015756</c:v>
                </c:pt>
                <c:pt idx="172">
                  <c:v>8.7241042039744858</c:v>
                </c:pt>
                <c:pt idx="173">
                  <c:v>8.9955504321079971</c:v>
                </c:pt>
                <c:pt idx="174">
                  <c:v>9.2718971855322945</c:v>
                </c:pt>
                <c:pt idx="175">
                  <c:v>9.1039014710734971</c:v>
                </c:pt>
                <c:pt idx="176">
                  <c:v>8.2071297119824997</c:v>
                </c:pt>
                <c:pt idx="177">
                  <c:v>6.7903454602034445</c:v>
                </c:pt>
                <c:pt idx="178">
                  <c:v>6.3899631746743468</c:v>
                </c:pt>
                <c:pt idx="179">
                  <c:v>6.2586474772013814</c:v>
                </c:pt>
                <c:pt idx="180">
                  <c:v>6.7548421018952185</c:v>
                </c:pt>
                <c:pt idx="181">
                  <c:v>6.9098912663799776</c:v>
                </c:pt>
                <c:pt idx="182">
                  <c:v>7.7364902935825972</c:v>
                </c:pt>
                <c:pt idx="183">
                  <c:v>7.3675126747770836</c:v>
                </c:pt>
                <c:pt idx="184">
                  <c:v>6.5992303424117527</c:v>
                </c:pt>
                <c:pt idx="185">
                  <c:v>5.9164554483842711</c:v>
                </c:pt>
                <c:pt idx="186">
                  <c:v>7.6370721655886316</c:v>
                </c:pt>
                <c:pt idx="187">
                  <c:v>6.8363187775398417</c:v>
                </c:pt>
                <c:pt idx="188">
                  <c:v>6.5587742700415239</c:v>
                </c:pt>
                <c:pt idx="189">
                  <c:v>6.9612344333547043</c:v>
                </c:pt>
                <c:pt idx="190">
                  <c:v>6.9907859747879479</c:v>
                </c:pt>
                <c:pt idx="191">
                  <c:v>7.1946645610774302</c:v>
                </c:pt>
                <c:pt idx="192">
                  <c:v>6.792641855261226</c:v>
                </c:pt>
                <c:pt idx="193">
                  <c:v>6.491330612429322</c:v>
                </c:pt>
                <c:pt idx="194">
                  <c:v>6.2138631986816337</c:v>
                </c:pt>
                <c:pt idx="195">
                  <c:v>6.5530142700633327</c:v>
                </c:pt>
                <c:pt idx="196">
                  <c:v>6.7329449006195095</c:v>
                </c:pt>
                <c:pt idx="197">
                  <c:v>6.2010532681127275</c:v>
                </c:pt>
                <c:pt idx="198">
                  <c:v>6.0642448156530007</c:v>
                </c:pt>
                <c:pt idx="199">
                  <c:v>6.7567490905482321</c:v>
                </c:pt>
                <c:pt idx="200">
                  <c:v>6.597613052547131</c:v>
                </c:pt>
                <c:pt idx="201">
                  <c:v>6.7113453495665585</c:v>
                </c:pt>
                <c:pt idx="202">
                  <c:v>6.5920593448463878</c:v>
                </c:pt>
                <c:pt idx="203">
                  <c:v>6.445991064763982</c:v>
                </c:pt>
                <c:pt idx="204">
                  <c:v>6.3613989670440079</c:v>
                </c:pt>
                <c:pt idx="205">
                  <c:v>5.8253613972256684</c:v>
                </c:pt>
                <c:pt idx="206">
                  <c:v>5.3804200458203173</c:v>
                </c:pt>
                <c:pt idx="207">
                  <c:v>3.4448472704798418</c:v>
                </c:pt>
                <c:pt idx="208">
                  <c:v>3.4931267656493961</c:v>
                </c:pt>
                <c:pt idx="209">
                  <c:v>4.1086710278525809</c:v>
                </c:pt>
                <c:pt idx="210">
                  <c:v>2.5584983058872091</c:v>
                </c:pt>
                <c:pt idx="211">
                  <c:v>11.995651586995217</c:v>
                </c:pt>
                <c:pt idx="212">
                  <c:v>11.130903523475153</c:v>
                </c:pt>
                <c:pt idx="213">
                  <c:v>6.9455473744164191</c:v>
                </c:pt>
                <c:pt idx="214">
                  <c:v>6.6124823607735133</c:v>
                </c:pt>
                <c:pt idx="215">
                  <c:v>6.8578607887221859</c:v>
                </c:pt>
                <c:pt idx="216">
                  <c:v>6.9524406875560558</c:v>
                </c:pt>
                <c:pt idx="217">
                  <c:v>7.1748276141856531</c:v>
                </c:pt>
                <c:pt idx="218">
                  <c:v>7.1496971444561437</c:v>
                </c:pt>
                <c:pt idx="219">
                  <c:v>6.9314115807105683</c:v>
                </c:pt>
                <c:pt idx="220">
                  <c:v>6.4941678661968334</c:v>
                </c:pt>
                <c:pt idx="221">
                  <c:v>6.6341604536387191</c:v>
                </c:pt>
                <c:pt idx="222">
                  <c:v>6.5114917040248148</c:v>
                </c:pt>
                <c:pt idx="223">
                  <c:v>6.9549124968130922</c:v>
                </c:pt>
                <c:pt idx="224">
                  <c:v>6.4821227330846636</c:v>
                </c:pt>
                <c:pt idx="225">
                  <c:v>5.550602782973673</c:v>
                </c:pt>
                <c:pt idx="226">
                  <c:v>6.6616226258374196</c:v>
                </c:pt>
                <c:pt idx="227">
                  <c:v>6.3314767292191636</c:v>
                </c:pt>
                <c:pt idx="228">
                  <c:v>5.1086852632478745</c:v>
                </c:pt>
                <c:pt idx="229">
                  <c:v>4.7680794660367134</c:v>
                </c:pt>
                <c:pt idx="230">
                  <c:v>5.3250667305251529</c:v>
                </c:pt>
                <c:pt idx="231">
                  <c:v>5.398346492843503</c:v>
                </c:pt>
                <c:pt idx="232">
                  <c:v>4.9051772777758229</c:v>
                </c:pt>
                <c:pt idx="233">
                  <c:v>5.9356551800939146</c:v>
                </c:pt>
                <c:pt idx="234">
                  <c:v>6.6062574277450894</c:v>
                </c:pt>
                <c:pt idx="235">
                  <c:v>7.1422798736071451</c:v>
                </c:pt>
                <c:pt idx="236">
                  <c:v>6.6448232951154305</c:v>
                </c:pt>
                <c:pt idx="237">
                  <c:v>6.474451654805347</c:v>
                </c:pt>
                <c:pt idx="238">
                  <c:v>6.4209274523475228</c:v>
                </c:pt>
                <c:pt idx="239">
                  <c:v>6.5947665625762077</c:v>
                </c:pt>
                <c:pt idx="240">
                  <c:v>6.4165953403064435</c:v>
                </c:pt>
                <c:pt idx="241">
                  <c:v>6.6558996266345414</c:v>
                </c:pt>
                <c:pt idx="242">
                  <c:v>6.2252266533364198</c:v>
                </c:pt>
                <c:pt idx="243">
                  <c:v>6.553013614425006</c:v>
                </c:pt>
                <c:pt idx="244">
                  <c:v>6.9892719708975823</c:v>
                </c:pt>
                <c:pt idx="245">
                  <c:v>6.8456947917596827</c:v>
                </c:pt>
                <c:pt idx="246">
                  <c:v>6.6729585995184424</c:v>
                </c:pt>
                <c:pt idx="247">
                  <c:v>6.7151113473625283</c:v>
                </c:pt>
                <c:pt idx="248">
                  <c:v>6.3524575021207266</c:v>
                </c:pt>
                <c:pt idx="249">
                  <c:v>6.2573944043185357</c:v>
                </c:pt>
                <c:pt idx="250">
                  <c:v>6.0030396252471041</c:v>
                </c:pt>
                <c:pt idx="251">
                  <c:v>4.626856349535009</c:v>
                </c:pt>
                <c:pt idx="252">
                  <c:v>3.0534554750711798</c:v>
                </c:pt>
                <c:pt idx="253">
                  <c:v>1.9019555995735524</c:v>
                </c:pt>
                <c:pt idx="254">
                  <c:v>1.41600966350678</c:v>
                </c:pt>
                <c:pt idx="255">
                  <c:v>1.3680620922896063</c:v>
                </c:pt>
                <c:pt idx="256">
                  <c:v>1.3776940560106981</c:v>
                </c:pt>
                <c:pt idx="257">
                  <c:v>1.4423379258210451</c:v>
                </c:pt>
                <c:pt idx="258">
                  <c:v>1.460033088424086</c:v>
                </c:pt>
                <c:pt idx="259">
                  <c:v>1.3275589523307574</c:v>
                </c:pt>
                <c:pt idx="260">
                  <c:v>1.481059886027865</c:v>
                </c:pt>
                <c:pt idx="261">
                  <c:v>1.3466362422192844</c:v>
                </c:pt>
                <c:pt idx="262">
                  <c:v>1.4032559244788985</c:v>
                </c:pt>
                <c:pt idx="263">
                  <c:v>1.651792465762685</c:v>
                </c:pt>
                <c:pt idx="264">
                  <c:v>4.900148570185797</c:v>
                </c:pt>
                <c:pt idx="265">
                  <c:v>3.0011898932995908</c:v>
                </c:pt>
                <c:pt idx="266">
                  <c:v>4.0177616537525074</c:v>
                </c:pt>
                <c:pt idx="267">
                  <c:v>13.476487904800827</c:v>
                </c:pt>
                <c:pt idx="268">
                  <c:v>8.4461430069790886</c:v>
                </c:pt>
                <c:pt idx="269">
                  <c:v>6.9779845724197065</c:v>
                </c:pt>
                <c:pt idx="270">
                  <c:v>7.3925888949649421</c:v>
                </c:pt>
                <c:pt idx="271">
                  <c:v>6.7656003358601629</c:v>
                </c:pt>
                <c:pt idx="272">
                  <c:v>6.3008098040468488</c:v>
                </c:pt>
                <c:pt idx="273">
                  <c:v>3.9020589534517494</c:v>
                </c:pt>
                <c:pt idx="274">
                  <c:v>1.6028455517721103</c:v>
                </c:pt>
                <c:pt idx="275">
                  <c:v>1.813386006055056</c:v>
                </c:pt>
                <c:pt idx="276">
                  <c:v>1.5139616148026502</c:v>
                </c:pt>
                <c:pt idx="277">
                  <c:v>1.5302193758443579</c:v>
                </c:pt>
                <c:pt idx="278">
                  <c:v>1.2120469484270391</c:v>
                </c:pt>
                <c:pt idx="279">
                  <c:v>1.2664576289125491</c:v>
                </c:pt>
                <c:pt idx="280">
                  <c:v>1.2914658156263803</c:v>
                </c:pt>
                <c:pt idx="281">
                  <c:v>1.3129279462854773</c:v>
                </c:pt>
                <c:pt idx="282">
                  <c:v>1.3049667095108719</c:v>
                </c:pt>
                <c:pt idx="283">
                  <c:v>1.3481379710537882</c:v>
                </c:pt>
                <c:pt idx="284">
                  <c:v>1.3520493734287204</c:v>
                </c:pt>
                <c:pt idx="285">
                  <c:v>1.2897900729445453</c:v>
                </c:pt>
                <c:pt idx="286">
                  <c:v>1.2724012618141542</c:v>
                </c:pt>
                <c:pt idx="287">
                  <c:v>1.466412174092633</c:v>
                </c:pt>
                <c:pt idx="288">
                  <c:v>1.3971667895301816</c:v>
                </c:pt>
                <c:pt idx="289">
                  <c:v>1.4149876424668402</c:v>
                </c:pt>
                <c:pt idx="290">
                  <c:v>1.3711687365899428</c:v>
                </c:pt>
                <c:pt idx="291">
                  <c:v>1.4034844013169938</c:v>
                </c:pt>
                <c:pt idx="292">
                  <c:v>1.4053872981406148</c:v>
                </c:pt>
                <c:pt idx="293">
                  <c:v>1.4185035383983631</c:v>
                </c:pt>
                <c:pt idx="294">
                  <c:v>1.3973985190022014</c:v>
                </c:pt>
                <c:pt idx="295">
                  <c:v>1.451287135888313</c:v>
                </c:pt>
                <c:pt idx="296">
                  <c:v>1.4740152484536029</c:v>
                </c:pt>
                <c:pt idx="297">
                  <c:v>1.2907481076099969</c:v>
                </c:pt>
                <c:pt idx="298">
                  <c:v>1.3770122747135671</c:v>
                </c:pt>
                <c:pt idx="299">
                  <c:v>1.3876136555613463</c:v>
                </c:pt>
                <c:pt idx="300">
                  <c:v>1.3512250972189428</c:v>
                </c:pt>
                <c:pt idx="301">
                  <c:v>1.4575666124269178</c:v>
                </c:pt>
                <c:pt idx="302">
                  <c:v>1.3425596618585252</c:v>
                </c:pt>
                <c:pt idx="303">
                  <c:v>1.3721340653510772</c:v>
                </c:pt>
                <c:pt idx="304">
                  <c:v>1.4699179096897941</c:v>
                </c:pt>
                <c:pt idx="305">
                  <c:v>2.5199381105106462</c:v>
                </c:pt>
                <c:pt idx="306">
                  <c:v>1.4964305604658867</c:v>
                </c:pt>
                <c:pt idx="307">
                  <c:v>1.5988213671023392</c:v>
                </c:pt>
                <c:pt idx="308">
                  <c:v>1.7897705910016179</c:v>
                </c:pt>
                <c:pt idx="309">
                  <c:v>1.7247238556068898</c:v>
                </c:pt>
                <c:pt idx="310">
                  <c:v>1.6192849754620302</c:v>
                </c:pt>
                <c:pt idx="311">
                  <c:v>1.6095795170648155</c:v>
                </c:pt>
                <c:pt idx="312">
                  <c:v>1.6486407499883593</c:v>
                </c:pt>
                <c:pt idx="313">
                  <c:v>1.5364937030935439</c:v>
                </c:pt>
                <c:pt idx="314">
                  <c:v>5.6203000076807008</c:v>
                </c:pt>
                <c:pt idx="315">
                  <c:v>9.0055672821453872</c:v>
                </c:pt>
                <c:pt idx="316">
                  <c:v>8.5783285622903946</c:v>
                </c:pt>
                <c:pt idx="317">
                  <c:v>8.0826891662931235</c:v>
                </c:pt>
                <c:pt idx="318">
                  <c:v>7.6588712593291586</c:v>
                </c:pt>
                <c:pt idx="319">
                  <c:v>7.3573309568911087</c:v>
                </c:pt>
                <c:pt idx="320">
                  <c:v>7.4923118198975001</c:v>
                </c:pt>
                <c:pt idx="321">
                  <c:v>7.1126696263573619</c:v>
                </c:pt>
                <c:pt idx="322">
                  <c:v>7.3773197824028163</c:v>
                </c:pt>
                <c:pt idx="323">
                  <c:v>3.6672956402335264</c:v>
                </c:pt>
                <c:pt idx="324">
                  <c:v>1.8963416791396854</c:v>
                </c:pt>
                <c:pt idx="325">
                  <c:v>1.7266707830747774</c:v>
                </c:pt>
                <c:pt idx="326">
                  <c:v>1.419749363282105</c:v>
                </c:pt>
                <c:pt idx="327">
                  <c:v>1.639686533004076</c:v>
                </c:pt>
                <c:pt idx="328">
                  <c:v>1.2879469869944553</c:v>
                </c:pt>
                <c:pt idx="329">
                  <c:v>1.2141116001007262</c:v>
                </c:pt>
                <c:pt idx="330">
                  <c:v>1.5054264050838726</c:v>
                </c:pt>
                <c:pt idx="331">
                  <c:v>1.6062868506590964</c:v>
                </c:pt>
                <c:pt idx="332">
                  <c:v>1.713196276155811</c:v>
                </c:pt>
                <c:pt idx="333">
                  <c:v>1.8513272578494444</c:v>
                </c:pt>
                <c:pt idx="334">
                  <c:v>1.6140917199753499</c:v>
                </c:pt>
                <c:pt idx="335">
                  <c:v>1.6762764703816522</c:v>
                </c:pt>
                <c:pt idx="336">
                  <c:v>4.6592702040537164</c:v>
                </c:pt>
                <c:pt idx="337">
                  <c:v>7.5039405434472473</c:v>
                </c:pt>
                <c:pt idx="338">
                  <c:v>9.2459988801337918</c:v>
                </c:pt>
                <c:pt idx="339">
                  <c:v>10.342455478301099</c:v>
                </c:pt>
                <c:pt idx="340">
                  <c:v>10.244837473662221</c:v>
                </c:pt>
                <c:pt idx="341">
                  <c:v>10.052142148894117</c:v>
                </c:pt>
                <c:pt idx="342">
                  <c:v>9.7383854620582753</c:v>
                </c:pt>
                <c:pt idx="343">
                  <c:v>9.3546996657563071</c:v>
                </c:pt>
                <c:pt idx="344">
                  <c:v>8.3463050366118203</c:v>
                </c:pt>
                <c:pt idx="345">
                  <c:v>7.7549936179654715</c:v>
                </c:pt>
                <c:pt idx="346">
                  <c:v>8.4771036765854522</c:v>
                </c:pt>
                <c:pt idx="347">
                  <c:v>8.5189441724285118</c:v>
                </c:pt>
                <c:pt idx="348">
                  <c:v>3.4108854364146914</c:v>
                </c:pt>
                <c:pt idx="349">
                  <c:v>1.2053079381275493</c:v>
                </c:pt>
                <c:pt idx="350">
                  <c:v>1.379836120149653</c:v>
                </c:pt>
                <c:pt idx="351">
                  <c:v>1.4357040493421962</c:v>
                </c:pt>
                <c:pt idx="352">
                  <c:v>1.3828718346759268</c:v>
                </c:pt>
                <c:pt idx="353">
                  <c:v>1.3133393654012819</c:v>
                </c:pt>
                <c:pt idx="354">
                  <c:v>1.0582251548609105</c:v>
                </c:pt>
                <c:pt idx="355">
                  <c:v>1.5714546388898993</c:v>
                </c:pt>
                <c:pt idx="356">
                  <c:v>1.4959392589354918</c:v>
                </c:pt>
                <c:pt idx="357">
                  <c:v>1.6191464229419095</c:v>
                </c:pt>
                <c:pt idx="358">
                  <c:v>1.7713193521663724</c:v>
                </c:pt>
                <c:pt idx="359">
                  <c:v>5.9385671412215757</c:v>
                </c:pt>
                <c:pt idx="360">
                  <c:v>9.3767028065235536</c:v>
                </c:pt>
                <c:pt idx="361">
                  <c:v>9.9434514049083518</c:v>
                </c:pt>
                <c:pt idx="362">
                  <c:v>10.169906299739738</c:v>
                </c:pt>
                <c:pt idx="363">
                  <c:v>10.16452501738596</c:v>
                </c:pt>
                <c:pt idx="364">
                  <c:v>8.9894236571831385</c:v>
                </c:pt>
                <c:pt idx="365">
                  <c:v>8.5295769571752231</c:v>
                </c:pt>
                <c:pt idx="366">
                  <c:v>8.2762355162153458</c:v>
                </c:pt>
                <c:pt idx="367">
                  <c:v>8.0498661367854503</c:v>
                </c:pt>
                <c:pt idx="368">
                  <c:v>7.4945516833796813</c:v>
                </c:pt>
                <c:pt idx="369">
                  <c:v>6.5547887450395059</c:v>
                </c:pt>
                <c:pt idx="370">
                  <c:v>6.3628471030364961</c:v>
                </c:pt>
                <c:pt idx="371">
                  <c:v>7.0385861448741043</c:v>
                </c:pt>
                <c:pt idx="372">
                  <c:v>4.9018425911848533</c:v>
                </c:pt>
                <c:pt idx="373">
                  <c:v>1.5875353980483478</c:v>
                </c:pt>
                <c:pt idx="374">
                  <c:v>1.4934726479028761</c:v>
                </c:pt>
                <c:pt idx="375">
                  <c:v>1.4224359251004135</c:v>
                </c:pt>
                <c:pt idx="376">
                  <c:v>1.5035781200840692</c:v>
                </c:pt>
                <c:pt idx="377">
                  <c:v>1.5579658256730224</c:v>
                </c:pt>
                <c:pt idx="378">
                  <c:v>1.6599584492054167</c:v>
                </c:pt>
                <c:pt idx="379">
                  <c:v>1.607576450060199</c:v>
                </c:pt>
                <c:pt idx="380">
                  <c:v>1.5233867391238811</c:v>
                </c:pt>
                <c:pt idx="381">
                  <c:v>1.6098112673300946</c:v>
                </c:pt>
                <c:pt idx="382">
                  <c:v>4.4678025136116402</c:v>
                </c:pt>
                <c:pt idx="383">
                  <c:v>9.4090044853009367</c:v>
                </c:pt>
                <c:pt idx="384">
                  <c:v>9.8535709056694838</c:v>
                </c:pt>
                <c:pt idx="385">
                  <c:v>9.9655492384173403</c:v>
                </c:pt>
                <c:pt idx="386">
                  <c:v>10.182758044115594</c:v>
                </c:pt>
                <c:pt idx="387">
                  <c:v>9.7249080974891537</c:v>
                </c:pt>
                <c:pt idx="388">
                  <c:v>9.0215546302333021</c:v>
                </c:pt>
                <c:pt idx="389">
                  <c:v>8.5649266373267121</c:v>
                </c:pt>
                <c:pt idx="390">
                  <c:v>8.384749087306</c:v>
                </c:pt>
                <c:pt idx="391">
                  <c:v>8.2489240762798453</c:v>
                </c:pt>
                <c:pt idx="392">
                  <c:v>7.7928971914874303</c:v>
                </c:pt>
                <c:pt idx="393">
                  <c:v>7.7344976428877477</c:v>
                </c:pt>
                <c:pt idx="394">
                  <c:v>8.4260017955269184</c:v>
                </c:pt>
                <c:pt idx="395">
                  <c:v>6.3371789111816348</c:v>
                </c:pt>
                <c:pt idx="396">
                  <c:v>1.6505884125583681</c:v>
                </c:pt>
                <c:pt idx="397">
                  <c:v>1.4541308443979752</c:v>
                </c:pt>
                <c:pt idx="398">
                  <c:v>1.4640960717268099</c:v>
                </c:pt>
                <c:pt idx="399">
                  <c:v>1.6392389513351564</c:v>
                </c:pt>
                <c:pt idx="400">
                  <c:v>1.6329435604111715</c:v>
                </c:pt>
                <c:pt idx="401">
                  <c:v>1.9639980675791053</c:v>
                </c:pt>
                <c:pt idx="402">
                  <c:v>1.6921633525560162</c:v>
                </c:pt>
                <c:pt idx="403">
                  <c:v>1.7786055866468382</c:v>
                </c:pt>
                <c:pt idx="404">
                  <c:v>1.6608446052377261</c:v>
                </c:pt>
                <c:pt idx="405">
                  <c:v>7.1802773894235106</c:v>
                </c:pt>
                <c:pt idx="406">
                  <c:v>10.951716416854303</c:v>
                </c:pt>
                <c:pt idx="407">
                  <c:v>11.208159011785359</c:v>
                </c:pt>
                <c:pt idx="408">
                  <c:v>10.930288661778242</c:v>
                </c:pt>
                <c:pt idx="409">
                  <c:v>10.851942179872115</c:v>
                </c:pt>
                <c:pt idx="410">
                  <c:v>10.435693572553902</c:v>
                </c:pt>
                <c:pt idx="411">
                  <c:v>10.115958364375588</c:v>
                </c:pt>
                <c:pt idx="412">
                  <c:v>9.4445755699743117</c:v>
                </c:pt>
                <c:pt idx="413">
                  <c:v>9.2286896055398326</c:v>
                </c:pt>
                <c:pt idx="414">
                  <c:v>9.1227106013894268</c:v>
                </c:pt>
                <c:pt idx="415">
                  <c:v>8.7477130627780628</c:v>
                </c:pt>
                <c:pt idx="416">
                  <c:v>8.0600418392247306</c:v>
                </c:pt>
                <c:pt idx="417">
                  <c:v>7.4615409666968375</c:v>
                </c:pt>
                <c:pt idx="418">
                  <c:v>6.4266080687332927</c:v>
                </c:pt>
                <c:pt idx="419">
                  <c:v>6.0800983449582793</c:v>
                </c:pt>
                <c:pt idx="420">
                  <c:v>4.7389817418928466</c:v>
                </c:pt>
                <c:pt idx="421">
                  <c:v>4.9518815790018946</c:v>
                </c:pt>
                <c:pt idx="422">
                  <c:v>4.5974876142681795</c:v>
                </c:pt>
                <c:pt idx="423">
                  <c:v>3.1503763701021654</c:v>
                </c:pt>
                <c:pt idx="424">
                  <c:v>0.83160123726856938</c:v>
                </c:pt>
                <c:pt idx="425">
                  <c:v>3.1598205719958381</c:v>
                </c:pt>
                <c:pt idx="426">
                  <c:v>6.9452933074966889</c:v>
                </c:pt>
                <c:pt idx="427">
                  <c:v>6.6728048456387281</c:v>
                </c:pt>
                <c:pt idx="428">
                  <c:v>5.2968987029513297</c:v>
                </c:pt>
                <c:pt idx="429">
                  <c:v>4.5344027208881963</c:v>
                </c:pt>
                <c:pt idx="430">
                  <c:v>4.4035030282492613</c:v>
                </c:pt>
                <c:pt idx="431">
                  <c:v>4.7792946509280414</c:v>
                </c:pt>
                <c:pt idx="432">
                  <c:v>4.7309047448194832</c:v>
                </c:pt>
                <c:pt idx="433">
                  <c:v>4.6751168569112043</c:v>
                </c:pt>
                <c:pt idx="434">
                  <c:v>4.6276580686680724</c:v>
                </c:pt>
                <c:pt idx="435">
                  <c:v>4.2493213574195865</c:v>
                </c:pt>
                <c:pt idx="436">
                  <c:v>4.499499323168032</c:v>
                </c:pt>
                <c:pt idx="437">
                  <c:v>4.3736958843383187</c:v>
                </c:pt>
                <c:pt idx="438">
                  <c:v>4.5101408811696464</c:v>
                </c:pt>
                <c:pt idx="439">
                  <c:v>4.428109211413032</c:v>
                </c:pt>
                <c:pt idx="440">
                  <c:v>4.3063344411270892</c:v>
                </c:pt>
                <c:pt idx="441">
                  <c:v>4.3461480862258401</c:v>
                </c:pt>
                <c:pt idx="442">
                  <c:v>4.4752725860972147</c:v>
                </c:pt>
                <c:pt idx="443">
                  <c:v>4.8815744712422795</c:v>
                </c:pt>
                <c:pt idx="444">
                  <c:v>4.3751058718090228</c:v>
                </c:pt>
                <c:pt idx="445">
                  <c:v>4.4353972939604223</c:v>
                </c:pt>
                <c:pt idx="446">
                  <c:v>4.8348264383059512</c:v>
                </c:pt>
                <c:pt idx="447">
                  <c:v>4.876284730939779</c:v>
                </c:pt>
                <c:pt idx="448">
                  <c:v>4.7517039594721027</c:v>
                </c:pt>
                <c:pt idx="449">
                  <c:v>4.7930062895430048</c:v>
                </c:pt>
                <c:pt idx="450">
                  <c:v>4.3164498916819563</c:v>
                </c:pt>
                <c:pt idx="451">
                  <c:v>4.2434389269345525</c:v>
                </c:pt>
                <c:pt idx="452">
                  <c:v>4.4913035999453417</c:v>
                </c:pt>
                <c:pt idx="453">
                  <c:v>4.2424950371631462</c:v>
                </c:pt>
                <c:pt idx="454">
                  <c:v>4.3183915922289842</c:v>
                </c:pt>
                <c:pt idx="455">
                  <c:v>4.4219954694151218</c:v>
                </c:pt>
                <c:pt idx="456">
                  <c:v>4.338829161506105</c:v>
                </c:pt>
                <c:pt idx="457">
                  <c:v>4.3257091247951234</c:v>
                </c:pt>
                <c:pt idx="458">
                  <c:v>4.0952648207747879</c:v>
                </c:pt>
                <c:pt idx="459">
                  <c:v>4.3256642616283409</c:v>
                </c:pt>
                <c:pt idx="460">
                  <c:v>4.1144892246311988</c:v>
                </c:pt>
                <c:pt idx="461">
                  <c:v>4.1606494908779466</c:v>
                </c:pt>
                <c:pt idx="462">
                  <c:v>4.0602771613450228</c:v>
                </c:pt>
                <c:pt idx="463">
                  <c:v>4.0673483627265608</c:v>
                </c:pt>
                <c:pt idx="464">
                  <c:v>4.3644646896797346</c:v>
                </c:pt>
                <c:pt idx="465">
                  <c:v>3.9980992479764286</c:v>
                </c:pt>
                <c:pt idx="466">
                  <c:v>4.6911534815727416</c:v>
                </c:pt>
                <c:pt idx="467">
                  <c:v>4.5927621953865012</c:v>
                </c:pt>
                <c:pt idx="468">
                  <c:v>4.4476843121525063</c:v>
                </c:pt>
                <c:pt idx="469">
                  <c:v>5.1666803550632814</c:v>
                </c:pt>
                <c:pt idx="470">
                  <c:v>4.1244764713012207</c:v>
                </c:pt>
                <c:pt idx="471">
                  <c:v>4.3168211077397132</c:v>
                </c:pt>
                <c:pt idx="472">
                  <c:v>4.5107276942848245</c:v>
                </c:pt>
                <c:pt idx="473">
                  <c:v>4.4276152474874229</c:v>
                </c:pt>
                <c:pt idx="474">
                  <c:v>4.4223306506413822</c:v>
                </c:pt>
                <c:pt idx="475">
                  <c:v>4.0892524557351058</c:v>
                </c:pt>
                <c:pt idx="476">
                  <c:v>4.1858691865609936</c:v>
                </c:pt>
                <c:pt idx="477">
                  <c:v>4.1979566201203005</c:v>
                </c:pt>
                <c:pt idx="478">
                  <c:v>4.2004853522770853</c:v>
                </c:pt>
                <c:pt idx="479">
                  <c:v>4.177357882148784</c:v>
                </c:pt>
                <c:pt idx="480">
                  <c:v>4.2790564587747326</c:v>
                </c:pt>
                <c:pt idx="481">
                  <c:v>4.2775587309535252</c:v>
                </c:pt>
                <c:pt idx="482">
                  <c:v>4.1811600190715827</c:v>
                </c:pt>
                <c:pt idx="483">
                  <c:v>4.5091367727333074</c:v>
                </c:pt>
                <c:pt idx="484">
                  <c:v>4.3634775892732636</c:v>
                </c:pt>
                <c:pt idx="485">
                  <c:v>4.2844605006845944</c:v>
                </c:pt>
                <c:pt idx="486">
                  <c:v>4.1323417181343558</c:v>
                </c:pt>
                <c:pt idx="487">
                  <c:v>4.3523380976806276</c:v>
                </c:pt>
                <c:pt idx="488">
                  <c:v>4.2647648213030438</c:v>
                </c:pt>
                <c:pt idx="489">
                  <c:v>5.6627819320997759</c:v>
                </c:pt>
                <c:pt idx="490">
                  <c:v>5.8581126314977672</c:v>
                </c:pt>
                <c:pt idx="491">
                  <c:v>5.5080246028958904</c:v>
                </c:pt>
                <c:pt idx="492">
                  <c:v>3.2176211550093683</c:v>
                </c:pt>
                <c:pt idx="493">
                  <c:v>1.7132197420368687</c:v>
                </c:pt>
                <c:pt idx="494">
                  <c:v>0.58254059740873199</c:v>
                </c:pt>
                <c:pt idx="495">
                  <c:v>0.9074626613056701</c:v>
                </c:pt>
                <c:pt idx="496">
                  <c:v>0.59036618230928994</c:v>
                </c:pt>
                <c:pt idx="497">
                  <c:v>0.52150369279319442</c:v>
                </c:pt>
                <c:pt idx="498">
                  <c:v>0.5743500858544609</c:v>
                </c:pt>
                <c:pt idx="499">
                  <c:v>0.6135226013192947</c:v>
                </c:pt>
                <c:pt idx="500">
                  <c:v>3.9511498798373998</c:v>
                </c:pt>
                <c:pt idx="501">
                  <c:v>3.002127913678577</c:v>
                </c:pt>
                <c:pt idx="502">
                  <c:v>1.8291997890792073</c:v>
                </c:pt>
                <c:pt idx="503">
                  <c:v>1.7555661896611503</c:v>
                </c:pt>
                <c:pt idx="504">
                  <c:v>1.6318269028826915</c:v>
                </c:pt>
                <c:pt idx="505">
                  <c:v>1.6198538876215895</c:v>
                </c:pt>
                <c:pt idx="506">
                  <c:v>1.3950253041026548</c:v>
                </c:pt>
                <c:pt idx="507">
                  <c:v>1.4019101163971057</c:v>
                </c:pt>
                <c:pt idx="508">
                  <c:v>6.7134814958764037</c:v>
                </c:pt>
                <c:pt idx="509">
                  <c:v>9.380161403046074</c:v>
                </c:pt>
                <c:pt idx="510">
                  <c:v>5.8544853500443628</c:v>
                </c:pt>
                <c:pt idx="511">
                  <c:v>4.881721037409414</c:v>
                </c:pt>
                <c:pt idx="512">
                  <c:v>4.486426736292648</c:v>
                </c:pt>
                <c:pt idx="513">
                  <c:v>2.7731056379938486</c:v>
                </c:pt>
                <c:pt idx="514">
                  <c:v>1.2196784554550588</c:v>
                </c:pt>
                <c:pt idx="515">
                  <c:v>0.59392016282678939</c:v>
                </c:pt>
                <c:pt idx="516">
                  <c:v>0.29929123858580681</c:v>
                </c:pt>
                <c:pt idx="517">
                  <c:v>0.45647882241777027</c:v>
                </c:pt>
                <c:pt idx="518">
                  <c:v>0.51931266224198291</c:v>
                </c:pt>
                <c:pt idx="519">
                  <c:v>0.51063394588338251</c:v>
                </c:pt>
                <c:pt idx="520">
                  <c:v>0.51700140873824518</c:v>
                </c:pt>
                <c:pt idx="521">
                  <c:v>0.55402009000362007</c:v>
                </c:pt>
                <c:pt idx="522">
                  <c:v>0.5390326564904413</c:v>
                </c:pt>
                <c:pt idx="523">
                  <c:v>0.5375798765806129</c:v>
                </c:pt>
                <c:pt idx="524">
                  <c:v>0.41010175958012607</c:v>
                </c:pt>
                <c:pt idx="525">
                  <c:v>0.53220632967798964</c:v>
                </c:pt>
                <c:pt idx="526">
                  <c:v>0.46947758887592095</c:v>
                </c:pt>
                <c:pt idx="527">
                  <c:v>0.51031603167784001</c:v>
                </c:pt>
                <c:pt idx="528">
                  <c:v>0.48131999945988074</c:v>
                </c:pt>
                <c:pt idx="529">
                  <c:v>0.51178612422149627</c:v>
                </c:pt>
                <c:pt idx="530">
                  <c:v>0.48631889114031313</c:v>
                </c:pt>
                <c:pt idx="531">
                  <c:v>0.5463336063598202</c:v>
                </c:pt>
                <c:pt idx="532">
                  <c:v>0.50090919884235363</c:v>
                </c:pt>
                <c:pt idx="533">
                  <c:v>0.52646784586833384</c:v>
                </c:pt>
                <c:pt idx="534">
                  <c:v>1.651884756967636</c:v>
                </c:pt>
                <c:pt idx="535">
                  <c:v>2.9946166173397128</c:v>
                </c:pt>
                <c:pt idx="536">
                  <c:v>1.4976591709828526</c:v>
                </c:pt>
                <c:pt idx="537">
                  <c:v>0.58032989065146567</c:v>
                </c:pt>
                <c:pt idx="538">
                  <c:v>0.47114945525843044</c:v>
                </c:pt>
                <c:pt idx="539">
                  <c:v>0.58344086456858613</c:v>
                </c:pt>
                <c:pt idx="540">
                  <c:v>0.35593620132259296</c:v>
                </c:pt>
                <c:pt idx="541">
                  <c:v>0.52739738087546906</c:v>
                </c:pt>
                <c:pt idx="542">
                  <c:v>0.54555176506390679</c:v>
                </c:pt>
                <c:pt idx="543">
                  <c:v>0.49632095309368807</c:v>
                </c:pt>
                <c:pt idx="544">
                  <c:v>0.53598302831428113</c:v>
                </c:pt>
                <c:pt idx="545">
                  <c:v>0.51476880878336895</c:v>
                </c:pt>
                <c:pt idx="546">
                  <c:v>0.55139065853882308</c:v>
                </c:pt>
                <c:pt idx="547">
                  <c:v>0.48836281777718749</c:v>
                </c:pt>
                <c:pt idx="548">
                  <c:v>0.50603659223928776</c:v>
                </c:pt>
                <c:pt idx="549">
                  <c:v>0.58702135032452685</c:v>
                </c:pt>
                <c:pt idx="550">
                  <c:v>0.53153348476101658</c:v>
                </c:pt>
                <c:pt idx="551">
                  <c:v>0.42657295108313797</c:v>
                </c:pt>
                <c:pt idx="552">
                  <c:v>0.45602063859527942</c:v>
                </c:pt>
                <c:pt idx="553">
                  <c:v>0.46492200561756963</c:v>
                </c:pt>
                <c:pt idx="554">
                  <c:v>0.59064981894207658</c:v>
                </c:pt>
                <c:pt idx="555">
                  <c:v>0.65681240198834934</c:v>
                </c:pt>
                <c:pt idx="556">
                  <c:v>0.53419418688060316</c:v>
                </c:pt>
                <c:pt idx="557">
                  <c:v>0.55753900124953804</c:v>
                </c:pt>
                <c:pt idx="558">
                  <c:v>0.62304305837586571</c:v>
                </c:pt>
                <c:pt idx="559">
                  <c:v>0.63839679378110792</c:v>
                </c:pt>
                <c:pt idx="560">
                  <c:v>0.48248878780280896</c:v>
                </c:pt>
                <c:pt idx="561">
                  <c:v>0.30806291034199429</c:v>
                </c:pt>
                <c:pt idx="562">
                  <c:v>0.75652073985681434</c:v>
                </c:pt>
                <c:pt idx="563">
                  <c:v>0.50205240011853036</c:v>
                </c:pt>
                <c:pt idx="564">
                  <c:v>0.49984560890393248</c:v>
                </c:pt>
                <c:pt idx="565">
                  <c:v>0.64637227656546148</c:v>
                </c:pt>
                <c:pt idx="566">
                  <c:v>0.58172163626243145</c:v>
                </c:pt>
                <c:pt idx="567">
                  <c:v>0.46350318478016844</c:v>
                </c:pt>
                <c:pt idx="568">
                  <c:v>0.57570828132048624</c:v>
                </c:pt>
                <c:pt idx="569">
                  <c:v>0.5817068233439221</c:v>
                </c:pt>
                <c:pt idx="570">
                  <c:v>0.56278897184190424</c:v>
                </c:pt>
                <c:pt idx="571">
                  <c:v>0.5551480287902173</c:v>
                </c:pt>
                <c:pt idx="572">
                  <c:v>0.56439892927791546</c:v>
                </c:pt>
                <c:pt idx="573">
                  <c:v>0.56461922679094778</c:v>
                </c:pt>
                <c:pt idx="574">
                  <c:v>0.60632237581564996</c:v>
                </c:pt>
                <c:pt idx="575">
                  <c:v>0.54135480021932514</c:v>
                </c:pt>
                <c:pt idx="576">
                  <c:v>0.54870521588328069</c:v>
                </c:pt>
                <c:pt idx="577">
                  <c:v>0.54581143194385806</c:v>
                </c:pt>
                <c:pt idx="578">
                  <c:v>0.52928704737658783</c:v>
                </c:pt>
                <c:pt idx="579">
                  <c:v>0.51757261917357367</c:v>
                </c:pt>
                <c:pt idx="580">
                  <c:v>0.53067438707767567</c:v>
                </c:pt>
                <c:pt idx="581">
                  <c:v>0.49635510982122699</c:v>
                </c:pt>
                <c:pt idx="582">
                  <c:v>0.54302870520538815</c:v>
                </c:pt>
                <c:pt idx="583">
                  <c:v>0.58919664167961905</c:v>
                </c:pt>
                <c:pt idx="584">
                  <c:v>0.64786688923210822</c:v>
                </c:pt>
                <c:pt idx="585">
                  <c:v>0.6293640237043332</c:v>
                </c:pt>
                <c:pt idx="586">
                  <c:v>0.63010202791531678</c:v>
                </c:pt>
                <c:pt idx="587">
                  <c:v>0.43273428937333502</c:v>
                </c:pt>
                <c:pt idx="588">
                  <c:v>0.42445564399716512</c:v>
                </c:pt>
                <c:pt idx="589">
                  <c:v>-1.3497911939066602E-2</c:v>
                </c:pt>
                <c:pt idx="590">
                  <c:v>0.79965189361561217</c:v>
                </c:pt>
                <c:pt idx="591">
                  <c:v>2.2924251529954698</c:v>
                </c:pt>
                <c:pt idx="592">
                  <c:v>2.3142253161837951</c:v>
                </c:pt>
                <c:pt idx="593">
                  <c:v>2.4193975176781866</c:v>
                </c:pt>
                <c:pt idx="594">
                  <c:v>1.9851445621582589</c:v>
                </c:pt>
                <c:pt idx="595">
                  <c:v>1.8057706152793205</c:v>
                </c:pt>
                <c:pt idx="596">
                  <c:v>1.4310602041882052</c:v>
                </c:pt>
                <c:pt idx="597">
                  <c:v>1.8149366576693924</c:v>
                </c:pt>
                <c:pt idx="598">
                  <c:v>1.6919810579329579</c:v>
                </c:pt>
                <c:pt idx="599">
                  <c:v>1.7320170846645906</c:v>
                </c:pt>
                <c:pt idx="600">
                  <c:v>1.4877250584271047</c:v>
                </c:pt>
                <c:pt idx="601">
                  <c:v>1.4654953908399424</c:v>
                </c:pt>
                <c:pt idx="602">
                  <c:v>1.2466172560457696</c:v>
                </c:pt>
                <c:pt idx="603">
                  <c:v>1.0534191933574035</c:v>
                </c:pt>
                <c:pt idx="604">
                  <c:v>0.89527450747458237</c:v>
                </c:pt>
                <c:pt idx="605">
                  <c:v>0.78531382749668721</c:v>
                </c:pt>
                <c:pt idx="606">
                  <c:v>0.62805956327556489</c:v>
                </c:pt>
                <c:pt idx="607">
                  <c:v>0.58113346482823025</c:v>
                </c:pt>
                <c:pt idx="608">
                  <c:v>0.52579390924719205</c:v>
                </c:pt>
                <c:pt idx="609">
                  <c:v>0.58284821420067057</c:v>
                </c:pt>
                <c:pt idx="610">
                  <c:v>0.82613014249108707</c:v>
                </c:pt>
                <c:pt idx="611">
                  <c:v>0.5783499807220549</c:v>
                </c:pt>
                <c:pt idx="612">
                  <c:v>0.81037647609911034</c:v>
                </c:pt>
                <c:pt idx="613">
                  <c:v>1.0033731783391646</c:v>
                </c:pt>
                <c:pt idx="614">
                  <c:v>1.7599192920806712</c:v>
                </c:pt>
                <c:pt idx="615">
                  <c:v>1.9742410425797685</c:v>
                </c:pt>
                <c:pt idx="616">
                  <c:v>1.8374265828320229</c:v>
                </c:pt>
                <c:pt idx="617">
                  <c:v>1.8056004957170799</c:v>
                </c:pt>
                <c:pt idx="618">
                  <c:v>2.1053885097710596</c:v>
                </c:pt>
                <c:pt idx="619">
                  <c:v>1.0355815115685114</c:v>
                </c:pt>
                <c:pt idx="620">
                  <c:v>2.0691970743467283</c:v>
                </c:pt>
                <c:pt idx="621">
                  <c:v>1.7956266180680127</c:v>
                </c:pt>
                <c:pt idx="622">
                  <c:v>1.7539491887650374</c:v>
                </c:pt>
                <c:pt idx="623">
                  <c:v>1.7871587616843765</c:v>
                </c:pt>
                <c:pt idx="624">
                  <c:v>1.8442710320975788</c:v>
                </c:pt>
                <c:pt idx="625">
                  <c:v>1.6349502635060691</c:v>
                </c:pt>
                <c:pt idx="626">
                  <c:v>1.5803364028920515</c:v>
                </c:pt>
                <c:pt idx="627">
                  <c:v>1.7432925061804008</c:v>
                </c:pt>
                <c:pt idx="628">
                  <c:v>1.5253223696755067</c:v>
                </c:pt>
                <c:pt idx="629">
                  <c:v>1.8424435295422115</c:v>
                </c:pt>
                <c:pt idx="630">
                  <c:v>2.0406697870583992</c:v>
                </c:pt>
                <c:pt idx="631">
                  <c:v>6.0835601514800626</c:v>
                </c:pt>
                <c:pt idx="632">
                  <c:v>9.9478048590347523</c:v>
                </c:pt>
                <c:pt idx="633">
                  <c:v>9.1354283489675012</c:v>
                </c:pt>
                <c:pt idx="634">
                  <c:v>9.5059452860827918</c:v>
                </c:pt>
                <c:pt idx="635">
                  <c:v>9.2114292529616826</c:v>
                </c:pt>
                <c:pt idx="636">
                  <c:v>8.6142486149743185</c:v>
                </c:pt>
                <c:pt idx="637">
                  <c:v>8.6708832026384073</c:v>
                </c:pt>
                <c:pt idx="638">
                  <c:v>6.4990138800430506</c:v>
                </c:pt>
                <c:pt idx="639">
                  <c:v>5.7637053591593661</c:v>
                </c:pt>
                <c:pt idx="640">
                  <c:v>5.9511954287846436</c:v>
                </c:pt>
                <c:pt idx="641">
                  <c:v>6.2914585077657197</c:v>
                </c:pt>
                <c:pt idx="642">
                  <c:v>6.2880389915070527</c:v>
                </c:pt>
                <c:pt idx="643">
                  <c:v>5.0672073435297369</c:v>
                </c:pt>
                <c:pt idx="644">
                  <c:v>5.0839138361961318</c:v>
                </c:pt>
                <c:pt idx="645">
                  <c:v>4.8108669075903459</c:v>
                </c:pt>
                <c:pt idx="646">
                  <c:v>4.3945510788740432</c:v>
                </c:pt>
                <c:pt idx="647">
                  <c:v>4.1875695545725291</c:v>
                </c:pt>
                <c:pt idx="648">
                  <c:v>4.156338361432443</c:v>
                </c:pt>
                <c:pt idx="649">
                  <c:v>4.1144413976748417</c:v>
                </c:pt>
                <c:pt idx="650">
                  <c:v>3.9921621781414927</c:v>
                </c:pt>
                <c:pt idx="651">
                  <c:v>4.2194971409655908</c:v>
                </c:pt>
                <c:pt idx="652">
                  <c:v>4.2547442058588754</c:v>
                </c:pt>
                <c:pt idx="653">
                  <c:v>4.4565777913145785</c:v>
                </c:pt>
                <c:pt idx="654">
                  <c:v>4.3753471308458884</c:v>
                </c:pt>
                <c:pt idx="655">
                  <c:v>4.5413924632402241</c:v>
                </c:pt>
                <c:pt idx="656">
                  <c:v>4.4007337280720495</c:v>
                </c:pt>
                <c:pt idx="657">
                  <c:v>3.165901978676088</c:v>
                </c:pt>
                <c:pt idx="658">
                  <c:v>3.1898525913834392</c:v>
                </c:pt>
                <c:pt idx="659">
                  <c:v>4.497922909304215</c:v>
                </c:pt>
                <c:pt idx="660">
                  <c:v>4.270937156494818</c:v>
                </c:pt>
                <c:pt idx="661">
                  <c:v>4.8878676775716361</c:v>
                </c:pt>
                <c:pt idx="662">
                  <c:v>6.1310341880606671</c:v>
                </c:pt>
                <c:pt idx="663">
                  <c:v>5.4064292287785021</c:v>
                </c:pt>
                <c:pt idx="664">
                  <c:v>5.000775486491726</c:v>
                </c:pt>
                <c:pt idx="665">
                  <c:v>4.3619593848615885</c:v>
                </c:pt>
                <c:pt idx="666">
                  <c:v>4.2614217479277849</c:v>
                </c:pt>
                <c:pt idx="667">
                  <c:v>4.496065168566532</c:v>
                </c:pt>
                <c:pt idx="668">
                  <c:v>4.8471837552198389</c:v>
                </c:pt>
                <c:pt idx="669">
                  <c:v>4.440749490607617</c:v>
                </c:pt>
                <c:pt idx="670">
                  <c:v>4.2186348685109216</c:v>
                </c:pt>
                <c:pt idx="671">
                  <c:v>4.1720209766751193</c:v>
                </c:pt>
                <c:pt idx="672">
                  <c:v>4.2769838893377754</c:v>
                </c:pt>
                <c:pt idx="673">
                  <c:v>4.3498205220869659</c:v>
                </c:pt>
                <c:pt idx="674">
                  <c:v>4.2864843547167837</c:v>
                </c:pt>
                <c:pt idx="675">
                  <c:v>4.0198287365290586</c:v>
                </c:pt>
                <c:pt idx="676">
                  <c:v>4.4360533696026758</c:v>
                </c:pt>
                <c:pt idx="677">
                  <c:v>4.2296733930336039</c:v>
                </c:pt>
                <c:pt idx="678">
                  <c:v>4.4736889669388828</c:v>
                </c:pt>
                <c:pt idx="679">
                  <c:v>4.3941226455532627</c:v>
                </c:pt>
                <c:pt idx="680">
                  <c:v>4.1751195815974897</c:v>
                </c:pt>
                <c:pt idx="681">
                  <c:v>3.2825864641665796</c:v>
                </c:pt>
                <c:pt idx="682">
                  <c:v>2.7167354590889579</c:v>
                </c:pt>
                <c:pt idx="683">
                  <c:v>3.3248883668164724</c:v>
                </c:pt>
                <c:pt idx="684">
                  <c:v>2.8139916633762918</c:v>
                </c:pt>
                <c:pt idx="685">
                  <c:v>2.0442514595273296</c:v>
                </c:pt>
                <c:pt idx="686">
                  <c:v>1.543107596841317</c:v>
                </c:pt>
                <c:pt idx="687">
                  <c:v>1.0671262853581001</c:v>
                </c:pt>
                <c:pt idx="688">
                  <c:v>0.47667806556856079</c:v>
                </c:pt>
                <c:pt idx="689">
                  <c:v>0.52156629826561418</c:v>
                </c:pt>
                <c:pt idx="690">
                  <c:v>0.5810903684352472</c:v>
                </c:pt>
                <c:pt idx="691">
                  <c:v>3.7666323479813864</c:v>
                </c:pt>
                <c:pt idx="692">
                  <c:v>2.4503230306395283</c:v>
                </c:pt>
                <c:pt idx="693">
                  <c:v>1.6783528938124868</c:v>
                </c:pt>
                <c:pt idx="694">
                  <c:v>1.604951669451983</c:v>
                </c:pt>
                <c:pt idx="695">
                  <c:v>1.7048397358404912</c:v>
                </c:pt>
                <c:pt idx="696">
                  <c:v>1.8069229847092336</c:v>
                </c:pt>
                <c:pt idx="697">
                  <c:v>1.6760620333799092</c:v>
                </c:pt>
                <c:pt idx="698">
                  <c:v>1.9127484524568936</c:v>
                </c:pt>
                <c:pt idx="699">
                  <c:v>3.1071896127809557</c:v>
                </c:pt>
                <c:pt idx="700">
                  <c:v>9.082722858138645</c:v>
                </c:pt>
                <c:pt idx="701">
                  <c:v>9.5824694430252109</c:v>
                </c:pt>
                <c:pt idx="702">
                  <c:v>7.3797256859237885</c:v>
                </c:pt>
                <c:pt idx="703">
                  <c:v>6.5207407376477731</c:v>
                </c:pt>
                <c:pt idx="704">
                  <c:v>4.942605117565483</c:v>
                </c:pt>
                <c:pt idx="705">
                  <c:v>4.7414979450043688</c:v>
                </c:pt>
                <c:pt idx="706">
                  <c:v>2.7404745969626192</c:v>
                </c:pt>
                <c:pt idx="707">
                  <c:v>1.5358642596700316</c:v>
                </c:pt>
                <c:pt idx="708">
                  <c:v>0.9361371806352079</c:v>
                </c:pt>
                <c:pt idx="709">
                  <c:v>0.43831264442115586</c:v>
                </c:pt>
                <c:pt idx="710">
                  <c:v>0.63132118263117687</c:v>
                </c:pt>
                <c:pt idx="711">
                  <c:v>0.41069094433506653</c:v>
                </c:pt>
                <c:pt idx="712">
                  <c:v>0.49377966938785939</c:v>
                </c:pt>
                <c:pt idx="713">
                  <c:v>0.51371166498650234</c:v>
                </c:pt>
                <c:pt idx="714">
                  <c:v>0.4891721650925</c:v>
                </c:pt>
                <c:pt idx="715">
                  <c:v>0.48390852552962565</c:v>
                </c:pt>
                <c:pt idx="716">
                  <c:v>0.49375784647472576</c:v>
                </c:pt>
                <c:pt idx="717">
                  <c:v>0.55643937612922501</c:v>
                </c:pt>
                <c:pt idx="718">
                  <c:v>1.8692004311493757</c:v>
                </c:pt>
                <c:pt idx="719">
                  <c:v>3.943648465042473</c:v>
                </c:pt>
                <c:pt idx="720">
                  <c:v>2.1392882524892753</c:v>
                </c:pt>
                <c:pt idx="721">
                  <c:v>1.9438117787915861</c:v>
                </c:pt>
                <c:pt idx="722">
                  <c:v>1.6975230898912677</c:v>
                </c:pt>
                <c:pt idx="723">
                  <c:v>1.6617325416815116</c:v>
                </c:pt>
                <c:pt idx="724">
                  <c:v>6.0962289023874838</c:v>
                </c:pt>
                <c:pt idx="725">
                  <c:v>8.8003902219946859</c:v>
                </c:pt>
                <c:pt idx="726">
                  <c:v>6.8805087899036854</c:v>
                </c:pt>
                <c:pt idx="727">
                  <c:v>5.5612731031556848</c:v>
                </c:pt>
                <c:pt idx="728">
                  <c:v>5.521506372966722</c:v>
                </c:pt>
                <c:pt idx="729">
                  <c:v>4.6258570105828731</c:v>
                </c:pt>
                <c:pt idx="730">
                  <c:v>2.798491430425349</c:v>
                </c:pt>
                <c:pt idx="731">
                  <c:v>0.73051352618235665</c:v>
                </c:pt>
                <c:pt idx="732">
                  <c:v>0.46420446028454471</c:v>
                </c:pt>
                <c:pt idx="733">
                  <c:v>0.51179350295965698</c:v>
                </c:pt>
                <c:pt idx="734">
                  <c:v>0.57022634617010781</c:v>
                </c:pt>
                <c:pt idx="735">
                  <c:v>0.4652145567658641</c:v>
                </c:pt>
                <c:pt idx="736">
                  <c:v>0.54574105961972497</c:v>
                </c:pt>
                <c:pt idx="737">
                  <c:v>0.57816747284164038</c:v>
                </c:pt>
                <c:pt idx="738">
                  <c:v>0.55813024531006872</c:v>
                </c:pt>
                <c:pt idx="739">
                  <c:v>0.51714702585115813</c:v>
                </c:pt>
                <c:pt idx="740">
                  <c:v>0.47013739838028656</c:v>
                </c:pt>
                <c:pt idx="741">
                  <c:v>0.5287348187158768</c:v>
                </c:pt>
                <c:pt idx="742">
                  <c:v>0.57470762728067015</c:v>
                </c:pt>
                <c:pt idx="743">
                  <c:v>0.60639065572525286</c:v>
                </c:pt>
                <c:pt idx="744">
                  <c:v>0.53391735191840328</c:v>
                </c:pt>
                <c:pt idx="745">
                  <c:v>0.57894354007235849</c:v>
                </c:pt>
                <c:pt idx="746">
                  <c:v>0.53044491078022571</c:v>
                </c:pt>
                <c:pt idx="747">
                  <c:v>0.58368980955217309</c:v>
                </c:pt>
                <c:pt idx="748">
                  <c:v>0.52052984930756507</c:v>
                </c:pt>
                <c:pt idx="749">
                  <c:v>8.988467870843273</c:v>
                </c:pt>
                <c:pt idx="750">
                  <c:v>10.264608239656946</c:v>
                </c:pt>
                <c:pt idx="751">
                  <c:v>6.2454433791950468</c:v>
                </c:pt>
                <c:pt idx="752">
                  <c:v>5.1015455400944996</c:v>
                </c:pt>
                <c:pt idx="753">
                  <c:v>4.210688900492106</c:v>
                </c:pt>
                <c:pt idx="754">
                  <c:v>3.3483637479607897</c:v>
                </c:pt>
                <c:pt idx="755">
                  <c:v>3.2615620893794626</c:v>
                </c:pt>
                <c:pt idx="756">
                  <c:v>2.0662908523197836</c:v>
                </c:pt>
                <c:pt idx="757">
                  <c:v>0.52686523039983557</c:v>
                </c:pt>
                <c:pt idx="758">
                  <c:v>0.54132933641580439</c:v>
                </c:pt>
                <c:pt idx="759">
                  <c:v>0.52713215665511648</c:v>
                </c:pt>
                <c:pt idx="760">
                  <c:v>0.50709954090038456</c:v>
                </c:pt>
                <c:pt idx="761">
                  <c:v>0.50880838554072461</c:v>
                </c:pt>
                <c:pt idx="762">
                  <c:v>0.58539794727468364</c:v>
                </c:pt>
                <c:pt idx="763">
                  <c:v>0.57891698761240262</c:v>
                </c:pt>
                <c:pt idx="764">
                  <c:v>0.54624621138086471</c:v>
                </c:pt>
                <c:pt idx="765">
                  <c:v>0.60976396264800181</c:v>
                </c:pt>
                <c:pt idx="766">
                  <c:v>0.55926656041498368</c:v>
                </c:pt>
                <c:pt idx="767">
                  <c:v>9.0963104238574903</c:v>
                </c:pt>
                <c:pt idx="768">
                  <c:v>7.4611358144783368</c:v>
                </c:pt>
                <c:pt idx="769">
                  <c:v>5.469207498632092</c:v>
                </c:pt>
                <c:pt idx="770">
                  <c:v>5.2048899081626914</c:v>
                </c:pt>
                <c:pt idx="771">
                  <c:v>5.289774828944652</c:v>
                </c:pt>
                <c:pt idx="772">
                  <c:v>5.2045863936288574</c:v>
                </c:pt>
                <c:pt idx="773">
                  <c:v>4.2432175572199888</c:v>
                </c:pt>
                <c:pt idx="774">
                  <c:v>4.0725886665680351</c:v>
                </c:pt>
                <c:pt idx="775">
                  <c:v>4.3332120851265286</c:v>
                </c:pt>
                <c:pt idx="776">
                  <c:v>3.9961631301557392</c:v>
                </c:pt>
                <c:pt idx="777">
                  <c:v>2.9064250076006997</c:v>
                </c:pt>
                <c:pt idx="778">
                  <c:v>2.0502154150260825</c:v>
                </c:pt>
                <c:pt idx="779">
                  <c:v>1.7281616179480244</c:v>
                </c:pt>
                <c:pt idx="780">
                  <c:v>1.4213386431936426</c:v>
                </c:pt>
                <c:pt idx="781">
                  <c:v>1.933975413523003</c:v>
                </c:pt>
                <c:pt idx="782">
                  <c:v>0.79217609822245627</c:v>
                </c:pt>
                <c:pt idx="783">
                  <c:v>0.58978590435405265</c:v>
                </c:pt>
                <c:pt idx="784">
                  <c:v>0.54527850612434681</c:v>
                </c:pt>
                <c:pt idx="785">
                  <c:v>0.42264147136689523</c:v>
                </c:pt>
                <c:pt idx="786">
                  <c:v>0.54541088997402365</c:v>
                </c:pt>
                <c:pt idx="787">
                  <c:v>0.61628370408946465</c:v>
                </c:pt>
                <c:pt idx="788">
                  <c:v>3.2570138800172752</c:v>
                </c:pt>
                <c:pt idx="789">
                  <c:v>2.6034486040535088</c:v>
                </c:pt>
                <c:pt idx="790">
                  <c:v>1.934335079747425</c:v>
                </c:pt>
                <c:pt idx="791">
                  <c:v>1.7513249658033572</c:v>
                </c:pt>
                <c:pt idx="792">
                  <c:v>1.6822400479848436</c:v>
                </c:pt>
                <c:pt idx="793">
                  <c:v>1.5808354948828836</c:v>
                </c:pt>
                <c:pt idx="794">
                  <c:v>1.7515855352615024</c:v>
                </c:pt>
                <c:pt idx="795">
                  <c:v>10.8143286469722</c:v>
                </c:pt>
                <c:pt idx="796">
                  <c:v>9.5820468429521402</c:v>
                </c:pt>
                <c:pt idx="797">
                  <c:v>7.5024266610222741</c:v>
                </c:pt>
                <c:pt idx="798">
                  <c:v>6.6307028139408697</c:v>
                </c:pt>
                <c:pt idx="799">
                  <c:v>5.8326874603581542</c:v>
                </c:pt>
                <c:pt idx="800">
                  <c:v>4.9394570704087011</c:v>
                </c:pt>
                <c:pt idx="801">
                  <c:v>3.7874843715529392</c:v>
                </c:pt>
                <c:pt idx="802">
                  <c:v>3.2544504987546934</c:v>
                </c:pt>
                <c:pt idx="803">
                  <c:v>1.9114053841556635</c:v>
                </c:pt>
                <c:pt idx="804">
                  <c:v>0.60577699544234909</c:v>
                </c:pt>
                <c:pt idx="805">
                  <c:v>0.49756700649920893</c:v>
                </c:pt>
                <c:pt idx="806">
                  <c:v>0.44246659504935826</c:v>
                </c:pt>
                <c:pt idx="807">
                  <c:v>0.58585882768975461</c:v>
                </c:pt>
                <c:pt idx="808">
                  <c:v>0.61366961567645451</c:v>
                </c:pt>
                <c:pt idx="809">
                  <c:v>0.53708986656746938</c:v>
                </c:pt>
                <c:pt idx="810">
                  <c:v>0.47021846452265809</c:v>
                </c:pt>
                <c:pt idx="811">
                  <c:v>0.54491740754284912</c:v>
                </c:pt>
                <c:pt idx="812">
                  <c:v>0.47285040625425523</c:v>
                </c:pt>
                <c:pt idx="813">
                  <c:v>0.50774136519740343</c:v>
                </c:pt>
                <c:pt idx="814">
                  <c:v>0.51534825768924519</c:v>
                </c:pt>
                <c:pt idx="815">
                  <c:v>0.62615942661131729</c:v>
                </c:pt>
                <c:pt idx="816">
                  <c:v>0.71938885073536329</c:v>
                </c:pt>
                <c:pt idx="817">
                  <c:v>0.62508429869586257</c:v>
                </c:pt>
                <c:pt idx="818">
                  <c:v>0.56235064815263669</c:v>
                </c:pt>
                <c:pt idx="819">
                  <c:v>0.56190692882241955</c:v>
                </c:pt>
                <c:pt idx="820">
                  <c:v>3.1123153975006996</c:v>
                </c:pt>
                <c:pt idx="821">
                  <c:v>7.9245251215501629</c:v>
                </c:pt>
                <c:pt idx="822">
                  <c:v>6.0705291315857304</c:v>
                </c:pt>
                <c:pt idx="823">
                  <c:v>4.7854573861681207</c:v>
                </c:pt>
                <c:pt idx="824">
                  <c:v>4.2399714527603525</c:v>
                </c:pt>
                <c:pt idx="825">
                  <c:v>3.0006105920054003</c:v>
                </c:pt>
                <c:pt idx="826">
                  <c:v>1.5344694650833677</c:v>
                </c:pt>
                <c:pt idx="827">
                  <c:v>0.35476012460840423</c:v>
                </c:pt>
                <c:pt idx="828">
                  <c:v>0.41456478208686726</c:v>
                </c:pt>
                <c:pt idx="829">
                  <c:v>0.50152535004628707</c:v>
                </c:pt>
                <c:pt idx="830">
                  <c:v>0.57741979308781044</c:v>
                </c:pt>
                <c:pt idx="831">
                  <c:v>0.63323981264928131</c:v>
                </c:pt>
                <c:pt idx="832">
                  <c:v>0.78306283916373631</c:v>
                </c:pt>
                <c:pt idx="833">
                  <c:v>0.67320572905232912</c:v>
                </c:pt>
                <c:pt idx="834">
                  <c:v>0.49934859853873137</c:v>
                </c:pt>
                <c:pt idx="835">
                  <c:v>0.54121996816188733</c:v>
                </c:pt>
                <c:pt idx="836">
                  <c:v>0.5479213207632494</c:v>
                </c:pt>
                <c:pt idx="837">
                  <c:v>0.57067585347234251</c:v>
                </c:pt>
                <c:pt idx="838">
                  <c:v>0.49038320922870121</c:v>
                </c:pt>
                <c:pt idx="839">
                  <c:v>0.50025038880449513</c:v>
                </c:pt>
                <c:pt idx="840">
                  <c:v>0.46543832134751811</c:v>
                </c:pt>
                <c:pt idx="841">
                  <c:v>0.461704748440533</c:v>
                </c:pt>
                <c:pt idx="842">
                  <c:v>0.52606509722696682</c:v>
                </c:pt>
                <c:pt idx="843">
                  <c:v>0.56990181517850735</c:v>
                </c:pt>
                <c:pt idx="844">
                  <c:v>0.52534241855533126</c:v>
                </c:pt>
                <c:pt idx="845">
                  <c:v>0.51292769009903139</c:v>
                </c:pt>
                <c:pt idx="846">
                  <c:v>0.5122378015107083</c:v>
                </c:pt>
                <c:pt idx="847">
                  <c:v>0.46286398925208133</c:v>
                </c:pt>
                <c:pt idx="848">
                  <c:v>0.35701797147282333</c:v>
                </c:pt>
                <c:pt idx="849">
                  <c:v>0.29601779546513524</c:v>
                </c:pt>
                <c:pt idx="850">
                  <c:v>0.18474649970278686</c:v>
                </c:pt>
                <c:pt idx="851">
                  <c:v>5.9658365283140988E-2</c:v>
                </c:pt>
                <c:pt idx="852">
                  <c:v>0.48827609312530812</c:v>
                </c:pt>
                <c:pt idx="853">
                  <c:v>0.48223033341758675</c:v>
                </c:pt>
                <c:pt idx="854">
                  <c:v>0.95704146763885933</c:v>
                </c:pt>
                <c:pt idx="855">
                  <c:v>0.95141670314100413</c:v>
                </c:pt>
                <c:pt idx="856">
                  <c:v>1.1054490919229618</c:v>
                </c:pt>
                <c:pt idx="857">
                  <c:v>1.1664011382321329</c:v>
                </c:pt>
                <c:pt idx="858">
                  <c:v>1.1143884182206698</c:v>
                </c:pt>
                <c:pt idx="859">
                  <c:v>1.0447495801136866</c:v>
                </c:pt>
                <c:pt idx="860">
                  <c:v>1.0121265313723922</c:v>
                </c:pt>
                <c:pt idx="861">
                  <c:v>1.0149074548923784</c:v>
                </c:pt>
                <c:pt idx="862">
                  <c:v>1.0113599420407264</c:v>
                </c:pt>
                <c:pt idx="863">
                  <c:v>0.99712597622875787</c:v>
                </c:pt>
                <c:pt idx="864">
                  <c:v>1.0537552023146772</c:v>
                </c:pt>
                <c:pt idx="865">
                  <c:v>1.0351626685283652</c:v>
                </c:pt>
                <c:pt idx="866">
                  <c:v>0.99654793387342033</c:v>
                </c:pt>
                <c:pt idx="867">
                  <c:v>0.94276250132254602</c:v>
                </c:pt>
                <c:pt idx="868">
                  <c:v>0.93765376854677274</c:v>
                </c:pt>
                <c:pt idx="869">
                  <c:v>0.9115543847873232</c:v>
                </c:pt>
                <c:pt idx="870">
                  <c:v>0.95746130930201301</c:v>
                </c:pt>
                <c:pt idx="871">
                  <c:v>1.1226346473809339</c:v>
                </c:pt>
                <c:pt idx="872">
                  <c:v>0.99956428923652063</c:v>
                </c:pt>
                <c:pt idx="873">
                  <c:v>0.71046718504121842</c:v>
                </c:pt>
                <c:pt idx="874">
                  <c:v>0.72859456393338173</c:v>
                </c:pt>
                <c:pt idx="875">
                  <c:v>0.64905517170585358</c:v>
                </c:pt>
                <c:pt idx="876">
                  <c:v>0.62275932197383466</c:v>
                </c:pt>
                <c:pt idx="877">
                  <c:v>0.49173376981644118</c:v>
                </c:pt>
                <c:pt idx="878">
                  <c:v>0.65455741375506082</c:v>
                </c:pt>
                <c:pt idx="879">
                  <c:v>0.73083860099846287</c:v>
                </c:pt>
                <c:pt idx="880">
                  <c:v>0.71766347798782137</c:v>
                </c:pt>
                <c:pt idx="881">
                  <c:v>0.66561946956772999</c:v>
                </c:pt>
                <c:pt idx="882">
                  <c:v>0.61381965267848781</c:v>
                </c:pt>
                <c:pt idx="883">
                  <c:v>0.61787082817922634</c:v>
                </c:pt>
                <c:pt idx="884">
                  <c:v>0.52940921460069956</c:v>
                </c:pt>
                <c:pt idx="885">
                  <c:v>0.53843738276288933</c:v>
                </c:pt>
                <c:pt idx="886">
                  <c:v>0.48866074271948629</c:v>
                </c:pt>
                <c:pt idx="887">
                  <c:v>0.53403251778883343</c:v>
                </c:pt>
                <c:pt idx="888">
                  <c:v>0.51720222395599813</c:v>
                </c:pt>
                <c:pt idx="889">
                  <c:v>0.55112259818884501</c:v>
                </c:pt>
                <c:pt idx="890">
                  <c:v>0.54944602770791584</c:v>
                </c:pt>
                <c:pt idx="891">
                  <c:v>0.54319179100734172</c:v>
                </c:pt>
                <c:pt idx="892">
                  <c:v>0.5631648159672854</c:v>
                </c:pt>
                <c:pt idx="893">
                  <c:v>0.52845168896108186</c:v>
                </c:pt>
                <c:pt idx="894">
                  <c:v>0.64571495907943599</c:v>
                </c:pt>
                <c:pt idx="895">
                  <c:v>0.57425803958187394</c:v>
                </c:pt>
                <c:pt idx="896">
                  <c:v>0.41613904969012122</c:v>
                </c:pt>
                <c:pt idx="897">
                  <c:v>0.5553797523285674</c:v>
                </c:pt>
                <c:pt idx="898">
                  <c:v>0.62023404206804833</c:v>
                </c:pt>
                <c:pt idx="899">
                  <c:v>0.57793674567537445</c:v>
                </c:pt>
                <c:pt idx="900">
                  <c:v>0.70395470924019155</c:v>
                </c:pt>
                <c:pt idx="901">
                  <c:v>0.79233607794686678</c:v>
                </c:pt>
                <c:pt idx="902">
                  <c:v>0.67022604463780255</c:v>
                </c:pt>
                <c:pt idx="903">
                  <c:v>0.61283895825638368</c:v>
                </c:pt>
                <c:pt idx="904">
                  <c:v>2.8553591196119918</c:v>
                </c:pt>
                <c:pt idx="905">
                  <c:v>5.2241542648556996</c:v>
                </c:pt>
                <c:pt idx="906">
                  <c:v>6.6970106309351358</c:v>
                </c:pt>
                <c:pt idx="907">
                  <c:v>5.6150431571801604</c:v>
                </c:pt>
                <c:pt idx="908">
                  <c:v>4.7690268107177056</c:v>
                </c:pt>
                <c:pt idx="909">
                  <c:v>4.5321445447366138</c:v>
                </c:pt>
                <c:pt idx="910">
                  <c:v>4.867397275873377</c:v>
                </c:pt>
                <c:pt idx="911">
                  <c:v>4.9116817519052782</c:v>
                </c:pt>
                <c:pt idx="912">
                  <c:v>4.6439821193638098</c:v>
                </c:pt>
                <c:pt idx="913">
                  <c:v>4.566816303207017</c:v>
                </c:pt>
                <c:pt idx="914">
                  <c:v>4.3260273635555677</c:v>
                </c:pt>
                <c:pt idx="915">
                  <c:v>4.2539956168790978</c:v>
                </c:pt>
                <c:pt idx="916">
                  <c:v>4.2621046719261262</c:v>
                </c:pt>
                <c:pt idx="917">
                  <c:v>4.1791182832321052</c:v>
                </c:pt>
                <c:pt idx="918">
                  <c:v>4.2881410233169106</c:v>
                </c:pt>
                <c:pt idx="919">
                  <c:v>4.499689171550993</c:v>
                </c:pt>
                <c:pt idx="920">
                  <c:v>4.0474517668674057</c:v>
                </c:pt>
                <c:pt idx="921">
                  <c:v>3.6407771618888916</c:v>
                </c:pt>
                <c:pt idx="922">
                  <c:v>3.742841931469048</c:v>
                </c:pt>
                <c:pt idx="923">
                  <c:v>4.6196411931616179</c:v>
                </c:pt>
                <c:pt idx="924">
                  <c:v>4.6109451153222887</c:v>
                </c:pt>
                <c:pt idx="925">
                  <c:v>5.3655842876397521</c:v>
                </c:pt>
                <c:pt idx="926">
                  <c:v>5.6163780799535719</c:v>
                </c:pt>
                <c:pt idx="927">
                  <c:v>5.5741197548304218</c:v>
                </c:pt>
                <c:pt idx="928">
                  <c:v>5.0426953404260138</c:v>
                </c:pt>
                <c:pt idx="929">
                  <c:v>4.6564765801793939</c:v>
                </c:pt>
                <c:pt idx="930">
                  <c:v>4.1440663158119184</c:v>
                </c:pt>
                <c:pt idx="931">
                  <c:v>4.2445586769301435</c:v>
                </c:pt>
                <c:pt idx="932">
                  <c:v>4.2812625306435752</c:v>
                </c:pt>
                <c:pt idx="933">
                  <c:v>4.2555451391572365</c:v>
                </c:pt>
                <c:pt idx="934">
                  <c:v>4.4132938520024592</c:v>
                </c:pt>
                <c:pt idx="935">
                  <c:v>4.573453666956051</c:v>
                </c:pt>
                <c:pt idx="936">
                  <c:v>4.9203400864177471</c:v>
                </c:pt>
                <c:pt idx="937">
                  <c:v>4.7997752679114631</c:v>
                </c:pt>
                <c:pt idx="938">
                  <c:v>4.7116825071372039</c:v>
                </c:pt>
                <c:pt idx="939">
                  <c:v>4.7656149759581936</c:v>
                </c:pt>
                <c:pt idx="940">
                  <c:v>4.9533352664936743</c:v>
                </c:pt>
                <c:pt idx="941">
                  <c:v>5.5318539558220854</c:v>
                </c:pt>
                <c:pt idx="942">
                  <c:v>5.7362582050359823</c:v>
                </c:pt>
                <c:pt idx="943">
                  <c:v>5.3130616420145342</c:v>
                </c:pt>
                <c:pt idx="944">
                  <c:v>5.1881642148080953</c:v>
                </c:pt>
                <c:pt idx="945">
                  <c:v>5.0051472755726101</c:v>
                </c:pt>
                <c:pt idx="946">
                  <c:v>4.2990109367818796</c:v>
                </c:pt>
                <c:pt idx="947">
                  <c:v>3.7615514925489975</c:v>
                </c:pt>
                <c:pt idx="948">
                  <c:v>2.9295541857026306</c:v>
                </c:pt>
                <c:pt idx="949">
                  <c:v>2.141365050881586</c:v>
                </c:pt>
                <c:pt idx="950">
                  <c:v>3.2488162830394378</c:v>
                </c:pt>
                <c:pt idx="951">
                  <c:v>5.1282349568252839</c:v>
                </c:pt>
                <c:pt idx="952">
                  <c:v>5.0654961396192935</c:v>
                </c:pt>
                <c:pt idx="953">
                  <c:v>4.4245927268921514</c:v>
                </c:pt>
                <c:pt idx="954">
                  <c:v>4.2836677419718709</c:v>
                </c:pt>
                <c:pt idx="955">
                  <c:v>4.9247487707018109</c:v>
                </c:pt>
                <c:pt idx="956">
                  <c:v>4.8164878523795318</c:v>
                </c:pt>
                <c:pt idx="957">
                  <c:v>4.4509380461571073</c:v>
                </c:pt>
                <c:pt idx="958">
                  <c:v>4.5999808548018368</c:v>
                </c:pt>
                <c:pt idx="959">
                  <c:v>4.3496176257182002</c:v>
                </c:pt>
                <c:pt idx="960">
                  <c:v>4.475681049766437</c:v>
                </c:pt>
                <c:pt idx="961">
                  <c:v>4.77641335995341</c:v>
                </c:pt>
                <c:pt idx="962">
                  <c:v>4.3026703978833609</c:v>
                </c:pt>
                <c:pt idx="963">
                  <c:v>4.2607358067919803</c:v>
                </c:pt>
                <c:pt idx="964">
                  <c:v>4.816021241275827</c:v>
                </c:pt>
                <c:pt idx="965">
                  <c:v>4.6214894509796958</c:v>
                </c:pt>
                <c:pt idx="966">
                  <c:v>4.5037943365947442</c:v>
                </c:pt>
                <c:pt idx="967">
                  <c:v>4.4056003133011785</c:v>
                </c:pt>
                <c:pt idx="968">
                  <c:v>5.0907395754353919</c:v>
                </c:pt>
                <c:pt idx="969">
                  <c:v>4.8676990775649784</c:v>
                </c:pt>
                <c:pt idx="970">
                  <c:v>4.4339386946536612</c:v>
                </c:pt>
                <c:pt idx="971">
                  <c:v>3.5594109326580039</c:v>
                </c:pt>
                <c:pt idx="972">
                  <c:v>1.270345399778628</c:v>
                </c:pt>
                <c:pt idx="973">
                  <c:v>0.53568266170717727</c:v>
                </c:pt>
                <c:pt idx="974">
                  <c:v>0.49773384606026189</c:v>
                </c:pt>
                <c:pt idx="975">
                  <c:v>0.52084054555394821</c:v>
                </c:pt>
                <c:pt idx="976">
                  <c:v>0.43779114832473254</c:v>
                </c:pt>
                <c:pt idx="977">
                  <c:v>0.5191941963002723</c:v>
                </c:pt>
                <c:pt idx="978">
                  <c:v>0.51225149982671758</c:v>
                </c:pt>
                <c:pt idx="979">
                  <c:v>0.51180280778922915</c:v>
                </c:pt>
                <c:pt idx="980">
                  <c:v>0.55427642283666434</c:v>
                </c:pt>
                <c:pt idx="981">
                  <c:v>0.59315376066303616</c:v>
                </c:pt>
                <c:pt idx="982">
                  <c:v>0.52827687633211506</c:v>
                </c:pt>
                <c:pt idx="983">
                  <c:v>0.65567351591983858</c:v>
                </c:pt>
                <c:pt idx="984">
                  <c:v>0.61053319210075052</c:v>
                </c:pt>
                <c:pt idx="985">
                  <c:v>1.7974464115259554</c:v>
                </c:pt>
                <c:pt idx="986">
                  <c:v>10.88809892621491</c:v>
                </c:pt>
                <c:pt idx="987">
                  <c:v>6.3174348059449184</c:v>
                </c:pt>
                <c:pt idx="988">
                  <c:v>4.3363547486222007</c:v>
                </c:pt>
                <c:pt idx="989">
                  <c:v>3.659334430432593</c:v>
                </c:pt>
                <c:pt idx="990">
                  <c:v>3.4882433866426634</c:v>
                </c:pt>
                <c:pt idx="991">
                  <c:v>3.3524435179314462</c:v>
                </c:pt>
                <c:pt idx="992">
                  <c:v>2.9137580522896682</c:v>
                </c:pt>
                <c:pt idx="993">
                  <c:v>2.0408014999105477</c:v>
                </c:pt>
                <c:pt idx="994">
                  <c:v>1.2566405181789606</c:v>
                </c:pt>
                <c:pt idx="995">
                  <c:v>0.58345628573829633</c:v>
                </c:pt>
                <c:pt idx="996">
                  <c:v>0.50404312741654533</c:v>
                </c:pt>
                <c:pt idx="997">
                  <c:v>0.58582179056511641</c:v>
                </c:pt>
                <c:pt idx="998">
                  <c:v>0.50574706278301551</c:v>
                </c:pt>
                <c:pt idx="999">
                  <c:v>0.48013357273635432</c:v>
                </c:pt>
                <c:pt idx="1000">
                  <c:v>0.47406783554952059</c:v>
                </c:pt>
                <c:pt idx="1001">
                  <c:v>0.57991681855598853</c:v>
                </c:pt>
                <c:pt idx="1002">
                  <c:v>0.58364683196055422</c:v>
                </c:pt>
                <c:pt idx="1003">
                  <c:v>0.6005112205804588</c:v>
                </c:pt>
                <c:pt idx="1004">
                  <c:v>0.55094247696095289</c:v>
                </c:pt>
                <c:pt idx="1005">
                  <c:v>0.59929456020101979</c:v>
                </c:pt>
                <c:pt idx="1006">
                  <c:v>0.56608461557866019</c:v>
                </c:pt>
                <c:pt idx="1007">
                  <c:v>0.51476721000696068</c:v>
                </c:pt>
                <c:pt idx="1008">
                  <c:v>0.4783211545742615</c:v>
                </c:pt>
                <c:pt idx="1009">
                  <c:v>0.71258793690147293</c:v>
                </c:pt>
                <c:pt idx="1010">
                  <c:v>5.7051240925426363</c:v>
                </c:pt>
                <c:pt idx="1011">
                  <c:v>7.6630900857534279</c:v>
                </c:pt>
                <c:pt idx="1012">
                  <c:v>6.1175157257830008</c:v>
                </c:pt>
                <c:pt idx="1013">
                  <c:v>4.9690249351702427</c:v>
                </c:pt>
                <c:pt idx="1014">
                  <c:v>4.8755855910193509</c:v>
                </c:pt>
                <c:pt idx="1015">
                  <c:v>4.4018800532912463</c:v>
                </c:pt>
                <c:pt idx="1016">
                  <c:v>4.772135168682766</c:v>
                </c:pt>
                <c:pt idx="1017">
                  <c:v>4.0974727638946042</c:v>
                </c:pt>
                <c:pt idx="1018">
                  <c:v>4.4353986575347006</c:v>
                </c:pt>
                <c:pt idx="1019">
                  <c:v>4.2011074597507561</c:v>
                </c:pt>
                <c:pt idx="1020">
                  <c:v>3.0710197173138991</c:v>
                </c:pt>
                <c:pt idx="1021">
                  <c:v>0.60487258590777515</c:v>
                </c:pt>
                <c:pt idx="1022">
                  <c:v>0.68377843893683954</c:v>
                </c:pt>
                <c:pt idx="1023">
                  <c:v>2.7831107468657073</c:v>
                </c:pt>
                <c:pt idx="1024">
                  <c:v>3.6310431280875544</c:v>
                </c:pt>
                <c:pt idx="1025">
                  <c:v>2.3349953362814491</c:v>
                </c:pt>
                <c:pt idx="1026">
                  <c:v>6.1904097302104999</c:v>
                </c:pt>
                <c:pt idx="1027">
                  <c:v>9.8598666986102952</c:v>
                </c:pt>
                <c:pt idx="1028">
                  <c:v>6.6816148625080567</c:v>
                </c:pt>
                <c:pt idx="1029">
                  <c:v>5.4934894883168699</c:v>
                </c:pt>
                <c:pt idx="1030">
                  <c:v>5.1456738327656897</c:v>
                </c:pt>
                <c:pt idx="1031">
                  <c:v>4.7468619860176746</c:v>
                </c:pt>
                <c:pt idx="1032">
                  <c:v>4.7553579519798346</c:v>
                </c:pt>
                <c:pt idx="1033">
                  <c:v>4.6060876942243851</c:v>
                </c:pt>
                <c:pt idx="1034">
                  <c:v>4.3426178696874276</c:v>
                </c:pt>
                <c:pt idx="1035">
                  <c:v>4.4952539799320013</c:v>
                </c:pt>
                <c:pt idx="1036">
                  <c:v>4.3361178491561612</c:v>
                </c:pt>
                <c:pt idx="1037">
                  <c:v>4.3227769840657952</c:v>
                </c:pt>
                <c:pt idx="1038">
                  <c:v>4.1961814220020095</c:v>
                </c:pt>
                <c:pt idx="1039">
                  <c:v>4.1416542660965181</c:v>
                </c:pt>
                <c:pt idx="1040">
                  <c:v>4.0783438098590921</c:v>
                </c:pt>
                <c:pt idx="1041">
                  <c:v>4.1272981391931465</c:v>
                </c:pt>
                <c:pt idx="1042">
                  <c:v>3.971555272724498</c:v>
                </c:pt>
                <c:pt idx="1043">
                  <c:v>4.2499612752834643</c:v>
                </c:pt>
                <c:pt idx="1044">
                  <c:v>4.2911498276762616</c:v>
                </c:pt>
                <c:pt idx="1045">
                  <c:v>4.2572766762479688</c:v>
                </c:pt>
                <c:pt idx="1046">
                  <c:v>4.0996256220162151</c:v>
                </c:pt>
                <c:pt idx="1047">
                  <c:v>4.2175222723769679</c:v>
                </c:pt>
                <c:pt idx="1048">
                  <c:v>4.06379279423615</c:v>
                </c:pt>
                <c:pt idx="1049">
                  <c:v>4.7971614777242557</c:v>
                </c:pt>
                <c:pt idx="1050">
                  <c:v>5.1292830722165421</c:v>
                </c:pt>
                <c:pt idx="1051">
                  <c:v>5.3022271139134505</c:v>
                </c:pt>
                <c:pt idx="1052">
                  <c:v>5.580608706193412</c:v>
                </c:pt>
                <c:pt idx="1053">
                  <c:v>5.5735808254158536</c:v>
                </c:pt>
                <c:pt idx="1054">
                  <c:v>5.4338360777456938</c:v>
                </c:pt>
                <c:pt idx="1055">
                  <c:v>5.8220250814109811</c:v>
                </c:pt>
                <c:pt idx="1056">
                  <c:v>5.9185422684842077</c:v>
                </c:pt>
                <c:pt idx="1057">
                  <c:v>5.7731600876501803</c:v>
                </c:pt>
                <c:pt idx="1058">
                  <c:v>6.2180118572702048</c:v>
                </c:pt>
                <c:pt idx="1059">
                  <c:v>6.1539863813960789</c:v>
                </c:pt>
                <c:pt idx="1060">
                  <c:v>6.2570318117536372</c:v>
                </c:pt>
                <c:pt idx="1061">
                  <c:v>6.4992429429186753</c:v>
                </c:pt>
                <c:pt idx="1062">
                  <c:v>6.4432314195512905</c:v>
                </c:pt>
                <c:pt idx="1063">
                  <c:v>6.1293854974289985</c:v>
                </c:pt>
                <c:pt idx="1064">
                  <c:v>6.1654722441182139</c:v>
                </c:pt>
                <c:pt idx="1065">
                  <c:v>5.7673524864246204</c:v>
                </c:pt>
                <c:pt idx="1066">
                  <c:v>5.4185087183827392</c:v>
                </c:pt>
                <c:pt idx="1067">
                  <c:v>4.5951573415136435</c:v>
                </c:pt>
                <c:pt idx="1068">
                  <c:v>4.1797034795088921</c:v>
                </c:pt>
                <c:pt idx="1069">
                  <c:v>4.2358389642580114</c:v>
                </c:pt>
                <c:pt idx="1070">
                  <c:v>4.5262647559609004</c:v>
                </c:pt>
                <c:pt idx="1071">
                  <c:v>4.5418790575510739</c:v>
                </c:pt>
                <c:pt idx="1072">
                  <c:v>4.6802126480274762</c:v>
                </c:pt>
                <c:pt idx="1073">
                  <c:v>4.6155122701312896</c:v>
                </c:pt>
                <c:pt idx="1074">
                  <c:v>4.7673149038661853</c:v>
                </c:pt>
                <c:pt idx="1075">
                  <c:v>4.5611356900157469</c:v>
                </c:pt>
                <c:pt idx="1076">
                  <c:v>4.7491022693859977</c:v>
                </c:pt>
                <c:pt idx="1077">
                  <c:v>4.7471872913792073</c:v>
                </c:pt>
                <c:pt idx="1078">
                  <c:v>4.8937827693397367</c:v>
                </c:pt>
                <c:pt idx="1079">
                  <c:v>4.7605748820588243</c:v>
                </c:pt>
                <c:pt idx="1080">
                  <c:v>5.1517385236962649</c:v>
                </c:pt>
                <c:pt idx="1081">
                  <c:v>5.2172041672566634</c:v>
                </c:pt>
                <c:pt idx="1082">
                  <c:v>5.2948497910697583</c:v>
                </c:pt>
                <c:pt idx="1083">
                  <c:v>5.2443913277941583</c:v>
                </c:pt>
                <c:pt idx="1084">
                  <c:v>5.6314524112506223</c:v>
                </c:pt>
                <c:pt idx="1085">
                  <c:v>5.8741443353370801</c:v>
                </c:pt>
                <c:pt idx="1086">
                  <c:v>6.2512012842642539</c:v>
                </c:pt>
                <c:pt idx="1087">
                  <c:v>6.4028056043402817</c:v>
                </c:pt>
                <c:pt idx="1088">
                  <c:v>5.4150388521662318</c:v>
                </c:pt>
                <c:pt idx="1089">
                  <c:v>4.8702158826727073</c:v>
                </c:pt>
                <c:pt idx="1090">
                  <c:v>4.6259134390867205</c:v>
                </c:pt>
                <c:pt idx="1091">
                  <c:v>4.9123813465860309</c:v>
                </c:pt>
                <c:pt idx="1092">
                  <c:v>4.7002742174555765</c:v>
                </c:pt>
                <c:pt idx="1093">
                  <c:v>5.3787656806331849</c:v>
                </c:pt>
                <c:pt idx="1094">
                  <c:v>5.7747057785700129</c:v>
                </c:pt>
                <c:pt idx="1095">
                  <c:v>5.3569535754478297</c:v>
                </c:pt>
                <c:pt idx="1096">
                  <c:v>5.25254121313609</c:v>
                </c:pt>
                <c:pt idx="1097">
                  <c:v>5.208938524428623</c:v>
                </c:pt>
                <c:pt idx="1098">
                  <c:v>5.0503535725018249</c:v>
                </c:pt>
                <c:pt idx="1099">
                  <c:v>5.16012201002055</c:v>
                </c:pt>
                <c:pt idx="1100">
                  <c:v>5.2656175024894241</c:v>
                </c:pt>
                <c:pt idx="1101">
                  <c:v>4.6326671044763934</c:v>
                </c:pt>
                <c:pt idx="1102">
                  <c:v>4.6857449522893733</c:v>
                </c:pt>
                <c:pt idx="1103">
                  <c:v>5.0043652582224407</c:v>
                </c:pt>
                <c:pt idx="1104">
                  <c:v>5.2888923209937095</c:v>
                </c:pt>
                <c:pt idx="1105">
                  <c:v>5.446358409391129</c:v>
                </c:pt>
                <c:pt idx="1106">
                  <c:v>5.6100736946888832</c:v>
                </c:pt>
                <c:pt idx="1107">
                  <c:v>5.737750706556958</c:v>
                </c:pt>
                <c:pt idx="1108">
                  <c:v>6.0703090971864535</c:v>
                </c:pt>
                <c:pt idx="1109">
                  <c:v>6.2146721955692241</c:v>
                </c:pt>
                <c:pt idx="1110">
                  <c:v>5.9478775165883633</c:v>
                </c:pt>
                <c:pt idx="1111">
                  <c:v>5.9011753218774281</c:v>
                </c:pt>
                <c:pt idx="1112">
                  <c:v>6.3992947044458806</c:v>
                </c:pt>
                <c:pt idx="1113">
                  <c:v>6.3295574768503933</c:v>
                </c:pt>
                <c:pt idx="1114">
                  <c:v>6.7199698065898064</c:v>
                </c:pt>
                <c:pt idx="1115">
                  <c:v>6.0820533759750903</c:v>
                </c:pt>
                <c:pt idx="1116">
                  <c:v>5.8019404846886582</c:v>
                </c:pt>
                <c:pt idx="1117">
                  <c:v>5.371927561260593</c:v>
                </c:pt>
                <c:pt idx="1118">
                  <c:v>5.5748161512211221</c:v>
                </c:pt>
                <c:pt idx="1119">
                  <c:v>5.0493726970658344</c:v>
                </c:pt>
                <c:pt idx="1120">
                  <c:v>5.2649479162625719</c:v>
                </c:pt>
                <c:pt idx="1121">
                  <c:v>5.200861091106451</c:v>
                </c:pt>
                <c:pt idx="1122">
                  <c:v>4.7535757282564202</c:v>
                </c:pt>
                <c:pt idx="1123">
                  <c:v>5.1837566757649665</c:v>
                </c:pt>
                <c:pt idx="1124">
                  <c:v>4.9239109087975672</c:v>
                </c:pt>
                <c:pt idx="1125">
                  <c:v>5.1275412767275199</c:v>
                </c:pt>
                <c:pt idx="1126">
                  <c:v>5.3653179632334664</c:v>
                </c:pt>
                <c:pt idx="1127">
                  <c:v>5.2020660546190047</c:v>
                </c:pt>
                <c:pt idx="1128">
                  <c:v>5.4631973528399342</c:v>
                </c:pt>
                <c:pt idx="1129">
                  <c:v>5.592224421832154</c:v>
                </c:pt>
                <c:pt idx="1130">
                  <c:v>5.8629165898681013</c:v>
                </c:pt>
                <c:pt idx="1131">
                  <c:v>6.1322663506364776</c:v>
                </c:pt>
                <c:pt idx="1132">
                  <c:v>6.1974698363530605</c:v>
                </c:pt>
                <c:pt idx="1133">
                  <c:v>6.1779813910480303</c:v>
                </c:pt>
                <c:pt idx="1134">
                  <c:v>5.9125908644573872</c:v>
                </c:pt>
                <c:pt idx="1135">
                  <c:v>6.0023049124467018</c:v>
                </c:pt>
                <c:pt idx="1136">
                  <c:v>6.5896702836605145</c:v>
                </c:pt>
                <c:pt idx="1137">
                  <c:v>5.8279365020524772</c:v>
                </c:pt>
                <c:pt idx="1138">
                  <c:v>6.2176249338708685</c:v>
                </c:pt>
                <c:pt idx="1139">
                  <c:v>5.9462224551615126</c:v>
                </c:pt>
                <c:pt idx="1140">
                  <c:v>5.9123046366149579</c:v>
                </c:pt>
                <c:pt idx="1141">
                  <c:v>5.7323134852190893</c:v>
                </c:pt>
                <c:pt idx="1142">
                  <c:v>5.9540434496426622</c:v>
                </c:pt>
                <c:pt idx="1143">
                  <c:v>5.7270028470020007</c:v>
                </c:pt>
                <c:pt idx="1144">
                  <c:v>5.4185936982303549</c:v>
                </c:pt>
                <c:pt idx="1145">
                  <c:v>5.1358071269035035</c:v>
                </c:pt>
                <c:pt idx="1146">
                  <c:v>5.632892180930277</c:v>
                </c:pt>
                <c:pt idx="1147">
                  <c:v>5.5937224032783011</c:v>
                </c:pt>
                <c:pt idx="1148">
                  <c:v>6.4509638032632735</c:v>
                </c:pt>
                <c:pt idx="1149">
                  <c:v>6.8038497480984645</c:v>
                </c:pt>
                <c:pt idx="1150">
                  <c:v>6.6523108188260354</c:v>
                </c:pt>
                <c:pt idx="1151">
                  <c:v>6.7166077314627479</c:v>
                </c:pt>
                <c:pt idx="1152">
                  <c:v>7.2614005154516938</c:v>
                </c:pt>
                <c:pt idx="1153">
                  <c:v>6.9612996375023171</c:v>
                </c:pt>
                <c:pt idx="1154">
                  <c:v>7.4168299423233552</c:v>
                </c:pt>
                <c:pt idx="1155">
                  <c:v>7.987825758579258</c:v>
                </c:pt>
                <c:pt idx="1156">
                  <c:v>8.1158970355289561</c:v>
                </c:pt>
                <c:pt idx="1157">
                  <c:v>7.9677111986401314</c:v>
                </c:pt>
                <c:pt idx="1158">
                  <c:v>7.6725436425095479</c:v>
                </c:pt>
                <c:pt idx="1159">
                  <c:v>7.4746121432233892</c:v>
                </c:pt>
                <c:pt idx="1160">
                  <c:v>7.3112282950545175</c:v>
                </c:pt>
                <c:pt idx="1161">
                  <c:v>7.4492364403804627</c:v>
                </c:pt>
                <c:pt idx="1162">
                  <c:v>7.5133500826052764</c:v>
                </c:pt>
                <c:pt idx="1163">
                  <c:v>7.1575226500768752</c:v>
                </c:pt>
                <c:pt idx="1164">
                  <c:v>6.9379855612664354</c:v>
                </c:pt>
                <c:pt idx="1165">
                  <c:v>6.6357609366534183</c:v>
                </c:pt>
                <c:pt idx="1166">
                  <c:v>6.8292311125147727</c:v>
                </c:pt>
                <c:pt idx="1167">
                  <c:v>6.5653756356152648</c:v>
                </c:pt>
                <c:pt idx="1168">
                  <c:v>6.9178778275361781</c:v>
                </c:pt>
                <c:pt idx="1169">
                  <c:v>6.8424114029518943</c:v>
                </c:pt>
                <c:pt idx="1170">
                  <c:v>6.4447321165677911</c:v>
                </c:pt>
                <c:pt idx="1171">
                  <c:v>6.5728339615861939</c:v>
                </c:pt>
                <c:pt idx="1172">
                  <c:v>6.0834262775283703</c:v>
                </c:pt>
                <c:pt idx="1173">
                  <c:v>6.0071423144140716</c:v>
                </c:pt>
                <c:pt idx="1174">
                  <c:v>6.1898159525029612</c:v>
                </c:pt>
                <c:pt idx="1175">
                  <c:v>6.1494388329368181</c:v>
                </c:pt>
                <c:pt idx="1176">
                  <c:v>6.3139427588988752</c:v>
                </c:pt>
                <c:pt idx="1177">
                  <c:v>6.4044724448306756</c:v>
                </c:pt>
                <c:pt idx="1178">
                  <c:v>6.6516444065082831</c:v>
                </c:pt>
                <c:pt idx="1179">
                  <c:v>6.1080534644938878</c:v>
                </c:pt>
                <c:pt idx="1180">
                  <c:v>6.1650464399325671</c:v>
                </c:pt>
                <c:pt idx="1181">
                  <c:v>6.2303676882848684</c:v>
                </c:pt>
                <c:pt idx="1182">
                  <c:v>5.6857498568640112</c:v>
                </c:pt>
                <c:pt idx="1183">
                  <c:v>5.3819733691957747</c:v>
                </c:pt>
                <c:pt idx="1184">
                  <c:v>5.10272911086523</c:v>
                </c:pt>
                <c:pt idx="1185">
                  <c:v>5.3642841860615098</c:v>
                </c:pt>
                <c:pt idx="1186">
                  <c:v>5.3948803249349142</c:v>
                </c:pt>
                <c:pt idx="1187">
                  <c:v>5.2832426492372875</c:v>
                </c:pt>
                <c:pt idx="1188">
                  <c:v>4.5687108130793002</c:v>
                </c:pt>
                <c:pt idx="1189">
                  <c:v>4.4996649151149422</c:v>
                </c:pt>
                <c:pt idx="1190">
                  <c:v>4.574521539321827</c:v>
                </c:pt>
                <c:pt idx="1191">
                  <c:v>4.6690180176205489</c:v>
                </c:pt>
                <c:pt idx="1192">
                  <c:v>5.0482637020339904</c:v>
                </c:pt>
                <c:pt idx="1193">
                  <c:v>4.8795926563652197</c:v>
                </c:pt>
                <c:pt idx="1194">
                  <c:v>5.0775339407396709</c:v>
                </c:pt>
                <c:pt idx="1195">
                  <c:v>5.1979203379182604</c:v>
                </c:pt>
                <c:pt idx="1196">
                  <c:v>5.4992309808431115</c:v>
                </c:pt>
                <c:pt idx="1197">
                  <c:v>5.6554690090406634</c:v>
                </c:pt>
                <c:pt idx="1198">
                  <c:v>5.5676075916443377</c:v>
                </c:pt>
                <c:pt idx="1199">
                  <c:v>5.2769357336064067</c:v>
                </c:pt>
                <c:pt idx="1200">
                  <c:v>5.5819179598118822</c:v>
                </c:pt>
                <c:pt idx="1201">
                  <c:v>5.5605203125307359</c:v>
                </c:pt>
                <c:pt idx="1202">
                  <c:v>5.7897158699660194</c:v>
                </c:pt>
                <c:pt idx="1203">
                  <c:v>5.8657389239395243</c:v>
                </c:pt>
                <c:pt idx="1204">
                  <c:v>5.902956401649524</c:v>
                </c:pt>
                <c:pt idx="1205">
                  <c:v>6.4008794841330516</c:v>
                </c:pt>
                <c:pt idx="1206">
                  <c:v>6.0684424418697329</c:v>
                </c:pt>
                <c:pt idx="1207">
                  <c:v>6.3045336698657453</c:v>
                </c:pt>
                <c:pt idx="1208">
                  <c:v>6.4578293769305484</c:v>
                </c:pt>
                <c:pt idx="1209">
                  <c:v>6.7398046392576241</c:v>
                </c:pt>
                <c:pt idx="1210">
                  <c:v>6.6215190802324635</c:v>
                </c:pt>
                <c:pt idx="1211">
                  <c:v>6.1432282656053472</c:v>
                </c:pt>
                <c:pt idx="1212">
                  <c:v>5.7864962397838235</c:v>
                </c:pt>
                <c:pt idx="1213">
                  <c:v>5.6449325819255662</c:v>
                </c:pt>
                <c:pt idx="1214">
                  <c:v>5.8385692276077323</c:v>
                </c:pt>
                <c:pt idx="1215">
                  <c:v>6.3119280266894062</c:v>
                </c:pt>
                <c:pt idx="1216">
                  <c:v>7.166058948824845</c:v>
                </c:pt>
                <c:pt idx="1217">
                  <c:v>6.8849449615010654</c:v>
                </c:pt>
                <c:pt idx="1218">
                  <c:v>6.9676027322459095</c:v>
                </c:pt>
                <c:pt idx="1219">
                  <c:v>7.306099571238116</c:v>
                </c:pt>
                <c:pt idx="1220">
                  <c:v>7.7588541170826684</c:v>
                </c:pt>
                <c:pt idx="1221">
                  <c:v>8.23257433243759</c:v>
                </c:pt>
                <c:pt idx="1222">
                  <c:v>8.7410865367061543</c:v>
                </c:pt>
                <c:pt idx="1223">
                  <c:v>8.623680562944422</c:v>
                </c:pt>
                <c:pt idx="1224">
                  <c:v>8.8433217045316024</c:v>
                </c:pt>
                <c:pt idx="1225">
                  <c:v>9.576678230808918</c:v>
                </c:pt>
                <c:pt idx="1226">
                  <c:v>9.3739174236033751</c:v>
                </c:pt>
                <c:pt idx="1227">
                  <c:v>9.1019656093818746</c:v>
                </c:pt>
                <c:pt idx="1228">
                  <c:v>9.2297479710678942</c:v>
                </c:pt>
                <c:pt idx="1229">
                  <c:v>9.4409695448207298</c:v>
                </c:pt>
                <c:pt idx="1230">
                  <c:v>8.8506196217569286</c:v>
                </c:pt>
                <c:pt idx="1231">
                  <c:v>8.657921280860581</c:v>
                </c:pt>
                <c:pt idx="1232">
                  <c:v>8.8604976469232977</c:v>
                </c:pt>
                <c:pt idx="1233">
                  <c:v>7.6561824402774272</c:v>
                </c:pt>
                <c:pt idx="1234">
                  <c:v>7.2736134507415482</c:v>
                </c:pt>
                <c:pt idx="1235">
                  <c:v>6.8221392420999551</c:v>
                </c:pt>
                <c:pt idx="1236">
                  <c:v>6.2161471208341315</c:v>
                </c:pt>
                <c:pt idx="1237">
                  <c:v>6.0604734149045427</c:v>
                </c:pt>
                <c:pt idx="1238">
                  <c:v>6.3119107302541959</c:v>
                </c:pt>
                <c:pt idx="1239">
                  <c:v>6.1852371415959002</c:v>
                </c:pt>
                <c:pt idx="1240">
                  <c:v>6.0115349856021218</c:v>
                </c:pt>
                <c:pt idx="1241">
                  <c:v>5.7135453730825478</c:v>
                </c:pt>
                <c:pt idx="1242">
                  <c:v>5.5659878619585026</c:v>
                </c:pt>
                <c:pt idx="1243">
                  <c:v>5.2151383051680886</c:v>
                </c:pt>
                <c:pt idx="1244">
                  <c:v>4.5141451693445749</c:v>
                </c:pt>
                <c:pt idx="1245">
                  <c:v>4.2043342732917122</c:v>
                </c:pt>
                <c:pt idx="1246">
                  <c:v>4.0691334666809151</c:v>
                </c:pt>
                <c:pt idx="1247">
                  <c:v>4.3404536838370618</c:v>
                </c:pt>
                <c:pt idx="1248">
                  <c:v>4.6765703482091583</c:v>
                </c:pt>
                <c:pt idx="1249">
                  <c:v>5.4136451472559441</c:v>
                </c:pt>
                <c:pt idx="1250">
                  <c:v>5.9375832120510346</c:v>
                </c:pt>
                <c:pt idx="1251">
                  <c:v>6.7846626865216813</c:v>
                </c:pt>
                <c:pt idx="1252">
                  <c:v>7.17558558935088</c:v>
                </c:pt>
                <c:pt idx="1253">
                  <c:v>7.954224906031734</c:v>
                </c:pt>
                <c:pt idx="1254">
                  <c:v>8.0477861393924037</c:v>
                </c:pt>
                <c:pt idx="1255">
                  <c:v>7.9809520358447159</c:v>
                </c:pt>
                <c:pt idx="1256">
                  <c:v>7.097268723608706</c:v>
                </c:pt>
                <c:pt idx="1257">
                  <c:v>6.1331625614412308</c:v>
                </c:pt>
                <c:pt idx="1258">
                  <c:v>5.859059035326645</c:v>
                </c:pt>
                <c:pt idx="1259">
                  <c:v>6.0006209383546656</c:v>
                </c:pt>
                <c:pt idx="1260">
                  <c:v>5.6657849618736442</c:v>
                </c:pt>
                <c:pt idx="1261">
                  <c:v>5.6741263548321061</c:v>
                </c:pt>
                <c:pt idx="1262">
                  <c:v>5.6697928214944815</c:v>
                </c:pt>
                <c:pt idx="1263">
                  <c:v>5.4129193196075294</c:v>
                </c:pt>
                <c:pt idx="1264">
                  <c:v>5.3495927868908284</c:v>
                </c:pt>
                <c:pt idx="1265">
                  <c:v>5.5024718698964259</c:v>
                </c:pt>
                <c:pt idx="1266">
                  <c:v>5.3318287709897056</c:v>
                </c:pt>
                <c:pt idx="1267">
                  <c:v>5.5074285729216053</c:v>
                </c:pt>
                <c:pt idx="1268">
                  <c:v>5.669872813714619</c:v>
                </c:pt>
                <c:pt idx="1269">
                  <c:v>5.2280333807150523</c:v>
                </c:pt>
                <c:pt idx="1270">
                  <c:v>5.4455819356801003</c:v>
                </c:pt>
                <c:pt idx="1271">
                  <c:v>4.9649513196959063</c:v>
                </c:pt>
                <c:pt idx="1272">
                  <c:v>5.2542717213714782</c:v>
                </c:pt>
                <c:pt idx="1273">
                  <c:v>5.7882345427733819</c:v>
                </c:pt>
                <c:pt idx="1274">
                  <c:v>5.8537003046879557</c:v>
                </c:pt>
                <c:pt idx="1275">
                  <c:v>6.0365080828427438</c:v>
                </c:pt>
                <c:pt idx="1276">
                  <c:v>5.6366784268536856</c:v>
                </c:pt>
                <c:pt idx="1277">
                  <c:v>5.8364514301262789</c:v>
                </c:pt>
                <c:pt idx="1278">
                  <c:v>5.7371875446013316</c:v>
                </c:pt>
                <c:pt idx="1279">
                  <c:v>5.9119289955988545</c:v>
                </c:pt>
                <c:pt idx="1280">
                  <c:v>3.3797888340970417</c:v>
                </c:pt>
                <c:pt idx="1281">
                  <c:v>4.7212081510661745</c:v>
                </c:pt>
                <c:pt idx="1282">
                  <c:v>5.2381953365790883</c:v>
                </c:pt>
                <c:pt idx="1283">
                  <c:v>5.075964315748644</c:v>
                </c:pt>
                <c:pt idx="1284">
                  <c:v>5.2117238079428008</c:v>
                </c:pt>
                <c:pt idx="1285">
                  <c:v>4.9288099408432364</c:v>
                </c:pt>
                <c:pt idx="1286">
                  <c:v>5.0849613432093141</c:v>
                </c:pt>
                <c:pt idx="1287">
                  <c:v>5.3776001563867277</c:v>
                </c:pt>
                <c:pt idx="1288">
                  <c:v>5.2709603090836898</c:v>
                </c:pt>
                <c:pt idx="1289">
                  <c:v>5.1105809117241146</c:v>
                </c:pt>
                <c:pt idx="1290">
                  <c:v>4.9401971674814247</c:v>
                </c:pt>
                <c:pt idx="1291">
                  <c:v>5.1238638790108064</c:v>
                </c:pt>
                <c:pt idx="1292">
                  <c:v>5.3459596022551938</c:v>
                </c:pt>
                <c:pt idx="1293">
                  <c:v>5.921818540418343</c:v>
                </c:pt>
                <c:pt idx="1294">
                  <c:v>6.4178082500240503</c:v>
                </c:pt>
                <c:pt idx="1295">
                  <c:v>6.2942563778094698</c:v>
                </c:pt>
                <c:pt idx="1296">
                  <c:v>5.9499974842054071</c:v>
                </c:pt>
                <c:pt idx="1297">
                  <c:v>6.1172078129489984</c:v>
                </c:pt>
                <c:pt idx="1298">
                  <c:v>6.0286106769422378</c:v>
                </c:pt>
                <c:pt idx="1299">
                  <c:v>5.9161296728497028</c:v>
                </c:pt>
                <c:pt idx="1300">
                  <c:v>6.0143406554136121</c:v>
                </c:pt>
                <c:pt idx="1301">
                  <c:v>5.5883966814749328</c:v>
                </c:pt>
                <c:pt idx="1302">
                  <c:v>5.2881434063849566</c:v>
                </c:pt>
                <c:pt idx="1303">
                  <c:v>5.505960960795667</c:v>
                </c:pt>
                <c:pt idx="1304">
                  <c:v>6.3804064544778534</c:v>
                </c:pt>
                <c:pt idx="1305">
                  <c:v>5.8383600931573083</c:v>
                </c:pt>
                <c:pt idx="1306">
                  <c:v>5.5657673557871963</c:v>
                </c:pt>
                <c:pt idx="1307">
                  <c:v>5.4743402832667805</c:v>
                </c:pt>
                <c:pt idx="1308">
                  <c:v>5.2529631353236121</c:v>
                </c:pt>
                <c:pt idx="1309">
                  <c:v>5.3108754248187964</c:v>
                </c:pt>
                <c:pt idx="1310">
                  <c:v>5.8608557093260831</c:v>
                </c:pt>
                <c:pt idx="1311">
                  <c:v>5.2683825105521009</c:v>
                </c:pt>
                <c:pt idx="1312">
                  <c:v>4.7370704952694753</c:v>
                </c:pt>
                <c:pt idx="1313">
                  <c:v>4.3548665859987912</c:v>
                </c:pt>
                <c:pt idx="1314">
                  <c:v>4.1900565764199413</c:v>
                </c:pt>
                <c:pt idx="1315">
                  <c:v>3.8953468702565019</c:v>
                </c:pt>
                <c:pt idx="1316">
                  <c:v>4.0213331370691696</c:v>
                </c:pt>
                <c:pt idx="1317">
                  <c:v>4.5125127160131102</c:v>
                </c:pt>
                <c:pt idx="1318">
                  <c:v>4.6873226572353159</c:v>
                </c:pt>
                <c:pt idx="1319">
                  <c:v>4.7074575844383197</c:v>
                </c:pt>
                <c:pt idx="1320">
                  <c:v>4.4080310932662368</c:v>
                </c:pt>
                <c:pt idx="1321">
                  <c:v>4.3588917859721876</c:v>
                </c:pt>
                <c:pt idx="1322">
                  <c:v>4.0916824593380454</c:v>
                </c:pt>
                <c:pt idx="1323">
                  <c:v>4.1575246123488006</c:v>
                </c:pt>
                <c:pt idx="1324">
                  <c:v>3.9560106841567135</c:v>
                </c:pt>
                <c:pt idx="1325">
                  <c:v>3.9775057997272447</c:v>
                </c:pt>
                <c:pt idx="1326">
                  <c:v>3.8326105975509543</c:v>
                </c:pt>
                <c:pt idx="1327">
                  <c:v>3.9589705269756612</c:v>
                </c:pt>
                <c:pt idx="1328">
                  <c:v>3.9522243873718144</c:v>
                </c:pt>
                <c:pt idx="1329">
                  <c:v>4.3970622279662237</c:v>
                </c:pt>
                <c:pt idx="1330">
                  <c:v>4.815269236901619</c:v>
                </c:pt>
                <c:pt idx="1331">
                  <c:v>4.7118975303515542</c:v>
                </c:pt>
                <c:pt idx="1332">
                  <c:v>3.9078969642823265</c:v>
                </c:pt>
                <c:pt idx="1333">
                  <c:v>3.7080901880257624</c:v>
                </c:pt>
                <c:pt idx="1334">
                  <c:v>3.6002282624570827</c:v>
                </c:pt>
                <c:pt idx="1335">
                  <c:v>3.4407589683788808</c:v>
                </c:pt>
                <c:pt idx="1336">
                  <c:v>3.5721046151878881</c:v>
                </c:pt>
                <c:pt idx="1337">
                  <c:v>3.229299522204272</c:v>
                </c:pt>
                <c:pt idx="1338">
                  <c:v>3.7086326123006708</c:v>
                </c:pt>
                <c:pt idx="1339">
                  <c:v>3.7644716226437835</c:v>
                </c:pt>
                <c:pt idx="1340">
                  <c:v>3.8577105100800182</c:v>
                </c:pt>
                <c:pt idx="1341">
                  <c:v>4.0900453226213394</c:v>
                </c:pt>
                <c:pt idx="1342">
                  <c:v>4.3061137612338856</c:v>
                </c:pt>
                <c:pt idx="1343">
                  <c:v>4.2736951566818426</c:v>
                </c:pt>
                <c:pt idx="1344">
                  <c:v>4.3256375183983407</c:v>
                </c:pt>
                <c:pt idx="1345">
                  <c:v>4.4187479028967891</c:v>
                </c:pt>
                <c:pt idx="1346">
                  <c:v>4.5026154310115603</c:v>
                </c:pt>
                <c:pt idx="1347">
                  <c:v>4.5283166793592811</c:v>
                </c:pt>
                <c:pt idx="1348">
                  <c:v>4.5863103849137277</c:v>
                </c:pt>
                <c:pt idx="1349">
                  <c:v>4.7663758286852378</c:v>
                </c:pt>
                <c:pt idx="1350">
                  <c:v>4.7700892637662671</c:v>
                </c:pt>
                <c:pt idx="1351">
                  <c:v>4.7731997309559961</c:v>
                </c:pt>
                <c:pt idx="1352">
                  <c:v>4.5249240293080977</c:v>
                </c:pt>
                <c:pt idx="1353">
                  <c:v>4.5694255952939864</c:v>
                </c:pt>
                <c:pt idx="1354">
                  <c:v>3.9161961495530679</c:v>
                </c:pt>
                <c:pt idx="1355">
                  <c:v>3.2924719296216063</c:v>
                </c:pt>
                <c:pt idx="1356">
                  <c:v>2.6687648414260092</c:v>
                </c:pt>
                <c:pt idx="1357">
                  <c:v>2.2717387526725528</c:v>
                </c:pt>
                <c:pt idx="1358">
                  <c:v>1.9750684393845346</c:v>
                </c:pt>
                <c:pt idx="1359">
                  <c:v>3.0527591761644781</c:v>
                </c:pt>
                <c:pt idx="1360">
                  <c:v>3.8777418396246484</c:v>
                </c:pt>
                <c:pt idx="1361">
                  <c:v>3.7775629689186632</c:v>
                </c:pt>
                <c:pt idx="1362">
                  <c:v>3.6460994969734162</c:v>
                </c:pt>
                <c:pt idx="1363">
                  <c:v>3.6505271689252652</c:v>
                </c:pt>
                <c:pt idx="1364">
                  <c:v>3.4523178685609981</c:v>
                </c:pt>
                <c:pt idx="1365">
                  <c:v>3.6826439187754469</c:v>
                </c:pt>
                <c:pt idx="1366">
                  <c:v>3.7737448347023381</c:v>
                </c:pt>
                <c:pt idx="1367">
                  <c:v>3.9284013090506442</c:v>
                </c:pt>
                <c:pt idx="1368">
                  <c:v>3.9495619823461303</c:v>
                </c:pt>
                <c:pt idx="1369">
                  <c:v>3.592716433488456</c:v>
                </c:pt>
                <c:pt idx="1370">
                  <c:v>3.6539357702099404</c:v>
                </c:pt>
                <c:pt idx="1371">
                  <c:v>3.6421581064763995</c:v>
                </c:pt>
                <c:pt idx="1372">
                  <c:v>3.3305438840730628</c:v>
                </c:pt>
                <c:pt idx="1373">
                  <c:v>3.4068549506672756</c:v>
                </c:pt>
                <c:pt idx="1374">
                  <c:v>3.7032893480659044</c:v>
                </c:pt>
                <c:pt idx="1375">
                  <c:v>3.5978697091601961</c:v>
                </c:pt>
                <c:pt idx="1376">
                  <c:v>3.7259672446130878</c:v>
                </c:pt>
                <c:pt idx="1377">
                  <c:v>3.296271920782726</c:v>
                </c:pt>
                <c:pt idx="1378">
                  <c:v>3.6081743753477378</c:v>
                </c:pt>
                <c:pt idx="1379">
                  <c:v>4.0701137292985567</c:v>
                </c:pt>
                <c:pt idx="1380">
                  <c:v>3.7410711650418578</c:v>
                </c:pt>
                <c:pt idx="1381">
                  <c:v>3.4690704123766101</c:v>
                </c:pt>
                <c:pt idx="1382">
                  <c:v>3.8161783156578211</c:v>
                </c:pt>
                <c:pt idx="1383">
                  <c:v>4.0232209873179583</c:v>
                </c:pt>
                <c:pt idx="1384">
                  <c:v>3.3627047939251722</c:v>
                </c:pt>
                <c:pt idx="1385">
                  <c:v>4.1654419138651901</c:v>
                </c:pt>
                <c:pt idx="1386">
                  <c:v>3.6224180338183012</c:v>
                </c:pt>
                <c:pt idx="1387">
                  <c:v>3.8645825588906093</c:v>
                </c:pt>
                <c:pt idx="1388">
                  <c:v>3.5380268613912467</c:v>
                </c:pt>
                <c:pt idx="1389">
                  <c:v>3.4754851669867652</c:v>
                </c:pt>
                <c:pt idx="1390">
                  <c:v>3.5176647442433304</c:v>
                </c:pt>
                <c:pt idx="1391">
                  <c:v>3.6070631822563177</c:v>
                </c:pt>
                <c:pt idx="1392">
                  <c:v>3.653384665632994</c:v>
                </c:pt>
                <c:pt idx="1393">
                  <c:v>3.7805275671710015</c:v>
                </c:pt>
                <c:pt idx="1394">
                  <c:v>3.8861701720418309</c:v>
                </c:pt>
                <c:pt idx="1395">
                  <c:v>3.97845929217242</c:v>
                </c:pt>
                <c:pt idx="1396">
                  <c:v>3.9853753486505981</c:v>
                </c:pt>
                <c:pt idx="1397">
                  <c:v>3.8798539929552445</c:v>
                </c:pt>
                <c:pt idx="1398">
                  <c:v>3.7421293173826</c:v>
                </c:pt>
                <c:pt idx="1399">
                  <c:v>3.9433165811169535</c:v>
                </c:pt>
                <c:pt idx="1400">
                  <c:v>3.7172635246352526</c:v>
                </c:pt>
                <c:pt idx="1401">
                  <c:v>3.5860836999566201</c:v>
                </c:pt>
                <c:pt idx="1402">
                  <c:v>3.2433717790886027</c:v>
                </c:pt>
                <c:pt idx="1403">
                  <c:v>3.5354767234003717</c:v>
                </c:pt>
                <c:pt idx="1404">
                  <c:v>3.1585845356964506</c:v>
                </c:pt>
                <c:pt idx="1405">
                  <c:v>3.6535295045874068</c:v>
                </c:pt>
                <c:pt idx="1406">
                  <c:v>4.0851139398659173</c:v>
                </c:pt>
                <c:pt idx="1407">
                  <c:v>4.2105339177259582</c:v>
                </c:pt>
                <c:pt idx="1408">
                  <c:v>4.5310923127021807</c:v>
                </c:pt>
                <c:pt idx="1409">
                  <c:v>4.5857509142308475</c:v>
                </c:pt>
                <c:pt idx="1410">
                  <c:v>4.3933110252444187</c:v>
                </c:pt>
                <c:pt idx="1411">
                  <c:v>4.7341003047773551</c:v>
                </c:pt>
                <c:pt idx="1412">
                  <c:v>5.3380243402715992</c:v>
                </c:pt>
                <c:pt idx="1413">
                  <c:v>5.5892005370092841</c:v>
                </c:pt>
                <c:pt idx="1414">
                  <c:v>5.6578855486830628</c:v>
                </c:pt>
                <c:pt idx="1415">
                  <c:v>5.6383916169138173</c:v>
                </c:pt>
                <c:pt idx="1416">
                  <c:v>5.8428213253914976</c:v>
                </c:pt>
                <c:pt idx="1417">
                  <c:v>6.1953418764607022</c:v>
                </c:pt>
                <c:pt idx="1418">
                  <c:v>6.4546889846110975</c:v>
                </c:pt>
                <c:pt idx="1419">
                  <c:v>6.4829696025685193</c:v>
                </c:pt>
                <c:pt idx="1420">
                  <c:v>6.6111744779121597</c:v>
                </c:pt>
                <c:pt idx="1421">
                  <c:v>6.6772258064456569</c:v>
                </c:pt>
                <c:pt idx="1422">
                  <c:v>6.6875639087383565</c:v>
                </c:pt>
                <c:pt idx="1423">
                  <c:v>6.786814178072893</c:v>
                </c:pt>
                <c:pt idx="1424">
                  <c:v>6.8518064405736281</c:v>
                </c:pt>
                <c:pt idx="1425">
                  <c:v>6.8540348241195783</c:v>
                </c:pt>
                <c:pt idx="1426">
                  <c:v>7.0136479184868383</c:v>
                </c:pt>
                <c:pt idx="1427">
                  <c:v>7.0454737986730391</c:v>
                </c:pt>
                <c:pt idx="1428">
                  <c:v>6.5622546100504158</c:v>
                </c:pt>
                <c:pt idx="1429">
                  <c:v>6.4733807366703715</c:v>
                </c:pt>
                <c:pt idx="1430">
                  <c:v>6.3698638603029778</c:v>
                </c:pt>
                <c:pt idx="1431">
                  <c:v>5.8997445100036661</c:v>
                </c:pt>
                <c:pt idx="1432">
                  <c:v>5.749209648372883</c:v>
                </c:pt>
                <c:pt idx="1433">
                  <c:v>4.961453405398033</c:v>
                </c:pt>
                <c:pt idx="1434">
                  <c:v>5.1762283576835024</c:v>
                </c:pt>
                <c:pt idx="1435">
                  <c:v>5.126758808689547</c:v>
                </c:pt>
                <c:pt idx="1436">
                  <c:v>5.0636767864427483</c:v>
                </c:pt>
                <c:pt idx="1437">
                  <c:v>4.9765685432751985</c:v>
                </c:pt>
                <c:pt idx="1438">
                  <c:v>4.9102428615567275</c:v>
                </c:pt>
                <c:pt idx="1439">
                  <c:v>5.1837446935009455</c:v>
                </c:pt>
                <c:pt idx="1440">
                  <c:v>5.161269598976177</c:v>
                </c:pt>
                <c:pt idx="1441">
                  <c:v>5.1270431350019621</c:v>
                </c:pt>
                <c:pt idx="1442">
                  <c:v>5.3308073322023182</c:v>
                </c:pt>
                <c:pt idx="1443">
                  <c:v>5.4254924155197592</c:v>
                </c:pt>
                <c:pt idx="1444">
                  <c:v>5.3836755788714719</c:v>
                </c:pt>
                <c:pt idx="1445">
                  <c:v>5.1602484428868349</c:v>
                </c:pt>
                <c:pt idx="1446">
                  <c:v>5.0272516989833917</c:v>
                </c:pt>
                <c:pt idx="1447">
                  <c:v>4.6806592666544686</c:v>
                </c:pt>
                <c:pt idx="1448">
                  <c:v>4.5498360775073499</c:v>
                </c:pt>
                <c:pt idx="1449">
                  <c:v>4.4189528293472398</c:v>
                </c:pt>
                <c:pt idx="1450">
                  <c:v>4.1034770689348408</c:v>
                </c:pt>
                <c:pt idx="1451">
                  <c:v>4.3583607798399262</c:v>
                </c:pt>
                <c:pt idx="1452">
                  <c:v>4.2775444792289292</c:v>
                </c:pt>
                <c:pt idx="1453">
                  <c:v>4.2031515571252962</c:v>
                </c:pt>
                <c:pt idx="1454">
                  <c:v>3.6161524890740449</c:v>
                </c:pt>
                <c:pt idx="1455">
                  <c:v>3.589161848011587</c:v>
                </c:pt>
                <c:pt idx="1456">
                  <c:v>2.9975557076414061</c:v>
                </c:pt>
                <c:pt idx="1457">
                  <c:v>2.1338347551308661</c:v>
                </c:pt>
                <c:pt idx="1458">
                  <c:v>2.6006933390956624</c:v>
                </c:pt>
                <c:pt idx="1459">
                  <c:v>3.3121770597714089</c:v>
                </c:pt>
                <c:pt idx="1460">
                  <c:v>3.625999746115359</c:v>
                </c:pt>
                <c:pt idx="1461">
                  <c:v>3.8935465395217883</c:v>
                </c:pt>
                <c:pt idx="1462">
                  <c:v>3.8537422753832753</c:v>
                </c:pt>
                <c:pt idx="1463">
                  <c:v>4.350005487002413</c:v>
                </c:pt>
                <c:pt idx="1464">
                  <c:v>4.191163302314326</c:v>
                </c:pt>
                <c:pt idx="1465">
                  <c:v>4.3222683315269634</c:v>
                </c:pt>
                <c:pt idx="1466">
                  <c:v>4.9845507939072968</c:v>
                </c:pt>
                <c:pt idx="1467">
                  <c:v>5.2922617768692062</c:v>
                </c:pt>
                <c:pt idx="1468">
                  <c:v>5.4855153650101558</c:v>
                </c:pt>
                <c:pt idx="1469">
                  <c:v>5.4564062218786376</c:v>
                </c:pt>
                <c:pt idx="1470">
                  <c:v>5.5352063480699094</c:v>
                </c:pt>
                <c:pt idx="1471">
                  <c:v>6.6357350221442033</c:v>
                </c:pt>
                <c:pt idx="1472">
                  <c:v>9.8036539599970194</c:v>
                </c:pt>
                <c:pt idx="1473">
                  <c:v>9.4245320066229699</c:v>
                </c:pt>
                <c:pt idx="1474">
                  <c:v>9.0303964687789762</c:v>
                </c:pt>
                <c:pt idx="1475">
                  <c:v>7.7584681629250944</c:v>
                </c:pt>
                <c:pt idx="1476">
                  <c:v>7.7338388905258482</c:v>
                </c:pt>
                <c:pt idx="1477">
                  <c:v>8.326761961850254</c:v>
                </c:pt>
                <c:pt idx="1478">
                  <c:v>8.1567275892188</c:v>
                </c:pt>
                <c:pt idx="1479">
                  <c:v>8.5491687272591452</c:v>
                </c:pt>
                <c:pt idx="1480">
                  <c:v>8.9568608117619295</c:v>
                </c:pt>
                <c:pt idx="1481">
                  <c:v>9.2388404199274472</c:v>
                </c:pt>
                <c:pt idx="1482">
                  <c:v>9.4859222858126504</c:v>
                </c:pt>
                <c:pt idx="1483">
                  <c:v>9.7306991501052682</c:v>
                </c:pt>
                <c:pt idx="1484">
                  <c:v>9.8543170274499055</c:v>
                </c:pt>
                <c:pt idx="1485">
                  <c:v>10.197591978897298</c:v>
                </c:pt>
                <c:pt idx="1486">
                  <c:v>10.164764019753676</c:v>
                </c:pt>
                <c:pt idx="1487">
                  <c:v>10.280393975327748</c:v>
                </c:pt>
                <c:pt idx="1488">
                  <c:v>10.617405510007055</c:v>
                </c:pt>
                <c:pt idx="1489">
                  <c:v>10.431407786533383</c:v>
                </c:pt>
                <c:pt idx="1490">
                  <c:v>10.660584730913909</c:v>
                </c:pt>
                <c:pt idx="1491">
                  <c:v>10.726302656050956</c:v>
                </c:pt>
                <c:pt idx="1492">
                  <c:v>10.967421879074431</c:v>
                </c:pt>
                <c:pt idx="1493">
                  <c:v>11.179800623614504</c:v>
                </c:pt>
                <c:pt idx="1494">
                  <c:v>11.496186790412358</c:v>
                </c:pt>
                <c:pt idx="1495">
                  <c:v>11.372270833143601</c:v>
                </c:pt>
                <c:pt idx="1496">
                  <c:v>10.706636434715241</c:v>
                </c:pt>
                <c:pt idx="1497">
                  <c:v>10.145978098024594</c:v>
                </c:pt>
                <c:pt idx="1498">
                  <c:v>9.5658641659509502</c:v>
                </c:pt>
                <c:pt idx="1499">
                  <c:v>8.3860717415498787</c:v>
                </c:pt>
                <c:pt idx="1500">
                  <c:v>8.0647962204133385</c:v>
                </c:pt>
                <c:pt idx="1501">
                  <c:v>7.7158702682378948</c:v>
                </c:pt>
                <c:pt idx="1502">
                  <c:v>7.9256720367130082</c:v>
                </c:pt>
                <c:pt idx="1503">
                  <c:v>7.9762112236137739</c:v>
                </c:pt>
                <c:pt idx="1504">
                  <c:v>6.8359720065219918</c:v>
                </c:pt>
                <c:pt idx="1505">
                  <c:v>4.1051181163085193</c:v>
                </c:pt>
                <c:pt idx="1506">
                  <c:v>4.1100990537316662</c:v>
                </c:pt>
                <c:pt idx="1507">
                  <c:v>4.4134993924334172</c:v>
                </c:pt>
                <c:pt idx="1508">
                  <c:v>4.1175178414600113</c:v>
                </c:pt>
                <c:pt idx="1509">
                  <c:v>3.9540648465080666</c:v>
                </c:pt>
                <c:pt idx="1510">
                  <c:v>3.9624171455066661</c:v>
                </c:pt>
                <c:pt idx="1511">
                  <c:v>3.8887873568456999</c:v>
                </c:pt>
                <c:pt idx="1512">
                  <c:v>3.9018895641624693</c:v>
                </c:pt>
                <c:pt idx="1513">
                  <c:v>3.8136639031155348</c:v>
                </c:pt>
                <c:pt idx="1514">
                  <c:v>3.8322193741987975</c:v>
                </c:pt>
                <c:pt idx="1515">
                  <c:v>3.757224535123096</c:v>
                </c:pt>
                <c:pt idx="1516">
                  <c:v>3.7913152592999362</c:v>
                </c:pt>
                <c:pt idx="1517">
                  <c:v>3.6835402154610297</c:v>
                </c:pt>
                <c:pt idx="1518">
                  <c:v>3.6559661893691136</c:v>
                </c:pt>
                <c:pt idx="1519">
                  <c:v>3.3442884574520568</c:v>
                </c:pt>
                <c:pt idx="1520">
                  <c:v>3.6907539730578218</c:v>
                </c:pt>
                <c:pt idx="1521">
                  <c:v>4.0125637230550035</c:v>
                </c:pt>
                <c:pt idx="1522">
                  <c:v>3.8873669879401485</c:v>
                </c:pt>
                <c:pt idx="1523">
                  <c:v>3.8041664385229037</c:v>
                </c:pt>
                <c:pt idx="1524">
                  <c:v>3.5673096825395225</c:v>
                </c:pt>
                <c:pt idx="1525">
                  <c:v>3.2859056918993241</c:v>
                </c:pt>
                <c:pt idx="1526">
                  <c:v>2.7450243727362489</c:v>
                </c:pt>
                <c:pt idx="1527">
                  <c:v>2.5855481141550314</c:v>
                </c:pt>
                <c:pt idx="1528">
                  <c:v>2.4245145073543446</c:v>
                </c:pt>
                <c:pt idx="1529">
                  <c:v>4.5611105545819415</c:v>
                </c:pt>
                <c:pt idx="1530">
                  <c:v>3.8214331325817921</c:v>
                </c:pt>
                <c:pt idx="1531">
                  <c:v>3.9761258353455844</c:v>
                </c:pt>
                <c:pt idx="1532">
                  <c:v>3.8790050395285305</c:v>
                </c:pt>
                <c:pt idx="1533">
                  <c:v>3.8904324460855575</c:v>
                </c:pt>
                <c:pt idx="1534">
                  <c:v>4.5257573866095866</c:v>
                </c:pt>
                <c:pt idx="1535">
                  <c:v>4.856744450103001</c:v>
                </c:pt>
                <c:pt idx="1536">
                  <c:v>5.4265415718969869</c:v>
                </c:pt>
                <c:pt idx="1537">
                  <c:v>5.733050245934975</c:v>
                </c:pt>
                <c:pt idx="1538">
                  <c:v>6.001743763872855</c:v>
                </c:pt>
                <c:pt idx="1539">
                  <c:v>6.4343865406159475</c:v>
                </c:pt>
                <c:pt idx="1540">
                  <c:v>6.7160592976183553</c:v>
                </c:pt>
                <c:pt idx="1541">
                  <c:v>6.8746269919888539</c:v>
                </c:pt>
                <c:pt idx="1542">
                  <c:v>6.9382288238671741</c:v>
                </c:pt>
                <c:pt idx="1543">
                  <c:v>7.2903283887162251</c:v>
                </c:pt>
                <c:pt idx="1544">
                  <c:v>6.95482221548487</c:v>
                </c:pt>
                <c:pt idx="1545">
                  <c:v>6.4863381030179017</c:v>
                </c:pt>
                <c:pt idx="1546">
                  <c:v>6.0713943021392289</c:v>
                </c:pt>
                <c:pt idx="1547">
                  <c:v>5.6747124812675445</c:v>
                </c:pt>
                <c:pt idx="1548">
                  <c:v>6.0248407573124716</c:v>
                </c:pt>
                <c:pt idx="1549">
                  <c:v>5.9721742566168237</c:v>
                </c:pt>
                <c:pt idx="1550">
                  <c:v>5.9720174242112458</c:v>
                </c:pt>
                <c:pt idx="1551">
                  <c:v>6.1430732103584669</c:v>
                </c:pt>
                <c:pt idx="1552">
                  <c:v>6.1022497640041351</c:v>
                </c:pt>
                <c:pt idx="1553">
                  <c:v>6.0516650231902025</c:v>
                </c:pt>
                <c:pt idx="1554">
                  <c:v>5.870312241367591</c:v>
                </c:pt>
                <c:pt idx="1555">
                  <c:v>5.5097047157850358</c:v>
                </c:pt>
                <c:pt idx="1556">
                  <c:v>5.3599121426217033</c:v>
                </c:pt>
                <c:pt idx="1557">
                  <c:v>5.4322480855437387</c:v>
                </c:pt>
                <c:pt idx="1558">
                  <c:v>5.4421554687096432</c:v>
                </c:pt>
                <c:pt idx="1559">
                  <c:v>5.2555040239187614</c:v>
                </c:pt>
                <c:pt idx="1560">
                  <c:v>5.1703702990564722</c:v>
                </c:pt>
                <c:pt idx="1561">
                  <c:v>5.2966153488838605</c:v>
                </c:pt>
                <c:pt idx="1562">
                  <c:v>5.2348871806050701</c:v>
                </c:pt>
                <c:pt idx="1563">
                  <c:v>5.222067603436134</c:v>
                </c:pt>
                <c:pt idx="1564">
                  <c:v>5.2838632155609062</c:v>
                </c:pt>
                <c:pt idx="1565">
                  <c:v>5.3583178034035885</c:v>
                </c:pt>
                <c:pt idx="1566">
                  <c:v>9.3873945010662467</c:v>
                </c:pt>
                <c:pt idx="1567">
                  <c:v>10.131177911488045</c:v>
                </c:pt>
                <c:pt idx="1568">
                  <c:v>9.1670579546513693</c:v>
                </c:pt>
                <c:pt idx="1569">
                  <c:v>8.248129792291568</c:v>
                </c:pt>
                <c:pt idx="1570">
                  <c:v>6.7727829994925308</c:v>
                </c:pt>
                <c:pt idx="1571">
                  <c:v>5.8139057642045593</c:v>
                </c:pt>
                <c:pt idx="1572">
                  <c:v>5.2306083923383433</c:v>
                </c:pt>
                <c:pt idx="1573">
                  <c:v>5.432182814623709</c:v>
                </c:pt>
                <c:pt idx="1574">
                  <c:v>5.5525457683124912</c:v>
                </c:pt>
                <c:pt idx="1575">
                  <c:v>5.2835077567559496</c:v>
                </c:pt>
                <c:pt idx="1576">
                  <c:v>5.7045518998515776</c:v>
                </c:pt>
                <c:pt idx="1577">
                  <c:v>6.1016421536802561</c:v>
                </c:pt>
                <c:pt idx="1578">
                  <c:v>6.3482700464671398</c:v>
                </c:pt>
                <c:pt idx="1579">
                  <c:v>6.5554777510973601</c:v>
                </c:pt>
                <c:pt idx="1580">
                  <c:v>6.4676584877164238</c:v>
                </c:pt>
                <c:pt idx="1581">
                  <c:v>6.6171270748637623</c:v>
                </c:pt>
                <c:pt idx="1582">
                  <c:v>6.7741061317785398</c:v>
                </c:pt>
                <c:pt idx="1583">
                  <c:v>6.74284058861475</c:v>
                </c:pt>
                <c:pt idx="1584">
                  <c:v>7.1897993819730885</c:v>
                </c:pt>
                <c:pt idx="1585">
                  <c:v>7.2754363762928582</c:v>
                </c:pt>
                <c:pt idx="1586">
                  <c:v>7.2774981520563182</c:v>
                </c:pt>
                <c:pt idx="1587">
                  <c:v>7.1049212229383105</c:v>
                </c:pt>
                <c:pt idx="1588">
                  <c:v>7.4082648019508675</c:v>
                </c:pt>
                <c:pt idx="1589">
                  <c:v>7.1660871632185579</c:v>
                </c:pt>
                <c:pt idx="1590">
                  <c:v>7.0584202684050963</c:v>
                </c:pt>
                <c:pt idx="1591">
                  <c:v>7.028119372356386</c:v>
                </c:pt>
                <c:pt idx="1592">
                  <c:v>6.4259282680495886</c:v>
                </c:pt>
                <c:pt idx="1593">
                  <c:v>5.5955599339124165</c:v>
                </c:pt>
                <c:pt idx="1594">
                  <c:v>4.7697414218628706</c:v>
                </c:pt>
                <c:pt idx="1595">
                  <c:v>4.6690070895453761</c:v>
                </c:pt>
                <c:pt idx="1596">
                  <c:v>4.5361478293614184</c:v>
                </c:pt>
                <c:pt idx="1597">
                  <c:v>5.1657217699704407</c:v>
                </c:pt>
                <c:pt idx="1598">
                  <c:v>5.766219385339892</c:v>
                </c:pt>
                <c:pt idx="1599">
                  <c:v>5.9101123004996046</c:v>
                </c:pt>
                <c:pt idx="1600">
                  <c:v>6.4905559486849072</c:v>
                </c:pt>
                <c:pt idx="1601">
                  <c:v>6.8754484774168541</c:v>
                </c:pt>
                <c:pt idx="1602">
                  <c:v>7.0673193693744008</c:v>
                </c:pt>
                <c:pt idx="1603">
                  <c:v>7.1302191686728902</c:v>
                </c:pt>
                <c:pt idx="1604">
                  <c:v>6.9940361970063343</c:v>
                </c:pt>
                <c:pt idx="1605">
                  <c:v>5.7472203060709308</c:v>
                </c:pt>
                <c:pt idx="1606">
                  <c:v>5.37423522311677</c:v>
                </c:pt>
                <c:pt idx="1607">
                  <c:v>5.168448481027867</c:v>
                </c:pt>
                <c:pt idx="1608">
                  <c:v>4.9275510177457642</c:v>
                </c:pt>
                <c:pt idx="1609">
                  <c:v>4.8848399557648881</c:v>
                </c:pt>
                <c:pt idx="1610">
                  <c:v>5.0144253966013679</c:v>
                </c:pt>
                <c:pt idx="1611">
                  <c:v>5.4583931729523458</c:v>
                </c:pt>
                <c:pt idx="1612">
                  <c:v>6.6259445230370684</c:v>
                </c:pt>
                <c:pt idx="1613">
                  <c:v>7.3269745769242043</c:v>
                </c:pt>
                <c:pt idx="1614">
                  <c:v>7.1762916678434738</c:v>
                </c:pt>
                <c:pt idx="1615">
                  <c:v>6.6674213679533487</c:v>
                </c:pt>
                <c:pt idx="1616">
                  <c:v>5.9941357420584396</c:v>
                </c:pt>
                <c:pt idx="1617">
                  <c:v>5.5565854773101409</c:v>
                </c:pt>
                <c:pt idx="1618">
                  <c:v>5.648712783112634</c:v>
                </c:pt>
                <c:pt idx="1619">
                  <c:v>6.8767438822510796</c:v>
                </c:pt>
                <c:pt idx="1620">
                  <c:v>8.2935101672260085</c:v>
                </c:pt>
                <c:pt idx="1621">
                  <c:v>7.2263312449006181</c:v>
                </c:pt>
                <c:pt idx="1622">
                  <c:v>6.0142810122349442</c:v>
                </c:pt>
                <c:pt idx="1623">
                  <c:v>6.603354436945275</c:v>
                </c:pt>
                <c:pt idx="1624">
                  <c:v>6.0265262733613323</c:v>
                </c:pt>
                <c:pt idx="1625">
                  <c:v>6.4977078703119071</c:v>
                </c:pt>
                <c:pt idx="1626">
                  <c:v>6.6078079842325543</c:v>
                </c:pt>
                <c:pt idx="1627">
                  <c:v>6.5876290876554418</c:v>
                </c:pt>
                <c:pt idx="1628">
                  <c:v>6.6092680507833483</c:v>
                </c:pt>
                <c:pt idx="1629">
                  <c:v>6.5843453600183066</c:v>
                </c:pt>
                <c:pt idx="1630">
                  <c:v>6.8956193002130188</c:v>
                </c:pt>
                <c:pt idx="1631">
                  <c:v>6.7075000487066134</c:v>
                </c:pt>
                <c:pt idx="1632">
                  <c:v>6.6912595893567</c:v>
                </c:pt>
                <c:pt idx="1633">
                  <c:v>6.806543534798851</c:v>
                </c:pt>
                <c:pt idx="1634">
                  <c:v>6.8341980566111857</c:v>
                </c:pt>
                <c:pt idx="1635">
                  <c:v>7.0369014109959318</c:v>
                </c:pt>
                <c:pt idx="1636">
                  <c:v>7.0246466862981327</c:v>
                </c:pt>
                <c:pt idx="1637">
                  <c:v>6.9252861027573447</c:v>
                </c:pt>
                <c:pt idx="1638">
                  <c:v>6.8637492485928311</c:v>
                </c:pt>
                <c:pt idx="1639">
                  <c:v>7.1298475891199109</c:v>
                </c:pt>
                <c:pt idx="1640">
                  <c:v>7.5276693966559982</c:v>
                </c:pt>
                <c:pt idx="1641">
                  <c:v>7.595706921420617</c:v>
                </c:pt>
                <c:pt idx="1642">
                  <c:v>6.4057088443718992</c:v>
                </c:pt>
                <c:pt idx="1643">
                  <c:v>4.4465929417896799</c:v>
                </c:pt>
                <c:pt idx="1644">
                  <c:v>3.4637218332595632</c:v>
                </c:pt>
                <c:pt idx="1645">
                  <c:v>2.854507711301745</c:v>
                </c:pt>
                <c:pt idx="1646">
                  <c:v>2.8605087207885029</c:v>
                </c:pt>
                <c:pt idx="1647">
                  <c:v>2.9759178814068123</c:v>
                </c:pt>
                <c:pt idx="1648">
                  <c:v>3.4013384329719241</c:v>
                </c:pt>
                <c:pt idx="1649">
                  <c:v>1.7779045654160106</c:v>
                </c:pt>
                <c:pt idx="1650">
                  <c:v>3.9701660107403498</c:v>
                </c:pt>
                <c:pt idx="1651">
                  <c:v>4.3912482952809926</c:v>
                </c:pt>
                <c:pt idx="1652">
                  <c:v>4.6216968134389207</c:v>
                </c:pt>
                <c:pt idx="1653">
                  <c:v>5.2538204073433743</c:v>
                </c:pt>
                <c:pt idx="1654">
                  <c:v>8.392139773143775</c:v>
                </c:pt>
                <c:pt idx="1655">
                  <c:v>10.497832666472508</c:v>
                </c:pt>
                <c:pt idx="1656">
                  <c:v>10.886270186973498</c:v>
                </c:pt>
                <c:pt idx="1657">
                  <c:v>11.481724184716168</c:v>
                </c:pt>
                <c:pt idx="1658">
                  <c:v>11.901030699796788</c:v>
                </c:pt>
                <c:pt idx="1659">
                  <c:v>12.345703649112719</c:v>
                </c:pt>
                <c:pt idx="1660">
                  <c:v>12.58969274574765</c:v>
                </c:pt>
                <c:pt idx="1661">
                  <c:v>13.143753610414217</c:v>
                </c:pt>
                <c:pt idx="1662">
                  <c:v>13.756203126478045</c:v>
                </c:pt>
                <c:pt idx="1663">
                  <c:v>14.219717178412791</c:v>
                </c:pt>
                <c:pt idx="1664">
                  <c:v>12.890991030613915</c:v>
                </c:pt>
                <c:pt idx="1665">
                  <c:v>12.481461448706339</c:v>
                </c:pt>
                <c:pt idx="1666">
                  <c:v>12.343941757623455</c:v>
                </c:pt>
                <c:pt idx="1667">
                  <c:v>11.546929036332715</c:v>
                </c:pt>
                <c:pt idx="1668">
                  <c:v>10.31315302482435</c:v>
                </c:pt>
                <c:pt idx="1669">
                  <c:v>9.9171752897192071</c:v>
                </c:pt>
                <c:pt idx="1670">
                  <c:v>10.066556676268929</c:v>
                </c:pt>
                <c:pt idx="1671">
                  <c:v>10.132314295687216</c:v>
                </c:pt>
                <c:pt idx="1672">
                  <c:v>10.235598106421598</c:v>
                </c:pt>
                <c:pt idx="1673">
                  <c:v>11.516765711013456</c:v>
                </c:pt>
                <c:pt idx="1674">
                  <c:v>13.131993620318253</c:v>
                </c:pt>
                <c:pt idx="1675">
                  <c:v>14.210357944382961</c:v>
                </c:pt>
                <c:pt idx="1676">
                  <c:v>15.77762851783547</c:v>
                </c:pt>
                <c:pt idx="1677">
                  <c:v>16.564699821861776</c:v>
                </c:pt>
                <c:pt idx="1678">
                  <c:v>17.03110055872677</c:v>
                </c:pt>
                <c:pt idx="1679">
                  <c:v>17.019047467678813</c:v>
                </c:pt>
                <c:pt idx="1680">
                  <c:v>17.823615083537614</c:v>
                </c:pt>
                <c:pt idx="1681">
                  <c:v>18.475776761559466</c:v>
                </c:pt>
                <c:pt idx="1682">
                  <c:v>17.834601386077718</c:v>
                </c:pt>
                <c:pt idx="1683">
                  <c:v>18.042058534117093</c:v>
                </c:pt>
                <c:pt idx="1684">
                  <c:v>18.578046531185812</c:v>
                </c:pt>
                <c:pt idx="1685">
                  <c:v>18.619830792370063</c:v>
                </c:pt>
                <c:pt idx="1686">
                  <c:v>18.468086677948136</c:v>
                </c:pt>
                <c:pt idx="1687">
                  <c:v>18.447828405522696</c:v>
                </c:pt>
                <c:pt idx="1688">
                  <c:v>18.211556506650911</c:v>
                </c:pt>
                <c:pt idx="1689">
                  <c:v>17.425813258598595</c:v>
                </c:pt>
                <c:pt idx="1690">
                  <c:v>15.960389621781864</c:v>
                </c:pt>
                <c:pt idx="1691">
                  <c:v>15.109769018105119</c:v>
                </c:pt>
                <c:pt idx="1692">
                  <c:v>14.07577678426437</c:v>
                </c:pt>
                <c:pt idx="1693">
                  <c:v>12.979616073495325</c:v>
                </c:pt>
                <c:pt idx="1694">
                  <c:v>12.776037559175728</c:v>
                </c:pt>
                <c:pt idx="1695">
                  <c:v>12.589817720069588</c:v>
                </c:pt>
                <c:pt idx="1696">
                  <c:v>12.911374606985232</c:v>
                </c:pt>
                <c:pt idx="1697">
                  <c:v>14.322569809360798</c:v>
                </c:pt>
                <c:pt idx="1698">
                  <c:v>14.82380202437051</c:v>
                </c:pt>
                <c:pt idx="1699">
                  <c:v>15.572656990256982</c:v>
                </c:pt>
                <c:pt idx="1700">
                  <c:v>16.675112435855556</c:v>
                </c:pt>
                <c:pt idx="1701">
                  <c:v>17.041148471968164</c:v>
                </c:pt>
                <c:pt idx="1702">
                  <c:v>17.095785300614338</c:v>
                </c:pt>
                <c:pt idx="1703">
                  <c:v>17.026803996423432</c:v>
                </c:pt>
                <c:pt idx="1704">
                  <c:v>17.233407878701779</c:v>
                </c:pt>
                <c:pt idx="1705">
                  <c:v>17.411305647575645</c:v>
                </c:pt>
                <c:pt idx="1706">
                  <c:v>17.736494063746697</c:v>
                </c:pt>
                <c:pt idx="1707">
                  <c:v>17.793599647085273</c:v>
                </c:pt>
                <c:pt idx="1708">
                  <c:v>17.829828397499082</c:v>
                </c:pt>
                <c:pt idx="1709">
                  <c:v>17.628321922717927</c:v>
                </c:pt>
                <c:pt idx="1710">
                  <c:v>17.643550759261359</c:v>
                </c:pt>
                <c:pt idx="1711">
                  <c:v>17.365924130607592</c:v>
                </c:pt>
                <c:pt idx="1712">
                  <c:v>16.9552747736588</c:v>
                </c:pt>
                <c:pt idx="1713">
                  <c:v>17.073389970983161</c:v>
                </c:pt>
                <c:pt idx="1714">
                  <c:v>16.307674622188234</c:v>
                </c:pt>
                <c:pt idx="1715">
                  <c:v>16.172242640970843</c:v>
                </c:pt>
                <c:pt idx="1716">
                  <c:v>16.055492284283069</c:v>
                </c:pt>
                <c:pt idx="1717">
                  <c:v>15.601346769557528</c:v>
                </c:pt>
                <c:pt idx="1718">
                  <c:v>15.05680575932776</c:v>
                </c:pt>
                <c:pt idx="1719">
                  <c:v>14.070218265334795</c:v>
                </c:pt>
                <c:pt idx="1720">
                  <c:v>14.965856716305543</c:v>
                </c:pt>
                <c:pt idx="1721">
                  <c:v>14.912589039230946</c:v>
                </c:pt>
                <c:pt idx="1722">
                  <c:v>14.924666865533061</c:v>
                </c:pt>
                <c:pt idx="1723">
                  <c:v>15.077899885296222</c:v>
                </c:pt>
                <c:pt idx="1724">
                  <c:v>15.016594025161096</c:v>
                </c:pt>
                <c:pt idx="1725">
                  <c:v>14.625634584376924</c:v>
                </c:pt>
                <c:pt idx="1726">
                  <c:v>14.802198100990699</c:v>
                </c:pt>
                <c:pt idx="1727">
                  <c:v>15.235738953458499</c:v>
                </c:pt>
                <c:pt idx="1728">
                  <c:v>15.788410919223876</c:v>
                </c:pt>
                <c:pt idx="1729">
                  <c:v>15.867690993452452</c:v>
                </c:pt>
                <c:pt idx="1730">
                  <c:v>16.354949070464134</c:v>
                </c:pt>
                <c:pt idx="1731">
                  <c:v>17.149381557452195</c:v>
                </c:pt>
                <c:pt idx="1732">
                  <c:v>17.624387622324583</c:v>
                </c:pt>
                <c:pt idx="1733">
                  <c:v>17.57238376898237</c:v>
                </c:pt>
                <c:pt idx="1734">
                  <c:v>17.487218894074957</c:v>
                </c:pt>
                <c:pt idx="1735">
                  <c:v>18.247719179746436</c:v>
                </c:pt>
                <c:pt idx="1736">
                  <c:v>17.488471536004514</c:v>
                </c:pt>
                <c:pt idx="1737">
                  <c:v>15.939285457081128</c:v>
                </c:pt>
                <c:pt idx="1738">
                  <c:v>14.7101678235049</c:v>
                </c:pt>
                <c:pt idx="1739">
                  <c:v>13.884843917412528</c:v>
                </c:pt>
                <c:pt idx="1740">
                  <c:v>12.900869893648336</c:v>
                </c:pt>
                <c:pt idx="1741">
                  <c:v>11.582962267562191</c:v>
                </c:pt>
                <c:pt idx="1742">
                  <c:v>11.232502404627009</c:v>
                </c:pt>
                <c:pt idx="1743">
                  <c:v>11.395178462831545</c:v>
                </c:pt>
                <c:pt idx="1744">
                  <c:v>11.069652001481971</c:v>
                </c:pt>
                <c:pt idx="1745">
                  <c:v>11.76550444366436</c:v>
                </c:pt>
                <c:pt idx="1746">
                  <c:v>12.225401646289285</c:v>
                </c:pt>
                <c:pt idx="1747">
                  <c:v>12.774011101890263</c:v>
                </c:pt>
                <c:pt idx="1748">
                  <c:v>13.502636716330931</c:v>
                </c:pt>
                <c:pt idx="1749">
                  <c:v>14.27187475315125</c:v>
                </c:pt>
                <c:pt idx="1750">
                  <c:v>14.482011514955241</c:v>
                </c:pt>
                <c:pt idx="1751">
                  <c:v>14.618179675549111</c:v>
                </c:pt>
                <c:pt idx="1752">
                  <c:v>15.027533823308</c:v>
                </c:pt>
                <c:pt idx="1753">
                  <c:v>15.215390793828959</c:v>
                </c:pt>
                <c:pt idx="1754">
                  <c:v>15.942743711379475</c:v>
                </c:pt>
                <c:pt idx="1755">
                  <c:v>15.86454210088243</c:v>
                </c:pt>
                <c:pt idx="1756">
                  <c:v>16.442838070186124</c:v>
                </c:pt>
                <c:pt idx="1757">
                  <c:v>16.24845043575116</c:v>
                </c:pt>
                <c:pt idx="1758">
                  <c:v>16.3835034971321</c:v>
                </c:pt>
                <c:pt idx="1759">
                  <c:v>16.983859276903569</c:v>
                </c:pt>
                <c:pt idx="1760">
                  <c:v>16.967911128460777</c:v>
                </c:pt>
                <c:pt idx="1761">
                  <c:v>14.821342535594846</c:v>
                </c:pt>
                <c:pt idx="1762">
                  <c:v>12.898762283721338</c:v>
                </c:pt>
                <c:pt idx="1763">
                  <c:v>12.547547815197047</c:v>
                </c:pt>
                <c:pt idx="1764">
                  <c:v>10.659448047170269</c:v>
                </c:pt>
                <c:pt idx="1765">
                  <c:v>9.9272246088545035</c:v>
                </c:pt>
                <c:pt idx="1766">
                  <c:v>9.0393679199778543</c:v>
                </c:pt>
                <c:pt idx="1767">
                  <c:v>8.6376474321004295</c:v>
                </c:pt>
                <c:pt idx="1768">
                  <c:v>9.4197769827964954</c:v>
                </c:pt>
                <c:pt idx="1769">
                  <c:v>10.091836162611678</c:v>
                </c:pt>
                <c:pt idx="1770">
                  <c:v>11.07724791981474</c:v>
                </c:pt>
                <c:pt idx="1771">
                  <c:v>12.075825601913094</c:v>
                </c:pt>
                <c:pt idx="1772">
                  <c:v>12.673156874933566</c:v>
                </c:pt>
                <c:pt idx="1773">
                  <c:v>14.220389197819859</c:v>
                </c:pt>
                <c:pt idx="1774">
                  <c:v>16.109443978734674</c:v>
                </c:pt>
                <c:pt idx="1775">
                  <c:v>15.80373832630271</c:v>
                </c:pt>
                <c:pt idx="1776">
                  <c:v>16.237759637025363</c:v>
                </c:pt>
                <c:pt idx="1777">
                  <c:v>16.895196953132118</c:v>
                </c:pt>
                <c:pt idx="1778">
                  <c:v>16.81058938311558</c:v>
                </c:pt>
                <c:pt idx="1779">
                  <c:v>16.458435452350763</c:v>
                </c:pt>
                <c:pt idx="1780">
                  <c:v>16.908125233602263</c:v>
                </c:pt>
                <c:pt idx="1781">
                  <c:v>17.115030065258388</c:v>
                </c:pt>
                <c:pt idx="1782">
                  <c:v>16.502489440704529</c:v>
                </c:pt>
                <c:pt idx="1783">
                  <c:v>21.564019834735827</c:v>
                </c:pt>
                <c:pt idx="1784">
                  <c:v>9.6292482396038626</c:v>
                </c:pt>
                <c:pt idx="1785">
                  <c:v>7.1866808336776824</c:v>
                </c:pt>
                <c:pt idx="1786">
                  <c:v>7.2267313984830661</c:v>
                </c:pt>
                <c:pt idx="1787">
                  <c:v>6.7812009230208323</c:v>
                </c:pt>
                <c:pt idx="1788">
                  <c:v>5.7322721988622884</c:v>
                </c:pt>
                <c:pt idx="1789">
                  <c:v>4.7298164998144188</c:v>
                </c:pt>
                <c:pt idx="1790">
                  <c:v>4.5318507007552045</c:v>
                </c:pt>
                <c:pt idx="1791">
                  <c:v>4.4328789517788278</c:v>
                </c:pt>
                <c:pt idx="1792">
                  <c:v>4.9603202883535271</c:v>
                </c:pt>
                <c:pt idx="1793">
                  <c:v>4.5671368027713157</c:v>
                </c:pt>
                <c:pt idx="1794">
                  <c:v>4.2668544055788251</c:v>
                </c:pt>
                <c:pt idx="1795">
                  <c:v>3.8449786639531287</c:v>
                </c:pt>
                <c:pt idx="1796">
                  <c:v>4.0483142711300291</c:v>
                </c:pt>
                <c:pt idx="1797">
                  <c:v>4.0579752513213716</c:v>
                </c:pt>
                <c:pt idx="1798">
                  <c:v>3.9229734062771247</c:v>
                </c:pt>
                <c:pt idx="1799">
                  <c:v>3.6894306310535736</c:v>
                </c:pt>
                <c:pt idx="1800">
                  <c:v>3.991643046523651</c:v>
                </c:pt>
                <c:pt idx="1801">
                  <c:v>4.4257263233231399</c:v>
                </c:pt>
                <c:pt idx="1802">
                  <c:v>4.6274068315074501</c:v>
                </c:pt>
                <c:pt idx="1803">
                  <c:v>4.7028691756277263</c:v>
                </c:pt>
                <c:pt idx="1804">
                  <c:v>4.7033759576189844</c:v>
                </c:pt>
                <c:pt idx="1805">
                  <c:v>4.8328400830565448</c:v>
                </c:pt>
                <c:pt idx="1806">
                  <c:v>5.2303423992823053</c:v>
                </c:pt>
                <c:pt idx="1807">
                  <c:v>5.8912576473268254</c:v>
                </c:pt>
                <c:pt idx="1808">
                  <c:v>4.9656973011911418</c:v>
                </c:pt>
                <c:pt idx="1809">
                  <c:v>4.6220004994985402</c:v>
                </c:pt>
                <c:pt idx="1810">
                  <c:v>4.333552769035049</c:v>
                </c:pt>
                <c:pt idx="1811">
                  <c:v>3.8230784376627454</c:v>
                </c:pt>
                <c:pt idx="1812">
                  <c:v>3.4904093250002326</c:v>
                </c:pt>
                <c:pt idx="1813">
                  <c:v>3.5509986637368005</c:v>
                </c:pt>
                <c:pt idx="1814">
                  <c:v>3.1183093867969398</c:v>
                </c:pt>
                <c:pt idx="1815">
                  <c:v>3.4033852808481622</c:v>
                </c:pt>
                <c:pt idx="1816">
                  <c:v>3.444802418175704</c:v>
                </c:pt>
                <c:pt idx="1817">
                  <c:v>3.7174457917369663</c:v>
                </c:pt>
                <c:pt idx="1818">
                  <c:v>4.11585729824822</c:v>
                </c:pt>
                <c:pt idx="1819">
                  <c:v>4.3461623472321316</c:v>
                </c:pt>
                <c:pt idx="1820">
                  <c:v>4.4517177374493047</c:v>
                </c:pt>
                <c:pt idx="1821">
                  <c:v>4.5604687971925317</c:v>
                </c:pt>
                <c:pt idx="1822">
                  <c:v>4.5036919897428618</c:v>
                </c:pt>
                <c:pt idx="1823">
                  <c:v>4.4042895759990497</c:v>
                </c:pt>
                <c:pt idx="1824">
                  <c:v>4.6043692622543979</c:v>
                </c:pt>
                <c:pt idx="1825">
                  <c:v>4.7022856945125167</c:v>
                </c:pt>
                <c:pt idx="1826">
                  <c:v>4.7396731783694115</c:v>
                </c:pt>
                <c:pt idx="1827">
                  <c:v>4.7461160962164533</c:v>
                </c:pt>
                <c:pt idx="1828">
                  <c:v>4.8334572639572517</c:v>
                </c:pt>
                <c:pt idx="1829">
                  <c:v>4.8545983987374886</c:v>
                </c:pt>
                <c:pt idx="1830">
                  <c:v>4.8560874350483125</c:v>
                </c:pt>
                <c:pt idx="1831">
                  <c:v>5.1462364155046982</c:v>
                </c:pt>
                <c:pt idx="1832">
                  <c:v>5.7311681187572425</c:v>
                </c:pt>
                <c:pt idx="1833">
                  <c:v>5.9489280695887246</c:v>
                </c:pt>
                <c:pt idx="1834">
                  <c:v>5.855895753641855</c:v>
                </c:pt>
                <c:pt idx="1835">
                  <c:v>5.9562023191650493</c:v>
                </c:pt>
                <c:pt idx="1836">
                  <c:v>5.6823436973013353</c:v>
                </c:pt>
                <c:pt idx="1837">
                  <c:v>5.4952003595926069</c:v>
                </c:pt>
                <c:pt idx="1838">
                  <c:v>5.4186947615388741</c:v>
                </c:pt>
                <c:pt idx="1839">
                  <c:v>4.8426350327738179</c:v>
                </c:pt>
                <c:pt idx="1840">
                  <c:v>5.1286872168995821</c:v>
                </c:pt>
                <c:pt idx="1841">
                  <c:v>5.3026237309051787</c:v>
                </c:pt>
                <c:pt idx="1842">
                  <c:v>5.3557949016208877</c:v>
                </c:pt>
                <c:pt idx="1843">
                  <c:v>5.276651324028637</c:v>
                </c:pt>
                <c:pt idx="1844">
                  <c:v>5.4726694086869658</c:v>
                </c:pt>
                <c:pt idx="1845">
                  <c:v>5.5624804594225763</c:v>
                </c:pt>
                <c:pt idx="1846">
                  <c:v>5.6682789532072295</c:v>
                </c:pt>
                <c:pt idx="1847">
                  <c:v>5.5963697607276064</c:v>
                </c:pt>
                <c:pt idx="1848">
                  <c:v>5.7192760395514215</c:v>
                </c:pt>
                <c:pt idx="1849">
                  <c:v>5.8110316396712829</c:v>
                </c:pt>
                <c:pt idx="1850">
                  <c:v>5.8520836956511699</c:v>
                </c:pt>
                <c:pt idx="1851">
                  <c:v>5.6783755271891021</c:v>
                </c:pt>
                <c:pt idx="1852">
                  <c:v>5.7697734784676884</c:v>
                </c:pt>
                <c:pt idx="1853">
                  <c:v>5.7975673010871693</c:v>
                </c:pt>
                <c:pt idx="1854">
                  <c:v>5.8640908988839637</c:v>
                </c:pt>
                <c:pt idx="1855">
                  <c:v>5.9871392589832135</c:v>
                </c:pt>
                <c:pt idx="1856">
                  <c:v>5.865448787292352</c:v>
                </c:pt>
                <c:pt idx="1857">
                  <c:v>5.7567502115124682</c:v>
                </c:pt>
                <c:pt idx="1858">
                  <c:v>5.5359539161125317</c:v>
                </c:pt>
                <c:pt idx="1859">
                  <c:v>5.5413582010089835</c:v>
                </c:pt>
                <c:pt idx="1860">
                  <c:v>5.4469903500289627</c:v>
                </c:pt>
                <c:pt idx="1861">
                  <c:v>5.5258846072230909</c:v>
                </c:pt>
                <c:pt idx="1862">
                  <c:v>5.2849515176670829</c:v>
                </c:pt>
                <c:pt idx="1863">
                  <c:v>5.24806638653427</c:v>
                </c:pt>
                <c:pt idx="1864">
                  <c:v>5.4610574124979756</c:v>
                </c:pt>
                <c:pt idx="1865">
                  <c:v>5.3786387278507615</c:v>
                </c:pt>
                <c:pt idx="1866">
                  <c:v>5.2186172236454871</c:v>
                </c:pt>
                <c:pt idx="1867">
                  <c:v>5.3893372391780732</c:v>
                </c:pt>
                <c:pt idx="1868">
                  <c:v>5.4648862672437248</c:v>
                </c:pt>
                <c:pt idx="1869">
                  <c:v>5.3551307273110922</c:v>
                </c:pt>
                <c:pt idx="1870">
                  <c:v>5.2819119882583649</c:v>
                </c:pt>
                <c:pt idx="1871">
                  <c:v>5.3193978042397809</c:v>
                </c:pt>
                <c:pt idx="1872">
                  <c:v>5.3238096943088706</c:v>
                </c:pt>
                <c:pt idx="1873">
                  <c:v>5.3390138469582116</c:v>
                </c:pt>
                <c:pt idx="1874">
                  <c:v>5.2959530206282963</c:v>
                </c:pt>
                <c:pt idx="1875">
                  <c:v>5.4898667397491243</c:v>
                </c:pt>
                <c:pt idx="1876">
                  <c:v>5.5692093789642838</c:v>
                </c:pt>
                <c:pt idx="1877">
                  <c:v>5.4463785470792114</c:v>
                </c:pt>
                <c:pt idx="1878">
                  <c:v>5.5360362351077228</c:v>
                </c:pt>
                <c:pt idx="1879">
                  <c:v>5.60630928658325</c:v>
                </c:pt>
                <c:pt idx="1880">
                  <c:v>5.7433284182457855</c:v>
                </c:pt>
                <c:pt idx="1881">
                  <c:v>5.9355440062067197</c:v>
                </c:pt>
                <c:pt idx="1882">
                  <c:v>5.6107572014974139</c:v>
                </c:pt>
                <c:pt idx="1883">
                  <c:v>5.2103905158516186</c:v>
                </c:pt>
                <c:pt idx="1884">
                  <c:v>4.949185968888254</c:v>
                </c:pt>
                <c:pt idx="1885">
                  <c:v>4.4353407278461647</c:v>
                </c:pt>
                <c:pt idx="1886">
                  <c:v>4.2448640539619573</c:v>
                </c:pt>
                <c:pt idx="1887">
                  <c:v>4.3084942680739582</c:v>
                </c:pt>
                <c:pt idx="1888">
                  <c:v>4.7299893524869461</c:v>
                </c:pt>
                <c:pt idx="1889">
                  <c:v>4.7405214712301333</c:v>
                </c:pt>
                <c:pt idx="1890">
                  <c:v>4.9371385883065182</c:v>
                </c:pt>
                <c:pt idx="1891">
                  <c:v>5.2810562332624391</c:v>
                </c:pt>
                <c:pt idx="1892">
                  <c:v>5.1208946344369162</c:v>
                </c:pt>
                <c:pt idx="1893">
                  <c:v>5.7986613070101072</c:v>
                </c:pt>
                <c:pt idx="1894">
                  <c:v>5.9501991375025503</c:v>
                </c:pt>
                <c:pt idx="1895">
                  <c:v>5.9575705458002446</c:v>
                </c:pt>
                <c:pt idx="1896">
                  <c:v>5.9098898982545025</c:v>
                </c:pt>
                <c:pt idx="1897">
                  <c:v>5.9207198427701249</c:v>
                </c:pt>
                <c:pt idx="1898">
                  <c:v>5.8822601438508348</c:v>
                </c:pt>
                <c:pt idx="1899">
                  <c:v>6.0553650801041341</c:v>
                </c:pt>
                <c:pt idx="1900">
                  <c:v>5.9631103353936021</c:v>
                </c:pt>
                <c:pt idx="1901">
                  <c:v>6.256405450296354</c:v>
                </c:pt>
                <c:pt idx="1902">
                  <c:v>6.24186578103643</c:v>
                </c:pt>
                <c:pt idx="1903">
                  <c:v>6.1288080557153517</c:v>
                </c:pt>
                <c:pt idx="1904">
                  <c:v>6.3776997902953765</c:v>
                </c:pt>
                <c:pt idx="1905">
                  <c:v>5.7924539008323785</c:v>
                </c:pt>
                <c:pt idx="1906">
                  <c:v>5.9139420392865469</c:v>
                </c:pt>
                <c:pt idx="1907">
                  <c:v>5.5720294958618881</c:v>
                </c:pt>
                <c:pt idx="1908">
                  <c:v>5.3476191718692148</c:v>
                </c:pt>
                <c:pt idx="1909">
                  <c:v>4.8652380962840907</c:v>
                </c:pt>
                <c:pt idx="1910">
                  <c:v>4.4599760030074869</c:v>
                </c:pt>
                <c:pt idx="1911">
                  <c:v>4.8595955631767591</c:v>
                </c:pt>
                <c:pt idx="1912">
                  <c:v>4.4467003848240489</c:v>
                </c:pt>
                <c:pt idx="1913">
                  <c:v>4.4865069265127113</c:v>
                </c:pt>
                <c:pt idx="1914">
                  <c:v>4.5825552970581356</c:v>
                </c:pt>
                <c:pt idx="1915">
                  <c:v>4.7067450148610934</c:v>
                </c:pt>
                <c:pt idx="1916">
                  <c:v>4.7877010814500993</c:v>
                </c:pt>
                <c:pt idx="1917">
                  <c:v>5.4331136812736256</c:v>
                </c:pt>
                <c:pt idx="1918">
                  <c:v>5.5431279128570834</c:v>
                </c:pt>
                <c:pt idx="1919">
                  <c:v>5.6275309855039959</c:v>
                </c:pt>
                <c:pt idx="1920">
                  <c:v>5.4907564102760666</c:v>
                </c:pt>
                <c:pt idx="1921">
                  <c:v>5.5258472344048783</c:v>
                </c:pt>
                <c:pt idx="1922">
                  <c:v>5.4871049126649369</c:v>
                </c:pt>
                <c:pt idx="1923">
                  <c:v>6.082458705997924</c:v>
                </c:pt>
                <c:pt idx="1924">
                  <c:v>6.4883861052244596</c:v>
                </c:pt>
                <c:pt idx="1925">
                  <c:v>6.4461749740752561</c:v>
                </c:pt>
                <c:pt idx="1926">
                  <c:v>6.3543782563111817</c:v>
                </c:pt>
                <c:pt idx="1927">
                  <c:v>6.2622068886155544</c:v>
                </c:pt>
                <c:pt idx="1928">
                  <c:v>6.2307461431860238</c:v>
                </c:pt>
                <c:pt idx="1929">
                  <c:v>6.5551442258397534</c:v>
                </c:pt>
                <c:pt idx="1930">
                  <c:v>6.5048721337367903</c:v>
                </c:pt>
                <c:pt idx="1931">
                  <c:v>6.3026052391084741</c:v>
                </c:pt>
                <c:pt idx="1932">
                  <c:v>6.1537739495782224</c:v>
                </c:pt>
                <c:pt idx="1933">
                  <c:v>5.4722073271972214</c:v>
                </c:pt>
                <c:pt idx="1934">
                  <c:v>6.5932800518836254</c:v>
                </c:pt>
                <c:pt idx="1935">
                  <c:v>6.1121818275709714</c:v>
                </c:pt>
                <c:pt idx="1936">
                  <c:v>5.8801509274457988</c:v>
                </c:pt>
                <c:pt idx="1937">
                  <c:v>5.5886970025981793</c:v>
                </c:pt>
                <c:pt idx="1938">
                  <c:v>6.0863010894021654</c:v>
                </c:pt>
                <c:pt idx="1939">
                  <c:v>5.7181984698582644</c:v>
                </c:pt>
                <c:pt idx="1940">
                  <c:v>5.9076530300175758</c:v>
                </c:pt>
                <c:pt idx="1941">
                  <c:v>6.915183447683412</c:v>
                </c:pt>
                <c:pt idx="1942">
                  <c:v>7.298669984978825</c:v>
                </c:pt>
                <c:pt idx="1943">
                  <c:v>7.1693637223586633</c:v>
                </c:pt>
                <c:pt idx="1944">
                  <c:v>7.3542601994538792</c:v>
                </c:pt>
                <c:pt idx="1945">
                  <c:v>7.0990990394209419</c:v>
                </c:pt>
                <c:pt idx="1946">
                  <c:v>7.1697607280072662</c:v>
                </c:pt>
                <c:pt idx="1947">
                  <c:v>7.656136792964567</c:v>
                </c:pt>
                <c:pt idx="1948">
                  <c:v>7.8394764105289489</c:v>
                </c:pt>
                <c:pt idx="1949">
                  <c:v>7.959750720973596</c:v>
                </c:pt>
                <c:pt idx="1950">
                  <c:v>7.6116201788001465</c:v>
                </c:pt>
                <c:pt idx="1951">
                  <c:v>7.2968904106024217</c:v>
                </c:pt>
                <c:pt idx="1952">
                  <c:v>6.9574185552710182</c:v>
                </c:pt>
                <c:pt idx="1953">
                  <c:v>7.0865196466500464</c:v>
                </c:pt>
                <c:pt idx="1954">
                  <c:v>6.282556730305207</c:v>
                </c:pt>
                <c:pt idx="1955">
                  <c:v>5.4808022175452757</c:v>
                </c:pt>
                <c:pt idx="1956">
                  <c:v>5.4653160529347673</c:v>
                </c:pt>
                <c:pt idx="1957">
                  <c:v>5.8794630312758729</c:v>
                </c:pt>
                <c:pt idx="1958">
                  <c:v>5.2439563672693854</c:v>
                </c:pt>
                <c:pt idx="1959">
                  <c:v>4.9262319146575217</c:v>
                </c:pt>
                <c:pt idx="1960">
                  <c:v>4.7517400266621408</c:v>
                </c:pt>
                <c:pt idx="1961">
                  <c:v>4.8850377614120752</c:v>
                </c:pt>
                <c:pt idx="1962">
                  <c:v>5.1251698438236755</c:v>
                </c:pt>
                <c:pt idx="1963">
                  <c:v>5.3989796759293842</c:v>
                </c:pt>
                <c:pt idx="1964">
                  <c:v>5.9445627970860953</c:v>
                </c:pt>
                <c:pt idx="1965">
                  <c:v>6.1131396107519134</c:v>
                </c:pt>
                <c:pt idx="1966">
                  <c:v>6.5023108101967715</c:v>
                </c:pt>
                <c:pt idx="1967">
                  <c:v>6.9627992779785934</c:v>
                </c:pt>
                <c:pt idx="1968">
                  <c:v>7.0379600794990127</c:v>
                </c:pt>
                <c:pt idx="1969">
                  <c:v>7.2971920497141838</c:v>
                </c:pt>
                <c:pt idx="1970">
                  <c:v>7.1597902332948475</c:v>
                </c:pt>
                <c:pt idx="1971">
                  <c:v>7.4045821537245233</c:v>
                </c:pt>
                <c:pt idx="1972">
                  <c:v>7.958888919962388</c:v>
                </c:pt>
                <c:pt idx="1973">
                  <c:v>7.9728107375226474</c:v>
                </c:pt>
                <c:pt idx="1974">
                  <c:v>7.812119800190672</c:v>
                </c:pt>
                <c:pt idx="1975">
                  <c:v>8.271288488265224</c:v>
                </c:pt>
                <c:pt idx="1976">
                  <c:v>8.557206184004059</c:v>
                </c:pt>
                <c:pt idx="1977">
                  <c:v>8.7155706252833927</c:v>
                </c:pt>
                <c:pt idx="1978">
                  <c:v>7.7767174124438538</c:v>
                </c:pt>
                <c:pt idx="1979">
                  <c:v>7.9997923059074907</c:v>
                </c:pt>
                <c:pt idx="1980">
                  <c:v>7.0738434920910853</c:v>
                </c:pt>
                <c:pt idx="1981">
                  <c:v>7.2574436848095916</c:v>
                </c:pt>
                <c:pt idx="1982">
                  <c:v>6.8907737936197826</c:v>
                </c:pt>
                <c:pt idx="1983">
                  <c:v>6.4662909305398601</c:v>
                </c:pt>
                <c:pt idx="1984">
                  <c:v>7.015102418315144</c:v>
                </c:pt>
                <c:pt idx="1985">
                  <c:v>6.6553637162964012</c:v>
                </c:pt>
                <c:pt idx="1986">
                  <c:v>6.8940889388700466</c:v>
                </c:pt>
                <c:pt idx="1987">
                  <c:v>7.0249616499485512</c:v>
                </c:pt>
                <c:pt idx="1988">
                  <c:v>6.7094058005858574</c:v>
                </c:pt>
                <c:pt idx="1989">
                  <c:v>6.2426031372133481</c:v>
                </c:pt>
                <c:pt idx="1990">
                  <c:v>6.1076699547298468</c:v>
                </c:pt>
                <c:pt idx="1991">
                  <c:v>6.0141709791798865</c:v>
                </c:pt>
                <c:pt idx="1992">
                  <c:v>6.0813351749866262</c:v>
                </c:pt>
                <c:pt idx="1993">
                  <c:v>6.6036283441109997</c:v>
                </c:pt>
                <c:pt idx="1994">
                  <c:v>5.9183643125687251</c:v>
                </c:pt>
                <c:pt idx="1995">
                  <c:v>5.4680554926565081</c:v>
                </c:pt>
                <c:pt idx="1996">
                  <c:v>5.1645716120658838</c:v>
                </c:pt>
                <c:pt idx="1997">
                  <c:v>5.3860588016668141</c:v>
                </c:pt>
                <c:pt idx="1998">
                  <c:v>5.4675432753497244</c:v>
                </c:pt>
                <c:pt idx="1999">
                  <c:v>5.0656509228397502</c:v>
                </c:pt>
                <c:pt idx="2000">
                  <c:v>4.827107169750013</c:v>
                </c:pt>
                <c:pt idx="2001">
                  <c:v>4.6618889457903521</c:v>
                </c:pt>
                <c:pt idx="2002">
                  <c:v>3.7655544256031606</c:v>
                </c:pt>
                <c:pt idx="2003">
                  <c:v>2.8049313985471018</c:v>
                </c:pt>
                <c:pt idx="2004">
                  <c:v>2.7112995259227537</c:v>
                </c:pt>
                <c:pt idx="2005">
                  <c:v>2.708180636027695</c:v>
                </c:pt>
                <c:pt idx="2006">
                  <c:v>2.7308422379459798</c:v>
                </c:pt>
                <c:pt idx="2007">
                  <c:v>3.6985364681112607</c:v>
                </c:pt>
                <c:pt idx="2008">
                  <c:v>5.0373494502192111</c:v>
                </c:pt>
                <c:pt idx="2009">
                  <c:v>5.8900542996762555</c:v>
                </c:pt>
                <c:pt idx="2010">
                  <c:v>6.705111024176591</c:v>
                </c:pt>
                <c:pt idx="2011">
                  <c:v>7.1632427848902775</c:v>
                </c:pt>
                <c:pt idx="2012">
                  <c:v>8.0596707422367988</c:v>
                </c:pt>
                <c:pt idx="2013">
                  <c:v>8.3908752104524407</c:v>
                </c:pt>
                <c:pt idx="2014">
                  <c:v>9.2461594778248841</c:v>
                </c:pt>
                <c:pt idx="2015">
                  <c:v>9.3707055968305308</c:v>
                </c:pt>
                <c:pt idx="2016">
                  <c:v>9.8725427580175307</c:v>
                </c:pt>
                <c:pt idx="2017">
                  <c:v>9.9440428424882779</c:v>
                </c:pt>
                <c:pt idx="2018">
                  <c:v>9.8959353823476803</c:v>
                </c:pt>
                <c:pt idx="2019">
                  <c:v>9.6583381184501409</c:v>
                </c:pt>
                <c:pt idx="2020">
                  <c:v>9.6930173744594974</c:v>
                </c:pt>
                <c:pt idx="2021">
                  <c:v>9.72837903400759</c:v>
                </c:pt>
                <c:pt idx="2022">
                  <c:v>9.4265286390075822</c:v>
                </c:pt>
                <c:pt idx="2023">
                  <c:v>9.912870713533307</c:v>
                </c:pt>
                <c:pt idx="2024">
                  <c:v>9.981164419783557</c:v>
                </c:pt>
                <c:pt idx="2025">
                  <c:v>9.8110285019750254</c:v>
                </c:pt>
                <c:pt idx="2026">
                  <c:v>9.6890360980728794</c:v>
                </c:pt>
                <c:pt idx="2027">
                  <c:v>9.3350680134176933</c:v>
                </c:pt>
                <c:pt idx="2028">
                  <c:v>9.6667306402182653</c:v>
                </c:pt>
                <c:pt idx="2029">
                  <c:v>8.086801576376919</c:v>
                </c:pt>
                <c:pt idx="2030">
                  <c:v>7.8190599565030929</c:v>
                </c:pt>
                <c:pt idx="2031">
                  <c:v>8.1790124164086464</c:v>
                </c:pt>
                <c:pt idx="2032">
                  <c:v>9.2825656514002883</c:v>
                </c:pt>
                <c:pt idx="2033">
                  <c:v>9.3876350702897255</c:v>
                </c:pt>
                <c:pt idx="2034">
                  <c:v>9.2524138170083585</c:v>
                </c:pt>
                <c:pt idx="2035">
                  <c:v>9.0483807888172532</c:v>
                </c:pt>
                <c:pt idx="2036">
                  <c:v>9.2004241993614215</c:v>
                </c:pt>
                <c:pt idx="2037">
                  <c:v>9.3301249145026013</c:v>
                </c:pt>
                <c:pt idx="2038">
                  <c:v>9.1196094786101227</c:v>
                </c:pt>
                <c:pt idx="2039">
                  <c:v>9.5319376289049185</c:v>
                </c:pt>
                <c:pt idx="2040">
                  <c:v>9.4798438991100458</c:v>
                </c:pt>
                <c:pt idx="2041">
                  <c:v>9.1823473101749009</c:v>
                </c:pt>
                <c:pt idx="2042">
                  <c:v>9.152039305035137</c:v>
                </c:pt>
                <c:pt idx="2043">
                  <c:v>8.9780502818357615</c:v>
                </c:pt>
                <c:pt idx="2044">
                  <c:v>8.9561335477486352</c:v>
                </c:pt>
                <c:pt idx="2045">
                  <c:v>8.9081024069651491</c:v>
                </c:pt>
                <c:pt idx="2046">
                  <c:v>9.0762934220982388</c:v>
                </c:pt>
                <c:pt idx="2047">
                  <c:v>8.6118720065167391</c:v>
                </c:pt>
                <c:pt idx="2048">
                  <c:v>8.6743876060076968</c:v>
                </c:pt>
                <c:pt idx="2049">
                  <c:v>8.8275230323235263</c:v>
                </c:pt>
                <c:pt idx="2050">
                  <c:v>7.9085846983227421</c:v>
                </c:pt>
                <c:pt idx="2051">
                  <c:v>6.9278527822562728</c:v>
                </c:pt>
                <c:pt idx="2052">
                  <c:v>6.8508478955424872</c:v>
                </c:pt>
                <c:pt idx="2053">
                  <c:v>7.4169279532084866</c:v>
                </c:pt>
                <c:pt idx="2054">
                  <c:v>7.3787649040790404</c:v>
                </c:pt>
                <c:pt idx="2055">
                  <c:v>7.3390609730182543</c:v>
                </c:pt>
                <c:pt idx="2056">
                  <c:v>7.6587751811804266</c:v>
                </c:pt>
                <c:pt idx="2057">
                  <c:v>7.9515173458925412</c:v>
                </c:pt>
                <c:pt idx="2058">
                  <c:v>8.0713539366031846</c:v>
                </c:pt>
                <c:pt idx="2059">
                  <c:v>7.8267134011514301</c:v>
                </c:pt>
                <c:pt idx="2060">
                  <c:v>7.6053922521389943</c:v>
                </c:pt>
                <c:pt idx="2061">
                  <c:v>7.5806270352690834</c:v>
                </c:pt>
                <c:pt idx="2062">
                  <c:v>7.8227273773469364</c:v>
                </c:pt>
                <c:pt idx="2063">
                  <c:v>8.3350542166654158</c:v>
                </c:pt>
                <c:pt idx="2064">
                  <c:v>8.298616030910317</c:v>
                </c:pt>
                <c:pt idx="2065">
                  <c:v>8.302949194374035</c:v>
                </c:pt>
                <c:pt idx="2066">
                  <c:v>8.6002525815104676</c:v>
                </c:pt>
                <c:pt idx="2067">
                  <c:v>8.6974355540951471</c:v>
                </c:pt>
                <c:pt idx="2068">
                  <c:v>8.629349424406902</c:v>
                </c:pt>
                <c:pt idx="2069">
                  <c:v>8.9228994273046993</c:v>
                </c:pt>
                <c:pt idx="2070">
                  <c:v>8.9243122389105292</c:v>
                </c:pt>
                <c:pt idx="2071">
                  <c:v>9.025043421363609</c:v>
                </c:pt>
                <c:pt idx="2072">
                  <c:v>9.2093368933316189</c:v>
                </c:pt>
                <c:pt idx="2073">
                  <c:v>10.439465353770309</c:v>
                </c:pt>
                <c:pt idx="2074">
                  <c:v>10.732357844910709</c:v>
                </c:pt>
                <c:pt idx="2075">
                  <c:v>8.2098626518848654</c:v>
                </c:pt>
                <c:pt idx="2076">
                  <c:v>7.8592311635207102</c:v>
                </c:pt>
                <c:pt idx="2077">
                  <c:v>7.6750521416030058</c:v>
                </c:pt>
                <c:pt idx="2078">
                  <c:v>7.4894242581902155</c:v>
                </c:pt>
                <c:pt idx="2079">
                  <c:v>7.269937953772998</c:v>
                </c:pt>
                <c:pt idx="2080">
                  <c:v>7.0122692676462615</c:v>
                </c:pt>
                <c:pt idx="2081">
                  <c:v>6.9412636808480483</c:v>
                </c:pt>
                <c:pt idx="2082">
                  <c:v>6.9438604611413002</c:v>
                </c:pt>
                <c:pt idx="2083">
                  <c:v>7.2022985789688079</c:v>
                </c:pt>
                <c:pt idx="2084">
                  <c:v>7.3458582522659688</c:v>
                </c:pt>
                <c:pt idx="2085">
                  <c:v>7.4439822817589709</c:v>
                </c:pt>
                <c:pt idx="2086">
                  <c:v>7.5658429644201384</c:v>
                </c:pt>
                <c:pt idx="2087">
                  <c:v>7.6294064400210102</c:v>
                </c:pt>
                <c:pt idx="2088">
                  <c:v>7.5379423697198948</c:v>
                </c:pt>
                <c:pt idx="2089">
                  <c:v>7.4914354485327994</c:v>
                </c:pt>
                <c:pt idx="2090">
                  <c:v>7.7605034318056809</c:v>
                </c:pt>
                <c:pt idx="2091">
                  <c:v>7.8765134208997702</c:v>
                </c:pt>
                <c:pt idx="2092">
                  <c:v>7.8355664104727181</c:v>
                </c:pt>
                <c:pt idx="2093">
                  <c:v>7.9043365653394817</c:v>
                </c:pt>
                <c:pt idx="2094">
                  <c:v>8.0183549533815164</c:v>
                </c:pt>
                <c:pt idx="2095">
                  <c:v>8.0943067590384885</c:v>
                </c:pt>
                <c:pt idx="2096">
                  <c:v>8.557453064875201</c:v>
                </c:pt>
                <c:pt idx="2097">
                  <c:v>9.0576779575203243</c:v>
                </c:pt>
                <c:pt idx="2098">
                  <c:v>8.7665542478440575</c:v>
                </c:pt>
                <c:pt idx="2099">
                  <c:v>8.3056750331913509</c:v>
                </c:pt>
                <c:pt idx="2100">
                  <c:v>7.7117945845520461</c:v>
                </c:pt>
                <c:pt idx="2101">
                  <c:v>7.742474311045811</c:v>
                </c:pt>
                <c:pt idx="2102">
                  <c:v>7.2448692632414566</c:v>
                </c:pt>
                <c:pt idx="2103">
                  <c:v>7.3165517090413381</c:v>
                </c:pt>
                <c:pt idx="2104">
                  <c:v>7.1074968834919048</c:v>
                </c:pt>
                <c:pt idx="2105">
                  <c:v>6.7474485818352763</c:v>
                </c:pt>
                <c:pt idx="2106">
                  <c:v>7.0668984211461261</c:v>
                </c:pt>
                <c:pt idx="2107">
                  <c:v>7.8652648402285745</c:v>
                </c:pt>
                <c:pt idx="2108">
                  <c:v>8.2308218924472829</c:v>
                </c:pt>
                <c:pt idx="2109">
                  <c:v>7.964818331944981</c:v>
                </c:pt>
                <c:pt idx="2110">
                  <c:v>8.0512276442186526</c:v>
                </c:pt>
                <c:pt idx="2111">
                  <c:v>7.7679575554539122</c:v>
                </c:pt>
                <c:pt idx="2112">
                  <c:v>7.4957092782662444</c:v>
                </c:pt>
                <c:pt idx="2113">
                  <c:v>7.3955407201279195</c:v>
                </c:pt>
                <c:pt idx="2114">
                  <c:v>7.2007243121872682</c:v>
                </c:pt>
                <c:pt idx="2115">
                  <c:v>7.2293806735738446</c:v>
                </c:pt>
                <c:pt idx="2116">
                  <c:v>7.3278758312692913</c:v>
                </c:pt>
                <c:pt idx="2117">
                  <c:v>7.3921684840959196</c:v>
                </c:pt>
                <c:pt idx="2118">
                  <c:v>7.4980866295470019</c:v>
                </c:pt>
                <c:pt idx="2119">
                  <c:v>7.3900453048770025</c:v>
                </c:pt>
                <c:pt idx="2120">
                  <c:v>7.4714211593926461</c:v>
                </c:pt>
                <c:pt idx="2121">
                  <c:v>7.2489506288404106</c:v>
                </c:pt>
                <c:pt idx="2122">
                  <c:v>6.8251820785225705</c:v>
                </c:pt>
                <c:pt idx="2123">
                  <c:v>6.6781787819523366</c:v>
                </c:pt>
                <c:pt idx="2124">
                  <c:v>6.0005278775072464</c:v>
                </c:pt>
                <c:pt idx="2125">
                  <c:v>6.2590830142681178</c:v>
                </c:pt>
                <c:pt idx="2126">
                  <c:v>6.4532017745977193</c:v>
                </c:pt>
                <c:pt idx="2127">
                  <c:v>6.4611691568590333</c:v>
                </c:pt>
                <c:pt idx="2128">
                  <c:v>6.034910674389244</c:v>
                </c:pt>
                <c:pt idx="2129">
                  <c:v>6.0780820126177479</c:v>
                </c:pt>
                <c:pt idx="2130">
                  <c:v>5.9614924430200755</c:v>
                </c:pt>
                <c:pt idx="2131">
                  <c:v>5.9862409590646273</c:v>
                </c:pt>
                <c:pt idx="2132">
                  <c:v>5.9293344270303256</c:v>
                </c:pt>
                <c:pt idx="2133">
                  <c:v>5.894033685402853</c:v>
                </c:pt>
                <c:pt idx="2134">
                  <c:v>5.8070620347635504</c:v>
                </c:pt>
                <c:pt idx="2135">
                  <c:v>5.7183600996785451</c:v>
                </c:pt>
                <c:pt idx="2136">
                  <c:v>5.7644328746903781</c:v>
                </c:pt>
                <c:pt idx="2137">
                  <c:v>5.685204355892238</c:v>
                </c:pt>
                <c:pt idx="2138">
                  <c:v>5.489730120496465</c:v>
                </c:pt>
                <c:pt idx="2139">
                  <c:v>5.4488684094751445</c:v>
                </c:pt>
                <c:pt idx="2140">
                  <c:v>5.4586146722174691</c:v>
                </c:pt>
                <c:pt idx="2141">
                  <c:v>5.248198375431147</c:v>
                </c:pt>
                <c:pt idx="2142">
                  <c:v>5.2757375292303523</c:v>
                </c:pt>
                <c:pt idx="2143">
                  <c:v>5.1139348511799563</c:v>
                </c:pt>
                <c:pt idx="2144">
                  <c:v>5.086933341918396</c:v>
                </c:pt>
                <c:pt idx="2145">
                  <c:v>4.7902452224134686</c:v>
                </c:pt>
                <c:pt idx="2146">
                  <c:v>3.9975831737041903</c:v>
                </c:pt>
                <c:pt idx="2147">
                  <c:v>3.5809053848170422</c:v>
                </c:pt>
                <c:pt idx="2148">
                  <c:v>3.0125796120277522</c:v>
                </c:pt>
                <c:pt idx="2149">
                  <c:v>2.5309011331228994</c:v>
                </c:pt>
                <c:pt idx="2150">
                  <c:v>2.4033149398471987</c:v>
                </c:pt>
                <c:pt idx="2151">
                  <c:v>3.0070454533118149</c:v>
                </c:pt>
                <c:pt idx="2152">
                  <c:v>3.6620878788374847</c:v>
                </c:pt>
                <c:pt idx="2153">
                  <c:v>3.5629635726437656</c:v>
                </c:pt>
                <c:pt idx="2154">
                  <c:v>3.3111029727511769</c:v>
                </c:pt>
                <c:pt idx="2155">
                  <c:v>3.3718037228240605</c:v>
                </c:pt>
                <c:pt idx="2156">
                  <c:v>3.5445167545876632</c:v>
                </c:pt>
                <c:pt idx="2157">
                  <c:v>3.4596687850573131</c:v>
                </c:pt>
                <c:pt idx="2158">
                  <c:v>3.8227319549254499</c:v>
                </c:pt>
                <c:pt idx="2159">
                  <c:v>3.7196594655604063</c:v>
                </c:pt>
                <c:pt idx="2160">
                  <c:v>3.1554256048358895</c:v>
                </c:pt>
                <c:pt idx="2161">
                  <c:v>3.5255633569040259</c:v>
                </c:pt>
                <c:pt idx="2162">
                  <c:v>3.9273673052617974</c:v>
                </c:pt>
                <c:pt idx="2163">
                  <c:v>3.530573666599218</c:v>
                </c:pt>
                <c:pt idx="2164">
                  <c:v>3.5590084432047084</c:v>
                </c:pt>
                <c:pt idx="2165">
                  <c:v>3.5716764800931302</c:v>
                </c:pt>
                <c:pt idx="2166">
                  <c:v>3.4092923837229732</c:v>
                </c:pt>
                <c:pt idx="2167">
                  <c:v>3.4527982447471328</c:v>
                </c:pt>
                <c:pt idx="2168">
                  <c:v>3.4573162562150332</c:v>
                </c:pt>
                <c:pt idx="2169">
                  <c:v>3.5464114488158889</c:v>
                </c:pt>
                <c:pt idx="2170">
                  <c:v>3.6291492277090587</c:v>
                </c:pt>
                <c:pt idx="2171">
                  <c:v>3.6333995440385332</c:v>
                </c:pt>
                <c:pt idx="2172">
                  <c:v>4.1353857738851421</c:v>
                </c:pt>
                <c:pt idx="2173">
                  <c:v>3.9573623329199656</c:v>
                </c:pt>
                <c:pt idx="2174">
                  <c:v>3.7868023799945028</c:v>
                </c:pt>
                <c:pt idx="2175">
                  <c:v>3.4472266584735562</c:v>
                </c:pt>
                <c:pt idx="2176">
                  <c:v>3.4369962530876803</c:v>
                </c:pt>
                <c:pt idx="2177">
                  <c:v>4.4551488386992011</c:v>
                </c:pt>
                <c:pt idx="2178">
                  <c:v>3.5898593878664768</c:v>
                </c:pt>
                <c:pt idx="2179">
                  <c:v>3.7960663354276667</c:v>
                </c:pt>
                <c:pt idx="2180">
                  <c:v>3.9800876122367339</c:v>
                </c:pt>
                <c:pt idx="2181">
                  <c:v>4.0236252627143259</c:v>
                </c:pt>
                <c:pt idx="2182">
                  <c:v>3.8999191726807729</c:v>
                </c:pt>
                <c:pt idx="2183">
                  <c:v>3.9438672429528649</c:v>
                </c:pt>
                <c:pt idx="2184">
                  <c:v>4.3891376936896149</c:v>
                </c:pt>
                <c:pt idx="2185">
                  <c:v>3.7047401701274447</c:v>
                </c:pt>
                <c:pt idx="2186">
                  <c:v>3.8668245518472646</c:v>
                </c:pt>
                <c:pt idx="2187">
                  <c:v>4.117117899424982</c:v>
                </c:pt>
                <c:pt idx="2188">
                  <c:v>4.1274426473700006</c:v>
                </c:pt>
                <c:pt idx="2189">
                  <c:v>4.0510333231836837</c:v>
                </c:pt>
                <c:pt idx="2190">
                  <c:v>4.0975123637408855</c:v>
                </c:pt>
                <c:pt idx="2191">
                  <c:v>4.0917135766344765</c:v>
                </c:pt>
                <c:pt idx="2192">
                  <c:v>4.1773870478578834</c:v>
                </c:pt>
                <c:pt idx="2193">
                  <c:v>3.7008610573400786</c:v>
                </c:pt>
                <c:pt idx="2194">
                  <c:v>3.8710374042008966</c:v>
                </c:pt>
                <c:pt idx="2195">
                  <c:v>3.3649352423879257</c:v>
                </c:pt>
                <c:pt idx="2196">
                  <c:v>4.3432720052550557</c:v>
                </c:pt>
                <c:pt idx="2197">
                  <c:v>3.7104744255768569</c:v>
                </c:pt>
                <c:pt idx="2198">
                  <c:v>4.3445682696576373</c:v>
                </c:pt>
                <c:pt idx="2199">
                  <c:v>3.7338197952390826</c:v>
                </c:pt>
                <c:pt idx="2200">
                  <c:v>3.593408663655862</c:v>
                </c:pt>
                <c:pt idx="2201">
                  <c:v>3.9372308301770351</c:v>
                </c:pt>
                <c:pt idx="2202">
                  <c:v>4.1293161333794686</c:v>
                </c:pt>
                <c:pt idx="2203">
                  <c:v>3.6885638511670744</c:v>
                </c:pt>
                <c:pt idx="2204">
                  <c:v>3.5734201792915354</c:v>
                </c:pt>
                <c:pt idx="2205">
                  <c:v>3.5875121873862663</c:v>
                </c:pt>
                <c:pt idx="2206">
                  <c:v>3.5957815719884563</c:v>
                </c:pt>
                <c:pt idx="2207">
                  <c:v>3.900953001056402</c:v>
                </c:pt>
                <c:pt idx="2208">
                  <c:v>3.7205434041408583</c:v>
                </c:pt>
                <c:pt idx="2209">
                  <c:v>3.6284922711751668</c:v>
                </c:pt>
                <c:pt idx="2210">
                  <c:v>3.334819622703864</c:v>
                </c:pt>
                <c:pt idx="2211">
                  <c:v>3.3446751882807022</c:v>
                </c:pt>
                <c:pt idx="2212">
                  <c:v>3.3332052403872101</c:v>
                </c:pt>
                <c:pt idx="2213">
                  <c:v>3.5366707428081314</c:v>
                </c:pt>
                <c:pt idx="2214">
                  <c:v>3.5888596391488199</c:v>
                </c:pt>
                <c:pt idx="2215">
                  <c:v>3.6968006581253547</c:v>
                </c:pt>
                <c:pt idx="2216">
                  <c:v>3.4771558808480627</c:v>
                </c:pt>
                <c:pt idx="2217">
                  <c:v>3.4712373631110345</c:v>
                </c:pt>
                <c:pt idx="2218">
                  <c:v>3.546005128497538</c:v>
                </c:pt>
                <c:pt idx="2219">
                  <c:v>3.4943303909549268</c:v>
                </c:pt>
                <c:pt idx="2220">
                  <c:v>3.6150636240389606</c:v>
                </c:pt>
                <c:pt idx="2221">
                  <c:v>3.5766721294602424</c:v>
                </c:pt>
                <c:pt idx="2222">
                  <c:v>3.5881244010594728</c:v>
                </c:pt>
                <c:pt idx="2223">
                  <c:v>3.5775712450517823</c:v>
                </c:pt>
                <c:pt idx="2224">
                  <c:v>3.5621560379552721</c:v>
                </c:pt>
                <c:pt idx="2225">
                  <c:v>3.6405323837002541</c:v>
                </c:pt>
                <c:pt idx="2226">
                  <c:v>3.6909495142217161</c:v>
                </c:pt>
                <c:pt idx="2227">
                  <c:v>3.8334233952563901</c:v>
                </c:pt>
                <c:pt idx="2228">
                  <c:v>3.9385704300619682</c:v>
                </c:pt>
                <c:pt idx="2229">
                  <c:v>4.44655405660715</c:v>
                </c:pt>
                <c:pt idx="2230">
                  <c:v>4.534289587646616</c:v>
                </c:pt>
                <c:pt idx="2231">
                  <c:v>4.6402456100672111</c:v>
                </c:pt>
                <c:pt idx="2232">
                  <c:v>4.8021059784535636</c:v>
                </c:pt>
                <c:pt idx="2233">
                  <c:v>4.8572116655465081</c:v>
                </c:pt>
                <c:pt idx="2234">
                  <c:v>4.8624970256112467</c:v>
                </c:pt>
                <c:pt idx="2235">
                  <c:v>4.8390514864991516</c:v>
                </c:pt>
                <c:pt idx="2236">
                  <c:v>4.8101829291272633</c:v>
                </c:pt>
                <c:pt idx="2237">
                  <c:v>4.8727644768111169</c:v>
                </c:pt>
                <c:pt idx="2238">
                  <c:v>4.8754963643479163</c:v>
                </c:pt>
                <c:pt idx="2239">
                  <c:v>4.8157760556558786</c:v>
                </c:pt>
                <c:pt idx="2240">
                  <c:v>4.8427970680068047</c:v>
                </c:pt>
                <c:pt idx="2241">
                  <c:v>5.0720789669383626</c:v>
                </c:pt>
                <c:pt idx="2242">
                  <c:v>4.7405982351361651</c:v>
                </c:pt>
                <c:pt idx="2243">
                  <c:v>4.4452323784362981</c:v>
                </c:pt>
                <c:pt idx="2244">
                  <c:v>4.0393050576564651</c:v>
                </c:pt>
                <c:pt idx="2245">
                  <c:v>3.6384590164854171</c:v>
                </c:pt>
                <c:pt idx="2246">
                  <c:v>3.4857672953774737</c:v>
                </c:pt>
                <c:pt idx="2247">
                  <c:v>3.2745027289153321</c:v>
                </c:pt>
                <c:pt idx="2248">
                  <c:v>3.3898000513130291</c:v>
                </c:pt>
                <c:pt idx="2249">
                  <c:v>3.3241950866447021</c:v>
                </c:pt>
                <c:pt idx="2250">
                  <c:v>3.5171875099651153</c:v>
                </c:pt>
                <c:pt idx="2251">
                  <c:v>3.4708710420124707</c:v>
                </c:pt>
                <c:pt idx="2252">
                  <c:v>3.6027500961617807</c:v>
                </c:pt>
                <c:pt idx="2253">
                  <c:v>3.9141424823858979</c:v>
                </c:pt>
                <c:pt idx="2254">
                  <c:v>3.9402296421279162</c:v>
                </c:pt>
                <c:pt idx="2255">
                  <c:v>4.0881841895956095</c:v>
                </c:pt>
                <c:pt idx="2256">
                  <c:v>4.1804311174326267</c:v>
                </c:pt>
                <c:pt idx="2257">
                  <c:v>4.2634391474030942</c:v>
                </c:pt>
                <c:pt idx="2258">
                  <c:v>4.2231317322981878</c:v>
                </c:pt>
                <c:pt idx="2259">
                  <c:v>4.2655180641565345</c:v>
                </c:pt>
                <c:pt idx="2260">
                  <c:v>4.3089781129605678</c:v>
                </c:pt>
                <c:pt idx="2261">
                  <c:v>4.1291324620745185</c:v>
                </c:pt>
                <c:pt idx="2262">
                  <c:v>4.0998919475735498</c:v>
                </c:pt>
                <c:pt idx="2263">
                  <c:v>4.0433404432543023</c:v>
                </c:pt>
                <c:pt idx="2264">
                  <c:v>4.0522978308810078</c:v>
                </c:pt>
                <c:pt idx="2265">
                  <c:v>4.4634595380028745</c:v>
                </c:pt>
                <c:pt idx="2266">
                  <c:v>4.6377317355095231</c:v>
                </c:pt>
                <c:pt idx="2267">
                  <c:v>4.5005893756239725</c:v>
                </c:pt>
                <c:pt idx="2268">
                  <c:v>4.4564414898165401</c:v>
                </c:pt>
                <c:pt idx="2269">
                  <c:v>4.2567166875803721</c:v>
                </c:pt>
                <c:pt idx="2270">
                  <c:v>3.9279100428146219</c:v>
                </c:pt>
                <c:pt idx="2271">
                  <c:v>3.7405420094929838</c:v>
                </c:pt>
                <c:pt idx="2272">
                  <c:v>4.1264532542880143</c:v>
                </c:pt>
                <c:pt idx="2273">
                  <c:v>4.307655152115192</c:v>
                </c:pt>
                <c:pt idx="2274">
                  <c:v>4.384613923549443</c:v>
                </c:pt>
                <c:pt idx="2275">
                  <c:v>4.6428296549840935</c:v>
                </c:pt>
                <c:pt idx="2276">
                  <c:v>4.4971391188019387</c:v>
                </c:pt>
                <c:pt idx="2277">
                  <c:v>4.4902333046729543</c:v>
                </c:pt>
                <c:pt idx="2278">
                  <c:v>4.5375434708162246</c:v>
                </c:pt>
                <c:pt idx="2279">
                  <c:v>4.6385392598115089</c:v>
                </c:pt>
                <c:pt idx="2280">
                  <c:v>4.5529479163856053</c:v>
                </c:pt>
                <c:pt idx="2281">
                  <c:v>4.6765958577501028</c:v>
                </c:pt>
                <c:pt idx="2282">
                  <c:v>4.8086316480180376</c:v>
                </c:pt>
                <c:pt idx="2283">
                  <c:v>4.7717769800921719</c:v>
                </c:pt>
                <c:pt idx="2284">
                  <c:v>4.9473637452363066</c:v>
                </c:pt>
                <c:pt idx="2285">
                  <c:v>4.6863220983253067</c:v>
                </c:pt>
                <c:pt idx="2286">
                  <c:v>4.9954861583633248</c:v>
                </c:pt>
                <c:pt idx="2287">
                  <c:v>4.7238752901960988</c:v>
                </c:pt>
                <c:pt idx="2288">
                  <c:v>4.648040150882176</c:v>
                </c:pt>
                <c:pt idx="2289">
                  <c:v>4.4528176620397328</c:v>
                </c:pt>
                <c:pt idx="2290">
                  <c:v>4.3604516449694417</c:v>
                </c:pt>
                <c:pt idx="2291">
                  <c:v>4.3804688066146484</c:v>
                </c:pt>
                <c:pt idx="2292">
                  <c:v>4.5100523265155834</c:v>
                </c:pt>
                <c:pt idx="2293">
                  <c:v>4.4532049952871589</c:v>
                </c:pt>
                <c:pt idx="2294">
                  <c:v>4.2606493146878499</c:v>
                </c:pt>
                <c:pt idx="2295">
                  <c:v>4.2012651625999666</c:v>
                </c:pt>
                <c:pt idx="2296">
                  <c:v>4.6679786919729027</c:v>
                </c:pt>
                <c:pt idx="2297">
                  <c:v>4.7335127284547172</c:v>
                </c:pt>
                <c:pt idx="2298">
                  <c:v>4.9057505413476772</c:v>
                </c:pt>
                <c:pt idx="2299">
                  <c:v>5.0212292744375597</c:v>
                </c:pt>
                <c:pt idx="2300">
                  <c:v>5.6297480298452527</c:v>
                </c:pt>
                <c:pt idx="2301">
                  <c:v>6.2551968123960933</c:v>
                </c:pt>
                <c:pt idx="2302">
                  <c:v>6.726268195170932</c:v>
                </c:pt>
                <c:pt idx="2303">
                  <c:v>7.107543448589758</c:v>
                </c:pt>
                <c:pt idx="2304">
                  <c:v>7.5187245831155964</c:v>
                </c:pt>
                <c:pt idx="2305">
                  <c:v>7.5345619987500516</c:v>
                </c:pt>
                <c:pt idx="2306">
                  <c:v>7.3916137972748865</c:v>
                </c:pt>
                <c:pt idx="2307">
                  <c:v>7.300783842475373</c:v>
                </c:pt>
                <c:pt idx="2308">
                  <c:v>7.1333887599798613</c:v>
                </c:pt>
                <c:pt idx="2309">
                  <c:v>7.0063516036572615</c:v>
                </c:pt>
                <c:pt idx="2310">
                  <c:v>6.9354470408924351</c:v>
                </c:pt>
                <c:pt idx="2311">
                  <c:v>6.9280134413013306</c:v>
                </c:pt>
                <c:pt idx="2312">
                  <c:v>7.0031661456004786</c:v>
                </c:pt>
                <c:pt idx="2313">
                  <c:v>6.985167869616471</c:v>
                </c:pt>
                <c:pt idx="2314">
                  <c:v>6.9442474033825095</c:v>
                </c:pt>
                <c:pt idx="2315">
                  <c:v>7.1465738005441493</c:v>
                </c:pt>
                <c:pt idx="2316">
                  <c:v>7.4424353041061106</c:v>
                </c:pt>
                <c:pt idx="2317">
                  <c:v>7.5906896061752382</c:v>
                </c:pt>
                <c:pt idx="2318">
                  <c:v>7.6740446376468299</c:v>
                </c:pt>
                <c:pt idx="2319">
                  <c:v>7.5087877303022186</c:v>
                </c:pt>
                <c:pt idx="2320">
                  <c:v>7.547862343595015</c:v>
                </c:pt>
                <c:pt idx="2321">
                  <c:v>7.3724573760318144</c:v>
                </c:pt>
                <c:pt idx="2322">
                  <c:v>7.3974556869886516</c:v>
                </c:pt>
                <c:pt idx="2323">
                  <c:v>7.4696263366092621</c:v>
                </c:pt>
                <c:pt idx="2324">
                  <c:v>7.4054771832524002</c:v>
                </c:pt>
                <c:pt idx="2325">
                  <c:v>7.3201530779934707</c:v>
                </c:pt>
                <c:pt idx="2326">
                  <c:v>7.2135282659404893</c:v>
                </c:pt>
                <c:pt idx="2327">
                  <c:v>7.2344031697677407</c:v>
                </c:pt>
                <c:pt idx="2328">
                  <c:v>7.3928941712880114</c:v>
                </c:pt>
                <c:pt idx="2329">
                  <c:v>7.4231611543870963</c:v>
                </c:pt>
                <c:pt idx="2330">
                  <c:v>7.4111071099440062</c:v>
                </c:pt>
                <c:pt idx="2331">
                  <c:v>7.2252840457940781</c:v>
                </c:pt>
                <c:pt idx="2332">
                  <c:v>7.1032437625486766</c:v>
                </c:pt>
                <c:pt idx="2333">
                  <c:v>7.3077293987917482</c:v>
                </c:pt>
                <c:pt idx="2334">
                  <c:v>7.2395453728841233</c:v>
                </c:pt>
                <c:pt idx="2335">
                  <c:v>6.9506826873955845</c:v>
                </c:pt>
                <c:pt idx="2336">
                  <c:v>6.8427218004284409</c:v>
                </c:pt>
                <c:pt idx="2337">
                  <c:v>6.7096580960493553</c:v>
                </c:pt>
                <c:pt idx="2338">
                  <c:v>6.3233614322116365</c:v>
                </c:pt>
                <c:pt idx="2339">
                  <c:v>6.0364020353780745</c:v>
                </c:pt>
                <c:pt idx="2340">
                  <c:v>5.5848419446325499</c:v>
                </c:pt>
                <c:pt idx="2341">
                  <c:v>5.3310020004744798</c:v>
                </c:pt>
                <c:pt idx="2342">
                  <c:v>5.3498380078271719</c:v>
                </c:pt>
                <c:pt idx="2343">
                  <c:v>5.5856098100105855</c:v>
                </c:pt>
                <c:pt idx="2344">
                  <c:v>5.7086722327680182</c:v>
                </c:pt>
                <c:pt idx="2345">
                  <c:v>5.4286338314447988</c:v>
                </c:pt>
                <c:pt idx="2346">
                  <c:v>5.1411949361147045</c:v>
                </c:pt>
                <c:pt idx="2347">
                  <c:v>5.3184849738828976</c:v>
                </c:pt>
                <c:pt idx="2348">
                  <c:v>4.7711683876573652</c:v>
                </c:pt>
                <c:pt idx="2349">
                  <c:v>5.036621897402024</c:v>
                </c:pt>
                <c:pt idx="2350">
                  <c:v>4.7830771159672025</c:v>
                </c:pt>
                <c:pt idx="2351">
                  <c:v>4.7908664637394045</c:v>
                </c:pt>
                <c:pt idx="2352">
                  <c:v>4.7904820636472421</c:v>
                </c:pt>
                <c:pt idx="2353">
                  <c:v>4.8548311111315492</c:v>
                </c:pt>
                <c:pt idx="2354">
                  <c:v>5.2473204733590384</c:v>
                </c:pt>
                <c:pt idx="2355">
                  <c:v>4.7086091723410606</c:v>
                </c:pt>
                <c:pt idx="2356">
                  <c:v>4.8360508936873883</c:v>
                </c:pt>
                <c:pt idx="2357">
                  <c:v>5.0513035874475989</c:v>
                </c:pt>
                <c:pt idx="2358">
                  <c:v>6.1865509433461456</c:v>
                </c:pt>
                <c:pt idx="2359">
                  <c:v>6.5480631674343757</c:v>
                </c:pt>
                <c:pt idx="2360">
                  <c:v>6.6931952814719171</c:v>
                </c:pt>
                <c:pt idx="2361">
                  <c:v>6.5597727997038717</c:v>
                </c:pt>
                <c:pt idx="2362">
                  <c:v>6.8386999272827689</c:v>
                </c:pt>
                <c:pt idx="2363">
                  <c:v>6.8298646238345135</c:v>
                </c:pt>
                <c:pt idx="2364">
                  <c:v>6.7629352161608587</c:v>
                </c:pt>
                <c:pt idx="2365">
                  <c:v>6.7026324563821378</c:v>
                </c:pt>
                <c:pt idx="2366">
                  <c:v>6.8896683197783801</c:v>
                </c:pt>
                <c:pt idx="2367">
                  <c:v>7.1046992128197815</c:v>
                </c:pt>
                <c:pt idx="2368">
                  <c:v>7.1468583584373357</c:v>
                </c:pt>
                <c:pt idx="2369">
                  <c:v>7.2883748383033078</c:v>
                </c:pt>
                <c:pt idx="2370">
                  <c:v>7.7028768360693283</c:v>
                </c:pt>
                <c:pt idx="2371">
                  <c:v>8.3749431276188755</c:v>
                </c:pt>
                <c:pt idx="2372">
                  <c:v>8.6443705695086557</c:v>
                </c:pt>
                <c:pt idx="2373">
                  <c:v>8.6958912184032116</c:v>
                </c:pt>
                <c:pt idx="2374">
                  <c:v>8.627409506137198</c:v>
                </c:pt>
                <c:pt idx="2375">
                  <c:v>8.8938576625342147</c:v>
                </c:pt>
                <c:pt idx="2376">
                  <c:v>8.7970903574035404</c:v>
                </c:pt>
                <c:pt idx="2377">
                  <c:v>9.0852811420402659</c:v>
                </c:pt>
                <c:pt idx="2378">
                  <c:v>8.9428035273050419</c:v>
                </c:pt>
                <c:pt idx="2379">
                  <c:v>9.1946260989694544</c:v>
                </c:pt>
                <c:pt idx="2380">
                  <c:v>9.217071870099323</c:v>
                </c:pt>
                <c:pt idx="2381">
                  <c:v>9.2342685803118609</c:v>
                </c:pt>
                <c:pt idx="2382">
                  <c:v>9.4094978858907599</c:v>
                </c:pt>
                <c:pt idx="2383">
                  <c:v>9.2632857309822736</c:v>
                </c:pt>
                <c:pt idx="2384">
                  <c:v>9.5138632478099385</c:v>
                </c:pt>
                <c:pt idx="2385">
                  <c:v>9.2832500061483376</c:v>
                </c:pt>
                <c:pt idx="2386">
                  <c:v>8.985035997718807</c:v>
                </c:pt>
                <c:pt idx="2387">
                  <c:v>8.4051568614319283</c:v>
                </c:pt>
                <c:pt idx="2388">
                  <c:v>8.3413085380081302</c:v>
                </c:pt>
                <c:pt idx="2389">
                  <c:v>8.1920826941802005</c:v>
                </c:pt>
                <c:pt idx="2390">
                  <c:v>8.102007650240747</c:v>
                </c:pt>
                <c:pt idx="2391">
                  <c:v>8.0544975781452095</c:v>
                </c:pt>
                <c:pt idx="2392">
                  <c:v>8.1264359002689588</c:v>
                </c:pt>
                <c:pt idx="2393">
                  <c:v>7.7521840238682458</c:v>
                </c:pt>
                <c:pt idx="2394">
                  <c:v>7.5305999402422055</c:v>
                </c:pt>
                <c:pt idx="2395">
                  <c:v>7.6170224910679121</c:v>
                </c:pt>
                <c:pt idx="2396">
                  <c:v>7.3632296600473968</c:v>
                </c:pt>
                <c:pt idx="2397">
                  <c:v>7.3600690328200455</c:v>
                </c:pt>
                <c:pt idx="2398">
                  <c:v>7.2547153323656319</c:v>
                </c:pt>
                <c:pt idx="2399">
                  <c:v>7.0637978710854528</c:v>
                </c:pt>
                <c:pt idx="2400">
                  <c:v>6.9930509717118339</c:v>
                </c:pt>
                <c:pt idx="2401">
                  <c:v>7.2370546267997709</c:v>
                </c:pt>
                <c:pt idx="2402">
                  <c:v>7.1229317550724058</c:v>
                </c:pt>
                <c:pt idx="2403">
                  <c:v>7.353805302968679</c:v>
                </c:pt>
                <c:pt idx="2404">
                  <c:v>7.3407950038688483</c:v>
                </c:pt>
                <c:pt idx="2405">
                  <c:v>7.3393672031322739</c:v>
                </c:pt>
                <c:pt idx="2406">
                  <c:v>7.3649021035042885</c:v>
                </c:pt>
                <c:pt idx="2407">
                  <c:v>7.1651932069212387</c:v>
                </c:pt>
                <c:pt idx="2408">
                  <c:v>7.241920723821905</c:v>
                </c:pt>
                <c:pt idx="2409">
                  <c:v>7.3084403468407633</c:v>
                </c:pt>
                <c:pt idx="2410">
                  <c:v>7.3114025652980841</c:v>
                </c:pt>
                <c:pt idx="2411">
                  <c:v>6.6109816989628021</c:v>
                </c:pt>
                <c:pt idx="2412">
                  <c:v>5.8742315168429293</c:v>
                </c:pt>
                <c:pt idx="2413">
                  <c:v>6.0969610843426665</c:v>
                </c:pt>
                <c:pt idx="2414">
                  <c:v>6.5189990604881594</c:v>
                </c:pt>
                <c:pt idx="2415">
                  <c:v>5.9049214310441736</c:v>
                </c:pt>
                <c:pt idx="2416">
                  <c:v>5.7215204108534916</c:v>
                </c:pt>
                <c:pt idx="2417">
                  <c:v>5.6621401518643211</c:v>
                </c:pt>
                <c:pt idx="2418">
                  <c:v>5.3735842895781349</c:v>
                </c:pt>
                <c:pt idx="2419">
                  <c:v>5.6357926217106362</c:v>
                </c:pt>
                <c:pt idx="2420">
                  <c:v>5.6510336058355222</c:v>
                </c:pt>
                <c:pt idx="2421">
                  <c:v>5.6871773522209823</c:v>
                </c:pt>
                <c:pt idx="2422">
                  <c:v>5.5170313490924272</c:v>
                </c:pt>
                <c:pt idx="2423">
                  <c:v>5.5345955674827101</c:v>
                </c:pt>
                <c:pt idx="2424">
                  <c:v>6.2372075285024584</c:v>
                </c:pt>
                <c:pt idx="2425">
                  <c:v>6.6660773709479075</c:v>
                </c:pt>
                <c:pt idx="2426">
                  <c:v>7.0791989338258254</c:v>
                </c:pt>
                <c:pt idx="2427">
                  <c:v>7.3121797921137963</c:v>
                </c:pt>
                <c:pt idx="2428">
                  <c:v>7.8901457232254684</c:v>
                </c:pt>
                <c:pt idx="2429">
                  <c:v>8.450487017768058</c:v>
                </c:pt>
                <c:pt idx="2430">
                  <c:v>9.0650416802659226</c:v>
                </c:pt>
                <c:pt idx="2431">
                  <c:v>9.1404317223359648</c:v>
                </c:pt>
                <c:pt idx="2432">
                  <c:v>8.8206638071352845</c:v>
                </c:pt>
                <c:pt idx="2433">
                  <c:v>8.3627842278970572</c:v>
                </c:pt>
                <c:pt idx="2434">
                  <c:v>7.9614800413548359</c:v>
                </c:pt>
                <c:pt idx="2435">
                  <c:v>7.2858246631573724</c:v>
                </c:pt>
                <c:pt idx="2436">
                  <c:v>6.5634179048353287</c:v>
                </c:pt>
                <c:pt idx="2437">
                  <c:v>6.0232593718247687</c:v>
                </c:pt>
                <c:pt idx="2438">
                  <c:v>6.2597221531504852</c:v>
                </c:pt>
                <c:pt idx="2439">
                  <c:v>6.2533155022906639</c:v>
                </c:pt>
                <c:pt idx="2440">
                  <c:v>6.4051212235946062</c:v>
                </c:pt>
                <c:pt idx="2441">
                  <c:v>6.5473902012519458</c:v>
                </c:pt>
                <c:pt idx="2442">
                  <c:v>6.7347130307681295</c:v>
                </c:pt>
                <c:pt idx="2443">
                  <c:v>7.2271589436703332</c:v>
                </c:pt>
                <c:pt idx="2444">
                  <c:v>7.6823917977450931</c:v>
                </c:pt>
                <c:pt idx="2445">
                  <c:v>7.5879082385472119</c:v>
                </c:pt>
                <c:pt idx="2446">
                  <c:v>8.2397700767514603</c:v>
                </c:pt>
                <c:pt idx="2447">
                  <c:v>9.0892249459511572</c:v>
                </c:pt>
                <c:pt idx="2448">
                  <c:v>9.2138511965948364</c:v>
                </c:pt>
                <c:pt idx="2449">
                  <c:v>9.6422368068804332</c:v>
                </c:pt>
                <c:pt idx="2450">
                  <c:v>9.4771937008667919</c:v>
                </c:pt>
                <c:pt idx="2451">
                  <c:v>9.6796646355388347</c:v>
                </c:pt>
                <c:pt idx="2452">
                  <c:v>9.9854299103702271</c:v>
                </c:pt>
                <c:pt idx="2453">
                  <c:v>10.236186599137007</c:v>
                </c:pt>
                <c:pt idx="2454">
                  <c:v>10.078941371100306</c:v>
                </c:pt>
                <c:pt idx="2455">
                  <c:v>10.136013967385898</c:v>
                </c:pt>
                <c:pt idx="2456">
                  <c:v>9.7531874491209507</c:v>
                </c:pt>
                <c:pt idx="2457">
                  <c:v>9.7868615892231841</c:v>
                </c:pt>
                <c:pt idx="2458">
                  <c:v>9.4193428880632641</c:v>
                </c:pt>
                <c:pt idx="2459">
                  <c:v>8.2691083044352158</c:v>
                </c:pt>
                <c:pt idx="2460">
                  <c:v>7.3036067636929847</c:v>
                </c:pt>
                <c:pt idx="2461">
                  <c:v>7.3506872089444615</c:v>
                </c:pt>
                <c:pt idx="2462">
                  <c:v>8.3123102566435758</c:v>
                </c:pt>
                <c:pt idx="2463">
                  <c:v>7.4238446141931922</c:v>
                </c:pt>
                <c:pt idx="2464">
                  <c:v>7.1185025368874912</c:v>
                </c:pt>
                <c:pt idx="2465">
                  <c:v>7.1887050617603325</c:v>
                </c:pt>
                <c:pt idx="2466">
                  <c:v>6.883837090348667</c:v>
                </c:pt>
                <c:pt idx="2467">
                  <c:v>7.0004205941883093</c:v>
                </c:pt>
                <c:pt idx="2468">
                  <c:v>6.571662191252039</c:v>
                </c:pt>
                <c:pt idx="2469">
                  <c:v>6.2385427300830409</c:v>
                </c:pt>
                <c:pt idx="2470">
                  <c:v>7.1003674603523086</c:v>
                </c:pt>
                <c:pt idx="2471">
                  <c:v>7.6655208154422425</c:v>
                </c:pt>
                <c:pt idx="2472">
                  <c:v>7.7134158332999423</c:v>
                </c:pt>
                <c:pt idx="2473">
                  <c:v>7.956488579516046</c:v>
                </c:pt>
                <c:pt idx="2474">
                  <c:v>8.5891668800408443</c:v>
                </c:pt>
                <c:pt idx="2475">
                  <c:v>8.4606140482612542</c:v>
                </c:pt>
                <c:pt idx="2476">
                  <c:v>8.3207444018719752</c:v>
                </c:pt>
                <c:pt idx="2477">
                  <c:v>8.5531885516991188</c:v>
                </c:pt>
                <c:pt idx="2478">
                  <c:v>8.3946807614856738</c:v>
                </c:pt>
                <c:pt idx="2479">
                  <c:v>6.123849014063155</c:v>
                </c:pt>
                <c:pt idx="2480">
                  <c:v>7.2201135604195272</c:v>
                </c:pt>
                <c:pt idx="2481">
                  <c:v>8.8775426469142715</c:v>
                </c:pt>
                <c:pt idx="2482">
                  <c:v>6.1420214932189667</c:v>
                </c:pt>
                <c:pt idx="2483">
                  <c:v>6.0382206480903804</c:v>
                </c:pt>
                <c:pt idx="2484">
                  <c:v>5.6666064716138651</c:v>
                </c:pt>
                <c:pt idx="2485">
                  <c:v>5.5089805073528151</c:v>
                </c:pt>
                <c:pt idx="2486">
                  <c:v>5.1865198826721501</c:v>
                </c:pt>
                <c:pt idx="2487">
                  <c:v>4.6820054778498044</c:v>
                </c:pt>
                <c:pt idx="2488">
                  <c:v>4.1754188196871223</c:v>
                </c:pt>
                <c:pt idx="2489">
                  <c:v>4.3729278872152646</c:v>
                </c:pt>
                <c:pt idx="2490">
                  <c:v>4.7595665820524227</c:v>
                </c:pt>
                <c:pt idx="2491">
                  <c:v>4.5574518782475746</c:v>
                </c:pt>
                <c:pt idx="2492">
                  <c:v>4.3358346751874146</c:v>
                </c:pt>
                <c:pt idx="2493">
                  <c:v>4.2275122863842984</c:v>
                </c:pt>
                <c:pt idx="2494">
                  <c:v>4.4449257104560509</c:v>
                </c:pt>
                <c:pt idx="2495">
                  <c:v>4.324433754607929</c:v>
                </c:pt>
                <c:pt idx="2496">
                  <c:v>4.6020308992522621</c:v>
                </c:pt>
                <c:pt idx="2497">
                  <c:v>4.9967932341518777</c:v>
                </c:pt>
                <c:pt idx="2498">
                  <c:v>5.3540171356819171</c:v>
                </c:pt>
                <c:pt idx="2499">
                  <c:v>5.79514616006316</c:v>
                </c:pt>
                <c:pt idx="2500">
                  <c:v>5.8781059975045755</c:v>
                </c:pt>
                <c:pt idx="2501">
                  <c:v>6.0253439628635279</c:v>
                </c:pt>
                <c:pt idx="2502">
                  <c:v>6.0947017474780143</c:v>
                </c:pt>
                <c:pt idx="2503">
                  <c:v>6.0160889729524039</c:v>
                </c:pt>
                <c:pt idx="2504">
                  <c:v>5.900272873434993</c:v>
                </c:pt>
                <c:pt idx="2505">
                  <c:v>5.7888187672894089</c:v>
                </c:pt>
                <c:pt idx="2506">
                  <c:v>5.5785008615857405</c:v>
                </c:pt>
                <c:pt idx="2507">
                  <c:v>5.82957911357681</c:v>
                </c:pt>
                <c:pt idx="2508">
                  <c:v>6.1185949811946907</c:v>
                </c:pt>
                <c:pt idx="2509">
                  <c:v>6.4911867523931068</c:v>
                </c:pt>
                <c:pt idx="2510">
                  <c:v>6.6723660446723949</c:v>
                </c:pt>
                <c:pt idx="2511">
                  <c:v>6.5001007325793836</c:v>
                </c:pt>
                <c:pt idx="2512">
                  <c:v>6.6626834060018902</c:v>
                </c:pt>
                <c:pt idx="2513">
                  <c:v>6.2848415103500308</c:v>
                </c:pt>
                <c:pt idx="2514">
                  <c:v>6.4424013446240718</c:v>
                </c:pt>
                <c:pt idx="2515">
                  <c:v>6.4842019408003377</c:v>
                </c:pt>
                <c:pt idx="2516">
                  <c:v>6.5088708353994162</c:v>
                </c:pt>
                <c:pt idx="2517">
                  <c:v>6.4872635618794323</c:v>
                </c:pt>
                <c:pt idx="2518">
                  <c:v>6.9636419362034427</c:v>
                </c:pt>
                <c:pt idx="2519">
                  <c:v>7.1779038032513238</c:v>
                </c:pt>
                <c:pt idx="2520">
                  <c:v>7.2698193946674579</c:v>
                </c:pt>
                <c:pt idx="2521">
                  <c:v>7.3841085608346892</c:v>
                </c:pt>
                <c:pt idx="2522">
                  <c:v>7.448679958059004</c:v>
                </c:pt>
                <c:pt idx="2523">
                  <c:v>7.3907813256217452</c:v>
                </c:pt>
                <c:pt idx="2524">
                  <c:v>7.5871624827713777</c:v>
                </c:pt>
                <c:pt idx="2525">
                  <c:v>7.8885489821600823</c:v>
                </c:pt>
                <c:pt idx="2526">
                  <c:v>7.7741384525100967</c:v>
                </c:pt>
                <c:pt idx="2527">
                  <c:v>7.8195035858077269</c:v>
                </c:pt>
                <c:pt idx="2528">
                  <c:v>7.8493999731352151</c:v>
                </c:pt>
                <c:pt idx="2529">
                  <c:v>7.8691608435213771</c:v>
                </c:pt>
                <c:pt idx="2530">
                  <c:v>7.8886811452967756</c:v>
                </c:pt>
                <c:pt idx="2531">
                  <c:v>7.1473561257622311</c:v>
                </c:pt>
                <c:pt idx="2532">
                  <c:v>6.7498997653157788</c:v>
                </c:pt>
                <c:pt idx="2533">
                  <c:v>6.9449293991810661</c:v>
                </c:pt>
                <c:pt idx="2534">
                  <c:v>6.3914723018358792</c:v>
                </c:pt>
                <c:pt idx="2535">
                  <c:v>6.1871845155634766</c:v>
                </c:pt>
                <c:pt idx="2536">
                  <c:v>6.4542556197637522</c:v>
                </c:pt>
                <c:pt idx="2537">
                  <c:v>7.1623367031713272</c:v>
                </c:pt>
                <c:pt idx="2538">
                  <c:v>7.6059199276352469</c:v>
                </c:pt>
                <c:pt idx="2539">
                  <c:v>7.9341518580234176</c:v>
                </c:pt>
                <c:pt idx="2540">
                  <c:v>7.7876409759178014</c:v>
                </c:pt>
                <c:pt idx="2541">
                  <c:v>7.9249118935379776</c:v>
                </c:pt>
                <c:pt idx="2542">
                  <c:v>8.5003317297380949</c:v>
                </c:pt>
                <c:pt idx="2543">
                  <c:v>8.420478520867654</c:v>
                </c:pt>
                <c:pt idx="2544">
                  <c:v>8.4807916506194285</c:v>
                </c:pt>
                <c:pt idx="2545">
                  <c:v>8.5223313292760494</c:v>
                </c:pt>
                <c:pt idx="2546">
                  <c:v>8.6929215520367755</c:v>
                </c:pt>
                <c:pt idx="2547">
                  <c:v>8.4867964983822333</c:v>
                </c:pt>
                <c:pt idx="2548">
                  <c:v>8.2870224017856327</c:v>
                </c:pt>
                <c:pt idx="2549">
                  <c:v>8.5906130388941371</c:v>
                </c:pt>
                <c:pt idx="2550">
                  <c:v>8.7276126392865532</c:v>
                </c:pt>
                <c:pt idx="2551">
                  <c:v>8.5159074561079411</c:v>
                </c:pt>
                <c:pt idx="2552">
                  <c:v>8.3199130823397081</c:v>
                </c:pt>
                <c:pt idx="2553">
                  <c:v>7.9625868830460842</c:v>
                </c:pt>
                <c:pt idx="2554">
                  <c:v>6.9176812635260596</c:v>
                </c:pt>
                <c:pt idx="2555">
                  <c:v>6.6717867604013481</c:v>
                </c:pt>
                <c:pt idx="2556">
                  <c:v>5.9401764373148884</c:v>
                </c:pt>
                <c:pt idx="2557">
                  <c:v>5.8248809053247452</c:v>
                </c:pt>
                <c:pt idx="2558">
                  <c:v>5.3330747444691537</c:v>
                </c:pt>
                <c:pt idx="2559">
                  <c:v>5.5306713185261751</c:v>
                </c:pt>
                <c:pt idx="2560">
                  <c:v>5.321277122952659</c:v>
                </c:pt>
                <c:pt idx="2561">
                  <c:v>5.2926595551087443</c:v>
                </c:pt>
                <c:pt idx="2562">
                  <c:v>5.5294517354983288</c:v>
                </c:pt>
                <c:pt idx="2563">
                  <c:v>6.0335863150315046</c:v>
                </c:pt>
                <c:pt idx="2564">
                  <c:v>6.4350457736339211</c:v>
                </c:pt>
                <c:pt idx="2565">
                  <c:v>6.3504938986591544</c:v>
                </c:pt>
                <c:pt idx="2566">
                  <c:v>6.630531099660212</c:v>
                </c:pt>
                <c:pt idx="2567">
                  <c:v>6.7794600861690464</c:v>
                </c:pt>
                <c:pt idx="2568">
                  <c:v>7.4160811096147183</c:v>
                </c:pt>
                <c:pt idx="2569">
                  <c:v>7.8349199839879029</c:v>
                </c:pt>
                <c:pt idx="2570">
                  <c:v>7.7784199254351467</c:v>
                </c:pt>
                <c:pt idx="2571">
                  <c:v>7.9043539303592061</c:v>
                </c:pt>
                <c:pt idx="2572">
                  <c:v>8.0473763474160407</c:v>
                </c:pt>
                <c:pt idx="2573">
                  <c:v>8.1114254065908789</c:v>
                </c:pt>
                <c:pt idx="2574">
                  <c:v>8.0947415426325016</c:v>
                </c:pt>
                <c:pt idx="2575">
                  <c:v>8.2169774155650543</c:v>
                </c:pt>
                <c:pt idx="2576">
                  <c:v>9.2667146694705593</c:v>
                </c:pt>
                <c:pt idx="2577">
                  <c:v>8.8269619973458902</c:v>
                </c:pt>
                <c:pt idx="2578">
                  <c:v>7.7275165791380296</c:v>
                </c:pt>
                <c:pt idx="2579">
                  <c:v>7.159054356692554</c:v>
                </c:pt>
                <c:pt idx="2580">
                  <c:v>6.6435471809470412</c:v>
                </c:pt>
                <c:pt idx="2581">
                  <c:v>6.226287867976966</c:v>
                </c:pt>
                <c:pt idx="2582">
                  <c:v>5.5848215270712709</c:v>
                </c:pt>
                <c:pt idx="2583">
                  <c:v>5.8699966136608142</c:v>
                </c:pt>
                <c:pt idx="2584">
                  <c:v>5.8877199054412079</c:v>
                </c:pt>
                <c:pt idx="2585">
                  <c:v>6.2331923519245969</c:v>
                </c:pt>
                <c:pt idx="2586">
                  <c:v>6.3241568786514675</c:v>
                </c:pt>
                <c:pt idx="2587">
                  <c:v>6.4076513122464052</c:v>
                </c:pt>
                <c:pt idx="2588">
                  <c:v>6.2994535324823433</c:v>
                </c:pt>
                <c:pt idx="2589">
                  <c:v>6.2583189251014151</c:v>
                </c:pt>
                <c:pt idx="2590">
                  <c:v>6.6108787587792675</c:v>
                </c:pt>
                <c:pt idx="2591">
                  <c:v>5.958286045837232</c:v>
                </c:pt>
                <c:pt idx="2592">
                  <c:v>6.4780731381191181</c:v>
                </c:pt>
                <c:pt idx="2593">
                  <c:v>6.7678651596270241</c:v>
                </c:pt>
                <c:pt idx="2594">
                  <c:v>7.3817749065438889</c:v>
                </c:pt>
                <c:pt idx="2595">
                  <c:v>7.1334874900383003</c:v>
                </c:pt>
                <c:pt idx="2596">
                  <c:v>7.4112092804764442</c:v>
                </c:pt>
                <c:pt idx="2597">
                  <c:v>7.856145114144744</c:v>
                </c:pt>
                <c:pt idx="2598">
                  <c:v>7.754123756482703</c:v>
                </c:pt>
                <c:pt idx="2599">
                  <c:v>7.4071019799677318</c:v>
                </c:pt>
                <c:pt idx="2600">
                  <c:v>7.3394918330398173</c:v>
                </c:pt>
                <c:pt idx="2601">
                  <c:v>6.7223069732106469</c:v>
                </c:pt>
                <c:pt idx="2602">
                  <c:v>6.1515068371509329</c:v>
                </c:pt>
                <c:pt idx="2603">
                  <c:v>5.662819602476552</c:v>
                </c:pt>
                <c:pt idx="2604">
                  <c:v>5.1078354353049296</c:v>
                </c:pt>
                <c:pt idx="2605">
                  <c:v>4.6218115601520715</c:v>
                </c:pt>
                <c:pt idx="2606">
                  <c:v>4.8420242848657526</c:v>
                </c:pt>
                <c:pt idx="2607">
                  <c:v>4.9204459107528828</c:v>
                </c:pt>
                <c:pt idx="2608">
                  <c:v>5.0258935174574093</c:v>
                </c:pt>
                <c:pt idx="2609">
                  <c:v>5.0517750988367922</c:v>
                </c:pt>
                <c:pt idx="2610">
                  <c:v>4.7142427129088595</c:v>
                </c:pt>
                <c:pt idx="2611">
                  <c:v>4.9130635522826225</c:v>
                </c:pt>
                <c:pt idx="2612">
                  <c:v>4.5185775617138333</c:v>
                </c:pt>
                <c:pt idx="2613">
                  <c:v>4.7294835067532164</c:v>
                </c:pt>
                <c:pt idx="2614">
                  <c:v>4.8669926247289608</c:v>
                </c:pt>
                <c:pt idx="2615">
                  <c:v>4.7470561612646769</c:v>
                </c:pt>
                <c:pt idx="2616">
                  <c:v>4.8402046370587293</c:v>
                </c:pt>
                <c:pt idx="2617">
                  <c:v>4.6442632497659284</c:v>
                </c:pt>
                <c:pt idx="2618">
                  <c:v>4.8662388062793323</c:v>
                </c:pt>
                <c:pt idx="2619">
                  <c:v>5.1656522986795634</c:v>
                </c:pt>
                <c:pt idx="2620">
                  <c:v>5.1923762603510761</c:v>
                </c:pt>
                <c:pt idx="2621">
                  <c:v>5.0517450190618609</c:v>
                </c:pt>
                <c:pt idx="2622">
                  <c:v>4.9346806375945382</c:v>
                </c:pt>
                <c:pt idx="2623">
                  <c:v>4.8704944167732718</c:v>
                </c:pt>
                <c:pt idx="2624">
                  <c:v>4.8745223218889038</c:v>
                </c:pt>
                <c:pt idx="2625">
                  <c:v>4.8590696435539416</c:v>
                </c:pt>
                <c:pt idx="2626">
                  <c:v>4.8106797920359412</c:v>
                </c:pt>
                <c:pt idx="2627">
                  <c:v>4.6822853859882239</c:v>
                </c:pt>
                <c:pt idx="2628">
                  <c:v>4.6974526621015462</c:v>
                </c:pt>
                <c:pt idx="2629">
                  <c:v>4.4143670840940192</c:v>
                </c:pt>
                <c:pt idx="2630">
                  <c:v>4.1358811348049649</c:v>
                </c:pt>
                <c:pt idx="2631">
                  <c:v>4.3448463069588001</c:v>
                </c:pt>
                <c:pt idx="2632">
                  <c:v>4.1389924664718389</c:v>
                </c:pt>
                <c:pt idx="2633">
                  <c:v>4.3051628835335478</c:v>
                </c:pt>
                <c:pt idx="2634">
                  <c:v>3.9844759476958518</c:v>
                </c:pt>
                <c:pt idx="2635">
                  <c:v>4.3336372036208166</c:v>
                </c:pt>
                <c:pt idx="2636">
                  <c:v>4.5899439010585077</c:v>
                </c:pt>
                <c:pt idx="2637">
                  <c:v>4.6304700264901051</c:v>
                </c:pt>
                <c:pt idx="2638">
                  <c:v>4.7015222555758971</c:v>
                </c:pt>
                <c:pt idx="2639">
                  <c:v>4.8609403183067306</c:v>
                </c:pt>
                <c:pt idx="2640">
                  <c:v>5.3881461762468588</c:v>
                </c:pt>
                <c:pt idx="2641">
                  <c:v>5.7564009834357917</c:v>
                </c:pt>
                <c:pt idx="2642">
                  <c:v>5.8864544922059014</c:v>
                </c:pt>
                <c:pt idx="2643">
                  <c:v>5.6164831272255906</c:v>
                </c:pt>
                <c:pt idx="2644">
                  <c:v>5.6180435629621881</c:v>
                </c:pt>
                <c:pt idx="2645">
                  <c:v>5.7001897620778905</c:v>
                </c:pt>
                <c:pt idx="2646">
                  <c:v>5.7065330036040169</c:v>
                </c:pt>
                <c:pt idx="2647">
                  <c:v>5.6240653774975149</c:v>
                </c:pt>
                <c:pt idx="2648">
                  <c:v>5.5437659216352699</c:v>
                </c:pt>
                <c:pt idx="2649">
                  <c:v>5.6167285137118972</c:v>
                </c:pt>
                <c:pt idx="2650">
                  <c:v>5.8290762391663504</c:v>
                </c:pt>
                <c:pt idx="2651">
                  <c:v>6.0700831155395036</c:v>
                </c:pt>
                <c:pt idx="2652">
                  <c:v>5.515461380527853</c:v>
                </c:pt>
                <c:pt idx="2653">
                  <c:v>6.0397341251352143</c:v>
                </c:pt>
                <c:pt idx="2654">
                  <c:v>6.0474477460399561</c:v>
                </c:pt>
                <c:pt idx="2655">
                  <c:v>5.7066318334100457</c:v>
                </c:pt>
                <c:pt idx="2656">
                  <c:v>6.0592290486943385</c:v>
                </c:pt>
                <c:pt idx="2657">
                  <c:v>5.6599338679373083</c:v>
                </c:pt>
                <c:pt idx="2658">
                  <c:v>5.7887909933008057</c:v>
                </c:pt>
                <c:pt idx="2659">
                  <c:v>6.0691454201398312</c:v>
                </c:pt>
                <c:pt idx="2660">
                  <c:v>6.1733411866563461</c:v>
                </c:pt>
                <c:pt idx="2661">
                  <c:v>6.1752377948389805</c:v>
                </c:pt>
                <c:pt idx="2662">
                  <c:v>6.4043905455581944</c:v>
                </c:pt>
                <c:pt idx="2663">
                  <c:v>6.6257713349071512</c:v>
                </c:pt>
                <c:pt idx="2664">
                  <c:v>6.4280983266115692</c:v>
                </c:pt>
                <c:pt idx="2665">
                  <c:v>6.559558847848777</c:v>
                </c:pt>
                <c:pt idx="2666">
                  <c:v>6.2218084974611019</c:v>
                </c:pt>
                <c:pt idx="2667">
                  <c:v>6.2111622496918795</c:v>
                </c:pt>
                <c:pt idx="2668">
                  <c:v>6.0946668516711204</c:v>
                </c:pt>
                <c:pt idx="2669">
                  <c:v>6.0296710480690328</c:v>
                </c:pt>
                <c:pt idx="2670">
                  <c:v>6.0059184776739576</c:v>
                </c:pt>
                <c:pt idx="2671">
                  <c:v>6.0629050693951125</c:v>
                </c:pt>
                <c:pt idx="2672">
                  <c:v>6.0685910836604267</c:v>
                </c:pt>
                <c:pt idx="2673">
                  <c:v>6.8796772508491362</c:v>
                </c:pt>
                <c:pt idx="2674">
                  <c:v>6.77993329585754</c:v>
                </c:pt>
                <c:pt idx="2675">
                  <c:v>7.0895349001840717</c:v>
                </c:pt>
                <c:pt idx="2676">
                  <c:v>5.9636400154501565</c:v>
                </c:pt>
                <c:pt idx="2677">
                  <c:v>6.8048723373636113</c:v>
                </c:pt>
                <c:pt idx="2678">
                  <c:v>6.935750025386211</c:v>
                </c:pt>
                <c:pt idx="2679">
                  <c:v>6.1679101086465025</c:v>
                </c:pt>
                <c:pt idx="2680">
                  <c:v>6.5516881652785175</c:v>
                </c:pt>
                <c:pt idx="2681">
                  <c:v>6.1412191922667985</c:v>
                </c:pt>
                <c:pt idx="2682">
                  <c:v>6.0912891160733507</c:v>
                </c:pt>
                <c:pt idx="2683">
                  <c:v>6.4969994916280163</c:v>
                </c:pt>
                <c:pt idx="2684">
                  <c:v>6.5555430549924063</c:v>
                </c:pt>
                <c:pt idx="2685">
                  <c:v>6.6900837607351242</c:v>
                </c:pt>
                <c:pt idx="2686">
                  <c:v>6.8829365944425245</c:v>
                </c:pt>
                <c:pt idx="2687">
                  <c:v>6.4653804172110885</c:v>
                </c:pt>
                <c:pt idx="2688">
                  <c:v>6.5595742126683794</c:v>
                </c:pt>
                <c:pt idx="2689">
                  <c:v>6.3514254160488237</c:v>
                </c:pt>
                <c:pt idx="2690">
                  <c:v>6.9104173794817205</c:v>
                </c:pt>
                <c:pt idx="2691">
                  <c:v>7.1882699200476985</c:v>
                </c:pt>
                <c:pt idx="2692">
                  <c:v>7.2166032780248237</c:v>
                </c:pt>
                <c:pt idx="2693">
                  <c:v>6.9303248925800798</c:v>
                </c:pt>
                <c:pt idx="2694">
                  <c:v>7.2305880143635859</c:v>
                </c:pt>
                <c:pt idx="2695">
                  <c:v>7.5070194404973805</c:v>
                </c:pt>
                <c:pt idx="2696">
                  <c:v>7.5463340248517872</c:v>
                </c:pt>
                <c:pt idx="2697">
                  <c:v>7.6018556205297356</c:v>
                </c:pt>
                <c:pt idx="2698">
                  <c:v>7.3551638277516203</c:v>
                </c:pt>
                <c:pt idx="2699">
                  <c:v>6.3295923951234352</c:v>
                </c:pt>
                <c:pt idx="2700">
                  <c:v>6.400011778439886</c:v>
                </c:pt>
                <c:pt idx="2701">
                  <c:v>6.557465797909475</c:v>
                </c:pt>
                <c:pt idx="2702">
                  <c:v>6.4569984462350245</c:v>
                </c:pt>
                <c:pt idx="2703">
                  <c:v>6.1023736079911988</c:v>
                </c:pt>
                <c:pt idx="2704">
                  <c:v>6.0784719038826642</c:v>
                </c:pt>
                <c:pt idx="2705">
                  <c:v>6.3399640961819488</c:v>
                </c:pt>
                <c:pt idx="2706">
                  <c:v>6.7074050110414607</c:v>
                </c:pt>
                <c:pt idx="2707">
                  <c:v>6.5544627474565225</c:v>
                </c:pt>
                <c:pt idx="2708">
                  <c:v>6.4749813129096108</c:v>
                </c:pt>
                <c:pt idx="2709">
                  <c:v>6.4316114903103045</c:v>
                </c:pt>
                <c:pt idx="2710">
                  <c:v>6.317683932433976</c:v>
                </c:pt>
                <c:pt idx="2711">
                  <c:v>6.4056494926405092</c:v>
                </c:pt>
                <c:pt idx="2712">
                  <c:v>6.4254643490080676</c:v>
                </c:pt>
                <c:pt idx="2713">
                  <c:v>6.3027276814397037</c:v>
                </c:pt>
                <c:pt idx="2714">
                  <c:v>6.6038527789443942</c:v>
                </c:pt>
                <c:pt idx="2715">
                  <c:v>6.675872160601549</c:v>
                </c:pt>
                <c:pt idx="2716">
                  <c:v>6.714672662766386</c:v>
                </c:pt>
                <c:pt idx="2717">
                  <c:v>6.3820530984072832</c:v>
                </c:pt>
                <c:pt idx="2718">
                  <c:v>6.6236869729807433</c:v>
                </c:pt>
                <c:pt idx="2719">
                  <c:v>6.4223014393397637</c:v>
                </c:pt>
                <c:pt idx="2720">
                  <c:v>6.6190334132234518</c:v>
                </c:pt>
                <c:pt idx="2721">
                  <c:v>6.0642055601258713</c:v>
                </c:pt>
                <c:pt idx="2722">
                  <c:v>6.2907110523693319</c:v>
                </c:pt>
                <c:pt idx="2723">
                  <c:v>6.242720186353111</c:v>
                </c:pt>
                <c:pt idx="2724">
                  <c:v>6.029478562716867</c:v>
                </c:pt>
                <c:pt idx="2725">
                  <c:v>6.1474680283798593</c:v>
                </c:pt>
                <c:pt idx="2726">
                  <c:v>6.0301368101913413</c:v>
                </c:pt>
                <c:pt idx="2727">
                  <c:v>5.5371080579088536</c:v>
                </c:pt>
                <c:pt idx="2728">
                  <c:v>5.5669295251937436</c:v>
                </c:pt>
                <c:pt idx="2729">
                  <c:v>5.6941131678327945</c:v>
                </c:pt>
                <c:pt idx="2730">
                  <c:v>5.7855653395115958</c:v>
                </c:pt>
                <c:pt idx="2731">
                  <c:v>5.7429627175565381</c:v>
                </c:pt>
                <c:pt idx="2732">
                  <c:v>6.0351074564680358</c:v>
                </c:pt>
                <c:pt idx="2733">
                  <c:v>6.2355454864238089</c:v>
                </c:pt>
                <c:pt idx="2734">
                  <c:v>5.9931171743363851</c:v>
                </c:pt>
                <c:pt idx="2735">
                  <c:v>6.1570933646757702</c:v>
                </c:pt>
                <c:pt idx="2736">
                  <c:v>5.7639523561375112</c:v>
                </c:pt>
                <c:pt idx="2737">
                  <c:v>5.8081656476987389</c:v>
                </c:pt>
                <c:pt idx="2738">
                  <c:v>5.8651545238498075</c:v>
                </c:pt>
                <c:pt idx="2739">
                  <c:v>6.0846940249397079</c:v>
                </c:pt>
                <c:pt idx="2740">
                  <c:v>5.9840871183043562</c:v>
                </c:pt>
                <c:pt idx="2741">
                  <c:v>6.2140269206493954</c:v>
                </c:pt>
                <c:pt idx="2742">
                  <c:v>6.1778574651857383</c:v>
                </c:pt>
                <c:pt idx="2743">
                  <c:v>6.1689388859510288</c:v>
                </c:pt>
                <c:pt idx="2744">
                  <c:v>6.3262625540776263</c:v>
                </c:pt>
                <c:pt idx="2745">
                  <c:v>6.2815219904666719</c:v>
                </c:pt>
                <c:pt idx="2746">
                  <c:v>6.6851610270748871</c:v>
                </c:pt>
                <c:pt idx="2747">
                  <c:v>6.9663747560321747</c:v>
                </c:pt>
                <c:pt idx="2748">
                  <c:v>5.7462787967982045</c:v>
                </c:pt>
                <c:pt idx="2749">
                  <c:v>5.1472059697594261</c:v>
                </c:pt>
                <c:pt idx="2750">
                  <c:v>4.5746217217884535</c:v>
                </c:pt>
                <c:pt idx="2751">
                  <c:v>4.615416149163674</c:v>
                </c:pt>
                <c:pt idx="2752">
                  <c:v>4.6014413286539</c:v>
                </c:pt>
                <c:pt idx="2753">
                  <c:v>4.496556556094415</c:v>
                </c:pt>
                <c:pt idx="2754">
                  <c:v>4.4361200203202635</c:v>
                </c:pt>
                <c:pt idx="2755">
                  <c:v>4.7674334715776974</c:v>
                </c:pt>
                <c:pt idx="2756">
                  <c:v>5.118892528595544</c:v>
                </c:pt>
                <c:pt idx="2757">
                  <c:v>5.37654652013725</c:v>
                </c:pt>
                <c:pt idx="2758">
                  <c:v>5.3839562997881476</c:v>
                </c:pt>
                <c:pt idx="2759">
                  <c:v>5.2068217226049258</c:v>
                </c:pt>
                <c:pt idx="2760">
                  <c:v>5.1150317497827986</c:v>
                </c:pt>
                <c:pt idx="2761">
                  <c:v>5.2067760014983797</c:v>
                </c:pt>
                <c:pt idx="2762">
                  <c:v>5.333075210159568</c:v>
                </c:pt>
                <c:pt idx="2763">
                  <c:v>5.3943781325490496</c:v>
                </c:pt>
                <c:pt idx="2764">
                  <c:v>5.1729762849093142</c:v>
                </c:pt>
                <c:pt idx="2765">
                  <c:v>5.3235644630204328</c:v>
                </c:pt>
                <c:pt idx="2766">
                  <c:v>5.2931505736791804</c:v>
                </c:pt>
                <c:pt idx="2767">
                  <c:v>5.2998812875783949</c:v>
                </c:pt>
                <c:pt idx="2768">
                  <c:v>5.6083303843745336</c:v>
                </c:pt>
                <c:pt idx="2769">
                  <c:v>5.5671203037292472</c:v>
                </c:pt>
                <c:pt idx="2770">
                  <c:v>5.0663978716157816</c:v>
                </c:pt>
                <c:pt idx="2771">
                  <c:v>4.9067060835288592</c:v>
                </c:pt>
                <c:pt idx="2772">
                  <c:v>4.4083171592862174</c:v>
                </c:pt>
                <c:pt idx="2773">
                  <c:v>4.4434675737304108</c:v>
                </c:pt>
                <c:pt idx="2774">
                  <c:v>4.3855586113107536</c:v>
                </c:pt>
                <c:pt idx="2775">
                  <c:v>4.208358789592169</c:v>
                </c:pt>
                <c:pt idx="2776">
                  <c:v>4.5189933586664841</c:v>
                </c:pt>
                <c:pt idx="2777">
                  <c:v>4.510758992433348</c:v>
                </c:pt>
                <c:pt idx="2778">
                  <c:v>4.8859153532598762</c:v>
                </c:pt>
                <c:pt idx="2779">
                  <c:v>5.342053659664507</c:v>
                </c:pt>
                <c:pt idx="2780">
                  <c:v>5.8597984609179798</c:v>
                </c:pt>
                <c:pt idx="2781">
                  <c:v>6.5453956064392287</c:v>
                </c:pt>
                <c:pt idx="2782">
                  <c:v>6.776283344449519</c:v>
                </c:pt>
                <c:pt idx="2783">
                  <c:v>7.1828265763286074</c:v>
                </c:pt>
                <c:pt idx="2784">
                  <c:v>7.5967057955004007</c:v>
                </c:pt>
                <c:pt idx="2785">
                  <c:v>7.9731913534515133</c:v>
                </c:pt>
                <c:pt idx="2786">
                  <c:v>8.7439348511815727</c:v>
                </c:pt>
                <c:pt idx="2787">
                  <c:v>8.9027118050907141</c:v>
                </c:pt>
                <c:pt idx="2788">
                  <c:v>9.1024583693562544</c:v>
                </c:pt>
                <c:pt idx="2789">
                  <c:v>9.8078497259539166</c:v>
                </c:pt>
                <c:pt idx="2790">
                  <c:v>9.962211831576445</c:v>
                </c:pt>
                <c:pt idx="2791">
                  <c:v>10.098417387771333</c:v>
                </c:pt>
                <c:pt idx="2792">
                  <c:v>10.446117617719198</c:v>
                </c:pt>
                <c:pt idx="2793">
                  <c:v>10.537915344956058</c:v>
                </c:pt>
                <c:pt idx="2794">
                  <c:v>10.004282776794195</c:v>
                </c:pt>
                <c:pt idx="2795">
                  <c:v>9.9176762544958041</c:v>
                </c:pt>
                <c:pt idx="2796">
                  <c:v>9.0027164673634683</c:v>
                </c:pt>
                <c:pt idx="2797">
                  <c:v>9.8694107945609009</c:v>
                </c:pt>
                <c:pt idx="2798">
                  <c:v>9.7487167770250949</c:v>
                </c:pt>
                <c:pt idx="2799">
                  <c:v>9.56164057884979</c:v>
                </c:pt>
                <c:pt idx="2800">
                  <c:v>9.8196857994019116</c:v>
                </c:pt>
                <c:pt idx="2801">
                  <c:v>9.2532262100746898</c:v>
                </c:pt>
                <c:pt idx="2802">
                  <c:v>8.5839939718550529</c:v>
                </c:pt>
                <c:pt idx="2803">
                  <c:v>8.6704358984354819</c:v>
                </c:pt>
                <c:pt idx="2804">
                  <c:v>9.1471414016465555</c:v>
                </c:pt>
                <c:pt idx="2805">
                  <c:v>8.60076976579915</c:v>
                </c:pt>
                <c:pt idx="2806">
                  <c:v>8.3594273009119231</c:v>
                </c:pt>
                <c:pt idx="2807">
                  <c:v>8.2687259505776485</c:v>
                </c:pt>
                <c:pt idx="2808">
                  <c:v>7.9959115305077395</c:v>
                </c:pt>
                <c:pt idx="2809">
                  <c:v>7.4552981175248352</c:v>
                </c:pt>
                <c:pt idx="2810">
                  <c:v>7.2152720556487946</c:v>
                </c:pt>
                <c:pt idx="2811">
                  <c:v>7.0916407262021863</c:v>
                </c:pt>
                <c:pt idx="2812">
                  <c:v>7.123139664187061</c:v>
                </c:pt>
                <c:pt idx="2813">
                  <c:v>7.1500071707624215</c:v>
                </c:pt>
                <c:pt idx="2814">
                  <c:v>7.3503097385859659</c:v>
                </c:pt>
                <c:pt idx="2815">
                  <c:v>7.5950740624811539</c:v>
                </c:pt>
                <c:pt idx="2816">
                  <c:v>8.0117669315161173</c:v>
                </c:pt>
                <c:pt idx="2817">
                  <c:v>7.9156439919754318</c:v>
                </c:pt>
                <c:pt idx="2818">
                  <c:v>8.0502627876866342</c:v>
                </c:pt>
                <c:pt idx="2819">
                  <c:v>8.1391176470142472</c:v>
                </c:pt>
                <c:pt idx="2820">
                  <c:v>7.2621205199777865</c:v>
                </c:pt>
                <c:pt idx="2821">
                  <c:v>6.9656662173740438</c:v>
                </c:pt>
                <c:pt idx="2822">
                  <c:v>6.912685883783432</c:v>
                </c:pt>
                <c:pt idx="2823">
                  <c:v>6.8294746632588392</c:v>
                </c:pt>
                <c:pt idx="2824">
                  <c:v>6.9982887143892905</c:v>
                </c:pt>
                <c:pt idx="2825">
                  <c:v>6.6115864030087561</c:v>
                </c:pt>
                <c:pt idx="2826">
                  <c:v>6.9658015291917463</c:v>
                </c:pt>
                <c:pt idx="2827">
                  <c:v>6.886034580988774</c:v>
                </c:pt>
                <c:pt idx="2828">
                  <c:v>7.0941083103108937</c:v>
                </c:pt>
                <c:pt idx="2829">
                  <c:v>7.0304638644174045</c:v>
                </c:pt>
                <c:pt idx="2830">
                  <c:v>7.0334923859188194</c:v>
                </c:pt>
                <c:pt idx="2831">
                  <c:v>7.0729177162166232</c:v>
                </c:pt>
                <c:pt idx="2832">
                  <c:v>7.4206931556009996</c:v>
                </c:pt>
                <c:pt idx="2833">
                  <c:v>7.3407986096781022</c:v>
                </c:pt>
                <c:pt idx="2834">
                  <c:v>7.3576865432773468</c:v>
                </c:pt>
                <c:pt idx="2835">
                  <c:v>7.8588261185012067</c:v>
                </c:pt>
                <c:pt idx="2836">
                  <c:v>8.2642928875355466</c:v>
                </c:pt>
                <c:pt idx="2837">
                  <c:v>8.736469748337818</c:v>
                </c:pt>
                <c:pt idx="2838">
                  <c:v>8.4374358041117787</c:v>
                </c:pt>
                <c:pt idx="2839">
                  <c:v>8.7106446568123417</c:v>
                </c:pt>
                <c:pt idx="2840">
                  <c:v>8.4916268659681258</c:v>
                </c:pt>
                <c:pt idx="2841">
                  <c:v>8.1174396158628674</c:v>
                </c:pt>
                <c:pt idx="2842">
                  <c:v>7.3898591570661916</c:v>
                </c:pt>
                <c:pt idx="2843">
                  <c:v>6.4558526452727332</c:v>
                </c:pt>
                <c:pt idx="2844">
                  <c:v>5.9620470397597103</c:v>
                </c:pt>
                <c:pt idx="2845">
                  <c:v>5.5615561482411868</c:v>
                </c:pt>
                <c:pt idx="2846">
                  <c:v>6.3020958651037047</c:v>
                </c:pt>
                <c:pt idx="2847">
                  <c:v>6.5931848749361217</c:v>
                </c:pt>
                <c:pt idx="2848">
                  <c:v>6.3472566805594042</c:v>
                </c:pt>
                <c:pt idx="2849">
                  <c:v>6.5537139494566166</c:v>
                </c:pt>
                <c:pt idx="2850">
                  <c:v>6.3279940238495893</c:v>
                </c:pt>
                <c:pt idx="2851">
                  <c:v>6.2678342575316774</c:v>
                </c:pt>
                <c:pt idx="2852">
                  <c:v>6.2376153458373613</c:v>
                </c:pt>
                <c:pt idx="2853">
                  <c:v>6.0619237441567462</c:v>
                </c:pt>
                <c:pt idx="2854">
                  <c:v>5.9037307957129785</c:v>
                </c:pt>
                <c:pt idx="2855">
                  <c:v>5.7429507811416087</c:v>
                </c:pt>
                <c:pt idx="2856">
                  <c:v>6.0282814075157081</c:v>
                </c:pt>
                <c:pt idx="2857">
                  <c:v>6.0038858323671942</c:v>
                </c:pt>
                <c:pt idx="2858">
                  <c:v>5.9260567827343795</c:v>
                </c:pt>
                <c:pt idx="2859">
                  <c:v>5.842312298427065</c:v>
                </c:pt>
                <c:pt idx="2860">
                  <c:v>5.3894174205880532</c:v>
                </c:pt>
                <c:pt idx="2861">
                  <c:v>5.9393801584924635</c:v>
                </c:pt>
                <c:pt idx="2862">
                  <c:v>5.9703740151601012</c:v>
                </c:pt>
                <c:pt idx="2863">
                  <c:v>6.2838901001775378</c:v>
                </c:pt>
                <c:pt idx="2864">
                  <c:v>5.8580010277870116</c:v>
                </c:pt>
                <c:pt idx="2865">
                  <c:v>4.9702285117736489</c:v>
                </c:pt>
                <c:pt idx="2866">
                  <c:v>4.3909896521639347</c:v>
                </c:pt>
                <c:pt idx="2867">
                  <c:v>4.1422082095594659</c:v>
                </c:pt>
                <c:pt idx="2868">
                  <c:v>4.2952597780582433</c:v>
                </c:pt>
                <c:pt idx="2869">
                  <c:v>4.082781407569783</c:v>
                </c:pt>
                <c:pt idx="2870">
                  <c:v>4.0333431966718987</c:v>
                </c:pt>
                <c:pt idx="2871">
                  <c:v>4.073976707847538</c:v>
                </c:pt>
                <c:pt idx="2872">
                  <c:v>4.2301365618565603</c:v>
                </c:pt>
                <c:pt idx="2873">
                  <c:v>4.8807704095348958</c:v>
                </c:pt>
                <c:pt idx="2874">
                  <c:v>5.2378871890631631</c:v>
                </c:pt>
                <c:pt idx="2875">
                  <c:v>5.1085855596840064</c:v>
                </c:pt>
                <c:pt idx="2876">
                  <c:v>5.5345652080103465</c:v>
                </c:pt>
                <c:pt idx="2877">
                  <c:v>5.5624087471058372</c:v>
                </c:pt>
                <c:pt idx="2878">
                  <c:v>5.8755262514824151</c:v>
                </c:pt>
                <c:pt idx="2879">
                  <c:v>6.2435823555924808</c:v>
                </c:pt>
                <c:pt idx="2880">
                  <c:v>6.1492619034281057</c:v>
                </c:pt>
                <c:pt idx="2881">
                  <c:v>6.2942393124988465</c:v>
                </c:pt>
                <c:pt idx="2882">
                  <c:v>6.3306036028056853</c:v>
                </c:pt>
                <c:pt idx="2883">
                  <c:v>7.0678403612370779</c:v>
                </c:pt>
                <c:pt idx="2884">
                  <c:v>7.8865832325071068</c:v>
                </c:pt>
                <c:pt idx="2885">
                  <c:v>8.4657977167294636</c:v>
                </c:pt>
                <c:pt idx="2886">
                  <c:v>7.9922211124479494</c:v>
                </c:pt>
                <c:pt idx="2887">
                  <c:v>8.1827101183665825</c:v>
                </c:pt>
                <c:pt idx="2888">
                  <c:v>8.4740305026483433</c:v>
                </c:pt>
                <c:pt idx="2889">
                  <c:v>8.7709816735811277</c:v>
                </c:pt>
                <c:pt idx="2890">
                  <c:v>9.2416578725665559</c:v>
                </c:pt>
                <c:pt idx="2891">
                  <c:v>9.2437811236758094</c:v>
                </c:pt>
                <c:pt idx="2892">
                  <c:v>8.9166656737938954</c:v>
                </c:pt>
                <c:pt idx="2893">
                  <c:v>9.2353251926385642</c:v>
                </c:pt>
                <c:pt idx="2894">
                  <c:v>9.0594215147252157</c:v>
                </c:pt>
                <c:pt idx="2895">
                  <c:v>8.8934123369976259</c:v>
                </c:pt>
                <c:pt idx="2896">
                  <c:v>9.1567708283817026</c:v>
                </c:pt>
                <c:pt idx="2897">
                  <c:v>8.7706971373071667</c:v>
                </c:pt>
                <c:pt idx="2898">
                  <c:v>8.9864766452405522</c:v>
                </c:pt>
                <c:pt idx="2899">
                  <c:v>8.9353129118972081</c:v>
                </c:pt>
                <c:pt idx="2900">
                  <c:v>8.7690687171835702</c:v>
                </c:pt>
                <c:pt idx="2901">
                  <c:v>8.6730531580895054</c:v>
                </c:pt>
                <c:pt idx="2902">
                  <c:v>8.4334140204923695</c:v>
                </c:pt>
                <c:pt idx="2903">
                  <c:v>8.5740869664980757</c:v>
                </c:pt>
                <c:pt idx="2904">
                  <c:v>8.4907494581577847</c:v>
                </c:pt>
                <c:pt idx="2905">
                  <c:v>8.5126036378157011</c:v>
                </c:pt>
                <c:pt idx="2906">
                  <c:v>8.5994257370929237</c:v>
                </c:pt>
                <c:pt idx="2907">
                  <c:v>8.3865818685400022</c:v>
                </c:pt>
                <c:pt idx="2908">
                  <c:v>8.223391691195344</c:v>
                </c:pt>
                <c:pt idx="2909">
                  <c:v>8.3478289335224236</c:v>
                </c:pt>
                <c:pt idx="2910">
                  <c:v>8.2516463362743337</c:v>
                </c:pt>
                <c:pt idx="2911">
                  <c:v>8.1674524448862069</c:v>
                </c:pt>
                <c:pt idx="2912">
                  <c:v>8.2980740737404286</c:v>
                </c:pt>
                <c:pt idx="2913">
                  <c:v>8.6995312552216841</c:v>
                </c:pt>
                <c:pt idx="2914">
                  <c:v>8.8016077048689834</c:v>
                </c:pt>
                <c:pt idx="2915">
                  <c:v>8.6432679118421802</c:v>
                </c:pt>
                <c:pt idx="2916">
                  <c:v>8.9756328090479176</c:v>
                </c:pt>
                <c:pt idx="2917">
                  <c:v>9.4619046923479306</c:v>
                </c:pt>
                <c:pt idx="2918">
                  <c:v>9.6282807233961805</c:v>
                </c:pt>
                <c:pt idx="2919">
                  <c:v>9.5181986131912097</c:v>
                </c:pt>
                <c:pt idx="2920">
                  <c:v>9.3847995429692315</c:v>
                </c:pt>
                <c:pt idx="2921">
                  <c:v>8.9514283143588944</c:v>
                </c:pt>
                <c:pt idx="2922">
                  <c:v>9.074612320277657</c:v>
                </c:pt>
                <c:pt idx="2923">
                  <c:v>9.3816130610336614</c:v>
                </c:pt>
                <c:pt idx="2924">
                  <c:v>9.575604211246624</c:v>
                </c:pt>
                <c:pt idx="2925">
                  <c:v>9.5627822126756516</c:v>
                </c:pt>
                <c:pt idx="2926">
                  <c:v>9.1647171493852237</c:v>
                </c:pt>
                <c:pt idx="2927">
                  <c:v>8.9285459037016501</c:v>
                </c:pt>
                <c:pt idx="2928">
                  <c:v>9.02348957835971</c:v>
                </c:pt>
                <c:pt idx="2929">
                  <c:v>8.6630635077115397</c:v>
                </c:pt>
                <c:pt idx="2930">
                  <c:v>8.3844954690705986</c:v>
                </c:pt>
                <c:pt idx="2931">
                  <c:v>8.6934277138283278</c:v>
                </c:pt>
                <c:pt idx="2932">
                  <c:v>8.8479543986391231</c:v>
                </c:pt>
                <c:pt idx="2933">
                  <c:v>9.2543964837190291</c:v>
                </c:pt>
                <c:pt idx="2934">
                  <c:v>9.8811403375084321</c:v>
                </c:pt>
                <c:pt idx="2935">
                  <c:v>10.60666557058452</c:v>
                </c:pt>
                <c:pt idx="2936">
                  <c:v>10.34778056348217</c:v>
                </c:pt>
                <c:pt idx="2937">
                  <c:v>10.446174944826959</c:v>
                </c:pt>
                <c:pt idx="2938">
                  <c:v>9.6970816380141986</c:v>
                </c:pt>
                <c:pt idx="2939">
                  <c:v>9.0428537042655481</c:v>
                </c:pt>
                <c:pt idx="2940">
                  <c:v>7.9786593039186897</c:v>
                </c:pt>
                <c:pt idx="2941">
                  <c:v>5.2376603470224152</c:v>
                </c:pt>
                <c:pt idx="2942">
                  <c:v>8.3042423127917218</c:v>
                </c:pt>
                <c:pt idx="2943">
                  <c:v>10.270653426850986</c:v>
                </c:pt>
                <c:pt idx="2944">
                  <c:v>8.141882818859937</c:v>
                </c:pt>
                <c:pt idx="2945">
                  <c:v>7.9859949932491734</c:v>
                </c:pt>
                <c:pt idx="2946">
                  <c:v>7.6837242209272354</c:v>
                </c:pt>
                <c:pt idx="2947">
                  <c:v>7.8543709464106648</c:v>
                </c:pt>
                <c:pt idx="2948">
                  <c:v>8.1250866532598671</c:v>
                </c:pt>
                <c:pt idx="2949">
                  <c:v>8.4934532277335961</c:v>
                </c:pt>
                <c:pt idx="2950">
                  <c:v>8.8102660473100567</c:v>
                </c:pt>
                <c:pt idx="2951">
                  <c:v>8.4523885541753341</c:v>
                </c:pt>
                <c:pt idx="2952">
                  <c:v>8.688003622250136</c:v>
                </c:pt>
                <c:pt idx="2953">
                  <c:v>9.5246427898589001</c:v>
                </c:pt>
                <c:pt idx="2954">
                  <c:v>10.079712396687057</c:v>
                </c:pt>
                <c:pt idx="2955">
                  <c:v>9.8521330699613792</c:v>
                </c:pt>
                <c:pt idx="2956">
                  <c:v>9.8672885925351128</c:v>
                </c:pt>
                <c:pt idx="2957">
                  <c:v>9.9630089376788309</c:v>
                </c:pt>
                <c:pt idx="2958">
                  <c:v>9.7188503882565946</c:v>
                </c:pt>
                <c:pt idx="2959">
                  <c:v>9.52220086745427</c:v>
                </c:pt>
                <c:pt idx="2960">
                  <c:v>9.0692742749940756</c:v>
                </c:pt>
                <c:pt idx="2961">
                  <c:v>9.1842012211498893</c:v>
                </c:pt>
                <c:pt idx="2962">
                  <c:v>10.109966458028721</c:v>
                </c:pt>
                <c:pt idx="2963">
                  <c:v>10.552771381239367</c:v>
                </c:pt>
                <c:pt idx="2964">
                  <c:v>9.8204416430441466</c:v>
                </c:pt>
                <c:pt idx="2965">
                  <c:v>9.0498126415537374</c:v>
                </c:pt>
                <c:pt idx="2966">
                  <c:v>8.0065592242428298</c:v>
                </c:pt>
                <c:pt idx="2967">
                  <c:v>7.872663018140468</c:v>
                </c:pt>
                <c:pt idx="2968">
                  <c:v>7.7068891537088744</c:v>
                </c:pt>
                <c:pt idx="2969">
                  <c:v>8.2431045654838897</c:v>
                </c:pt>
                <c:pt idx="2970">
                  <c:v>7.8831260541513739</c:v>
                </c:pt>
                <c:pt idx="2971">
                  <c:v>7.9857164518629808</c:v>
                </c:pt>
                <c:pt idx="2972">
                  <c:v>8.0373236554930134</c:v>
                </c:pt>
                <c:pt idx="2973">
                  <c:v>8.1947202363518468</c:v>
                </c:pt>
                <c:pt idx="2974">
                  <c:v>7.6181939248518304</c:v>
                </c:pt>
                <c:pt idx="2975">
                  <c:v>7.663159240383882</c:v>
                </c:pt>
                <c:pt idx="2976">
                  <c:v>7.7694263441818157</c:v>
                </c:pt>
                <c:pt idx="2977">
                  <c:v>7.664197466490017</c:v>
                </c:pt>
                <c:pt idx="2978">
                  <c:v>7.4423959347862487</c:v>
                </c:pt>
                <c:pt idx="2979">
                  <c:v>7.2436227749040052</c:v>
                </c:pt>
                <c:pt idx="2980">
                  <c:v>7.2364328694662969</c:v>
                </c:pt>
                <c:pt idx="2981">
                  <c:v>7.2427674624704022</c:v>
                </c:pt>
                <c:pt idx="2982">
                  <c:v>7.1554817180004386</c:v>
                </c:pt>
                <c:pt idx="2983">
                  <c:v>7.076148114354484</c:v>
                </c:pt>
                <c:pt idx="2984">
                  <c:v>7.3836643238113258</c:v>
                </c:pt>
                <c:pt idx="2985">
                  <c:v>7.416787934461472</c:v>
                </c:pt>
                <c:pt idx="2986">
                  <c:v>6.4817579898964039</c:v>
                </c:pt>
                <c:pt idx="2987">
                  <c:v>7.0459745576729</c:v>
                </c:pt>
                <c:pt idx="2988">
                  <c:v>6.5042693964761797</c:v>
                </c:pt>
                <c:pt idx="2989">
                  <c:v>6.1143338021323865</c:v>
                </c:pt>
                <c:pt idx="2990">
                  <c:v>6.1785867921893418</c:v>
                </c:pt>
                <c:pt idx="2991">
                  <c:v>5.9399129207701664</c:v>
                </c:pt>
                <c:pt idx="2992">
                  <c:v>6.5406277413174863</c:v>
                </c:pt>
                <c:pt idx="2993">
                  <c:v>5.5334295210396132</c:v>
                </c:pt>
                <c:pt idx="2994">
                  <c:v>5.7521909849594266</c:v>
                </c:pt>
                <c:pt idx="2995">
                  <c:v>6.2036806566909464</c:v>
                </c:pt>
                <c:pt idx="2996">
                  <c:v>6.0592552974224567</c:v>
                </c:pt>
                <c:pt idx="2997">
                  <c:v>6.2712591644964277</c:v>
                </c:pt>
                <c:pt idx="2998">
                  <c:v>6.9124727788417601</c:v>
                </c:pt>
                <c:pt idx="2999">
                  <c:v>8.3985907461545484</c:v>
                </c:pt>
                <c:pt idx="3000">
                  <c:v>9.5492564652515792</c:v>
                </c:pt>
                <c:pt idx="3001">
                  <c:v>15.804978698501367</c:v>
                </c:pt>
                <c:pt idx="3002">
                  <c:v>20.214965817822421</c:v>
                </c:pt>
                <c:pt idx="3003">
                  <c:v>21.074218129540661</c:v>
                </c:pt>
                <c:pt idx="3004">
                  <c:v>22.160716245129759</c:v>
                </c:pt>
                <c:pt idx="3005">
                  <c:v>22.960413707980912</c:v>
                </c:pt>
                <c:pt idx="3006">
                  <c:v>24.362621982509815</c:v>
                </c:pt>
                <c:pt idx="3007">
                  <c:v>25.645600477383233</c:v>
                </c:pt>
                <c:pt idx="3008">
                  <c:v>26.059134135292517</c:v>
                </c:pt>
                <c:pt idx="3009">
                  <c:v>26.969417551685211</c:v>
                </c:pt>
                <c:pt idx="3010">
                  <c:v>30.473704392519526</c:v>
                </c:pt>
                <c:pt idx="3011">
                  <c:v>22.858724002362994</c:v>
                </c:pt>
                <c:pt idx="3012">
                  <c:v>22.509261964610886</c:v>
                </c:pt>
                <c:pt idx="3013">
                  <c:v>20.900088969760873</c:v>
                </c:pt>
                <c:pt idx="3014">
                  <c:v>20.60533597525551</c:v>
                </c:pt>
                <c:pt idx="3015">
                  <c:v>14.115238385443238</c:v>
                </c:pt>
                <c:pt idx="3016">
                  <c:v>0.38165353393793844</c:v>
                </c:pt>
                <c:pt idx="3017">
                  <c:v>0.18849987040900668</c:v>
                </c:pt>
                <c:pt idx="3018">
                  <c:v>6.5394832121159457E-2</c:v>
                </c:pt>
                <c:pt idx="3019">
                  <c:v>2.7837206290315296E-2</c:v>
                </c:pt>
                <c:pt idx="3020">
                  <c:v>1.9299619354072744E-2</c:v>
                </c:pt>
                <c:pt idx="3021">
                  <c:v>9.7131747243852234E-3</c:v>
                </c:pt>
                <c:pt idx="3022">
                  <c:v>1.4001535985012845E-2</c:v>
                </c:pt>
                <c:pt idx="3023">
                  <c:v>2.0832910093959808E-2</c:v>
                </c:pt>
                <c:pt idx="3024">
                  <c:v>1.3471668711677792E-2</c:v>
                </c:pt>
                <c:pt idx="3025">
                  <c:v>9.6942954937909841E-3</c:v>
                </c:pt>
                <c:pt idx="3026">
                  <c:v>6.6719937325696371E-3</c:v>
                </c:pt>
                <c:pt idx="3027">
                  <c:v>5.1579581282344784E-3</c:v>
                </c:pt>
                <c:pt idx="3028">
                  <c:v>3.5739744037852957E-3</c:v>
                </c:pt>
                <c:pt idx="3029">
                  <c:v>2.58688423235058E-3</c:v>
                </c:pt>
                <c:pt idx="3030">
                  <c:v>-1.8327354692878841E-4</c:v>
                </c:pt>
                <c:pt idx="3031">
                  <c:v>-3.6777949213234098E-3</c:v>
                </c:pt>
                <c:pt idx="3032">
                  <c:v>-4.2476981516953477E-2</c:v>
                </c:pt>
                <c:pt idx="3033">
                  <c:v>-8.1446704709328202E-2</c:v>
                </c:pt>
                <c:pt idx="3034">
                  <c:v>-7.7989433272390982E-2</c:v>
                </c:pt>
                <c:pt idx="3035">
                  <c:v>-7.3173640545763585E-2</c:v>
                </c:pt>
                <c:pt idx="3036">
                  <c:v>-7.0168660458253151E-2</c:v>
                </c:pt>
                <c:pt idx="3037">
                  <c:v>-6.9408524792137841E-2</c:v>
                </c:pt>
                <c:pt idx="3038">
                  <c:v>-6.2938507237047303E-2</c:v>
                </c:pt>
                <c:pt idx="3039">
                  <c:v>-5.6847042243983043E-2</c:v>
                </c:pt>
                <c:pt idx="3040">
                  <c:v>-5.4054150456717263E-2</c:v>
                </c:pt>
                <c:pt idx="3041">
                  <c:v>1.3835307058625504E-2</c:v>
                </c:pt>
                <c:pt idx="3042">
                  <c:v>2.1604142171220607E-2</c:v>
                </c:pt>
                <c:pt idx="3043">
                  <c:v>1.4348715500302233E-2</c:v>
                </c:pt>
                <c:pt idx="3044">
                  <c:v>9.9772532952121795E-3</c:v>
                </c:pt>
                <c:pt idx="3045">
                  <c:v>7.1314730185763264E-3</c:v>
                </c:pt>
                <c:pt idx="3046">
                  <c:v>6.8200004886873732E-3</c:v>
                </c:pt>
                <c:pt idx="3047">
                  <c:v>5.399399098997025E-3</c:v>
                </c:pt>
                <c:pt idx="3048">
                  <c:v>5.843244483973338E-3</c:v>
                </c:pt>
                <c:pt idx="3049">
                  <c:v>6.2651941027245606E-3</c:v>
                </c:pt>
                <c:pt idx="3050">
                  <c:v>5.2702700032198546E-3</c:v>
                </c:pt>
                <c:pt idx="3051">
                  <c:v>5.8670892685689854E-3</c:v>
                </c:pt>
                <c:pt idx="3052">
                  <c:v>4.6427499724585554E-3</c:v>
                </c:pt>
                <c:pt idx="3053">
                  <c:v>5.1698582365229317E-3</c:v>
                </c:pt>
                <c:pt idx="3054">
                  <c:v>6.3308061125983807E-3</c:v>
                </c:pt>
                <c:pt idx="3055">
                  <c:v>5.6995226701935815E-3</c:v>
                </c:pt>
                <c:pt idx="3056">
                  <c:v>-9.8097915873026614E-3</c:v>
                </c:pt>
                <c:pt idx="3057">
                  <c:v>-4.671701802541528E-2</c:v>
                </c:pt>
                <c:pt idx="3058">
                  <c:v>-4.4029992272650816E-2</c:v>
                </c:pt>
                <c:pt idx="3059">
                  <c:v>-4.2041260648417747E-2</c:v>
                </c:pt>
                <c:pt idx="3060">
                  <c:v>-4.2776265256405668E-2</c:v>
                </c:pt>
                <c:pt idx="3061">
                  <c:v>-5.1413572962288524E-2</c:v>
                </c:pt>
                <c:pt idx="3062">
                  <c:v>-4.0987458075791343E-2</c:v>
                </c:pt>
                <c:pt idx="3063">
                  <c:v>-3.9030502207093552E-2</c:v>
                </c:pt>
                <c:pt idx="3064">
                  <c:v>-3.9245454410997874E-2</c:v>
                </c:pt>
                <c:pt idx="3065">
                  <c:v>6.6195645999709641E-3</c:v>
                </c:pt>
                <c:pt idx="3066">
                  <c:v>1.0903262298357478E-2</c:v>
                </c:pt>
                <c:pt idx="3067">
                  <c:v>7.3195913201021638E-3</c:v>
                </c:pt>
                <c:pt idx="3068">
                  <c:v>6.4341399059097129E-3</c:v>
                </c:pt>
                <c:pt idx="3069">
                  <c:v>6.1511462964876683E-3</c:v>
                </c:pt>
                <c:pt idx="3070">
                  <c:v>3.8427255073144105E-3</c:v>
                </c:pt>
                <c:pt idx="3071">
                  <c:v>5.1260617363873663E-3</c:v>
                </c:pt>
                <c:pt idx="3072">
                  <c:v>3.9059703917433027E-3</c:v>
                </c:pt>
                <c:pt idx="3073">
                  <c:v>5.5914926260944228E-3</c:v>
                </c:pt>
                <c:pt idx="3074">
                  <c:v>3.7536200357834479E-3</c:v>
                </c:pt>
                <c:pt idx="3075">
                  <c:v>5.3147921657105152E-3</c:v>
                </c:pt>
                <c:pt idx="3076">
                  <c:v>4.4980564457771897E-3</c:v>
                </c:pt>
                <c:pt idx="3077">
                  <c:v>4.6182477745440251E-3</c:v>
                </c:pt>
                <c:pt idx="3078">
                  <c:v>4.2510176400050162E-3</c:v>
                </c:pt>
                <c:pt idx="3079">
                  <c:v>1.8462715924775018E-3</c:v>
                </c:pt>
                <c:pt idx="3080">
                  <c:v>-8.0294722458383073E-3</c:v>
                </c:pt>
                <c:pt idx="3081">
                  <c:v>1.0087811720553704E-2</c:v>
                </c:pt>
                <c:pt idx="3082">
                  <c:v>-1.1822934802678852E-2</c:v>
                </c:pt>
                <c:pt idx="3083">
                  <c:v>-7.1162534055639369E-3</c:v>
                </c:pt>
                <c:pt idx="3084">
                  <c:v>1.0777769769639157E-3</c:v>
                </c:pt>
                <c:pt idx="3085">
                  <c:v>8.8057857857640233E-3</c:v>
                </c:pt>
                <c:pt idx="3086">
                  <c:v>9.7084202530556881E-3</c:v>
                </c:pt>
                <c:pt idx="3087">
                  <c:v>1.4721272569419469E-2</c:v>
                </c:pt>
                <c:pt idx="3088">
                  <c:v>1.7396866304167462E-2</c:v>
                </c:pt>
                <c:pt idx="3089">
                  <c:v>1.0249109396575827E-2</c:v>
                </c:pt>
                <c:pt idx="3090">
                  <c:v>2.3480589399183759E-3</c:v>
                </c:pt>
                <c:pt idx="3091">
                  <c:v>-2.4570085527717417E-2</c:v>
                </c:pt>
                <c:pt idx="3092">
                  <c:v>-3.810718045628491E-2</c:v>
                </c:pt>
                <c:pt idx="3093">
                  <c:v>-4.2424234155733313E-2</c:v>
                </c:pt>
                <c:pt idx="3094">
                  <c:v>-4.3179809040639575E-2</c:v>
                </c:pt>
                <c:pt idx="3095">
                  <c:v>1.492772158884487E-3</c:v>
                </c:pt>
                <c:pt idx="3096">
                  <c:v>8.1796893937205427E-3</c:v>
                </c:pt>
                <c:pt idx="3097">
                  <c:v>6.5236712071122856E-3</c:v>
                </c:pt>
                <c:pt idx="3098">
                  <c:v>7.0637304952231254E-3</c:v>
                </c:pt>
                <c:pt idx="3099">
                  <c:v>6.03098407882861E-3</c:v>
                </c:pt>
                <c:pt idx="3100">
                  <c:v>5.9000231071255843E-3</c:v>
                </c:pt>
                <c:pt idx="3101">
                  <c:v>5.6207833212907257E-3</c:v>
                </c:pt>
                <c:pt idx="3102">
                  <c:v>6.1616626980461079E-3</c:v>
                </c:pt>
                <c:pt idx="3103">
                  <c:v>4.643365487528874E-3</c:v>
                </c:pt>
                <c:pt idx="3104">
                  <c:v>-1.5495409635357973E-2</c:v>
                </c:pt>
                <c:pt idx="3105">
                  <c:v>-4.466271400236331E-2</c:v>
                </c:pt>
                <c:pt idx="3106">
                  <c:v>-4.3581780799827018E-2</c:v>
                </c:pt>
                <c:pt idx="3107">
                  <c:v>-2.999457379093292E-2</c:v>
                </c:pt>
                <c:pt idx="3108">
                  <c:v>-1.0940630799891405E-2</c:v>
                </c:pt>
                <c:pt idx="3109">
                  <c:v>-6.0522103990044993E-3</c:v>
                </c:pt>
                <c:pt idx="3110">
                  <c:v>0.73373226837448491</c:v>
                </c:pt>
                <c:pt idx="3111">
                  <c:v>9.1162670370002896</c:v>
                </c:pt>
                <c:pt idx="3112">
                  <c:v>3.9905444811486959</c:v>
                </c:pt>
                <c:pt idx="3113">
                  <c:v>4.3453441568638427</c:v>
                </c:pt>
                <c:pt idx="3114">
                  <c:v>4.6887788738428551</c:v>
                </c:pt>
                <c:pt idx="3115">
                  <c:v>4.3860871858002977</c:v>
                </c:pt>
                <c:pt idx="3116">
                  <c:v>4.3900307084837378</c:v>
                </c:pt>
                <c:pt idx="3117">
                  <c:v>4.2412979074709201</c:v>
                </c:pt>
                <c:pt idx="3118">
                  <c:v>4.225740456485525</c:v>
                </c:pt>
                <c:pt idx="3119">
                  <c:v>3.89118173577946</c:v>
                </c:pt>
                <c:pt idx="3120">
                  <c:v>3.9208850225941854</c:v>
                </c:pt>
                <c:pt idx="3121">
                  <c:v>3.9985640845876818</c:v>
                </c:pt>
                <c:pt idx="3122">
                  <c:v>3.9969997092795939</c:v>
                </c:pt>
                <c:pt idx="3123">
                  <c:v>4.0952912799735985</c:v>
                </c:pt>
                <c:pt idx="3124">
                  <c:v>4.0280637816158151</c:v>
                </c:pt>
                <c:pt idx="3125">
                  <c:v>4.2857289206227334</c:v>
                </c:pt>
                <c:pt idx="3126">
                  <c:v>4.3160303283133166</c:v>
                </c:pt>
                <c:pt idx="3127">
                  <c:v>4.4527235723432748</c:v>
                </c:pt>
                <c:pt idx="3128">
                  <c:v>5.8698754448667367</c:v>
                </c:pt>
                <c:pt idx="3129">
                  <c:v>3.4559689719530668</c:v>
                </c:pt>
                <c:pt idx="3130">
                  <c:v>3.2286186033620234</c:v>
                </c:pt>
                <c:pt idx="3131">
                  <c:v>2.7205211836771142</c:v>
                </c:pt>
                <c:pt idx="3132">
                  <c:v>2.891404969646322</c:v>
                </c:pt>
                <c:pt idx="3133">
                  <c:v>3.2651024285871442</c:v>
                </c:pt>
                <c:pt idx="3134">
                  <c:v>3.4312509657223536</c:v>
                </c:pt>
                <c:pt idx="3135">
                  <c:v>3.9683811544422287</c:v>
                </c:pt>
                <c:pt idx="3136">
                  <c:v>3.738705078671229</c:v>
                </c:pt>
                <c:pt idx="3137">
                  <c:v>3.7523552156684921</c:v>
                </c:pt>
                <c:pt idx="3138">
                  <c:v>3.6335303916307029</c:v>
                </c:pt>
                <c:pt idx="3139">
                  <c:v>3.7030368889026666</c:v>
                </c:pt>
                <c:pt idx="3140">
                  <c:v>3.7699535744411374</c:v>
                </c:pt>
                <c:pt idx="3141">
                  <c:v>3.7570599637641831</c:v>
                </c:pt>
                <c:pt idx="3142">
                  <c:v>3.6669484114744981</c:v>
                </c:pt>
                <c:pt idx="3143">
                  <c:v>3.8505345497774073</c:v>
                </c:pt>
                <c:pt idx="3144">
                  <c:v>4.1174260898598343</c:v>
                </c:pt>
                <c:pt idx="3145">
                  <c:v>4.7298007915989793</c:v>
                </c:pt>
                <c:pt idx="3146">
                  <c:v>5.0453860417689231</c:v>
                </c:pt>
                <c:pt idx="3147">
                  <c:v>5.0641257919525975</c:v>
                </c:pt>
                <c:pt idx="3148">
                  <c:v>5.1047583375364702</c:v>
                </c:pt>
                <c:pt idx="3149">
                  <c:v>5.1170672237054315</c:v>
                </c:pt>
                <c:pt idx="3150">
                  <c:v>5.5178409088248808</c:v>
                </c:pt>
                <c:pt idx="3151">
                  <c:v>5.5028170809958876</c:v>
                </c:pt>
                <c:pt idx="3152">
                  <c:v>5.8808785687969394</c:v>
                </c:pt>
                <c:pt idx="3153">
                  <c:v>6.0647944005955328</c:v>
                </c:pt>
                <c:pt idx="3154">
                  <c:v>5.3496141106607666</c:v>
                </c:pt>
                <c:pt idx="3155">
                  <c:v>4.4129159239017142</c:v>
                </c:pt>
                <c:pt idx="3156">
                  <c:v>4.5601412956924916</c:v>
                </c:pt>
                <c:pt idx="3157">
                  <c:v>4.9381457233377892</c:v>
                </c:pt>
                <c:pt idx="3158">
                  <c:v>4.7486732964352347</c:v>
                </c:pt>
                <c:pt idx="3159">
                  <c:v>5.1912600188911115</c:v>
                </c:pt>
                <c:pt idx="3160">
                  <c:v>5.2563200074825795</c:v>
                </c:pt>
                <c:pt idx="3161">
                  <c:v>5.073677260366428</c:v>
                </c:pt>
                <c:pt idx="3162">
                  <c:v>4.9221738629908556</c:v>
                </c:pt>
                <c:pt idx="3163">
                  <c:v>4.6884751823508743</c:v>
                </c:pt>
                <c:pt idx="3164">
                  <c:v>4.694997791614413</c:v>
                </c:pt>
                <c:pt idx="3165">
                  <c:v>4.3947093314447239</c:v>
                </c:pt>
                <c:pt idx="3166">
                  <c:v>4.1614602548486195</c:v>
                </c:pt>
                <c:pt idx="3167">
                  <c:v>4.1601706028107293</c:v>
                </c:pt>
                <c:pt idx="3168">
                  <c:v>4.2590536689430314</c:v>
                </c:pt>
                <c:pt idx="3169">
                  <c:v>4.1580672614396308</c:v>
                </c:pt>
                <c:pt idx="3170">
                  <c:v>3.7266947389176761</c:v>
                </c:pt>
                <c:pt idx="3171">
                  <c:v>3.4956630245744926</c:v>
                </c:pt>
                <c:pt idx="3172">
                  <c:v>3.4555239701581706</c:v>
                </c:pt>
                <c:pt idx="3173">
                  <c:v>3.2365161523029289</c:v>
                </c:pt>
                <c:pt idx="3174">
                  <c:v>3.0952223294317842</c:v>
                </c:pt>
                <c:pt idx="3175">
                  <c:v>3.1792080903166782</c:v>
                </c:pt>
                <c:pt idx="3176">
                  <c:v>3.2888509105869446</c:v>
                </c:pt>
                <c:pt idx="3177">
                  <c:v>3.545037925820778</c:v>
                </c:pt>
                <c:pt idx="3178">
                  <c:v>4.1258174278872426</c:v>
                </c:pt>
                <c:pt idx="3179">
                  <c:v>4.2816415335449953</c:v>
                </c:pt>
                <c:pt idx="3180">
                  <c:v>4.0689904531824794</c:v>
                </c:pt>
                <c:pt idx="3181">
                  <c:v>3.955445156966316</c:v>
                </c:pt>
                <c:pt idx="3182">
                  <c:v>3.685452576519312</c:v>
                </c:pt>
                <c:pt idx="3183">
                  <c:v>3.8865201944214594</c:v>
                </c:pt>
                <c:pt idx="3184">
                  <c:v>4.3047536276913698</c:v>
                </c:pt>
                <c:pt idx="3185">
                  <c:v>3.9176267673643856</c:v>
                </c:pt>
                <c:pt idx="3186">
                  <c:v>4.489845092596247</c:v>
                </c:pt>
                <c:pt idx="3187">
                  <c:v>4.4247748297647771</c:v>
                </c:pt>
                <c:pt idx="3188">
                  <c:v>4.6574132462617746</c:v>
                </c:pt>
                <c:pt idx="3189">
                  <c:v>5.206755080859268</c:v>
                </c:pt>
                <c:pt idx="3190">
                  <c:v>5.5523264821297618</c:v>
                </c:pt>
                <c:pt idx="3191">
                  <c:v>5.8806520169247012</c:v>
                </c:pt>
                <c:pt idx="3192">
                  <c:v>6.094654967938065</c:v>
                </c:pt>
                <c:pt idx="3193">
                  <c:v>6.3603218994578148</c:v>
                </c:pt>
                <c:pt idx="3194">
                  <c:v>6.5099956841757907</c:v>
                </c:pt>
                <c:pt idx="3195">
                  <c:v>6.6387789903231385</c:v>
                </c:pt>
                <c:pt idx="3196">
                  <c:v>6.9261287802668647</c:v>
                </c:pt>
                <c:pt idx="3197">
                  <c:v>7.1432868355389516</c:v>
                </c:pt>
                <c:pt idx="3198">
                  <c:v>7.4978711269221794</c:v>
                </c:pt>
                <c:pt idx="3199">
                  <c:v>7.9216575595175698</c:v>
                </c:pt>
                <c:pt idx="3200">
                  <c:v>6.958571631850921</c:v>
                </c:pt>
                <c:pt idx="3201">
                  <c:v>6.566795936908175</c:v>
                </c:pt>
                <c:pt idx="3202">
                  <c:v>6.1177728143300838</c:v>
                </c:pt>
                <c:pt idx="3203">
                  <c:v>5.8138701776478623</c:v>
                </c:pt>
                <c:pt idx="3204">
                  <c:v>5.3657796215874312</c:v>
                </c:pt>
                <c:pt idx="3205">
                  <c:v>5.41849452876298</c:v>
                </c:pt>
                <c:pt idx="3206">
                  <c:v>5.2171663615089114</c:v>
                </c:pt>
                <c:pt idx="3207">
                  <c:v>5.0769897826411894</c:v>
                </c:pt>
                <c:pt idx="3208">
                  <c:v>5.0610497878500453</c:v>
                </c:pt>
                <c:pt idx="3209">
                  <c:v>5.0910222890080652</c:v>
                </c:pt>
                <c:pt idx="3210">
                  <c:v>4.9389604952406607</c:v>
                </c:pt>
                <c:pt idx="3211">
                  <c:v>4.7699131255516862</c:v>
                </c:pt>
                <c:pt idx="3212">
                  <c:v>4.6845540941192025</c:v>
                </c:pt>
                <c:pt idx="3213">
                  <c:v>5.3680134099355952</c:v>
                </c:pt>
                <c:pt idx="3214">
                  <c:v>5.8052618946224266</c:v>
                </c:pt>
                <c:pt idx="3215">
                  <c:v>5.8832701625380386</c:v>
                </c:pt>
                <c:pt idx="3216">
                  <c:v>6.0524512288063299</c:v>
                </c:pt>
                <c:pt idx="3217">
                  <c:v>6.1298969517094646</c:v>
                </c:pt>
                <c:pt idx="3218">
                  <c:v>6.0595597826827241</c:v>
                </c:pt>
                <c:pt idx="3219">
                  <c:v>5.5634514229323937</c:v>
                </c:pt>
                <c:pt idx="3220">
                  <c:v>5.4529831891507534</c:v>
                </c:pt>
                <c:pt idx="3221">
                  <c:v>5.4735795676270813</c:v>
                </c:pt>
                <c:pt idx="3222">
                  <c:v>5.5143115042590187</c:v>
                </c:pt>
                <c:pt idx="3223">
                  <c:v>5.4424225888437539</c:v>
                </c:pt>
                <c:pt idx="3224">
                  <c:v>5.2324282485255535</c:v>
                </c:pt>
                <c:pt idx="3225">
                  <c:v>5.1046524604865526</c:v>
                </c:pt>
                <c:pt idx="3226">
                  <c:v>5.0137520152044033</c:v>
                </c:pt>
                <c:pt idx="3227">
                  <c:v>4.8870385422587503</c:v>
                </c:pt>
                <c:pt idx="3228">
                  <c:v>4.6382606232553165</c:v>
                </c:pt>
                <c:pt idx="3229">
                  <c:v>4.3256427585832542</c:v>
                </c:pt>
                <c:pt idx="3230">
                  <c:v>4.3431194514263023</c:v>
                </c:pt>
                <c:pt idx="3231">
                  <c:v>4.3116611037115105</c:v>
                </c:pt>
                <c:pt idx="3232">
                  <c:v>4.23135948316924</c:v>
                </c:pt>
                <c:pt idx="3233">
                  <c:v>4.4692753438958182</c:v>
                </c:pt>
                <c:pt idx="3234">
                  <c:v>4.3525882140485095</c:v>
                </c:pt>
                <c:pt idx="3235">
                  <c:v>4.6183871165977761</c:v>
                </c:pt>
                <c:pt idx="3236">
                  <c:v>4.4626013928595576</c:v>
                </c:pt>
                <c:pt idx="3237">
                  <c:v>4.4270176916268884</c:v>
                </c:pt>
                <c:pt idx="3238">
                  <c:v>4.8338359368703863</c:v>
                </c:pt>
                <c:pt idx="3239">
                  <c:v>4.8208458441637552</c:v>
                </c:pt>
                <c:pt idx="3240">
                  <c:v>4.7536694661364995</c:v>
                </c:pt>
                <c:pt idx="3241">
                  <c:v>5.0777601234182432</c:v>
                </c:pt>
                <c:pt idx="3242">
                  <c:v>5.0786861967758901</c:v>
                </c:pt>
                <c:pt idx="3243">
                  <c:v>5.2621893383116154</c:v>
                </c:pt>
                <c:pt idx="3244">
                  <c:v>5.439767892794741</c:v>
                </c:pt>
                <c:pt idx="3245">
                  <c:v>5.563081432829744</c:v>
                </c:pt>
                <c:pt idx="3246">
                  <c:v>5.5003425022762267</c:v>
                </c:pt>
                <c:pt idx="3247">
                  <c:v>5.2986189408275219</c:v>
                </c:pt>
                <c:pt idx="3248">
                  <c:v>4.8882394112977421</c:v>
                </c:pt>
                <c:pt idx="3249">
                  <c:v>4.5944346062087851</c:v>
                </c:pt>
                <c:pt idx="3250">
                  <c:v>3.9486980887861454</c:v>
                </c:pt>
                <c:pt idx="3251">
                  <c:v>3.3897130816490386</c:v>
                </c:pt>
                <c:pt idx="3252">
                  <c:v>2.5501988695548579</c:v>
                </c:pt>
                <c:pt idx="3253">
                  <c:v>1.9586051160250419</c:v>
                </c:pt>
                <c:pt idx="3254">
                  <c:v>2.4085768372803691</c:v>
                </c:pt>
                <c:pt idx="3255">
                  <c:v>3.1006649289810286</c:v>
                </c:pt>
                <c:pt idx="3256">
                  <c:v>3.2007415607310294</c:v>
                </c:pt>
                <c:pt idx="3257">
                  <c:v>3.407093861862867</c:v>
                </c:pt>
                <c:pt idx="3258">
                  <c:v>3.4801334693158164</c:v>
                </c:pt>
                <c:pt idx="3259">
                  <c:v>3.924683971049566</c:v>
                </c:pt>
                <c:pt idx="3260">
                  <c:v>4.1765508890651146</c:v>
                </c:pt>
                <c:pt idx="3261">
                  <c:v>4.4178393710918886</c:v>
                </c:pt>
                <c:pt idx="3262">
                  <c:v>4.4353130531993843</c:v>
                </c:pt>
                <c:pt idx="3263">
                  <c:v>4.5707070213301533</c:v>
                </c:pt>
                <c:pt idx="3264">
                  <c:v>5.2049312525649558</c:v>
                </c:pt>
                <c:pt idx="3265">
                  <c:v>5.6256850254253692</c:v>
                </c:pt>
                <c:pt idx="3266">
                  <c:v>5.3649367209135352</c:v>
                </c:pt>
                <c:pt idx="3267">
                  <c:v>5.2193846775996819</c:v>
                </c:pt>
                <c:pt idx="3268">
                  <c:v>4.9159334026335593</c:v>
                </c:pt>
                <c:pt idx="3269">
                  <c:v>4.5263728647995451</c:v>
                </c:pt>
                <c:pt idx="3270">
                  <c:v>4.2260430341401065</c:v>
                </c:pt>
                <c:pt idx="3271">
                  <c:v>3.992329576672355</c:v>
                </c:pt>
                <c:pt idx="3272">
                  <c:v>4.3460416362292111</c:v>
                </c:pt>
                <c:pt idx="3273">
                  <c:v>3.9938263995242935</c:v>
                </c:pt>
                <c:pt idx="3274">
                  <c:v>2.5339814819258635</c:v>
                </c:pt>
                <c:pt idx="3275">
                  <c:v>2.0641454578242486</c:v>
                </c:pt>
                <c:pt idx="3276">
                  <c:v>1.9549729990408566</c:v>
                </c:pt>
                <c:pt idx="3277">
                  <c:v>3.5048899234215689</c:v>
                </c:pt>
                <c:pt idx="3278">
                  <c:v>3.5234241851953536</c:v>
                </c:pt>
                <c:pt idx="3279">
                  <c:v>3.0496445660358686</c:v>
                </c:pt>
                <c:pt idx="3280">
                  <c:v>3.1610344932322376</c:v>
                </c:pt>
                <c:pt idx="3281">
                  <c:v>3.3610380447985198</c:v>
                </c:pt>
                <c:pt idx="3282">
                  <c:v>3.4811277122398181</c:v>
                </c:pt>
                <c:pt idx="3283">
                  <c:v>3.1476743004541676</c:v>
                </c:pt>
                <c:pt idx="3284">
                  <c:v>3.3028656978004749</c:v>
                </c:pt>
                <c:pt idx="3285">
                  <c:v>3.5241503003503247</c:v>
                </c:pt>
                <c:pt idx="3286">
                  <c:v>3.7175392448201907</c:v>
                </c:pt>
                <c:pt idx="3287">
                  <c:v>3.7669013282858947</c:v>
                </c:pt>
                <c:pt idx="3288">
                  <c:v>3.6532325803425909</c:v>
                </c:pt>
                <c:pt idx="3289">
                  <c:v>4.1053849603252699</c:v>
                </c:pt>
                <c:pt idx="3290">
                  <c:v>4.4901757958210755</c:v>
                </c:pt>
                <c:pt idx="3291">
                  <c:v>4.781692602142523</c:v>
                </c:pt>
                <c:pt idx="3292">
                  <c:v>4.7397485340971066</c:v>
                </c:pt>
                <c:pt idx="3293">
                  <c:v>4.5816396957869454</c:v>
                </c:pt>
                <c:pt idx="3294">
                  <c:v>4.4444792145218761</c:v>
                </c:pt>
                <c:pt idx="3295">
                  <c:v>4.1658493648943811</c:v>
                </c:pt>
                <c:pt idx="3296">
                  <c:v>3.9489090193358503</c:v>
                </c:pt>
                <c:pt idx="3297">
                  <c:v>3.4013680843023231</c:v>
                </c:pt>
                <c:pt idx="3298">
                  <c:v>3.3195951249404581</c:v>
                </c:pt>
                <c:pt idx="3299">
                  <c:v>2.8196118871642364</c:v>
                </c:pt>
                <c:pt idx="3300">
                  <c:v>2.5024525013897381</c:v>
                </c:pt>
                <c:pt idx="3301">
                  <c:v>2.9654478438936684</c:v>
                </c:pt>
                <c:pt idx="3302">
                  <c:v>3.7275732782401798</c:v>
                </c:pt>
                <c:pt idx="3303">
                  <c:v>4.2076588589542929</c:v>
                </c:pt>
                <c:pt idx="3304">
                  <c:v>5.0718502667246605</c:v>
                </c:pt>
                <c:pt idx="3305">
                  <c:v>4.0344273518556104</c:v>
                </c:pt>
                <c:pt idx="3306">
                  <c:v>3.6716178798201766</c:v>
                </c:pt>
                <c:pt idx="3307">
                  <c:v>3.4971426455287173</c:v>
                </c:pt>
                <c:pt idx="3308">
                  <c:v>3.4313091626006025</c:v>
                </c:pt>
                <c:pt idx="3309">
                  <c:v>3.1061358058734485</c:v>
                </c:pt>
                <c:pt idx="3310">
                  <c:v>3.070288788391911</c:v>
                </c:pt>
                <c:pt idx="3311">
                  <c:v>4.4710055682655243</c:v>
                </c:pt>
                <c:pt idx="3312">
                  <c:v>3.7598190229025281</c:v>
                </c:pt>
                <c:pt idx="3313">
                  <c:v>4.0087975797734083</c:v>
                </c:pt>
                <c:pt idx="3314">
                  <c:v>3.7264781534249791</c:v>
                </c:pt>
                <c:pt idx="3315">
                  <c:v>3.6482774701998895</c:v>
                </c:pt>
                <c:pt idx="3316">
                  <c:v>3.6272306898759932</c:v>
                </c:pt>
                <c:pt idx="3317">
                  <c:v>3.5714558628718351</c:v>
                </c:pt>
                <c:pt idx="3318">
                  <c:v>3.5602072017138067</c:v>
                </c:pt>
                <c:pt idx="3319">
                  <c:v>3.5617131395691328</c:v>
                </c:pt>
                <c:pt idx="3320">
                  <c:v>3.6632039702437535</c:v>
                </c:pt>
                <c:pt idx="3321">
                  <c:v>3.8128873377718899</c:v>
                </c:pt>
                <c:pt idx="3322">
                  <c:v>3.7787924822330048</c:v>
                </c:pt>
                <c:pt idx="3323">
                  <c:v>3.963180547976954</c:v>
                </c:pt>
                <c:pt idx="3324">
                  <c:v>3.8774493788720621</c:v>
                </c:pt>
                <c:pt idx="3325">
                  <c:v>3.8561714214536624</c:v>
                </c:pt>
                <c:pt idx="3326">
                  <c:v>4.0914369551690939</c:v>
                </c:pt>
                <c:pt idx="3327">
                  <c:v>4.0386277471544254</c:v>
                </c:pt>
                <c:pt idx="3328">
                  <c:v>4.1176690382852765</c:v>
                </c:pt>
                <c:pt idx="3329">
                  <c:v>4.2661660258872196</c:v>
                </c:pt>
                <c:pt idx="3330">
                  <c:v>4.1855437603217371</c:v>
                </c:pt>
                <c:pt idx="3331">
                  <c:v>4.3615153715239918</c:v>
                </c:pt>
                <c:pt idx="3332">
                  <c:v>4.3596024026932501</c:v>
                </c:pt>
                <c:pt idx="3333">
                  <c:v>4.4917204673882116</c:v>
                </c:pt>
                <c:pt idx="3334">
                  <c:v>4.6348886226000561</c:v>
                </c:pt>
                <c:pt idx="3335">
                  <c:v>2.9801501928819882</c:v>
                </c:pt>
                <c:pt idx="3336">
                  <c:v>0.73008185869919551</c:v>
                </c:pt>
                <c:pt idx="3337">
                  <c:v>1.7422802197697672E-2</c:v>
                </c:pt>
                <c:pt idx="3338">
                  <c:v>0.22915676784361264</c:v>
                </c:pt>
                <c:pt idx="3339">
                  <c:v>0.21639331310664828</c:v>
                </c:pt>
                <c:pt idx="3340">
                  <c:v>0.22916706274137302</c:v>
                </c:pt>
                <c:pt idx="3341">
                  <c:v>0.40333714379666041</c:v>
                </c:pt>
                <c:pt idx="3342">
                  <c:v>-0.35376535360844574</c:v>
                </c:pt>
                <c:pt idx="3343">
                  <c:v>0.41747667994622883</c:v>
                </c:pt>
                <c:pt idx="3344">
                  <c:v>0.19250994443566202</c:v>
                </c:pt>
                <c:pt idx="3345">
                  <c:v>0.14845240709004934</c:v>
                </c:pt>
                <c:pt idx="3346">
                  <c:v>0.15936061254069461</c:v>
                </c:pt>
                <c:pt idx="3347">
                  <c:v>0.13845238414053057</c:v>
                </c:pt>
                <c:pt idx="3348">
                  <c:v>0.28512747179033826</c:v>
                </c:pt>
                <c:pt idx="3349">
                  <c:v>0.34360415251544152</c:v>
                </c:pt>
                <c:pt idx="3350">
                  <c:v>0.1535849561256763</c:v>
                </c:pt>
                <c:pt idx="3351">
                  <c:v>0.2152529202466836</c:v>
                </c:pt>
                <c:pt idx="3352">
                  <c:v>0.17456501496729493</c:v>
                </c:pt>
                <c:pt idx="3353">
                  <c:v>1.1676359701782251E-2</c:v>
                </c:pt>
                <c:pt idx="3354">
                  <c:v>-0.20727260295219491</c:v>
                </c:pt>
                <c:pt idx="3355">
                  <c:v>-0.38906878456956756</c:v>
                </c:pt>
                <c:pt idx="3356">
                  <c:v>-0.43451808383380375</c:v>
                </c:pt>
                <c:pt idx="3357">
                  <c:v>-0.5321427267572425</c:v>
                </c:pt>
                <c:pt idx="3358">
                  <c:v>-0.5392851426966182</c:v>
                </c:pt>
                <c:pt idx="3359">
                  <c:v>-0.25679913111431241</c:v>
                </c:pt>
                <c:pt idx="3360">
                  <c:v>-0.30136045989939525</c:v>
                </c:pt>
                <c:pt idx="3361">
                  <c:v>-0.31890249617605421</c:v>
                </c:pt>
                <c:pt idx="3362">
                  <c:v>-0.30707726261660295</c:v>
                </c:pt>
                <c:pt idx="3363">
                  <c:v>-0.36661709698445433</c:v>
                </c:pt>
                <c:pt idx="3364">
                  <c:v>-0.33482450711620615</c:v>
                </c:pt>
                <c:pt idx="3365">
                  <c:v>-0.2909453985150478</c:v>
                </c:pt>
                <c:pt idx="3366">
                  <c:v>-0.27438046504798469</c:v>
                </c:pt>
                <c:pt idx="3367">
                  <c:v>-0.19177940260817561</c:v>
                </c:pt>
                <c:pt idx="3368">
                  <c:v>-0.11553824291329018</c:v>
                </c:pt>
                <c:pt idx="3369">
                  <c:v>-0.16501117963778245</c:v>
                </c:pt>
                <c:pt idx="3370">
                  <c:v>-0.82416410270798834</c:v>
                </c:pt>
                <c:pt idx="3371">
                  <c:v>-0.65781869588874464</c:v>
                </c:pt>
                <c:pt idx="3372">
                  <c:v>-0.62368923535067411</c:v>
                </c:pt>
                <c:pt idx="3373">
                  <c:v>-0.77193244527698224</c:v>
                </c:pt>
                <c:pt idx="3374">
                  <c:v>-0.66585977614505343</c:v>
                </c:pt>
                <c:pt idx="3375">
                  <c:v>-0.19176002613576432</c:v>
                </c:pt>
                <c:pt idx="3376">
                  <c:v>-0.41601442223364932</c:v>
                </c:pt>
                <c:pt idx="3377">
                  <c:v>-0.70483913803165876</c:v>
                </c:pt>
                <c:pt idx="3378">
                  <c:v>-0.21065205051963423</c:v>
                </c:pt>
                <c:pt idx="3379">
                  <c:v>-0.40470077111173153</c:v>
                </c:pt>
                <c:pt idx="3380">
                  <c:v>-0.36322867691064226</c:v>
                </c:pt>
                <c:pt idx="3381">
                  <c:v>-0.51918394341442786</c:v>
                </c:pt>
                <c:pt idx="3382">
                  <c:v>-0.41185831713477533</c:v>
                </c:pt>
                <c:pt idx="3383">
                  <c:v>-0.36413143658589492</c:v>
                </c:pt>
                <c:pt idx="3384">
                  <c:v>-0.64996691799083006</c:v>
                </c:pt>
                <c:pt idx="3385">
                  <c:v>-0.3396533998139587</c:v>
                </c:pt>
                <c:pt idx="3386">
                  <c:v>-0.81373446830567231</c:v>
                </c:pt>
                <c:pt idx="3387">
                  <c:v>-4.1071658056943404E-4</c:v>
                </c:pt>
                <c:pt idx="3388">
                  <c:v>-0.73589579823047635</c:v>
                </c:pt>
                <c:pt idx="3389">
                  <c:v>-0.48318490770256989</c:v>
                </c:pt>
                <c:pt idx="3390">
                  <c:v>-0.15354225521014256</c:v>
                </c:pt>
                <c:pt idx="3391">
                  <c:v>-0.45146662616008804</c:v>
                </c:pt>
                <c:pt idx="3392">
                  <c:v>-0.43601112529688424</c:v>
                </c:pt>
                <c:pt idx="3393">
                  <c:v>-0.53683234203188446</c:v>
                </c:pt>
                <c:pt idx="3394">
                  <c:v>-0.49123445925254561</c:v>
                </c:pt>
                <c:pt idx="3395">
                  <c:v>-0.38654777153154229</c:v>
                </c:pt>
                <c:pt idx="3396">
                  <c:v>-0.37720304534312166</c:v>
                </c:pt>
                <c:pt idx="3397">
                  <c:v>-0.51343992963527962</c:v>
                </c:pt>
                <c:pt idx="3398">
                  <c:v>-0.35365284620307652</c:v>
                </c:pt>
                <c:pt idx="3399">
                  <c:v>-0.46493861065397579</c:v>
                </c:pt>
                <c:pt idx="3400">
                  <c:v>-0.45994762881163714</c:v>
                </c:pt>
                <c:pt idx="3401">
                  <c:v>-0.22022914751745587</c:v>
                </c:pt>
                <c:pt idx="3402">
                  <c:v>-0.18382050279210685</c:v>
                </c:pt>
                <c:pt idx="3403">
                  <c:v>-0.38285809386867975</c:v>
                </c:pt>
                <c:pt idx="3404">
                  <c:v>-0.35119975907400891</c:v>
                </c:pt>
                <c:pt idx="3405">
                  <c:v>-0.26544411458638045</c:v>
                </c:pt>
                <c:pt idx="3406">
                  <c:v>-0.23642002409675122</c:v>
                </c:pt>
                <c:pt idx="3407">
                  <c:v>-0.31409468412983416</c:v>
                </c:pt>
                <c:pt idx="3408">
                  <c:v>-0.22203505296522186</c:v>
                </c:pt>
                <c:pt idx="3409">
                  <c:v>-0.17843976643486645</c:v>
                </c:pt>
                <c:pt idx="3410">
                  <c:v>3.5533481212157096E-2</c:v>
                </c:pt>
                <c:pt idx="3411">
                  <c:v>-0.2435014499725742</c:v>
                </c:pt>
                <c:pt idx="3412">
                  <c:v>-0.26152251256099185</c:v>
                </c:pt>
                <c:pt idx="3413">
                  <c:v>-0.35616648071019025</c:v>
                </c:pt>
                <c:pt idx="3414">
                  <c:v>-0.43762422451416039</c:v>
                </c:pt>
                <c:pt idx="3415">
                  <c:v>-0.29341732389944891</c:v>
                </c:pt>
                <c:pt idx="3416">
                  <c:v>-0.37652773561625213</c:v>
                </c:pt>
                <c:pt idx="3417">
                  <c:v>0.12597769417339511</c:v>
                </c:pt>
                <c:pt idx="3418">
                  <c:v>0.14625528441661728</c:v>
                </c:pt>
                <c:pt idx="3419">
                  <c:v>-0.12513300154806711</c:v>
                </c:pt>
                <c:pt idx="3420">
                  <c:v>-0.50446043849769762</c:v>
                </c:pt>
                <c:pt idx="3421">
                  <c:v>-0.34837112741636084</c:v>
                </c:pt>
                <c:pt idx="3422">
                  <c:v>-1.0011415077526777</c:v>
                </c:pt>
                <c:pt idx="3423">
                  <c:v>-0.24691717491045873</c:v>
                </c:pt>
                <c:pt idx="3424">
                  <c:v>-0.37774250622631933</c:v>
                </c:pt>
                <c:pt idx="3425">
                  <c:v>-0.47546058778654421</c:v>
                </c:pt>
                <c:pt idx="3426">
                  <c:v>-0.3724326082850225</c:v>
                </c:pt>
                <c:pt idx="3427">
                  <c:v>-0.35560960960757515</c:v>
                </c:pt>
                <c:pt idx="3428">
                  <c:v>-0.42881338538989006</c:v>
                </c:pt>
                <c:pt idx="3429">
                  <c:v>-0.34896877644078478</c:v>
                </c:pt>
                <c:pt idx="3430">
                  <c:v>-0.43997934010270218</c:v>
                </c:pt>
                <c:pt idx="3431">
                  <c:v>-0.26377578770902871</c:v>
                </c:pt>
                <c:pt idx="3432">
                  <c:v>-0.17799025454234393</c:v>
                </c:pt>
                <c:pt idx="3433">
                  <c:v>5.8896629104076621E-2</c:v>
                </c:pt>
                <c:pt idx="3434">
                  <c:v>0.14700886996950599</c:v>
                </c:pt>
                <c:pt idx="3435">
                  <c:v>0.15066836250782459</c:v>
                </c:pt>
                <c:pt idx="3436">
                  <c:v>0.12006640715941139</c:v>
                </c:pt>
                <c:pt idx="3437">
                  <c:v>0.11115517902056903</c:v>
                </c:pt>
                <c:pt idx="3438">
                  <c:v>6.6761098485554074E-2</c:v>
                </c:pt>
                <c:pt idx="3439">
                  <c:v>8.0547232216598305E-2</c:v>
                </c:pt>
                <c:pt idx="3440">
                  <c:v>0.27762934541967688</c:v>
                </c:pt>
                <c:pt idx="3441">
                  <c:v>0.21131339180733907</c:v>
                </c:pt>
                <c:pt idx="3442">
                  <c:v>0.32968174650746046</c:v>
                </c:pt>
                <c:pt idx="3443">
                  <c:v>0.39968376419125751</c:v>
                </c:pt>
                <c:pt idx="3444">
                  <c:v>0.34047711406627307</c:v>
                </c:pt>
                <c:pt idx="3445">
                  <c:v>0.41390390965872914</c:v>
                </c:pt>
                <c:pt idx="3446">
                  <c:v>0.36668001552638113</c:v>
                </c:pt>
                <c:pt idx="3447">
                  <c:v>0.41838490770126735</c:v>
                </c:pt>
                <c:pt idx="3448">
                  <c:v>0.39585353601902667</c:v>
                </c:pt>
                <c:pt idx="3449">
                  <c:v>0.32229354269856786</c:v>
                </c:pt>
                <c:pt idx="3450">
                  <c:v>0.31288769576460979</c:v>
                </c:pt>
                <c:pt idx="3451">
                  <c:v>-0.41476234454503719</c:v>
                </c:pt>
                <c:pt idx="3452">
                  <c:v>-0.41523148184178671</c:v>
                </c:pt>
                <c:pt idx="3453">
                  <c:v>-0.41547032035161602</c:v>
                </c:pt>
                <c:pt idx="3454">
                  <c:v>-0.36953126184339713</c:v>
                </c:pt>
                <c:pt idx="3455">
                  <c:v>-0.33877037011362471</c:v>
                </c:pt>
                <c:pt idx="3456">
                  <c:v>-0.61016563569217219</c:v>
                </c:pt>
                <c:pt idx="3457">
                  <c:v>-0.54540147169703501</c:v>
                </c:pt>
                <c:pt idx="3458">
                  <c:v>-0.66045103882318923</c:v>
                </c:pt>
                <c:pt idx="3459">
                  <c:v>-0.50519784185206529</c:v>
                </c:pt>
                <c:pt idx="3460">
                  <c:v>-0.49246152115391945</c:v>
                </c:pt>
                <c:pt idx="3461">
                  <c:v>-0.48341385226269268</c:v>
                </c:pt>
                <c:pt idx="3462">
                  <c:v>-0.58530237038563915</c:v>
                </c:pt>
                <c:pt idx="3463">
                  <c:v>-0.71899303260215908</c:v>
                </c:pt>
                <c:pt idx="3464">
                  <c:v>-0.49068334489577237</c:v>
                </c:pt>
                <c:pt idx="3465">
                  <c:v>-0.39651727429296268</c:v>
                </c:pt>
                <c:pt idx="3466">
                  <c:v>-0.38526948898116059</c:v>
                </c:pt>
                <c:pt idx="3467">
                  <c:v>-0.50394866615496658</c:v>
                </c:pt>
                <c:pt idx="3468">
                  <c:v>-0.4078928856701638</c:v>
                </c:pt>
                <c:pt idx="3469">
                  <c:v>-0.25765254498944207</c:v>
                </c:pt>
                <c:pt idx="3470">
                  <c:v>-0.74175875404198133</c:v>
                </c:pt>
                <c:pt idx="3471">
                  <c:v>-0.4321568623635339</c:v>
                </c:pt>
                <c:pt idx="3472">
                  <c:v>-0.35689291803723056</c:v>
                </c:pt>
                <c:pt idx="3473">
                  <c:v>-0.37003728980811723</c:v>
                </c:pt>
                <c:pt idx="3474">
                  <c:v>-0.42303309334178285</c:v>
                </c:pt>
                <c:pt idx="3475">
                  <c:v>-0.50534625381268705</c:v>
                </c:pt>
                <c:pt idx="3476">
                  <c:v>-0.53900160922662221</c:v>
                </c:pt>
                <c:pt idx="3477">
                  <c:v>-0.55506960914116121</c:v>
                </c:pt>
                <c:pt idx="3478">
                  <c:v>-0.44703401073861038</c:v>
                </c:pt>
                <c:pt idx="3479">
                  <c:v>-0.47923629225833447</c:v>
                </c:pt>
                <c:pt idx="3480">
                  <c:v>-0.43872714024636472</c:v>
                </c:pt>
                <c:pt idx="3481">
                  <c:v>-0.45982276653331505</c:v>
                </c:pt>
                <c:pt idx="3482">
                  <c:v>-0.47176690066915983</c:v>
                </c:pt>
                <c:pt idx="3483">
                  <c:v>-0.50816821423240444</c:v>
                </c:pt>
                <c:pt idx="3484">
                  <c:v>-0.4643033594528182</c:v>
                </c:pt>
                <c:pt idx="3485">
                  <c:v>-0.43468667223265506</c:v>
                </c:pt>
                <c:pt idx="3486">
                  <c:v>-0.37881485837476742</c:v>
                </c:pt>
                <c:pt idx="3487">
                  <c:v>-0.60153041113698713</c:v>
                </c:pt>
                <c:pt idx="3488">
                  <c:v>-0.65032873936449964</c:v>
                </c:pt>
                <c:pt idx="3489">
                  <c:v>-0.1491992941418066</c:v>
                </c:pt>
                <c:pt idx="3490">
                  <c:v>0.21779049599762632</c:v>
                </c:pt>
                <c:pt idx="3491">
                  <c:v>0.28933598530118421</c:v>
                </c:pt>
                <c:pt idx="3492">
                  <c:v>4.3043593686402939E-2</c:v>
                </c:pt>
                <c:pt idx="3493">
                  <c:v>-0.19750292906726868</c:v>
                </c:pt>
                <c:pt idx="3494">
                  <c:v>-0.53171948671999514</c:v>
                </c:pt>
                <c:pt idx="3495">
                  <c:v>-0.59930232563497154</c:v>
                </c:pt>
                <c:pt idx="3496">
                  <c:v>-0.66297744022147076</c:v>
                </c:pt>
                <c:pt idx="3497">
                  <c:v>-0.651110385528748</c:v>
                </c:pt>
                <c:pt idx="3498">
                  <c:v>-0.70364584528888918</c:v>
                </c:pt>
                <c:pt idx="3499">
                  <c:v>-0.73503503811045046</c:v>
                </c:pt>
                <c:pt idx="3500">
                  <c:v>-0.68302960980352767</c:v>
                </c:pt>
                <c:pt idx="3501">
                  <c:v>-0.65676345797680769</c:v>
                </c:pt>
                <c:pt idx="3502">
                  <c:v>-0.63176337866732424</c:v>
                </c:pt>
                <c:pt idx="3503">
                  <c:v>-0.60125662042500649</c:v>
                </c:pt>
                <c:pt idx="3504">
                  <c:v>-0.49828442595706046</c:v>
                </c:pt>
                <c:pt idx="3505">
                  <c:v>-0.49132880949178531</c:v>
                </c:pt>
                <c:pt idx="3506">
                  <c:v>-0.48580581030832037</c:v>
                </c:pt>
                <c:pt idx="3507">
                  <c:v>-0.51128447788440856</c:v>
                </c:pt>
                <c:pt idx="3508">
                  <c:v>-0.50173266765616198</c:v>
                </c:pt>
                <c:pt idx="3509">
                  <c:v>-0.53921517693370624</c:v>
                </c:pt>
                <c:pt idx="3510">
                  <c:v>-0.45861177032228695</c:v>
                </c:pt>
                <c:pt idx="3511">
                  <c:v>-0.63215876010037753</c:v>
                </c:pt>
                <c:pt idx="3512">
                  <c:v>-0.5011156933280777</c:v>
                </c:pt>
                <c:pt idx="3513">
                  <c:v>-0.70763955740636442</c:v>
                </c:pt>
                <c:pt idx="3514">
                  <c:v>-0.66535137838539893</c:v>
                </c:pt>
                <c:pt idx="3515">
                  <c:v>-0.52390119714225392</c:v>
                </c:pt>
                <c:pt idx="3516">
                  <c:v>-0.56913934901493879</c:v>
                </c:pt>
                <c:pt idx="3517">
                  <c:v>-0.54529740466632615</c:v>
                </c:pt>
                <c:pt idx="3518">
                  <c:v>-0.43946714944027021</c:v>
                </c:pt>
                <c:pt idx="3519">
                  <c:v>-0.46113989103678327</c:v>
                </c:pt>
                <c:pt idx="3520">
                  <c:v>-0.45940089148222629</c:v>
                </c:pt>
                <c:pt idx="3521">
                  <c:v>-0.55423488707573643</c:v>
                </c:pt>
                <c:pt idx="3522">
                  <c:v>-0.61104960812895959</c:v>
                </c:pt>
                <c:pt idx="3523">
                  <c:v>-0.6521807313523279</c:v>
                </c:pt>
                <c:pt idx="3524">
                  <c:v>-0.58159195894792581</c:v>
                </c:pt>
                <c:pt idx="3525">
                  <c:v>-0.531310189902511</c:v>
                </c:pt>
                <c:pt idx="3526">
                  <c:v>-0.44362809322641156</c:v>
                </c:pt>
                <c:pt idx="3527">
                  <c:v>-0.46767392563022797</c:v>
                </c:pt>
                <c:pt idx="3528">
                  <c:v>-0.47560635911825921</c:v>
                </c:pt>
                <c:pt idx="3529">
                  <c:v>-0.52672545621734435</c:v>
                </c:pt>
                <c:pt idx="3530">
                  <c:v>-0.60166306648930612</c:v>
                </c:pt>
                <c:pt idx="3531">
                  <c:v>-0.68228896804113925</c:v>
                </c:pt>
                <c:pt idx="3532">
                  <c:v>-0.62123190032304587</c:v>
                </c:pt>
                <c:pt idx="3533">
                  <c:v>-0.50420768848511122</c:v>
                </c:pt>
                <c:pt idx="3534">
                  <c:v>-0.50672056926991416</c:v>
                </c:pt>
                <c:pt idx="3535">
                  <c:v>-0.48498885685613324</c:v>
                </c:pt>
                <c:pt idx="3536">
                  <c:v>-0.50427672606692087</c:v>
                </c:pt>
                <c:pt idx="3537">
                  <c:v>-0.57269784310165239</c:v>
                </c:pt>
                <c:pt idx="3538">
                  <c:v>-0.57223475178819594</c:v>
                </c:pt>
                <c:pt idx="3539">
                  <c:v>-0.54439611322312054</c:v>
                </c:pt>
                <c:pt idx="3540">
                  <c:v>-0.57073780461462309</c:v>
                </c:pt>
                <c:pt idx="3541">
                  <c:v>-0.60619367569594174</c:v>
                </c:pt>
                <c:pt idx="3542">
                  <c:v>-0.49169293475162307</c:v>
                </c:pt>
                <c:pt idx="3543">
                  <c:v>-0.55073138583075187</c:v>
                </c:pt>
                <c:pt idx="3544">
                  <c:v>-0.53775481692988114</c:v>
                </c:pt>
                <c:pt idx="3545">
                  <c:v>-0.40854599553977461</c:v>
                </c:pt>
                <c:pt idx="3546">
                  <c:v>-0.44966489512144175</c:v>
                </c:pt>
                <c:pt idx="3547">
                  <c:v>-0.38557330946187102</c:v>
                </c:pt>
                <c:pt idx="3548">
                  <c:v>-0.38346698162721282</c:v>
                </c:pt>
                <c:pt idx="3549">
                  <c:v>-0.55239331787647306</c:v>
                </c:pt>
                <c:pt idx="3550">
                  <c:v>-0.77108589914798875</c:v>
                </c:pt>
                <c:pt idx="3551">
                  <c:v>-0.54990120882670501</c:v>
                </c:pt>
                <c:pt idx="3552">
                  <c:v>-0.48873013555469613</c:v>
                </c:pt>
                <c:pt idx="3553">
                  <c:v>-0.58530627734572027</c:v>
                </c:pt>
                <c:pt idx="3554">
                  <c:v>-0.60536459078169602</c:v>
                </c:pt>
                <c:pt idx="3555">
                  <c:v>-0.49069573230313485</c:v>
                </c:pt>
                <c:pt idx="3556">
                  <c:v>-1.0392898697505697</c:v>
                </c:pt>
                <c:pt idx="3557">
                  <c:v>-0.55465021969424289</c:v>
                </c:pt>
                <c:pt idx="3558">
                  <c:v>1.7346164309689854E-2</c:v>
                </c:pt>
                <c:pt idx="3559">
                  <c:v>3.7635532333033107E-2</c:v>
                </c:pt>
                <c:pt idx="3560">
                  <c:v>0.1505189032534594</c:v>
                </c:pt>
                <c:pt idx="3561">
                  <c:v>0.1838426387944076</c:v>
                </c:pt>
                <c:pt idx="3562">
                  <c:v>0.12845382007391976</c:v>
                </c:pt>
                <c:pt idx="3563">
                  <c:v>0.10814777056379306</c:v>
                </c:pt>
                <c:pt idx="3564">
                  <c:v>7.6638019188609671E-2</c:v>
                </c:pt>
                <c:pt idx="3565">
                  <c:v>6.5868185837916524E-2</c:v>
                </c:pt>
                <c:pt idx="3566">
                  <c:v>5.1661462172015046E-2</c:v>
                </c:pt>
                <c:pt idx="3567">
                  <c:v>3.7872238941556051E-2</c:v>
                </c:pt>
                <c:pt idx="3568">
                  <c:v>3.4244645526725188E-2</c:v>
                </c:pt>
                <c:pt idx="3569">
                  <c:v>4.5008783818291632E-2</c:v>
                </c:pt>
                <c:pt idx="3570">
                  <c:v>2.6562310173733641E-2</c:v>
                </c:pt>
                <c:pt idx="3571">
                  <c:v>2.3557054794428055E-2</c:v>
                </c:pt>
                <c:pt idx="3572">
                  <c:v>1.6789523113950513E-2</c:v>
                </c:pt>
                <c:pt idx="3573">
                  <c:v>1.5239619011276717E-2</c:v>
                </c:pt>
                <c:pt idx="3574">
                  <c:v>9.0965658657044153E-3</c:v>
                </c:pt>
                <c:pt idx="3575">
                  <c:v>6.2110648417671417E-3</c:v>
                </c:pt>
                <c:pt idx="3576">
                  <c:v>3.8782019149642146E-3</c:v>
                </c:pt>
                <c:pt idx="3577">
                  <c:v>7.3791121740989039E-3</c:v>
                </c:pt>
                <c:pt idx="3578">
                  <c:v>7.142028512269841E-3</c:v>
                </c:pt>
                <c:pt idx="3579">
                  <c:v>5.6909760037967055E-3</c:v>
                </c:pt>
                <c:pt idx="3580">
                  <c:v>-0.85756842391154908</c:v>
                </c:pt>
                <c:pt idx="3581">
                  <c:v>-1.1119625058212128</c:v>
                </c:pt>
                <c:pt idx="3582">
                  <c:v>-1.0883716551202416</c:v>
                </c:pt>
                <c:pt idx="3583">
                  <c:v>-1.3095904249656736</c:v>
                </c:pt>
                <c:pt idx="3584">
                  <c:v>-0.98803363626938912</c:v>
                </c:pt>
                <c:pt idx="3585">
                  <c:v>-1.2710197471562961</c:v>
                </c:pt>
                <c:pt idx="3586">
                  <c:v>0.26138556670561902</c:v>
                </c:pt>
                <c:pt idx="3587">
                  <c:v>-1.1290972096364051</c:v>
                </c:pt>
                <c:pt idx="3588">
                  <c:v>0.10509488158707798</c:v>
                </c:pt>
                <c:pt idx="3589">
                  <c:v>-9.2787581971235322E-2</c:v>
                </c:pt>
                <c:pt idx="3590">
                  <c:v>-1.2554398161253078</c:v>
                </c:pt>
                <c:pt idx="3591">
                  <c:v>-0.16224115739938783</c:v>
                </c:pt>
                <c:pt idx="3592">
                  <c:v>-1.3205144528551436</c:v>
                </c:pt>
                <c:pt idx="3593">
                  <c:v>-0.17204809495930501</c:v>
                </c:pt>
                <c:pt idx="3594">
                  <c:v>0.41231070142309661</c:v>
                </c:pt>
                <c:pt idx="3595">
                  <c:v>0.44920910598351466</c:v>
                </c:pt>
                <c:pt idx="3596">
                  <c:v>-0.70518911050325783</c:v>
                </c:pt>
                <c:pt idx="3597">
                  <c:v>-0.43017505936884926</c:v>
                </c:pt>
                <c:pt idx="3598">
                  <c:v>-1.3431561811534889</c:v>
                </c:pt>
                <c:pt idx="3599">
                  <c:v>-0.35027835848758776</c:v>
                </c:pt>
                <c:pt idx="3600">
                  <c:v>-1.0139037100190371</c:v>
                </c:pt>
                <c:pt idx="3601">
                  <c:v>-1.0694588835854153</c:v>
                </c:pt>
                <c:pt idx="3602">
                  <c:v>-0.52761673843349899</c:v>
                </c:pt>
                <c:pt idx="3603">
                  <c:v>-0.47590380309150909</c:v>
                </c:pt>
                <c:pt idx="3604">
                  <c:v>4.7069486259130579E-2</c:v>
                </c:pt>
                <c:pt idx="3605">
                  <c:v>-0.52028239566805978</c:v>
                </c:pt>
                <c:pt idx="3606">
                  <c:v>-6.900126991246118E-2</c:v>
                </c:pt>
                <c:pt idx="3607">
                  <c:v>-0.6834307502789585</c:v>
                </c:pt>
                <c:pt idx="3608">
                  <c:v>-1.1424028755121862</c:v>
                </c:pt>
                <c:pt idx="3609">
                  <c:v>-0.53374975727631491</c:v>
                </c:pt>
                <c:pt idx="3610">
                  <c:v>-0.17604381674269273</c:v>
                </c:pt>
                <c:pt idx="3611">
                  <c:v>-0.69510090631736254</c:v>
                </c:pt>
                <c:pt idx="3612">
                  <c:v>-0.67801333937377117</c:v>
                </c:pt>
                <c:pt idx="3613">
                  <c:v>1.0103047718378118E-2</c:v>
                </c:pt>
                <c:pt idx="3614">
                  <c:v>-0.88869584726617123</c:v>
                </c:pt>
                <c:pt idx="3615">
                  <c:v>0.25567568093371046</c:v>
                </c:pt>
                <c:pt idx="3616">
                  <c:v>-0.1857585882834896</c:v>
                </c:pt>
                <c:pt idx="3617">
                  <c:v>-0.2128463014408907</c:v>
                </c:pt>
                <c:pt idx="3618">
                  <c:v>-0.33147172771295436</c:v>
                </c:pt>
                <c:pt idx="3619">
                  <c:v>-0.82692824940756793</c:v>
                </c:pt>
                <c:pt idx="3620">
                  <c:v>-0.55424280338834819</c:v>
                </c:pt>
                <c:pt idx="3621">
                  <c:v>-0.33620609074724067</c:v>
                </c:pt>
                <c:pt idx="3622">
                  <c:v>-0.25574095250874185</c:v>
                </c:pt>
                <c:pt idx="3623">
                  <c:v>-2.8561161437121192E-2</c:v>
                </c:pt>
                <c:pt idx="3624">
                  <c:v>-0.45799145368570304</c:v>
                </c:pt>
                <c:pt idx="3625">
                  <c:v>-0.45037950233886753</c:v>
                </c:pt>
                <c:pt idx="3626">
                  <c:v>-0.55398543749380258</c:v>
                </c:pt>
                <c:pt idx="3627">
                  <c:v>-0.52478263075715859</c:v>
                </c:pt>
                <c:pt idx="3628">
                  <c:v>-0.58846693258151184</c:v>
                </c:pt>
                <c:pt idx="3629">
                  <c:v>-0.56621983952138366</c:v>
                </c:pt>
                <c:pt idx="3630">
                  <c:v>-0.55612418280120091</c:v>
                </c:pt>
                <c:pt idx="3631">
                  <c:v>-0.42842058433520119</c:v>
                </c:pt>
                <c:pt idx="3632">
                  <c:v>-0.65061158812251207</c:v>
                </c:pt>
                <c:pt idx="3633">
                  <c:v>-0.29643515339436505</c:v>
                </c:pt>
                <c:pt idx="3634">
                  <c:v>0.22018898077842755</c:v>
                </c:pt>
                <c:pt idx="3635">
                  <c:v>0.21542860879695711</c:v>
                </c:pt>
                <c:pt idx="3636">
                  <c:v>-0.28725563135471505</c:v>
                </c:pt>
                <c:pt idx="3637">
                  <c:v>-0.16437404537840292</c:v>
                </c:pt>
                <c:pt idx="3638">
                  <c:v>5.9610930899540192E-2</c:v>
                </c:pt>
                <c:pt idx="3639">
                  <c:v>-0.21169344154987663</c:v>
                </c:pt>
                <c:pt idx="3640">
                  <c:v>-0.26327720357403495</c:v>
                </c:pt>
                <c:pt idx="3641">
                  <c:v>6.3220226067394011E-2</c:v>
                </c:pt>
                <c:pt idx="3642">
                  <c:v>-0.2997943838547259</c:v>
                </c:pt>
                <c:pt idx="3643">
                  <c:v>-0.6369165114186538</c:v>
                </c:pt>
                <c:pt idx="3644">
                  <c:v>-0.60654324710957297</c:v>
                </c:pt>
                <c:pt idx="3645">
                  <c:v>-0.18875796325244887</c:v>
                </c:pt>
                <c:pt idx="3646">
                  <c:v>-9.9625564492532209E-2</c:v>
                </c:pt>
                <c:pt idx="3647">
                  <c:v>-0.45920301588049284</c:v>
                </c:pt>
                <c:pt idx="3648">
                  <c:v>-0.44035539048908617</c:v>
                </c:pt>
                <c:pt idx="3649">
                  <c:v>-0.38550491375231233</c:v>
                </c:pt>
                <c:pt idx="3650">
                  <c:v>-0.37741309896866476</c:v>
                </c:pt>
                <c:pt idx="3651">
                  <c:v>-0.41495294287175205</c:v>
                </c:pt>
                <c:pt idx="3652">
                  <c:v>-0.42312009238111248</c:v>
                </c:pt>
                <c:pt idx="3653">
                  <c:v>-0.4367859511005488</c:v>
                </c:pt>
                <c:pt idx="3654">
                  <c:v>-0.48334196169194027</c:v>
                </c:pt>
                <c:pt idx="3655">
                  <c:v>-0.6936256294554195</c:v>
                </c:pt>
                <c:pt idx="3656">
                  <c:v>-0.1058515575419985</c:v>
                </c:pt>
                <c:pt idx="3657">
                  <c:v>-0.53485542999690605</c:v>
                </c:pt>
                <c:pt idx="3658">
                  <c:v>-9.2426608175751615E-2</c:v>
                </c:pt>
                <c:pt idx="3659">
                  <c:v>-0.74785223044006288</c:v>
                </c:pt>
                <c:pt idx="3660">
                  <c:v>0.50444661356996712</c:v>
                </c:pt>
                <c:pt idx="3661">
                  <c:v>-0.11543645749838971</c:v>
                </c:pt>
                <c:pt idx="3662">
                  <c:v>-0.221125983827756</c:v>
                </c:pt>
                <c:pt idx="3663">
                  <c:v>-0.33423945311968573</c:v>
                </c:pt>
                <c:pt idx="3664">
                  <c:v>8.9496188493985458E-3</c:v>
                </c:pt>
                <c:pt idx="3665">
                  <c:v>9.845113600240063E-2</c:v>
                </c:pt>
                <c:pt idx="3666">
                  <c:v>-0.54340064505694574</c:v>
                </c:pt>
                <c:pt idx="3667">
                  <c:v>-0.45467353121124771</c:v>
                </c:pt>
                <c:pt idx="3668">
                  <c:v>-0.22954831740710316</c:v>
                </c:pt>
                <c:pt idx="3669">
                  <c:v>-0.12237634810211058</c:v>
                </c:pt>
                <c:pt idx="3670">
                  <c:v>-0.52922249892936923</c:v>
                </c:pt>
                <c:pt idx="3671">
                  <c:v>-0.35349741329417145</c:v>
                </c:pt>
                <c:pt idx="3672">
                  <c:v>-0.54127912306664949</c:v>
                </c:pt>
                <c:pt idx="3673">
                  <c:v>-0.75622032535870021</c:v>
                </c:pt>
                <c:pt idx="3674">
                  <c:v>-0.61697197227823031</c:v>
                </c:pt>
                <c:pt idx="3675">
                  <c:v>-4.4079401439970002E-2</c:v>
                </c:pt>
                <c:pt idx="3676">
                  <c:v>-1.2408199267803928</c:v>
                </c:pt>
                <c:pt idx="3677">
                  <c:v>-1.3515143012802933</c:v>
                </c:pt>
                <c:pt idx="3678">
                  <c:v>-1.2586005427280755</c:v>
                </c:pt>
                <c:pt idx="3679">
                  <c:v>-0.78320446010125466</c:v>
                </c:pt>
                <c:pt idx="3680">
                  <c:v>1.5377715445429487E-2</c:v>
                </c:pt>
                <c:pt idx="3681">
                  <c:v>9.7257187486793906E-2</c:v>
                </c:pt>
                <c:pt idx="3682">
                  <c:v>-2.2263833557329485E-3</c:v>
                </c:pt>
                <c:pt idx="3683">
                  <c:v>-7.7925882449776496E-2</c:v>
                </c:pt>
                <c:pt idx="3684">
                  <c:v>-0.10919687476913852</c:v>
                </c:pt>
                <c:pt idx="3685">
                  <c:v>-0.99163807717663632</c:v>
                </c:pt>
                <c:pt idx="3686">
                  <c:v>-1.1249176803188674</c:v>
                </c:pt>
                <c:pt idx="3687">
                  <c:v>-0.73281316151069731</c:v>
                </c:pt>
                <c:pt idx="3688">
                  <c:v>-0.94897996960736031</c:v>
                </c:pt>
                <c:pt idx="3689">
                  <c:v>-0.20510075529324476</c:v>
                </c:pt>
                <c:pt idx="3690">
                  <c:v>8.9458188858089344E-2</c:v>
                </c:pt>
                <c:pt idx="3691">
                  <c:v>0.18520242086774191</c:v>
                </c:pt>
                <c:pt idx="3692">
                  <c:v>0.1766513888753721</c:v>
                </c:pt>
                <c:pt idx="3693">
                  <c:v>0.1395881605783601</c:v>
                </c:pt>
                <c:pt idx="3694">
                  <c:v>0.11074437136925068</c:v>
                </c:pt>
                <c:pt idx="3695">
                  <c:v>3.2891301269893362E-2</c:v>
                </c:pt>
                <c:pt idx="3696">
                  <c:v>9.6467075160009304E-3</c:v>
                </c:pt>
                <c:pt idx="3697">
                  <c:v>4.1758279720114245E-3</c:v>
                </c:pt>
                <c:pt idx="3698">
                  <c:v>1.9584441407458409E-3</c:v>
                </c:pt>
                <c:pt idx="3699">
                  <c:v>2.0589599700371075E-3</c:v>
                </c:pt>
                <c:pt idx="3700">
                  <c:v>7.7584300747384144E-3</c:v>
                </c:pt>
                <c:pt idx="3701">
                  <c:v>7.319838252294408E-3</c:v>
                </c:pt>
                <c:pt idx="3702">
                  <c:v>2.7873351657188097E-2</c:v>
                </c:pt>
                <c:pt idx="3703">
                  <c:v>1.5143794507485462E-2</c:v>
                </c:pt>
                <c:pt idx="3704">
                  <c:v>5.5161565894994873E-2</c:v>
                </c:pt>
                <c:pt idx="3705">
                  <c:v>3.7277952880975913E-2</c:v>
                </c:pt>
                <c:pt idx="3706">
                  <c:v>1.8411074318119378E-2</c:v>
                </c:pt>
                <c:pt idx="3707">
                  <c:v>7.2620487971680877E-3</c:v>
                </c:pt>
                <c:pt idx="3708">
                  <c:v>3.6800667481824067E-3</c:v>
                </c:pt>
                <c:pt idx="3709">
                  <c:v>5.5854163009920596E-3</c:v>
                </c:pt>
                <c:pt idx="3710">
                  <c:v>7.027484484701846E-3</c:v>
                </c:pt>
                <c:pt idx="3711">
                  <c:v>8.450573706953627E-3</c:v>
                </c:pt>
                <c:pt idx="3712">
                  <c:v>5.8057999277975753E-3</c:v>
                </c:pt>
                <c:pt idx="3713">
                  <c:v>2.294843514368837E-2</c:v>
                </c:pt>
                <c:pt idx="3714">
                  <c:v>1.1339296389693197E-2</c:v>
                </c:pt>
                <c:pt idx="3715">
                  <c:v>4.218937213503568E-3</c:v>
                </c:pt>
                <c:pt idx="3716">
                  <c:v>1.6091525014315013E-3</c:v>
                </c:pt>
                <c:pt idx="3717">
                  <c:v>3.8289759287703429E-4</c:v>
                </c:pt>
                <c:pt idx="3718">
                  <c:v>-1.9059336939007926E-3</c:v>
                </c:pt>
                <c:pt idx="3719">
                  <c:v>-3.3625839632929881E-3</c:v>
                </c:pt>
                <c:pt idx="3720">
                  <c:v>-2.7131819341801779E-3</c:v>
                </c:pt>
                <c:pt idx="3721">
                  <c:v>-3.2662771172794146E-3</c:v>
                </c:pt>
                <c:pt idx="3722">
                  <c:v>-3.5709162638931959E-3</c:v>
                </c:pt>
                <c:pt idx="3723">
                  <c:v>-2.2064713701720582E-3</c:v>
                </c:pt>
                <c:pt idx="3724">
                  <c:v>-1.424154243223277E-3</c:v>
                </c:pt>
                <c:pt idx="3725">
                  <c:v>-1.9574754112619006E-3</c:v>
                </c:pt>
                <c:pt idx="3726">
                  <c:v>-2.8334586925391045E-4</c:v>
                </c:pt>
                <c:pt idx="3727">
                  <c:v>4.9390029920425645E-4</c:v>
                </c:pt>
                <c:pt idx="3728">
                  <c:v>-1.8784012472114688E-3</c:v>
                </c:pt>
                <c:pt idx="3729">
                  <c:v>-7.4019425004596719E-3</c:v>
                </c:pt>
                <c:pt idx="3730">
                  <c:v>-1.0929678655990895E-2</c:v>
                </c:pt>
                <c:pt idx="3731">
                  <c:v>-1.3710756313983601E-2</c:v>
                </c:pt>
                <c:pt idx="3732">
                  <c:v>-1.2370026530290013E-2</c:v>
                </c:pt>
                <c:pt idx="3733">
                  <c:v>-9.8242751004801454E-3</c:v>
                </c:pt>
                <c:pt idx="3734">
                  <c:v>-9.0193512744535694E-3</c:v>
                </c:pt>
                <c:pt idx="3735">
                  <c:v>-1.1509198686428803E-2</c:v>
                </c:pt>
                <c:pt idx="3736">
                  <c:v>-1.0217177380269128E-2</c:v>
                </c:pt>
                <c:pt idx="3737">
                  <c:v>1.0421439833715971E-2</c:v>
                </c:pt>
                <c:pt idx="3738">
                  <c:v>3.1266761868920488E-3</c:v>
                </c:pt>
                <c:pt idx="3739">
                  <c:v>6.875920792044095E-3</c:v>
                </c:pt>
                <c:pt idx="3740">
                  <c:v>1.6093559717162578E-3</c:v>
                </c:pt>
                <c:pt idx="3741">
                  <c:v>3.785731657009297E-4</c:v>
                </c:pt>
                <c:pt idx="3742">
                  <c:v>-2.2260382282357857E-4</c:v>
                </c:pt>
                <c:pt idx="3743">
                  <c:v>1.8569789713621066E-4</c:v>
                </c:pt>
                <c:pt idx="3744">
                  <c:v>5.637205702609244E-4</c:v>
                </c:pt>
                <c:pt idx="3745">
                  <c:v>3.0619141642714221E-4</c:v>
                </c:pt>
                <c:pt idx="3746">
                  <c:v>3.9618183986879057E-4</c:v>
                </c:pt>
                <c:pt idx="3747">
                  <c:v>4.7432598092596334E-4</c:v>
                </c:pt>
                <c:pt idx="3748">
                  <c:v>3.7117775034555445E-4</c:v>
                </c:pt>
                <c:pt idx="3749">
                  <c:v>3.0679898003981514E-4</c:v>
                </c:pt>
                <c:pt idx="3750">
                  <c:v>5.6935868459029402E-4</c:v>
                </c:pt>
                <c:pt idx="3751">
                  <c:v>2.1877992621445702E-3</c:v>
                </c:pt>
                <c:pt idx="3752">
                  <c:v>-5.0349009770206087E-3</c:v>
                </c:pt>
                <c:pt idx="3753">
                  <c:v>-1.5764835132687626E-2</c:v>
                </c:pt>
                <c:pt idx="3754">
                  <c:v>-2.3462167642203265E-2</c:v>
                </c:pt>
                <c:pt idx="3755">
                  <c:v>-2.1516055091254534E-2</c:v>
                </c:pt>
                <c:pt idx="3756">
                  <c:v>-2.3110634613058307E-2</c:v>
                </c:pt>
                <c:pt idx="3757">
                  <c:v>-1.9701748178240403E-2</c:v>
                </c:pt>
                <c:pt idx="3758">
                  <c:v>-1.2330059391842037E-2</c:v>
                </c:pt>
                <c:pt idx="3759">
                  <c:v>-1.1829111231777479E-2</c:v>
                </c:pt>
                <c:pt idx="3760">
                  <c:v>-1.3655696652901065E-2</c:v>
                </c:pt>
                <c:pt idx="3761">
                  <c:v>-1.4260928509464969E-2</c:v>
                </c:pt>
                <c:pt idx="3762">
                  <c:v>-1.5700905247209601E-2</c:v>
                </c:pt>
                <c:pt idx="3763">
                  <c:v>-2.0354919055415692E-2</c:v>
                </c:pt>
                <c:pt idx="3764">
                  <c:v>-2.0162027692873428E-2</c:v>
                </c:pt>
                <c:pt idx="3765">
                  <c:v>-1.7685819342791877E-2</c:v>
                </c:pt>
                <c:pt idx="3766">
                  <c:v>-2.1348707256215155E-2</c:v>
                </c:pt>
                <c:pt idx="3767">
                  <c:v>1.4099092762297673E-2</c:v>
                </c:pt>
                <c:pt idx="3768">
                  <c:v>5.3427391786433388E-3</c:v>
                </c:pt>
                <c:pt idx="3769">
                  <c:v>3.6909461158200932E-3</c:v>
                </c:pt>
                <c:pt idx="3770">
                  <c:v>3.5876197777901702E-3</c:v>
                </c:pt>
                <c:pt idx="3771">
                  <c:v>1.4933314172269625E-3</c:v>
                </c:pt>
                <c:pt idx="3772">
                  <c:v>1.9457136100064984E-3</c:v>
                </c:pt>
                <c:pt idx="3773">
                  <c:v>1.4259995483680526E-3</c:v>
                </c:pt>
                <c:pt idx="3774">
                  <c:v>8.3922007124249737E-4</c:v>
                </c:pt>
                <c:pt idx="3775">
                  <c:v>5.1901095681772596E-3</c:v>
                </c:pt>
                <c:pt idx="3776">
                  <c:v>1.4780852990510766E-2</c:v>
                </c:pt>
                <c:pt idx="3777">
                  <c:v>9.9793607490028242E-4</c:v>
                </c:pt>
                <c:pt idx="3778">
                  <c:v>-8.9242438035718376E-3</c:v>
                </c:pt>
                <c:pt idx="3779">
                  <c:v>-8.9530936423071906E-3</c:v>
                </c:pt>
                <c:pt idx="3780">
                  <c:v>-6.8006468493828241E-3</c:v>
                </c:pt>
                <c:pt idx="3781">
                  <c:v>-7.1072603290508966E-3</c:v>
                </c:pt>
                <c:pt idx="3782">
                  <c:v>-9.2105784258685233E-3</c:v>
                </c:pt>
                <c:pt idx="3783">
                  <c:v>-1.1183450069705217E-2</c:v>
                </c:pt>
                <c:pt idx="3784">
                  <c:v>-1.052172391836558E-2</c:v>
                </c:pt>
                <c:pt idx="3785">
                  <c:v>-8.5639458062600465E-3</c:v>
                </c:pt>
                <c:pt idx="3786">
                  <c:v>-8.7824059267580246E-3</c:v>
                </c:pt>
                <c:pt idx="3787">
                  <c:v>-7.571684997588455E-3</c:v>
                </c:pt>
                <c:pt idx="3788">
                  <c:v>-8.9705586213540273E-3</c:v>
                </c:pt>
                <c:pt idx="3789">
                  <c:v>-1.1599469061514002E-2</c:v>
                </c:pt>
                <c:pt idx="3790">
                  <c:v>-1.2198790695479213E-2</c:v>
                </c:pt>
                <c:pt idx="3791">
                  <c:v>1.6722299142476717E-2</c:v>
                </c:pt>
                <c:pt idx="3792">
                  <c:v>6.0463493194373857E-3</c:v>
                </c:pt>
                <c:pt idx="3793">
                  <c:v>2.1325715689304806E-3</c:v>
                </c:pt>
                <c:pt idx="3794">
                  <c:v>2.1190603341173821E-3</c:v>
                </c:pt>
                <c:pt idx="3795">
                  <c:v>-0.47299885541748998</c:v>
                </c:pt>
                <c:pt idx="3796">
                  <c:v>-1.1981838109271534</c:v>
                </c:pt>
                <c:pt idx="3797">
                  <c:v>-1.7356095812418129</c:v>
                </c:pt>
                <c:pt idx="3798">
                  <c:v>-0.70975178336536626</c:v>
                </c:pt>
                <c:pt idx="3799">
                  <c:v>-1.0624214022986143</c:v>
                </c:pt>
                <c:pt idx="3800">
                  <c:v>5.6372670228157389E-2</c:v>
                </c:pt>
                <c:pt idx="3801">
                  <c:v>-1.2295268139720679</c:v>
                </c:pt>
                <c:pt idx="3802">
                  <c:v>-1.1383801869441821</c:v>
                </c:pt>
                <c:pt idx="3803">
                  <c:v>-0.81977845344991329</c:v>
                </c:pt>
                <c:pt idx="3804">
                  <c:v>-0.96677986181990949</c:v>
                </c:pt>
                <c:pt idx="3805">
                  <c:v>-1.4137804189253631</c:v>
                </c:pt>
                <c:pt idx="3806">
                  <c:v>-1.7094583310803284</c:v>
                </c:pt>
                <c:pt idx="3807">
                  <c:v>-1.4690384151664548</c:v>
                </c:pt>
                <c:pt idx="3808">
                  <c:v>-1.4206624850415237</c:v>
                </c:pt>
                <c:pt idx="3809">
                  <c:v>-0.62755459011708759</c:v>
                </c:pt>
                <c:pt idx="3810">
                  <c:v>-0.74570612357973354</c:v>
                </c:pt>
                <c:pt idx="3811">
                  <c:v>-0.99540790435270854</c:v>
                </c:pt>
                <c:pt idx="3812">
                  <c:v>-1.0028869831645433</c:v>
                </c:pt>
                <c:pt idx="3813">
                  <c:v>-0.52015591524168048</c:v>
                </c:pt>
                <c:pt idx="3814">
                  <c:v>-1.2082796558953628</c:v>
                </c:pt>
                <c:pt idx="3815">
                  <c:v>-0.9871563598630273</c:v>
                </c:pt>
                <c:pt idx="3816">
                  <c:v>-0.26050096473850054</c:v>
                </c:pt>
                <c:pt idx="3817">
                  <c:v>-0.72341491580775563</c:v>
                </c:pt>
                <c:pt idx="3818">
                  <c:v>-0.47840250926991162</c:v>
                </c:pt>
                <c:pt idx="3819">
                  <c:v>-0.53928926573979297</c:v>
                </c:pt>
                <c:pt idx="3820">
                  <c:v>-0.95114657055121943</c:v>
                </c:pt>
                <c:pt idx="3821">
                  <c:v>-0.38116621348227564</c:v>
                </c:pt>
                <c:pt idx="3822">
                  <c:v>-1.4202741392677039</c:v>
                </c:pt>
                <c:pt idx="3823">
                  <c:v>-0.58134813435336508</c:v>
                </c:pt>
                <c:pt idx="3824">
                  <c:v>-1.0549723700918621</c:v>
                </c:pt>
                <c:pt idx="3825">
                  <c:v>-1.2632525831201076</c:v>
                </c:pt>
                <c:pt idx="3826">
                  <c:v>-1.0832851758063293</c:v>
                </c:pt>
                <c:pt idx="3827">
                  <c:v>-0.29897700288767881</c:v>
                </c:pt>
                <c:pt idx="3828">
                  <c:v>-0.43296706876961677</c:v>
                </c:pt>
                <c:pt idx="3829">
                  <c:v>-1.1890036572430278</c:v>
                </c:pt>
                <c:pt idx="3830">
                  <c:v>-1.071616132796956</c:v>
                </c:pt>
                <c:pt idx="3831">
                  <c:v>-1.8141957589510256</c:v>
                </c:pt>
                <c:pt idx="3832">
                  <c:v>-0.76608632238276986</c:v>
                </c:pt>
                <c:pt idx="3833">
                  <c:v>-0.89327732936883486</c:v>
                </c:pt>
                <c:pt idx="3834">
                  <c:v>-0.56454674591477205</c:v>
                </c:pt>
                <c:pt idx="3835">
                  <c:v>-0.19767691085822292</c:v>
                </c:pt>
                <c:pt idx="3836">
                  <c:v>0.33641870672034824</c:v>
                </c:pt>
                <c:pt idx="3837">
                  <c:v>-1.4222022737320426</c:v>
                </c:pt>
                <c:pt idx="3838">
                  <c:v>-0.66892731767364078</c:v>
                </c:pt>
                <c:pt idx="3839">
                  <c:v>-0.4822650452195027</c:v>
                </c:pt>
                <c:pt idx="3840">
                  <c:v>-0.41378123315870191</c:v>
                </c:pt>
                <c:pt idx="3841">
                  <c:v>-0.89014746218043339</c:v>
                </c:pt>
                <c:pt idx="3842">
                  <c:v>-0.86270492053727321</c:v>
                </c:pt>
                <c:pt idx="3843">
                  <c:v>-0.69800974373443703</c:v>
                </c:pt>
                <c:pt idx="3844">
                  <c:v>-0.69465656264514997</c:v>
                </c:pt>
                <c:pt idx="3845">
                  <c:v>-0.60756210813617439</c:v>
                </c:pt>
                <c:pt idx="3846">
                  <c:v>-0.52342562811834803</c:v>
                </c:pt>
                <c:pt idx="3847">
                  <c:v>-0.69425553175260224</c:v>
                </c:pt>
                <c:pt idx="3848">
                  <c:v>-0.76853681167581878</c:v>
                </c:pt>
                <c:pt idx="3849">
                  <c:v>-0.64597525404955458</c:v>
                </c:pt>
                <c:pt idx="3850">
                  <c:v>-0.55028915289707347</c:v>
                </c:pt>
                <c:pt idx="3851">
                  <c:v>-0.6277660665161483</c:v>
                </c:pt>
                <c:pt idx="3852">
                  <c:v>-0.55087595409801515</c:v>
                </c:pt>
                <c:pt idx="3853">
                  <c:v>-0.43263256312394432</c:v>
                </c:pt>
                <c:pt idx="3854">
                  <c:v>-0.55472569846317576</c:v>
                </c:pt>
                <c:pt idx="3855">
                  <c:v>-0.80389282099754289</c:v>
                </c:pt>
                <c:pt idx="3856">
                  <c:v>-0.9584363080009134</c:v>
                </c:pt>
                <c:pt idx="3857">
                  <c:v>-0.90570743367893769</c:v>
                </c:pt>
                <c:pt idx="3858">
                  <c:v>-0.69187290423384673</c:v>
                </c:pt>
                <c:pt idx="3859">
                  <c:v>-0.54090260600278706</c:v>
                </c:pt>
                <c:pt idx="3860">
                  <c:v>-0.47288895412130366</c:v>
                </c:pt>
                <c:pt idx="3861">
                  <c:v>-0.48725759903851612</c:v>
                </c:pt>
                <c:pt idx="3862">
                  <c:v>-0.43669005599674376</c:v>
                </c:pt>
                <c:pt idx="3863">
                  <c:v>-0.31514854979625895</c:v>
                </c:pt>
                <c:pt idx="3864">
                  <c:v>-0.61853354020279816</c:v>
                </c:pt>
                <c:pt idx="3865">
                  <c:v>-0.43043222977464995</c:v>
                </c:pt>
                <c:pt idx="3866">
                  <c:v>-0.39349822305881393</c:v>
                </c:pt>
                <c:pt idx="3867">
                  <c:v>-0.32966654893888087</c:v>
                </c:pt>
                <c:pt idx="3868">
                  <c:v>-0.39993930934099731</c:v>
                </c:pt>
                <c:pt idx="3869">
                  <c:v>-0.4355091380982466</c:v>
                </c:pt>
                <c:pt idx="3870">
                  <c:v>-0.66121858209346562</c:v>
                </c:pt>
                <c:pt idx="3871">
                  <c:v>-0.57170193511733736</c:v>
                </c:pt>
                <c:pt idx="3872">
                  <c:v>-0.90756427580668164</c:v>
                </c:pt>
                <c:pt idx="3873">
                  <c:v>-0.97834692974563298</c:v>
                </c:pt>
                <c:pt idx="3874">
                  <c:v>-0.2684837131454203</c:v>
                </c:pt>
                <c:pt idx="3875">
                  <c:v>-0.66882323027114943</c:v>
                </c:pt>
                <c:pt idx="3876">
                  <c:v>-1.0489638333258591</c:v>
                </c:pt>
                <c:pt idx="3877">
                  <c:v>-0.51394010271300228</c:v>
                </c:pt>
                <c:pt idx="3878">
                  <c:v>-1.1158599715774153</c:v>
                </c:pt>
                <c:pt idx="3879">
                  <c:v>-8.6489200022971557E-2</c:v>
                </c:pt>
                <c:pt idx="3880">
                  <c:v>-1.3918281847388323</c:v>
                </c:pt>
                <c:pt idx="3881">
                  <c:v>-0.26983222847920452</c:v>
                </c:pt>
                <c:pt idx="3882">
                  <c:v>-0.52791154627058112</c:v>
                </c:pt>
                <c:pt idx="3883">
                  <c:v>-0.59801706049022696</c:v>
                </c:pt>
                <c:pt idx="3884">
                  <c:v>1.9492725342640179E-2</c:v>
                </c:pt>
                <c:pt idx="3885">
                  <c:v>-0.90600679911435555</c:v>
                </c:pt>
                <c:pt idx="3886">
                  <c:v>-0.74502345366267453</c:v>
                </c:pt>
                <c:pt idx="3887">
                  <c:v>-0.20501674701747341</c:v>
                </c:pt>
                <c:pt idx="3888">
                  <c:v>-0.95900283947079135</c:v>
                </c:pt>
                <c:pt idx="3889">
                  <c:v>-0.65375931030971146</c:v>
                </c:pt>
                <c:pt idx="3890">
                  <c:v>-0.82660141868902071</c:v>
                </c:pt>
                <c:pt idx="3891">
                  <c:v>-0.99692294701877626</c:v>
                </c:pt>
                <c:pt idx="3892">
                  <c:v>-0.89381894340864587</c:v>
                </c:pt>
                <c:pt idx="3893">
                  <c:v>-1.4369040429013151</c:v>
                </c:pt>
                <c:pt idx="3894">
                  <c:v>-0.7761725245084361</c:v>
                </c:pt>
                <c:pt idx="3895">
                  <c:v>-0.86333304565732549</c:v>
                </c:pt>
                <c:pt idx="3896">
                  <c:v>-0.58874370399076237</c:v>
                </c:pt>
                <c:pt idx="3897">
                  <c:v>-0.58203687792095515</c:v>
                </c:pt>
                <c:pt idx="3898">
                  <c:v>-0.32466583781244351</c:v>
                </c:pt>
                <c:pt idx="3899">
                  <c:v>-1.1736198697608413</c:v>
                </c:pt>
                <c:pt idx="3900">
                  <c:v>-1.2477712644993375</c:v>
                </c:pt>
                <c:pt idx="3901">
                  <c:v>9.3668774868253101E-3</c:v>
                </c:pt>
                <c:pt idx="3902">
                  <c:v>-0.83554980377216503</c:v>
                </c:pt>
                <c:pt idx="3903">
                  <c:v>-0.32699810496713255</c:v>
                </c:pt>
                <c:pt idx="3904">
                  <c:v>-1.2691705823891266</c:v>
                </c:pt>
                <c:pt idx="3905">
                  <c:v>-4.2235472431960033E-2</c:v>
                </c:pt>
                <c:pt idx="3906">
                  <c:v>-3.0190735893313812E-2</c:v>
                </c:pt>
                <c:pt idx="3907">
                  <c:v>-0.71842047674885523</c:v>
                </c:pt>
                <c:pt idx="3908">
                  <c:v>-0.48467313019837149</c:v>
                </c:pt>
                <c:pt idx="3909">
                  <c:v>-0.39350626211990158</c:v>
                </c:pt>
                <c:pt idx="3910">
                  <c:v>-0.65193435011326639</c:v>
                </c:pt>
                <c:pt idx="3911">
                  <c:v>-0.59255962168355458</c:v>
                </c:pt>
                <c:pt idx="3912">
                  <c:v>-0.42528191186243741</c:v>
                </c:pt>
                <c:pt idx="3913">
                  <c:v>-0.67972313689410513</c:v>
                </c:pt>
                <c:pt idx="3914">
                  <c:v>-0.77163119687410919</c:v>
                </c:pt>
                <c:pt idx="3915">
                  <c:v>-0.12938926355492433</c:v>
                </c:pt>
                <c:pt idx="3916">
                  <c:v>-1.0589836266840125</c:v>
                </c:pt>
                <c:pt idx="3917">
                  <c:v>0.11553917012423334</c:v>
                </c:pt>
                <c:pt idx="3918">
                  <c:v>-1.1511986007244981</c:v>
                </c:pt>
                <c:pt idx="3919">
                  <c:v>-0.87720650196265493</c:v>
                </c:pt>
                <c:pt idx="3920">
                  <c:v>-1.3914856259718846</c:v>
                </c:pt>
                <c:pt idx="3921">
                  <c:v>-1.5378328574458919</c:v>
                </c:pt>
                <c:pt idx="3922">
                  <c:v>-1.6383699199512376</c:v>
                </c:pt>
                <c:pt idx="3923">
                  <c:v>-1.6586812476536072</c:v>
                </c:pt>
                <c:pt idx="3924">
                  <c:v>-1.3537670455683213</c:v>
                </c:pt>
                <c:pt idx="3925">
                  <c:v>-0.85661429126434974</c:v>
                </c:pt>
                <c:pt idx="3926">
                  <c:v>-0.75192906708840035</c:v>
                </c:pt>
                <c:pt idx="3927">
                  <c:v>-8.892148564303011E-2</c:v>
                </c:pt>
                <c:pt idx="3928">
                  <c:v>-0.61023134725383799</c:v>
                </c:pt>
                <c:pt idx="3929">
                  <c:v>-1.4368502337565754</c:v>
                </c:pt>
                <c:pt idx="3930">
                  <c:v>-1.1068834439572108</c:v>
                </c:pt>
                <c:pt idx="3931">
                  <c:v>-0.70559379158575808</c:v>
                </c:pt>
                <c:pt idx="3932">
                  <c:v>-0.25842806695613568</c:v>
                </c:pt>
                <c:pt idx="3933">
                  <c:v>-0.56750772159796625</c:v>
                </c:pt>
                <c:pt idx="3934">
                  <c:v>-0.56203037643702869</c:v>
                </c:pt>
                <c:pt idx="3935">
                  <c:v>-0.26681547637776348</c:v>
                </c:pt>
                <c:pt idx="3936">
                  <c:v>-1.3061744434257172</c:v>
                </c:pt>
                <c:pt idx="3937">
                  <c:v>-0.52742920093018375</c:v>
                </c:pt>
                <c:pt idx="3938">
                  <c:v>-0.92278853281163786</c:v>
                </c:pt>
                <c:pt idx="3939">
                  <c:v>-1.4468102471994895</c:v>
                </c:pt>
                <c:pt idx="3940">
                  <c:v>-0.53724962889179184</c:v>
                </c:pt>
                <c:pt idx="3941">
                  <c:v>-0.22033806363590078</c:v>
                </c:pt>
                <c:pt idx="3942">
                  <c:v>-0.84688367117562069</c:v>
                </c:pt>
                <c:pt idx="3943">
                  <c:v>-1.570356220957166</c:v>
                </c:pt>
                <c:pt idx="3944">
                  <c:v>-1.5637682347601229</c:v>
                </c:pt>
                <c:pt idx="3945">
                  <c:v>-0.64362845539916047</c:v>
                </c:pt>
                <c:pt idx="3946">
                  <c:v>-0.41408727151087471</c:v>
                </c:pt>
                <c:pt idx="3947">
                  <c:v>-0.74451737048530287</c:v>
                </c:pt>
                <c:pt idx="3948">
                  <c:v>-1.8131021046022637</c:v>
                </c:pt>
                <c:pt idx="3949">
                  <c:v>-1.8183570032390417</c:v>
                </c:pt>
                <c:pt idx="3950">
                  <c:v>-0.82552494680329003</c:v>
                </c:pt>
                <c:pt idx="3951">
                  <c:v>-0.61357060826299437</c:v>
                </c:pt>
                <c:pt idx="3952">
                  <c:v>-0.5571073860364496</c:v>
                </c:pt>
                <c:pt idx="3953">
                  <c:v>0.35138890958401053</c:v>
                </c:pt>
                <c:pt idx="3954">
                  <c:v>-0.48415182804455575</c:v>
                </c:pt>
                <c:pt idx="3955">
                  <c:v>-0.93027061995395932</c:v>
                </c:pt>
                <c:pt idx="3956">
                  <c:v>-1.3813510685626589</c:v>
                </c:pt>
                <c:pt idx="3957">
                  <c:v>-1.0857328888345179</c:v>
                </c:pt>
                <c:pt idx="3958">
                  <c:v>-0.12472308882479592</c:v>
                </c:pt>
                <c:pt idx="3959">
                  <c:v>-0.85664797204514076</c:v>
                </c:pt>
                <c:pt idx="3960">
                  <c:v>-0.8255988501416347</c:v>
                </c:pt>
                <c:pt idx="3961">
                  <c:v>-0.79437518459032852</c:v>
                </c:pt>
                <c:pt idx="3962">
                  <c:v>-0.65766286149842124</c:v>
                </c:pt>
                <c:pt idx="3963">
                  <c:v>-0.38715736462262385</c:v>
                </c:pt>
                <c:pt idx="3964">
                  <c:v>-0.74273929881176171</c:v>
                </c:pt>
                <c:pt idx="3965">
                  <c:v>-5.0370818171025969E-2</c:v>
                </c:pt>
                <c:pt idx="3966">
                  <c:v>-0.58113522271808926</c:v>
                </c:pt>
                <c:pt idx="3967">
                  <c:v>-1.2957250852600786</c:v>
                </c:pt>
                <c:pt idx="3968">
                  <c:v>-1.4239001397173947</c:v>
                </c:pt>
                <c:pt idx="3969">
                  <c:v>-1.8570835241317902</c:v>
                </c:pt>
                <c:pt idx="3970">
                  <c:v>-0.7686695414227932</c:v>
                </c:pt>
                <c:pt idx="3971">
                  <c:v>-0.62296157374566985</c:v>
                </c:pt>
                <c:pt idx="3972">
                  <c:v>3.6410447994212725E-2</c:v>
                </c:pt>
                <c:pt idx="3973">
                  <c:v>-0.41816225759924397</c:v>
                </c:pt>
                <c:pt idx="3974">
                  <c:v>-0.6279698082081101</c:v>
                </c:pt>
                <c:pt idx="3975">
                  <c:v>-0.84116493742165388</c:v>
                </c:pt>
                <c:pt idx="3976">
                  <c:v>-0.73136369517016164</c:v>
                </c:pt>
                <c:pt idx="3977">
                  <c:v>-0.65823079641076965</c:v>
                </c:pt>
                <c:pt idx="3978">
                  <c:v>-0.46119190096303986</c:v>
                </c:pt>
                <c:pt idx="3979">
                  <c:v>-0.51561506874054319</c:v>
                </c:pt>
                <c:pt idx="3980">
                  <c:v>-0.49394824069841392</c:v>
                </c:pt>
                <c:pt idx="3981">
                  <c:v>-0.66443500333939609</c:v>
                </c:pt>
                <c:pt idx="3982">
                  <c:v>-0.39498489993747277</c:v>
                </c:pt>
                <c:pt idx="3983">
                  <c:v>-0.62761348666483741</c:v>
                </c:pt>
                <c:pt idx="3984">
                  <c:v>-9.766921105018718E-2</c:v>
                </c:pt>
                <c:pt idx="3985">
                  <c:v>-0.9886705558560227</c:v>
                </c:pt>
                <c:pt idx="3986">
                  <c:v>-1.0348578005871771</c:v>
                </c:pt>
                <c:pt idx="3987">
                  <c:v>-0.77007694162941542</c:v>
                </c:pt>
                <c:pt idx="3988">
                  <c:v>-1.8263387335316798E-2</c:v>
                </c:pt>
                <c:pt idx="3989">
                  <c:v>0.16184231949076938</c:v>
                </c:pt>
                <c:pt idx="3990">
                  <c:v>-0.77311214455795363</c:v>
                </c:pt>
                <c:pt idx="3991">
                  <c:v>-1.3000259771209555</c:v>
                </c:pt>
                <c:pt idx="3992">
                  <c:v>-1.6361494000525809</c:v>
                </c:pt>
                <c:pt idx="3993">
                  <c:v>-2.1202309873003364</c:v>
                </c:pt>
                <c:pt idx="3994">
                  <c:v>-1.6189006232761511</c:v>
                </c:pt>
                <c:pt idx="3995">
                  <c:v>-0.90180571088483696</c:v>
                </c:pt>
                <c:pt idx="3996">
                  <c:v>-0.79990981453908871</c:v>
                </c:pt>
                <c:pt idx="3997">
                  <c:v>-0.94184231733871115</c:v>
                </c:pt>
                <c:pt idx="3998">
                  <c:v>-1.2736056326442688</c:v>
                </c:pt>
                <c:pt idx="3999">
                  <c:v>-0.97844128173818523</c:v>
                </c:pt>
                <c:pt idx="4000">
                  <c:v>0.18104728630899306</c:v>
                </c:pt>
                <c:pt idx="4001">
                  <c:v>2.4218777447185397E-2</c:v>
                </c:pt>
                <c:pt idx="4002">
                  <c:v>-0.76110479665398001</c:v>
                </c:pt>
                <c:pt idx="4003">
                  <c:v>-0.48972471021092095</c:v>
                </c:pt>
                <c:pt idx="4004">
                  <c:v>-0.23330971647189103</c:v>
                </c:pt>
                <c:pt idx="4005">
                  <c:v>-4.8523630689601444E-2</c:v>
                </c:pt>
                <c:pt idx="4006">
                  <c:v>-0.38929350028420029</c:v>
                </c:pt>
                <c:pt idx="4007">
                  <c:v>-0.22551586794802519</c:v>
                </c:pt>
                <c:pt idx="4008">
                  <c:v>-0.5430800579557945</c:v>
                </c:pt>
                <c:pt idx="4009">
                  <c:v>-1.4033809790445522</c:v>
                </c:pt>
                <c:pt idx="4010">
                  <c:v>-0.41728118246531104</c:v>
                </c:pt>
                <c:pt idx="4011">
                  <c:v>-1.3836384875766514</c:v>
                </c:pt>
                <c:pt idx="4012">
                  <c:v>-0.48317208139077678</c:v>
                </c:pt>
                <c:pt idx="4013">
                  <c:v>-0.74925123259303505</c:v>
                </c:pt>
                <c:pt idx="4014">
                  <c:v>3.7707082637002576E-4</c:v>
                </c:pt>
                <c:pt idx="4015">
                  <c:v>-1.3398771076498974</c:v>
                </c:pt>
                <c:pt idx="4016">
                  <c:v>-1.4465487678043913</c:v>
                </c:pt>
                <c:pt idx="4017">
                  <c:v>-0.60006568814303707</c:v>
                </c:pt>
                <c:pt idx="4018">
                  <c:v>-0.86089602740346582</c:v>
                </c:pt>
                <c:pt idx="4019">
                  <c:v>0.45082528026242891</c:v>
                </c:pt>
                <c:pt idx="4020">
                  <c:v>0.18233100782570164</c:v>
                </c:pt>
                <c:pt idx="4021">
                  <c:v>4.41399869158886E-2</c:v>
                </c:pt>
                <c:pt idx="4022">
                  <c:v>-0.740182083995643</c:v>
                </c:pt>
                <c:pt idx="4023">
                  <c:v>-0.79217753603346286</c:v>
                </c:pt>
                <c:pt idx="4024">
                  <c:v>-0.53579025676647496</c:v>
                </c:pt>
                <c:pt idx="4025">
                  <c:v>0.54302060263274787</c:v>
                </c:pt>
                <c:pt idx="4026">
                  <c:v>-0.63489104003036057</c:v>
                </c:pt>
                <c:pt idx="4027">
                  <c:v>-1.0222602611343856</c:v>
                </c:pt>
                <c:pt idx="4028">
                  <c:v>-0.15883827502433365</c:v>
                </c:pt>
                <c:pt idx="4029">
                  <c:v>-0.75399704640383469</c:v>
                </c:pt>
                <c:pt idx="4030">
                  <c:v>2.5105665069391193E-2</c:v>
                </c:pt>
                <c:pt idx="4031">
                  <c:v>-0.31169839196287824</c:v>
                </c:pt>
                <c:pt idx="4032">
                  <c:v>-0.50586679383102839</c:v>
                </c:pt>
                <c:pt idx="4033">
                  <c:v>-0.37740560656900018</c:v>
                </c:pt>
                <c:pt idx="4034">
                  <c:v>-9.6973832781712989E-3</c:v>
                </c:pt>
                <c:pt idx="4035">
                  <c:v>-0.89999513085557159</c:v>
                </c:pt>
                <c:pt idx="4036">
                  <c:v>-0.19555182086328946</c:v>
                </c:pt>
                <c:pt idx="4037">
                  <c:v>-1.0915704251580467</c:v>
                </c:pt>
                <c:pt idx="4038">
                  <c:v>-0.70054779644146181</c:v>
                </c:pt>
                <c:pt idx="4039">
                  <c:v>-5.8747136344467203E-2</c:v>
                </c:pt>
                <c:pt idx="4040">
                  <c:v>-1.3439084280906775</c:v>
                </c:pt>
                <c:pt idx="4041">
                  <c:v>-0.79832147102750761</c:v>
                </c:pt>
                <c:pt idx="4042">
                  <c:v>-0.31567511259224457</c:v>
                </c:pt>
                <c:pt idx="4043">
                  <c:v>-0.24526501192003775</c:v>
                </c:pt>
                <c:pt idx="4044">
                  <c:v>-1.0123498967976576</c:v>
                </c:pt>
                <c:pt idx="4045">
                  <c:v>-0.3414806842262792</c:v>
                </c:pt>
                <c:pt idx="4046">
                  <c:v>-0.62637945796476757</c:v>
                </c:pt>
                <c:pt idx="4047">
                  <c:v>-0.49959631828269885</c:v>
                </c:pt>
                <c:pt idx="4048">
                  <c:v>-0.4237261147245962</c:v>
                </c:pt>
                <c:pt idx="4049">
                  <c:v>-7.7401037256231944E-2</c:v>
                </c:pt>
                <c:pt idx="4050">
                  <c:v>-0.3558878179666714</c:v>
                </c:pt>
                <c:pt idx="4051">
                  <c:v>-1.1278138894093654</c:v>
                </c:pt>
                <c:pt idx="4052">
                  <c:v>-0.33091510823858628</c:v>
                </c:pt>
                <c:pt idx="4053">
                  <c:v>-1.2721933990976702</c:v>
                </c:pt>
                <c:pt idx="4054">
                  <c:v>-0.22839041794060336</c:v>
                </c:pt>
                <c:pt idx="4055">
                  <c:v>-0.25544624395974797</c:v>
                </c:pt>
                <c:pt idx="4056">
                  <c:v>-1.1338740593457086</c:v>
                </c:pt>
                <c:pt idx="4057">
                  <c:v>-0.81242001041249101</c:v>
                </c:pt>
                <c:pt idx="4058">
                  <c:v>-0.9949425885074562</c:v>
                </c:pt>
                <c:pt idx="4059">
                  <c:v>-0.50812209185836221</c:v>
                </c:pt>
                <c:pt idx="4060">
                  <c:v>-0.42582211557042765</c:v>
                </c:pt>
                <c:pt idx="4061">
                  <c:v>-0.46618556788077514</c:v>
                </c:pt>
                <c:pt idx="4062">
                  <c:v>-0.48385608238313899</c:v>
                </c:pt>
                <c:pt idx="4063">
                  <c:v>-0.46164383281241933</c:v>
                </c:pt>
                <c:pt idx="4064">
                  <c:v>-0.38031368941134447</c:v>
                </c:pt>
                <c:pt idx="4065">
                  <c:v>-0.59192926771503396</c:v>
                </c:pt>
                <c:pt idx="4066">
                  <c:v>-0.49140957382046668</c:v>
                </c:pt>
                <c:pt idx="4067">
                  <c:v>-0.42006619301550352</c:v>
                </c:pt>
                <c:pt idx="4068">
                  <c:v>-0.73964330816981061</c:v>
                </c:pt>
                <c:pt idx="4069">
                  <c:v>-0.5771083067267796</c:v>
                </c:pt>
                <c:pt idx="4070">
                  <c:v>-0.72852710071992588</c:v>
                </c:pt>
                <c:pt idx="4071">
                  <c:v>-0.7493546562986908</c:v>
                </c:pt>
                <c:pt idx="4072">
                  <c:v>-0.63062493605979786</c:v>
                </c:pt>
                <c:pt idx="4073">
                  <c:v>-0.38422084040560256</c:v>
                </c:pt>
                <c:pt idx="4074">
                  <c:v>-0.93436834701694438</c:v>
                </c:pt>
                <c:pt idx="4075">
                  <c:v>-0.99967690705789602</c:v>
                </c:pt>
                <c:pt idx="4076">
                  <c:v>-0.86278888777594664</c:v>
                </c:pt>
                <c:pt idx="4077">
                  <c:v>-0.57298138076842176</c:v>
                </c:pt>
                <c:pt idx="4078">
                  <c:v>-0.57880134703915598</c:v>
                </c:pt>
                <c:pt idx="4079">
                  <c:v>-0.49094275236379586</c:v>
                </c:pt>
                <c:pt idx="4080">
                  <c:v>-0.39460293925862044</c:v>
                </c:pt>
                <c:pt idx="4081">
                  <c:v>-0.43200981665389249</c:v>
                </c:pt>
                <c:pt idx="4082">
                  <c:v>-0.44012623233640408</c:v>
                </c:pt>
                <c:pt idx="4083">
                  <c:v>-0.51887886375226555</c:v>
                </c:pt>
                <c:pt idx="4084">
                  <c:v>-0.49768530148929935</c:v>
                </c:pt>
                <c:pt idx="4085">
                  <c:v>-0.32363771890003262</c:v>
                </c:pt>
                <c:pt idx="4086">
                  <c:v>-1.254298083186193</c:v>
                </c:pt>
                <c:pt idx="4087">
                  <c:v>-0.74406733349730692</c:v>
                </c:pt>
                <c:pt idx="4088">
                  <c:v>0.1715276569342348</c:v>
                </c:pt>
                <c:pt idx="4089">
                  <c:v>0.37745175735785563</c:v>
                </c:pt>
                <c:pt idx="4090">
                  <c:v>-0.71070915861915662</c:v>
                </c:pt>
                <c:pt idx="4091">
                  <c:v>-0.10140683969374346</c:v>
                </c:pt>
                <c:pt idx="4092">
                  <c:v>0.25247154039131836</c:v>
                </c:pt>
                <c:pt idx="4093">
                  <c:v>-0.67418102329478313</c:v>
                </c:pt>
                <c:pt idx="4094">
                  <c:v>-0.12113927075186229</c:v>
                </c:pt>
                <c:pt idx="4095">
                  <c:v>-0.5398766366978679</c:v>
                </c:pt>
                <c:pt idx="4096">
                  <c:v>-0.30795199967726122</c:v>
                </c:pt>
                <c:pt idx="4097">
                  <c:v>-0.51210357347060043</c:v>
                </c:pt>
                <c:pt idx="4098">
                  <c:v>-0.23082044820461403</c:v>
                </c:pt>
                <c:pt idx="4099">
                  <c:v>-1.1104457051122434</c:v>
                </c:pt>
                <c:pt idx="4100">
                  <c:v>-0.61488397588997812</c:v>
                </c:pt>
                <c:pt idx="4101">
                  <c:v>-1.211006876198786</c:v>
                </c:pt>
                <c:pt idx="4102">
                  <c:v>-0.27432948255867501</c:v>
                </c:pt>
                <c:pt idx="4103">
                  <c:v>-0.87625480413198709</c:v>
                </c:pt>
                <c:pt idx="4104">
                  <c:v>-8.7258108422307662E-2</c:v>
                </c:pt>
                <c:pt idx="4105">
                  <c:v>-0.66185214654162228</c:v>
                </c:pt>
                <c:pt idx="4106">
                  <c:v>-0.63551265380236588</c:v>
                </c:pt>
                <c:pt idx="4107">
                  <c:v>1.9304604721866621E-3</c:v>
                </c:pt>
                <c:pt idx="4108">
                  <c:v>-1.0450894234843353</c:v>
                </c:pt>
                <c:pt idx="4109">
                  <c:v>-0.35110953894536046</c:v>
                </c:pt>
                <c:pt idx="4110">
                  <c:v>-0.31909784821705445</c:v>
                </c:pt>
                <c:pt idx="4111">
                  <c:v>-0.94043392851849483</c:v>
                </c:pt>
                <c:pt idx="4112">
                  <c:v>-0.22022625342022722</c:v>
                </c:pt>
                <c:pt idx="4113">
                  <c:v>-1.021787215504623</c:v>
                </c:pt>
                <c:pt idx="4114">
                  <c:v>-0.39341486317875768</c:v>
                </c:pt>
                <c:pt idx="4115">
                  <c:v>-0.6950148901984271</c:v>
                </c:pt>
                <c:pt idx="4116">
                  <c:v>-0.73255226439542365</c:v>
                </c:pt>
                <c:pt idx="4117">
                  <c:v>-1.0042143777921064</c:v>
                </c:pt>
                <c:pt idx="4118">
                  <c:v>-0.701171079401127</c:v>
                </c:pt>
                <c:pt idx="4119">
                  <c:v>8.8789330334828082E-2</c:v>
                </c:pt>
                <c:pt idx="4120">
                  <c:v>-0.59809758034125748</c:v>
                </c:pt>
                <c:pt idx="4121">
                  <c:v>-0.51227115384068989</c:v>
                </c:pt>
                <c:pt idx="4122">
                  <c:v>-0.28921372034831666</c:v>
                </c:pt>
                <c:pt idx="4123">
                  <c:v>-0.410824483360054</c:v>
                </c:pt>
                <c:pt idx="4124">
                  <c:v>-0.83139480906452068</c:v>
                </c:pt>
                <c:pt idx="4125">
                  <c:v>-0.93124033181211729</c:v>
                </c:pt>
                <c:pt idx="4126">
                  <c:v>-0.72472132520363519</c:v>
                </c:pt>
                <c:pt idx="4127">
                  <c:v>-0.79760297259028912</c:v>
                </c:pt>
                <c:pt idx="4128">
                  <c:v>-0.83391641832319852</c:v>
                </c:pt>
                <c:pt idx="4129">
                  <c:v>-0.69480482785023412</c:v>
                </c:pt>
                <c:pt idx="4130">
                  <c:v>-1.178783258395639</c:v>
                </c:pt>
                <c:pt idx="4131">
                  <c:v>-1.3186904361536431</c:v>
                </c:pt>
                <c:pt idx="4132">
                  <c:v>-0.84176299021433398</c:v>
                </c:pt>
                <c:pt idx="4133">
                  <c:v>-0.54101433886143835</c:v>
                </c:pt>
                <c:pt idx="4134">
                  <c:v>-0.53015859557113509</c:v>
                </c:pt>
                <c:pt idx="4135">
                  <c:v>-0.48393806989965399</c:v>
                </c:pt>
                <c:pt idx="4136">
                  <c:v>-0.55252471448453599</c:v>
                </c:pt>
                <c:pt idx="4137">
                  <c:v>-0.57954935028209065</c:v>
                </c:pt>
                <c:pt idx="4138">
                  <c:v>-0.45932203007311628</c:v>
                </c:pt>
                <c:pt idx="4139">
                  <c:v>-0.68815822843404095</c:v>
                </c:pt>
                <c:pt idx="4140">
                  <c:v>-0.18458611998634797</c:v>
                </c:pt>
                <c:pt idx="4141">
                  <c:v>-0.39101469406923622</c:v>
                </c:pt>
                <c:pt idx="4142">
                  <c:v>-1.160748204339614</c:v>
                </c:pt>
                <c:pt idx="4143">
                  <c:v>-0.86446625286789625</c:v>
                </c:pt>
                <c:pt idx="4144">
                  <c:v>-0.6045298635393157</c:v>
                </c:pt>
                <c:pt idx="4145">
                  <c:v>-0.66124680329248142</c:v>
                </c:pt>
                <c:pt idx="4146">
                  <c:v>-0.15472583149168329</c:v>
                </c:pt>
                <c:pt idx="4147">
                  <c:v>-1.1182436208365265</c:v>
                </c:pt>
                <c:pt idx="4148">
                  <c:v>-0.92099869468096995</c:v>
                </c:pt>
                <c:pt idx="4149">
                  <c:v>-0.4381879741845453</c:v>
                </c:pt>
                <c:pt idx="4150">
                  <c:v>-0.85553351135345401</c:v>
                </c:pt>
                <c:pt idx="4151">
                  <c:v>-0.61481827954506529</c:v>
                </c:pt>
                <c:pt idx="4152">
                  <c:v>-1.0309223104786185</c:v>
                </c:pt>
                <c:pt idx="4153">
                  <c:v>-0.58292302947190255</c:v>
                </c:pt>
                <c:pt idx="4154">
                  <c:v>-1.3243878237355922</c:v>
                </c:pt>
                <c:pt idx="4155">
                  <c:v>-0.40034749170064526</c:v>
                </c:pt>
                <c:pt idx="4156">
                  <c:v>-1.1127093735589804</c:v>
                </c:pt>
                <c:pt idx="4157">
                  <c:v>-1.1142692038528044</c:v>
                </c:pt>
                <c:pt idx="4158">
                  <c:v>-0.36983036038810563</c:v>
                </c:pt>
                <c:pt idx="4159">
                  <c:v>-1.3191352135916654</c:v>
                </c:pt>
                <c:pt idx="4160">
                  <c:v>-1.0259880280779214</c:v>
                </c:pt>
                <c:pt idx="4161">
                  <c:v>-1.3741515119983334</c:v>
                </c:pt>
                <c:pt idx="4162">
                  <c:v>-0.90864257229970236</c:v>
                </c:pt>
                <c:pt idx="4163">
                  <c:v>-0.48625802271682539</c:v>
                </c:pt>
                <c:pt idx="4164">
                  <c:v>-0.9170249015353229</c:v>
                </c:pt>
                <c:pt idx="4165">
                  <c:v>-1.2444575795787354</c:v>
                </c:pt>
                <c:pt idx="4166">
                  <c:v>-1.2935340845474108</c:v>
                </c:pt>
                <c:pt idx="4167">
                  <c:v>-1.6118425330802073</c:v>
                </c:pt>
                <c:pt idx="4168">
                  <c:v>-0.53699706088590404</c:v>
                </c:pt>
                <c:pt idx="4169">
                  <c:v>9.9332432257663361E-2</c:v>
                </c:pt>
                <c:pt idx="4170">
                  <c:v>0.28736569826319497</c:v>
                </c:pt>
                <c:pt idx="4171">
                  <c:v>-1.1982613948098013</c:v>
                </c:pt>
                <c:pt idx="4172">
                  <c:v>-0.58765804775616826</c:v>
                </c:pt>
                <c:pt idx="4173">
                  <c:v>8.2155355942601704E-2</c:v>
                </c:pt>
                <c:pt idx="4174">
                  <c:v>-0.65090905238654262</c:v>
                </c:pt>
                <c:pt idx="4175">
                  <c:v>-0.17430516094071302</c:v>
                </c:pt>
                <c:pt idx="4176">
                  <c:v>-0.63998976300123012</c:v>
                </c:pt>
                <c:pt idx="4177">
                  <c:v>-0.57984596306973257</c:v>
                </c:pt>
                <c:pt idx="4178">
                  <c:v>-0.49095867953546352</c:v>
                </c:pt>
                <c:pt idx="4179">
                  <c:v>-6.9973547902480282E-2</c:v>
                </c:pt>
                <c:pt idx="4180">
                  <c:v>-1.2677147408110736</c:v>
                </c:pt>
                <c:pt idx="4181">
                  <c:v>-0.22607773972908121</c:v>
                </c:pt>
                <c:pt idx="4182">
                  <c:v>-0.15608001742291885</c:v>
                </c:pt>
                <c:pt idx="4183">
                  <c:v>-1.0859203770142007</c:v>
                </c:pt>
                <c:pt idx="4184">
                  <c:v>-1.1551459266126791</c:v>
                </c:pt>
                <c:pt idx="4185">
                  <c:v>-0.66716147001187132</c:v>
                </c:pt>
                <c:pt idx="4186">
                  <c:v>0.54819827004706467</c:v>
                </c:pt>
                <c:pt idx="4187">
                  <c:v>-0.37655080011566205</c:v>
                </c:pt>
                <c:pt idx="4188">
                  <c:v>-0.5860572036750632</c:v>
                </c:pt>
                <c:pt idx="4189">
                  <c:v>-0.6335860030993391</c:v>
                </c:pt>
                <c:pt idx="4190">
                  <c:v>-0.5807690483036726</c:v>
                </c:pt>
                <c:pt idx="4191">
                  <c:v>-0.3187580684923888</c:v>
                </c:pt>
                <c:pt idx="4192">
                  <c:v>-0.28282579347541459</c:v>
                </c:pt>
                <c:pt idx="4193">
                  <c:v>-0.57828731062445649</c:v>
                </c:pt>
                <c:pt idx="4194">
                  <c:v>0.16864089748880345</c:v>
                </c:pt>
                <c:pt idx="4195">
                  <c:v>-1.0320147009016432</c:v>
                </c:pt>
                <c:pt idx="4196">
                  <c:v>-0.30051807021719856</c:v>
                </c:pt>
                <c:pt idx="4197">
                  <c:v>-1.2567572241662419</c:v>
                </c:pt>
                <c:pt idx="4198">
                  <c:v>-0.79986079743516258</c:v>
                </c:pt>
                <c:pt idx="4199">
                  <c:v>-0.84596476909473051</c:v>
                </c:pt>
                <c:pt idx="4200">
                  <c:v>-0.48206498740543074</c:v>
                </c:pt>
                <c:pt idx="4201">
                  <c:v>-0.7536706910281582</c:v>
                </c:pt>
                <c:pt idx="4202">
                  <c:v>-1.0081277583069241</c:v>
                </c:pt>
                <c:pt idx="4203">
                  <c:v>-1.0325450329835673</c:v>
                </c:pt>
                <c:pt idx="4204">
                  <c:v>-0.63217362594400028</c:v>
                </c:pt>
                <c:pt idx="4205">
                  <c:v>-1.2576197043772457</c:v>
                </c:pt>
                <c:pt idx="4206">
                  <c:v>-0.64115071262300893</c:v>
                </c:pt>
                <c:pt idx="4207">
                  <c:v>-0.72460458070421607</c:v>
                </c:pt>
                <c:pt idx="4208">
                  <c:v>-0.90620266420265005</c:v>
                </c:pt>
                <c:pt idx="4209">
                  <c:v>-0.59868331683110065</c:v>
                </c:pt>
                <c:pt idx="4210">
                  <c:v>-1.0048350769778509</c:v>
                </c:pt>
                <c:pt idx="4211">
                  <c:v>-0.46149300592689357</c:v>
                </c:pt>
                <c:pt idx="4212">
                  <c:v>-0.83234369763389437</c:v>
                </c:pt>
                <c:pt idx="4213">
                  <c:v>-0.30190917579244697</c:v>
                </c:pt>
                <c:pt idx="4214">
                  <c:v>-0.47980169047535021</c:v>
                </c:pt>
                <c:pt idx="4215">
                  <c:v>-1.1575934528208549</c:v>
                </c:pt>
                <c:pt idx="4216">
                  <c:v>-0.50587887809611698</c:v>
                </c:pt>
                <c:pt idx="4217">
                  <c:v>0.12145647014881732</c:v>
                </c:pt>
                <c:pt idx="4218">
                  <c:v>-0.8775430889886725</c:v>
                </c:pt>
                <c:pt idx="4219">
                  <c:v>-0.82259426697532101</c:v>
                </c:pt>
                <c:pt idx="4220">
                  <c:v>-1.1782809795179336</c:v>
                </c:pt>
                <c:pt idx="4221">
                  <c:v>-1.39621858613813</c:v>
                </c:pt>
                <c:pt idx="4222">
                  <c:v>-0.31058548397414398</c:v>
                </c:pt>
                <c:pt idx="4223">
                  <c:v>-0.96312146097493012</c:v>
                </c:pt>
                <c:pt idx="4224">
                  <c:v>-0.25417693191991758</c:v>
                </c:pt>
                <c:pt idx="4225">
                  <c:v>-1.3220008643092631</c:v>
                </c:pt>
                <c:pt idx="4226">
                  <c:v>-0.71196416645211658</c:v>
                </c:pt>
                <c:pt idx="4227">
                  <c:v>-0.60625325231042149</c:v>
                </c:pt>
                <c:pt idx="4228">
                  <c:v>-3.1371067002531006E-2</c:v>
                </c:pt>
                <c:pt idx="4229">
                  <c:v>-0.24170366911700578</c:v>
                </c:pt>
                <c:pt idx="4230">
                  <c:v>-0.69888910872019405</c:v>
                </c:pt>
                <c:pt idx="4231">
                  <c:v>-0.75775034618376569</c:v>
                </c:pt>
                <c:pt idx="4232">
                  <c:v>-0.80487386020089235</c:v>
                </c:pt>
                <c:pt idx="4233">
                  <c:v>-0.40918070865463074</c:v>
                </c:pt>
                <c:pt idx="4234">
                  <c:v>-0.63283657869492238</c:v>
                </c:pt>
                <c:pt idx="4235">
                  <c:v>2.1786301077458941</c:v>
                </c:pt>
                <c:pt idx="4236">
                  <c:v>-7.2262141457027598E-2</c:v>
                </c:pt>
                <c:pt idx="4237">
                  <c:v>0.35570370826483511</c:v>
                </c:pt>
                <c:pt idx="4238">
                  <c:v>-0.56421531692455085</c:v>
                </c:pt>
                <c:pt idx="4239">
                  <c:v>-0.73623308656001929</c:v>
                </c:pt>
                <c:pt idx="4240">
                  <c:v>-0.53602936168538662</c:v>
                </c:pt>
                <c:pt idx="4241">
                  <c:v>-0.38372570272883311</c:v>
                </c:pt>
                <c:pt idx="4242">
                  <c:v>-0.22536326918021607</c:v>
                </c:pt>
                <c:pt idx="4243">
                  <c:v>-0.63523282384020296</c:v>
                </c:pt>
                <c:pt idx="4244">
                  <c:v>-0.46230307084638211</c:v>
                </c:pt>
                <c:pt idx="4245">
                  <c:v>-0.36298253352558157</c:v>
                </c:pt>
                <c:pt idx="4246">
                  <c:v>-0.65093130674519173</c:v>
                </c:pt>
                <c:pt idx="4247">
                  <c:v>-0.16306806554380693</c:v>
                </c:pt>
                <c:pt idx="4248">
                  <c:v>-1.0609650913759674</c:v>
                </c:pt>
                <c:pt idx="4249">
                  <c:v>-0.79124976266752423</c:v>
                </c:pt>
                <c:pt idx="4250">
                  <c:v>-0.22982347594608341</c:v>
                </c:pt>
                <c:pt idx="4251">
                  <c:v>-0.54969529113043347</c:v>
                </c:pt>
                <c:pt idx="4252">
                  <c:v>-0.14713609345745315</c:v>
                </c:pt>
                <c:pt idx="4253">
                  <c:v>-1.2133658499678555</c:v>
                </c:pt>
                <c:pt idx="4254">
                  <c:v>-1.2227161151210186</c:v>
                </c:pt>
                <c:pt idx="4255">
                  <c:v>-0.18763696392129464</c:v>
                </c:pt>
                <c:pt idx="4256">
                  <c:v>-0.9056507921800977</c:v>
                </c:pt>
                <c:pt idx="4257">
                  <c:v>-0.52049909871656752</c:v>
                </c:pt>
                <c:pt idx="4258">
                  <c:v>-0.88576352036235617</c:v>
                </c:pt>
                <c:pt idx="4259">
                  <c:v>-0.37435149717498495</c:v>
                </c:pt>
                <c:pt idx="4260">
                  <c:v>-0.64833500483427331</c:v>
                </c:pt>
                <c:pt idx="4261">
                  <c:v>-0.66124274289754259</c:v>
                </c:pt>
                <c:pt idx="4262">
                  <c:v>-0.72545355302674552</c:v>
                </c:pt>
                <c:pt idx="4263">
                  <c:v>-0.77056973918560734</c:v>
                </c:pt>
                <c:pt idx="4264">
                  <c:v>-0.66743107129616208</c:v>
                </c:pt>
                <c:pt idx="4265">
                  <c:v>-0.63445903750671828</c:v>
                </c:pt>
                <c:pt idx="4266">
                  <c:v>4.1220351213907921E-2</c:v>
                </c:pt>
                <c:pt idx="4267">
                  <c:v>-0.7145628737079408</c:v>
                </c:pt>
                <c:pt idx="4268">
                  <c:v>-0.89053517363448831</c:v>
                </c:pt>
                <c:pt idx="4269">
                  <c:v>-0.31939753495941547</c:v>
                </c:pt>
                <c:pt idx="4270">
                  <c:v>-0.78063982240756791</c:v>
                </c:pt>
                <c:pt idx="4271">
                  <c:v>-0.18380007424751632</c:v>
                </c:pt>
                <c:pt idx="4272">
                  <c:v>-0.75201030135717861</c:v>
                </c:pt>
                <c:pt idx="4273">
                  <c:v>-0.5512841687355754</c:v>
                </c:pt>
                <c:pt idx="4274">
                  <c:v>-1.058681894645561</c:v>
                </c:pt>
                <c:pt idx="4275">
                  <c:v>0.33708031011780221</c:v>
                </c:pt>
                <c:pt idx="4276">
                  <c:v>-0.78259455160051605</c:v>
                </c:pt>
                <c:pt idx="4277">
                  <c:v>-0.3433069044649858</c:v>
                </c:pt>
                <c:pt idx="4278">
                  <c:v>-0.81574143155129597</c:v>
                </c:pt>
                <c:pt idx="4279">
                  <c:v>-1.6662656468919064</c:v>
                </c:pt>
                <c:pt idx="4280">
                  <c:v>-0.64887396005204245</c:v>
                </c:pt>
                <c:pt idx="4281">
                  <c:v>-0.60248417287168821</c:v>
                </c:pt>
                <c:pt idx="4282">
                  <c:v>-0.79317864229385415</c:v>
                </c:pt>
                <c:pt idx="4283">
                  <c:v>-0.85780126864082007</c:v>
                </c:pt>
                <c:pt idx="4284">
                  <c:v>-0.27000020162211147</c:v>
                </c:pt>
                <c:pt idx="4285">
                  <c:v>-0.16375775257396843</c:v>
                </c:pt>
                <c:pt idx="4286">
                  <c:v>-1.1745883511029713</c:v>
                </c:pt>
                <c:pt idx="4287">
                  <c:v>-0.67153599059851277</c:v>
                </c:pt>
                <c:pt idx="4288">
                  <c:v>-0.70153474162040608</c:v>
                </c:pt>
                <c:pt idx="4289">
                  <c:v>-0.13549090356531338</c:v>
                </c:pt>
                <c:pt idx="4290">
                  <c:v>-1.1417219544892729</c:v>
                </c:pt>
                <c:pt idx="4291">
                  <c:v>7.5548269180490221E-2</c:v>
                </c:pt>
                <c:pt idx="4292">
                  <c:v>-1.1125912103231224</c:v>
                </c:pt>
                <c:pt idx="4293">
                  <c:v>-0.66301888262936626</c:v>
                </c:pt>
                <c:pt idx="4294">
                  <c:v>-1.0397490882709668</c:v>
                </c:pt>
                <c:pt idx="4295">
                  <c:v>-0.79984915133899703</c:v>
                </c:pt>
                <c:pt idx="4296">
                  <c:v>-0.33766334391976005</c:v>
                </c:pt>
                <c:pt idx="4297">
                  <c:v>-0.65897745106381644</c:v>
                </c:pt>
                <c:pt idx="4298">
                  <c:v>-0.29420823948759883</c:v>
                </c:pt>
                <c:pt idx="4299">
                  <c:v>-1.0039515834118922</c:v>
                </c:pt>
                <c:pt idx="4300">
                  <c:v>-1.1680867054257611</c:v>
                </c:pt>
                <c:pt idx="4301">
                  <c:v>-1.157688774882631</c:v>
                </c:pt>
                <c:pt idx="4302">
                  <c:v>-0.67950536219250146</c:v>
                </c:pt>
                <c:pt idx="4303">
                  <c:v>-0.5669458144545092</c:v>
                </c:pt>
                <c:pt idx="4304">
                  <c:v>-0.91822762306493566</c:v>
                </c:pt>
                <c:pt idx="4305">
                  <c:v>-0.5430691605111676</c:v>
                </c:pt>
                <c:pt idx="4306">
                  <c:v>0.14552750345084217</c:v>
                </c:pt>
                <c:pt idx="4307">
                  <c:v>-0.6609775836854499</c:v>
                </c:pt>
                <c:pt idx="4308">
                  <c:v>-0.59323275709616141</c:v>
                </c:pt>
                <c:pt idx="4309">
                  <c:v>-0.6082367781179232</c:v>
                </c:pt>
                <c:pt idx="4310">
                  <c:v>-0.63071426206882142</c:v>
                </c:pt>
                <c:pt idx="4311">
                  <c:v>-0.63272099983733709</c:v>
                </c:pt>
                <c:pt idx="4312">
                  <c:v>-0.56519475581272949</c:v>
                </c:pt>
                <c:pt idx="4313">
                  <c:v>-0.58110338316032384</c:v>
                </c:pt>
                <c:pt idx="4314">
                  <c:v>-0.50424555595562404</c:v>
                </c:pt>
                <c:pt idx="4315">
                  <c:v>-0.53247934339614222</c:v>
                </c:pt>
                <c:pt idx="4316">
                  <c:v>-0.40983132522652699</c:v>
                </c:pt>
                <c:pt idx="4317">
                  <c:v>-1.7028671786775229</c:v>
                </c:pt>
                <c:pt idx="4318">
                  <c:v>-1.9738162152369656</c:v>
                </c:pt>
                <c:pt idx="4319">
                  <c:v>-0.79034248905691351</c:v>
                </c:pt>
                <c:pt idx="4320">
                  <c:v>-0.48842579637533112</c:v>
                </c:pt>
                <c:pt idx="4321">
                  <c:v>-0.76318393609621527</c:v>
                </c:pt>
                <c:pt idx="4322">
                  <c:v>-0.72267175278986284</c:v>
                </c:pt>
                <c:pt idx="4323">
                  <c:v>-0.90684779421071371</c:v>
                </c:pt>
                <c:pt idx="4324">
                  <c:v>-0.41960701379108412</c:v>
                </c:pt>
                <c:pt idx="4325">
                  <c:v>-0.20768461864429527</c:v>
                </c:pt>
                <c:pt idx="4326">
                  <c:v>-0.37559968214025385</c:v>
                </c:pt>
                <c:pt idx="4327">
                  <c:v>-0.23397588676859998</c:v>
                </c:pt>
                <c:pt idx="4328">
                  <c:v>-0.64474969213349864</c:v>
                </c:pt>
                <c:pt idx="4329">
                  <c:v>-0.54258620295248239</c:v>
                </c:pt>
                <c:pt idx="4330">
                  <c:v>-0.50161920379722769</c:v>
                </c:pt>
                <c:pt idx="4331">
                  <c:v>-0.44566405733197512</c:v>
                </c:pt>
                <c:pt idx="4332">
                  <c:v>-0.46498774589594133</c:v>
                </c:pt>
                <c:pt idx="4333">
                  <c:v>-0.62006746004865421</c:v>
                </c:pt>
                <c:pt idx="4334">
                  <c:v>-0.47681917677824709</c:v>
                </c:pt>
                <c:pt idx="4335">
                  <c:v>-0.33721418439082784</c:v>
                </c:pt>
                <c:pt idx="4336">
                  <c:v>0.15362781474131318</c:v>
                </c:pt>
                <c:pt idx="4337">
                  <c:v>-0.34342090304509404</c:v>
                </c:pt>
                <c:pt idx="4338">
                  <c:v>-0.53172511729199246</c:v>
                </c:pt>
                <c:pt idx="4339">
                  <c:v>-0.56408078619435231</c:v>
                </c:pt>
                <c:pt idx="4340">
                  <c:v>-0.81176665221209821</c:v>
                </c:pt>
                <c:pt idx="4341">
                  <c:v>-0.4141794337657434</c:v>
                </c:pt>
                <c:pt idx="4342">
                  <c:v>-0.37557620585826068</c:v>
                </c:pt>
                <c:pt idx="4343">
                  <c:v>-0.12646936579658605</c:v>
                </c:pt>
                <c:pt idx="4344">
                  <c:v>-0.26703438595022566</c:v>
                </c:pt>
                <c:pt idx="4345">
                  <c:v>-0.33972778717999613</c:v>
                </c:pt>
                <c:pt idx="4346">
                  <c:v>-0.38399639984826173</c:v>
                </c:pt>
                <c:pt idx="4347">
                  <c:v>-0.62280735267436271</c:v>
                </c:pt>
                <c:pt idx="4348">
                  <c:v>-9.3955859310799236E-2</c:v>
                </c:pt>
                <c:pt idx="4349">
                  <c:v>-0.81807359315591932</c:v>
                </c:pt>
                <c:pt idx="4350">
                  <c:v>-0.51443683272780305</c:v>
                </c:pt>
                <c:pt idx="4351">
                  <c:v>-0.12411627415556409</c:v>
                </c:pt>
                <c:pt idx="4352">
                  <c:v>-0.91170843127795897</c:v>
                </c:pt>
                <c:pt idx="4353">
                  <c:v>-0.71647912701824601</c:v>
                </c:pt>
                <c:pt idx="4354">
                  <c:v>-0.6850267823896895</c:v>
                </c:pt>
                <c:pt idx="4355">
                  <c:v>-0.74203489450108706</c:v>
                </c:pt>
                <c:pt idx="4356">
                  <c:v>-1.0619512290968682</c:v>
                </c:pt>
                <c:pt idx="4357">
                  <c:v>-0.70206245837344583</c:v>
                </c:pt>
                <c:pt idx="4358">
                  <c:v>-0.63717664742996349</c:v>
                </c:pt>
                <c:pt idx="4359">
                  <c:v>-0.40058330274960979</c:v>
                </c:pt>
                <c:pt idx="4360">
                  <c:v>0.51390642385503593</c:v>
                </c:pt>
                <c:pt idx="4361">
                  <c:v>-0.26898958997801709</c:v>
                </c:pt>
                <c:pt idx="4362">
                  <c:v>-0.94994478172441499</c:v>
                </c:pt>
                <c:pt idx="4363">
                  <c:v>-1.314938167620088</c:v>
                </c:pt>
                <c:pt idx="4364">
                  <c:v>-0.28084510620234654</c:v>
                </c:pt>
                <c:pt idx="4365">
                  <c:v>-0.24605134402204437</c:v>
                </c:pt>
                <c:pt idx="4366">
                  <c:v>-0.23072677764523228</c:v>
                </c:pt>
                <c:pt idx="4367">
                  <c:v>-0.60963138464647626</c:v>
                </c:pt>
                <c:pt idx="4368">
                  <c:v>-0.14645672056495243</c:v>
                </c:pt>
                <c:pt idx="4369">
                  <c:v>-0.37872349804911659</c:v>
                </c:pt>
                <c:pt idx="4370">
                  <c:v>-0.66473615681222953</c:v>
                </c:pt>
                <c:pt idx="4371">
                  <c:v>0.10198770539374155</c:v>
                </c:pt>
                <c:pt idx="4372">
                  <c:v>-0.28811547194569764</c:v>
                </c:pt>
                <c:pt idx="4373">
                  <c:v>-1.0208350176342982</c:v>
                </c:pt>
                <c:pt idx="4374">
                  <c:v>-2.5969374907398653E-2</c:v>
                </c:pt>
                <c:pt idx="4375">
                  <c:v>-0.33380809859711219</c:v>
                </c:pt>
                <c:pt idx="4376">
                  <c:v>-1.2661574138233818</c:v>
                </c:pt>
                <c:pt idx="4377">
                  <c:v>-0.33462076083525322</c:v>
                </c:pt>
                <c:pt idx="4378">
                  <c:v>-0.13589506324380732</c:v>
                </c:pt>
                <c:pt idx="4379">
                  <c:v>-0.71826118104544601</c:v>
                </c:pt>
                <c:pt idx="4380">
                  <c:v>-0.4993963758523941</c:v>
                </c:pt>
                <c:pt idx="4381">
                  <c:v>-0.44384438985863128</c:v>
                </c:pt>
                <c:pt idx="4382">
                  <c:v>-0.53197230270888407</c:v>
                </c:pt>
                <c:pt idx="4383">
                  <c:v>-0.44478807871553944</c:v>
                </c:pt>
                <c:pt idx="4384">
                  <c:v>-0.33911753341803569</c:v>
                </c:pt>
                <c:pt idx="4385">
                  <c:v>-0.13662855401232768</c:v>
                </c:pt>
                <c:pt idx="4386">
                  <c:v>-0.28489376487556844</c:v>
                </c:pt>
                <c:pt idx="4387">
                  <c:v>-0.3598263444329789</c:v>
                </c:pt>
                <c:pt idx="4388">
                  <c:v>-0.4108677190965736</c:v>
                </c:pt>
                <c:pt idx="4389">
                  <c:v>-0.30254188771310758</c:v>
                </c:pt>
                <c:pt idx="4390">
                  <c:v>-0.59110327031276411</c:v>
                </c:pt>
                <c:pt idx="4391">
                  <c:v>-0.75668324979121904</c:v>
                </c:pt>
                <c:pt idx="4392">
                  <c:v>-0.2048285944821506</c:v>
                </c:pt>
                <c:pt idx="4393">
                  <c:v>-0.68937397128505817</c:v>
                </c:pt>
                <c:pt idx="4394">
                  <c:v>-0.99340081416450199</c:v>
                </c:pt>
                <c:pt idx="4395">
                  <c:v>-0.25520215282470959</c:v>
                </c:pt>
                <c:pt idx="4396">
                  <c:v>-0.55615485332141112</c:v>
                </c:pt>
                <c:pt idx="4397">
                  <c:v>-0.29406052939925326</c:v>
                </c:pt>
                <c:pt idx="4398">
                  <c:v>-0.43215498935366325</c:v>
                </c:pt>
                <c:pt idx="4399">
                  <c:v>-0.32352309704015936</c:v>
                </c:pt>
                <c:pt idx="4400">
                  <c:v>-0.36819923753631817</c:v>
                </c:pt>
                <c:pt idx="4401">
                  <c:v>-0.49806505113458932</c:v>
                </c:pt>
                <c:pt idx="4402">
                  <c:v>-0.45627495503753673</c:v>
                </c:pt>
                <c:pt idx="4403">
                  <c:v>-0.3841916729099778</c:v>
                </c:pt>
                <c:pt idx="4404">
                  <c:v>-0.62144257079601928</c:v>
                </c:pt>
                <c:pt idx="4405">
                  <c:v>-0.76754372610455401</c:v>
                </c:pt>
                <c:pt idx="4406">
                  <c:v>-0.36649135877524003</c:v>
                </c:pt>
                <c:pt idx="4407">
                  <c:v>-1.2087158307220227</c:v>
                </c:pt>
                <c:pt idx="4408">
                  <c:v>-0.44653441138180988</c:v>
                </c:pt>
                <c:pt idx="4409">
                  <c:v>0.34329655601282777</c:v>
                </c:pt>
                <c:pt idx="4410">
                  <c:v>-0.4108947150875164</c:v>
                </c:pt>
                <c:pt idx="4411">
                  <c:v>-0.33607071491121199</c:v>
                </c:pt>
                <c:pt idx="4412">
                  <c:v>-0.75995735341667936</c:v>
                </c:pt>
                <c:pt idx="4413">
                  <c:v>-0.48025006795788738</c:v>
                </c:pt>
                <c:pt idx="4414">
                  <c:v>0.1222615626846512</c:v>
                </c:pt>
                <c:pt idx="4415">
                  <c:v>-1.0744561294869976</c:v>
                </c:pt>
                <c:pt idx="4416">
                  <c:v>-0.34427273881154558</c:v>
                </c:pt>
                <c:pt idx="4417">
                  <c:v>-0.40853694234191418</c:v>
                </c:pt>
                <c:pt idx="4418">
                  <c:v>-0.41512247292214161</c:v>
                </c:pt>
                <c:pt idx="4419">
                  <c:v>-0.54994903012330976</c:v>
                </c:pt>
                <c:pt idx="4420">
                  <c:v>-0.38560237705164818</c:v>
                </c:pt>
                <c:pt idx="4421">
                  <c:v>-0.58768644437018214</c:v>
                </c:pt>
                <c:pt idx="4422">
                  <c:v>-0.4618552035825908</c:v>
                </c:pt>
                <c:pt idx="4423">
                  <c:v>-0.13979450622842421</c:v>
                </c:pt>
                <c:pt idx="4424">
                  <c:v>-0.33407440927192056</c:v>
                </c:pt>
                <c:pt idx="4425">
                  <c:v>-0.52266037598134774</c:v>
                </c:pt>
                <c:pt idx="4426">
                  <c:v>-0.5291259993466747</c:v>
                </c:pt>
                <c:pt idx="4427">
                  <c:v>-0.68445546366404575</c:v>
                </c:pt>
                <c:pt idx="4428">
                  <c:v>-1.0920145200506188</c:v>
                </c:pt>
                <c:pt idx="4429">
                  <c:v>-0.94140880172370645</c:v>
                </c:pt>
                <c:pt idx="4430">
                  <c:v>-0.89035248071103845</c:v>
                </c:pt>
                <c:pt idx="4431">
                  <c:v>-0.57961841811333203</c:v>
                </c:pt>
                <c:pt idx="4432">
                  <c:v>-0.89184837343198131</c:v>
                </c:pt>
                <c:pt idx="4433">
                  <c:v>-0.69329925018770133</c:v>
                </c:pt>
                <c:pt idx="4434">
                  <c:v>-0.74424765087512756</c:v>
                </c:pt>
                <c:pt idx="4435">
                  <c:v>-0.54309823729543705</c:v>
                </c:pt>
                <c:pt idx="4436">
                  <c:v>-0.63399881752254883</c:v>
                </c:pt>
                <c:pt idx="4437">
                  <c:v>-0.60972141024637538</c:v>
                </c:pt>
                <c:pt idx="4438">
                  <c:v>-0.57688758594255862</c:v>
                </c:pt>
                <c:pt idx="4439">
                  <c:v>-0.52505640122098762</c:v>
                </c:pt>
                <c:pt idx="4440">
                  <c:v>-0.36294598220479968</c:v>
                </c:pt>
                <c:pt idx="4441">
                  <c:v>-0.68291646273928241</c:v>
                </c:pt>
                <c:pt idx="4442">
                  <c:v>-0.35499180314576984</c:v>
                </c:pt>
                <c:pt idx="4443">
                  <c:v>-0.56118655971675535</c:v>
                </c:pt>
                <c:pt idx="4444">
                  <c:v>-0.68745475028802128</c:v>
                </c:pt>
                <c:pt idx="4445">
                  <c:v>-0.17389176401254394</c:v>
                </c:pt>
                <c:pt idx="4446">
                  <c:v>-0.9856483199564986</c:v>
                </c:pt>
                <c:pt idx="4447">
                  <c:v>-0.57352907127050068</c:v>
                </c:pt>
                <c:pt idx="4448">
                  <c:v>-0.35428857689645044</c:v>
                </c:pt>
                <c:pt idx="4449">
                  <c:v>-0.56578247425081785</c:v>
                </c:pt>
                <c:pt idx="4450">
                  <c:v>-0.62293399262307803</c:v>
                </c:pt>
                <c:pt idx="4451">
                  <c:v>-0.63655954726401331</c:v>
                </c:pt>
                <c:pt idx="4452">
                  <c:v>-0.4574517688258527</c:v>
                </c:pt>
                <c:pt idx="4453">
                  <c:v>-0.42101503146322383</c:v>
                </c:pt>
                <c:pt idx="4454">
                  <c:v>-0.50920282962418062</c:v>
                </c:pt>
                <c:pt idx="4455">
                  <c:v>-0.56191365318867592</c:v>
                </c:pt>
                <c:pt idx="4456">
                  <c:v>-0.54627408339673111</c:v>
                </c:pt>
                <c:pt idx="4457">
                  <c:v>-0.60378686260326486</c:v>
                </c:pt>
                <c:pt idx="4458">
                  <c:v>-0.76607339726745916</c:v>
                </c:pt>
                <c:pt idx="4459">
                  <c:v>-0.43876105826882655</c:v>
                </c:pt>
                <c:pt idx="4460">
                  <c:v>-0.46517346195401649</c:v>
                </c:pt>
                <c:pt idx="4461">
                  <c:v>-0.60932345450581638</c:v>
                </c:pt>
                <c:pt idx="4462">
                  <c:v>-9.663379279391647E-2</c:v>
                </c:pt>
                <c:pt idx="4463">
                  <c:v>-0.58933241256771385</c:v>
                </c:pt>
                <c:pt idx="4464">
                  <c:v>-1.7501736357293622</c:v>
                </c:pt>
                <c:pt idx="4465">
                  <c:v>-0.75544924661181756</c:v>
                </c:pt>
                <c:pt idx="4466">
                  <c:v>-1.0071688786065698</c:v>
                </c:pt>
                <c:pt idx="4467">
                  <c:v>-0.86463911395173265</c:v>
                </c:pt>
                <c:pt idx="4468">
                  <c:v>-1.1695433138323645</c:v>
                </c:pt>
                <c:pt idx="4469">
                  <c:v>-0.4751266347030414</c:v>
                </c:pt>
                <c:pt idx="4470">
                  <c:v>-0.86820023335264984</c:v>
                </c:pt>
                <c:pt idx="4471">
                  <c:v>-0.35903188322001983</c:v>
                </c:pt>
                <c:pt idx="4472">
                  <c:v>-0.8998494077875917</c:v>
                </c:pt>
                <c:pt idx="4473">
                  <c:v>-0.35408260576958384</c:v>
                </c:pt>
                <c:pt idx="4474">
                  <c:v>-0.54378763848478906</c:v>
                </c:pt>
                <c:pt idx="4475">
                  <c:v>-0.13587043374605723</c:v>
                </c:pt>
                <c:pt idx="4476">
                  <c:v>-0.65382385805634724</c:v>
                </c:pt>
                <c:pt idx="4477">
                  <c:v>-1.9505627795902001</c:v>
                </c:pt>
                <c:pt idx="4478">
                  <c:v>-1.1171867392757495</c:v>
                </c:pt>
                <c:pt idx="4479">
                  <c:v>-0.30386047649578329</c:v>
                </c:pt>
                <c:pt idx="4480">
                  <c:v>-0.91660731844620669</c:v>
                </c:pt>
                <c:pt idx="4481">
                  <c:v>-1.8457824457975578</c:v>
                </c:pt>
                <c:pt idx="4482">
                  <c:v>-1.0017591559515087</c:v>
                </c:pt>
                <c:pt idx="4483">
                  <c:v>-0.85804530347928876</c:v>
                </c:pt>
                <c:pt idx="4484">
                  <c:v>-0.69581610252676585</c:v>
                </c:pt>
                <c:pt idx="4485">
                  <c:v>-0.5111715758148222</c:v>
                </c:pt>
                <c:pt idx="4486">
                  <c:v>-0.4449119533912152</c:v>
                </c:pt>
                <c:pt idx="4487">
                  <c:v>-6.958985134705066E-2</c:v>
                </c:pt>
                <c:pt idx="4488">
                  <c:v>-0.82939113090252958</c:v>
                </c:pt>
                <c:pt idx="4489">
                  <c:v>-0.63425590184988545</c:v>
                </c:pt>
                <c:pt idx="4490">
                  <c:v>-1.1188501503578694</c:v>
                </c:pt>
                <c:pt idx="4491">
                  <c:v>-7.2167316329481077E-2</c:v>
                </c:pt>
                <c:pt idx="4492">
                  <c:v>-0.88572132069655896</c:v>
                </c:pt>
                <c:pt idx="4493">
                  <c:v>-0.42691244336652973</c:v>
                </c:pt>
                <c:pt idx="4494">
                  <c:v>-0.38767729754891295</c:v>
                </c:pt>
                <c:pt idx="4495">
                  <c:v>-0.11113391223169819</c:v>
                </c:pt>
                <c:pt idx="4496">
                  <c:v>9.1967825139851432E-3</c:v>
                </c:pt>
                <c:pt idx="4497">
                  <c:v>-0.51850796138420385</c:v>
                </c:pt>
                <c:pt idx="4498">
                  <c:v>-0.578197927098419</c:v>
                </c:pt>
                <c:pt idx="4499">
                  <c:v>-0.77115378273159729</c:v>
                </c:pt>
                <c:pt idx="4500">
                  <c:v>0.1349837427242733</c:v>
                </c:pt>
                <c:pt idx="4501">
                  <c:v>-0.66271927245703222</c:v>
                </c:pt>
                <c:pt idx="4502">
                  <c:v>-0.56700552258810533</c:v>
                </c:pt>
                <c:pt idx="4503">
                  <c:v>-0.64099652563665788</c:v>
                </c:pt>
                <c:pt idx="4504">
                  <c:v>-0.49982612279810767</c:v>
                </c:pt>
                <c:pt idx="4505">
                  <c:v>-0.32623015107245562</c:v>
                </c:pt>
                <c:pt idx="4506">
                  <c:v>-0.42722653146454692</c:v>
                </c:pt>
                <c:pt idx="4507">
                  <c:v>-0.34534831174558028</c:v>
                </c:pt>
                <c:pt idx="4508">
                  <c:v>-0.31054852337278871</c:v>
                </c:pt>
                <c:pt idx="4509">
                  <c:v>-0.47573548233647517</c:v>
                </c:pt>
                <c:pt idx="4510">
                  <c:v>-0.49379319874228045</c:v>
                </c:pt>
                <c:pt idx="4511">
                  <c:v>-0.19252227309128758</c:v>
                </c:pt>
                <c:pt idx="4512">
                  <c:v>-0.43182129380253703</c:v>
                </c:pt>
                <c:pt idx="4513">
                  <c:v>-0.41981693990877084</c:v>
                </c:pt>
                <c:pt idx="4514">
                  <c:v>-0.21676920881232289</c:v>
                </c:pt>
                <c:pt idx="4515">
                  <c:v>-0.34361348335995029</c:v>
                </c:pt>
                <c:pt idx="4516">
                  <c:v>-0.49916606069355068</c:v>
                </c:pt>
                <c:pt idx="4517">
                  <c:v>-0.29945793370451501</c:v>
                </c:pt>
                <c:pt idx="4518">
                  <c:v>-0.37106905225522757</c:v>
                </c:pt>
                <c:pt idx="4519">
                  <c:v>-0.78521545245108038</c:v>
                </c:pt>
                <c:pt idx="4520">
                  <c:v>-0.1306466209811295</c:v>
                </c:pt>
                <c:pt idx="4521">
                  <c:v>-0.41396642848138543</c:v>
                </c:pt>
                <c:pt idx="4522">
                  <c:v>-0.34054478035255081</c:v>
                </c:pt>
                <c:pt idx="4523">
                  <c:v>-0.47155636024990133</c:v>
                </c:pt>
                <c:pt idx="4524">
                  <c:v>-0.43132919165141725</c:v>
                </c:pt>
                <c:pt idx="4525">
                  <c:v>-0.23821393969093554</c:v>
                </c:pt>
                <c:pt idx="4526">
                  <c:v>-7.2494006967452077E-2</c:v>
                </c:pt>
                <c:pt idx="4527">
                  <c:v>-0.5033356176485313</c:v>
                </c:pt>
                <c:pt idx="4528">
                  <c:v>3.8196344669135789E-2</c:v>
                </c:pt>
                <c:pt idx="4529">
                  <c:v>-0.48282124169411728</c:v>
                </c:pt>
                <c:pt idx="4530">
                  <c:v>-0.60865201887925902</c:v>
                </c:pt>
                <c:pt idx="4531">
                  <c:v>-0.54844522733888257</c:v>
                </c:pt>
                <c:pt idx="4532">
                  <c:v>-0.53720147815666641</c:v>
                </c:pt>
                <c:pt idx="4533">
                  <c:v>-0.98193119410512664</c:v>
                </c:pt>
                <c:pt idx="4534">
                  <c:v>-0.94542926440668518</c:v>
                </c:pt>
                <c:pt idx="4535">
                  <c:v>-0.36664717791176099</c:v>
                </c:pt>
                <c:pt idx="4536">
                  <c:v>-0.82548358158990143</c:v>
                </c:pt>
                <c:pt idx="4537">
                  <c:v>-0.58706307268968183</c:v>
                </c:pt>
                <c:pt idx="4538">
                  <c:v>-0.51308061818751094</c:v>
                </c:pt>
                <c:pt idx="4539">
                  <c:v>-0.3917444706814312</c:v>
                </c:pt>
                <c:pt idx="4540">
                  <c:v>-1.2531643992438661</c:v>
                </c:pt>
                <c:pt idx="4541">
                  <c:v>-0.84444481174836172</c:v>
                </c:pt>
                <c:pt idx="4542">
                  <c:v>-0.74223177979385735</c:v>
                </c:pt>
                <c:pt idx="4543">
                  <c:v>-0.44413226756528862</c:v>
                </c:pt>
                <c:pt idx="4544">
                  <c:v>-0.52998948725662998</c:v>
                </c:pt>
                <c:pt idx="4545">
                  <c:v>-0.88085510494527375</c:v>
                </c:pt>
                <c:pt idx="4546">
                  <c:v>-0.81101960088432989</c:v>
                </c:pt>
                <c:pt idx="4547">
                  <c:v>-0.3929081597002293</c:v>
                </c:pt>
                <c:pt idx="4548">
                  <c:v>-0.57351265665502449</c:v>
                </c:pt>
                <c:pt idx="4549">
                  <c:v>-0.56374323579805963</c:v>
                </c:pt>
                <c:pt idx="4550">
                  <c:v>-0.4653271444239146</c:v>
                </c:pt>
                <c:pt idx="4551">
                  <c:v>-0.3733981543266166</c:v>
                </c:pt>
                <c:pt idx="4552">
                  <c:v>-0.45369628939048323</c:v>
                </c:pt>
                <c:pt idx="4553">
                  <c:v>-0.46559514357239656</c:v>
                </c:pt>
                <c:pt idx="4554">
                  <c:v>-0.34141242463537114</c:v>
                </c:pt>
                <c:pt idx="4555">
                  <c:v>-0.31407454219397885</c:v>
                </c:pt>
                <c:pt idx="4556">
                  <c:v>-0.16785307928337853</c:v>
                </c:pt>
                <c:pt idx="4557">
                  <c:v>-0.45551495080717092</c:v>
                </c:pt>
                <c:pt idx="4558">
                  <c:v>-0.25397157220429978</c:v>
                </c:pt>
                <c:pt idx="4559">
                  <c:v>-0.51282833426559837</c:v>
                </c:pt>
                <c:pt idx="4560">
                  <c:v>-1.0718594156951986</c:v>
                </c:pt>
                <c:pt idx="4561">
                  <c:v>-0.38254785447305761</c:v>
                </c:pt>
                <c:pt idx="4562">
                  <c:v>-0.4154665858987821</c:v>
                </c:pt>
                <c:pt idx="4563">
                  <c:v>-0.83561466811072205</c:v>
                </c:pt>
                <c:pt idx="4564">
                  <c:v>-0.34403222974384151</c:v>
                </c:pt>
                <c:pt idx="4565">
                  <c:v>-0.98150627732695228</c:v>
                </c:pt>
                <c:pt idx="4566">
                  <c:v>-0.15053371842384</c:v>
                </c:pt>
                <c:pt idx="4567">
                  <c:v>-0.41436930103171921</c:v>
                </c:pt>
                <c:pt idx="4568">
                  <c:v>-0.27934414284552267</c:v>
                </c:pt>
                <c:pt idx="4569">
                  <c:v>-0.27937612562071806</c:v>
                </c:pt>
                <c:pt idx="4570">
                  <c:v>-0.52188482148035842</c:v>
                </c:pt>
                <c:pt idx="4571">
                  <c:v>-0.38359856726690006</c:v>
                </c:pt>
                <c:pt idx="4572">
                  <c:v>-0.36339680843689365</c:v>
                </c:pt>
                <c:pt idx="4573">
                  <c:v>-0.37663599851898721</c:v>
                </c:pt>
                <c:pt idx="4574">
                  <c:v>-0.36300255461138586</c:v>
                </c:pt>
                <c:pt idx="4575">
                  <c:v>-0.39230320188754148</c:v>
                </c:pt>
                <c:pt idx="4576">
                  <c:v>-0.3515017965740041</c:v>
                </c:pt>
                <c:pt idx="4577">
                  <c:v>-8.3035542772742346E-2</c:v>
                </c:pt>
                <c:pt idx="4578">
                  <c:v>-0.334695701658758</c:v>
                </c:pt>
                <c:pt idx="4579">
                  <c:v>-0.35174589449835264</c:v>
                </c:pt>
                <c:pt idx="4580">
                  <c:v>-0.39487492742932778</c:v>
                </c:pt>
                <c:pt idx="4581">
                  <c:v>-0.41850822692367029</c:v>
                </c:pt>
                <c:pt idx="4582">
                  <c:v>-0.53440557287394175</c:v>
                </c:pt>
                <c:pt idx="4583">
                  <c:v>-0.50564094350520938</c:v>
                </c:pt>
                <c:pt idx="4584">
                  <c:v>-0.58346096646917556</c:v>
                </c:pt>
                <c:pt idx="4585">
                  <c:v>-5.8397363339091478E-2</c:v>
                </c:pt>
                <c:pt idx="4586">
                  <c:v>-0.31084385194517949</c:v>
                </c:pt>
                <c:pt idx="4587">
                  <c:v>-0.34771301608680705</c:v>
                </c:pt>
                <c:pt idx="4588">
                  <c:v>-0.46511840393958864</c:v>
                </c:pt>
                <c:pt idx="4589">
                  <c:v>-0.49330346189110924</c:v>
                </c:pt>
                <c:pt idx="4590">
                  <c:v>-0.74459979073845894</c:v>
                </c:pt>
                <c:pt idx="4591">
                  <c:v>-0.5617090720005683</c:v>
                </c:pt>
                <c:pt idx="4592">
                  <c:v>-0.55338483755992185</c:v>
                </c:pt>
                <c:pt idx="4593">
                  <c:v>-0.41243859015619266</c:v>
                </c:pt>
                <c:pt idx="4594">
                  <c:v>-0.29181156917622547</c:v>
                </c:pt>
                <c:pt idx="4595">
                  <c:v>-0.19941418319335472</c:v>
                </c:pt>
                <c:pt idx="4596">
                  <c:v>-6.1401418119762415E-2</c:v>
                </c:pt>
                <c:pt idx="4597">
                  <c:v>4.3408069673220515E-2</c:v>
                </c:pt>
                <c:pt idx="4598">
                  <c:v>1.3977997732480096E-2</c:v>
                </c:pt>
                <c:pt idx="4599">
                  <c:v>7.4452497054196334E-2</c:v>
                </c:pt>
                <c:pt idx="4600">
                  <c:v>7.8494618211553333E-2</c:v>
                </c:pt>
                <c:pt idx="4601">
                  <c:v>6.9874063933937899E-2</c:v>
                </c:pt>
                <c:pt idx="4602">
                  <c:v>-6.785724066132981E-3</c:v>
                </c:pt>
                <c:pt idx="4603">
                  <c:v>-6.2699800927769195E-2</c:v>
                </c:pt>
                <c:pt idx="4604">
                  <c:v>-7.0937193769090759E-2</c:v>
                </c:pt>
                <c:pt idx="4605">
                  <c:v>-0.1370293400687197</c:v>
                </c:pt>
                <c:pt idx="4606">
                  <c:v>-0.17756058573818997</c:v>
                </c:pt>
                <c:pt idx="4607">
                  <c:v>1.7552662816253475E-2</c:v>
                </c:pt>
                <c:pt idx="4608">
                  <c:v>-0.12770617283361907</c:v>
                </c:pt>
                <c:pt idx="4609">
                  <c:v>-0.17979961706692482</c:v>
                </c:pt>
                <c:pt idx="4610">
                  <c:v>-0.12073131857746322</c:v>
                </c:pt>
                <c:pt idx="4611">
                  <c:v>-0.15284856971716318</c:v>
                </c:pt>
                <c:pt idx="4612">
                  <c:v>-0.19892261609677281</c:v>
                </c:pt>
                <c:pt idx="4613">
                  <c:v>-0.22959922075377828</c:v>
                </c:pt>
                <c:pt idx="4614">
                  <c:v>-0.21650623530494095</c:v>
                </c:pt>
                <c:pt idx="4615">
                  <c:v>-0.33128506765120613</c:v>
                </c:pt>
                <c:pt idx="4616">
                  <c:v>-0.223004524242432</c:v>
                </c:pt>
                <c:pt idx="4617">
                  <c:v>-0.18960538588425663</c:v>
                </c:pt>
                <c:pt idx="4618">
                  <c:v>-0.16278119408949895</c:v>
                </c:pt>
                <c:pt idx="4619">
                  <c:v>-8.3238171681946971E-2</c:v>
                </c:pt>
                <c:pt idx="4620">
                  <c:v>-7.4383580373989094E-3</c:v>
                </c:pt>
                <c:pt idx="4621">
                  <c:v>5.7936843236029045E-2</c:v>
                </c:pt>
                <c:pt idx="4622">
                  <c:v>9.3605136669823147E-2</c:v>
                </c:pt>
                <c:pt idx="4623">
                  <c:v>-1.1749008893285168E-2</c:v>
                </c:pt>
                <c:pt idx="4624">
                  <c:v>8.4958241081474872E-2</c:v>
                </c:pt>
                <c:pt idx="4625">
                  <c:v>1.1793169311973318E-2</c:v>
                </c:pt>
                <c:pt idx="4626">
                  <c:v>9.1745836213676189E-3</c:v>
                </c:pt>
                <c:pt idx="4627">
                  <c:v>5.3771486035538178E-4</c:v>
                </c:pt>
                <c:pt idx="4628">
                  <c:v>1.1102864769703064E-2</c:v>
                </c:pt>
                <c:pt idx="4629">
                  <c:v>-1.9424497456519377E-2</c:v>
                </c:pt>
                <c:pt idx="4630">
                  <c:v>-6.0097925112498812E-2</c:v>
                </c:pt>
                <c:pt idx="4631">
                  <c:v>0.10322139354271943</c:v>
                </c:pt>
                <c:pt idx="4632">
                  <c:v>-4.2235009580107619E-2</c:v>
                </c:pt>
                <c:pt idx="4633">
                  <c:v>-0.16245372767488345</c:v>
                </c:pt>
                <c:pt idx="4634">
                  <c:v>-0.28426230871184893</c:v>
                </c:pt>
                <c:pt idx="4635">
                  <c:v>-0.29149448966045316</c:v>
                </c:pt>
                <c:pt idx="4636">
                  <c:v>-0.33300719291641606</c:v>
                </c:pt>
                <c:pt idx="4637">
                  <c:v>-0.36715165525926025</c:v>
                </c:pt>
                <c:pt idx="4638">
                  <c:v>-0.46987736446114636</c:v>
                </c:pt>
                <c:pt idx="4639">
                  <c:v>-0.35151785521690815</c:v>
                </c:pt>
                <c:pt idx="4640">
                  <c:v>-0.50381916038743935</c:v>
                </c:pt>
                <c:pt idx="4641">
                  <c:v>-0.58079307022101267</c:v>
                </c:pt>
                <c:pt idx="4642">
                  <c:v>-0.64401345814889466</c:v>
                </c:pt>
                <c:pt idx="4643">
                  <c:v>-0.50969325139242783</c:v>
                </c:pt>
                <c:pt idx="4644">
                  <c:v>-0.4498045306603829</c:v>
                </c:pt>
                <c:pt idx="4645">
                  <c:v>-0.23972176350577493</c:v>
                </c:pt>
                <c:pt idx="4646">
                  <c:v>-0.13049733130353344</c:v>
                </c:pt>
                <c:pt idx="4647">
                  <c:v>-4.9998782816065429E-2</c:v>
                </c:pt>
                <c:pt idx="4648">
                  <c:v>-0.11386655680423065</c:v>
                </c:pt>
                <c:pt idx="4649">
                  <c:v>-5.0200211928088351E-2</c:v>
                </c:pt>
                <c:pt idx="4650">
                  <c:v>-5.9023045047590136E-2</c:v>
                </c:pt>
                <c:pt idx="4651">
                  <c:v>-6.4432716592120159E-2</c:v>
                </c:pt>
                <c:pt idx="4652">
                  <c:v>-7.8574471544394495E-2</c:v>
                </c:pt>
                <c:pt idx="4653">
                  <c:v>-0.16523402426780082</c:v>
                </c:pt>
                <c:pt idx="4654">
                  <c:v>-0.14568252162872616</c:v>
                </c:pt>
                <c:pt idx="4655">
                  <c:v>-2.4151650314435079E-2</c:v>
                </c:pt>
                <c:pt idx="4656">
                  <c:v>-0.19682306700932814</c:v>
                </c:pt>
                <c:pt idx="4657">
                  <c:v>-0.13311398569803104</c:v>
                </c:pt>
                <c:pt idx="4658">
                  <c:v>-0.19136577797715781</c:v>
                </c:pt>
                <c:pt idx="4659">
                  <c:v>-0.16805357818425884</c:v>
                </c:pt>
                <c:pt idx="4660">
                  <c:v>-0.33467878656316619</c:v>
                </c:pt>
                <c:pt idx="4661">
                  <c:v>-0.45646696644818269</c:v>
                </c:pt>
                <c:pt idx="4662">
                  <c:v>-0.3595228158593694</c:v>
                </c:pt>
                <c:pt idx="4663">
                  <c:v>-0.30148964196138123</c:v>
                </c:pt>
                <c:pt idx="4664">
                  <c:v>-0.33824714180421711</c:v>
                </c:pt>
                <c:pt idx="4665">
                  <c:v>0.11947685757274878</c:v>
                </c:pt>
                <c:pt idx="4666">
                  <c:v>0.21694899392125408</c:v>
                </c:pt>
                <c:pt idx="4667">
                  <c:v>-1.3069477030611711</c:v>
                </c:pt>
                <c:pt idx="4668">
                  <c:v>0.50556490522119957</c:v>
                </c:pt>
                <c:pt idx="4669">
                  <c:v>0.94354074122063958</c:v>
                </c:pt>
                <c:pt idx="4670">
                  <c:v>1.3984552661693559</c:v>
                </c:pt>
                <c:pt idx="4671">
                  <c:v>3.028414515381042</c:v>
                </c:pt>
                <c:pt idx="4672">
                  <c:v>4.2858065916873782</c:v>
                </c:pt>
                <c:pt idx="4673">
                  <c:v>4.1790947935907843</c:v>
                </c:pt>
                <c:pt idx="4674">
                  <c:v>3.8865657154063387</c:v>
                </c:pt>
                <c:pt idx="4675">
                  <c:v>3.7056380759663559</c:v>
                </c:pt>
                <c:pt idx="4676">
                  <c:v>3.5505050605515307</c:v>
                </c:pt>
                <c:pt idx="4677">
                  <c:v>3.4708011682910693</c:v>
                </c:pt>
                <c:pt idx="4678">
                  <c:v>3.3675920200191314</c:v>
                </c:pt>
                <c:pt idx="4679">
                  <c:v>3.461498613535595</c:v>
                </c:pt>
                <c:pt idx="4680">
                  <c:v>3.5900862673173717</c:v>
                </c:pt>
                <c:pt idx="4681">
                  <c:v>2.0539130885874091</c:v>
                </c:pt>
                <c:pt idx="4682">
                  <c:v>2.0765813972407487</c:v>
                </c:pt>
                <c:pt idx="4683">
                  <c:v>2.9876497324651679</c:v>
                </c:pt>
                <c:pt idx="4684">
                  <c:v>2.5491436825946838</c:v>
                </c:pt>
                <c:pt idx="4685">
                  <c:v>1.5955339899305536</c:v>
                </c:pt>
                <c:pt idx="4686">
                  <c:v>1.445390152832323</c:v>
                </c:pt>
                <c:pt idx="4687">
                  <c:v>0.79207391656342507</c:v>
                </c:pt>
                <c:pt idx="4688">
                  <c:v>0.76630173463726114</c:v>
                </c:pt>
                <c:pt idx="4689">
                  <c:v>1.0160838777871561</c:v>
                </c:pt>
                <c:pt idx="4690">
                  <c:v>2.0666205024102178</c:v>
                </c:pt>
                <c:pt idx="4691">
                  <c:v>2.3373047325360834</c:v>
                </c:pt>
                <c:pt idx="4692">
                  <c:v>2.0491063062337282</c:v>
                </c:pt>
                <c:pt idx="4693">
                  <c:v>2.3118632723809345</c:v>
                </c:pt>
                <c:pt idx="4694">
                  <c:v>2.1110749692566646</c:v>
                </c:pt>
                <c:pt idx="4695">
                  <c:v>2.2688842577322519</c:v>
                </c:pt>
                <c:pt idx="4696">
                  <c:v>2.6671762241711598</c:v>
                </c:pt>
                <c:pt idx="4697">
                  <c:v>2.6826949958465431</c:v>
                </c:pt>
                <c:pt idx="4698">
                  <c:v>2.4196524367498449</c:v>
                </c:pt>
                <c:pt idx="4699">
                  <c:v>2.1957238886092174</c:v>
                </c:pt>
                <c:pt idx="4700">
                  <c:v>2.1986703915226009</c:v>
                </c:pt>
                <c:pt idx="4701">
                  <c:v>2.285994721904272</c:v>
                </c:pt>
                <c:pt idx="4702">
                  <c:v>1.93047853690604</c:v>
                </c:pt>
                <c:pt idx="4703">
                  <c:v>1.8770569821488303</c:v>
                </c:pt>
                <c:pt idx="4704">
                  <c:v>0.88473728623169434</c:v>
                </c:pt>
                <c:pt idx="4705">
                  <c:v>0.91520250088356814</c:v>
                </c:pt>
                <c:pt idx="4706">
                  <c:v>0.82110146130527795</c:v>
                </c:pt>
                <c:pt idx="4707">
                  <c:v>0.77338392476614215</c:v>
                </c:pt>
                <c:pt idx="4708">
                  <c:v>0.27889995349943142</c:v>
                </c:pt>
                <c:pt idx="4709">
                  <c:v>0.46586477938884263</c:v>
                </c:pt>
                <c:pt idx="4710">
                  <c:v>1.595815178453541</c:v>
                </c:pt>
                <c:pt idx="4711">
                  <c:v>0.52114039733030015</c:v>
                </c:pt>
                <c:pt idx="4712">
                  <c:v>0.77450339132983093</c:v>
                </c:pt>
                <c:pt idx="4713">
                  <c:v>0.46607572085542975</c:v>
                </c:pt>
                <c:pt idx="4714">
                  <c:v>0.20804920494513013</c:v>
                </c:pt>
                <c:pt idx="4715">
                  <c:v>0.29305888328388935</c:v>
                </c:pt>
                <c:pt idx="4716">
                  <c:v>0.40596582950487647</c:v>
                </c:pt>
                <c:pt idx="4717">
                  <c:v>0.5570688658112124</c:v>
                </c:pt>
                <c:pt idx="4718">
                  <c:v>1.3864766239130693</c:v>
                </c:pt>
                <c:pt idx="4719">
                  <c:v>2.099559297428367</c:v>
                </c:pt>
                <c:pt idx="4720">
                  <c:v>2.0236987727977627</c:v>
                </c:pt>
                <c:pt idx="4721">
                  <c:v>2.2570699562166454</c:v>
                </c:pt>
                <c:pt idx="4722">
                  <c:v>2.2607980411721025</c:v>
                </c:pt>
                <c:pt idx="4723">
                  <c:v>2.7000558289055885</c:v>
                </c:pt>
                <c:pt idx="4724">
                  <c:v>2.8072395533613879</c:v>
                </c:pt>
                <c:pt idx="4725">
                  <c:v>2.2669589834729456</c:v>
                </c:pt>
                <c:pt idx="4726">
                  <c:v>2.1911993217709433</c:v>
                </c:pt>
                <c:pt idx="4727">
                  <c:v>1.2949828562423351</c:v>
                </c:pt>
                <c:pt idx="4728">
                  <c:v>1.0073784202144673</c:v>
                </c:pt>
                <c:pt idx="4729">
                  <c:v>0.9362298085356181</c:v>
                </c:pt>
                <c:pt idx="4730">
                  <c:v>0.89645743731744121</c:v>
                </c:pt>
                <c:pt idx="4731">
                  <c:v>1.2919341199172303</c:v>
                </c:pt>
                <c:pt idx="4732">
                  <c:v>0.24290311815264423</c:v>
                </c:pt>
                <c:pt idx="4733">
                  <c:v>0.68801179708792082</c:v>
                </c:pt>
                <c:pt idx="4734">
                  <c:v>1.5367034157870052</c:v>
                </c:pt>
                <c:pt idx="4735">
                  <c:v>0.29891382419286877</c:v>
                </c:pt>
                <c:pt idx="4736">
                  <c:v>0.96944442025151834</c:v>
                </c:pt>
                <c:pt idx="4737">
                  <c:v>0.53042673543545737</c:v>
                </c:pt>
                <c:pt idx="4738">
                  <c:v>0.41910268392184469</c:v>
                </c:pt>
                <c:pt idx="4739">
                  <c:v>0.97090708183938046</c:v>
                </c:pt>
                <c:pt idx="4740">
                  <c:v>0.38685786177796616</c:v>
                </c:pt>
                <c:pt idx="4741">
                  <c:v>0.57725375104254584</c:v>
                </c:pt>
                <c:pt idx="4742">
                  <c:v>1.1419118245195385</c:v>
                </c:pt>
                <c:pt idx="4743">
                  <c:v>2.2791827079744094</c:v>
                </c:pt>
                <c:pt idx="4744">
                  <c:v>1.907007809787965</c:v>
                </c:pt>
                <c:pt idx="4745">
                  <c:v>2.1536241080360652</c:v>
                </c:pt>
                <c:pt idx="4746">
                  <c:v>2.2228858041383392</c:v>
                </c:pt>
                <c:pt idx="4747">
                  <c:v>2.2063900056252406</c:v>
                </c:pt>
                <c:pt idx="4748">
                  <c:v>2.1419092367231434</c:v>
                </c:pt>
                <c:pt idx="4749">
                  <c:v>2.319664907778586</c:v>
                </c:pt>
                <c:pt idx="4750">
                  <c:v>2.4596059775702885</c:v>
                </c:pt>
                <c:pt idx="4751">
                  <c:v>1.6055780619937627</c:v>
                </c:pt>
                <c:pt idx="4752">
                  <c:v>0.94398378855035248</c:v>
                </c:pt>
                <c:pt idx="4753">
                  <c:v>0.91911813033893175</c:v>
                </c:pt>
                <c:pt idx="4754">
                  <c:v>0.7674751916382696</c:v>
                </c:pt>
                <c:pt idx="4755">
                  <c:v>0.769980679981075</c:v>
                </c:pt>
                <c:pt idx="4756">
                  <c:v>0.84888511768523944</c:v>
                </c:pt>
                <c:pt idx="4757">
                  <c:v>0.82878348048076811</c:v>
                </c:pt>
                <c:pt idx="4758">
                  <c:v>0.81663398580397872</c:v>
                </c:pt>
                <c:pt idx="4759">
                  <c:v>0.74243120564817944</c:v>
                </c:pt>
                <c:pt idx="4760">
                  <c:v>1.2820265907812511</c:v>
                </c:pt>
                <c:pt idx="4761">
                  <c:v>1.2405183979570997</c:v>
                </c:pt>
                <c:pt idx="4762">
                  <c:v>1.1563845827139692</c:v>
                </c:pt>
                <c:pt idx="4763">
                  <c:v>0.87803651929598392</c:v>
                </c:pt>
                <c:pt idx="4764">
                  <c:v>0.67452692536344616</c:v>
                </c:pt>
                <c:pt idx="4765">
                  <c:v>1.1101416616929216</c:v>
                </c:pt>
                <c:pt idx="4766">
                  <c:v>1.3029125772939403</c:v>
                </c:pt>
                <c:pt idx="4767">
                  <c:v>0.74143312533581562</c:v>
                </c:pt>
                <c:pt idx="4768">
                  <c:v>0.83310579654672745</c:v>
                </c:pt>
                <c:pt idx="4769">
                  <c:v>0.6811361553377987</c:v>
                </c:pt>
                <c:pt idx="4770">
                  <c:v>0.34663904648170907</c:v>
                </c:pt>
                <c:pt idx="4771">
                  <c:v>0.94297983491200965</c:v>
                </c:pt>
                <c:pt idx="4772">
                  <c:v>0.84735355228641851</c:v>
                </c:pt>
                <c:pt idx="4773">
                  <c:v>1.2408597641996133</c:v>
                </c:pt>
                <c:pt idx="4774">
                  <c:v>1.050491597447379</c:v>
                </c:pt>
                <c:pt idx="4775">
                  <c:v>0.99064764623850099</c:v>
                </c:pt>
                <c:pt idx="4776">
                  <c:v>0.9184330397414483</c:v>
                </c:pt>
                <c:pt idx="4777">
                  <c:v>1.3783465713521199</c:v>
                </c:pt>
                <c:pt idx="4778">
                  <c:v>0.93634574604470733</c:v>
                </c:pt>
                <c:pt idx="4779">
                  <c:v>1.4351443489949105</c:v>
                </c:pt>
                <c:pt idx="4780">
                  <c:v>1.4504632557258899</c:v>
                </c:pt>
                <c:pt idx="4781">
                  <c:v>1.3938391487696626</c:v>
                </c:pt>
                <c:pt idx="4782">
                  <c:v>1.3413638974592048</c:v>
                </c:pt>
                <c:pt idx="4783">
                  <c:v>1.4626305481951583</c:v>
                </c:pt>
                <c:pt idx="4784">
                  <c:v>3.1851791297343133</c:v>
                </c:pt>
                <c:pt idx="4785">
                  <c:v>4.2859053349249852</c:v>
                </c:pt>
                <c:pt idx="4786">
                  <c:v>2.5161027402004237</c:v>
                </c:pt>
                <c:pt idx="4787">
                  <c:v>1.5352466980186397</c:v>
                </c:pt>
                <c:pt idx="4788">
                  <c:v>2.3994007033444671</c:v>
                </c:pt>
                <c:pt idx="4789">
                  <c:v>1.9518927386952571</c:v>
                </c:pt>
                <c:pt idx="4790">
                  <c:v>1.8353835740460129</c:v>
                </c:pt>
                <c:pt idx="4791">
                  <c:v>1.8926634895211247</c:v>
                </c:pt>
                <c:pt idx="4792">
                  <c:v>1.6212895966905334</c:v>
                </c:pt>
                <c:pt idx="4793">
                  <c:v>1.8848361433869634</c:v>
                </c:pt>
                <c:pt idx="4794">
                  <c:v>1.737744889669091</c:v>
                </c:pt>
                <c:pt idx="4795">
                  <c:v>2.1167075439263114</c:v>
                </c:pt>
                <c:pt idx="4796">
                  <c:v>2.215148080370839</c:v>
                </c:pt>
                <c:pt idx="4797">
                  <c:v>2.0316092607964062</c:v>
                </c:pt>
                <c:pt idx="4798">
                  <c:v>1.9498230960375562</c:v>
                </c:pt>
                <c:pt idx="4799">
                  <c:v>2.212857506174009</c:v>
                </c:pt>
                <c:pt idx="4800">
                  <c:v>2.2070592585051201</c:v>
                </c:pt>
                <c:pt idx="4801">
                  <c:v>2.2716909975063366</c:v>
                </c:pt>
                <c:pt idx="4802">
                  <c:v>2.1539591571189618</c:v>
                </c:pt>
                <c:pt idx="4803">
                  <c:v>2.1641145405391122</c:v>
                </c:pt>
                <c:pt idx="4804">
                  <c:v>2.4233724711486033</c:v>
                </c:pt>
                <c:pt idx="4805">
                  <c:v>2.2668847059875818</c:v>
                </c:pt>
                <c:pt idx="4806">
                  <c:v>2.3440947332663296</c:v>
                </c:pt>
                <c:pt idx="4807">
                  <c:v>2.5975641906824793</c:v>
                </c:pt>
                <c:pt idx="4808">
                  <c:v>2.6728992447373798</c:v>
                </c:pt>
                <c:pt idx="4809">
                  <c:v>2.5579890624382968</c:v>
                </c:pt>
                <c:pt idx="4810">
                  <c:v>2.4973463843989316</c:v>
                </c:pt>
                <c:pt idx="4811">
                  <c:v>4.3592325151955844</c:v>
                </c:pt>
                <c:pt idx="4812">
                  <c:v>5.5236073338663099</c:v>
                </c:pt>
                <c:pt idx="4813">
                  <c:v>5.9684943792041674</c:v>
                </c:pt>
                <c:pt idx="4814">
                  <c:v>5.2164299599817712</c:v>
                </c:pt>
                <c:pt idx="4815">
                  <c:v>5.192660837835704</c:v>
                </c:pt>
                <c:pt idx="4816">
                  <c:v>4.6807052333057602</c:v>
                </c:pt>
                <c:pt idx="4817">
                  <c:v>4.9598155496191341</c:v>
                </c:pt>
                <c:pt idx="4818">
                  <c:v>4.9612469069704961</c:v>
                </c:pt>
                <c:pt idx="4819">
                  <c:v>4.8271079772975343</c:v>
                </c:pt>
                <c:pt idx="4820">
                  <c:v>4.7339668232748346</c:v>
                </c:pt>
                <c:pt idx="4821">
                  <c:v>4.925557312435024</c:v>
                </c:pt>
                <c:pt idx="4822">
                  <c:v>4.8102696500414774</c:v>
                </c:pt>
                <c:pt idx="4823">
                  <c:v>4.6852808201111458</c:v>
                </c:pt>
                <c:pt idx="4824">
                  <c:v>4.7609573743299078</c:v>
                </c:pt>
                <c:pt idx="4825">
                  <c:v>4.6461397859211377</c:v>
                </c:pt>
                <c:pt idx="4826">
                  <c:v>4.6723400022294372</c:v>
                </c:pt>
                <c:pt idx="4827">
                  <c:v>4.5157094983532158</c:v>
                </c:pt>
                <c:pt idx="4828">
                  <c:v>5.1677061414968906</c:v>
                </c:pt>
                <c:pt idx="4829">
                  <c:v>5.801825026267748</c:v>
                </c:pt>
                <c:pt idx="4830">
                  <c:v>5.8692573305339515</c:v>
                </c:pt>
                <c:pt idx="4831">
                  <c:v>6.2242660413678177</c:v>
                </c:pt>
                <c:pt idx="4832">
                  <c:v>5.978174487890044</c:v>
                </c:pt>
                <c:pt idx="4833">
                  <c:v>6.2152763452163171</c:v>
                </c:pt>
                <c:pt idx="4834">
                  <c:v>6.7131199519443578</c:v>
                </c:pt>
                <c:pt idx="4835">
                  <c:v>6.518340809507106</c:v>
                </c:pt>
                <c:pt idx="4836">
                  <c:v>6.7307779766179392</c:v>
                </c:pt>
                <c:pt idx="4837">
                  <c:v>6.6558354706619278</c:v>
                </c:pt>
                <c:pt idx="4838">
                  <c:v>6.5555240975419231</c:v>
                </c:pt>
                <c:pt idx="4839">
                  <c:v>5.8867800052298138</c:v>
                </c:pt>
                <c:pt idx="4840">
                  <c:v>4.6253413214609038</c:v>
                </c:pt>
                <c:pt idx="4841">
                  <c:v>4.5802013055775177</c:v>
                </c:pt>
                <c:pt idx="4842">
                  <c:v>5.037303785461801</c:v>
                </c:pt>
                <c:pt idx="4843">
                  <c:v>4.995804901037971</c:v>
                </c:pt>
                <c:pt idx="4844">
                  <c:v>5.0959246014987558</c:v>
                </c:pt>
                <c:pt idx="4845">
                  <c:v>5.4171372513318996</c:v>
                </c:pt>
                <c:pt idx="4846">
                  <c:v>5.2855449524620122</c:v>
                </c:pt>
                <c:pt idx="4847">
                  <c:v>5.5789043038993196</c:v>
                </c:pt>
                <c:pt idx="4848">
                  <c:v>4.8484236455304419</c:v>
                </c:pt>
                <c:pt idx="4849">
                  <c:v>4.5476864207050083</c:v>
                </c:pt>
                <c:pt idx="4850">
                  <c:v>5.3026750378751171</c:v>
                </c:pt>
                <c:pt idx="4851">
                  <c:v>5.2472615389691102</c:v>
                </c:pt>
                <c:pt idx="4852">
                  <c:v>5.0736216277536625</c:v>
                </c:pt>
                <c:pt idx="4853">
                  <c:v>5.6196715580537155</c:v>
                </c:pt>
                <c:pt idx="4854">
                  <c:v>5.6082098668389024</c:v>
                </c:pt>
                <c:pt idx="4855">
                  <c:v>5.7126516656662725</c:v>
                </c:pt>
                <c:pt idx="4856">
                  <c:v>5.8744263071245717</c:v>
                </c:pt>
                <c:pt idx="4857">
                  <c:v>6.2852226066155001</c:v>
                </c:pt>
                <c:pt idx="4858">
                  <c:v>6.3767756059640055</c:v>
                </c:pt>
                <c:pt idx="4859">
                  <c:v>6.1139895596990907</c:v>
                </c:pt>
                <c:pt idx="4860">
                  <c:v>5.4668694544004675</c:v>
                </c:pt>
                <c:pt idx="4861">
                  <c:v>5.6394053534766249</c:v>
                </c:pt>
                <c:pt idx="4862">
                  <c:v>4.277559242464676</c:v>
                </c:pt>
                <c:pt idx="4863">
                  <c:v>2.4537318996133313</c:v>
                </c:pt>
                <c:pt idx="4864">
                  <c:v>1.9866641042636362</c:v>
                </c:pt>
                <c:pt idx="4865">
                  <c:v>1.5516695894477341</c:v>
                </c:pt>
                <c:pt idx="4866">
                  <c:v>1.6289686384218427</c:v>
                </c:pt>
                <c:pt idx="4867">
                  <c:v>1.3695831392406679</c:v>
                </c:pt>
                <c:pt idx="4868">
                  <c:v>1.0793707748156531</c:v>
                </c:pt>
                <c:pt idx="4869">
                  <c:v>1.0692487392543824</c:v>
                </c:pt>
                <c:pt idx="4870">
                  <c:v>0.77299639857595714</c:v>
                </c:pt>
                <c:pt idx="4871">
                  <c:v>1.0743205286908755</c:v>
                </c:pt>
                <c:pt idx="4872">
                  <c:v>1.3574709011488502</c:v>
                </c:pt>
                <c:pt idx="4873">
                  <c:v>1.3509748514871338</c:v>
                </c:pt>
                <c:pt idx="4874">
                  <c:v>1.6104676466602725</c:v>
                </c:pt>
                <c:pt idx="4875">
                  <c:v>1.6051972860988915</c:v>
                </c:pt>
                <c:pt idx="4876">
                  <c:v>1.6469617962350456</c:v>
                </c:pt>
                <c:pt idx="4877">
                  <c:v>1.6173470247885762</c:v>
                </c:pt>
                <c:pt idx="4878">
                  <c:v>1.6735317613313849</c:v>
                </c:pt>
                <c:pt idx="4879">
                  <c:v>1.6111886218198781</c:v>
                </c:pt>
                <c:pt idx="4880">
                  <c:v>1.6879216700437176</c:v>
                </c:pt>
                <c:pt idx="4881">
                  <c:v>1.2993556319293658</c:v>
                </c:pt>
                <c:pt idx="4882">
                  <c:v>1.0740961632850587</c:v>
                </c:pt>
                <c:pt idx="4883">
                  <c:v>0.81286877181860728</c:v>
                </c:pt>
                <c:pt idx="4884">
                  <c:v>0.85624905074289304</c:v>
                </c:pt>
                <c:pt idx="4885">
                  <c:v>0.51186987855839494</c:v>
                </c:pt>
                <c:pt idx="4886">
                  <c:v>0.52253741936587372</c:v>
                </c:pt>
                <c:pt idx="4887">
                  <c:v>0.62847461202083132</c:v>
                </c:pt>
                <c:pt idx="4888">
                  <c:v>0.65175504326683387</c:v>
                </c:pt>
                <c:pt idx="4889">
                  <c:v>0.55786698096461829</c:v>
                </c:pt>
                <c:pt idx="4890">
                  <c:v>0.69344670351200588</c:v>
                </c:pt>
                <c:pt idx="4891">
                  <c:v>0.69704457694660449</c:v>
                </c:pt>
                <c:pt idx="4892">
                  <c:v>0.64365045395423459</c:v>
                </c:pt>
                <c:pt idx="4893">
                  <c:v>0.69040147461288559</c:v>
                </c:pt>
                <c:pt idx="4894">
                  <c:v>0.72582535054597108</c:v>
                </c:pt>
                <c:pt idx="4895">
                  <c:v>0.71557901254672662</c:v>
                </c:pt>
                <c:pt idx="4896">
                  <c:v>0.6376976257750665</c:v>
                </c:pt>
                <c:pt idx="4897">
                  <c:v>0.73880276802761702</c:v>
                </c:pt>
                <c:pt idx="4898">
                  <c:v>0.64074348588416363</c:v>
                </c:pt>
                <c:pt idx="4899">
                  <c:v>0.71680273631423763</c:v>
                </c:pt>
                <c:pt idx="4900">
                  <c:v>0.74776674582062463</c:v>
                </c:pt>
                <c:pt idx="4901">
                  <c:v>0.73093830784148373</c:v>
                </c:pt>
                <c:pt idx="4902">
                  <c:v>0.70899913863899833</c:v>
                </c:pt>
                <c:pt idx="4903">
                  <c:v>0.33001252806873388</c:v>
                </c:pt>
                <c:pt idx="4904">
                  <c:v>1.3424275677746227</c:v>
                </c:pt>
                <c:pt idx="4905">
                  <c:v>0.20663144790802943</c:v>
                </c:pt>
                <c:pt idx="4906">
                  <c:v>1.4520609051235085</c:v>
                </c:pt>
                <c:pt idx="4907">
                  <c:v>0.28869726720109878</c:v>
                </c:pt>
                <c:pt idx="4908">
                  <c:v>0.70156866914794846</c:v>
                </c:pt>
                <c:pt idx="4909">
                  <c:v>1.0167527314057776</c:v>
                </c:pt>
                <c:pt idx="4910">
                  <c:v>1.2993644119595908</c:v>
                </c:pt>
                <c:pt idx="4911">
                  <c:v>1.0247212497242573</c:v>
                </c:pt>
                <c:pt idx="4912">
                  <c:v>1.6715750154938205</c:v>
                </c:pt>
                <c:pt idx="4913">
                  <c:v>0.539950563982311</c:v>
                </c:pt>
                <c:pt idx="4914">
                  <c:v>1.9224474734192138</c:v>
                </c:pt>
                <c:pt idx="4915">
                  <c:v>0.54389029068984718</c:v>
                </c:pt>
                <c:pt idx="4916">
                  <c:v>1.3997001647084371</c:v>
                </c:pt>
                <c:pt idx="4917">
                  <c:v>1.3853197231872905</c:v>
                </c:pt>
                <c:pt idx="4918">
                  <c:v>1.508918750726324</c:v>
                </c:pt>
                <c:pt idx="4919">
                  <c:v>1.4567895268869995</c:v>
                </c:pt>
                <c:pt idx="4920">
                  <c:v>1.5179111738929447</c:v>
                </c:pt>
                <c:pt idx="4921">
                  <c:v>1.621630969046038</c:v>
                </c:pt>
                <c:pt idx="4922">
                  <c:v>1.4589543392526723</c:v>
                </c:pt>
                <c:pt idx="4923">
                  <c:v>1.600361075620955</c:v>
                </c:pt>
                <c:pt idx="4924">
                  <c:v>1.5519853260303946</c:v>
                </c:pt>
                <c:pt idx="4925">
                  <c:v>1.5524309841897972</c:v>
                </c:pt>
                <c:pt idx="4926">
                  <c:v>2.293309928580967</c:v>
                </c:pt>
                <c:pt idx="4927">
                  <c:v>2.1814537853055356</c:v>
                </c:pt>
                <c:pt idx="4928">
                  <c:v>2.7433074265873931</c:v>
                </c:pt>
                <c:pt idx="4929">
                  <c:v>3.0772320862679954</c:v>
                </c:pt>
                <c:pt idx="4930">
                  <c:v>3.202523808782034</c:v>
                </c:pt>
                <c:pt idx="4931">
                  <c:v>3.3067740847126785</c:v>
                </c:pt>
                <c:pt idx="4932">
                  <c:v>3.0301153874807936</c:v>
                </c:pt>
                <c:pt idx="4933">
                  <c:v>2.9566167219955575</c:v>
                </c:pt>
                <c:pt idx="4934">
                  <c:v>2.9691045039055788</c:v>
                </c:pt>
                <c:pt idx="4935">
                  <c:v>2.7436012596403092</c:v>
                </c:pt>
                <c:pt idx="4936">
                  <c:v>3.4038644626227326</c:v>
                </c:pt>
                <c:pt idx="4937">
                  <c:v>2.4785606744306352</c:v>
                </c:pt>
                <c:pt idx="4938">
                  <c:v>2.6424096270803776</c:v>
                </c:pt>
                <c:pt idx="4939">
                  <c:v>2.7205276121740058</c:v>
                </c:pt>
                <c:pt idx="4940">
                  <c:v>2.338136844652587</c:v>
                </c:pt>
                <c:pt idx="4941">
                  <c:v>2.4318303581984742</c:v>
                </c:pt>
                <c:pt idx="4942">
                  <c:v>2.8355019081630113</c:v>
                </c:pt>
                <c:pt idx="4943">
                  <c:v>2.9070580593037314</c:v>
                </c:pt>
                <c:pt idx="4944">
                  <c:v>2.9710901464755968</c:v>
                </c:pt>
                <c:pt idx="4945">
                  <c:v>3.0701364291455269</c:v>
                </c:pt>
                <c:pt idx="4946">
                  <c:v>3.0508364344471217</c:v>
                </c:pt>
                <c:pt idx="4947">
                  <c:v>3.1045007820225763</c:v>
                </c:pt>
                <c:pt idx="4948">
                  <c:v>2.8998234163948147</c:v>
                </c:pt>
                <c:pt idx="4949">
                  <c:v>2.8412783026385635</c:v>
                </c:pt>
                <c:pt idx="4950">
                  <c:v>2.767774239502121</c:v>
                </c:pt>
                <c:pt idx="4951">
                  <c:v>2.7883333850676424</c:v>
                </c:pt>
                <c:pt idx="4952">
                  <c:v>2.6892573985092358</c:v>
                </c:pt>
                <c:pt idx="4953">
                  <c:v>2.0313108320756088</c:v>
                </c:pt>
                <c:pt idx="4954">
                  <c:v>3.0399639709825301</c:v>
                </c:pt>
                <c:pt idx="4955">
                  <c:v>3.4110151023761444</c:v>
                </c:pt>
                <c:pt idx="4956">
                  <c:v>2.9023174073352691</c:v>
                </c:pt>
                <c:pt idx="4957">
                  <c:v>3.3950409384584823</c:v>
                </c:pt>
                <c:pt idx="4958">
                  <c:v>1.7256683288632477</c:v>
                </c:pt>
                <c:pt idx="4959">
                  <c:v>1.5232560194189428</c:v>
                </c:pt>
                <c:pt idx="4960">
                  <c:v>1.7636939870558752</c:v>
                </c:pt>
                <c:pt idx="4961">
                  <c:v>1.2417974967317216</c:v>
                </c:pt>
                <c:pt idx="4962">
                  <c:v>1.1537423418911954</c:v>
                </c:pt>
                <c:pt idx="4963">
                  <c:v>1.3585747505030048</c:v>
                </c:pt>
                <c:pt idx="4964">
                  <c:v>1.6093863212688886</c:v>
                </c:pt>
                <c:pt idx="4965">
                  <c:v>1.0158446813085513</c:v>
                </c:pt>
                <c:pt idx="4966">
                  <c:v>0.95309212661793108</c:v>
                </c:pt>
                <c:pt idx="4967">
                  <c:v>1.7875193246774794</c:v>
                </c:pt>
                <c:pt idx="4968">
                  <c:v>2.5514586034332973</c:v>
                </c:pt>
                <c:pt idx="4969">
                  <c:v>2.3641995860150007</c:v>
                </c:pt>
                <c:pt idx="4970">
                  <c:v>2.5310202690659644</c:v>
                </c:pt>
                <c:pt idx="4971">
                  <c:v>2.4820258309070033</c:v>
                </c:pt>
                <c:pt idx="4972">
                  <c:v>2.5022950523779897</c:v>
                </c:pt>
                <c:pt idx="4973">
                  <c:v>2.719317409729944</c:v>
                </c:pt>
                <c:pt idx="4974">
                  <c:v>2.8979535426248386</c:v>
                </c:pt>
                <c:pt idx="4975">
                  <c:v>2.972952905973175</c:v>
                </c:pt>
                <c:pt idx="4976">
                  <c:v>3.3907484427120052</c:v>
                </c:pt>
                <c:pt idx="4977">
                  <c:v>3.4260622746360716</c:v>
                </c:pt>
                <c:pt idx="4978">
                  <c:v>4.3345812440108347</c:v>
                </c:pt>
                <c:pt idx="4979">
                  <c:v>3.9220004631365799</c:v>
                </c:pt>
                <c:pt idx="4980">
                  <c:v>3.528442374139503</c:v>
                </c:pt>
                <c:pt idx="4981">
                  <c:v>4.1884943242119688</c:v>
                </c:pt>
                <c:pt idx="4982">
                  <c:v>3.9912450667283585</c:v>
                </c:pt>
                <c:pt idx="4983">
                  <c:v>4.034578879710967</c:v>
                </c:pt>
                <c:pt idx="4984">
                  <c:v>4.1832156052903553</c:v>
                </c:pt>
                <c:pt idx="4985">
                  <c:v>4.5692809444179714</c:v>
                </c:pt>
                <c:pt idx="4986">
                  <c:v>3.9675584031214708</c:v>
                </c:pt>
                <c:pt idx="4987">
                  <c:v>3.4577960875707965</c:v>
                </c:pt>
                <c:pt idx="4988">
                  <c:v>3.7093453263445366</c:v>
                </c:pt>
                <c:pt idx="4989">
                  <c:v>3.6732241874509559</c:v>
                </c:pt>
                <c:pt idx="4990">
                  <c:v>3.6068271815145132</c:v>
                </c:pt>
                <c:pt idx="4991">
                  <c:v>3.5339837571081736</c:v>
                </c:pt>
                <c:pt idx="4992">
                  <c:v>3.5741499347397925</c:v>
                </c:pt>
                <c:pt idx="4993">
                  <c:v>3.7325232410566778</c:v>
                </c:pt>
                <c:pt idx="4994">
                  <c:v>3.6178299116409813</c:v>
                </c:pt>
                <c:pt idx="4995">
                  <c:v>3.4513837717395246</c:v>
                </c:pt>
                <c:pt idx="4996">
                  <c:v>3.5451004890294708</c:v>
                </c:pt>
                <c:pt idx="4997">
                  <c:v>3.4837465849376863</c:v>
                </c:pt>
                <c:pt idx="4998">
                  <c:v>3.5816105910369358</c:v>
                </c:pt>
                <c:pt idx="4999">
                  <c:v>3.8523913378341255</c:v>
                </c:pt>
                <c:pt idx="5000">
                  <c:v>3.8172469313046493</c:v>
                </c:pt>
                <c:pt idx="5001">
                  <c:v>3.9545977533586734</c:v>
                </c:pt>
                <c:pt idx="5002">
                  <c:v>4.128906094020051</c:v>
                </c:pt>
                <c:pt idx="5003">
                  <c:v>3.7592014865281214</c:v>
                </c:pt>
                <c:pt idx="5004">
                  <c:v>3.5296126731143458</c:v>
                </c:pt>
                <c:pt idx="5005">
                  <c:v>4.3215828140265558</c:v>
                </c:pt>
                <c:pt idx="5006">
                  <c:v>3.915398839878399</c:v>
                </c:pt>
                <c:pt idx="5007">
                  <c:v>3.5536731382153257</c:v>
                </c:pt>
                <c:pt idx="5008">
                  <c:v>3.3568965488319815</c:v>
                </c:pt>
                <c:pt idx="5009">
                  <c:v>2.9712518518560649</c:v>
                </c:pt>
                <c:pt idx="5010">
                  <c:v>1.7180035356839238</c:v>
                </c:pt>
                <c:pt idx="5011">
                  <c:v>1.8593829778104589</c:v>
                </c:pt>
                <c:pt idx="5012">
                  <c:v>1.867427069230388</c:v>
                </c:pt>
                <c:pt idx="5013">
                  <c:v>1.8224652550551972</c:v>
                </c:pt>
                <c:pt idx="5014">
                  <c:v>3.1493692731267084</c:v>
                </c:pt>
                <c:pt idx="5015">
                  <c:v>3.1695464706717407</c:v>
                </c:pt>
                <c:pt idx="5016">
                  <c:v>3.1705901257755484</c:v>
                </c:pt>
                <c:pt idx="5017">
                  <c:v>3.6040014930913862</c:v>
                </c:pt>
                <c:pt idx="5018">
                  <c:v>3.5855714465561594</c:v>
                </c:pt>
                <c:pt idx="5019">
                  <c:v>3.6856460767270178</c:v>
                </c:pt>
                <c:pt idx="5020">
                  <c:v>3.7875894799625436</c:v>
                </c:pt>
                <c:pt idx="5021">
                  <c:v>3.8988384331202166</c:v>
                </c:pt>
                <c:pt idx="5022">
                  <c:v>3.8527739485095358</c:v>
                </c:pt>
                <c:pt idx="5023">
                  <c:v>3.9513826791967133</c:v>
                </c:pt>
                <c:pt idx="5024">
                  <c:v>4.1333033919618734</c:v>
                </c:pt>
                <c:pt idx="5025">
                  <c:v>3.801830394751788</c:v>
                </c:pt>
                <c:pt idx="5026">
                  <c:v>3.8295997737528547</c:v>
                </c:pt>
                <c:pt idx="5027">
                  <c:v>2.1587486889551895</c:v>
                </c:pt>
                <c:pt idx="5028">
                  <c:v>1.6344595119456</c:v>
                </c:pt>
                <c:pt idx="5029">
                  <c:v>1.1009060859884154</c:v>
                </c:pt>
                <c:pt idx="5030">
                  <c:v>1.0137846433242776</c:v>
                </c:pt>
                <c:pt idx="5031">
                  <c:v>0.84740288879128456</c:v>
                </c:pt>
                <c:pt idx="5032">
                  <c:v>0.6790489009500551</c:v>
                </c:pt>
                <c:pt idx="5033">
                  <c:v>0.60842439034838947</c:v>
                </c:pt>
                <c:pt idx="5034">
                  <c:v>0.6145680283580387</c:v>
                </c:pt>
                <c:pt idx="5035">
                  <c:v>0.62958751062222795</c:v>
                </c:pt>
                <c:pt idx="5036">
                  <c:v>0.74903892934163752</c:v>
                </c:pt>
                <c:pt idx="5037">
                  <c:v>0.68292514906367219</c:v>
                </c:pt>
                <c:pt idx="5038">
                  <c:v>0.65790636188086093</c:v>
                </c:pt>
                <c:pt idx="5039">
                  <c:v>0.65720515197839857</c:v>
                </c:pt>
                <c:pt idx="5040">
                  <c:v>0.65213018265529665</c:v>
                </c:pt>
                <c:pt idx="5041">
                  <c:v>0.62531277432086874</c:v>
                </c:pt>
                <c:pt idx="5042">
                  <c:v>0.66856793957254912</c:v>
                </c:pt>
                <c:pt idx="5043">
                  <c:v>0.66354982154664222</c:v>
                </c:pt>
                <c:pt idx="5044">
                  <c:v>0.64663633673944509</c:v>
                </c:pt>
                <c:pt idx="5045">
                  <c:v>0.71045045704608467</c:v>
                </c:pt>
                <c:pt idx="5046">
                  <c:v>0.64247100703973981</c:v>
                </c:pt>
                <c:pt idx="5047">
                  <c:v>0.64646885368288109</c:v>
                </c:pt>
                <c:pt idx="5048">
                  <c:v>0.45291853868091347</c:v>
                </c:pt>
                <c:pt idx="5049">
                  <c:v>0.46446158891784123</c:v>
                </c:pt>
                <c:pt idx="5050">
                  <c:v>0.62200755378154704</c:v>
                </c:pt>
                <c:pt idx="5051">
                  <c:v>0.62323128429622432</c:v>
                </c:pt>
                <c:pt idx="5052">
                  <c:v>0.57977763767803225</c:v>
                </c:pt>
                <c:pt idx="5053">
                  <c:v>0.59144444738311253</c:v>
                </c:pt>
                <c:pt idx="5054">
                  <c:v>0.70414468300782007</c:v>
                </c:pt>
                <c:pt idx="5055">
                  <c:v>0.50718418737409654</c:v>
                </c:pt>
                <c:pt idx="5056">
                  <c:v>0.96625258818742243</c:v>
                </c:pt>
                <c:pt idx="5057">
                  <c:v>0.59159218699955129</c:v>
                </c:pt>
                <c:pt idx="5058">
                  <c:v>1.1922844195683129</c:v>
                </c:pt>
                <c:pt idx="5059">
                  <c:v>0.99034475156381452</c:v>
                </c:pt>
                <c:pt idx="5060">
                  <c:v>0.68675101127732674</c:v>
                </c:pt>
                <c:pt idx="5061">
                  <c:v>1.0404734325475411</c:v>
                </c:pt>
                <c:pt idx="5062">
                  <c:v>0.95374234008205194</c:v>
                </c:pt>
                <c:pt idx="5063">
                  <c:v>0.86661463119059579</c:v>
                </c:pt>
                <c:pt idx="5064">
                  <c:v>1.1748029130080608</c:v>
                </c:pt>
                <c:pt idx="5065">
                  <c:v>1.0987621708660438</c:v>
                </c:pt>
                <c:pt idx="5066">
                  <c:v>1.2615408500334599</c:v>
                </c:pt>
                <c:pt idx="5067">
                  <c:v>1.4791534535244366</c:v>
                </c:pt>
                <c:pt idx="5068">
                  <c:v>0.42463061126376539</c:v>
                </c:pt>
                <c:pt idx="5069">
                  <c:v>1.0817637772187858</c:v>
                </c:pt>
                <c:pt idx="5070">
                  <c:v>0.99932070798317008</c:v>
                </c:pt>
                <c:pt idx="5071">
                  <c:v>1.1786914659429422</c:v>
                </c:pt>
                <c:pt idx="5072">
                  <c:v>1.039158270544714</c:v>
                </c:pt>
                <c:pt idx="5073">
                  <c:v>1.2079991928506795</c:v>
                </c:pt>
                <c:pt idx="5074">
                  <c:v>0.83560506407833135</c:v>
                </c:pt>
                <c:pt idx="5075">
                  <c:v>0.51846231892127548</c:v>
                </c:pt>
                <c:pt idx="5076">
                  <c:v>0.62609423158375899</c:v>
                </c:pt>
                <c:pt idx="5077">
                  <c:v>0.67107453534439754</c:v>
                </c:pt>
                <c:pt idx="5078">
                  <c:v>0.71730577594471967</c:v>
                </c:pt>
                <c:pt idx="5079">
                  <c:v>0.56057633263855156</c:v>
                </c:pt>
                <c:pt idx="5080">
                  <c:v>0.66151179388916426</c:v>
                </c:pt>
                <c:pt idx="5081">
                  <c:v>0.78580361890302974</c:v>
                </c:pt>
                <c:pt idx="5082">
                  <c:v>0.80712490025862216</c:v>
                </c:pt>
                <c:pt idx="5083">
                  <c:v>0.80386528460955164</c:v>
                </c:pt>
                <c:pt idx="5084">
                  <c:v>0.72623065227390615</c:v>
                </c:pt>
                <c:pt idx="5085">
                  <c:v>0.89620357422750097</c:v>
                </c:pt>
                <c:pt idx="5086">
                  <c:v>0.92964988695132322</c:v>
                </c:pt>
                <c:pt idx="5087">
                  <c:v>0.8547626861937464</c:v>
                </c:pt>
                <c:pt idx="5088">
                  <c:v>0.86790979304910543</c:v>
                </c:pt>
                <c:pt idx="5089">
                  <c:v>1.0146476077528945</c:v>
                </c:pt>
                <c:pt idx="5090">
                  <c:v>1.0970993732647414</c:v>
                </c:pt>
                <c:pt idx="5091">
                  <c:v>1.2106237071766464</c:v>
                </c:pt>
                <c:pt idx="5092">
                  <c:v>0.97395074802008574</c:v>
                </c:pt>
                <c:pt idx="5093">
                  <c:v>1.1749278022540344</c:v>
                </c:pt>
                <c:pt idx="5094">
                  <c:v>0.86065663017844829</c:v>
                </c:pt>
                <c:pt idx="5095">
                  <c:v>0.98204308418157249</c:v>
                </c:pt>
                <c:pt idx="5096">
                  <c:v>1.4765955186607065</c:v>
                </c:pt>
                <c:pt idx="5097">
                  <c:v>1.9323520026343088</c:v>
                </c:pt>
                <c:pt idx="5098">
                  <c:v>1.9799016728245284</c:v>
                </c:pt>
                <c:pt idx="5099">
                  <c:v>1.417240317333073</c:v>
                </c:pt>
                <c:pt idx="5100">
                  <c:v>1.7911223576796451</c:v>
                </c:pt>
                <c:pt idx="5101">
                  <c:v>2.0630521043108225</c:v>
                </c:pt>
                <c:pt idx="5102">
                  <c:v>2.6286332751523407</c:v>
                </c:pt>
                <c:pt idx="5103">
                  <c:v>2.8321371429616562</c:v>
                </c:pt>
                <c:pt idx="5104">
                  <c:v>2.6574967866895469</c:v>
                </c:pt>
                <c:pt idx="5105">
                  <c:v>2.2426112707344483</c:v>
                </c:pt>
                <c:pt idx="5106">
                  <c:v>1.262466053063694</c:v>
                </c:pt>
                <c:pt idx="5107">
                  <c:v>0.66070995598410787</c:v>
                </c:pt>
                <c:pt idx="5108">
                  <c:v>0.83631636991437985</c:v>
                </c:pt>
                <c:pt idx="5109">
                  <c:v>0.68505313156875125</c:v>
                </c:pt>
                <c:pt idx="5110">
                  <c:v>0.29487678669077921</c:v>
                </c:pt>
                <c:pt idx="5111">
                  <c:v>0.10055393243983712</c:v>
                </c:pt>
                <c:pt idx="5112">
                  <c:v>0.16524936488950137</c:v>
                </c:pt>
                <c:pt idx="5113">
                  <c:v>0.7081378406732397</c:v>
                </c:pt>
                <c:pt idx="5114">
                  <c:v>0.7200636614677085</c:v>
                </c:pt>
                <c:pt idx="5115">
                  <c:v>2.2505368910865395</c:v>
                </c:pt>
                <c:pt idx="5116">
                  <c:v>2.2456548183222504</c:v>
                </c:pt>
                <c:pt idx="5117">
                  <c:v>2.4333824604190384</c:v>
                </c:pt>
                <c:pt idx="5118">
                  <c:v>2.5975349963646788</c:v>
                </c:pt>
                <c:pt idx="5119">
                  <c:v>2.4957120455017936</c:v>
                </c:pt>
                <c:pt idx="5120">
                  <c:v>2.455140918472889</c:v>
                </c:pt>
                <c:pt idx="5121">
                  <c:v>2.8329074493018673</c:v>
                </c:pt>
                <c:pt idx="5122">
                  <c:v>2.5302367293372958</c:v>
                </c:pt>
                <c:pt idx="5123">
                  <c:v>2.1111943023927582</c:v>
                </c:pt>
                <c:pt idx="5124">
                  <c:v>2.8654427474981783</c:v>
                </c:pt>
                <c:pt idx="5125">
                  <c:v>2.1006912921497101</c:v>
                </c:pt>
                <c:pt idx="5126">
                  <c:v>2.2782407575129202</c:v>
                </c:pt>
                <c:pt idx="5127">
                  <c:v>2.3075175193816642</c:v>
                </c:pt>
                <c:pt idx="5128">
                  <c:v>2.2075410265879514</c:v>
                </c:pt>
                <c:pt idx="5129">
                  <c:v>1.2943441853714803</c:v>
                </c:pt>
                <c:pt idx="5130">
                  <c:v>0.87889676444915876</c:v>
                </c:pt>
                <c:pt idx="5131">
                  <c:v>1.0801154124014032</c:v>
                </c:pt>
                <c:pt idx="5132">
                  <c:v>1.0816392660004046</c:v>
                </c:pt>
                <c:pt idx="5133">
                  <c:v>1.1687404869705957</c:v>
                </c:pt>
                <c:pt idx="5134">
                  <c:v>1.2944362726198939</c:v>
                </c:pt>
                <c:pt idx="5135">
                  <c:v>1.2423376864572775</c:v>
                </c:pt>
                <c:pt idx="5136">
                  <c:v>0.90896644502040314</c:v>
                </c:pt>
                <c:pt idx="5137">
                  <c:v>0.96095180124152757</c:v>
                </c:pt>
                <c:pt idx="5138">
                  <c:v>1.2351304255283722</c:v>
                </c:pt>
                <c:pt idx="5139">
                  <c:v>1.3745063320299871</c:v>
                </c:pt>
                <c:pt idx="5140">
                  <c:v>1.4521201556397993</c:v>
                </c:pt>
                <c:pt idx="5141">
                  <c:v>1.5872227411686448</c:v>
                </c:pt>
                <c:pt idx="5142">
                  <c:v>2.5609082082065715</c:v>
                </c:pt>
                <c:pt idx="5143">
                  <c:v>2.5443025711836413</c:v>
                </c:pt>
                <c:pt idx="5144">
                  <c:v>2.9214276239953851</c:v>
                </c:pt>
                <c:pt idx="5145">
                  <c:v>2.7678189768186381</c:v>
                </c:pt>
                <c:pt idx="5146">
                  <c:v>3.4538402405211288</c:v>
                </c:pt>
                <c:pt idx="5147">
                  <c:v>2.8739793894201457</c:v>
                </c:pt>
                <c:pt idx="5148">
                  <c:v>3.1479627162360915</c:v>
                </c:pt>
                <c:pt idx="5149">
                  <c:v>2.6314506431442886</c:v>
                </c:pt>
                <c:pt idx="5150">
                  <c:v>2.8358340317676674</c:v>
                </c:pt>
                <c:pt idx="5151">
                  <c:v>2.6015299643676562</c:v>
                </c:pt>
                <c:pt idx="5152">
                  <c:v>2.9863866722714825</c:v>
                </c:pt>
                <c:pt idx="5153">
                  <c:v>3.3475776779027568</c:v>
                </c:pt>
                <c:pt idx="5154">
                  <c:v>3.4545761691463288</c:v>
                </c:pt>
                <c:pt idx="5155">
                  <c:v>2.9217007680455249</c:v>
                </c:pt>
                <c:pt idx="5156">
                  <c:v>2.6802928335149274</c:v>
                </c:pt>
                <c:pt idx="5157">
                  <c:v>2.7384605232137806</c:v>
                </c:pt>
                <c:pt idx="5158">
                  <c:v>2.691605748160439</c:v>
                </c:pt>
                <c:pt idx="5159">
                  <c:v>2.8768417997226501</c:v>
                </c:pt>
                <c:pt idx="5160">
                  <c:v>3.0032567875159799</c:v>
                </c:pt>
                <c:pt idx="5161">
                  <c:v>3.1833469813722135</c:v>
                </c:pt>
                <c:pt idx="5162">
                  <c:v>2.9812451595619081</c:v>
                </c:pt>
                <c:pt idx="5163">
                  <c:v>3.0915220142845357</c:v>
                </c:pt>
                <c:pt idx="5164">
                  <c:v>2.4790261465523677</c:v>
                </c:pt>
                <c:pt idx="5165">
                  <c:v>2.9942869565014711</c:v>
                </c:pt>
                <c:pt idx="5166">
                  <c:v>2.8073794521051862</c:v>
                </c:pt>
                <c:pt idx="5167">
                  <c:v>3.0840566126001199</c:v>
                </c:pt>
                <c:pt idx="5168">
                  <c:v>2.7524578193064353</c:v>
                </c:pt>
                <c:pt idx="5169">
                  <c:v>2.8786065904692664</c:v>
                </c:pt>
                <c:pt idx="5170">
                  <c:v>2.9915911658916881</c:v>
                </c:pt>
                <c:pt idx="5171">
                  <c:v>3.2600783730788572</c:v>
                </c:pt>
                <c:pt idx="5172">
                  <c:v>3.0246804472678033</c:v>
                </c:pt>
                <c:pt idx="5173">
                  <c:v>3.5023900898031561</c:v>
                </c:pt>
                <c:pt idx="5174">
                  <c:v>3.0503001169045931</c:v>
                </c:pt>
                <c:pt idx="5175">
                  <c:v>3.3060400170598307</c:v>
                </c:pt>
                <c:pt idx="5176">
                  <c:v>3.0582468659512174</c:v>
                </c:pt>
                <c:pt idx="5177">
                  <c:v>2.8936682395555824</c:v>
                </c:pt>
                <c:pt idx="5178">
                  <c:v>2.5436743641550796</c:v>
                </c:pt>
                <c:pt idx="5179">
                  <c:v>1.6659170642656753</c:v>
                </c:pt>
                <c:pt idx="5180">
                  <c:v>1.7664594527995312</c:v>
                </c:pt>
                <c:pt idx="5181">
                  <c:v>1.7184118286779666</c:v>
                </c:pt>
                <c:pt idx="5182">
                  <c:v>1.7953581027568069</c:v>
                </c:pt>
                <c:pt idx="5183">
                  <c:v>1.4044142586144173</c:v>
                </c:pt>
                <c:pt idx="5184">
                  <c:v>2.0978192868107626</c:v>
                </c:pt>
                <c:pt idx="5185">
                  <c:v>3.3472346224126857</c:v>
                </c:pt>
                <c:pt idx="5186">
                  <c:v>3.3699477008483054</c:v>
                </c:pt>
                <c:pt idx="5187">
                  <c:v>3.4127636451021521</c:v>
                </c:pt>
                <c:pt idx="5188">
                  <c:v>3.687877276038257</c:v>
                </c:pt>
                <c:pt idx="5189">
                  <c:v>3.5981558894949535</c:v>
                </c:pt>
                <c:pt idx="5190">
                  <c:v>3.7700853739370577</c:v>
                </c:pt>
                <c:pt idx="5191">
                  <c:v>3.5510804223674048</c:v>
                </c:pt>
                <c:pt idx="5192">
                  <c:v>3.7049403307592361</c:v>
                </c:pt>
                <c:pt idx="5193">
                  <c:v>3.8300053273597485</c:v>
                </c:pt>
                <c:pt idx="5194">
                  <c:v>4.2260165860948344</c:v>
                </c:pt>
                <c:pt idx="5195">
                  <c:v>2.5805645772265038</c:v>
                </c:pt>
                <c:pt idx="5196">
                  <c:v>2.1963638339336229</c:v>
                </c:pt>
                <c:pt idx="5197">
                  <c:v>1.3789988752974931</c:v>
                </c:pt>
                <c:pt idx="5198">
                  <c:v>1.4290692791965061</c:v>
                </c:pt>
                <c:pt idx="5199">
                  <c:v>0.65469753557371813</c:v>
                </c:pt>
                <c:pt idx="5200">
                  <c:v>0.78292863068651275</c:v>
                </c:pt>
                <c:pt idx="5201">
                  <c:v>0.68780212956134812</c:v>
                </c:pt>
                <c:pt idx="5202">
                  <c:v>0.57906501960894119</c:v>
                </c:pt>
                <c:pt idx="5203">
                  <c:v>0.59401320960929116</c:v>
                </c:pt>
                <c:pt idx="5204">
                  <c:v>0.7120441996056609</c:v>
                </c:pt>
                <c:pt idx="5205">
                  <c:v>0.66953018237129536</c:v>
                </c:pt>
                <c:pt idx="5206">
                  <c:v>0.73571642976256302</c:v>
                </c:pt>
                <c:pt idx="5207">
                  <c:v>0.72772398936640059</c:v>
                </c:pt>
                <c:pt idx="5208">
                  <c:v>0.70286907931616649</c:v>
                </c:pt>
                <c:pt idx="5209">
                  <c:v>0.73977786102870446</c:v>
                </c:pt>
                <c:pt idx="5210">
                  <c:v>0.7171369272005258</c:v>
                </c:pt>
                <c:pt idx="5211">
                  <c:v>0.8366166810166169</c:v>
                </c:pt>
                <c:pt idx="5212">
                  <c:v>0.76457319066002416</c:v>
                </c:pt>
                <c:pt idx="5213">
                  <c:v>1.0432492258370598</c:v>
                </c:pt>
                <c:pt idx="5214">
                  <c:v>1.0283823841317923</c:v>
                </c:pt>
                <c:pt idx="5215">
                  <c:v>0.52403911705964656</c:v>
                </c:pt>
                <c:pt idx="5216">
                  <c:v>0.34619978973287791</c:v>
                </c:pt>
                <c:pt idx="5217">
                  <c:v>0.33485930270195091</c:v>
                </c:pt>
                <c:pt idx="5218">
                  <c:v>0.39449675482769803</c:v>
                </c:pt>
                <c:pt idx="5219">
                  <c:v>0.55854882385571469</c:v>
                </c:pt>
                <c:pt idx="5220">
                  <c:v>0.16056930684527099</c:v>
                </c:pt>
                <c:pt idx="5221">
                  <c:v>0.47092325211763586</c:v>
                </c:pt>
                <c:pt idx="5222">
                  <c:v>0.77747718530046173</c:v>
                </c:pt>
                <c:pt idx="5223">
                  <c:v>0.6928867885312644</c:v>
                </c:pt>
                <c:pt idx="5224">
                  <c:v>0.81263290403755439</c:v>
                </c:pt>
                <c:pt idx="5225">
                  <c:v>0.71722221301792399</c:v>
                </c:pt>
                <c:pt idx="5226">
                  <c:v>0.70799769034552995</c:v>
                </c:pt>
                <c:pt idx="5227">
                  <c:v>0.81883666466107219</c:v>
                </c:pt>
                <c:pt idx="5228">
                  <c:v>0.8488012848490446</c:v>
                </c:pt>
                <c:pt idx="5229">
                  <c:v>0.73736188305622807</c:v>
                </c:pt>
                <c:pt idx="5230">
                  <c:v>0.66094557821216182</c:v>
                </c:pt>
                <c:pt idx="5231">
                  <c:v>0.62946499178015136</c:v>
                </c:pt>
                <c:pt idx="5232">
                  <c:v>0.66004616851817355</c:v>
                </c:pt>
                <c:pt idx="5233">
                  <c:v>0.89375246819168519</c:v>
                </c:pt>
                <c:pt idx="5234">
                  <c:v>0.65433457128660277</c:v>
                </c:pt>
                <c:pt idx="5235">
                  <c:v>0.76561351829530777</c:v>
                </c:pt>
                <c:pt idx="5236">
                  <c:v>0.84363313532991369</c:v>
                </c:pt>
                <c:pt idx="5237">
                  <c:v>0.85884859518054857</c:v>
                </c:pt>
                <c:pt idx="5238">
                  <c:v>0.81742835296861804</c:v>
                </c:pt>
                <c:pt idx="5239">
                  <c:v>0.53346997177187039</c:v>
                </c:pt>
                <c:pt idx="5240">
                  <c:v>0.25138935505570414</c:v>
                </c:pt>
                <c:pt idx="5241">
                  <c:v>0.39870471192203372</c:v>
                </c:pt>
                <c:pt idx="5242">
                  <c:v>0.32170250592459371</c:v>
                </c:pt>
                <c:pt idx="5243">
                  <c:v>0.49465988910599773</c:v>
                </c:pt>
                <c:pt idx="5244">
                  <c:v>0.53998804325553218</c:v>
                </c:pt>
                <c:pt idx="5245">
                  <c:v>0.34599306116194556</c:v>
                </c:pt>
                <c:pt idx="5246">
                  <c:v>0.84310188264127373</c:v>
                </c:pt>
                <c:pt idx="5247">
                  <c:v>0.83084851749161204</c:v>
                </c:pt>
                <c:pt idx="5248">
                  <c:v>0.93229919049850207</c:v>
                </c:pt>
                <c:pt idx="5249">
                  <c:v>1.0832047187933846</c:v>
                </c:pt>
                <c:pt idx="5250">
                  <c:v>0.94724514797437787</c:v>
                </c:pt>
                <c:pt idx="5251">
                  <c:v>1.0761600131605307</c:v>
                </c:pt>
                <c:pt idx="5252">
                  <c:v>0.89943366655146983</c:v>
                </c:pt>
                <c:pt idx="5253">
                  <c:v>0.87917036558542916</c:v>
                </c:pt>
                <c:pt idx="5254">
                  <c:v>0.84158251228015446</c:v>
                </c:pt>
                <c:pt idx="5255">
                  <c:v>0.79787009524225716</c:v>
                </c:pt>
                <c:pt idx="5256">
                  <c:v>0.8341435459444233</c:v>
                </c:pt>
                <c:pt idx="5257">
                  <c:v>0.7848585939943481</c:v>
                </c:pt>
                <c:pt idx="5258">
                  <c:v>0.74987221598990506</c:v>
                </c:pt>
                <c:pt idx="5259">
                  <c:v>0.72319658092742189</c:v>
                </c:pt>
                <c:pt idx="5260">
                  <c:v>0.87394121193530139</c:v>
                </c:pt>
                <c:pt idx="5261">
                  <c:v>0.81954205295954008</c:v>
                </c:pt>
                <c:pt idx="5262">
                  <c:v>0.83139766880572319</c:v>
                </c:pt>
                <c:pt idx="5263">
                  <c:v>0.51438480113353358</c:v>
                </c:pt>
                <c:pt idx="5264">
                  <c:v>0.76832492756634152</c:v>
                </c:pt>
                <c:pt idx="5265">
                  <c:v>1.3944064583816149</c:v>
                </c:pt>
                <c:pt idx="5266">
                  <c:v>0.72927145743387656</c:v>
                </c:pt>
                <c:pt idx="5267">
                  <c:v>1.1957336896892601</c:v>
                </c:pt>
                <c:pt idx="5268">
                  <c:v>1.0476638017314706</c:v>
                </c:pt>
                <c:pt idx="5269">
                  <c:v>1.179255049613581</c:v>
                </c:pt>
                <c:pt idx="5270">
                  <c:v>1.1165813175678276</c:v>
                </c:pt>
                <c:pt idx="5271">
                  <c:v>1.0509314289205063</c:v>
                </c:pt>
                <c:pt idx="5272">
                  <c:v>0.95888068298323559</c:v>
                </c:pt>
                <c:pt idx="5273">
                  <c:v>0.79757730374077973</c:v>
                </c:pt>
                <c:pt idx="5274">
                  <c:v>1.0520729124136936</c:v>
                </c:pt>
                <c:pt idx="5275">
                  <c:v>0.77442299057662511</c:v>
                </c:pt>
                <c:pt idx="5276">
                  <c:v>0.79425245695389735</c:v>
                </c:pt>
                <c:pt idx="5277">
                  <c:v>1.1284049868303951</c:v>
                </c:pt>
                <c:pt idx="5278">
                  <c:v>0.87786140720083738</c:v>
                </c:pt>
                <c:pt idx="5279">
                  <c:v>0.8910410482397344</c:v>
                </c:pt>
                <c:pt idx="5280">
                  <c:v>0.84483585658165894</c:v>
                </c:pt>
                <c:pt idx="5281">
                  <c:v>0.80903218351187278</c:v>
                </c:pt>
                <c:pt idx="5282">
                  <c:v>0.81820772894177451</c:v>
                </c:pt>
                <c:pt idx="5283">
                  <c:v>0.48688558832181883</c:v>
                </c:pt>
                <c:pt idx="5284">
                  <c:v>0.65032235295073748</c:v>
                </c:pt>
                <c:pt idx="5285">
                  <c:v>0.57715640866814844</c:v>
                </c:pt>
                <c:pt idx="5286">
                  <c:v>0.79352609252953532</c:v>
                </c:pt>
                <c:pt idx="5287">
                  <c:v>0.99017185462259671</c:v>
                </c:pt>
                <c:pt idx="5288">
                  <c:v>1.0481090087572968</c:v>
                </c:pt>
                <c:pt idx="5289">
                  <c:v>1.3945500020362003</c:v>
                </c:pt>
                <c:pt idx="5290">
                  <c:v>1.2622710770743986</c:v>
                </c:pt>
                <c:pt idx="5291">
                  <c:v>1.4004430165668063</c:v>
                </c:pt>
                <c:pt idx="5292">
                  <c:v>1.0110472319308828</c:v>
                </c:pt>
                <c:pt idx="5293">
                  <c:v>0.85109489696973983</c:v>
                </c:pt>
                <c:pt idx="5294">
                  <c:v>1.0396755104912736</c:v>
                </c:pt>
                <c:pt idx="5295">
                  <c:v>0.99852067328407579</c:v>
                </c:pt>
                <c:pt idx="5296">
                  <c:v>0.57448472226879188</c:v>
                </c:pt>
                <c:pt idx="5297">
                  <c:v>0.75515890069255354</c:v>
                </c:pt>
                <c:pt idx="5298">
                  <c:v>0.52257563587324884</c:v>
                </c:pt>
                <c:pt idx="5299">
                  <c:v>0.63863500884174318</c:v>
                </c:pt>
                <c:pt idx="5300">
                  <c:v>0.73141197375162781</c:v>
                </c:pt>
                <c:pt idx="5301">
                  <c:v>0.67138706713582985</c:v>
                </c:pt>
                <c:pt idx="5302">
                  <c:v>0.6775047472156781</c:v>
                </c:pt>
                <c:pt idx="5303">
                  <c:v>0.68057944901825373</c:v>
                </c:pt>
                <c:pt idx="5304">
                  <c:v>0.74626298691068638</c:v>
                </c:pt>
                <c:pt idx="5305">
                  <c:v>0.67478332483828041</c:v>
                </c:pt>
                <c:pt idx="5306">
                  <c:v>0.74905133428251491</c:v>
                </c:pt>
                <c:pt idx="5307">
                  <c:v>1.0333551058245924</c:v>
                </c:pt>
                <c:pt idx="5308">
                  <c:v>0.90374850282207853</c:v>
                </c:pt>
                <c:pt idx="5309">
                  <c:v>0.72553152234491169</c:v>
                </c:pt>
                <c:pt idx="5310">
                  <c:v>0.40995118479097464</c:v>
                </c:pt>
                <c:pt idx="5311">
                  <c:v>0.48349879300363119</c:v>
                </c:pt>
                <c:pt idx="5312">
                  <c:v>0.41265741031510578</c:v>
                </c:pt>
                <c:pt idx="5313">
                  <c:v>0.53017812569814138</c:v>
                </c:pt>
                <c:pt idx="5314">
                  <c:v>0.657426356632414</c:v>
                </c:pt>
                <c:pt idx="5315">
                  <c:v>0.49292617485822804</c:v>
                </c:pt>
                <c:pt idx="5316">
                  <c:v>0.6380475232931222</c:v>
                </c:pt>
                <c:pt idx="5317">
                  <c:v>0.82034277000975397</c:v>
                </c:pt>
                <c:pt idx="5318">
                  <c:v>0.94376388571173109</c:v>
                </c:pt>
                <c:pt idx="5319">
                  <c:v>0.97516641744637689</c:v>
                </c:pt>
                <c:pt idx="5320">
                  <c:v>1.0048349196517323</c:v>
                </c:pt>
                <c:pt idx="5321">
                  <c:v>0.77804417904423528</c:v>
                </c:pt>
                <c:pt idx="5322">
                  <c:v>0.8978149829425176</c:v>
                </c:pt>
                <c:pt idx="5323">
                  <c:v>0.97736314950214875</c:v>
                </c:pt>
                <c:pt idx="5324">
                  <c:v>1.2090332574895557</c:v>
                </c:pt>
                <c:pt idx="5325">
                  <c:v>0.96652264306001123</c:v>
                </c:pt>
                <c:pt idx="5326">
                  <c:v>0.90383158513376949</c:v>
                </c:pt>
                <c:pt idx="5327">
                  <c:v>1.0242011915066811</c:v>
                </c:pt>
                <c:pt idx="5328">
                  <c:v>0.80487667506525051</c:v>
                </c:pt>
                <c:pt idx="5329">
                  <c:v>0.76257241435224288</c:v>
                </c:pt>
                <c:pt idx="5330">
                  <c:v>0.72909382872352191</c:v>
                </c:pt>
                <c:pt idx="5331">
                  <c:v>0.73692497696872739</c:v>
                </c:pt>
                <c:pt idx="5332">
                  <c:v>0.66397329854565512</c:v>
                </c:pt>
                <c:pt idx="5333">
                  <c:v>0.65823200037736485</c:v>
                </c:pt>
                <c:pt idx="5334">
                  <c:v>0.67256908880977218</c:v>
                </c:pt>
                <c:pt idx="5335">
                  <c:v>0.23318671990102388</c:v>
                </c:pt>
                <c:pt idx="5336">
                  <c:v>0.33819082243293203</c:v>
                </c:pt>
                <c:pt idx="5337">
                  <c:v>0.50273714197153618</c:v>
                </c:pt>
                <c:pt idx="5338">
                  <c:v>0.87289288527922571</c:v>
                </c:pt>
                <c:pt idx="5339">
                  <c:v>0.46368781653373026</c:v>
                </c:pt>
                <c:pt idx="5340">
                  <c:v>0.5781901820477825</c:v>
                </c:pt>
                <c:pt idx="5341">
                  <c:v>-5.6298312145753497</c:v>
                </c:pt>
                <c:pt idx="5342">
                  <c:v>-14.620640764334629</c:v>
                </c:pt>
                <c:pt idx="5343">
                  <c:v>-11.578585907743493</c:v>
                </c:pt>
                <c:pt idx="5344">
                  <c:v>-10.531233232277074</c:v>
                </c:pt>
                <c:pt idx="5345">
                  <c:v>-8.4318303053042047</c:v>
                </c:pt>
                <c:pt idx="5346">
                  <c:v>-6.1267078019466563</c:v>
                </c:pt>
                <c:pt idx="5347">
                  <c:v>-5.9739420147711044</c:v>
                </c:pt>
                <c:pt idx="5348">
                  <c:v>-3.0955483673390845</c:v>
                </c:pt>
                <c:pt idx="5349">
                  <c:v>-8.9031009181561815E-2</c:v>
                </c:pt>
                <c:pt idx="5350">
                  <c:v>-3.3291592515513617</c:v>
                </c:pt>
                <c:pt idx="5351">
                  <c:v>-0.72438265688247694</c:v>
                </c:pt>
                <c:pt idx="5352">
                  <c:v>-0.10062110227906697</c:v>
                </c:pt>
                <c:pt idx="5353">
                  <c:v>0.29662088661630698</c:v>
                </c:pt>
                <c:pt idx="5354">
                  <c:v>0.33797409672282835</c:v>
                </c:pt>
                <c:pt idx="5355">
                  <c:v>0.46773226504790344</c:v>
                </c:pt>
                <c:pt idx="5356">
                  <c:v>0.71666936894607813</c:v>
                </c:pt>
                <c:pt idx="5357">
                  <c:v>0.62968537389567125</c:v>
                </c:pt>
                <c:pt idx="5358">
                  <c:v>0.69078155893238413</c:v>
                </c:pt>
                <c:pt idx="5359">
                  <c:v>0.58109221847560344</c:v>
                </c:pt>
                <c:pt idx="5360">
                  <c:v>0.15860575515457742</c:v>
                </c:pt>
                <c:pt idx="5361">
                  <c:v>-9.5553495777828896</c:v>
                </c:pt>
                <c:pt idx="5362">
                  <c:v>-9.8344359869212159</c:v>
                </c:pt>
                <c:pt idx="5363">
                  <c:v>-9.8763237156914947</c:v>
                </c:pt>
                <c:pt idx="5364">
                  <c:v>-10.765159438020042</c:v>
                </c:pt>
                <c:pt idx="5365">
                  <c:v>-8.3390200977565403</c:v>
                </c:pt>
                <c:pt idx="5366">
                  <c:v>-11.556383213438991</c:v>
                </c:pt>
                <c:pt idx="5367">
                  <c:v>-10.889210947774711</c:v>
                </c:pt>
                <c:pt idx="5368">
                  <c:v>-8.7655208393426296</c:v>
                </c:pt>
                <c:pt idx="5369">
                  <c:v>-8.4149920117124779</c:v>
                </c:pt>
                <c:pt idx="5370">
                  <c:v>-7.9628119336538203</c:v>
                </c:pt>
                <c:pt idx="5371">
                  <c:v>-7.5297517764296966</c:v>
                </c:pt>
                <c:pt idx="5372">
                  <c:v>-5.9812646677481229</c:v>
                </c:pt>
                <c:pt idx="5373">
                  <c:v>-5.9226928196560982</c:v>
                </c:pt>
                <c:pt idx="5374">
                  <c:v>-1.0919762036033434</c:v>
                </c:pt>
                <c:pt idx="5375">
                  <c:v>-0.87240791151097818</c:v>
                </c:pt>
                <c:pt idx="5376">
                  <c:v>-0.65153419357406561</c:v>
                </c:pt>
                <c:pt idx="5377">
                  <c:v>-0.42935504979259692</c:v>
                </c:pt>
                <c:pt idx="5378">
                  <c:v>-0.20587048016658072</c:v>
                </c:pt>
                <c:pt idx="5379">
                  <c:v>1.8919515304007355E-2</c:v>
                </c:pt>
                <c:pt idx="5380">
                  <c:v>0.24501493661914317</c:v>
                </c:pt>
                <c:pt idx="5381">
                  <c:v>0.47241578377883758</c:v>
                </c:pt>
                <c:pt idx="5382">
                  <c:v>0.70112205678308215</c:v>
                </c:pt>
                <c:pt idx="5383">
                  <c:v>0.93113375563188816</c:v>
                </c:pt>
                <c:pt idx="5384">
                  <c:v>1.1624508803252467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-2.6873430480180382</c:v>
                </c:pt>
                <c:pt idx="5440">
                  <c:v>-3.4780791076238033</c:v>
                </c:pt>
                <c:pt idx="5441">
                  <c:v>-3.2017965211982693</c:v>
                </c:pt>
                <c:pt idx="5442">
                  <c:v>-2.1923002883844465</c:v>
                </c:pt>
                <c:pt idx="5443">
                  <c:v>-0.22624558932727873</c:v>
                </c:pt>
                <c:pt idx="5444">
                  <c:v>-1.5677078355138909</c:v>
                </c:pt>
                <c:pt idx="5445">
                  <c:v>-1.1515860208173139</c:v>
                </c:pt>
                <c:pt idx="5446">
                  <c:v>0.15243882715975579</c:v>
                </c:pt>
                <c:pt idx="5447">
                  <c:v>-0.34514964111649354</c:v>
                </c:pt>
                <c:pt idx="5448">
                  <c:v>0.21808497113579334</c:v>
                </c:pt>
                <c:pt idx="5449">
                  <c:v>0.28516843777655448</c:v>
                </c:pt>
                <c:pt idx="5450">
                  <c:v>0.31958663079242933</c:v>
                </c:pt>
                <c:pt idx="5451">
                  <c:v>0.45459421717246434</c:v>
                </c:pt>
                <c:pt idx="5452">
                  <c:v>0.47327028256217452</c:v>
                </c:pt>
                <c:pt idx="5453">
                  <c:v>0.5179372218122571</c:v>
                </c:pt>
                <c:pt idx="5454">
                  <c:v>0.46145299995711248</c:v>
                </c:pt>
                <c:pt idx="5455">
                  <c:v>0.42661930529950826</c:v>
                </c:pt>
                <c:pt idx="5456">
                  <c:v>0.507292436531528</c:v>
                </c:pt>
                <c:pt idx="5457">
                  <c:v>0.57108845431452193</c:v>
                </c:pt>
                <c:pt idx="5458">
                  <c:v>0.68304540882702436</c:v>
                </c:pt>
                <c:pt idx="5459">
                  <c:v>0.5145571450177161</c:v>
                </c:pt>
                <c:pt idx="5460">
                  <c:v>0.8250273024573519</c:v>
                </c:pt>
                <c:pt idx="5461">
                  <c:v>0.87514844318967244</c:v>
                </c:pt>
                <c:pt idx="5462">
                  <c:v>0.21787813901330791</c:v>
                </c:pt>
                <c:pt idx="5463">
                  <c:v>0.49273551184492165</c:v>
                </c:pt>
                <c:pt idx="5464">
                  <c:v>0.37898961499859607</c:v>
                </c:pt>
                <c:pt idx="5465">
                  <c:v>0.56586820700309726</c:v>
                </c:pt>
                <c:pt idx="5466">
                  <c:v>0.4065827924449163</c:v>
                </c:pt>
                <c:pt idx="5467">
                  <c:v>0.51033496535622225</c:v>
                </c:pt>
                <c:pt idx="5468">
                  <c:v>0.54924977733210334</c:v>
                </c:pt>
                <c:pt idx="5469">
                  <c:v>0.63978387761598909</c:v>
                </c:pt>
                <c:pt idx="5470">
                  <c:v>0.70353226367413391</c:v>
                </c:pt>
                <c:pt idx="5471">
                  <c:v>1.1511026800385098</c:v>
                </c:pt>
                <c:pt idx="5472">
                  <c:v>1.0876650732268833</c:v>
                </c:pt>
                <c:pt idx="5473">
                  <c:v>1.3118212328288321</c:v>
                </c:pt>
                <c:pt idx="5474">
                  <c:v>1.1744513809000834</c:v>
                </c:pt>
                <c:pt idx="5475">
                  <c:v>1.1663820591570031</c:v>
                </c:pt>
                <c:pt idx="5476">
                  <c:v>1.1062650615768537</c:v>
                </c:pt>
                <c:pt idx="5477">
                  <c:v>1.8519518227349563</c:v>
                </c:pt>
                <c:pt idx="5478">
                  <c:v>2.2647529845961745</c:v>
                </c:pt>
                <c:pt idx="5479">
                  <c:v>2.1598957108204346</c:v>
                </c:pt>
                <c:pt idx="5480">
                  <c:v>2.6192521502601886</c:v>
                </c:pt>
                <c:pt idx="5481">
                  <c:v>2.886758272132985</c:v>
                </c:pt>
                <c:pt idx="5482">
                  <c:v>3.3386026655933594</c:v>
                </c:pt>
                <c:pt idx="5483">
                  <c:v>3.2149106299518961</c:v>
                </c:pt>
                <c:pt idx="5484">
                  <c:v>3.8804481540857734</c:v>
                </c:pt>
                <c:pt idx="5485">
                  <c:v>3.9478914333455495</c:v>
                </c:pt>
                <c:pt idx="5486">
                  <c:v>4.178216393518623</c:v>
                </c:pt>
                <c:pt idx="5487">
                  <c:v>4.2239821130532693</c:v>
                </c:pt>
                <c:pt idx="5488">
                  <c:v>4.1710988573803078</c:v>
                </c:pt>
                <c:pt idx="5489">
                  <c:v>4.1607697792305922</c:v>
                </c:pt>
                <c:pt idx="5490">
                  <c:v>4.063657690844404</c:v>
                </c:pt>
                <c:pt idx="5491">
                  <c:v>3.8615027069453762</c:v>
                </c:pt>
                <c:pt idx="5492">
                  <c:v>4.0909866142636817</c:v>
                </c:pt>
                <c:pt idx="5493">
                  <c:v>4.2521867455026925</c:v>
                </c:pt>
                <c:pt idx="5494">
                  <c:v>4.6435149396629507</c:v>
                </c:pt>
                <c:pt idx="5495">
                  <c:v>4.5355469955597538</c:v>
                </c:pt>
                <c:pt idx="5496">
                  <c:v>4.5812314000886971</c:v>
                </c:pt>
                <c:pt idx="5497">
                  <c:v>4.7546009798232083</c:v>
                </c:pt>
                <c:pt idx="5498">
                  <c:v>4.6082542139468305</c:v>
                </c:pt>
                <c:pt idx="5499">
                  <c:v>4.6648445215629408</c:v>
                </c:pt>
                <c:pt idx="5500">
                  <c:v>4.2573149993591173</c:v>
                </c:pt>
                <c:pt idx="5501">
                  <c:v>4.1424486059063721</c:v>
                </c:pt>
                <c:pt idx="5502">
                  <c:v>4.4074006085079498</c:v>
                </c:pt>
                <c:pt idx="5503">
                  <c:v>4.1682393143968088</c:v>
                </c:pt>
                <c:pt idx="5504">
                  <c:v>4.5181022178335128</c:v>
                </c:pt>
                <c:pt idx="5505">
                  <c:v>4.6594693360492556</c:v>
                </c:pt>
                <c:pt idx="5506">
                  <c:v>5.0905686024423149</c:v>
                </c:pt>
                <c:pt idx="5507">
                  <c:v>4.8132130140747966</c:v>
                </c:pt>
                <c:pt idx="5508">
                  <c:v>4.2446606621392347</c:v>
                </c:pt>
                <c:pt idx="5509">
                  <c:v>3.0025748129458165</c:v>
                </c:pt>
                <c:pt idx="5510">
                  <c:v>2.4191816166131352</c:v>
                </c:pt>
                <c:pt idx="5511">
                  <c:v>1.5228534468663595</c:v>
                </c:pt>
                <c:pt idx="5512">
                  <c:v>1.1589814919606289</c:v>
                </c:pt>
                <c:pt idx="5513">
                  <c:v>1.104612202426082</c:v>
                </c:pt>
                <c:pt idx="5514">
                  <c:v>1.195328241516644</c:v>
                </c:pt>
                <c:pt idx="5515">
                  <c:v>0.92802302796928515</c:v>
                </c:pt>
                <c:pt idx="5516">
                  <c:v>0.99466070048464927</c:v>
                </c:pt>
                <c:pt idx="5517">
                  <c:v>0.96279989887972661</c:v>
                </c:pt>
                <c:pt idx="5518">
                  <c:v>1.0172346642979715</c:v>
                </c:pt>
                <c:pt idx="5519">
                  <c:v>1.0679576280430632</c:v>
                </c:pt>
                <c:pt idx="5520">
                  <c:v>1.0809475817595744</c:v>
                </c:pt>
                <c:pt idx="5521">
                  <c:v>1.2643745147412646</c:v>
                </c:pt>
                <c:pt idx="5522">
                  <c:v>1.2021574154195891</c:v>
                </c:pt>
                <c:pt idx="5523">
                  <c:v>1.4610723482117234</c:v>
                </c:pt>
                <c:pt idx="5524">
                  <c:v>1.6527225301708142</c:v>
                </c:pt>
                <c:pt idx="5525">
                  <c:v>1.5945175509301144</c:v>
                </c:pt>
                <c:pt idx="5526">
                  <c:v>1.6092651599700087</c:v>
                </c:pt>
                <c:pt idx="5527">
                  <c:v>1.5722251299880963</c:v>
                </c:pt>
                <c:pt idx="5528">
                  <c:v>1.6083382521209306</c:v>
                </c:pt>
                <c:pt idx="5529">
                  <c:v>1.468742639642129</c:v>
                </c:pt>
                <c:pt idx="5530">
                  <c:v>1.2130193970755265</c:v>
                </c:pt>
                <c:pt idx="5531">
                  <c:v>0.52317166970496765</c:v>
                </c:pt>
                <c:pt idx="5532">
                  <c:v>-2.2993527637834905</c:v>
                </c:pt>
                <c:pt idx="5533">
                  <c:v>-5.2766729689395637</c:v>
                </c:pt>
                <c:pt idx="5534">
                  <c:v>-6.1256382399314164</c:v>
                </c:pt>
                <c:pt idx="5535">
                  <c:v>-5.7663769238814941</c:v>
                </c:pt>
                <c:pt idx="5536">
                  <c:v>-5.2127795578778677</c:v>
                </c:pt>
                <c:pt idx="5537">
                  <c:v>-5.1426798350287797</c:v>
                </c:pt>
                <c:pt idx="5538">
                  <c:v>-4.6987488152838424</c:v>
                </c:pt>
                <c:pt idx="5539">
                  <c:v>-4.5571755444237816</c:v>
                </c:pt>
                <c:pt idx="5540">
                  <c:v>-2.4149645328888267</c:v>
                </c:pt>
                <c:pt idx="5541">
                  <c:v>-2.5936651832669644</c:v>
                </c:pt>
                <c:pt idx="5542">
                  <c:v>-0.608590654638687</c:v>
                </c:pt>
                <c:pt idx="5543">
                  <c:v>-0.53660953817901136</c:v>
                </c:pt>
                <c:pt idx="5544">
                  <c:v>0.17226112402356589</c:v>
                </c:pt>
                <c:pt idx="5545">
                  <c:v>0.30210529695297428</c:v>
                </c:pt>
                <c:pt idx="5546">
                  <c:v>0.35807688759753042</c:v>
                </c:pt>
                <c:pt idx="5547">
                  <c:v>0.35979777232885535</c:v>
                </c:pt>
                <c:pt idx="5548">
                  <c:v>0.37020588455089454</c:v>
                </c:pt>
                <c:pt idx="5549">
                  <c:v>0.45835179046044611</c:v>
                </c:pt>
                <c:pt idx="5550">
                  <c:v>0.4486702127765444</c:v>
                </c:pt>
                <c:pt idx="5551">
                  <c:v>0.41839589377963066</c:v>
                </c:pt>
                <c:pt idx="5552">
                  <c:v>0.40549101637885759</c:v>
                </c:pt>
                <c:pt idx="5553">
                  <c:v>-1.5525300859035658</c:v>
                </c:pt>
                <c:pt idx="5554">
                  <c:v>-1.8096072627246227</c:v>
                </c:pt>
                <c:pt idx="5555">
                  <c:v>-3.7140767468024443</c:v>
                </c:pt>
                <c:pt idx="5556">
                  <c:v>-0.89387988478043012</c:v>
                </c:pt>
                <c:pt idx="5557">
                  <c:v>-5.1842640842889409</c:v>
                </c:pt>
                <c:pt idx="5558">
                  <c:v>-0.70458362323794044</c:v>
                </c:pt>
                <c:pt idx="5559">
                  <c:v>-4.7743984073012449</c:v>
                </c:pt>
                <c:pt idx="5560">
                  <c:v>-2.7546774632425235</c:v>
                </c:pt>
                <c:pt idx="5561">
                  <c:v>-1.5044115015950401E-2</c:v>
                </c:pt>
                <c:pt idx="5562">
                  <c:v>0.18238493422574303</c:v>
                </c:pt>
                <c:pt idx="5563">
                  <c:v>-0.16910977294588347</c:v>
                </c:pt>
                <c:pt idx="5564">
                  <c:v>9.5037484083089402E-2</c:v>
                </c:pt>
                <c:pt idx="5565">
                  <c:v>0.48043920115433786</c:v>
                </c:pt>
                <c:pt idx="5566">
                  <c:v>0.62832480469048146</c:v>
                </c:pt>
                <c:pt idx="5567">
                  <c:v>0.55609200927480618</c:v>
                </c:pt>
                <c:pt idx="5568">
                  <c:v>0.54951233671502242</c:v>
                </c:pt>
                <c:pt idx="5569">
                  <c:v>0.49147599584258556</c:v>
                </c:pt>
                <c:pt idx="5570">
                  <c:v>0.61218577153772691</c:v>
                </c:pt>
                <c:pt idx="5571">
                  <c:v>0.67816161009501563</c:v>
                </c:pt>
                <c:pt idx="5572">
                  <c:v>0.62069062798569063</c:v>
                </c:pt>
                <c:pt idx="5573">
                  <c:v>0.61365554902253305</c:v>
                </c:pt>
                <c:pt idx="5574">
                  <c:v>0.51491229117537229</c:v>
                </c:pt>
                <c:pt idx="5575">
                  <c:v>0.5035235101986546</c:v>
                </c:pt>
                <c:pt idx="5576">
                  <c:v>0.4118022995330326</c:v>
                </c:pt>
                <c:pt idx="5577">
                  <c:v>0.39514135005856549</c:v>
                </c:pt>
                <c:pt idx="5578">
                  <c:v>-9.2280892795856453E-2</c:v>
                </c:pt>
                <c:pt idx="5579">
                  <c:v>0.13409312290890718</c:v>
                </c:pt>
                <c:pt idx="5580">
                  <c:v>-1.1309274096842208</c:v>
                </c:pt>
                <c:pt idx="5581">
                  <c:v>-2.6640215761341124</c:v>
                </c:pt>
                <c:pt idx="5582">
                  <c:v>-4.9907721766965425</c:v>
                </c:pt>
                <c:pt idx="5583">
                  <c:v>-1.9413102515226115</c:v>
                </c:pt>
                <c:pt idx="5584">
                  <c:v>-5.73824402392043</c:v>
                </c:pt>
                <c:pt idx="5585">
                  <c:v>-1.5098305673000727</c:v>
                </c:pt>
                <c:pt idx="5586">
                  <c:v>-0.46138931811592854</c:v>
                </c:pt>
                <c:pt idx="5587">
                  <c:v>-1.2249622360276796E-2</c:v>
                </c:pt>
                <c:pt idx="5588">
                  <c:v>0.2903085755881874</c:v>
                </c:pt>
                <c:pt idx="5589">
                  <c:v>0.4512070076802181</c:v>
                </c:pt>
                <c:pt idx="5590">
                  <c:v>0.73900193763921129</c:v>
                </c:pt>
                <c:pt idx="5591">
                  <c:v>0.77072820474882375</c:v>
                </c:pt>
                <c:pt idx="5592">
                  <c:v>0.705625802216026</c:v>
                </c:pt>
                <c:pt idx="5593">
                  <c:v>0.67217953219557203</c:v>
                </c:pt>
                <c:pt idx="5594">
                  <c:v>0.62766933246781931</c:v>
                </c:pt>
                <c:pt idx="5595">
                  <c:v>0.33263862741998501</c:v>
                </c:pt>
                <c:pt idx="5596">
                  <c:v>0.56449473040599663</c:v>
                </c:pt>
                <c:pt idx="5597">
                  <c:v>0.14267371723068834</c:v>
                </c:pt>
                <c:pt idx="5598">
                  <c:v>0.46059341193923065</c:v>
                </c:pt>
                <c:pt idx="5599">
                  <c:v>1.0582903167648525</c:v>
                </c:pt>
                <c:pt idx="5600">
                  <c:v>1.0542567698190053</c:v>
                </c:pt>
                <c:pt idx="5601">
                  <c:v>1.0554783660137772</c:v>
                </c:pt>
                <c:pt idx="5602">
                  <c:v>1.2012311778408611</c:v>
                </c:pt>
                <c:pt idx="5603">
                  <c:v>1.6112223736299913</c:v>
                </c:pt>
                <c:pt idx="5604">
                  <c:v>1.4651028545967482</c:v>
                </c:pt>
                <c:pt idx="5605">
                  <c:v>1.5270799676065276</c:v>
                </c:pt>
                <c:pt idx="5606">
                  <c:v>1.1625275322541908</c:v>
                </c:pt>
                <c:pt idx="5607">
                  <c:v>0.65327425533517713</c:v>
                </c:pt>
                <c:pt idx="5608">
                  <c:v>0.37217316172177345</c:v>
                </c:pt>
                <c:pt idx="5609">
                  <c:v>0.53911749022343103</c:v>
                </c:pt>
                <c:pt idx="5610">
                  <c:v>0.48353699090104291</c:v>
                </c:pt>
                <c:pt idx="5611">
                  <c:v>0.4087440445305362</c:v>
                </c:pt>
                <c:pt idx="5612">
                  <c:v>0.50927734838337757</c:v>
                </c:pt>
                <c:pt idx="5613">
                  <c:v>0.43846337355362403</c:v>
                </c:pt>
                <c:pt idx="5614">
                  <c:v>0.5715411959339628</c:v>
                </c:pt>
                <c:pt idx="5615">
                  <c:v>0.50771530625776595</c:v>
                </c:pt>
                <c:pt idx="5616">
                  <c:v>0.57685249067406552</c:v>
                </c:pt>
                <c:pt idx="5617">
                  <c:v>0.56565337981598207</c:v>
                </c:pt>
                <c:pt idx="5618">
                  <c:v>0.60107966598618601</c:v>
                </c:pt>
                <c:pt idx="5619">
                  <c:v>0.76710943871289661</c:v>
                </c:pt>
                <c:pt idx="5620">
                  <c:v>0.62480369151183612</c:v>
                </c:pt>
                <c:pt idx="5621">
                  <c:v>8.0508291110929733E-2</c:v>
                </c:pt>
                <c:pt idx="5622">
                  <c:v>0.61083255827705663</c:v>
                </c:pt>
                <c:pt idx="5623">
                  <c:v>0.28236405623706751</c:v>
                </c:pt>
                <c:pt idx="5624">
                  <c:v>0.25958892384716981</c:v>
                </c:pt>
                <c:pt idx="5625">
                  <c:v>1.6862201495743554</c:v>
                </c:pt>
                <c:pt idx="5626">
                  <c:v>1.1998536739935053</c:v>
                </c:pt>
                <c:pt idx="5627">
                  <c:v>0.64240322603495792</c:v>
                </c:pt>
                <c:pt idx="5628">
                  <c:v>0.84550228426544283</c:v>
                </c:pt>
                <c:pt idx="5629">
                  <c:v>0.13278219861463694</c:v>
                </c:pt>
                <c:pt idx="5630">
                  <c:v>-8.939018938070129</c:v>
                </c:pt>
                <c:pt idx="5631">
                  <c:v>-8.4607289101430911</c:v>
                </c:pt>
                <c:pt idx="5632">
                  <c:v>-7.5002282414924464</c:v>
                </c:pt>
                <c:pt idx="5633">
                  <c:v>-6.6192157852758946</c:v>
                </c:pt>
                <c:pt idx="5634">
                  <c:v>-5.694999925811036</c:v>
                </c:pt>
                <c:pt idx="5635">
                  <c:v>-4.7426199303009939</c:v>
                </c:pt>
                <c:pt idx="5636">
                  <c:v>-3.9499773943510541</c:v>
                </c:pt>
                <c:pt idx="5637">
                  <c:v>-3.6501896104516547</c:v>
                </c:pt>
                <c:pt idx="5638">
                  <c:v>-3.1847664045162363</c:v>
                </c:pt>
                <c:pt idx="5639">
                  <c:v>-2.0647329417889138</c:v>
                </c:pt>
                <c:pt idx="5640">
                  <c:v>-0.14849288058748555</c:v>
                </c:pt>
                <c:pt idx="5641">
                  <c:v>0.17807299293163842</c:v>
                </c:pt>
                <c:pt idx="5642">
                  <c:v>0.2761155524188893</c:v>
                </c:pt>
                <c:pt idx="5643">
                  <c:v>0.26607307494029231</c:v>
                </c:pt>
                <c:pt idx="5644">
                  <c:v>0.40134651081340406</c:v>
                </c:pt>
                <c:pt idx="5645">
                  <c:v>0.38118282589007096</c:v>
                </c:pt>
                <c:pt idx="5646">
                  <c:v>0.35057671915769978</c:v>
                </c:pt>
                <c:pt idx="5647">
                  <c:v>-0.12482143109766002</c:v>
                </c:pt>
                <c:pt idx="5648">
                  <c:v>0.46500957713719709</c:v>
                </c:pt>
                <c:pt idx="5649">
                  <c:v>0.70725044309800633</c:v>
                </c:pt>
                <c:pt idx="5650">
                  <c:v>0.58189313296030054</c:v>
                </c:pt>
                <c:pt idx="5651">
                  <c:v>0.94313295481634574</c:v>
                </c:pt>
                <c:pt idx="5652">
                  <c:v>0.78840984468574449</c:v>
                </c:pt>
                <c:pt idx="5653">
                  <c:v>0.44599971367199315</c:v>
                </c:pt>
                <c:pt idx="5654">
                  <c:v>0.64084428157715179</c:v>
                </c:pt>
                <c:pt idx="5655">
                  <c:v>0.84834232168383394</c:v>
                </c:pt>
                <c:pt idx="5656">
                  <c:v>0.50294170065849952</c:v>
                </c:pt>
                <c:pt idx="5657">
                  <c:v>0.48266602947592019</c:v>
                </c:pt>
                <c:pt idx="5658">
                  <c:v>0.46345386640535452</c:v>
                </c:pt>
                <c:pt idx="5659">
                  <c:v>0.50994867784929199</c:v>
                </c:pt>
                <c:pt idx="5660">
                  <c:v>0.62114062552990501</c:v>
                </c:pt>
                <c:pt idx="5661">
                  <c:v>0.65801628188643047</c:v>
                </c:pt>
                <c:pt idx="5662">
                  <c:v>0.65642943256831088</c:v>
                </c:pt>
                <c:pt idx="5663">
                  <c:v>0.72795605876428449</c:v>
                </c:pt>
                <c:pt idx="5664">
                  <c:v>0.43332022028688516</c:v>
                </c:pt>
                <c:pt idx="5665">
                  <c:v>0.52019359743703475</c:v>
                </c:pt>
                <c:pt idx="5666">
                  <c:v>0.90135194707571198</c:v>
                </c:pt>
                <c:pt idx="5667">
                  <c:v>1.2941917957472646</c:v>
                </c:pt>
                <c:pt idx="5668">
                  <c:v>1.2411726354445982</c:v>
                </c:pt>
                <c:pt idx="5669">
                  <c:v>1.1216605589993727</c:v>
                </c:pt>
                <c:pt idx="5670">
                  <c:v>0.82832217878017422</c:v>
                </c:pt>
                <c:pt idx="5671">
                  <c:v>1.5273520546432509</c:v>
                </c:pt>
                <c:pt idx="5672">
                  <c:v>1.8485448373670197</c:v>
                </c:pt>
                <c:pt idx="5673">
                  <c:v>2.2008020152589531</c:v>
                </c:pt>
                <c:pt idx="5674">
                  <c:v>1.8817132002289412</c:v>
                </c:pt>
                <c:pt idx="5675">
                  <c:v>3.7610129482913846</c:v>
                </c:pt>
                <c:pt idx="5676">
                  <c:v>1.2287536001512513</c:v>
                </c:pt>
                <c:pt idx="5677">
                  <c:v>0.66942914492537298</c:v>
                </c:pt>
                <c:pt idx="5678">
                  <c:v>0.91908483456405043</c:v>
                </c:pt>
                <c:pt idx="5679">
                  <c:v>0.83910671352189181</c:v>
                </c:pt>
                <c:pt idx="5680">
                  <c:v>0.8742582983341467</c:v>
                </c:pt>
                <c:pt idx="5681">
                  <c:v>0.78489066284382125</c:v>
                </c:pt>
                <c:pt idx="5682">
                  <c:v>0.85434026205678282</c:v>
                </c:pt>
                <c:pt idx="5683">
                  <c:v>0.53745921758347659</c:v>
                </c:pt>
                <c:pt idx="5684">
                  <c:v>0.62249342424558818</c:v>
                </c:pt>
                <c:pt idx="5685">
                  <c:v>0.60859784183500309</c:v>
                </c:pt>
                <c:pt idx="5686">
                  <c:v>0.51219256597286666</c:v>
                </c:pt>
                <c:pt idx="5687">
                  <c:v>0.633825422451465</c:v>
                </c:pt>
                <c:pt idx="5688">
                  <c:v>0.5597921589652004</c:v>
                </c:pt>
                <c:pt idx="5689">
                  <c:v>0.60798941654551619</c:v>
                </c:pt>
                <c:pt idx="5690">
                  <c:v>1.2568568330710113</c:v>
                </c:pt>
                <c:pt idx="5691">
                  <c:v>4.8488271705616528</c:v>
                </c:pt>
                <c:pt idx="5692">
                  <c:v>4.8990968633895449</c:v>
                </c:pt>
                <c:pt idx="5693">
                  <c:v>4.2724631154484118</c:v>
                </c:pt>
                <c:pt idx="5694">
                  <c:v>4.0080014645050808</c:v>
                </c:pt>
                <c:pt idx="5695">
                  <c:v>4.1005193247941767</c:v>
                </c:pt>
                <c:pt idx="5696">
                  <c:v>2.8939407104237169</c:v>
                </c:pt>
                <c:pt idx="5697">
                  <c:v>2.3204679136289421</c:v>
                </c:pt>
                <c:pt idx="5698">
                  <c:v>0.43063276518948718</c:v>
                </c:pt>
                <c:pt idx="5699">
                  <c:v>0.86580989457926794</c:v>
                </c:pt>
                <c:pt idx="5700">
                  <c:v>0.68788635689077027</c:v>
                </c:pt>
                <c:pt idx="5701">
                  <c:v>0.73972546523245897</c:v>
                </c:pt>
                <c:pt idx="5702">
                  <c:v>0.41524096039024083</c:v>
                </c:pt>
                <c:pt idx="5703">
                  <c:v>0.89444097636095499</c:v>
                </c:pt>
                <c:pt idx="5704">
                  <c:v>0.81309351753973158</c:v>
                </c:pt>
                <c:pt idx="5705">
                  <c:v>0.24354125263344012</c:v>
                </c:pt>
                <c:pt idx="5706">
                  <c:v>0.60070559266143675</c:v>
                </c:pt>
                <c:pt idx="5707">
                  <c:v>0.61687499246763533</c:v>
                </c:pt>
                <c:pt idx="5708">
                  <c:v>0.6067658462883152</c:v>
                </c:pt>
                <c:pt idx="5709">
                  <c:v>0.55185566259856267</c:v>
                </c:pt>
                <c:pt idx="5710">
                  <c:v>0.6812269600018247</c:v>
                </c:pt>
                <c:pt idx="5711">
                  <c:v>0.70152038399583883</c:v>
                </c:pt>
                <c:pt idx="5712">
                  <c:v>0.5580090109971193</c:v>
                </c:pt>
                <c:pt idx="5713">
                  <c:v>0.52128689236514092</c:v>
                </c:pt>
                <c:pt idx="5714">
                  <c:v>0.42189647577657241</c:v>
                </c:pt>
                <c:pt idx="5715">
                  <c:v>0.65981978225537297</c:v>
                </c:pt>
                <c:pt idx="5716">
                  <c:v>0.68224734926493658</c:v>
                </c:pt>
                <c:pt idx="5717">
                  <c:v>0.53686141320366709</c:v>
                </c:pt>
                <c:pt idx="5718">
                  <c:v>0.36484507212772382</c:v>
                </c:pt>
                <c:pt idx="5719">
                  <c:v>0.25919207075293427</c:v>
                </c:pt>
                <c:pt idx="5720">
                  <c:v>1.3326653469099186</c:v>
                </c:pt>
                <c:pt idx="5721">
                  <c:v>0.57126775316937617</c:v>
                </c:pt>
                <c:pt idx="5722">
                  <c:v>-5.2990274534417212</c:v>
                </c:pt>
                <c:pt idx="5723">
                  <c:v>-8.3874424272909778</c:v>
                </c:pt>
                <c:pt idx="5724">
                  <c:v>-8.9291555413229649</c:v>
                </c:pt>
                <c:pt idx="5725">
                  <c:v>-8.8424263761583273</c:v>
                </c:pt>
                <c:pt idx="5726">
                  <c:v>-8.2140402223989906</c:v>
                </c:pt>
                <c:pt idx="5727">
                  <c:v>-8.8880046218672284</c:v>
                </c:pt>
                <c:pt idx="5728">
                  <c:v>-2.6843261534614267</c:v>
                </c:pt>
                <c:pt idx="5729">
                  <c:v>-0.93237571999234448</c:v>
                </c:pt>
                <c:pt idx="5730">
                  <c:v>-0.52807557539379069</c:v>
                </c:pt>
                <c:pt idx="5731">
                  <c:v>-0.10536316162257525</c:v>
                </c:pt>
                <c:pt idx="5732">
                  <c:v>0.18729287750522786</c:v>
                </c:pt>
                <c:pt idx="5733">
                  <c:v>0.27025022208135413</c:v>
                </c:pt>
                <c:pt idx="5734">
                  <c:v>0.3488239219520009</c:v>
                </c:pt>
                <c:pt idx="5735">
                  <c:v>0.53356308536736918</c:v>
                </c:pt>
                <c:pt idx="5736">
                  <c:v>0.59685365224416276</c:v>
                </c:pt>
                <c:pt idx="5737">
                  <c:v>0.56972519535736144</c:v>
                </c:pt>
                <c:pt idx="5738">
                  <c:v>0.63673711193877502</c:v>
                </c:pt>
                <c:pt idx="5739">
                  <c:v>0.64262902471896099</c:v>
                </c:pt>
                <c:pt idx="5740">
                  <c:v>0.54612461477430418</c:v>
                </c:pt>
                <c:pt idx="5741">
                  <c:v>0.5134350482150648</c:v>
                </c:pt>
                <c:pt idx="5742">
                  <c:v>0.3556745451440837</c:v>
                </c:pt>
                <c:pt idx="5743">
                  <c:v>0.10905663834495392</c:v>
                </c:pt>
                <c:pt idx="5744">
                  <c:v>-1.1701857843860772</c:v>
                </c:pt>
                <c:pt idx="5745">
                  <c:v>-0.77085085328082292</c:v>
                </c:pt>
                <c:pt idx="5746">
                  <c:v>-1.9983355564471303</c:v>
                </c:pt>
                <c:pt idx="5747">
                  <c:v>-0.93913187336338599</c:v>
                </c:pt>
                <c:pt idx="5748">
                  <c:v>-0.96897924713274508</c:v>
                </c:pt>
                <c:pt idx="5749">
                  <c:v>-0.48847099859391824</c:v>
                </c:pt>
                <c:pt idx="5750">
                  <c:v>-0.50919297993910073</c:v>
                </c:pt>
                <c:pt idx="5751">
                  <c:v>-0.35277768153157185</c:v>
                </c:pt>
                <c:pt idx="5752">
                  <c:v>2.0287220183094687</c:v>
                </c:pt>
                <c:pt idx="5753">
                  <c:v>3.2369898997575399</c:v>
                </c:pt>
                <c:pt idx="5754">
                  <c:v>4.2050946443569526</c:v>
                </c:pt>
                <c:pt idx="5755">
                  <c:v>4.6132080357709713</c:v>
                </c:pt>
                <c:pt idx="5756">
                  <c:v>4.4933916253801272</c:v>
                </c:pt>
                <c:pt idx="5757">
                  <c:v>4.4724487781811968</c:v>
                </c:pt>
                <c:pt idx="5758">
                  <c:v>4.4613315024959466</c:v>
                </c:pt>
                <c:pt idx="5759">
                  <c:v>4.7000447217666794</c:v>
                </c:pt>
                <c:pt idx="5760">
                  <c:v>4.5297837903713631</c:v>
                </c:pt>
                <c:pt idx="5761">
                  <c:v>3.2538515146712879</c:v>
                </c:pt>
                <c:pt idx="5762">
                  <c:v>1.6432017032852912</c:v>
                </c:pt>
                <c:pt idx="5763">
                  <c:v>0.78078148731487618</c:v>
                </c:pt>
                <c:pt idx="5764">
                  <c:v>0.66296638787478712</c:v>
                </c:pt>
                <c:pt idx="5765">
                  <c:v>0.68900967923447665</c:v>
                </c:pt>
                <c:pt idx="5766">
                  <c:v>0.55725490470085448</c:v>
                </c:pt>
                <c:pt idx="5767">
                  <c:v>0.32224530639078852</c:v>
                </c:pt>
                <c:pt idx="5768">
                  <c:v>0.52248046074323284</c:v>
                </c:pt>
                <c:pt idx="5769">
                  <c:v>-1.4125700417951752</c:v>
                </c:pt>
                <c:pt idx="5770">
                  <c:v>-3.2008159466454891</c:v>
                </c:pt>
                <c:pt idx="5771">
                  <c:v>-8.2181581502387591</c:v>
                </c:pt>
                <c:pt idx="5772">
                  <c:v>-7.7932254377406442</c:v>
                </c:pt>
                <c:pt idx="5773">
                  <c:v>-7.8446069793200133</c:v>
                </c:pt>
                <c:pt idx="5774">
                  <c:v>-7.0746578084160214</c:v>
                </c:pt>
                <c:pt idx="5775">
                  <c:v>-6.4894359320388704</c:v>
                </c:pt>
                <c:pt idx="5776">
                  <c:v>-6.7064934921324788</c:v>
                </c:pt>
                <c:pt idx="5777">
                  <c:v>-5.8755902474076045</c:v>
                </c:pt>
                <c:pt idx="5778">
                  <c:v>-5.8259237856071682</c:v>
                </c:pt>
                <c:pt idx="5779">
                  <c:v>-5.301174306505299</c:v>
                </c:pt>
                <c:pt idx="5780">
                  <c:v>-3.9501662671361313</c:v>
                </c:pt>
                <c:pt idx="5781">
                  <c:v>-3.3246825936697189</c:v>
                </c:pt>
                <c:pt idx="5782">
                  <c:v>-2.5823150838819835</c:v>
                </c:pt>
                <c:pt idx="5783">
                  <c:v>1.8943470333605075E-2</c:v>
                </c:pt>
                <c:pt idx="5784">
                  <c:v>-5.5927644960371004E-2</c:v>
                </c:pt>
                <c:pt idx="5785">
                  <c:v>0.12430258076305072</c:v>
                </c:pt>
                <c:pt idx="5786">
                  <c:v>0.35046728431241791</c:v>
                </c:pt>
                <c:pt idx="5787">
                  <c:v>0.59343527984733624</c:v>
                </c:pt>
                <c:pt idx="5788">
                  <c:v>0.51574016917604004</c:v>
                </c:pt>
                <c:pt idx="5789">
                  <c:v>0.48071421701423561</c:v>
                </c:pt>
                <c:pt idx="5790">
                  <c:v>0.25540343055492204</c:v>
                </c:pt>
                <c:pt idx="5791">
                  <c:v>0.24882810079159545</c:v>
                </c:pt>
                <c:pt idx="5792">
                  <c:v>-0.69588069455925672</c:v>
                </c:pt>
                <c:pt idx="5793">
                  <c:v>-6.9703296734453026</c:v>
                </c:pt>
                <c:pt idx="5794">
                  <c:v>-8.1318253783388208</c:v>
                </c:pt>
                <c:pt idx="5795">
                  <c:v>-9.8335665539495754</c:v>
                </c:pt>
                <c:pt idx="5796">
                  <c:v>-11.167525625530484</c:v>
                </c:pt>
                <c:pt idx="5797">
                  <c:v>-9.6152291189347352</c:v>
                </c:pt>
                <c:pt idx="5798">
                  <c:v>-10.266310338346733</c:v>
                </c:pt>
                <c:pt idx="5799">
                  <c:v>-11.470095584843682</c:v>
                </c:pt>
                <c:pt idx="5800">
                  <c:v>-11.183886848202587</c:v>
                </c:pt>
                <c:pt idx="5801">
                  <c:v>-10.341191567825147</c:v>
                </c:pt>
                <c:pt idx="5802">
                  <c:v>-9.8846855378614595</c:v>
                </c:pt>
                <c:pt idx="5803">
                  <c:v>-8.918284551500923</c:v>
                </c:pt>
                <c:pt idx="5804">
                  <c:v>-8.9716401682330922</c:v>
                </c:pt>
                <c:pt idx="5805">
                  <c:v>-8.0087664928982374</c:v>
                </c:pt>
                <c:pt idx="5806">
                  <c:v>-5.8640106201955593</c:v>
                </c:pt>
                <c:pt idx="5807">
                  <c:v>-1.6856377553371005</c:v>
                </c:pt>
                <c:pt idx="5808">
                  <c:v>0.34723115329316712</c:v>
                </c:pt>
                <c:pt idx="5809">
                  <c:v>0.53795513375415527</c:v>
                </c:pt>
                <c:pt idx="5810">
                  <c:v>0.46730328811560545</c:v>
                </c:pt>
                <c:pt idx="5811">
                  <c:v>0.48747453779179356</c:v>
                </c:pt>
                <c:pt idx="5812">
                  <c:v>1.0128945424195233</c:v>
                </c:pt>
                <c:pt idx="5813">
                  <c:v>0.52880059047559269</c:v>
                </c:pt>
                <c:pt idx="5814">
                  <c:v>0.30007952743437549</c:v>
                </c:pt>
                <c:pt idx="5815">
                  <c:v>-2.719967731362273</c:v>
                </c:pt>
                <c:pt idx="5816">
                  <c:v>-10.141743695089707</c:v>
                </c:pt>
                <c:pt idx="5817">
                  <c:v>-9.9447149869493803</c:v>
                </c:pt>
                <c:pt idx="5818">
                  <c:v>-9.4017773866550556</c:v>
                </c:pt>
                <c:pt idx="5819">
                  <c:v>-12.612725157582679</c:v>
                </c:pt>
                <c:pt idx="5820">
                  <c:v>-12.121026678691711</c:v>
                </c:pt>
                <c:pt idx="5821">
                  <c:v>-12.060463983636062</c:v>
                </c:pt>
                <c:pt idx="5822">
                  <c:v>-12.903556168982302</c:v>
                </c:pt>
                <c:pt idx="5823">
                  <c:v>-12.992461810659071</c:v>
                </c:pt>
                <c:pt idx="5824">
                  <c:v>-14.339818444010284</c:v>
                </c:pt>
                <c:pt idx="5825">
                  <c:v>-13.934925839487498</c:v>
                </c:pt>
                <c:pt idx="5826">
                  <c:v>-11.363353659413727</c:v>
                </c:pt>
                <c:pt idx="5827">
                  <c:v>-11.774194986142183</c:v>
                </c:pt>
                <c:pt idx="5828">
                  <c:v>-11.005081961358851</c:v>
                </c:pt>
                <c:pt idx="5829">
                  <c:v>-9.9554248155070049</c:v>
                </c:pt>
                <c:pt idx="5830">
                  <c:v>-8.162517231726877</c:v>
                </c:pt>
                <c:pt idx="5831">
                  <c:v>-3.4353764090980445</c:v>
                </c:pt>
                <c:pt idx="5832">
                  <c:v>-1.2884757395033883</c:v>
                </c:pt>
                <c:pt idx="5833">
                  <c:v>-0.45167784315234305</c:v>
                </c:pt>
                <c:pt idx="5834">
                  <c:v>-1.5308787288406516E-2</c:v>
                </c:pt>
                <c:pt idx="5835">
                  <c:v>0.35165499763059416</c:v>
                </c:pt>
                <c:pt idx="5836">
                  <c:v>0.59494109358945535</c:v>
                </c:pt>
                <c:pt idx="5837">
                  <c:v>0.61530551251287446</c:v>
                </c:pt>
                <c:pt idx="5838">
                  <c:v>0.5080283635064835</c:v>
                </c:pt>
                <c:pt idx="5839">
                  <c:v>-2.1253650903825836</c:v>
                </c:pt>
                <c:pt idx="5840">
                  <c:v>-11.133128768921571</c:v>
                </c:pt>
                <c:pt idx="5841">
                  <c:v>-12.754712344221932</c:v>
                </c:pt>
                <c:pt idx="5842">
                  <c:v>-14.610136238762276</c:v>
                </c:pt>
                <c:pt idx="5843">
                  <c:v>-17.501182749756957</c:v>
                </c:pt>
                <c:pt idx="5844">
                  <c:v>-17.150191018366719</c:v>
                </c:pt>
                <c:pt idx="5845">
                  <c:v>-16.703067899491419</c:v>
                </c:pt>
                <c:pt idx="5846">
                  <c:v>-18.574786365952239</c:v>
                </c:pt>
                <c:pt idx="5847">
                  <c:v>-22.913084586471598</c:v>
                </c:pt>
                <c:pt idx="5848">
                  <c:v>-17.95578397614705</c:v>
                </c:pt>
                <c:pt idx="5849">
                  <c:v>-15.67750777477039</c:v>
                </c:pt>
                <c:pt idx="5850">
                  <c:v>-13.219033692704009</c:v>
                </c:pt>
                <c:pt idx="5851">
                  <c:v>-9.4549372072608353</c:v>
                </c:pt>
                <c:pt idx="5852">
                  <c:v>-8.0843960768853069</c:v>
                </c:pt>
                <c:pt idx="5853">
                  <c:v>-7.2065723704338813</c:v>
                </c:pt>
                <c:pt idx="5854">
                  <c:v>-5.7435828577253618</c:v>
                </c:pt>
                <c:pt idx="5855">
                  <c:v>-3.8618375225650854</c:v>
                </c:pt>
                <c:pt idx="5856">
                  <c:v>-1.0319137792363715</c:v>
                </c:pt>
                <c:pt idx="5857">
                  <c:v>-0.67715728613594728</c:v>
                </c:pt>
                <c:pt idx="5858">
                  <c:v>-0.21053526066453959</c:v>
                </c:pt>
                <c:pt idx="5859">
                  <c:v>-4.2127993183493154E-3</c:v>
                </c:pt>
                <c:pt idx="5860">
                  <c:v>0.22351998603114356</c:v>
                </c:pt>
                <c:pt idx="5861">
                  <c:v>0.22552059903160038</c:v>
                </c:pt>
                <c:pt idx="5862">
                  <c:v>0.14685569361340309</c:v>
                </c:pt>
                <c:pt idx="5863">
                  <c:v>-2.2295017441055003</c:v>
                </c:pt>
                <c:pt idx="5864">
                  <c:v>-11.699315524795024</c:v>
                </c:pt>
                <c:pt idx="5865">
                  <c:v>-14.546817341757372</c:v>
                </c:pt>
                <c:pt idx="5866">
                  <c:v>-13.415852670793928</c:v>
                </c:pt>
                <c:pt idx="5867">
                  <c:v>-14.083678081583136</c:v>
                </c:pt>
                <c:pt idx="5868">
                  <c:v>-13.046769965524579</c:v>
                </c:pt>
                <c:pt idx="5869">
                  <c:v>-14.099095494456584</c:v>
                </c:pt>
                <c:pt idx="5870">
                  <c:v>-15.056275100323552</c:v>
                </c:pt>
                <c:pt idx="5871">
                  <c:v>-12.244339932363912</c:v>
                </c:pt>
                <c:pt idx="5872">
                  <c:v>-9.5036296393384738</c:v>
                </c:pt>
                <c:pt idx="5873">
                  <c:v>-9.9747172414115273</c:v>
                </c:pt>
                <c:pt idx="5874">
                  <c:v>-10.574638554386793</c:v>
                </c:pt>
                <c:pt idx="5875">
                  <c:v>-8.72398729649756</c:v>
                </c:pt>
                <c:pt idx="5876">
                  <c:v>-5.0425887654829431</c:v>
                </c:pt>
                <c:pt idx="5877">
                  <c:v>-2.4003976765411696</c:v>
                </c:pt>
                <c:pt idx="5878">
                  <c:v>0.4341474303564119</c:v>
                </c:pt>
                <c:pt idx="5879">
                  <c:v>-2.365884973334716E-2</c:v>
                </c:pt>
                <c:pt idx="5880">
                  <c:v>0.47537246974404612</c:v>
                </c:pt>
                <c:pt idx="5881">
                  <c:v>0.48952873748027326</c:v>
                </c:pt>
                <c:pt idx="5882">
                  <c:v>0.54514674880149483</c:v>
                </c:pt>
                <c:pt idx="5883">
                  <c:v>0.5806305331035847</c:v>
                </c:pt>
                <c:pt idx="5884">
                  <c:v>0.56041236438509823</c:v>
                </c:pt>
                <c:pt idx="5885">
                  <c:v>2.9570893320198199</c:v>
                </c:pt>
                <c:pt idx="5886">
                  <c:v>5.7276172859502079</c:v>
                </c:pt>
                <c:pt idx="5887">
                  <c:v>3.5822910451110026</c:v>
                </c:pt>
                <c:pt idx="5888">
                  <c:v>0.62325351441918897</c:v>
                </c:pt>
                <c:pt idx="5889">
                  <c:v>0.62243178860669301</c:v>
                </c:pt>
                <c:pt idx="5890">
                  <c:v>0.27303527128312616</c:v>
                </c:pt>
                <c:pt idx="5891">
                  <c:v>0.49697643750753095</c:v>
                </c:pt>
                <c:pt idx="5892">
                  <c:v>0.47470099537126814</c:v>
                </c:pt>
                <c:pt idx="5893">
                  <c:v>-0.4720277026023163</c:v>
                </c:pt>
                <c:pt idx="5894">
                  <c:v>-1.7458998241184749</c:v>
                </c:pt>
                <c:pt idx="5895">
                  <c:v>-1.6475961152562641</c:v>
                </c:pt>
                <c:pt idx="5896">
                  <c:v>-2.604502341033712</c:v>
                </c:pt>
                <c:pt idx="5897">
                  <c:v>-1.466978728665669</c:v>
                </c:pt>
                <c:pt idx="5898">
                  <c:v>-1.6979476586102367</c:v>
                </c:pt>
                <c:pt idx="5899">
                  <c:v>-3.5394766905726534</c:v>
                </c:pt>
                <c:pt idx="5900">
                  <c:v>-0.85539084564680246</c:v>
                </c:pt>
                <c:pt idx="5901">
                  <c:v>-1.0960724673349738</c:v>
                </c:pt>
                <c:pt idx="5902">
                  <c:v>0.46103058785388201</c:v>
                </c:pt>
                <c:pt idx="5903">
                  <c:v>0.52841264094160711</c:v>
                </c:pt>
                <c:pt idx="5904">
                  <c:v>0.58041758804546018</c:v>
                </c:pt>
                <c:pt idx="5905">
                  <c:v>0.5726544367846762</c:v>
                </c:pt>
                <c:pt idx="5906">
                  <c:v>0.49310016204509849</c:v>
                </c:pt>
                <c:pt idx="5907">
                  <c:v>4.5221945738081306</c:v>
                </c:pt>
                <c:pt idx="5908">
                  <c:v>6.4953584822695625</c:v>
                </c:pt>
                <c:pt idx="5909">
                  <c:v>6.8480436952631338</c:v>
                </c:pt>
                <c:pt idx="5910">
                  <c:v>6.7114286392030715</c:v>
                </c:pt>
                <c:pt idx="5911">
                  <c:v>5.8048430094241059</c:v>
                </c:pt>
                <c:pt idx="5912">
                  <c:v>4.8873853384340826</c:v>
                </c:pt>
                <c:pt idx="5913">
                  <c:v>2.847666922920892</c:v>
                </c:pt>
                <c:pt idx="5914">
                  <c:v>0.48900535250517313</c:v>
                </c:pt>
                <c:pt idx="5915">
                  <c:v>0.293260191627359</c:v>
                </c:pt>
                <c:pt idx="5916">
                  <c:v>0.25953601925719944</c:v>
                </c:pt>
                <c:pt idx="5917">
                  <c:v>0.16252340904952023</c:v>
                </c:pt>
                <c:pt idx="5918">
                  <c:v>-2.3472613512558622</c:v>
                </c:pt>
                <c:pt idx="5919">
                  <c:v>-6.6353485310512825</c:v>
                </c:pt>
                <c:pt idx="5920">
                  <c:v>-1.7374681367584297</c:v>
                </c:pt>
                <c:pt idx="5921">
                  <c:v>3.1578201657987977E-2</c:v>
                </c:pt>
                <c:pt idx="5922">
                  <c:v>9.8306750296448919E-2</c:v>
                </c:pt>
                <c:pt idx="5923">
                  <c:v>0.15393975639071905</c:v>
                </c:pt>
                <c:pt idx="5924">
                  <c:v>0.19941620901911758</c:v>
                </c:pt>
                <c:pt idx="5925">
                  <c:v>0.2966982851353086</c:v>
                </c:pt>
                <c:pt idx="5926">
                  <c:v>0.41646299115906182</c:v>
                </c:pt>
                <c:pt idx="5927">
                  <c:v>0.46753804239390917</c:v>
                </c:pt>
                <c:pt idx="5928">
                  <c:v>0.40892407198391584</c:v>
                </c:pt>
                <c:pt idx="5929">
                  <c:v>0.52530512235804205</c:v>
                </c:pt>
                <c:pt idx="5930">
                  <c:v>0.64198468055571456</c:v>
                </c:pt>
                <c:pt idx="5931">
                  <c:v>0.57897656995060653</c:v>
                </c:pt>
                <c:pt idx="5932">
                  <c:v>0.67743458022279446</c:v>
                </c:pt>
                <c:pt idx="5933">
                  <c:v>0.62632682719114308</c:v>
                </c:pt>
                <c:pt idx="5934">
                  <c:v>0.26390432481920706</c:v>
                </c:pt>
                <c:pt idx="5935">
                  <c:v>0.32119917230105066</c:v>
                </c:pt>
                <c:pt idx="5936">
                  <c:v>0.38697030490751383</c:v>
                </c:pt>
                <c:pt idx="5937">
                  <c:v>0.71650681891591705</c:v>
                </c:pt>
                <c:pt idx="5938">
                  <c:v>0.36570770490857296</c:v>
                </c:pt>
                <c:pt idx="5939">
                  <c:v>-0.99311386468613416</c:v>
                </c:pt>
                <c:pt idx="5940">
                  <c:v>-6.7347677682047058</c:v>
                </c:pt>
                <c:pt idx="5941">
                  <c:v>-7.0237959447548608</c:v>
                </c:pt>
                <c:pt idx="5942">
                  <c:v>-5.3701022003690007</c:v>
                </c:pt>
                <c:pt idx="5943">
                  <c:v>-5.6713774949953004</c:v>
                </c:pt>
                <c:pt idx="5944">
                  <c:v>-5.0272938607297997</c:v>
                </c:pt>
                <c:pt idx="5945">
                  <c:v>-5.6542025073508579</c:v>
                </c:pt>
                <c:pt idx="5946">
                  <c:v>-5.5245391580930052</c:v>
                </c:pt>
                <c:pt idx="5947">
                  <c:v>-4.078400003654453</c:v>
                </c:pt>
                <c:pt idx="5948">
                  <c:v>-3.7785343646956089</c:v>
                </c:pt>
                <c:pt idx="5949">
                  <c:v>-0.54004624332958384</c:v>
                </c:pt>
                <c:pt idx="5950">
                  <c:v>-2.5379167418623467</c:v>
                </c:pt>
                <c:pt idx="5951">
                  <c:v>-3.5262947955226172E-2</c:v>
                </c:pt>
                <c:pt idx="5952">
                  <c:v>5.9222316778857018E-2</c:v>
                </c:pt>
                <c:pt idx="5953">
                  <c:v>-1.6165875773612063E-2</c:v>
                </c:pt>
                <c:pt idx="5954">
                  <c:v>0.29412542518614476</c:v>
                </c:pt>
                <c:pt idx="5955">
                  <c:v>0.70233300161455881</c:v>
                </c:pt>
                <c:pt idx="5956">
                  <c:v>0.61706977969285604</c:v>
                </c:pt>
                <c:pt idx="5957">
                  <c:v>0.55784860488956034</c:v>
                </c:pt>
                <c:pt idx="5958">
                  <c:v>0.50793548469220873</c:v>
                </c:pt>
                <c:pt idx="5959">
                  <c:v>0.35040324661166244</c:v>
                </c:pt>
                <c:pt idx="5960">
                  <c:v>0.39044916876200986</c:v>
                </c:pt>
                <c:pt idx="5961">
                  <c:v>0.36694923266777241</c:v>
                </c:pt>
                <c:pt idx="5962">
                  <c:v>0.65288758255271295</c:v>
                </c:pt>
                <c:pt idx="5963">
                  <c:v>6.153353374989666E-2</c:v>
                </c:pt>
                <c:pt idx="5964">
                  <c:v>-7.2908260814983574</c:v>
                </c:pt>
                <c:pt idx="5965">
                  <c:v>-6.6508530138851141</c:v>
                </c:pt>
                <c:pt idx="5966">
                  <c:v>-4.7091664756715916</c:v>
                </c:pt>
                <c:pt idx="5967">
                  <c:v>-3.4698918171599789</c:v>
                </c:pt>
                <c:pt idx="5968">
                  <c:v>-3.9313683675719049</c:v>
                </c:pt>
                <c:pt idx="5969">
                  <c:v>-2.548879000344987</c:v>
                </c:pt>
                <c:pt idx="5970">
                  <c:v>-1.6111198399906876</c:v>
                </c:pt>
                <c:pt idx="5971">
                  <c:v>-2.221785846894818</c:v>
                </c:pt>
                <c:pt idx="5972">
                  <c:v>-0.22600875932486469</c:v>
                </c:pt>
                <c:pt idx="5973">
                  <c:v>0.33824718580690305</c:v>
                </c:pt>
                <c:pt idx="5974">
                  <c:v>0.49330826070042433</c:v>
                </c:pt>
                <c:pt idx="5975">
                  <c:v>0.72755221310270712</c:v>
                </c:pt>
                <c:pt idx="5976">
                  <c:v>0.544841759710883</c:v>
                </c:pt>
                <c:pt idx="5977">
                  <c:v>0.56760203057544978</c:v>
                </c:pt>
                <c:pt idx="5978">
                  <c:v>0.59458512212176839</c:v>
                </c:pt>
                <c:pt idx="5979">
                  <c:v>0.53831918072981155</c:v>
                </c:pt>
                <c:pt idx="5980">
                  <c:v>0.59926786730929515</c:v>
                </c:pt>
                <c:pt idx="5981">
                  <c:v>0.54720317105396554</c:v>
                </c:pt>
                <c:pt idx="5982">
                  <c:v>0.50179478398069666</c:v>
                </c:pt>
                <c:pt idx="5983">
                  <c:v>0.43277791287670309</c:v>
                </c:pt>
                <c:pt idx="5984">
                  <c:v>0.52439243279514924</c:v>
                </c:pt>
                <c:pt idx="5985">
                  <c:v>0.63024568141304671</c:v>
                </c:pt>
                <c:pt idx="5986">
                  <c:v>0.69722598151512738</c:v>
                </c:pt>
                <c:pt idx="5987">
                  <c:v>0.59175233356576606</c:v>
                </c:pt>
                <c:pt idx="5988">
                  <c:v>0.720994305213014</c:v>
                </c:pt>
                <c:pt idx="5989">
                  <c:v>0.73143121295097802</c:v>
                </c:pt>
                <c:pt idx="5990">
                  <c:v>0.66282251638967493</c:v>
                </c:pt>
                <c:pt idx="5991">
                  <c:v>0.61053657975713749</c:v>
                </c:pt>
                <c:pt idx="5992">
                  <c:v>0.87961509106483304</c:v>
                </c:pt>
                <c:pt idx="5993">
                  <c:v>0.49507070928470603</c:v>
                </c:pt>
                <c:pt idx="5994">
                  <c:v>0.54493192360424847</c:v>
                </c:pt>
                <c:pt idx="5995">
                  <c:v>0.64177816489599404</c:v>
                </c:pt>
                <c:pt idx="5996">
                  <c:v>0.6042236682288844</c:v>
                </c:pt>
                <c:pt idx="5997">
                  <c:v>0.6950428502290853</c:v>
                </c:pt>
                <c:pt idx="5998">
                  <c:v>0.57239983490999813</c:v>
                </c:pt>
                <c:pt idx="5999">
                  <c:v>4.1650846204440368</c:v>
                </c:pt>
                <c:pt idx="6000">
                  <c:v>6.7992277863963944</c:v>
                </c:pt>
                <c:pt idx="6001">
                  <c:v>5.5422946712070997</c:v>
                </c:pt>
                <c:pt idx="6002">
                  <c:v>5.2448816846932704</c:v>
                </c:pt>
                <c:pt idx="6003">
                  <c:v>4.5067464083749771</c:v>
                </c:pt>
                <c:pt idx="6004">
                  <c:v>4.2479279173423734</c:v>
                </c:pt>
                <c:pt idx="6005">
                  <c:v>4.0897418260160086</c:v>
                </c:pt>
                <c:pt idx="6006">
                  <c:v>3.9340366414932735</c:v>
                </c:pt>
                <c:pt idx="6007">
                  <c:v>3.8111838046920474</c:v>
                </c:pt>
                <c:pt idx="6008">
                  <c:v>3.536626186762386</c:v>
                </c:pt>
                <c:pt idx="6009">
                  <c:v>3.3094122765417602</c:v>
                </c:pt>
                <c:pt idx="6010">
                  <c:v>1.2419181993819388</c:v>
                </c:pt>
                <c:pt idx="6011">
                  <c:v>0.58817653458811647</c:v>
                </c:pt>
                <c:pt idx="6012">
                  <c:v>0.51879830923626458</c:v>
                </c:pt>
                <c:pt idx="6013">
                  <c:v>0.54086146048323036</c:v>
                </c:pt>
                <c:pt idx="6014">
                  <c:v>0.93264391518435819</c:v>
                </c:pt>
                <c:pt idx="6015">
                  <c:v>0.54071314193226327</c:v>
                </c:pt>
                <c:pt idx="6016">
                  <c:v>-0.13738004307686805</c:v>
                </c:pt>
                <c:pt idx="6017">
                  <c:v>-1.2689665999897897</c:v>
                </c:pt>
                <c:pt idx="6018">
                  <c:v>-2.695601970823144</c:v>
                </c:pt>
                <c:pt idx="6019">
                  <c:v>-2.8119312510239203</c:v>
                </c:pt>
                <c:pt idx="6020">
                  <c:v>-0.59327475240495675</c:v>
                </c:pt>
                <c:pt idx="6021">
                  <c:v>0.5060752608478486</c:v>
                </c:pt>
                <c:pt idx="6022">
                  <c:v>0.45333331385446429</c:v>
                </c:pt>
                <c:pt idx="6023">
                  <c:v>0.58530912324335416</c:v>
                </c:pt>
                <c:pt idx="6024">
                  <c:v>0.55081937092471178</c:v>
                </c:pt>
                <c:pt idx="6025">
                  <c:v>0.53966118304619404</c:v>
                </c:pt>
                <c:pt idx="6026">
                  <c:v>0.52870260671591818</c:v>
                </c:pt>
                <c:pt idx="6027">
                  <c:v>3.4813110611337588</c:v>
                </c:pt>
                <c:pt idx="6028">
                  <c:v>6.3002901400052638</c:v>
                </c:pt>
                <c:pt idx="6029">
                  <c:v>6.0783546423681596</c:v>
                </c:pt>
                <c:pt idx="6030">
                  <c:v>5.1626611317469511</c:v>
                </c:pt>
                <c:pt idx="6031">
                  <c:v>4.4780443212833854</c:v>
                </c:pt>
                <c:pt idx="6032">
                  <c:v>2.8929439288933554</c:v>
                </c:pt>
                <c:pt idx="6033">
                  <c:v>0.92165483201489129</c:v>
                </c:pt>
                <c:pt idx="6034">
                  <c:v>0.72464510328253307</c:v>
                </c:pt>
                <c:pt idx="6035">
                  <c:v>0.50098289918917638</c:v>
                </c:pt>
                <c:pt idx="6036">
                  <c:v>0.53073668499537019</c:v>
                </c:pt>
                <c:pt idx="6037">
                  <c:v>0.35621115113392737</c:v>
                </c:pt>
                <c:pt idx="6038">
                  <c:v>-1.9764169264234144</c:v>
                </c:pt>
                <c:pt idx="6039">
                  <c:v>-0.23670547267743594</c:v>
                </c:pt>
                <c:pt idx="6040">
                  <c:v>-1.7024374352689986</c:v>
                </c:pt>
                <c:pt idx="6041">
                  <c:v>-2.4676123217540633</c:v>
                </c:pt>
                <c:pt idx="6042">
                  <c:v>-2.5364610968851098</c:v>
                </c:pt>
                <c:pt idx="6043">
                  <c:v>-0.70823628461028065</c:v>
                </c:pt>
                <c:pt idx="6044">
                  <c:v>0.12435379534121806</c:v>
                </c:pt>
                <c:pt idx="6045">
                  <c:v>-0.30940667776199271</c:v>
                </c:pt>
                <c:pt idx="6046">
                  <c:v>0.46722393947081348</c:v>
                </c:pt>
                <c:pt idx="6047">
                  <c:v>0.5371612252712733</c:v>
                </c:pt>
                <c:pt idx="6048">
                  <c:v>0.49297367038973616</c:v>
                </c:pt>
                <c:pt idx="6049">
                  <c:v>0.55595121081268428</c:v>
                </c:pt>
                <c:pt idx="6050">
                  <c:v>0.52806512618754331</c:v>
                </c:pt>
                <c:pt idx="6051">
                  <c:v>0.56065166251477649</c:v>
                </c:pt>
                <c:pt idx="6052">
                  <c:v>0.56603704580621794</c:v>
                </c:pt>
                <c:pt idx="6053">
                  <c:v>0.55666072110380027</c:v>
                </c:pt>
                <c:pt idx="6054">
                  <c:v>0.51725546426630098</c:v>
                </c:pt>
                <c:pt idx="6055">
                  <c:v>0.51140284649702128</c:v>
                </c:pt>
                <c:pt idx="6056">
                  <c:v>0.44308442102743351</c:v>
                </c:pt>
                <c:pt idx="6057">
                  <c:v>0.53136551022301004</c:v>
                </c:pt>
                <c:pt idx="6058">
                  <c:v>0.18738942457832689</c:v>
                </c:pt>
                <c:pt idx="6059">
                  <c:v>-1.3997010642666372</c:v>
                </c:pt>
                <c:pt idx="6060">
                  <c:v>-3.7963565060308442</c:v>
                </c:pt>
                <c:pt idx="6061">
                  <c:v>-2.1868154913012816</c:v>
                </c:pt>
                <c:pt idx="6062">
                  <c:v>-4.5683045176132806</c:v>
                </c:pt>
                <c:pt idx="6063">
                  <c:v>-2.4841417245788082</c:v>
                </c:pt>
                <c:pt idx="6064">
                  <c:v>-7.9747878895768158</c:v>
                </c:pt>
                <c:pt idx="6065">
                  <c:v>-3.7709315838316071</c:v>
                </c:pt>
                <c:pt idx="6066">
                  <c:v>-5.2749597927590619</c:v>
                </c:pt>
                <c:pt idx="6067">
                  <c:v>-5.3740193752429661</c:v>
                </c:pt>
                <c:pt idx="6068">
                  <c:v>-4.9312479733830976</c:v>
                </c:pt>
                <c:pt idx="6069">
                  <c:v>-5.0613224536009236</c:v>
                </c:pt>
                <c:pt idx="6070">
                  <c:v>-1.7101985595983349</c:v>
                </c:pt>
                <c:pt idx="6071">
                  <c:v>0.39881650020738829</c:v>
                </c:pt>
                <c:pt idx="6072">
                  <c:v>0.5056707355758312</c:v>
                </c:pt>
                <c:pt idx="6073">
                  <c:v>0.44249585802570274</c:v>
                </c:pt>
                <c:pt idx="6074">
                  <c:v>0.33802747505294234</c:v>
                </c:pt>
                <c:pt idx="6075">
                  <c:v>0.32602168465438985</c:v>
                </c:pt>
                <c:pt idx="6076">
                  <c:v>0.46155516505858646</c:v>
                </c:pt>
                <c:pt idx="6077">
                  <c:v>0.63527225907044593</c:v>
                </c:pt>
                <c:pt idx="6078">
                  <c:v>0.47447265154718798</c:v>
                </c:pt>
                <c:pt idx="6079">
                  <c:v>0.33773857818304137</c:v>
                </c:pt>
                <c:pt idx="6080">
                  <c:v>-2.7752541611463091</c:v>
                </c:pt>
                <c:pt idx="6081">
                  <c:v>-3.7122162277920059</c:v>
                </c:pt>
                <c:pt idx="6082">
                  <c:v>-5.0081187702131658</c:v>
                </c:pt>
                <c:pt idx="6083">
                  <c:v>-5.2973520645106635</c:v>
                </c:pt>
                <c:pt idx="6084">
                  <c:v>-8.3138177866595555</c:v>
                </c:pt>
                <c:pt idx="6085">
                  <c:v>-7.9618530008197075</c:v>
                </c:pt>
                <c:pt idx="6086">
                  <c:v>-7.548090195549217</c:v>
                </c:pt>
                <c:pt idx="6087">
                  <c:v>-8.4130538932311403</c:v>
                </c:pt>
                <c:pt idx="6088">
                  <c:v>-8.6652729123652446</c:v>
                </c:pt>
                <c:pt idx="6089">
                  <c:v>-6.1034377860196383</c:v>
                </c:pt>
                <c:pt idx="6090">
                  <c:v>-8.7173099565105563</c:v>
                </c:pt>
                <c:pt idx="6091">
                  <c:v>-4.4779224602456296</c:v>
                </c:pt>
                <c:pt idx="6092">
                  <c:v>-6.548272075747354</c:v>
                </c:pt>
                <c:pt idx="6093">
                  <c:v>-5.8918248598585983</c:v>
                </c:pt>
                <c:pt idx="6094">
                  <c:v>-5.8695825983192611</c:v>
                </c:pt>
                <c:pt idx="6095">
                  <c:v>-4.6155071933356027</c:v>
                </c:pt>
                <c:pt idx="6096">
                  <c:v>-0.18977092820734126</c:v>
                </c:pt>
                <c:pt idx="6097">
                  <c:v>-0.28962472284520019</c:v>
                </c:pt>
                <c:pt idx="6098">
                  <c:v>-0.25211670971109512</c:v>
                </c:pt>
                <c:pt idx="6099">
                  <c:v>8.934870381338067E-2</c:v>
                </c:pt>
                <c:pt idx="6100">
                  <c:v>0.29335663912131232</c:v>
                </c:pt>
                <c:pt idx="6101">
                  <c:v>0.43803618572143183</c:v>
                </c:pt>
                <c:pt idx="6102">
                  <c:v>0.37370674056428327</c:v>
                </c:pt>
                <c:pt idx="6103">
                  <c:v>-3.6451170899413672</c:v>
                </c:pt>
                <c:pt idx="6104">
                  <c:v>-7.3756637993678549</c:v>
                </c:pt>
                <c:pt idx="6105">
                  <c:v>-4.6466360350635245</c:v>
                </c:pt>
                <c:pt idx="6106">
                  <c:v>-6.1997240734525878</c:v>
                </c:pt>
                <c:pt idx="6107">
                  <c:v>-6.7532398932763762</c:v>
                </c:pt>
                <c:pt idx="6108">
                  <c:v>-8.864248064082533</c:v>
                </c:pt>
                <c:pt idx="6109">
                  <c:v>-8.376732201681321</c:v>
                </c:pt>
                <c:pt idx="6110">
                  <c:v>-9.3382225982217992</c:v>
                </c:pt>
                <c:pt idx="6111">
                  <c:v>-11.454638251843217</c:v>
                </c:pt>
                <c:pt idx="6112">
                  <c:v>-9.9248892260472985</c:v>
                </c:pt>
                <c:pt idx="6113">
                  <c:v>-9.5944639778267256</c:v>
                </c:pt>
                <c:pt idx="6114">
                  <c:v>-9.3913910721118459</c:v>
                </c:pt>
                <c:pt idx="6115">
                  <c:v>-8.1861860535245174</c:v>
                </c:pt>
                <c:pt idx="6116">
                  <c:v>-8.096705530261719</c:v>
                </c:pt>
                <c:pt idx="6117">
                  <c:v>-7.9778622557557979</c:v>
                </c:pt>
                <c:pt idx="6118">
                  <c:v>-6.6474505621469779</c:v>
                </c:pt>
                <c:pt idx="6119">
                  <c:v>-2.5670892431285166</c:v>
                </c:pt>
                <c:pt idx="6120">
                  <c:v>0.21859589702813287</c:v>
                </c:pt>
                <c:pt idx="6121">
                  <c:v>0.42130479669689058</c:v>
                </c:pt>
                <c:pt idx="6122">
                  <c:v>0.51339864525285794</c:v>
                </c:pt>
                <c:pt idx="6123">
                  <c:v>0.23446383386927622</c:v>
                </c:pt>
                <c:pt idx="6124">
                  <c:v>0.46186837015179621</c:v>
                </c:pt>
                <c:pt idx="6125">
                  <c:v>0.44111158274291196</c:v>
                </c:pt>
                <c:pt idx="6126">
                  <c:v>0.54158469363090922</c:v>
                </c:pt>
                <c:pt idx="6127">
                  <c:v>-1.7710737095072902</c:v>
                </c:pt>
                <c:pt idx="6128">
                  <c:v>-3.1991684573937085</c:v>
                </c:pt>
                <c:pt idx="6129">
                  <c:v>-0.90455882774774143</c:v>
                </c:pt>
                <c:pt idx="6130">
                  <c:v>-1.6041584174768864</c:v>
                </c:pt>
                <c:pt idx="6131">
                  <c:v>-2.8761541839696778</c:v>
                </c:pt>
                <c:pt idx="6132">
                  <c:v>-2.8424175794138304</c:v>
                </c:pt>
                <c:pt idx="6133">
                  <c:v>-4.544459196233305</c:v>
                </c:pt>
                <c:pt idx="6134">
                  <c:v>-3.7764646805721176</c:v>
                </c:pt>
                <c:pt idx="6135">
                  <c:v>-4.4096440564317483</c:v>
                </c:pt>
                <c:pt idx="6136">
                  <c:v>-6.2906119896917581</c:v>
                </c:pt>
                <c:pt idx="6137">
                  <c:v>-5.2788299485689265</c:v>
                </c:pt>
                <c:pt idx="6138">
                  <c:v>-5.5431126568028954</c:v>
                </c:pt>
                <c:pt idx="6139">
                  <c:v>-5.3174576854186748</c:v>
                </c:pt>
                <c:pt idx="6140">
                  <c:v>-4.1741327322837947</c:v>
                </c:pt>
                <c:pt idx="6141">
                  <c:v>-4.449510513964408</c:v>
                </c:pt>
                <c:pt idx="6142">
                  <c:v>-3.5475096386438447</c:v>
                </c:pt>
                <c:pt idx="6143">
                  <c:v>-1.0417269464116288</c:v>
                </c:pt>
                <c:pt idx="6144">
                  <c:v>-0.15622900029004472</c:v>
                </c:pt>
                <c:pt idx="6145">
                  <c:v>0.11144674196210647</c:v>
                </c:pt>
                <c:pt idx="6146">
                  <c:v>0.16655526191198664</c:v>
                </c:pt>
                <c:pt idx="6147">
                  <c:v>0.2368919154230674</c:v>
                </c:pt>
                <c:pt idx="6148">
                  <c:v>0.34732987280530186</c:v>
                </c:pt>
                <c:pt idx="6149">
                  <c:v>0.40338888720244398</c:v>
                </c:pt>
                <c:pt idx="6150">
                  <c:v>0.30658269641603214</c:v>
                </c:pt>
                <c:pt idx="6151">
                  <c:v>-3.4916902308703048</c:v>
                </c:pt>
                <c:pt idx="6152">
                  <c:v>-5.5822292729835494</c:v>
                </c:pt>
                <c:pt idx="6153">
                  <c:v>-4.7931157591285958</c:v>
                </c:pt>
                <c:pt idx="6154">
                  <c:v>-5.9505140532023457</c:v>
                </c:pt>
                <c:pt idx="6155">
                  <c:v>-9.0981296006893917</c:v>
                </c:pt>
                <c:pt idx="6156">
                  <c:v>-6.47533189912299</c:v>
                </c:pt>
                <c:pt idx="6157">
                  <c:v>-6.3046110398953257</c:v>
                </c:pt>
                <c:pt idx="6158">
                  <c:v>-7.3651869162029451</c:v>
                </c:pt>
                <c:pt idx="6159">
                  <c:v>-8.025534095944785</c:v>
                </c:pt>
                <c:pt idx="6160">
                  <c:v>-7.4371847902009103</c:v>
                </c:pt>
                <c:pt idx="6161">
                  <c:v>-6.9800923133050663</c:v>
                </c:pt>
                <c:pt idx="6162">
                  <c:v>-6.2037224516824452</c:v>
                </c:pt>
                <c:pt idx="6163">
                  <c:v>-5.3379383442859467</c:v>
                </c:pt>
                <c:pt idx="6164">
                  <c:v>-4.8596645841693729</c:v>
                </c:pt>
                <c:pt idx="6165">
                  <c:v>-2.5968360195964948</c:v>
                </c:pt>
                <c:pt idx="6166">
                  <c:v>-3.0082249566335286</c:v>
                </c:pt>
                <c:pt idx="6167">
                  <c:v>-1.019383696807082</c:v>
                </c:pt>
                <c:pt idx="6168">
                  <c:v>0.30151204898596146</c:v>
                </c:pt>
                <c:pt idx="6169">
                  <c:v>0.32555332527116454</c:v>
                </c:pt>
                <c:pt idx="6170">
                  <c:v>0.21275946338828539</c:v>
                </c:pt>
                <c:pt idx="6171">
                  <c:v>0.28955533443765918</c:v>
                </c:pt>
                <c:pt idx="6172">
                  <c:v>0.43671317548027966</c:v>
                </c:pt>
                <c:pt idx="6173">
                  <c:v>0.45922742656554505</c:v>
                </c:pt>
                <c:pt idx="6174">
                  <c:v>0.54030504565709625</c:v>
                </c:pt>
                <c:pt idx="6175">
                  <c:v>-2.5093293807609967</c:v>
                </c:pt>
                <c:pt idx="6176">
                  <c:v>-5.38938541784721</c:v>
                </c:pt>
                <c:pt idx="6177">
                  <c:v>-5.8250103712661598</c:v>
                </c:pt>
                <c:pt idx="6178">
                  <c:v>-8.9759855004152413</c:v>
                </c:pt>
                <c:pt idx="6179">
                  <c:v>-9.2834043172127743</c:v>
                </c:pt>
                <c:pt idx="6180">
                  <c:v>-9.7266359651428331</c:v>
                </c:pt>
                <c:pt idx="6181">
                  <c:v>-11.472528715557551</c:v>
                </c:pt>
                <c:pt idx="6182">
                  <c:v>-6.4080742416233658</c:v>
                </c:pt>
                <c:pt idx="6183">
                  <c:v>-4.0925612467937196</c:v>
                </c:pt>
                <c:pt idx="6184">
                  <c:v>-4.7918609829470284</c:v>
                </c:pt>
                <c:pt idx="6185">
                  <c:v>-5.392955605183853</c:v>
                </c:pt>
                <c:pt idx="6186">
                  <c:v>-6.3277345474795794</c:v>
                </c:pt>
                <c:pt idx="6187">
                  <c:v>-6.9163550680852879</c:v>
                </c:pt>
                <c:pt idx="6188">
                  <c:v>-6.5448706223404542</c:v>
                </c:pt>
                <c:pt idx="6189">
                  <c:v>-4.6986093173730952</c:v>
                </c:pt>
                <c:pt idx="6190">
                  <c:v>-5.4950443533021049</c:v>
                </c:pt>
                <c:pt idx="6191">
                  <c:v>-2.5000839973877875</c:v>
                </c:pt>
                <c:pt idx="6192">
                  <c:v>-3.6179030308357576E-2</c:v>
                </c:pt>
                <c:pt idx="6193">
                  <c:v>-5.4472553280442509E-2</c:v>
                </c:pt>
                <c:pt idx="6194">
                  <c:v>4.5371699910345953E-2</c:v>
                </c:pt>
                <c:pt idx="6195">
                  <c:v>0.31659226112929584</c:v>
                </c:pt>
                <c:pt idx="6196">
                  <c:v>0.42932103616450018</c:v>
                </c:pt>
                <c:pt idx="6197">
                  <c:v>0.45340756555593814</c:v>
                </c:pt>
                <c:pt idx="6198">
                  <c:v>0.48605111782234572</c:v>
                </c:pt>
                <c:pt idx="6199">
                  <c:v>0.53112244901850136</c:v>
                </c:pt>
                <c:pt idx="6200">
                  <c:v>0.54643362463727463</c:v>
                </c:pt>
                <c:pt idx="6201">
                  <c:v>0.53276529804488371</c:v>
                </c:pt>
                <c:pt idx="6202">
                  <c:v>-3.0764215314686063</c:v>
                </c:pt>
                <c:pt idx="6203">
                  <c:v>-4.9798514147331403</c:v>
                </c:pt>
                <c:pt idx="6204">
                  <c:v>-4.5461521666029414</c:v>
                </c:pt>
                <c:pt idx="6205">
                  <c:v>-5.6473553398299279</c:v>
                </c:pt>
                <c:pt idx="6206">
                  <c:v>-6.4964326154459133</c:v>
                </c:pt>
                <c:pt idx="6207">
                  <c:v>-6.1152435931781497</c:v>
                </c:pt>
                <c:pt idx="6208">
                  <c:v>-7.5338621784763706</c:v>
                </c:pt>
                <c:pt idx="6209">
                  <c:v>-7.0850511273151371</c:v>
                </c:pt>
                <c:pt idx="6210">
                  <c:v>-1.7472708170591384</c:v>
                </c:pt>
                <c:pt idx="6211">
                  <c:v>-4.1493844514598441</c:v>
                </c:pt>
                <c:pt idx="6212">
                  <c:v>-3.2850326884031285</c:v>
                </c:pt>
                <c:pt idx="6213">
                  <c:v>-2.3530151971463185</c:v>
                </c:pt>
                <c:pt idx="6214">
                  <c:v>-4.2799243246741732</c:v>
                </c:pt>
                <c:pt idx="6215">
                  <c:v>-0.70583066998494803</c:v>
                </c:pt>
                <c:pt idx="6216">
                  <c:v>-0.68924266204875606</c:v>
                </c:pt>
                <c:pt idx="6217">
                  <c:v>7.5023000358061767E-2</c:v>
                </c:pt>
                <c:pt idx="6218">
                  <c:v>0.31745488896196994</c:v>
                </c:pt>
                <c:pt idx="6219">
                  <c:v>0.31775483041842834</c:v>
                </c:pt>
                <c:pt idx="6220">
                  <c:v>0.5027648064028053</c:v>
                </c:pt>
                <c:pt idx="6221">
                  <c:v>0.53314195153486377</c:v>
                </c:pt>
                <c:pt idx="6222">
                  <c:v>0.53196674321990756</c:v>
                </c:pt>
                <c:pt idx="6223">
                  <c:v>0.57138628226047539</c:v>
                </c:pt>
                <c:pt idx="6224">
                  <c:v>0.57328503031740874</c:v>
                </c:pt>
                <c:pt idx="6225">
                  <c:v>0.61666357064084298</c:v>
                </c:pt>
                <c:pt idx="6226">
                  <c:v>0.67721150830977972</c:v>
                </c:pt>
                <c:pt idx="6227">
                  <c:v>0.62088778859197247</c:v>
                </c:pt>
                <c:pt idx="6228">
                  <c:v>0.6746309245808817</c:v>
                </c:pt>
                <c:pt idx="6229">
                  <c:v>0.57044656656983683</c:v>
                </c:pt>
                <c:pt idx="6230">
                  <c:v>0.5213141844493272</c:v>
                </c:pt>
                <c:pt idx="6231">
                  <c:v>0.55558883403915904</c:v>
                </c:pt>
                <c:pt idx="6232">
                  <c:v>0.63101319133648726</c:v>
                </c:pt>
                <c:pt idx="6233">
                  <c:v>0.63591509679008473</c:v>
                </c:pt>
                <c:pt idx="6234">
                  <c:v>0.58896949538435683</c:v>
                </c:pt>
                <c:pt idx="6235">
                  <c:v>0.72266971950801917</c:v>
                </c:pt>
                <c:pt idx="6236">
                  <c:v>0.59615619594687608</c:v>
                </c:pt>
                <c:pt idx="6237">
                  <c:v>0.67372485368181922</c:v>
                </c:pt>
                <c:pt idx="6238">
                  <c:v>0.58903529086621376</c:v>
                </c:pt>
                <c:pt idx="6239">
                  <c:v>0.6453883204535612</c:v>
                </c:pt>
                <c:pt idx="6240">
                  <c:v>0.65560932371073977</c:v>
                </c:pt>
                <c:pt idx="6241">
                  <c:v>0.57241130163247977</c:v>
                </c:pt>
                <c:pt idx="6242">
                  <c:v>0.56623185028085377</c:v>
                </c:pt>
                <c:pt idx="6243">
                  <c:v>0.56595482441718903</c:v>
                </c:pt>
                <c:pt idx="6244">
                  <c:v>0.56924479971752329</c:v>
                </c:pt>
                <c:pt idx="6245">
                  <c:v>0.53751330631331795</c:v>
                </c:pt>
                <c:pt idx="6246">
                  <c:v>0.52389060005054489</c:v>
                </c:pt>
                <c:pt idx="6247">
                  <c:v>0.50360574483898524</c:v>
                </c:pt>
                <c:pt idx="6248">
                  <c:v>0.54323780212734141</c:v>
                </c:pt>
                <c:pt idx="6249">
                  <c:v>0.50727793554150402</c:v>
                </c:pt>
                <c:pt idx="6250">
                  <c:v>0.58163982885281185</c:v>
                </c:pt>
                <c:pt idx="6251">
                  <c:v>0.59783760673264574</c:v>
                </c:pt>
                <c:pt idx="6252">
                  <c:v>0.55765706215893929</c:v>
                </c:pt>
                <c:pt idx="6253">
                  <c:v>0.47647014672273658</c:v>
                </c:pt>
                <c:pt idx="6254">
                  <c:v>0.12588791393597251</c:v>
                </c:pt>
                <c:pt idx="6255">
                  <c:v>-2.1493322097791934</c:v>
                </c:pt>
                <c:pt idx="6256">
                  <c:v>-3.3432845494990548</c:v>
                </c:pt>
                <c:pt idx="6257">
                  <c:v>-2.6959496874647857</c:v>
                </c:pt>
                <c:pt idx="6258">
                  <c:v>-2.7932503111870068</c:v>
                </c:pt>
                <c:pt idx="6259">
                  <c:v>-2.1768972681370693</c:v>
                </c:pt>
                <c:pt idx="6260">
                  <c:v>-1.0274110533545313</c:v>
                </c:pt>
                <c:pt idx="6261">
                  <c:v>0.37825293727100945</c:v>
                </c:pt>
                <c:pt idx="6262">
                  <c:v>0.45364156217743468</c:v>
                </c:pt>
                <c:pt idx="6263">
                  <c:v>0.60455807035304676</c:v>
                </c:pt>
                <c:pt idx="6264">
                  <c:v>0.64338124443877276</c:v>
                </c:pt>
                <c:pt idx="6265">
                  <c:v>0.51577304890563025</c:v>
                </c:pt>
                <c:pt idx="6266">
                  <c:v>0.57784256181088733</c:v>
                </c:pt>
                <c:pt idx="6267">
                  <c:v>0.58588480144482924</c:v>
                </c:pt>
                <c:pt idx="6268">
                  <c:v>0.51211358896991066</c:v>
                </c:pt>
                <c:pt idx="6269">
                  <c:v>0.59102343858818274</c:v>
                </c:pt>
                <c:pt idx="6270">
                  <c:v>0.61674001416589819</c:v>
                </c:pt>
                <c:pt idx="6271">
                  <c:v>0.5496412530782474</c:v>
                </c:pt>
                <c:pt idx="6272">
                  <c:v>0.48806869989865126</c:v>
                </c:pt>
                <c:pt idx="6273">
                  <c:v>0.5545401141834535</c:v>
                </c:pt>
                <c:pt idx="6274">
                  <c:v>0.56267065620735568</c:v>
                </c:pt>
                <c:pt idx="6275">
                  <c:v>0.77925908420844925</c:v>
                </c:pt>
                <c:pt idx="6276">
                  <c:v>-4.8784710971500225</c:v>
                </c:pt>
                <c:pt idx="6277">
                  <c:v>-4.1130795576848147</c:v>
                </c:pt>
                <c:pt idx="6278">
                  <c:v>-3.7677781217536381</c:v>
                </c:pt>
                <c:pt idx="6279">
                  <c:v>-5.3766957020368364</c:v>
                </c:pt>
                <c:pt idx="6280">
                  <c:v>-5.2193399644313576</c:v>
                </c:pt>
                <c:pt idx="6281">
                  <c:v>-4.1849624818806745</c:v>
                </c:pt>
                <c:pt idx="6282">
                  <c:v>-4.2240511971683956</c:v>
                </c:pt>
                <c:pt idx="6283">
                  <c:v>-1.9601938852834868</c:v>
                </c:pt>
                <c:pt idx="6284">
                  <c:v>-4.1183696643187595</c:v>
                </c:pt>
                <c:pt idx="6285">
                  <c:v>-3.5890221196500649</c:v>
                </c:pt>
                <c:pt idx="6286">
                  <c:v>-4.5369868775994213</c:v>
                </c:pt>
                <c:pt idx="6287">
                  <c:v>0.22816647823880279</c:v>
                </c:pt>
                <c:pt idx="6288">
                  <c:v>0.33933547511958023</c:v>
                </c:pt>
                <c:pt idx="6289">
                  <c:v>0.31736195543881895</c:v>
                </c:pt>
                <c:pt idx="6290">
                  <c:v>0.25247400945045889</c:v>
                </c:pt>
                <c:pt idx="6291">
                  <c:v>0.3293089773677465</c:v>
                </c:pt>
                <c:pt idx="6292">
                  <c:v>0.49326042745731546</c:v>
                </c:pt>
                <c:pt idx="6293">
                  <c:v>0.57586728037729318</c:v>
                </c:pt>
                <c:pt idx="6294">
                  <c:v>0.52690562235948823</c:v>
                </c:pt>
                <c:pt idx="6295">
                  <c:v>0.25901439613064048</c:v>
                </c:pt>
                <c:pt idx="6296">
                  <c:v>-4.4684926443713424</c:v>
                </c:pt>
                <c:pt idx="6297">
                  <c:v>-6.8753452932760171</c:v>
                </c:pt>
                <c:pt idx="6298">
                  <c:v>-5.3707392410371853</c:v>
                </c:pt>
                <c:pt idx="6299">
                  <c:v>-6.8136274395026613</c:v>
                </c:pt>
                <c:pt idx="6300">
                  <c:v>-7.0711495390231471</c:v>
                </c:pt>
                <c:pt idx="6301">
                  <c:v>-7.9682007458570654</c:v>
                </c:pt>
                <c:pt idx="6302">
                  <c:v>-7.4481171230524987</c:v>
                </c:pt>
                <c:pt idx="6303">
                  <c:v>-8.4190347154195777</c:v>
                </c:pt>
                <c:pt idx="6304">
                  <c:v>-7.333430631530244</c:v>
                </c:pt>
                <c:pt idx="6305">
                  <c:v>-6.8678309782707263</c:v>
                </c:pt>
                <c:pt idx="6306">
                  <c:v>-7.8717288653253048</c:v>
                </c:pt>
                <c:pt idx="6307">
                  <c:v>-6.8866352654779845</c:v>
                </c:pt>
                <c:pt idx="6308">
                  <c:v>-5.869284322057954</c:v>
                </c:pt>
                <c:pt idx="6309">
                  <c:v>-1.5412366719836612</c:v>
                </c:pt>
                <c:pt idx="6310">
                  <c:v>-5.3348242479300101</c:v>
                </c:pt>
                <c:pt idx="6311">
                  <c:v>-0.24155719039531282</c:v>
                </c:pt>
                <c:pt idx="6312">
                  <c:v>-5.7160995470347593E-2</c:v>
                </c:pt>
                <c:pt idx="6313">
                  <c:v>-2.3789335463213851E-2</c:v>
                </c:pt>
                <c:pt idx="6314">
                  <c:v>0.20218616888303828</c:v>
                </c:pt>
                <c:pt idx="6315">
                  <c:v>0.47581366598087366</c:v>
                </c:pt>
                <c:pt idx="6316">
                  <c:v>0.57113713977273006</c:v>
                </c:pt>
                <c:pt idx="6317">
                  <c:v>0.53441695319923399</c:v>
                </c:pt>
                <c:pt idx="6318">
                  <c:v>0.49904210233528223</c:v>
                </c:pt>
                <c:pt idx="6319">
                  <c:v>0.36639560934325255</c:v>
                </c:pt>
                <c:pt idx="6320">
                  <c:v>-5.3804800082964004</c:v>
                </c:pt>
                <c:pt idx="6321">
                  <c:v>-7.0976138835068312</c:v>
                </c:pt>
                <c:pt idx="6322">
                  <c:v>-6.791868616311687</c:v>
                </c:pt>
                <c:pt idx="6323">
                  <c:v>-6.9145825171338959</c:v>
                </c:pt>
                <c:pt idx="6324">
                  <c:v>-7.4216723206403632</c:v>
                </c:pt>
                <c:pt idx="6325">
                  <c:v>-8.5976437201361122</c:v>
                </c:pt>
                <c:pt idx="6326">
                  <c:v>-8.6345909678549528</c:v>
                </c:pt>
                <c:pt idx="6327">
                  <c:v>-8.5726893932717321</c:v>
                </c:pt>
                <c:pt idx="6328">
                  <c:v>-9.3483928190127443</c:v>
                </c:pt>
                <c:pt idx="6329">
                  <c:v>-9.1673719439778019</c:v>
                </c:pt>
                <c:pt idx="6330">
                  <c:v>-9.2684436661529119</c:v>
                </c:pt>
                <c:pt idx="6331">
                  <c:v>-9.5383163783625005</c:v>
                </c:pt>
                <c:pt idx="6332">
                  <c:v>-8.7972831450841262</c:v>
                </c:pt>
                <c:pt idx="6333">
                  <c:v>-5.5610949918057289</c:v>
                </c:pt>
                <c:pt idx="6334">
                  <c:v>-6.1953100521088729</c:v>
                </c:pt>
                <c:pt idx="6335">
                  <c:v>-5.0487334826823069</c:v>
                </c:pt>
                <c:pt idx="6336">
                  <c:v>-0.38358636889317799</c:v>
                </c:pt>
                <c:pt idx="6337">
                  <c:v>-0.13397478524223871</c:v>
                </c:pt>
                <c:pt idx="6338">
                  <c:v>2.1221169309711171E-2</c:v>
                </c:pt>
                <c:pt idx="6339">
                  <c:v>0.34720146280848385</c:v>
                </c:pt>
                <c:pt idx="6340">
                  <c:v>0.41236212005188194</c:v>
                </c:pt>
                <c:pt idx="6341">
                  <c:v>0.4431671473294338</c:v>
                </c:pt>
                <c:pt idx="6342">
                  <c:v>0.28475235655801018</c:v>
                </c:pt>
                <c:pt idx="6343">
                  <c:v>-3.8973691613583754</c:v>
                </c:pt>
                <c:pt idx="6344">
                  <c:v>-9.8422964729143221</c:v>
                </c:pt>
                <c:pt idx="6345">
                  <c:v>-8.8062862664634078</c:v>
                </c:pt>
                <c:pt idx="6346">
                  <c:v>-8.8083380849535633</c:v>
                </c:pt>
                <c:pt idx="6347">
                  <c:v>-10.605071746976151</c:v>
                </c:pt>
                <c:pt idx="6348">
                  <c:v>-11.31187560692443</c:v>
                </c:pt>
                <c:pt idx="6349">
                  <c:v>-10.873179084503489</c:v>
                </c:pt>
                <c:pt idx="6350">
                  <c:v>-10.366408464091776</c:v>
                </c:pt>
                <c:pt idx="6351">
                  <c:v>-10.239323741259089</c:v>
                </c:pt>
                <c:pt idx="6352">
                  <c:v>-10.807776906723319</c:v>
                </c:pt>
                <c:pt idx="6353">
                  <c:v>-10.7765785369442</c:v>
                </c:pt>
                <c:pt idx="6354">
                  <c:v>-10.279141066918443</c:v>
                </c:pt>
                <c:pt idx="6355">
                  <c:v>-9.6373801276878304</c:v>
                </c:pt>
                <c:pt idx="6356">
                  <c:v>-9.6866074202422663</c:v>
                </c:pt>
                <c:pt idx="6357">
                  <c:v>-9.0598901761817103</c:v>
                </c:pt>
                <c:pt idx="6358">
                  <c:v>-7.8200070863505609</c:v>
                </c:pt>
                <c:pt idx="6359">
                  <c:v>-1.8998366597703551</c:v>
                </c:pt>
                <c:pt idx="6360">
                  <c:v>-0.20183205598261386</c:v>
                </c:pt>
                <c:pt idx="6361">
                  <c:v>-0.4432928478241982</c:v>
                </c:pt>
                <c:pt idx="6362">
                  <c:v>0.19715560099375604</c:v>
                </c:pt>
                <c:pt idx="6363">
                  <c:v>0.533624964301747</c:v>
                </c:pt>
                <c:pt idx="6364">
                  <c:v>0.40088173494316692</c:v>
                </c:pt>
                <c:pt idx="6365">
                  <c:v>0.52323928524866081</c:v>
                </c:pt>
                <c:pt idx="6366">
                  <c:v>0.49174078559851642</c:v>
                </c:pt>
                <c:pt idx="6367">
                  <c:v>-3.5435394695927167</c:v>
                </c:pt>
                <c:pt idx="6368">
                  <c:v>-10.077295390398067</c:v>
                </c:pt>
                <c:pt idx="6369">
                  <c:v>-9.0178562420193913</c:v>
                </c:pt>
                <c:pt idx="6370">
                  <c:v>-9.758530087916423</c:v>
                </c:pt>
                <c:pt idx="6371">
                  <c:v>-10.903556388317153</c:v>
                </c:pt>
                <c:pt idx="6372">
                  <c:v>-12.404181598908064</c:v>
                </c:pt>
                <c:pt idx="6373">
                  <c:v>-11.929172546471795</c:v>
                </c:pt>
                <c:pt idx="6374">
                  <c:v>-12.70168281737687</c:v>
                </c:pt>
                <c:pt idx="6375">
                  <c:v>-13.408679094045326</c:v>
                </c:pt>
                <c:pt idx="6376">
                  <c:v>-13.691082507980509</c:v>
                </c:pt>
                <c:pt idx="6377">
                  <c:v>-12.700190885300714</c:v>
                </c:pt>
                <c:pt idx="6378">
                  <c:v>-12.081856240055926</c:v>
                </c:pt>
                <c:pt idx="6379">
                  <c:v>-11.184113146140888</c:v>
                </c:pt>
                <c:pt idx="6380">
                  <c:v>-10.344276424162747</c:v>
                </c:pt>
                <c:pt idx="6381">
                  <c:v>-9.8309768445660239</c:v>
                </c:pt>
                <c:pt idx="6382">
                  <c:v>-9.3100081704945108</c:v>
                </c:pt>
                <c:pt idx="6383">
                  <c:v>-4.2668709636778583</c:v>
                </c:pt>
                <c:pt idx="6384">
                  <c:v>-0.72987580823560427</c:v>
                </c:pt>
                <c:pt idx="6385">
                  <c:v>-0.56972536443481436</c:v>
                </c:pt>
                <c:pt idx="6386">
                  <c:v>-6.0367839787781874E-2</c:v>
                </c:pt>
                <c:pt idx="6387">
                  <c:v>0.20975957188060487</c:v>
                </c:pt>
                <c:pt idx="6388">
                  <c:v>0.3089759942311236</c:v>
                </c:pt>
                <c:pt idx="6389">
                  <c:v>0.39844419631015093</c:v>
                </c:pt>
                <c:pt idx="6390">
                  <c:v>0.39479673537304194</c:v>
                </c:pt>
                <c:pt idx="6391">
                  <c:v>-4.1519909328324047</c:v>
                </c:pt>
                <c:pt idx="6392">
                  <c:v>-8.7106714847452569</c:v>
                </c:pt>
                <c:pt idx="6393">
                  <c:v>-7.2057238473589402</c:v>
                </c:pt>
                <c:pt idx="6394">
                  <c:v>-7.4659715678668146</c:v>
                </c:pt>
                <c:pt idx="6395">
                  <c:v>-6.7632527609234367</c:v>
                </c:pt>
                <c:pt idx="6396">
                  <c:v>-7.3161984642039073</c:v>
                </c:pt>
                <c:pt idx="6397">
                  <c:v>-8.3715605593169258</c:v>
                </c:pt>
                <c:pt idx="6398">
                  <c:v>-8.7433760578487778</c:v>
                </c:pt>
                <c:pt idx="6399">
                  <c:v>-8.7354926647864595</c:v>
                </c:pt>
                <c:pt idx="6400">
                  <c:v>-9.41952025489406</c:v>
                </c:pt>
                <c:pt idx="6401">
                  <c:v>-8.1845510622016775</c:v>
                </c:pt>
                <c:pt idx="6402">
                  <c:v>-7.4977656058367579</c:v>
                </c:pt>
                <c:pt idx="6403">
                  <c:v>-7.8715854215818881</c:v>
                </c:pt>
                <c:pt idx="6404">
                  <c:v>-8.1769267958727596</c:v>
                </c:pt>
                <c:pt idx="6405">
                  <c:v>-8.27963255915407</c:v>
                </c:pt>
                <c:pt idx="6406">
                  <c:v>-8.3309675724826633</c:v>
                </c:pt>
                <c:pt idx="6407">
                  <c:v>-8.6433289458770872</c:v>
                </c:pt>
                <c:pt idx="6408">
                  <c:v>-4.8169098024152941</c:v>
                </c:pt>
                <c:pt idx="6409">
                  <c:v>-1.6002799481213301</c:v>
                </c:pt>
                <c:pt idx="6410">
                  <c:v>-1.5273942829952463</c:v>
                </c:pt>
                <c:pt idx="6411">
                  <c:v>-0.61089445803348108</c:v>
                </c:pt>
                <c:pt idx="6412">
                  <c:v>-6.7150934832496664E-2</c:v>
                </c:pt>
                <c:pt idx="6413">
                  <c:v>0.22522358015832564</c:v>
                </c:pt>
                <c:pt idx="6414">
                  <c:v>0.31505809815775793</c:v>
                </c:pt>
                <c:pt idx="6415">
                  <c:v>-4.4353738004042924</c:v>
                </c:pt>
                <c:pt idx="6416">
                  <c:v>-7.8543058909193535</c:v>
                </c:pt>
                <c:pt idx="6417">
                  <c:v>-5.7449813916832904</c:v>
                </c:pt>
                <c:pt idx="6418">
                  <c:v>-2.0532031066127603</c:v>
                </c:pt>
                <c:pt idx="6419">
                  <c:v>-6.9742881333888613</c:v>
                </c:pt>
                <c:pt idx="6420">
                  <c:v>-3.5224371009893667</c:v>
                </c:pt>
                <c:pt idx="6421">
                  <c:v>-10.90879993801002</c:v>
                </c:pt>
                <c:pt idx="6422">
                  <c:v>-7.5138314892920883</c:v>
                </c:pt>
                <c:pt idx="6423">
                  <c:v>-7.9647035912909221</c:v>
                </c:pt>
                <c:pt idx="6424">
                  <c:v>-8.2171428397243282</c:v>
                </c:pt>
                <c:pt idx="6425">
                  <c:v>-4.7507487771565078</c:v>
                </c:pt>
                <c:pt idx="6426">
                  <c:v>-6.118419950037187</c:v>
                </c:pt>
                <c:pt idx="6427">
                  <c:v>-4.752431559484223</c:v>
                </c:pt>
                <c:pt idx="6428">
                  <c:v>-4.6849528189131586</c:v>
                </c:pt>
                <c:pt idx="6429">
                  <c:v>-6.332895570242087</c:v>
                </c:pt>
                <c:pt idx="6430">
                  <c:v>-4.8502211768520676</c:v>
                </c:pt>
                <c:pt idx="6431">
                  <c:v>-4.6563725921280295</c:v>
                </c:pt>
                <c:pt idx="6432">
                  <c:v>-0.12692390000097498</c:v>
                </c:pt>
                <c:pt idx="6433">
                  <c:v>8.2903131203561117E-2</c:v>
                </c:pt>
                <c:pt idx="6434">
                  <c:v>2.2428887746137418E-3</c:v>
                </c:pt>
                <c:pt idx="6435">
                  <c:v>0.17596715330661361</c:v>
                </c:pt>
                <c:pt idx="6436">
                  <c:v>0.39781824064062399</c:v>
                </c:pt>
                <c:pt idx="6437">
                  <c:v>0.47830163332769554</c:v>
                </c:pt>
                <c:pt idx="6438">
                  <c:v>0.47514461539863034</c:v>
                </c:pt>
                <c:pt idx="6439">
                  <c:v>-2.3593945083623473</c:v>
                </c:pt>
                <c:pt idx="6440">
                  <c:v>-6.8631053555364812</c:v>
                </c:pt>
                <c:pt idx="6441">
                  <c:v>-6.5125570385720577</c:v>
                </c:pt>
                <c:pt idx="6442">
                  <c:v>-10.704315838420881</c:v>
                </c:pt>
                <c:pt idx="6443">
                  <c:v>-9.6579084893380003</c:v>
                </c:pt>
                <c:pt idx="6444">
                  <c:v>-11.779435285966171</c:v>
                </c:pt>
                <c:pt idx="6445">
                  <c:v>-15.072711497875529</c:v>
                </c:pt>
                <c:pt idx="6446">
                  <c:v>-15.137189859757134</c:v>
                </c:pt>
                <c:pt idx="6447">
                  <c:v>-14.796060222146144</c:v>
                </c:pt>
                <c:pt idx="6448">
                  <c:v>-13.216910164931218</c:v>
                </c:pt>
                <c:pt idx="6449">
                  <c:v>-11.429875972702288</c:v>
                </c:pt>
                <c:pt idx="6450">
                  <c:v>-8.7791628168019926</c:v>
                </c:pt>
                <c:pt idx="6451">
                  <c:v>-10.507084395099792</c:v>
                </c:pt>
                <c:pt idx="6452">
                  <c:v>-9.4229657018022426</c:v>
                </c:pt>
                <c:pt idx="6453">
                  <c:v>-8.3622693439051385</c:v>
                </c:pt>
                <c:pt idx="6454">
                  <c:v>-9.0513728166925169</c:v>
                </c:pt>
                <c:pt idx="6455">
                  <c:v>-5.4632328891672417</c:v>
                </c:pt>
                <c:pt idx="6456">
                  <c:v>-2.196546718861585</c:v>
                </c:pt>
                <c:pt idx="6457">
                  <c:v>-0.97964068147637784</c:v>
                </c:pt>
                <c:pt idx="6458">
                  <c:v>-0.21983763086709041</c:v>
                </c:pt>
                <c:pt idx="6459">
                  <c:v>5.4596368111553224E-2</c:v>
                </c:pt>
                <c:pt idx="6460">
                  <c:v>0.26073697143810665</c:v>
                </c:pt>
                <c:pt idx="6461">
                  <c:v>0.4222330616479803</c:v>
                </c:pt>
                <c:pt idx="6462">
                  <c:v>0.43473264217093371</c:v>
                </c:pt>
                <c:pt idx="6463">
                  <c:v>-3.0308989551513728</c:v>
                </c:pt>
                <c:pt idx="6464">
                  <c:v>-8.1116897742317882</c:v>
                </c:pt>
                <c:pt idx="6465">
                  <c:v>-7.9190390096146368</c:v>
                </c:pt>
                <c:pt idx="6466">
                  <c:v>-9.793723521204571</c:v>
                </c:pt>
                <c:pt idx="6467">
                  <c:v>-10.020511207774845</c:v>
                </c:pt>
                <c:pt idx="6468">
                  <c:v>-11.672351591866645</c:v>
                </c:pt>
                <c:pt idx="6469">
                  <c:v>-12.012931925387134</c:v>
                </c:pt>
                <c:pt idx="6470">
                  <c:v>-11.299561999638737</c:v>
                </c:pt>
                <c:pt idx="6471">
                  <c:v>-12.317573488876373</c:v>
                </c:pt>
                <c:pt idx="6472">
                  <c:v>-12.19141160854973</c:v>
                </c:pt>
                <c:pt idx="6473">
                  <c:v>-9.5598170156926727</c:v>
                </c:pt>
                <c:pt idx="6474">
                  <c:v>-10.060555032433641</c:v>
                </c:pt>
                <c:pt idx="6475">
                  <c:v>-9.8575531369153246</c:v>
                </c:pt>
                <c:pt idx="6476">
                  <c:v>-8.4671792739955425</c:v>
                </c:pt>
                <c:pt idx="6477">
                  <c:v>-7.8107830847162427</c:v>
                </c:pt>
                <c:pt idx="6478">
                  <c:v>-7.5589513116618336</c:v>
                </c:pt>
                <c:pt idx="6479">
                  <c:v>-4.3126485353063888</c:v>
                </c:pt>
                <c:pt idx="6480">
                  <c:v>-1.188175656709002</c:v>
                </c:pt>
                <c:pt idx="6481">
                  <c:v>-0.94606809622828014</c:v>
                </c:pt>
                <c:pt idx="6482">
                  <c:v>-0.3500644044214733</c:v>
                </c:pt>
                <c:pt idx="6483">
                  <c:v>-8.7668994040911219E-2</c:v>
                </c:pt>
                <c:pt idx="6484">
                  <c:v>-5.6086834717221104E-2</c:v>
                </c:pt>
                <c:pt idx="6485">
                  <c:v>0.15327456587168128</c:v>
                </c:pt>
                <c:pt idx="6486">
                  <c:v>0.22383403436521604</c:v>
                </c:pt>
                <c:pt idx="6487">
                  <c:v>-2.780482715919574</c:v>
                </c:pt>
                <c:pt idx="6488">
                  <c:v>-8.0078105536471078</c:v>
                </c:pt>
                <c:pt idx="6489">
                  <c:v>-8.3597052077447955</c:v>
                </c:pt>
                <c:pt idx="6490">
                  <c:v>-9.3280673064636463</c:v>
                </c:pt>
                <c:pt idx="6491">
                  <c:v>-8.4564125279461475</c:v>
                </c:pt>
                <c:pt idx="6492">
                  <c:v>-7.842902284385243</c:v>
                </c:pt>
                <c:pt idx="6493">
                  <c:v>-9.226664341760376</c:v>
                </c:pt>
                <c:pt idx="6494">
                  <c:v>-8.1909247838717221</c:v>
                </c:pt>
                <c:pt idx="6495">
                  <c:v>-7.2193043181439256</c:v>
                </c:pt>
                <c:pt idx="6496">
                  <c:v>-7.4973477905987016</c:v>
                </c:pt>
                <c:pt idx="6497">
                  <c:v>-6.9962675769038807</c:v>
                </c:pt>
                <c:pt idx="6498">
                  <c:v>-6.2031516019841648</c:v>
                </c:pt>
                <c:pt idx="6499">
                  <c:v>-6.2955928728368153</c:v>
                </c:pt>
                <c:pt idx="6500">
                  <c:v>-3.2645000293736062</c:v>
                </c:pt>
                <c:pt idx="6501">
                  <c:v>-3.6932313564212866</c:v>
                </c:pt>
                <c:pt idx="6502">
                  <c:v>-3.305402293528767</c:v>
                </c:pt>
                <c:pt idx="6503">
                  <c:v>-2.8473742726253128</c:v>
                </c:pt>
                <c:pt idx="6504">
                  <c:v>-8.140174449244815E-2</c:v>
                </c:pt>
                <c:pt idx="6505">
                  <c:v>-0.10950220780572965</c:v>
                </c:pt>
                <c:pt idx="6506">
                  <c:v>-4.1794413778572195E-2</c:v>
                </c:pt>
                <c:pt idx="6507">
                  <c:v>0.12577952920353366</c:v>
                </c:pt>
                <c:pt idx="6508">
                  <c:v>0.40139251340631493</c:v>
                </c:pt>
                <c:pt idx="6509">
                  <c:v>0.5029274616878453</c:v>
                </c:pt>
                <c:pt idx="6510">
                  <c:v>0.53393016445320984</c:v>
                </c:pt>
                <c:pt idx="6511">
                  <c:v>-1.2311288668825862</c:v>
                </c:pt>
                <c:pt idx="6512">
                  <c:v>-3.1848322703522958</c:v>
                </c:pt>
                <c:pt idx="6513">
                  <c:v>-5.7230494189265686</c:v>
                </c:pt>
                <c:pt idx="6514">
                  <c:v>-6.6096888783201138</c:v>
                </c:pt>
                <c:pt idx="6515">
                  <c:v>-6.9315547640258828</c:v>
                </c:pt>
                <c:pt idx="6516">
                  <c:v>-7.5118572688644498</c:v>
                </c:pt>
                <c:pt idx="6517">
                  <c:v>-7.3643611601646946</c:v>
                </c:pt>
                <c:pt idx="6518">
                  <c:v>-8.5494591057381992</c:v>
                </c:pt>
                <c:pt idx="6519">
                  <c:v>-9.0881983298593187</c:v>
                </c:pt>
                <c:pt idx="6520">
                  <c:v>-9.2738451377658091</c:v>
                </c:pt>
                <c:pt idx="6521">
                  <c:v>-8.2510499662931345</c:v>
                </c:pt>
                <c:pt idx="6522">
                  <c:v>-8.6924872702813136</c:v>
                </c:pt>
                <c:pt idx="6523">
                  <c:v>-8.8659894183184385</c:v>
                </c:pt>
                <c:pt idx="6524">
                  <c:v>-8.7889210070365138</c:v>
                </c:pt>
                <c:pt idx="6525">
                  <c:v>-9.0794313253701517</c:v>
                </c:pt>
                <c:pt idx="6526">
                  <c:v>-7.7962034753081282</c:v>
                </c:pt>
                <c:pt idx="6527">
                  <c:v>-4.137987444772059</c:v>
                </c:pt>
                <c:pt idx="6528">
                  <c:v>-1.5346446566931202</c:v>
                </c:pt>
                <c:pt idx="6529">
                  <c:v>-0.95014781378483304</c:v>
                </c:pt>
                <c:pt idx="6530">
                  <c:v>-0.35696614706760066</c:v>
                </c:pt>
                <c:pt idx="6531">
                  <c:v>-5.1965173185441457E-2</c:v>
                </c:pt>
                <c:pt idx="6532">
                  <c:v>0.19445964862744453</c:v>
                </c:pt>
                <c:pt idx="6533">
                  <c:v>0.35762435868547049</c:v>
                </c:pt>
                <c:pt idx="6534">
                  <c:v>0.44600409643212641</c:v>
                </c:pt>
                <c:pt idx="6535">
                  <c:v>-3.1366942076896365</c:v>
                </c:pt>
                <c:pt idx="6536">
                  <c:v>-8.5873576697094673</c:v>
                </c:pt>
                <c:pt idx="6537">
                  <c:v>-10.758597547642303</c:v>
                </c:pt>
                <c:pt idx="6538">
                  <c:v>-10.701407139175283</c:v>
                </c:pt>
                <c:pt idx="6539">
                  <c:v>-13.166265527013927</c:v>
                </c:pt>
                <c:pt idx="6540">
                  <c:v>-12.045856792684642</c:v>
                </c:pt>
                <c:pt idx="6541">
                  <c:v>-13.293614277854662</c:v>
                </c:pt>
                <c:pt idx="6542">
                  <c:v>-12.984828691504665</c:v>
                </c:pt>
                <c:pt idx="6543">
                  <c:v>-13.15506653345798</c:v>
                </c:pt>
                <c:pt idx="6544">
                  <c:v>-12.507320869550718</c:v>
                </c:pt>
                <c:pt idx="6545">
                  <c:v>-12.386812561533487</c:v>
                </c:pt>
                <c:pt idx="6546">
                  <c:v>-12.255940406930856</c:v>
                </c:pt>
                <c:pt idx="6547">
                  <c:v>-12.748495345127511</c:v>
                </c:pt>
                <c:pt idx="6548">
                  <c:v>-12.275895785199188</c:v>
                </c:pt>
                <c:pt idx="6549">
                  <c:v>-11.207929193776224</c:v>
                </c:pt>
                <c:pt idx="6550">
                  <c:v>-11.197287854960345</c:v>
                </c:pt>
                <c:pt idx="6551">
                  <c:v>-6.345552426306563</c:v>
                </c:pt>
                <c:pt idx="6552">
                  <c:v>-2.3922109245509127</c:v>
                </c:pt>
                <c:pt idx="6553">
                  <c:v>-0.96113489615987524</c:v>
                </c:pt>
                <c:pt idx="6554">
                  <c:v>4.1890780445741266E-2</c:v>
                </c:pt>
                <c:pt idx="6555">
                  <c:v>0.28495690520290723</c:v>
                </c:pt>
                <c:pt idx="6556">
                  <c:v>0.36616186835041403</c:v>
                </c:pt>
                <c:pt idx="6557">
                  <c:v>0.48825683771076467</c:v>
                </c:pt>
                <c:pt idx="6558">
                  <c:v>0.44434121711141422</c:v>
                </c:pt>
                <c:pt idx="6559">
                  <c:v>-3.6898076339107044</c:v>
                </c:pt>
                <c:pt idx="6560">
                  <c:v>-9.7374045630636754</c:v>
                </c:pt>
                <c:pt idx="6561">
                  <c:v>-8.8124619714517589</c:v>
                </c:pt>
                <c:pt idx="6562">
                  <c:v>-10.551181154056716</c:v>
                </c:pt>
                <c:pt idx="6563">
                  <c:v>-9.4352934358397285</c:v>
                </c:pt>
                <c:pt idx="6564">
                  <c:v>-9.3502918007586899</c:v>
                </c:pt>
                <c:pt idx="6565">
                  <c:v>-10.134311662599266</c:v>
                </c:pt>
                <c:pt idx="6566">
                  <c:v>-10.789521378696538</c:v>
                </c:pt>
                <c:pt idx="6567">
                  <c:v>-9.582307681282213</c:v>
                </c:pt>
                <c:pt idx="6568">
                  <c:v>-9.9372845337237106</c:v>
                </c:pt>
                <c:pt idx="6569">
                  <c:v>-9.6214879216584546</c:v>
                </c:pt>
                <c:pt idx="6570">
                  <c:v>-9.2349235411492376</c:v>
                </c:pt>
                <c:pt idx="6571">
                  <c:v>-8.0690932252844849</c:v>
                </c:pt>
                <c:pt idx="6572">
                  <c:v>-3.3837003386814541</c:v>
                </c:pt>
                <c:pt idx="6573">
                  <c:v>-4.5056241264169943</c:v>
                </c:pt>
                <c:pt idx="6574">
                  <c:v>-3.9898488163578376</c:v>
                </c:pt>
                <c:pt idx="6575">
                  <c:v>-3.8338266755010224</c:v>
                </c:pt>
                <c:pt idx="6576">
                  <c:v>-0.20803036174774678</c:v>
                </c:pt>
                <c:pt idx="6577">
                  <c:v>-0.24345199069214574</c:v>
                </c:pt>
                <c:pt idx="6578">
                  <c:v>-0.12918151662495952</c:v>
                </c:pt>
                <c:pt idx="6579">
                  <c:v>-5.9423560681237726E-2</c:v>
                </c:pt>
                <c:pt idx="6580">
                  <c:v>-0.12058464519307843</c:v>
                </c:pt>
                <c:pt idx="6581">
                  <c:v>-0.10867770885692603</c:v>
                </c:pt>
                <c:pt idx="6582">
                  <c:v>-6.652976413931673E-2</c:v>
                </c:pt>
                <c:pt idx="6583">
                  <c:v>-3.5198186999243175</c:v>
                </c:pt>
                <c:pt idx="6584">
                  <c:v>-7.4521665270151241</c:v>
                </c:pt>
                <c:pt idx="6585">
                  <c:v>-8.8084012482824203</c:v>
                </c:pt>
                <c:pt idx="6586">
                  <c:v>-8.8757677418156398</c:v>
                </c:pt>
                <c:pt idx="6587">
                  <c:v>-8.8368749126021662</c:v>
                </c:pt>
                <c:pt idx="6588">
                  <c:v>-10.513842982417533</c:v>
                </c:pt>
                <c:pt idx="6589">
                  <c:v>-10.438321559957235</c:v>
                </c:pt>
                <c:pt idx="6590">
                  <c:v>-10.411751706672034</c:v>
                </c:pt>
                <c:pt idx="6591">
                  <c:v>-9.7909874548082918</c:v>
                </c:pt>
                <c:pt idx="6592">
                  <c:v>-9.5869308924593017</c:v>
                </c:pt>
                <c:pt idx="6593">
                  <c:v>-8.6918498310352561</c:v>
                </c:pt>
                <c:pt idx="6594">
                  <c:v>-8.458013113101277</c:v>
                </c:pt>
                <c:pt idx="6595">
                  <c:v>-5.8061844461405476</c:v>
                </c:pt>
                <c:pt idx="6596">
                  <c:v>-5.5051310373132436</c:v>
                </c:pt>
                <c:pt idx="6597">
                  <c:v>-5.2390138472978434</c:v>
                </c:pt>
                <c:pt idx="6598">
                  <c:v>-5.1069028530590153</c:v>
                </c:pt>
                <c:pt idx="6599">
                  <c:v>-4.6336246670436809</c:v>
                </c:pt>
                <c:pt idx="6600">
                  <c:v>-1.1342007217268688</c:v>
                </c:pt>
                <c:pt idx="6601">
                  <c:v>-1.1807974666268464</c:v>
                </c:pt>
                <c:pt idx="6602">
                  <c:v>-0.78749776620055267</c:v>
                </c:pt>
                <c:pt idx="6603">
                  <c:v>-0.30475208980060287</c:v>
                </c:pt>
                <c:pt idx="6604">
                  <c:v>1.2371024506084528E-2</c:v>
                </c:pt>
                <c:pt idx="6605">
                  <c:v>0.17170382107549637</c:v>
                </c:pt>
                <c:pt idx="6606">
                  <c:v>0.33361913687395472</c:v>
                </c:pt>
                <c:pt idx="6607">
                  <c:v>-3.154495602336715</c:v>
                </c:pt>
                <c:pt idx="6608">
                  <c:v>-10.062918366134873</c:v>
                </c:pt>
                <c:pt idx="6609">
                  <c:v>-11.489263407882996</c:v>
                </c:pt>
                <c:pt idx="6610">
                  <c:v>-11.750834519274953</c:v>
                </c:pt>
                <c:pt idx="6611">
                  <c:v>-13.970002650532294</c:v>
                </c:pt>
                <c:pt idx="6612">
                  <c:v>-12.758689261011467</c:v>
                </c:pt>
                <c:pt idx="6613">
                  <c:v>-12.757161934075489</c:v>
                </c:pt>
                <c:pt idx="6614">
                  <c:v>-13.750160951232054</c:v>
                </c:pt>
                <c:pt idx="6615">
                  <c:v>-13.02196686425175</c:v>
                </c:pt>
                <c:pt idx="6616">
                  <c:v>-13.198221204588686</c:v>
                </c:pt>
                <c:pt idx="6617">
                  <c:v>-11.935870887978913</c:v>
                </c:pt>
                <c:pt idx="6618">
                  <c:v>-13.098063572446028</c:v>
                </c:pt>
                <c:pt idx="6619">
                  <c:v>-12.858520733388069</c:v>
                </c:pt>
                <c:pt idx="6620">
                  <c:v>-11.96598438637</c:v>
                </c:pt>
                <c:pt idx="6621">
                  <c:v>-11.079747597924774</c:v>
                </c:pt>
                <c:pt idx="6622">
                  <c:v>-10.671058149812824</c:v>
                </c:pt>
                <c:pt idx="6623">
                  <c:v>-6.7703937932899052</c:v>
                </c:pt>
                <c:pt idx="6624">
                  <c:v>-2.0912867152043546</c:v>
                </c:pt>
                <c:pt idx="6625">
                  <c:v>-0.34760165911167845</c:v>
                </c:pt>
                <c:pt idx="6626">
                  <c:v>8.2755543985385357E-2</c:v>
                </c:pt>
                <c:pt idx="6627">
                  <c:v>8.1267284656597813E-2</c:v>
                </c:pt>
                <c:pt idx="6628">
                  <c:v>0.19509741213508278</c:v>
                </c:pt>
                <c:pt idx="6629">
                  <c:v>0.30731285685977833</c:v>
                </c:pt>
                <c:pt idx="6630">
                  <c:v>0.4941687344406222</c:v>
                </c:pt>
                <c:pt idx="6631">
                  <c:v>-3.3009740952993845</c:v>
                </c:pt>
                <c:pt idx="6632">
                  <c:v>-10.93062811778505</c:v>
                </c:pt>
                <c:pt idx="6633">
                  <c:v>-13.173626637170596</c:v>
                </c:pt>
                <c:pt idx="6634">
                  <c:v>-13.008357961741833</c:v>
                </c:pt>
                <c:pt idx="6635">
                  <c:v>-11.528080626924442</c:v>
                </c:pt>
                <c:pt idx="6636">
                  <c:v>-10.78302170895304</c:v>
                </c:pt>
                <c:pt idx="6637">
                  <c:v>-9.0835149982479759</c:v>
                </c:pt>
                <c:pt idx="6638">
                  <c:v>-9.3202849662357448</c:v>
                </c:pt>
                <c:pt idx="6639">
                  <c:v>-10.804243736264491</c:v>
                </c:pt>
                <c:pt idx="6640">
                  <c:v>-12.632635201904586</c:v>
                </c:pt>
                <c:pt idx="6641">
                  <c:v>-13.198119187261765</c:v>
                </c:pt>
                <c:pt idx="6642">
                  <c:v>-13.633790665030984</c:v>
                </c:pt>
                <c:pt idx="6643">
                  <c:v>-12.452032219866261</c:v>
                </c:pt>
                <c:pt idx="6644">
                  <c:v>-12.512427967574478</c:v>
                </c:pt>
                <c:pt idx="6645">
                  <c:v>-10.966063446187821</c:v>
                </c:pt>
                <c:pt idx="6646">
                  <c:v>-11.52030503640125</c:v>
                </c:pt>
                <c:pt idx="6647">
                  <c:v>-6.8830747662356924</c:v>
                </c:pt>
                <c:pt idx="6648">
                  <c:v>-1.864883896667443</c:v>
                </c:pt>
                <c:pt idx="6649">
                  <c:v>-0.74955920389747877</c:v>
                </c:pt>
                <c:pt idx="6650">
                  <c:v>0.45761075002044743</c:v>
                </c:pt>
                <c:pt idx="6651">
                  <c:v>0.3339052097325817</c:v>
                </c:pt>
                <c:pt idx="6652">
                  <c:v>0.37565272773183594</c:v>
                </c:pt>
                <c:pt idx="6653">
                  <c:v>0.34692279997112624</c:v>
                </c:pt>
                <c:pt idx="6654">
                  <c:v>0.41760127389485602</c:v>
                </c:pt>
                <c:pt idx="6655">
                  <c:v>-3.1388764564101175</c:v>
                </c:pt>
                <c:pt idx="6656">
                  <c:v>-11.01560006507844</c:v>
                </c:pt>
                <c:pt idx="6657">
                  <c:v>-11.319815926380441</c:v>
                </c:pt>
                <c:pt idx="6658">
                  <c:v>-13.14765173509406</c:v>
                </c:pt>
                <c:pt idx="6659">
                  <c:v>-14.145473120610934</c:v>
                </c:pt>
                <c:pt idx="6660">
                  <c:v>-15.873456248575888</c:v>
                </c:pt>
                <c:pt idx="6661">
                  <c:v>-16.552099611609872</c:v>
                </c:pt>
                <c:pt idx="6662">
                  <c:v>-16.247907465935139</c:v>
                </c:pt>
                <c:pt idx="6663">
                  <c:v>-17.971258404674792</c:v>
                </c:pt>
                <c:pt idx="6664">
                  <c:v>-18.04267745720021</c:v>
                </c:pt>
                <c:pt idx="6665">
                  <c:v>-14.187278886574662</c:v>
                </c:pt>
                <c:pt idx="6666">
                  <c:v>-13.991508189006455</c:v>
                </c:pt>
                <c:pt idx="6667">
                  <c:v>-13.529247066985841</c:v>
                </c:pt>
                <c:pt idx="6668">
                  <c:v>-13.874529572017391</c:v>
                </c:pt>
                <c:pt idx="6669">
                  <c:v>-12.434107625548618</c:v>
                </c:pt>
                <c:pt idx="6670">
                  <c:v>-12.629264971729448</c:v>
                </c:pt>
                <c:pt idx="6671">
                  <c:v>-7.0530638967287151</c:v>
                </c:pt>
                <c:pt idx="6672">
                  <c:v>-3.042360725649834</c:v>
                </c:pt>
                <c:pt idx="6673">
                  <c:v>-1.4503851754800208</c:v>
                </c:pt>
                <c:pt idx="6674">
                  <c:v>-0.54231941791188276</c:v>
                </c:pt>
                <c:pt idx="6675">
                  <c:v>9.7939000768715145E-2</c:v>
                </c:pt>
                <c:pt idx="6676">
                  <c:v>0.37577944218365805</c:v>
                </c:pt>
                <c:pt idx="6677">
                  <c:v>0.454746211558334</c:v>
                </c:pt>
                <c:pt idx="6678">
                  <c:v>0.41419391103040043</c:v>
                </c:pt>
                <c:pt idx="6679">
                  <c:v>-5.9523785904353446</c:v>
                </c:pt>
                <c:pt idx="6680">
                  <c:v>-12.673195065330034</c:v>
                </c:pt>
                <c:pt idx="6681">
                  <c:v>-12.75087744003865</c:v>
                </c:pt>
                <c:pt idx="6682">
                  <c:v>-16.54903783344006</c:v>
                </c:pt>
                <c:pt idx="6683">
                  <c:v>-18.308000458561384</c:v>
                </c:pt>
                <c:pt idx="6684">
                  <c:v>-17.104153318079142</c:v>
                </c:pt>
                <c:pt idx="6685">
                  <c:v>-13.12913923076877</c:v>
                </c:pt>
                <c:pt idx="6686">
                  <c:v>-19.384893733183528</c:v>
                </c:pt>
                <c:pt idx="6687">
                  <c:v>-11.967960079769156</c:v>
                </c:pt>
                <c:pt idx="6688">
                  <c:v>-12.838828699112122</c:v>
                </c:pt>
                <c:pt idx="6689">
                  <c:v>-11.56263121130346</c:v>
                </c:pt>
                <c:pt idx="6690">
                  <c:v>-14.120091152316204</c:v>
                </c:pt>
                <c:pt idx="6691">
                  <c:v>-9.1028061500891599</c:v>
                </c:pt>
                <c:pt idx="6692">
                  <c:v>-11.976007274329714</c:v>
                </c:pt>
                <c:pt idx="6693">
                  <c:v>-10.545804939917373</c:v>
                </c:pt>
                <c:pt idx="6694">
                  <c:v>-10.242889933503079</c:v>
                </c:pt>
                <c:pt idx="6695">
                  <c:v>-7.7567611149332452</c:v>
                </c:pt>
                <c:pt idx="6696">
                  <c:v>-3.2910522952718217</c:v>
                </c:pt>
                <c:pt idx="6697">
                  <c:v>-0.73902253554960295</c:v>
                </c:pt>
                <c:pt idx="6698">
                  <c:v>-6.9590572717892804E-2</c:v>
                </c:pt>
                <c:pt idx="6699">
                  <c:v>9.178884379762825E-2</c:v>
                </c:pt>
                <c:pt idx="6700">
                  <c:v>0.28169368392007066</c:v>
                </c:pt>
                <c:pt idx="6701">
                  <c:v>0.53606161313902601</c:v>
                </c:pt>
                <c:pt idx="6702">
                  <c:v>-2.8554850995691834</c:v>
                </c:pt>
                <c:pt idx="6703">
                  <c:v>-9.7159248389351944</c:v>
                </c:pt>
                <c:pt idx="6704">
                  <c:v>-11.216124518652988</c:v>
                </c:pt>
                <c:pt idx="6705">
                  <c:v>-8.8868433735510646</c:v>
                </c:pt>
                <c:pt idx="6706">
                  <c:v>-9.7835299665669613</c:v>
                </c:pt>
                <c:pt idx="6707">
                  <c:v>-11.084107986021522</c:v>
                </c:pt>
                <c:pt idx="6708">
                  <c:v>-12.454515114553752</c:v>
                </c:pt>
                <c:pt idx="6709">
                  <c:v>-11.342521921974045</c:v>
                </c:pt>
                <c:pt idx="6710">
                  <c:v>-12.012985031117353</c:v>
                </c:pt>
                <c:pt idx="6711">
                  <c:v>-13.348473122095516</c:v>
                </c:pt>
                <c:pt idx="6712">
                  <c:v>-11.027953230987819</c:v>
                </c:pt>
                <c:pt idx="6713">
                  <c:v>-11.05697298647287</c:v>
                </c:pt>
                <c:pt idx="6714">
                  <c:v>-10.626358629264706</c:v>
                </c:pt>
                <c:pt idx="6715">
                  <c:v>-9.9935123612893211</c:v>
                </c:pt>
                <c:pt idx="6716">
                  <c:v>-11.103138523847619</c:v>
                </c:pt>
                <c:pt idx="6717">
                  <c:v>-9.0854219736858202</c:v>
                </c:pt>
                <c:pt idx="6718">
                  <c:v>-9.5856159403026595</c:v>
                </c:pt>
                <c:pt idx="6719">
                  <c:v>-5.5759372988527653</c:v>
                </c:pt>
                <c:pt idx="6720">
                  <c:v>-1.8269531264300161</c:v>
                </c:pt>
                <c:pt idx="6721">
                  <c:v>-1.4328871277402391</c:v>
                </c:pt>
                <c:pt idx="6722">
                  <c:v>-0.69165320427291688</c:v>
                </c:pt>
                <c:pt idx="6723">
                  <c:v>-0.25577367990752153</c:v>
                </c:pt>
                <c:pt idx="6724">
                  <c:v>0.13751408976959253</c:v>
                </c:pt>
                <c:pt idx="6725">
                  <c:v>0.37041279628664397</c:v>
                </c:pt>
                <c:pt idx="6726">
                  <c:v>0.39303177989112081</c:v>
                </c:pt>
                <c:pt idx="6727">
                  <c:v>-3.9113061541578715</c:v>
                </c:pt>
                <c:pt idx="6728">
                  <c:v>-10.768053008837269</c:v>
                </c:pt>
                <c:pt idx="6729">
                  <c:v>-11.434021484613396</c:v>
                </c:pt>
                <c:pt idx="6730">
                  <c:v>-11.954390967740899</c:v>
                </c:pt>
                <c:pt idx="6731">
                  <c:v>-12.540700671090587</c:v>
                </c:pt>
                <c:pt idx="6732">
                  <c:v>-13.696439237738817</c:v>
                </c:pt>
                <c:pt idx="6733">
                  <c:v>-13.987036336968291</c:v>
                </c:pt>
                <c:pt idx="6734">
                  <c:v>-14.688763312075338</c:v>
                </c:pt>
                <c:pt idx="6735">
                  <c:v>-15.02715782876767</c:v>
                </c:pt>
                <c:pt idx="6736">
                  <c:v>-13.676066740157875</c:v>
                </c:pt>
                <c:pt idx="6737">
                  <c:v>-13.055671788370107</c:v>
                </c:pt>
                <c:pt idx="6738">
                  <c:v>-10.205501272174613</c:v>
                </c:pt>
                <c:pt idx="6739">
                  <c:v>-8.3617618561689504</c:v>
                </c:pt>
                <c:pt idx="6740">
                  <c:v>-10.481424718701</c:v>
                </c:pt>
                <c:pt idx="6741">
                  <c:v>-7.361295117351994</c:v>
                </c:pt>
                <c:pt idx="6742">
                  <c:v>-9.3805831826676549</c:v>
                </c:pt>
                <c:pt idx="6743">
                  <c:v>-3.6841060616750982</c:v>
                </c:pt>
                <c:pt idx="6744">
                  <c:v>-1.1330709583154948</c:v>
                </c:pt>
                <c:pt idx="6745">
                  <c:v>-0.50059319961192006</c:v>
                </c:pt>
                <c:pt idx="6746">
                  <c:v>-7.9937477681785427E-2</c:v>
                </c:pt>
                <c:pt idx="6747">
                  <c:v>0.10327649362398682</c:v>
                </c:pt>
                <c:pt idx="6748">
                  <c:v>0.16261776685064755</c:v>
                </c:pt>
                <c:pt idx="6749">
                  <c:v>0.23050609488779805</c:v>
                </c:pt>
                <c:pt idx="6750">
                  <c:v>2.9872219484521925E-2</c:v>
                </c:pt>
                <c:pt idx="6751">
                  <c:v>-4.7978169559405117</c:v>
                </c:pt>
                <c:pt idx="6752">
                  <c:v>-9.0302932251167416</c:v>
                </c:pt>
                <c:pt idx="6753">
                  <c:v>-8.2268349209261018</c:v>
                </c:pt>
                <c:pt idx="6754">
                  <c:v>-7.8732216755822799</c:v>
                </c:pt>
                <c:pt idx="6755">
                  <c:v>-8.4479118864817302</c:v>
                </c:pt>
                <c:pt idx="6756">
                  <c:v>-7.6618195214837961</c:v>
                </c:pt>
                <c:pt idx="6757">
                  <c:v>-8.4117391347969814</c:v>
                </c:pt>
                <c:pt idx="6758">
                  <c:v>-8.562783004151127</c:v>
                </c:pt>
                <c:pt idx="6759">
                  <c:v>-10.112377803607885</c:v>
                </c:pt>
                <c:pt idx="6760">
                  <c:v>-9.7474608091444601</c:v>
                </c:pt>
                <c:pt idx="6761">
                  <c:v>-7.1899352669360823</c:v>
                </c:pt>
                <c:pt idx="6762">
                  <c:v>-6.8474745870759612</c:v>
                </c:pt>
                <c:pt idx="6763">
                  <c:v>-7.9920288012820526</c:v>
                </c:pt>
                <c:pt idx="6764">
                  <c:v>-7.0840654373210548</c:v>
                </c:pt>
                <c:pt idx="6765">
                  <c:v>-5.388885348671268</c:v>
                </c:pt>
                <c:pt idx="6766">
                  <c:v>-4.5602107037519497</c:v>
                </c:pt>
                <c:pt idx="6767">
                  <c:v>-4.4059828735372459</c:v>
                </c:pt>
                <c:pt idx="6768">
                  <c:v>-0.9103997836285328</c:v>
                </c:pt>
                <c:pt idx="6769">
                  <c:v>-0.5294446940821097</c:v>
                </c:pt>
                <c:pt idx="6770">
                  <c:v>-0.29073725759276908</c:v>
                </c:pt>
                <c:pt idx="6771">
                  <c:v>-0.15763976880139297</c:v>
                </c:pt>
                <c:pt idx="6772">
                  <c:v>1.280092965924712E-2</c:v>
                </c:pt>
                <c:pt idx="6773">
                  <c:v>-5.8112488128963993E-3</c:v>
                </c:pt>
                <c:pt idx="6774">
                  <c:v>0.10181125487975529</c:v>
                </c:pt>
                <c:pt idx="6775">
                  <c:v>-2.0910344812954929</c:v>
                </c:pt>
                <c:pt idx="6776">
                  <c:v>-6.7860412300899826</c:v>
                </c:pt>
                <c:pt idx="6777">
                  <c:v>-6.289296622734696</c:v>
                </c:pt>
                <c:pt idx="6778">
                  <c:v>-7.5182035390895177</c:v>
                </c:pt>
                <c:pt idx="6779">
                  <c:v>-8.2031632754899988</c:v>
                </c:pt>
                <c:pt idx="6780">
                  <c:v>-8.3443589663783762</c:v>
                </c:pt>
                <c:pt idx="6781">
                  <c:v>-7.9814279803267336</c:v>
                </c:pt>
                <c:pt idx="6782">
                  <c:v>-7.5355785263007951</c:v>
                </c:pt>
                <c:pt idx="6783">
                  <c:v>-8.407990711704894</c:v>
                </c:pt>
                <c:pt idx="6784">
                  <c:v>-7.7756084436850612</c:v>
                </c:pt>
                <c:pt idx="6785">
                  <c:v>-7.3155877552198421</c:v>
                </c:pt>
                <c:pt idx="6786">
                  <c:v>-7.7443201587125294</c:v>
                </c:pt>
                <c:pt idx="6787">
                  <c:v>-7.0253237342776513</c:v>
                </c:pt>
                <c:pt idx="6788">
                  <c:v>-6.8461008032303186</c:v>
                </c:pt>
                <c:pt idx="6789">
                  <c:v>-7.68347693624876</c:v>
                </c:pt>
                <c:pt idx="6790">
                  <c:v>-6.6604265441126378</c:v>
                </c:pt>
                <c:pt idx="6791">
                  <c:v>-3.1040231008369248</c:v>
                </c:pt>
                <c:pt idx="6792">
                  <c:v>-0.61749708746030607</c:v>
                </c:pt>
                <c:pt idx="6793">
                  <c:v>-0.52803921486940797</c:v>
                </c:pt>
                <c:pt idx="6794">
                  <c:v>-0.44284219444955203</c:v>
                </c:pt>
                <c:pt idx="6795">
                  <c:v>-0.33031392266214987</c:v>
                </c:pt>
                <c:pt idx="6796">
                  <c:v>-0.19657145811154686</c:v>
                </c:pt>
                <c:pt idx="6797">
                  <c:v>-7.4114012499223211E-2</c:v>
                </c:pt>
                <c:pt idx="6798">
                  <c:v>-2.1375671654454385</c:v>
                </c:pt>
                <c:pt idx="6799">
                  <c:v>-6.5796338714638143</c:v>
                </c:pt>
                <c:pt idx="6800">
                  <c:v>-7.4819437637432733</c:v>
                </c:pt>
                <c:pt idx="6801">
                  <c:v>-7.6350423485754497</c:v>
                </c:pt>
                <c:pt idx="6802">
                  <c:v>-7.7562132707100675</c:v>
                </c:pt>
                <c:pt idx="6803">
                  <c:v>-9.8966399769366049</c:v>
                </c:pt>
                <c:pt idx="6804">
                  <c:v>-12.392289139314981</c:v>
                </c:pt>
                <c:pt idx="6805">
                  <c:v>-12.580313718008842</c:v>
                </c:pt>
                <c:pt idx="6806">
                  <c:v>-14.395603103997239</c:v>
                </c:pt>
                <c:pt idx="6807">
                  <c:v>-16.911261263202643</c:v>
                </c:pt>
                <c:pt idx="6808">
                  <c:v>-15.81312726942881</c:v>
                </c:pt>
                <c:pt idx="6809">
                  <c:v>-14.315136099966862</c:v>
                </c:pt>
                <c:pt idx="6810">
                  <c:v>-13.684472639377514</c:v>
                </c:pt>
                <c:pt idx="6811">
                  <c:v>-13.709901022984999</c:v>
                </c:pt>
                <c:pt idx="6812">
                  <c:v>-10.840504258404943</c:v>
                </c:pt>
                <c:pt idx="6813">
                  <c:v>-8.1986206477990109</c:v>
                </c:pt>
                <c:pt idx="6814">
                  <c:v>-9.2854298661671191</c:v>
                </c:pt>
                <c:pt idx="6815">
                  <c:v>-5.2297227202115497</c:v>
                </c:pt>
                <c:pt idx="6816">
                  <c:v>-1.3707094236966468</c:v>
                </c:pt>
                <c:pt idx="6817">
                  <c:v>-0.48798099324117467</c:v>
                </c:pt>
                <c:pt idx="6818">
                  <c:v>0.19981313935648279</c:v>
                </c:pt>
                <c:pt idx="6819">
                  <c:v>0.29842735794830666</c:v>
                </c:pt>
                <c:pt idx="6820">
                  <c:v>0.25890279388801213</c:v>
                </c:pt>
                <c:pt idx="6821">
                  <c:v>0.33378034824965663</c:v>
                </c:pt>
                <c:pt idx="6822">
                  <c:v>-1.9798474111781819</c:v>
                </c:pt>
                <c:pt idx="6823">
                  <c:v>-7.5042927136755946</c:v>
                </c:pt>
                <c:pt idx="6824">
                  <c:v>-8.3204833095290187</c:v>
                </c:pt>
                <c:pt idx="6825">
                  <c:v>-9.0597258210627416</c:v>
                </c:pt>
                <c:pt idx="6826">
                  <c:v>-12.587772751708629</c:v>
                </c:pt>
                <c:pt idx="6827">
                  <c:v>-10.811635503952825</c:v>
                </c:pt>
                <c:pt idx="6828">
                  <c:v>-14.157568043571814</c:v>
                </c:pt>
                <c:pt idx="6829">
                  <c:v>-13.525395886527841</c:v>
                </c:pt>
                <c:pt idx="6830">
                  <c:v>-11.28402605577581</c:v>
                </c:pt>
                <c:pt idx="6831">
                  <c:v>-10.097688263220272</c:v>
                </c:pt>
                <c:pt idx="6832">
                  <c:v>-9.7068618150045989</c:v>
                </c:pt>
                <c:pt idx="6833">
                  <c:v>-9.9995230069504561</c:v>
                </c:pt>
                <c:pt idx="6834">
                  <c:v>-9.0916900996828112</c:v>
                </c:pt>
                <c:pt idx="6835">
                  <c:v>-8.6960354623937715</c:v>
                </c:pt>
                <c:pt idx="6836">
                  <c:v>-7.8069826445184107</c:v>
                </c:pt>
                <c:pt idx="6837">
                  <c:v>-5.9987245391988004</c:v>
                </c:pt>
                <c:pt idx="6838">
                  <c:v>-6.1611133413360832</c:v>
                </c:pt>
                <c:pt idx="6839">
                  <c:v>-0.74896550987973232</c:v>
                </c:pt>
                <c:pt idx="6840">
                  <c:v>-0.28088049961792072</c:v>
                </c:pt>
                <c:pt idx="6841">
                  <c:v>-0.33799810639642808</c:v>
                </c:pt>
                <c:pt idx="6842">
                  <c:v>-7.3154211316933865E-2</c:v>
                </c:pt>
                <c:pt idx="6843">
                  <c:v>0.23585919523193111</c:v>
                </c:pt>
                <c:pt idx="6844">
                  <c:v>0.84468838827181814</c:v>
                </c:pt>
                <c:pt idx="6845">
                  <c:v>1.8973073919948646</c:v>
                </c:pt>
                <c:pt idx="6846">
                  <c:v>1.2180154062649884</c:v>
                </c:pt>
                <c:pt idx="6847">
                  <c:v>-2.0831569782416834</c:v>
                </c:pt>
                <c:pt idx="6848">
                  <c:v>-4.7616103234071181</c:v>
                </c:pt>
                <c:pt idx="6849">
                  <c:v>-5.6549317561051966</c:v>
                </c:pt>
                <c:pt idx="6850">
                  <c:v>-6.4835435894967803</c:v>
                </c:pt>
                <c:pt idx="6851">
                  <c:v>-6.6234993745714963</c:v>
                </c:pt>
                <c:pt idx="6852">
                  <c:v>-9.1129158146557856</c:v>
                </c:pt>
                <c:pt idx="6853">
                  <c:v>-10.475668697155907</c:v>
                </c:pt>
                <c:pt idx="6854">
                  <c:v>-12.924156575260938</c:v>
                </c:pt>
                <c:pt idx="6855">
                  <c:v>-14.35026948127002</c:v>
                </c:pt>
                <c:pt idx="6856">
                  <c:v>-11.051584202608332</c:v>
                </c:pt>
                <c:pt idx="6857">
                  <c:v>-8.7560264512804817</c:v>
                </c:pt>
                <c:pt idx="6858">
                  <c:v>-5.3705719082095147</c:v>
                </c:pt>
                <c:pt idx="6859">
                  <c:v>-8.2420993828107463</c:v>
                </c:pt>
                <c:pt idx="6860">
                  <c:v>-9.1267241029630846</c:v>
                </c:pt>
                <c:pt idx="6861">
                  <c:v>-4.9642312771557169</c:v>
                </c:pt>
                <c:pt idx="6862">
                  <c:v>-5.9409218451597718</c:v>
                </c:pt>
                <c:pt idx="6863">
                  <c:v>-3.0038029380434308</c:v>
                </c:pt>
                <c:pt idx="6864">
                  <c:v>-1.6625766423918851</c:v>
                </c:pt>
                <c:pt idx="6865">
                  <c:v>-0.5402886888842775</c:v>
                </c:pt>
                <c:pt idx="6866">
                  <c:v>-0.16786559776716867</c:v>
                </c:pt>
                <c:pt idx="6867">
                  <c:v>0.28165686634606907</c:v>
                </c:pt>
                <c:pt idx="6868">
                  <c:v>0.35677696115949625</c:v>
                </c:pt>
                <c:pt idx="6869">
                  <c:v>0.44180310955239965</c:v>
                </c:pt>
                <c:pt idx="6870">
                  <c:v>0.40337296722915189</c:v>
                </c:pt>
                <c:pt idx="6871">
                  <c:v>-1.7724306235979677</c:v>
                </c:pt>
                <c:pt idx="6872">
                  <c:v>-8.9747266765858278</c:v>
                </c:pt>
                <c:pt idx="6873">
                  <c:v>-8.8553728464578363</c:v>
                </c:pt>
                <c:pt idx="6874">
                  <c:v>-10.826150862211975</c:v>
                </c:pt>
                <c:pt idx="6875">
                  <c:v>-10.633563468001036</c:v>
                </c:pt>
                <c:pt idx="6876">
                  <c:v>-10.927100450578035</c:v>
                </c:pt>
                <c:pt idx="6877">
                  <c:v>-12.504145306793937</c:v>
                </c:pt>
                <c:pt idx="6878">
                  <c:v>-12.904787517774745</c:v>
                </c:pt>
                <c:pt idx="6879">
                  <c:v>-12.061358412905605</c:v>
                </c:pt>
                <c:pt idx="6880">
                  <c:v>-10.283160047897969</c:v>
                </c:pt>
                <c:pt idx="6881">
                  <c:v>-11.08745262641321</c:v>
                </c:pt>
                <c:pt idx="6882">
                  <c:v>-10.810555952329469</c:v>
                </c:pt>
                <c:pt idx="6883">
                  <c:v>-10.060492955910794</c:v>
                </c:pt>
                <c:pt idx="6884">
                  <c:v>-11.028423313635622</c:v>
                </c:pt>
                <c:pt idx="6885">
                  <c:v>-10.361014190796629</c:v>
                </c:pt>
                <c:pt idx="6886">
                  <c:v>-10.528493399193545</c:v>
                </c:pt>
                <c:pt idx="6887">
                  <c:v>-5.3058563798837639</c:v>
                </c:pt>
                <c:pt idx="6888">
                  <c:v>-1.4482770207237243</c:v>
                </c:pt>
                <c:pt idx="6889">
                  <c:v>-0.69481919014211924</c:v>
                </c:pt>
                <c:pt idx="6890">
                  <c:v>-2.8858571935758061E-2</c:v>
                </c:pt>
                <c:pt idx="6891">
                  <c:v>0.23777020802636403</c:v>
                </c:pt>
                <c:pt idx="6892">
                  <c:v>0.41192085707026005</c:v>
                </c:pt>
                <c:pt idx="6893">
                  <c:v>0.51197438603752543</c:v>
                </c:pt>
                <c:pt idx="6894">
                  <c:v>0.4219837147021665</c:v>
                </c:pt>
                <c:pt idx="6895">
                  <c:v>-2.452347575693588</c:v>
                </c:pt>
                <c:pt idx="6896">
                  <c:v>-8.8118202593143469</c:v>
                </c:pt>
                <c:pt idx="6897">
                  <c:v>-7.5033624341115264</c:v>
                </c:pt>
                <c:pt idx="6898">
                  <c:v>-10.197624838442973</c:v>
                </c:pt>
                <c:pt idx="6899">
                  <c:v>-11.641637784915538</c:v>
                </c:pt>
                <c:pt idx="6900">
                  <c:v>-12.017595809346105</c:v>
                </c:pt>
                <c:pt idx="6901">
                  <c:v>-12.7230118460373</c:v>
                </c:pt>
                <c:pt idx="6902">
                  <c:v>-13.031770974904019</c:v>
                </c:pt>
                <c:pt idx="6903">
                  <c:v>-12.666072803942596</c:v>
                </c:pt>
                <c:pt idx="6904">
                  <c:v>-12.444328624966507</c:v>
                </c:pt>
                <c:pt idx="6905">
                  <c:v>-11.66825464129173</c:v>
                </c:pt>
                <c:pt idx="6906">
                  <c:v>-5.6073195203047996</c:v>
                </c:pt>
                <c:pt idx="6907">
                  <c:v>-12.197254758044027</c:v>
                </c:pt>
                <c:pt idx="6908">
                  <c:v>-8.7185542966557588</c:v>
                </c:pt>
                <c:pt idx="6909">
                  <c:v>-7.8794896337230513</c:v>
                </c:pt>
                <c:pt idx="6910">
                  <c:v>-9.8407874112787947</c:v>
                </c:pt>
                <c:pt idx="6911">
                  <c:v>-4.7305581141423909</c:v>
                </c:pt>
                <c:pt idx="6912">
                  <c:v>-1.206755210321544</c:v>
                </c:pt>
                <c:pt idx="6913">
                  <c:v>0.50558400089918643</c:v>
                </c:pt>
                <c:pt idx="6914">
                  <c:v>1.574877713263775</c:v>
                </c:pt>
                <c:pt idx="6915">
                  <c:v>1.1514571307789605</c:v>
                </c:pt>
                <c:pt idx="6916">
                  <c:v>0.25599363901476208</c:v>
                </c:pt>
                <c:pt idx="6917">
                  <c:v>0.29194208961524937</c:v>
                </c:pt>
                <c:pt idx="6918">
                  <c:v>0.37384067341935917</c:v>
                </c:pt>
                <c:pt idx="6919">
                  <c:v>-1.2544928529264618</c:v>
                </c:pt>
                <c:pt idx="6920">
                  <c:v>-7.6571905940211584</c:v>
                </c:pt>
                <c:pt idx="6921">
                  <c:v>-7.6455770679658999</c:v>
                </c:pt>
                <c:pt idx="6922">
                  <c:v>-7.8704439197699454</c:v>
                </c:pt>
                <c:pt idx="6923">
                  <c:v>-9.5151349868045809</c:v>
                </c:pt>
                <c:pt idx="6924">
                  <c:v>-10.322381444804135</c:v>
                </c:pt>
                <c:pt idx="6925">
                  <c:v>-10.392428608344918</c:v>
                </c:pt>
                <c:pt idx="6926">
                  <c:v>-12.72778197662382</c:v>
                </c:pt>
                <c:pt idx="6927">
                  <c:v>-11.691182825388658</c:v>
                </c:pt>
                <c:pt idx="6928">
                  <c:v>-10.976968651755024</c:v>
                </c:pt>
                <c:pt idx="6929">
                  <c:v>-11.61427326172549</c:v>
                </c:pt>
                <c:pt idx="6930">
                  <c:v>-12.48833806118731</c:v>
                </c:pt>
                <c:pt idx="6931">
                  <c:v>-10.32497508181306</c:v>
                </c:pt>
                <c:pt idx="6932">
                  <c:v>-10.743880486907155</c:v>
                </c:pt>
                <c:pt idx="6933">
                  <c:v>-9.9896764631476618</c:v>
                </c:pt>
                <c:pt idx="6934">
                  <c:v>-9.2530190339382763</c:v>
                </c:pt>
                <c:pt idx="6935">
                  <c:v>-3.5215373560933836</c:v>
                </c:pt>
                <c:pt idx="6936">
                  <c:v>-1.566342829599128</c:v>
                </c:pt>
                <c:pt idx="6937">
                  <c:v>-1.1279761643316688</c:v>
                </c:pt>
                <c:pt idx="6938">
                  <c:v>-0.68140365128619695</c:v>
                </c:pt>
                <c:pt idx="6939">
                  <c:v>-0.56348631263740134</c:v>
                </c:pt>
                <c:pt idx="6940">
                  <c:v>-1.0206522178905547E-2</c:v>
                </c:pt>
                <c:pt idx="6941">
                  <c:v>0.25024726504272521</c:v>
                </c:pt>
                <c:pt idx="6942">
                  <c:v>-0.8951709060291706</c:v>
                </c:pt>
                <c:pt idx="6943">
                  <c:v>-7.7390370048554926</c:v>
                </c:pt>
                <c:pt idx="6944">
                  <c:v>-9.5663913133177072</c:v>
                </c:pt>
                <c:pt idx="6945">
                  <c:v>-10.823848273924947</c:v>
                </c:pt>
                <c:pt idx="6946">
                  <c:v>-13.183384565665239</c:v>
                </c:pt>
                <c:pt idx="6947">
                  <c:v>-13.308256987912626</c:v>
                </c:pt>
                <c:pt idx="6948">
                  <c:v>-15.81480457174446</c:v>
                </c:pt>
                <c:pt idx="6949">
                  <c:v>-16.452931876900212</c:v>
                </c:pt>
                <c:pt idx="6950">
                  <c:v>-14.247510099392818</c:v>
                </c:pt>
                <c:pt idx="6951">
                  <c:v>-12.396082573687215</c:v>
                </c:pt>
                <c:pt idx="6952">
                  <c:v>-15.712049862936407</c:v>
                </c:pt>
                <c:pt idx="6953">
                  <c:v>-12.532834263684562</c:v>
                </c:pt>
                <c:pt idx="6954">
                  <c:v>-11.112291298947868</c:v>
                </c:pt>
                <c:pt idx="6955">
                  <c:v>-10.836280885547808</c:v>
                </c:pt>
                <c:pt idx="6956">
                  <c:v>-9.5316876635088352</c:v>
                </c:pt>
                <c:pt idx="6957">
                  <c:v>-8.717767614837598</c:v>
                </c:pt>
                <c:pt idx="6958">
                  <c:v>-7.8860685108961146</c:v>
                </c:pt>
                <c:pt idx="6959">
                  <c:v>-2.5208205865568245</c:v>
                </c:pt>
                <c:pt idx="6960">
                  <c:v>-0.44889418466384967</c:v>
                </c:pt>
                <c:pt idx="6961">
                  <c:v>0.44869918935751874</c:v>
                </c:pt>
                <c:pt idx="6962">
                  <c:v>0.43804162038469269</c:v>
                </c:pt>
                <c:pt idx="6963">
                  <c:v>0.21281136763748801</c:v>
                </c:pt>
                <c:pt idx="6964">
                  <c:v>0.4327659417682842</c:v>
                </c:pt>
                <c:pt idx="6965">
                  <c:v>0.62754790102799973</c:v>
                </c:pt>
                <c:pt idx="6966">
                  <c:v>-0.55374089312737096</c:v>
                </c:pt>
                <c:pt idx="6967">
                  <c:v>-6.1907891979829115</c:v>
                </c:pt>
                <c:pt idx="6968">
                  <c:v>-5.4088001619513202</c:v>
                </c:pt>
                <c:pt idx="6969">
                  <c:v>-5.9251986018218963</c:v>
                </c:pt>
                <c:pt idx="6970">
                  <c:v>-9.3186694788026987</c:v>
                </c:pt>
                <c:pt idx="6971">
                  <c:v>-9.8555270733609905</c:v>
                </c:pt>
                <c:pt idx="6972">
                  <c:v>-11.016345115397437</c:v>
                </c:pt>
                <c:pt idx="6973">
                  <c:v>-11.132380299295948</c:v>
                </c:pt>
                <c:pt idx="6974">
                  <c:v>-10.095780941486789</c:v>
                </c:pt>
                <c:pt idx="6975">
                  <c:v>-11.506413621856062</c:v>
                </c:pt>
                <c:pt idx="6976">
                  <c:v>-10.568034674752184</c:v>
                </c:pt>
                <c:pt idx="6977">
                  <c:v>-11.53506347379415</c:v>
                </c:pt>
                <c:pt idx="6978">
                  <c:v>-12.045124527873805</c:v>
                </c:pt>
                <c:pt idx="6979">
                  <c:v>-11.119649343644857</c:v>
                </c:pt>
                <c:pt idx="6980">
                  <c:v>-10.81465101198728</c:v>
                </c:pt>
                <c:pt idx="6981">
                  <c:v>-8.9047250535717861</c:v>
                </c:pt>
                <c:pt idx="6982">
                  <c:v>-8.7494222920341791</c:v>
                </c:pt>
                <c:pt idx="6983">
                  <c:v>-3.2750425285490765</c:v>
                </c:pt>
                <c:pt idx="6984">
                  <c:v>-2.2628519167569516</c:v>
                </c:pt>
                <c:pt idx="6985">
                  <c:v>-1.3042914037135056</c:v>
                </c:pt>
                <c:pt idx="6986">
                  <c:v>-0.43354578067439231</c:v>
                </c:pt>
                <c:pt idx="6987">
                  <c:v>0.16741974128398882</c:v>
                </c:pt>
                <c:pt idx="6988">
                  <c:v>0.37628941707788244</c:v>
                </c:pt>
                <c:pt idx="6989">
                  <c:v>0.36535078699061219</c:v>
                </c:pt>
                <c:pt idx="6990">
                  <c:v>-2.7036935839207437</c:v>
                </c:pt>
                <c:pt idx="6991">
                  <c:v>-7.9298004531168083</c:v>
                </c:pt>
                <c:pt idx="6992">
                  <c:v>-7.3571541631915469</c:v>
                </c:pt>
                <c:pt idx="6993">
                  <c:v>-11.587060896812686</c:v>
                </c:pt>
                <c:pt idx="6994">
                  <c:v>-12.361484967543957</c:v>
                </c:pt>
                <c:pt idx="6995">
                  <c:v>-12.712845709608262</c:v>
                </c:pt>
                <c:pt idx="6996">
                  <c:v>-10.508200923046576</c:v>
                </c:pt>
                <c:pt idx="6997">
                  <c:v>-10.39238421596402</c:v>
                </c:pt>
                <c:pt idx="6998">
                  <c:v>-9.6202128075898585</c:v>
                </c:pt>
                <c:pt idx="6999">
                  <c:v>-9.3130486935560324</c:v>
                </c:pt>
                <c:pt idx="7000">
                  <c:v>-9.0555317376665361</c:v>
                </c:pt>
                <c:pt idx="7001">
                  <c:v>-9.4779740601549101</c:v>
                </c:pt>
                <c:pt idx="7002">
                  <c:v>-9.1694057354595735</c:v>
                </c:pt>
                <c:pt idx="7003">
                  <c:v>-8.5259718698710589</c:v>
                </c:pt>
                <c:pt idx="7004">
                  <c:v>-7.9016708044162884</c:v>
                </c:pt>
                <c:pt idx="7005">
                  <c:v>-7.5690706738192937</c:v>
                </c:pt>
                <c:pt idx="7006">
                  <c:v>-6.1118136546292581</c:v>
                </c:pt>
                <c:pt idx="7007">
                  <c:v>-2.3463607331814278</c:v>
                </c:pt>
                <c:pt idx="7008">
                  <c:v>-0.76020979627958762</c:v>
                </c:pt>
                <c:pt idx="7009">
                  <c:v>-0.19686034149381468</c:v>
                </c:pt>
                <c:pt idx="7010">
                  <c:v>-7.8118367770862063E-2</c:v>
                </c:pt>
                <c:pt idx="7011">
                  <c:v>0.30733551294262096</c:v>
                </c:pt>
                <c:pt idx="7012">
                  <c:v>0.34997844928623462</c:v>
                </c:pt>
                <c:pt idx="7013">
                  <c:v>0.41787105756228471</c:v>
                </c:pt>
                <c:pt idx="7014">
                  <c:v>-1.5025692539300006</c:v>
                </c:pt>
                <c:pt idx="7015">
                  <c:v>-8.9172484483089907</c:v>
                </c:pt>
                <c:pt idx="7016">
                  <c:v>-8.1089017942486894</c:v>
                </c:pt>
                <c:pt idx="7017">
                  <c:v>-8.0872176660832924</c:v>
                </c:pt>
                <c:pt idx="7018">
                  <c:v>-10.793795689744693</c:v>
                </c:pt>
                <c:pt idx="7019">
                  <c:v>-14.238787301160377</c:v>
                </c:pt>
                <c:pt idx="7020">
                  <c:v>-10.583856074028608</c:v>
                </c:pt>
                <c:pt idx="7021">
                  <c:v>-11.389754689282187</c:v>
                </c:pt>
                <c:pt idx="7022">
                  <c:v>-11.740373908342413</c:v>
                </c:pt>
                <c:pt idx="7023">
                  <c:v>-9.9395476099966231</c:v>
                </c:pt>
                <c:pt idx="7024">
                  <c:v>-9.9143331427874468</c:v>
                </c:pt>
                <c:pt idx="7025">
                  <c:v>-8.3951065422148439</c:v>
                </c:pt>
                <c:pt idx="7026">
                  <c:v>-9.1439851798859682</c:v>
                </c:pt>
                <c:pt idx="7027">
                  <c:v>-8.2715384603426596</c:v>
                </c:pt>
                <c:pt idx="7028">
                  <c:v>-7.8819988207736547</c:v>
                </c:pt>
                <c:pt idx="7029">
                  <c:v>-7.2377289737922119</c:v>
                </c:pt>
                <c:pt idx="7030">
                  <c:v>-6.7000008539208</c:v>
                </c:pt>
                <c:pt idx="7031">
                  <c:v>-2.3788257929086001</c:v>
                </c:pt>
                <c:pt idx="7032">
                  <c:v>-0.22196324970730044</c:v>
                </c:pt>
                <c:pt idx="7033">
                  <c:v>0.48307633170191039</c:v>
                </c:pt>
                <c:pt idx="7034">
                  <c:v>0.24435905935990807</c:v>
                </c:pt>
                <c:pt idx="7035">
                  <c:v>0.20492603055288483</c:v>
                </c:pt>
                <c:pt idx="7036">
                  <c:v>0.37777296208587635</c:v>
                </c:pt>
                <c:pt idx="7037">
                  <c:v>0.39309875719432652</c:v>
                </c:pt>
                <c:pt idx="7038">
                  <c:v>0.66031048835926565</c:v>
                </c:pt>
                <c:pt idx="7039">
                  <c:v>-4.8336205573293416</c:v>
                </c:pt>
                <c:pt idx="7040">
                  <c:v>-5.9564953022174425</c:v>
                </c:pt>
                <c:pt idx="7041">
                  <c:v>-4.1063940753863193</c:v>
                </c:pt>
                <c:pt idx="7042">
                  <c:v>-7.205214643871293</c:v>
                </c:pt>
                <c:pt idx="7043">
                  <c:v>-8.5853505070901068</c:v>
                </c:pt>
                <c:pt idx="7044">
                  <c:v>-8.9542325483809915</c:v>
                </c:pt>
                <c:pt idx="7045">
                  <c:v>-8.8434645096725664</c:v>
                </c:pt>
                <c:pt idx="7046">
                  <c:v>-9.1383355195817852</c:v>
                </c:pt>
                <c:pt idx="7047">
                  <c:v>-7.0733045032614612</c:v>
                </c:pt>
                <c:pt idx="7048">
                  <c:v>-6.7591470199134571</c:v>
                </c:pt>
                <c:pt idx="7049">
                  <c:v>-7.5417235308190786</c:v>
                </c:pt>
                <c:pt idx="7050">
                  <c:v>-8.4239392611408359</c:v>
                </c:pt>
                <c:pt idx="7051">
                  <c:v>-7.6210685502057238</c:v>
                </c:pt>
                <c:pt idx="7052">
                  <c:v>-7.4632276261662245</c:v>
                </c:pt>
                <c:pt idx="7053">
                  <c:v>-6.4876219379551001</c:v>
                </c:pt>
                <c:pt idx="7054">
                  <c:v>-2.630973441264401</c:v>
                </c:pt>
                <c:pt idx="7055">
                  <c:v>-2.4505623089580699</c:v>
                </c:pt>
                <c:pt idx="7056">
                  <c:v>-0.83263917602888204</c:v>
                </c:pt>
                <c:pt idx="7057">
                  <c:v>-6.5015320558332937E-2</c:v>
                </c:pt>
                <c:pt idx="7058">
                  <c:v>0.25037351405695707</c:v>
                </c:pt>
                <c:pt idx="7059">
                  <c:v>0.27999860133237209</c:v>
                </c:pt>
                <c:pt idx="7060">
                  <c:v>0.41388480971780761</c:v>
                </c:pt>
                <c:pt idx="7061">
                  <c:v>0.44680289137494145</c:v>
                </c:pt>
                <c:pt idx="7062">
                  <c:v>0.50608270078207263</c:v>
                </c:pt>
                <c:pt idx="7063">
                  <c:v>-1.6463165337125421</c:v>
                </c:pt>
                <c:pt idx="7064">
                  <c:v>-7.2255059995254056</c:v>
                </c:pt>
                <c:pt idx="7065">
                  <c:v>-5.4051295904351084</c:v>
                </c:pt>
                <c:pt idx="7066">
                  <c:v>-2.3823362124002796</c:v>
                </c:pt>
                <c:pt idx="7067">
                  <c:v>-8.5396176368713341</c:v>
                </c:pt>
                <c:pt idx="7068">
                  <c:v>-7.869702748718777</c:v>
                </c:pt>
                <c:pt idx="7069">
                  <c:v>-8.2680723580403761</c:v>
                </c:pt>
                <c:pt idx="7070">
                  <c:v>-9.4133006056300648</c:v>
                </c:pt>
                <c:pt idx="7071">
                  <c:v>-9.2757750503456098</c:v>
                </c:pt>
                <c:pt idx="7072">
                  <c:v>-9.5115514562545922</c:v>
                </c:pt>
                <c:pt idx="7073">
                  <c:v>-7.0275124125966029</c:v>
                </c:pt>
                <c:pt idx="7074">
                  <c:v>-8.227819168732152</c:v>
                </c:pt>
                <c:pt idx="7075">
                  <c:v>-5.9500070588191001</c:v>
                </c:pt>
                <c:pt idx="7076">
                  <c:v>-8.3108344783427306</c:v>
                </c:pt>
                <c:pt idx="7077">
                  <c:v>-5.1429758722745955</c:v>
                </c:pt>
                <c:pt idx="7078">
                  <c:v>-7.3638561611981208</c:v>
                </c:pt>
                <c:pt idx="7079">
                  <c:v>-3.2148381680075855</c:v>
                </c:pt>
                <c:pt idx="7080">
                  <c:v>-0.9858682320246982</c:v>
                </c:pt>
                <c:pt idx="7081">
                  <c:v>-0.28160890634060337</c:v>
                </c:pt>
                <c:pt idx="7082">
                  <c:v>3.4553324434784843E-2</c:v>
                </c:pt>
                <c:pt idx="7083">
                  <c:v>0.36296770946047269</c:v>
                </c:pt>
                <c:pt idx="7084">
                  <c:v>0.38991423718223883</c:v>
                </c:pt>
                <c:pt idx="7085">
                  <c:v>0.4317438702571284</c:v>
                </c:pt>
                <c:pt idx="7086">
                  <c:v>0.29647674665056128</c:v>
                </c:pt>
                <c:pt idx="7087">
                  <c:v>-2.2990369310927656</c:v>
                </c:pt>
                <c:pt idx="7088">
                  <c:v>-9.5565756224834519</c:v>
                </c:pt>
                <c:pt idx="7089">
                  <c:v>-8.1346570573873969</c:v>
                </c:pt>
                <c:pt idx="7090">
                  <c:v>-8.8074701392266199</c:v>
                </c:pt>
                <c:pt idx="7091">
                  <c:v>-8.9817098764801191</c:v>
                </c:pt>
                <c:pt idx="7092">
                  <c:v>-10.72723572329911</c:v>
                </c:pt>
                <c:pt idx="7093">
                  <c:v>-11.176017814674351</c:v>
                </c:pt>
                <c:pt idx="7094">
                  <c:v>-9.7177034054347615</c:v>
                </c:pt>
                <c:pt idx="7095">
                  <c:v>-9.9949721162015379</c:v>
                </c:pt>
                <c:pt idx="7096">
                  <c:v>-11.65226314333748</c:v>
                </c:pt>
                <c:pt idx="7097">
                  <c:v>-9.3452760421774563</c:v>
                </c:pt>
                <c:pt idx="7098">
                  <c:v>-5.3142416832609669</c:v>
                </c:pt>
                <c:pt idx="7099">
                  <c:v>-10.427965820114711</c:v>
                </c:pt>
                <c:pt idx="7100">
                  <c:v>-10.593928510732685</c:v>
                </c:pt>
                <c:pt idx="7101">
                  <c:v>-8.3227549844986104</c:v>
                </c:pt>
                <c:pt idx="7102">
                  <c:v>-7.9642612214233957</c:v>
                </c:pt>
                <c:pt idx="7103">
                  <c:v>-8.620425508243919</c:v>
                </c:pt>
                <c:pt idx="7104">
                  <c:v>-7.3909096500132572</c:v>
                </c:pt>
                <c:pt idx="7105">
                  <c:v>-4.1581626263258622</c:v>
                </c:pt>
                <c:pt idx="7106">
                  <c:v>-1.5052084619000401</c:v>
                </c:pt>
                <c:pt idx="7107">
                  <c:v>-0.36646027038166445</c:v>
                </c:pt>
                <c:pt idx="7108">
                  <c:v>-5.1533070344769144E-2</c:v>
                </c:pt>
                <c:pt idx="7109">
                  <c:v>0.15038042770836316</c:v>
                </c:pt>
                <c:pt idx="7110">
                  <c:v>0.18838221905503111</c:v>
                </c:pt>
                <c:pt idx="7111">
                  <c:v>-2.5715101196921704</c:v>
                </c:pt>
                <c:pt idx="7112">
                  <c:v>-10.185041240718189</c:v>
                </c:pt>
                <c:pt idx="7113">
                  <c:v>-11.364988876356437</c:v>
                </c:pt>
                <c:pt idx="7114">
                  <c:v>-11.24272128126854</c:v>
                </c:pt>
                <c:pt idx="7115">
                  <c:v>-12.115135928079878</c:v>
                </c:pt>
                <c:pt idx="7116">
                  <c:v>-12.631649012882589</c:v>
                </c:pt>
                <c:pt idx="7117">
                  <c:v>-12.165812623791355</c:v>
                </c:pt>
                <c:pt idx="7118">
                  <c:v>-11.090915596815739</c:v>
                </c:pt>
                <c:pt idx="7119">
                  <c:v>-11.727197821396903</c:v>
                </c:pt>
                <c:pt idx="7120">
                  <c:v>-10.413652263897779</c:v>
                </c:pt>
                <c:pt idx="7121">
                  <c:v>-10.313317862517119</c:v>
                </c:pt>
                <c:pt idx="7122">
                  <c:v>-9.1866226415860925</c:v>
                </c:pt>
                <c:pt idx="7123">
                  <c:v>-7.9691516850261372</c:v>
                </c:pt>
                <c:pt idx="7124">
                  <c:v>-8.2241538277765915</c:v>
                </c:pt>
                <c:pt idx="7125">
                  <c:v>-7.2227426455852468</c:v>
                </c:pt>
                <c:pt idx="7126">
                  <c:v>-7.1516077592491767</c:v>
                </c:pt>
                <c:pt idx="7127">
                  <c:v>-6.7569607601290462</c:v>
                </c:pt>
                <c:pt idx="7128">
                  <c:v>-6.0953940267360149</c:v>
                </c:pt>
                <c:pt idx="7129">
                  <c:v>-2.9667368465419495</c:v>
                </c:pt>
                <c:pt idx="7130">
                  <c:v>-2.0656805655898025</c:v>
                </c:pt>
                <c:pt idx="7131">
                  <c:v>-1.1126695972321794</c:v>
                </c:pt>
                <c:pt idx="7132">
                  <c:v>-0.33834055909770572</c:v>
                </c:pt>
                <c:pt idx="7133">
                  <c:v>-3.35866103617097E-2</c:v>
                </c:pt>
                <c:pt idx="7134">
                  <c:v>0.18383851718416888</c:v>
                </c:pt>
                <c:pt idx="7135">
                  <c:v>-2.1382981153291634</c:v>
                </c:pt>
                <c:pt idx="7136">
                  <c:v>-7.5683730596597467</c:v>
                </c:pt>
                <c:pt idx="7137">
                  <c:v>-8.8001896793143324</c:v>
                </c:pt>
                <c:pt idx="7138">
                  <c:v>-8.1095167651463509</c:v>
                </c:pt>
                <c:pt idx="7139">
                  <c:v>-10.170301985107272</c:v>
                </c:pt>
                <c:pt idx="7140">
                  <c:v>-12.546168252920149</c:v>
                </c:pt>
                <c:pt idx="7141">
                  <c:v>-11.426181817385741</c:v>
                </c:pt>
                <c:pt idx="7142">
                  <c:v>-11.665500441184902</c:v>
                </c:pt>
                <c:pt idx="7143">
                  <c:v>-12.432280574503476</c:v>
                </c:pt>
                <c:pt idx="7144">
                  <c:v>-12.973667549690358</c:v>
                </c:pt>
                <c:pt idx="7145">
                  <c:v>-10.730190395804119</c:v>
                </c:pt>
                <c:pt idx="7146">
                  <c:v>-10.27385488369765</c:v>
                </c:pt>
                <c:pt idx="7147">
                  <c:v>-10.258355012270265</c:v>
                </c:pt>
                <c:pt idx="7148">
                  <c:v>-8.110262389855226</c:v>
                </c:pt>
                <c:pt idx="7149">
                  <c:v>-6.4018157442228754</c:v>
                </c:pt>
                <c:pt idx="7150">
                  <c:v>-7.090906848606032</c:v>
                </c:pt>
                <c:pt idx="7151">
                  <c:v>-6.6262690876179118</c:v>
                </c:pt>
                <c:pt idx="7152">
                  <c:v>-7.6186494645246787</c:v>
                </c:pt>
                <c:pt idx="7153">
                  <c:v>-6.6307654223286816</c:v>
                </c:pt>
                <c:pt idx="7154">
                  <c:v>-2.8210538264752496</c:v>
                </c:pt>
                <c:pt idx="7155">
                  <c:v>-0.73097733409251375</c:v>
                </c:pt>
                <c:pt idx="7156">
                  <c:v>-5.3710239683949362E-2</c:v>
                </c:pt>
                <c:pt idx="7157">
                  <c:v>0.18503541256800851</c:v>
                </c:pt>
                <c:pt idx="7158">
                  <c:v>-4.8082159724482807</c:v>
                </c:pt>
                <c:pt idx="7159">
                  <c:v>-6.7264920069875256</c:v>
                </c:pt>
                <c:pt idx="7160">
                  <c:v>-8.1238902120874297</c:v>
                </c:pt>
                <c:pt idx="7161">
                  <c:v>-9.2791613686607501</c:v>
                </c:pt>
                <c:pt idx="7162">
                  <c:v>-9.9264018716441775</c:v>
                </c:pt>
                <c:pt idx="7163">
                  <c:v>-13.010102092113419</c:v>
                </c:pt>
                <c:pt idx="7164">
                  <c:v>-13.78607522677463</c:v>
                </c:pt>
                <c:pt idx="7165">
                  <c:v>-13.12096174082107</c:v>
                </c:pt>
                <c:pt idx="7166">
                  <c:v>-12.568497921863994</c:v>
                </c:pt>
                <c:pt idx="7167">
                  <c:v>-11.333028482112626</c:v>
                </c:pt>
                <c:pt idx="7168">
                  <c:v>-11.480014220436185</c:v>
                </c:pt>
                <c:pt idx="7169">
                  <c:v>-10.588963436118229</c:v>
                </c:pt>
                <c:pt idx="7170">
                  <c:v>-8.9365484216701034</c:v>
                </c:pt>
                <c:pt idx="7171">
                  <c:v>-8.6242654618907082</c:v>
                </c:pt>
                <c:pt idx="7172">
                  <c:v>-8.5200343494983848</c:v>
                </c:pt>
                <c:pt idx="7173">
                  <c:v>-9.1890528233580557</c:v>
                </c:pt>
                <c:pt idx="7174">
                  <c:v>-8.5247744311232054</c:v>
                </c:pt>
                <c:pt idx="7175">
                  <c:v>-8.0555470908287177</c:v>
                </c:pt>
                <c:pt idx="7176">
                  <c:v>-7.5757533822520591</c:v>
                </c:pt>
                <c:pt idx="7177">
                  <c:v>-7.7794028960654336</c:v>
                </c:pt>
                <c:pt idx="7178">
                  <c:v>-7.22090645045924</c:v>
                </c:pt>
                <c:pt idx="7179">
                  <c:v>-6.445804980489461</c:v>
                </c:pt>
                <c:pt idx="7180">
                  <c:v>-6.4164544008347493</c:v>
                </c:pt>
                <c:pt idx="7181">
                  <c:v>-6.0793377108451505</c:v>
                </c:pt>
                <c:pt idx="7182">
                  <c:v>-5.880708379036065</c:v>
                </c:pt>
                <c:pt idx="7183">
                  <c:v>-5.4204445540321959</c:v>
                </c:pt>
                <c:pt idx="7184">
                  <c:v>-5.0804082221412834</c:v>
                </c:pt>
                <c:pt idx="7185">
                  <c:v>-5.9125537639203998</c:v>
                </c:pt>
                <c:pt idx="7186">
                  <c:v>-5.5094165619796156</c:v>
                </c:pt>
                <c:pt idx="7187">
                  <c:v>-5.5178054743963125</c:v>
                </c:pt>
                <c:pt idx="7188">
                  <c:v>-5.9665763272647219</c:v>
                </c:pt>
                <c:pt idx="7189">
                  <c:v>-5.4590951324519299</c:v>
                </c:pt>
                <c:pt idx="7190">
                  <c:v>-5.442885183277907</c:v>
                </c:pt>
                <c:pt idx="7191">
                  <c:v>-6.1750973676221044</c:v>
                </c:pt>
                <c:pt idx="7192">
                  <c:v>-7.1347972677117593</c:v>
                </c:pt>
                <c:pt idx="7193">
                  <c:v>-8.162979885549694</c:v>
                </c:pt>
                <c:pt idx="7194">
                  <c:v>-8.6389070623372355</c:v>
                </c:pt>
                <c:pt idx="7195">
                  <c:v>-8.7023353288266172</c:v>
                </c:pt>
                <c:pt idx="7196">
                  <c:v>-7.7941863974884606</c:v>
                </c:pt>
                <c:pt idx="7197">
                  <c:v>-7.4349418273251064</c:v>
                </c:pt>
                <c:pt idx="7198">
                  <c:v>-7.0794010105958192</c:v>
                </c:pt>
                <c:pt idx="7199">
                  <c:v>-6.8634572681349679</c:v>
                </c:pt>
                <c:pt idx="7200">
                  <c:v>-6.4354846540432611</c:v>
                </c:pt>
                <c:pt idx="7201">
                  <c:v>-6.5834591866249204</c:v>
                </c:pt>
                <c:pt idx="7202">
                  <c:v>-6.2604188793670206</c:v>
                </c:pt>
                <c:pt idx="7203">
                  <c:v>-5.6406353371660982</c:v>
                </c:pt>
                <c:pt idx="7204">
                  <c:v>-5.9068644052214605</c:v>
                </c:pt>
                <c:pt idx="7205">
                  <c:v>-5.8449595224881774</c:v>
                </c:pt>
                <c:pt idx="7206">
                  <c:v>-5.7641647103032927</c:v>
                </c:pt>
                <c:pt idx="7207">
                  <c:v>-5.6904780582752004</c:v>
                </c:pt>
                <c:pt idx="7208">
                  <c:v>-6.2363296304183189</c:v>
                </c:pt>
                <c:pt idx="7209">
                  <c:v>-6.1972778474947345</c:v>
                </c:pt>
                <c:pt idx="7210">
                  <c:v>-7.2330481900570351</c:v>
                </c:pt>
                <c:pt idx="7211">
                  <c:v>-9.294856050797204</c:v>
                </c:pt>
                <c:pt idx="7212">
                  <c:v>-10.259382156807304</c:v>
                </c:pt>
                <c:pt idx="7213">
                  <c:v>-9.5917702104818137</c:v>
                </c:pt>
                <c:pt idx="7214">
                  <c:v>-8.8427915515296025</c:v>
                </c:pt>
                <c:pt idx="7215">
                  <c:v>-9.8980482889229382</c:v>
                </c:pt>
                <c:pt idx="7216">
                  <c:v>-9.8231022902197047</c:v>
                </c:pt>
                <c:pt idx="7217">
                  <c:v>-9.0723358158745384</c:v>
                </c:pt>
                <c:pt idx="7218">
                  <c:v>-7.6667236717686098</c:v>
                </c:pt>
                <c:pt idx="7219">
                  <c:v>-7.1174801702487667</c:v>
                </c:pt>
                <c:pt idx="7220">
                  <c:v>-6.4284071001692178</c:v>
                </c:pt>
                <c:pt idx="7221">
                  <c:v>-6.3724782131674758</c:v>
                </c:pt>
                <c:pt idx="7222">
                  <c:v>-5.7071658876783404</c:v>
                </c:pt>
                <c:pt idx="7223">
                  <c:v>-5.6422240732865783</c:v>
                </c:pt>
                <c:pt idx="7224">
                  <c:v>-6.1023494299882683</c:v>
                </c:pt>
                <c:pt idx="7225">
                  <c:v>-5.9327233361547229</c:v>
                </c:pt>
                <c:pt idx="7226">
                  <c:v>-3.0600546094490531</c:v>
                </c:pt>
                <c:pt idx="7227">
                  <c:v>-4.9889166708613581</c:v>
                </c:pt>
                <c:pt idx="7228">
                  <c:v>-2.9664248067191927</c:v>
                </c:pt>
                <c:pt idx="7229">
                  <c:v>-2.3293270843573302</c:v>
                </c:pt>
                <c:pt idx="7230">
                  <c:v>-3.1798949013015405</c:v>
                </c:pt>
                <c:pt idx="7231">
                  <c:v>-1.9108150695480755</c:v>
                </c:pt>
                <c:pt idx="7232">
                  <c:v>-0.56830337717506185</c:v>
                </c:pt>
                <c:pt idx="7233">
                  <c:v>-2.754586795266849</c:v>
                </c:pt>
                <c:pt idx="7234">
                  <c:v>-2.0627619511391226</c:v>
                </c:pt>
                <c:pt idx="7235">
                  <c:v>-0.18809044146392789</c:v>
                </c:pt>
                <c:pt idx="7236">
                  <c:v>-2.1825010819280557</c:v>
                </c:pt>
                <c:pt idx="7237">
                  <c:v>-2.3802506756459478</c:v>
                </c:pt>
                <c:pt idx="7238">
                  <c:v>-0.38281023643449102</c:v>
                </c:pt>
                <c:pt idx="7239">
                  <c:v>-1.7513366047313539</c:v>
                </c:pt>
                <c:pt idx="7240">
                  <c:v>-2.1201353034772774</c:v>
                </c:pt>
                <c:pt idx="7241">
                  <c:v>-0.87641353640909569</c:v>
                </c:pt>
                <c:pt idx="7242">
                  <c:v>-0.92569519739978812</c:v>
                </c:pt>
                <c:pt idx="7243">
                  <c:v>-2.8662794019437325</c:v>
                </c:pt>
                <c:pt idx="7244">
                  <c:v>-1.0768396343766811</c:v>
                </c:pt>
                <c:pt idx="7245">
                  <c:v>-1.0174831956196118</c:v>
                </c:pt>
                <c:pt idx="7246">
                  <c:v>-2.3379472809938737</c:v>
                </c:pt>
                <c:pt idx="7247">
                  <c:v>-2.0779523558611874</c:v>
                </c:pt>
                <c:pt idx="7248">
                  <c:v>-0.16070297907300621</c:v>
                </c:pt>
                <c:pt idx="7249">
                  <c:v>-1.2783949254400295</c:v>
                </c:pt>
                <c:pt idx="7250">
                  <c:v>0.59407631368455427</c:v>
                </c:pt>
                <c:pt idx="7251">
                  <c:v>0.60396091260271423</c:v>
                </c:pt>
                <c:pt idx="7252">
                  <c:v>0.62624682172460899</c:v>
                </c:pt>
                <c:pt idx="7253">
                  <c:v>0.5802233360336676</c:v>
                </c:pt>
                <c:pt idx="7254">
                  <c:v>0.60824524008133363</c:v>
                </c:pt>
                <c:pt idx="7255">
                  <c:v>0.37883284437005804</c:v>
                </c:pt>
                <c:pt idx="7256">
                  <c:v>0.38181709781626011</c:v>
                </c:pt>
                <c:pt idx="7257">
                  <c:v>0.33694050057541752</c:v>
                </c:pt>
                <c:pt idx="7258">
                  <c:v>-3.6449220585475728</c:v>
                </c:pt>
                <c:pt idx="7259">
                  <c:v>-3.7191221484929589</c:v>
                </c:pt>
                <c:pt idx="7260">
                  <c:v>-1.1239822073265244</c:v>
                </c:pt>
                <c:pt idx="7261">
                  <c:v>-8.2912180824762611</c:v>
                </c:pt>
                <c:pt idx="7262">
                  <c:v>-1.5912009310760475</c:v>
                </c:pt>
                <c:pt idx="7263">
                  <c:v>-10.255549480558313</c:v>
                </c:pt>
                <c:pt idx="7264">
                  <c:v>-3.0477755041772232</c:v>
                </c:pt>
                <c:pt idx="7265">
                  <c:v>-9.505334307297284</c:v>
                </c:pt>
                <c:pt idx="7266">
                  <c:v>-6.8048997205955706</c:v>
                </c:pt>
                <c:pt idx="7267">
                  <c:v>-5.4214829205754622</c:v>
                </c:pt>
                <c:pt idx="7268">
                  <c:v>-2.5418006901494903</c:v>
                </c:pt>
                <c:pt idx="7269">
                  <c:v>-1.4127466530580683</c:v>
                </c:pt>
                <c:pt idx="7270">
                  <c:v>-2.9770953085297878</c:v>
                </c:pt>
                <c:pt idx="7271">
                  <c:v>-3.8234839087702266</c:v>
                </c:pt>
                <c:pt idx="7272">
                  <c:v>-2.4308543275859553</c:v>
                </c:pt>
                <c:pt idx="7273">
                  <c:v>-2.7644432650928703</c:v>
                </c:pt>
                <c:pt idx="7274">
                  <c:v>-3.1032581268199317</c:v>
                </c:pt>
                <c:pt idx="7275">
                  <c:v>-2.9637945784299147</c:v>
                </c:pt>
                <c:pt idx="7276">
                  <c:v>-3.4784892176672888</c:v>
                </c:pt>
                <c:pt idx="7277">
                  <c:v>-2.721812631828834</c:v>
                </c:pt>
                <c:pt idx="7278">
                  <c:v>-2.7216774043138896</c:v>
                </c:pt>
                <c:pt idx="7279">
                  <c:v>-2.8414964013669062</c:v>
                </c:pt>
                <c:pt idx="7280">
                  <c:v>-3.0582293109269734</c:v>
                </c:pt>
                <c:pt idx="7281">
                  <c:v>-5.5355775329719794</c:v>
                </c:pt>
                <c:pt idx="7282">
                  <c:v>-8.8441205590248675</c:v>
                </c:pt>
                <c:pt idx="7283">
                  <c:v>-10.436163386777306</c:v>
                </c:pt>
                <c:pt idx="7284">
                  <c:v>-10.243706358092638</c:v>
                </c:pt>
                <c:pt idx="7285">
                  <c:v>-9.0876692236033971</c:v>
                </c:pt>
                <c:pt idx="7286">
                  <c:v>-7.3864491908570491</c:v>
                </c:pt>
                <c:pt idx="7287">
                  <c:v>-7.8072589464912916</c:v>
                </c:pt>
                <c:pt idx="7288">
                  <c:v>-8.3534877828181653</c:v>
                </c:pt>
                <c:pt idx="7289">
                  <c:v>-7.1747294310232945</c:v>
                </c:pt>
                <c:pt idx="7290">
                  <c:v>-6.1356192537518135</c:v>
                </c:pt>
                <c:pt idx="7291">
                  <c:v>-5.5057018618931872</c:v>
                </c:pt>
                <c:pt idx="7292">
                  <c:v>-3.9542051796032371</c:v>
                </c:pt>
                <c:pt idx="7293">
                  <c:v>-2.8840245608486184</c:v>
                </c:pt>
                <c:pt idx="7294">
                  <c:v>-2.0937009866225553</c:v>
                </c:pt>
                <c:pt idx="7295">
                  <c:v>-0.93251395957173022</c:v>
                </c:pt>
                <c:pt idx="7296">
                  <c:v>0.18675855911179609</c:v>
                </c:pt>
                <c:pt idx="7297">
                  <c:v>0.82934855398559826</c:v>
                </c:pt>
                <c:pt idx="7298">
                  <c:v>0.90783069170702591</c:v>
                </c:pt>
                <c:pt idx="7299">
                  <c:v>0.90761909576203892</c:v>
                </c:pt>
                <c:pt idx="7300">
                  <c:v>0.88263233608868408</c:v>
                </c:pt>
                <c:pt idx="7301">
                  <c:v>0.82504746390501427</c:v>
                </c:pt>
                <c:pt idx="7302">
                  <c:v>0.89684849241733233</c:v>
                </c:pt>
                <c:pt idx="7303">
                  <c:v>0.87951882683101756</c:v>
                </c:pt>
                <c:pt idx="7304">
                  <c:v>0.67480681085733829</c:v>
                </c:pt>
                <c:pt idx="7305">
                  <c:v>0.4521476574090178</c:v>
                </c:pt>
                <c:pt idx="7306">
                  <c:v>-3.1799486194625839</c:v>
                </c:pt>
                <c:pt idx="7307">
                  <c:v>-3.217051472953198</c:v>
                </c:pt>
                <c:pt idx="7308">
                  <c:v>-5.1161969914721679</c:v>
                </c:pt>
                <c:pt idx="7309">
                  <c:v>-0.99698467042889383</c:v>
                </c:pt>
                <c:pt idx="7310">
                  <c:v>-6.7141697233057469</c:v>
                </c:pt>
                <c:pt idx="7311">
                  <c:v>-6.4247213532341245</c:v>
                </c:pt>
                <c:pt idx="7312">
                  <c:v>-4.9184612254550215</c:v>
                </c:pt>
                <c:pt idx="7313">
                  <c:v>-5.0619424059428928</c:v>
                </c:pt>
                <c:pt idx="7314">
                  <c:v>-4.1380746172911937</c:v>
                </c:pt>
                <c:pt idx="7315">
                  <c:v>-3.7504579342891153</c:v>
                </c:pt>
                <c:pt idx="7316">
                  <c:v>-3.1885289790629785</c:v>
                </c:pt>
                <c:pt idx="7317">
                  <c:v>-2.3307590239253089</c:v>
                </c:pt>
                <c:pt idx="7318">
                  <c:v>-1.6720751284479229</c:v>
                </c:pt>
                <c:pt idx="7319">
                  <c:v>-1.3232695285399878</c:v>
                </c:pt>
                <c:pt idx="7320">
                  <c:v>-0.96392447055721686</c:v>
                </c:pt>
                <c:pt idx="7321">
                  <c:v>-6.2143685928158117E-3</c:v>
                </c:pt>
                <c:pt idx="7322">
                  <c:v>2.8182830328594016E-2</c:v>
                </c:pt>
                <c:pt idx="7323">
                  <c:v>0.52765746645337186</c:v>
                </c:pt>
                <c:pt idx="7324">
                  <c:v>0.47840439917018301</c:v>
                </c:pt>
                <c:pt idx="7325">
                  <c:v>0.54228400305862001</c:v>
                </c:pt>
                <c:pt idx="7326">
                  <c:v>0.49448353432975922</c:v>
                </c:pt>
                <c:pt idx="7327">
                  <c:v>0.25970309300788963</c:v>
                </c:pt>
                <c:pt idx="7328">
                  <c:v>-1.5225189404039005E-2</c:v>
                </c:pt>
                <c:pt idx="7329">
                  <c:v>-1.2452116048173152</c:v>
                </c:pt>
                <c:pt idx="7330">
                  <c:v>-8.0223339728290028</c:v>
                </c:pt>
                <c:pt idx="7331">
                  <c:v>-7.3477697593331674</c:v>
                </c:pt>
                <c:pt idx="7332">
                  <c:v>-5.2766079967015136</c:v>
                </c:pt>
                <c:pt idx="7333">
                  <c:v>-8.022908873077542</c:v>
                </c:pt>
                <c:pt idx="7334">
                  <c:v>-8.1102660132652424</c:v>
                </c:pt>
                <c:pt idx="7335">
                  <c:v>-8.0530929413417809</c:v>
                </c:pt>
                <c:pt idx="7336">
                  <c:v>-8.2762603118204545</c:v>
                </c:pt>
                <c:pt idx="7337">
                  <c:v>-8.0634750329757718</c:v>
                </c:pt>
                <c:pt idx="7338">
                  <c:v>-6.3783876833789499</c:v>
                </c:pt>
                <c:pt idx="7339">
                  <c:v>-5.5249792855902093</c:v>
                </c:pt>
                <c:pt idx="7340">
                  <c:v>-4.6738528190792046</c:v>
                </c:pt>
                <c:pt idx="7341">
                  <c:v>-3.6765394239464779</c:v>
                </c:pt>
                <c:pt idx="7342">
                  <c:v>-3.0090592876792011</c:v>
                </c:pt>
                <c:pt idx="7343">
                  <c:v>-3.0554037517340777</c:v>
                </c:pt>
                <c:pt idx="7344">
                  <c:v>-1.2479137749923495</c:v>
                </c:pt>
                <c:pt idx="7345">
                  <c:v>-1.8934870766940772</c:v>
                </c:pt>
                <c:pt idx="7346">
                  <c:v>-6.1064020181996345E-2</c:v>
                </c:pt>
                <c:pt idx="7347">
                  <c:v>-2.4335831733431483</c:v>
                </c:pt>
                <c:pt idx="7348">
                  <c:v>0.43145833921457449</c:v>
                </c:pt>
                <c:pt idx="7349">
                  <c:v>0.49617168173336917</c:v>
                </c:pt>
                <c:pt idx="7350">
                  <c:v>0.42723738072415762</c:v>
                </c:pt>
                <c:pt idx="7351">
                  <c:v>-0.801042470562499</c:v>
                </c:pt>
                <c:pt idx="7352">
                  <c:v>-1.0217877438176639</c:v>
                </c:pt>
                <c:pt idx="7353">
                  <c:v>-2.4264101099177036</c:v>
                </c:pt>
                <c:pt idx="7354">
                  <c:v>-2.9617284618949657</c:v>
                </c:pt>
                <c:pt idx="7355">
                  <c:v>-6.1866390574361674</c:v>
                </c:pt>
                <c:pt idx="7356">
                  <c:v>-6.32216651870508</c:v>
                </c:pt>
                <c:pt idx="7357">
                  <c:v>-7.0649833328747675</c:v>
                </c:pt>
                <c:pt idx="7358">
                  <c:v>-7.9424213731520723</c:v>
                </c:pt>
                <c:pt idx="7359">
                  <c:v>-8.1530526533166388</c:v>
                </c:pt>
                <c:pt idx="7360">
                  <c:v>-8.6525837528555396</c:v>
                </c:pt>
                <c:pt idx="7361">
                  <c:v>-8.9237139627480921</c:v>
                </c:pt>
                <c:pt idx="7362">
                  <c:v>-7.8769283260616278</c:v>
                </c:pt>
                <c:pt idx="7363">
                  <c:v>-7.4170806662105004</c:v>
                </c:pt>
                <c:pt idx="7364">
                  <c:v>-6.5835164933478802</c:v>
                </c:pt>
                <c:pt idx="7365">
                  <c:v>-4.2896889969507237</c:v>
                </c:pt>
                <c:pt idx="7366">
                  <c:v>-3.8154583643675068</c:v>
                </c:pt>
                <c:pt idx="7367">
                  <c:v>-2.21655830724825</c:v>
                </c:pt>
                <c:pt idx="7368">
                  <c:v>-0.58148593407867033</c:v>
                </c:pt>
                <c:pt idx="7369">
                  <c:v>-7.0833712446784367E-2</c:v>
                </c:pt>
                <c:pt idx="7370">
                  <c:v>8.4799787763925813E-2</c:v>
                </c:pt>
                <c:pt idx="7371">
                  <c:v>0.23629887580973616</c:v>
                </c:pt>
                <c:pt idx="7372">
                  <c:v>0.23915054995103147</c:v>
                </c:pt>
                <c:pt idx="7373">
                  <c:v>0.34179462319343423</c:v>
                </c:pt>
                <c:pt idx="7374">
                  <c:v>0.3563708418573987</c:v>
                </c:pt>
                <c:pt idx="7375">
                  <c:v>-1.1598590589708175</c:v>
                </c:pt>
                <c:pt idx="7376">
                  <c:v>-5.2531766673442126</c:v>
                </c:pt>
                <c:pt idx="7377">
                  <c:v>-6.1891300019705069</c:v>
                </c:pt>
                <c:pt idx="7378">
                  <c:v>-7.9506695805111702</c:v>
                </c:pt>
                <c:pt idx="7379">
                  <c:v>-7.9384459831836693</c:v>
                </c:pt>
                <c:pt idx="7380">
                  <c:v>-7.7595248055209307</c:v>
                </c:pt>
                <c:pt idx="7381">
                  <c:v>-9.2472944785619084</c:v>
                </c:pt>
                <c:pt idx="7382">
                  <c:v>-10.628620879611375</c:v>
                </c:pt>
                <c:pt idx="7383">
                  <c:v>-10.409844515228027</c:v>
                </c:pt>
                <c:pt idx="7384">
                  <c:v>-11.576913176516593</c:v>
                </c:pt>
                <c:pt idx="7385">
                  <c:v>-10.707793803977887</c:v>
                </c:pt>
                <c:pt idx="7386">
                  <c:v>-9.5942634806825211</c:v>
                </c:pt>
                <c:pt idx="7387">
                  <c:v>-7.0912357091348373</c:v>
                </c:pt>
                <c:pt idx="7388">
                  <c:v>-6.4481623995510224</c:v>
                </c:pt>
                <c:pt idx="7389">
                  <c:v>-6.5237805847848245</c:v>
                </c:pt>
                <c:pt idx="7390">
                  <c:v>-4.7595124206850699</c:v>
                </c:pt>
                <c:pt idx="7391">
                  <c:v>-6.884320081831989</c:v>
                </c:pt>
                <c:pt idx="7392">
                  <c:v>-3.6491126756543695</c:v>
                </c:pt>
                <c:pt idx="7393">
                  <c:v>-1.5668909314035706</c:v>
                </c:pt>
                <c:pt idx="7394">
                  <c:v>-0.12250901179367504</c:v>
                </c:pt>
                <c:pt idx="7395">
                  <c:v>0.21694719174963323</c:v>
                </c:pt>
                <c:pt idx="7396">
                  <c:v>0.34367428708339215</c:v>
                </c:pt>
                <c:pt idx="7397">
                  <c:v>0.54298493220276745</c:v>
                </c:pt>
                <c:pt idx="7398">
                  <c:v>0.46807234570917006</c:v>
                </c:pt>
                <c:pt idx="7399">
                  <c:v>-1.0015214394473866</c:v>
                </c:pt>
                <c:pt idx="7400">
                  <c:v>-1.205498393825466</c:v>
                </c:pt>
                <c:pt idx="7401">
                  <c:v>-6.9895743910669728</c:v>
                </c:pt>
                <c:pt idx="7402">
                  <c:v>-3.6460631503591721</c:v>
                </c:pt>
                <c:pt idx="7403">
                  <c:v>-10.024930327652138</c:v>
                </c:pt>
                <c:pt idx="7404">
                  <c:v>-7.8143512402031643</c:v>
                </c:pt>
                <c:pt idx="7405">
                  <c:v>-7.9910166894176475</c:v>
                </c:pt>
                <c:pt idx="7406">
                  <c:v>-8.5282171779309355</c:v>
                </c:pt>
                <c:pt idx="7407">
                  <c:v>-7.9871604828534091</c:v>
                </c:pt>
                <c:pt idx="7408">
                  <c:v>-9.1915129670772728</c:v>
                </c:pt>
                <c:pt idx="7409">
                  <c:v>-8.0505413444392229</c:v>
                </c:pt>
                <c:pt idx="7410">
                  <c:v>-7.8876293895135099</c:v>
                </c:pt>
                <c:pt idx="7411">
                  <c:v>-6.6918634395177747</c:v>
                </c:pt>
                <c:pt idx="7412">
                  <c:v>-5.8257882376911425</c:v>
                </c:pt>
                <c:pt idx="7413">
                  <c:v>-5.4508268313167552</c:v>
                </c:pt>
                <c:pt idx="7414">
                  <c:v>-5.1349636244029799</c:v>
                </c:pt>
                <c:pt idx="7415">
                  <c:v>-4.2447115813870919</c:v>
                </c:pt>
                <c:pt idx="7416">
                  <c:v>-4.1369450053336445</c:v>
                </c:pt>
                <c:pt idx="7417">
                  <c:v>-2.879919485652497</c:v>
                </c:pt>
                <c:pt idx="7418">
                  <c:v>-0.48831289095395436</c:v>
                </c:pt>
                <c:pt idx="7419">
                  <c:v>-2.6007302839892481</c:v>
                </c:pt>
                <c:pt idx="7420">
                  <c:v>0.35951684047947835</c:v>
                </c:pt>
                <c:pt idx="7421">
                  <c:v>0.49781244570278388</c:v>
                </c:pt>
                <c:pt idx="7422">
                  <c:v>0.40050442179642332</c:v>
                </c:pt>
                <c:pt idx="7423">
                  <c:v>-1.8024638414967433</c:v>
                </c:pt>
                <c:pt idx="7424">
                  <c:v>-1.6809539056608875</c:v>
                </c:pt>
                <c:pt idx="7425">
                  <c:v>-8.1805775997632431</c:v>
                </c:pt>
                <c:pt idx="7426">
                  <c:v>-2.2508309045614543</c:v>
                </c:pt>
                <c:pt idx="7427">
                  <c:v>-12.283539247709927</c:v>
                </c:pt>
                <c:pt idx="7428">
                  <c:v>-10.281319648530467</c:v>
                </c:pt>
                <c:pt idx="7429">
                  <c:v>-10.352195312077736</c:v>
                </c:pt>
                <c:pt idx="7430">
                  <c:v>-10.595105423281932</c:v>
                </c:pt>
                <c:pt idx="7431">
                  <c:v>-10.577769405349866</c:v>
                </c:pt>
                <c:pt idx="7432">
                  <c:v>-10.65302966655749</c:v>
                </c:pt>
                <c:pt idx="7433">
                  <c:v>-9.2216536124120214</c:v>
                </c:pt>
                <c:pt idx="7434">
                  <c:v>-8.4524659740463015</c:v>
                </c:pt>
                <c:pt idx="7435">
                  <c:v>-7.6810041857446789</c:v>
                </c:pt>
                <c:pt idx="7436">
                  <c:v>-6.9549563222095241</c:v>
                </c:pt>
                <c:pt idx="7437">
                  <c:v>-5.8623227017761641</c:v>
                </c:pt>
                <c:pt idx="7438">
                  <c:v>-6.1822574755829347</c:v>
                </c:pt>
                <c:pt idx="7439">
                  <c:v>-5.6740736861107672</c:v>
                </c:pt>
                <c:pt idx="7440">
                  <c:v>-5.0562970074009508</c:v>
                </c:pt>
                <c:pt idx="7441">
                  <c:v>-4.5834829245954545</c:v>
                </c:pt>
                <c:pt idx="7442">
                  <c:v>-0.64048894122203304</c:v>
                </c:pt>
                <c:pt idx="7443">
                  <c:v>-0.17762543098859515</c:v>
                </c:pt>
                <c:pt idx="7444">
                  <c:v>0.29491308999618049</c:v>
                </c:pt>
                <c:pt idx="7445">
                  <c:v>0.4895553768527095</c:v>
                </c:pt>
                <c:pt idx="7446">
                  <c:v>0.5393341259388168</c:v>
                </c:pt>
                <c:pt idx="7447">
                  <c:v>-2.1021452444633826</c:v>
                </c:pt>
                <c:pt idx="7448">
                  <c:v>-3.0468575892449792</c:v>
                </c:pt>
                <c:pt idx="7449">
                  <c:v>-4.7434876692010546</c:v>
                </c:pt>
                <c:pt idx="7450">
                  <c:v>-7.9669439185832776</c:v>
                </c:pt>
                <c:pt idx="7451">
                  <c:v>-4.9580281125641852</c:v>
                </c:pt>
                <c:pt idx="7452">
                  <c:v>-5.5732848036208535</c:v>
                </c:pt>
                <c:pt idx="7453">
                  <c:v>-5.2634693392219098</c:v>
                </c:pt>
                <c:pt idx="7454">
                  <c:v>-6.8140404101459824</c:v>
                </c:pt>
                <c:pt idx="7455">
                  <c:v>-7.3702459656016694</c:v>
                </c:pt>
                <c:pt idx="7456">
                  <c:v>-6.5804555717085176</c:v>
                </c:pt>
                <c:pt idx="7457">
                  <c:v>-5.4789683828544549</c:v>
                </c:pt>
                <c:pt idx="7458">
                  <c:v>-5.5841531974396794</c:v>
                </c:pt>
                <c:pt idx="7459">
                  <c:v>-5.4633377845273579</c:v>
                </c:pt>
                <c:pt idx="7460">
                  <c:v>-5.009941050365101</c:v>
                </c:pt>
                <c:pt idx="7461">
                  <c:v>-4.9059972392606506</c:v>
                </c:pt>
                <c:pt idx="7462">
                  <c:v>-4.6453678946210681</c:v>
                </c:pt>
                <c:pt idx="7463">
                  <c:v>-4.53714401026315</c:v>
                </c:pt>
                <c:pt idx="7464">
                  <c:v>-3.7286259482809951</c:v>
                </c:pt>
                <c:pt idx="7465">
                  <c:v>-3.0645858915625754</c:v>
                </c:pt>
                <c:pt idx="7466">
                  <c:v>-1.7418039587678149</c:v>
                </c:pt>
                <c:pt idx="7467">
                  <c:v>-3.2312895304209528</c:v>
                </c:pt>
                <c:pt idx="7468">
                  <c:v>-3.3961764295832575</c:v>
                </c:pt>
                <c:pt idx="7469">
                  <c:v>-1.4857423717018063</c:v>
                </c:pt>
                <c:pt idx="7470">
                  <c:v>-4.5448059797083351</c:v>
                </c:pt>
                <c:pt idx="7471">
                  <c:v>-4.8413977360987666</c:v>
                </c:pt>
                <c:pt idx="7472">
                  <c:v>-4.6449409301554745</c:v>
                </c:pt>
                <c:pt idx="7473">
                  <c:v>-5.3209021055389769</c:v>
                </c:pt>
                <c:pt idx="7474">
                  <c:v>-5.8725967124118288</c:v>
                </c:pt>
                <c:pt idx="7475">
                  <c:v>-5.7801814559571767</c:v>
                </c:pt>
                <c:pt idx="7476">
                  <c:v>-6.527255036207583</c:v>
                </c:pt>
                <c:pt idx="7477">
                  <c:v>-7.9784651628967991</c:v>
                </c:pt>
                <c:pt idx="7478">
                  <c:v>-9.9310332881256098</c:v>
                </c:pt>
                <c:pt idx="7479">
                  <c:v>-9.7349447755301313</c:v>
                </c:pt>
                <c:pt idx="7480">
                  <c:v>-11.411731077012364</c:v>
                </c:pt>
                <c:pt idx="7481">
                  <c:v>-10.350629356961804</c:v>
                </c:pt>
                <c:pt idx="7482">
                  <c:v>-8.9622847136218731</c:v>
                </c:pt>
                <c:pt idx="7483">
                  <c:v>-7.9549628453802379</c:v>
                </c:pt>
                <c:pt idx="7484">
                  <c:v>-7.0262070839160149</c:v>
                </c:pt>
                <c:pt idx="7485">
                  <c:v>-6.5272415396707464</c:v>
                </c:pt>
                <c:pt idx="7486">
                  <c:v>-5.8464966721392964</c:v>
                </c:pt>
                <c:pt idx="7487">
                  <c:v>0.83295665448984491</c:v>
                </c:pt>
                <c:pt idx="7488">
                  <c:v>1.61036110532806</c:v>
                </c:pt>
                <c:pt idx="7489">
                  <c:v>1.5756281464042992</c:v>
                </c:pt>
                <c:pt idx="7490">
                  <c:v>1.5405624329570602</c:v>
                </c:pt>
                <c:pt idx="7491">
                  <c:v>1.5051639649863435</c:v>
                </c:pt>
                <c:pt idx="7492">
                  <c:v>1.4694327424921345</c:v>
                </c:pt>
                <c:pt idx="7493">
                  <c:v>1.4333687654744356</c:v>
                </c:pt>
                <c:pt idx="7494">
                  <c:v>1.3969720339332572</c:v>
                </c:pt>
                <c:pt idx="7495">
                  <c:v>1.3602425478685907</c:v>
                </c:pt>
                <c:pt idx="7496">
                  <c:v>1.3231803072804416</c:v>
                </c:pt>
                <c:pt idx="7497">
                  <c:v>1.2857853121688072</c:v>
                </c:pt>
                <c:pt idx="7498">
                  <c:v>1.2480575625336889</c:v>
                </c:pt>
                <c:pt idx="7499">
                  <c:v>1.2099970583750845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-11.186321665708892</c:v>
                </c:pt>
                <c:pt idx="7697">
                  <c:v>-10.905194320547919</c:v>
                </c:pt>
                <c:pt idx="7698">
                  <c:v>-9.4920999550090759</c:v>
                </c:pt>
                <c:pt idx="7699">
                  <c:v>-9.1522379867441828</c:v>
                </c:pt>
                <c:pt idx="7700">
                  <c:v>-8.4006080434887629</c:v>
                </c:pt>
                <c:pt idx="7701">
                  <c:v>-8.2240900382745075</c:v>
                </c:pt>
                <c:pt idx="7702">
                  <c:v>-7.3054622206765947</c:v>
                </c:pt>
                <c:pt idx="7703">
                  <c:v>-2.7494424252298644</c:v>
                </c:pt>
                <c:pt idx="7704">
                  <c:v>-1.7199687666316781</c:v>
                </c:pt>
                <c:pt idx="7705">
                  <c:v>-0.67660798137729239</c:v>
                </c:pt>
                <c:pt idx="7706">
                  <c:v>-0.16077665111768635</c:v>
                </c:pt>
                <c:pt idx="7707">
                  <c:v>9.4288239943198252E-2</c:v>
                </c:pt>
                <c:pt idx="7708">
                  <c:v>0.22367229302171096</c:v>
                </c:pt>
                <c:pt idx="7709">
                  <c:v>0.30485446360542418</c:v>
                </c:pt>
                <c:pt idx="7710">
                  <c:v>0.44882257956616095</c:v>
                </c:pt>
                <c:pt idx="7711">
                  <c:v>-4.6867873246657359</c:v>
                </c:pt>
                <c:pt idx="7712">
                  <c:v>-5.5124479679596003</c:v>
                </c:pt>
                <c:pt idx="7713">
                  <c:v>-6.016453226017318</c:v>
                </c:pt>
                <c:pt idx="7714">
                  <c:v>-5.8084030960274795</c:v>
                </c:pt>
                <c:pt idx="7715">
                  <c:v>-9.3760049193365855</c:v>
                </c:pt>
                <c:pt idx="7716">
                  <c:v>-10.354206501808305</c:v>
                </c:pt>
                <c:pt idx="7717">
                  <c:v>-8.6076692754444313</c:v>
                </c:pt>
                <c:pt idx="7718">
                  <c:v>-6.3276609959049184</c:v>
                </c:pt>
                <c:pt idx="7719">
                  <c:v>-10.051849223657699</c:v>
                </c:pt>
                <c:pt idx="7720">
                  <c:v>-11.806299618426845</c:v>
                </c:pt>
                <c:pt idx="7721">
                  <c:v>-9.4863213865886582</c:v>
                </c:pt>
                <c:pt idx="7722">
                  <c:v>-3.1457700982524814</c:v>
                </c:pt>
                <c:pt idx="7723">
                  <c:v>-4.0905780481466998</c:v>
                </c:pt>
                <c:pt idx="7724">
                  <c:v>-2.278868424160573</c:v>
                </c:pt>
                <c:pt idx="7725">
                  <c:v>0.13894728502078987</c:v>
                </c:pt>
                <c:pt idx="7726">
                  <c:v>0.34721292557296768</c:v>
                </c:pt>
                <c:pt idx="7727">
                  <c:v>0.42741617870337772</c:v>
                </c:pt>
                <c:pt idx="7728">
                  <c:v>0.41597419042575873</c:v>
                </c:pt>
                <c:pt idx="7729">
                  <c:v>0.57221290545839854</c:v>
                </c:pt>
                <c:pt idx="7730">
                  <c:v>0.69048232277968591</c:v>
                </c:pt>
                <c:pt idx="7731">
                  <c:v>0.66088563912555021</c:v>
                </c:pt>
                <c:pt idx="7732">
                  <c:v>0.61248791354843835</c:v>
                </c:pt>
                <c:pt idx="7733">
                  <c:v>0.65887099953950934</c:v>
                </c:pt>
                <c:pt idx="7734">
                  <c:v>0.54851272601650758</c:v>
                </c:pt>
                <c:pt idx="7735">
                  <c:v>0.44375555064426625</c:v>
                </c:pt>
                <c:pt idx="7736">
                  <c:v>0.33298360942171035</c:v>
                </c:pt>
                <c:pt idx="7737">
                  <c:v>0.57553765969403781</c:v>
                </c:pt>
                <c:pt idx="7738">
                  <c:v>0.73207895299193759</c:v>
                </c:pt>
                <c:pt idx="7739">
                  <c:v>0.35877214106368338</c:v>
                </c:pt>
                <c:pt idx="7740">
                  <c:v>0.48926691796457372</c:v>
                </c:pt>
                <c:pt idx="7741">
                  <c:v>0.74744755643294758</c:v>
                </c:pt>
                <c:pt idx="7742">
                  <c:v>0.71112487758294973</c:v>
                </c:pt>
                <c:pt idx="7743">
                  <c:v>0.82332794898494355</c:v>
                </c:pt>
                <c:pt idx="7744">
                  <c:v>0.6519201787365938</c:v>
                </c:pt>
                <c:pt idx="7745">
                  <c:v>0.62892336770559309</c:v>
                </c:pt>
                <c:pt idx="7746">
                  <c:v>0.63738732758118144</c:v>
                </c:pt>
                <c:pt idx="7747">
                  <c:v>0.58944228788053088</c:v>
                </c:pt>
                <c:pt idx="7748">
                  <c:v>0.50575773145498537</c:v>
                </c:pt>
                <c:pt idx="7749">
                  <c:v>0.62695128535678546</c:v>
                </c:pt>
                <c:pt idx="7750">
                  <c:v>0.60062222936699428</c:v>
                </c:pt>
                <c:pt idx="7751">
                  <c:v>0.56658485522954549</c:v>
                </c:pt>
                <c:pt idx="7752">
                  <c:v>0.64812021614931792</c:v>
                </c:pt>
                <c:pt idx="7753">
                  <c:v>0.62958520973700582</c:v>
                </c:pt>
                <c:pt idx="7754">
                  <c:v>0.6187810067552213</c:v>
                </c:pt>
                <c:pt idx="7755">
                  <c:v>0.57926496530006333</c:v>
                </c:pt>
                <c:pt idx="7756">
                  <c:v>0.6915353570809305</c:v>
                </c:pt>
                <c:pt idx="7757">
                  <c:v>0.64493063339065893</c:v>
                </c:pt>
                <c:pt idx="7758">
                  <c:v>0.59481887667109168</c:v>
                </c:pt>
                <c:pt idx="7759">
                  <c:v>0.42867288812556598</c:v>
                </c:pt>
                <c:pt idx="7760">
                  <c:v>0.450642777357594</c:v>
                </c:pt>
                <c:pt idx="7761">
                  <c:v>0.52108120643585421</c:v>
                </c:pt>
                <c:pt idx="7762">
                  <c:v>-1.9965166621270363</c:v>
                </c:pt>
                <c:pt idx="7763">
                  <c:v>-8.8047043070481052</c:v>
                </c:pt>
                <c:pt idx="7764">
                  <c:v>-7.1949109858263567</c:v>
                </c:pt>
                <c:pt idx="7765">
                  <c:v>-6.7663796434048695</c:v>
                </c:pt>
                <c:pt idx="7766">
                  <c:v>-10.350985996259961</c:v>
                </c:pt>
                <c:pt idx="7767">
                  <c:v>-8.6261912916068901</c:v>
                </c:pt>
                <c:pt idx="7768">
                  <c:v>-8.9131080257190156</c:v>
                </c:pt>
                <c:pt idx="7769">
                  <c:v>-5.7538108244311328</c:v>
                </c:pt>
                <c:pt idx="7770">
                  <c:v>-5.8600711545221795</c:v>
                </c:pt>
                <c:pt idx="7771">
                  <c:v>-4.4160591507276239</c:v>
                </c:pt>
                <c:pt idx="7772">
                  <c:v>-4.8360738467021074</c:v>
                </c:pt>
                <c:pt idx="7773">
                  <c:v>-0.66354314469148601</c:v>
                </c:pt>
                <c:pt idx="7774">
                  <c:v>-4.4661857524294718E-2</c:v>
                </c:pt>
                <c:pt idx="7775">
                  <c:v>1.5111684309866676E-2</c:v>
                </c:pt>
                <c:pt idx="7776">
                  <c:v>0.1199710758537553</c:v>
                </c:pt>
                <c:pt idx="7777">
                  <c:v>0.33212024791107969</c:v>
                </c:pt>
                <c:pt idx="7778">
                  <c:v>0.44644528452819343</c:v>
                </c:pt>
                <c:pt idx="7779">
                  <c:v>0.5042166224615926</c:v>
                </c:pt>
                <c:pt idx="7780">
                  <c:v>0.5899765011890834</c:v>
                </c:pt>
                <c:pt idx="7781">
                  <c:v>0.63806570821389674</c:v>
                </c:pt>
                <c:pt idx="7782">
                  <c:v>0.67209677794636613</c:v>
                </c:pt>
                <c:pt idx="7783">
                  <c:v>-0.65449505863946367</c:v>
                </c:pt>
                <c:pt idx="7784">
                  <c:v>-7.7261981139586604</c:v>
                </c:pt>
                <c:pt idx="7785">
                  <c:v>-5.5048955457676394</c:v>
                </c:pt>
                <c:pt idx="7786">
                  <c:v>-5.0691791833396307</c:v>
                </c:pt>
                <c:pt idx="7787">
                  <c:v>-5.0713551979550653</c:v>
                </c:pt>
                <c:pt idx="7788">
                  <c:v>-5.7711677167014113</c:v>
                </c:pt>
                <c:pt idx="7789">
                  <c:v>-6.2127871922648525</c:v>
                </c:pt>
                <c:pt idx="7790">
                  <c:v>-7.2772835838366463</c:v>
                </c:pt>
                <c:pt idx="7791">
                  <c:v>-7.3205323804509295</c:v>
                </c:pt>
                <c:pt idx="7792">
                  <c:v>-6.6099952710495824</c:v>
                </c:pt>
                <c:pt idx="7793">
                  <c:v>-5.9514066993091888</c:v>
                </c:pt>
                <c:pt idx="7794">
                  <c:v>-3.8111603488756085</c:v>
                </c:pt>
                <c:pt idx="7795">
                  <c:v>-0.7085066738244471</c:v>
                </c:pt>
                <c:pt idx="7796">
                  <c:v>-6.0903222457595589</c:v>
                </c:pt>
                <c:pt idx="7797">
                  <c:v>-1.6085649620258395</c:v>
                </c:pt>
                <c:pt idx="7798">
                  <c:v>-2.6430302195129958</c:v>
                </c:pt>
                <c:pt idx="7799">
                  <c:v>0.17357541000663729</c:v>
                </c:pt>
                <c:pt idx="7800">
                  <c:v>0.43909114446569081</c:v>
                </c:pt>
                <c:pt idx="7801">
                  <c:v>0.40449258797849064</c:v>
                </c:pt>
                <c:pt idx="7802">
                  <c:v>0.52374681634237885</c:v>
                </c:pt>
                <c:pt idx="7803">
                  <c:v>0.68352128627749742</c:v>
                </c:pt>
                <c:pt idx="7804">
                  <c:v>0.71574204967821198</c:v>
                </c:pt>
                <c:pt idx="7805">
                  <c:v>0.54635547358000625</c:v>
                </c:pt>
                <c:pt idx="7806">
                  <c:v>0.4913078552012905</c:v>
                </c:pt>
                <c:pt idx="7807">
                  <c:v>0.35925673257782265</c:v>
                </c:pt>
                <c:pt idx="7808">
                  <c:v>-5.7050890606823765</c:v>
                </c:pt>
                <c:pt idx="7809">
                  <c:v>-6.6303794157678357</c:v>
                </c:pt>
                <c:pt idx="7810">
                  <c:v>-0.7679980975566113</c:v>
                </c:pt>
                <c:pt idx="7811">
                  <c:v>-9.9850396895600912</c:v>
                </c:pt>
                <c:pt idx="7812">
                  <c:v>-9.0168364442051452</c:v>
                </c:pt>
                <c:pt idx="7813">
                  <c:v>-8.9323365830516579</c:v>
                </c:pt>
                <c:pt idx="7814">
                  <c:v>-9.9766436821599296</c:v>
                </c:pt>
                <c:pt idx="7815">
                  <c:v>-7.768397854165662</c:v>
                </c:pt>
                <c:pt idx="7816">
                  <c:v>-8.0540071929102641</c:v>
                </c:pt>
                <c:pt idx="7817">
                  <c:v>-6.2590994544514045</c:v>
                </c:pt>
                <c:pt idx="7818">
                  <c:v>-5.8724246673757889</c:v>
                </c:pt>
                <c:pt idx="7819">
                  <c:v>-3.3024509652272709</c:v>
                </c:pt>
                <c:pt idx="7820">
                  <c:v>-3.3311425235774439</c:v>
                </c:pt>
                <c:pt idx="7821">
                  <c:v>-3.6765149493301346</c:v>
                </c:pt>
                <c:pt idx="7822">
                  <c:v>-4.6645162050899796</c:v>
                </c:pt>
                <c:pt idx="7823">
                  <c:v>-1.0669727742772019</c:v>
                </c:pt>
                <c:pt idx="7824">
                  <c:v>0.34765568155728888</c:v>
                </c:pt>
                <c:pt idx="7825">
                  <c:v>0.37378294939101525</c:v>
                </c:pt>
                <c:pt idx="7826">
                  <c:v>0.44243222852449016</c:v>
                </c:pt>
                <c:pt idx="7827">
                  <c:v>0.39631941568473383</c:v>
                </c:pt>
                <c:pt idx="7828">
                  <c:v>0.44652117734649288</c:v>
                </c:pt>
                <c:pt idx="7829">
                  <c:v>0.43524742517057569</c:v>
                </c:pt>
                <c:pt idx="7830">
                  <c:v>0.51184770886944941</c:v>
                </c:pt>
                <c:pt idx="7831">
                  <c:v>-1.7024092882986064</c:v>
                </c:pt>
                <c:pt idx="7832">
                  <c:v>-5.1255382627803661</c:v>
                </c:pt>
                <c:pt idx="7833">
                  <c:v>-5.6315187720298141</c:v>
                </c:pt>
                <c:pt idx="7834">
                  <c:v>-11.340846805473427</c:v>
                </c:pt>
                <c:pt idx="7835">
                  <c:v>-10.557330526916306</c:v>
                </c:pt>
                <c:pt idx="7836">
                  <c:v>-10.361174416012835</c:v>
                </c:pt>
                <c:pt idx="7837">
                  <c:v>-10.300918276772988</c:v>
                </c:pt>
                <c:pt idx="7838">
                  <c:v>-11.271208822714636</c:v>
                </c:pt>
                <c:pt idx="7839">
                  <c:v>-11.636697613420711</c:v>
                </c:pt>
                <c:pt idx="7840">
                  <c:v>-12.299986374291814</c:v>
                </c:pt>
                <c:pt idx="7841">
                  <c:v>-8.6717037280835303</c:v>
                </c:pt>
                <c:pt idx="7842">
                  <c:v>-6.3608066260187162</c:v>
                </c:pt>
                <c:pt idx="7843">
                  <c:v>-5.8463251487832517</c:v>
                </c:pt>
                <c:pt idx="7844">
                  <c:v>-5.479760859726114</c:v>
                </c:pt>
                <c:pt idx="7845">
                  <c:v>-2.6647531673573499</c:v>
                </c:pt>
                <c:pt idx="7846">
                  <c:v>-4.1638140726466704</c:v>
                </c:pt>
                <c:pt idx="7847">
                  <c:v>-2.0257409719807509</c:v>
                </c:pt>
                <c:pt idx="7848">
                  <c:v>0.11109980730549116</c:v>
                </c:pt>
                <c:pt idx="7849">
                  <c:v>0.11020508142530397</c:v>
                </c:pt>
                <c:pt idx="7850">
                  <c:v>0.35002699831296369</c:v>
                </c:pt>
                <c:pt idx="7851">
                  <c:v>0.42048585740936889</c:v>
                </c:pt>
                <c:pt idx="7852">
                  <c:v>0.50776054282510874</c:v>
                </c:pt>
                <c:pt idx="7853">
                  <c:v>0.65743000772215088</c:v>
                </c:pt>
                <c:pt idx="7854">
                  <c:v>0.65483733677853384</c:v>
                </c:pt>
                <c:pt idx="7855">
                  <c:v>-0.6106328727769007</c:v>
                </c:pt>
                <c:pt idx="7856">
                  <c:v>-5.7068104332862584</c:v>
                </c:pt>
                <c:pt idx="7857">
                  <c:v>-4.1355617825362598</c:v>
                </c:pt>
                <c:pt idx="7858">
                  <c:v>-7.6553517463196705</c:v>
                </c:pt>
                <c:pt idx="7859">
                  <c:v>-10.500372584625408</c:v>
                </c:pt>
                <c:pt idx="7860">
                  <c:v>-11.012603365039682</c:v>
                </c:pt>
                <c:pt idx="7861">
                  <c:v>-10.135626043497226</c:v>
                </c:pt>
                <c:pt idx="7862">
                  <c:v>-9.5649662540161344</c:v>
                </c:pt>
                <c:pt idx="7863">
                  <c:v>-9.5700903181038228</c:v>
                </c:pt>
                <c:pt idx="7864">
                  <c:v>-8.7615679596139291</c:v>
                </c:pt>
                <c:pt idx="7865">
                  <c:v>-7.7023539045559408</c:v>
                </c:pt>
                <c:pt idx="7866">
                  <c:v>-5.0998009602766068</c:v>
                </c:pt>
                <c:pt idx="7867">
                  <c:v>-2.410082833172166</c:v>
                </c:pt>
                <c:pt idx="7868">
                  <c:v>-1.3548624704069545</c:v>
                </c:pt>
                <c:pt idx="7869">
                  <c:v>-2.6284954053967016</c:v>
                </c:pt>
                <c:pt idx="7870">
                  <c:v>-1.2795579102240353</c:v>
                </c:pt>
                <c:pt idx="7871">
                  <c:v>-0.37430751818665814</c:v>
                </c:pt>
                <c:pt idx="7872">
                  <c:v>0.34196214754376525</c:v>
                </c:pt>
                <c:pt idx="7873">
                  <c:v>0.48863577110092499</c:v>
                </c:pt>
                <c:pt idx="7874">
                  <c:v>0.50477793606357468</c:v>
                </c:pt>
                <c:pt idx="7875">
                  <c:v>0.46295073426556577</c:v>
                </c:pt>
                <c:pt idx="7876">
                  <c:v>0.4830185011017506</c:v>
                </c:pt>
                <c:pt idx="7877">
                  <c:v>0.54478056144182496</c:v>
                </c:pt>
                <c:pt idx="7878">
                  <c:v>0.56829096134132762</c:v>
                </c:pt>
                <c:pt idx="7879">
                  <c:v>0.54111800344795613</c:v>
                </c:pt>
                <c:pt idx="7880">
                  <c:v>-0.11934281229645702</c:v>
                </c:pt>
                <c:pt idx="7881">
                  <c:v>-4.1663539051382674</c:v>
                </c:pt>
                <c:pt idx="7882">
                  <c:v>-4.004620364883082</c:v>
                </c:pt>
                <c:pt idx="7883">
                  <c:v>-3.5685674180323228</c:v>
                </c:pt>
                <c:pt idx="7884">
                  <c:v>-0.63938628592534308</c:v>
                </c:pt>
                <c:pt idx="7885">
                  <c:v>-4.3082211818245346</c:v>
                </c:pt>
                <c:pt idx="7886">
                  <c:v>-5.1014896104560172</c:v>
                </c:pt>
                <c:pt idx="7887">
                  <c:v>-4.8125652201923677</c:v>
                </c:pt>
                <c:pt idx="7888">
                  <c:v>-5.5951905555862851</c:v>
                </c:pt>
                <c:pt idx="7889">
                  <c:v>-5.8690859101108366</c:v>
                </c:pt>
                <c:pt idx="7890">
                  <c:v>-5.5491504198618919</c:v>
                </c:pt>
                <c:pt idx="7891">
                  <c:v>-5.580808492382757</c:v>
                </c:pt>
                <c:pt idx="7892">
                  <c:v>-3.7791060743036655</c:v>
                </c:pt>
                <c:pt idx="7893">
                  <c:v>-2.7072289568651349</c:v>
                </c:pt>
                <c:pt idx="7894">
                  <c:v>-2.9568637470692969</c:v>
                </c:pt>
                <c:pt idx="7895">
                  <c:v>-0.93835030888118276</c:v>
                </c:pt>
                <c:pt idx="7896">
                  <c:v>-0.78291410205811562</c:v>
                </c:pt>
                <c:pt idx="7897">
                  <c:v>-0.36414549874447466</c:v>
                </c:pt>
                <c:pt idx="7898">
                  <c:v>4.2531765130536463E-2</c:v>
                </c:pt>
                <c:pt idx="7899">
                  <c:v>0.13067196790333249</c:v>
                </c:pt>
                <c:pt idx="7900">
                  <c:v>6.9128764359182249E-2</c:v>
                </c:pt>
                <c:pt idx="7901">
                  <c:v>0.2466793000459829</c:v>
                </c:pt>
                <c:pt idx="7902">
                  <c:v>0.29482012820545961</c:v>
                </c:pt>
                <c:pt idx="7903">
                  <c:v>-1.3553308765888086</c:v>
                </c:pt>
                <c:pt idx="7904">
                  <c:v>-1.6656064909275863</c:v>
                </c:pt>
                <c:pt idx="7905">
                  <c:v>-6.4504258841948454</c:v>
                </c:pt>
                <c:pt idx="7906">
                  <c:v>-6.7397774872048926</c:v>
                </c:pt>
                <c:pt idx="7907">
                  <c:v>-8.8762195579638874</c:v>
                </c:pt>
                <c:pt idx="7908">
                  <c:v>-9.7036853078829814</c:v>
                </c:pt>
                <c:pt idx="7909">
                  <c:v>-8.808161884658535</c:v>
                </c:pt>
                <c:pt idx="7910">
                  <c:v>-7.4744409567124119</c:v>
                </c:pt>
                <c:pt idx="7911">
                  <c:v>-6.5329638794047593</c:v>
                </c:pt>
                <c:pt idx="7912">
                  <c:v>-8.0202921349609948</c:v>
                </c:pt>
                <c:pt idx="7913">
                  <c:v>-6.22420616113678</c:v>
                </c:pt>
                <c:pt idx="7914">
                  <c:v>-3.6967627602877053</c:v>
                </c:pt>
                <c:pt idx="7915">
                  <c:v>-4.0325062876804827</c:v>
                </c:pt>
                <c:pt idx="7916">
                  <c:v>-1.6596015909570172</c:v>
                </c:pt>
                <c:pt idx="7917">
                  <c:v>-3.8583462812049922</c:v>
                </c:pt>
                <c:pt idx="7918">
                  <c:v>-2.5503970114395762</c:v>
                </c:pt>
                <c:pt idx="7919">
                  <c:v>-1.3171626143504516</c:v>
                </c:pt>
                <c:pt idx="7920">
                  <c:v>0.21948124706448913</c:v>
                </c:pt>
                <c:pt idx="7921">
                  <c:v>0.36112924555992298</c:v>
                </c:pt>
                <c:pt idx="7922">
                  <c:v>0.34728424671289237</c:v>
                </c:pt>
                <c:pt idx="7923">
                  <c:v>0.36012222189818893</c:v>
                </c:pt>
                <c:pt idx="7924">
                  <c:v>0.41383927220839017</c:v>
                </c:pt>
                <c:pt idx="7925">
                  <c:v>0.42289346496880892</c:v>
                </c:pt>
                <c:pt idx="7926">
                  <c:v>0.50066347212923723</c:v>
                </c:pt>
                <c:pt idx="7927">
                  <c:v>0.38530669618098734</c:v>
                </c:pt>
                <c:pt idx="7928">
                  <c:v>0.34467025993921147</c:v>
                </c:pt>
                <c:pt idx="7929">
                  <c:v>0.43402169660053286</c:v>
                </c:pt>
                <c:pt idx="7930">
                  <c:v>-4.2904570968185691</c:v>
                </c:pt>
                <c:pt idx="7931">
                  <c:v>-6.0197697835205455</c:v>
                </c:pt>
                <c:pt idx="7932">
                  <c:v>-7.680922905474894</c:v>
                </c:pt>
                <c:pt idx="7933">
                  <c:v>-6.9124637846929247</c:v>
                </c:pt>
                <c:pt idx="7934">
                  <c:v>-4.9785016105960826</c:v>
                </c:pt>
                <c:pt idx="7935">
                  <c:v>-4.7978706229058981</c:v>
                </c:pt>
                <c:pt idx="7936">
                  <c:v>-5.1693077372390421</c:v>
                </c:pt>
                <c:pt idx="7937">
                  <c:v>-1.834220297012181</c:v>
                </c:pt>
                <c:pt idx="7938">
                  <c:v>-5.0622389509538985</c:v>
                </c:pt>
                <c:pt idx="7939">
                  <c:v>-3.0622564161309711</c:v>
                </c:pt>
                <c:pt idx="7940">
                  <c:v>-1.7691874381064279</c:v>
                </c:pt>
                <c:pt idx="7941">
                  <c:v>-2.7908090659985514</c:v>
                </c:pt>
                <c:pt idx="7942">
                  <c:v>-3.2171897652917569</c:v>
                </c:pt>
                <c:pt idx="7943">
                  <c:v>-1.0363923563869049E-2</c:v>
                </c:pt>
                <c:pt idx="7944">
                  <c:v>0.2836336245977123</c:v>
                </c:pt>
                <c:pt idx="7945">
                  <c:v>0.29671138669057001</c:v>
                </c:pt>
                <c:pt idx="7946">
                  <c:v>0.16750175561563949</c:v>
                </c:pt>
                <c:pt idx="7947">
                  <c:v>0.26131031466339583</c:v>
                </c:pt>
                <c:pt idx="7948">
                  <c:v>0.34070184181218066</c:v>
                </c:pt>
                <c:pt idx="7949">
                  <c:v>0.50800744496183603</c:v>
                </c:pt>
                <c:pt idx="7950">
                  <c:v>0.48669752275129441</c:v>
                </c:pt>
                <c:pt idx="7951">
                  <c:v>0.41483877826096877</c:v>
                </c:pt>
                <c:pt idx="7952">
                  <c:v>-4.5703918910360501</c:v>
                </c:pt>
                <c:pt idx="7953">
                  <c:v>-6.9101450902572674</c:v>
                </c:pt>
                <c:pt idx="7954">
                  <c:v>-5.3879913445160232</c:v>
                </c:pt>
                <c:pt idx="7955">
                  <c:v>-8.716293053746913</c:v>
                </c:pt>
                <c:pt idx="7956">
                  <c:v>-8.7900628353732113</c:v>
                </c:pt>
                <c:pt idx="7957">
                  <c:v>-6.4681100314711237</c:v>
                </c:pt>
                <c:pt idx="7958">
                  <c:v>-7.1534731069362261</c:v>
                </c:pt>
                <c:pt idx="7959">
                  <c:v>-9.2333960485144306</c:v>
                </c:pt>
                <c:pt idx="7960">
                  <c:v>-8.0050046983011978</c:v>
                </c:pt>
                <c:pt idx="7961">
                  <c:v>-6.6441134446225689</c:v>
                </c:pt>
                <c:pt idx="7962">
                  <c:v>-6.6356781700731995</c:v>
                </c:pt>
                <c:pt idx="7963">
                  <c:v>-6.1757726490575724</c:v>
                </c:pt>
                <c:pt idx="7964">
                  <c:v>-5.2854588408224821</c:v>
                </c:pt>
                <c:pt idx="7965">
                  <c:v>-4.462479537377213</c:v>
                </c:pt>
                <c:pt idx="7966">
                  <c:v>-4.9624371438998569</c:v>
                </c:pt>
                <c:pt idx="7967">
                  <c:v>-1.5915823448547295</c:v>
                </c:pt>
                <c:pt idx="7968">
                  <c:v>-0.38942065230534578</c:v>
                </c:pt>
                <c:pt idx="7969">
                  <c:v>-9.3290115783136798E-2</c:v>
                </c:pt>
                <c:pt idx="7970">
                  <c:v>1.1184344851914661E-2</c:v>
                </c:pt>
                <c:pt idx="7971">
                  <c:v>0.16514159157873451</c:v>
                </c:pt>
                <c:pt idx="7972">
                  <c:v>0.40329046199550206</c:v>
                </c:pt>
                <c:pt idx="7973">
                  <c:v>0.51733649488178346</c:v>
                </c:pt>
                <c:pt idx="7974">
                  <c:v>0.54538164195193395</c:v>
                </c:pt>
                <c:pt idx="7975">
                  <c:v>-1.3885261468936061</c:v>
                </c:pt>
                <c:pt idx="7976">
                  <c:v>-7.37468094774548</c:v>
                </c:pt>
                <c:pt idx="7977">
                  <c:v>-8.0780947117987587</c:v>
                </c:pt>
                <c:pt idx="7978">
                  <c:v>-6.3382477808538971</c:v>
                </c:pt>
                <c:pt idx="7979">
                  <c:v>-7.3231043889016698</c:v>
                </c:pt>
                <c:pt idx="7980">
                  <c:v>-7.8886108925214851</c:v>
                </c:pt>
                <c:pt idx="7981">
                  <c:v>-9.3408692780514002</c:v>
                </c:pt>
                <c:pt idx="7982">
                  <c:v>-10.589831380502316</c:v>
                </c:pt>
                <c:pt idx="7983">
                  <c:v>-10.415312246118225</c:v>
                </c:pt>
                <c:pt idx="7984">
                  <c:v>-9.8289739476802147</c:v>
                </c:pt>
                <c:pt idx="7985">
                  <c:v>-8.8217080949493596</c:v>
                </c:pt>
                <c:pt idx="7986">
                  <c:v>-7.145159426025768</c:v>
                </c:pt>
                <c:pt idx="7987">
                  <c:v>-7.0629720643353995</c:v>
                </c:pt>
                <c:pt idx="7988">
                  <c:v>-6.5364646158476951</c:v>
                </c:pt>
                <c:pt idx="7989">
                  <c:v>-6.7848155231391889</c:v>
                </c:pt>
                <c:pt idx="7990">
                  <c:v>-6.6218250781257542</c:v>
                </c:pt>
                <c:pt idx="7991">
                  <c:v>-2.1945394049508997</c:v>
                </c:pt>
                <c:pt idx="7992">
                  <c:v>-1.2409166209273281</c:v>
                </c:pt>
                <c:pt idx="7993">
                  <c:v>-1.1703903299289986</c:v>
                </c:pt>
                <c:pt idx="7994">
                  <c:v>-0.62313583077835299</c:v>
                </c:pt>
                <c:pt idx="7995">
                  <c:v>-0.25749405450633112</c:v>
                </c:pt>
                <c:pt idx="7996">
                  <c:v>-3.0861336632178837E-2</c:v>
                </c:pt>
                <c:pt idx="7997">
                  <c:v>0.1056932772263135</c:v>
                </c:pt>
                <c:pt idx="7998">
                  <c:v>0.26251328650134975</c:v>
                </c:pt>
                <c:pt idx="7999">
                  <c:v>-0.55596821662871621</c:v>
                </c:pt>
                <c:pt idx="8000">
                  <c:v>-5.4308370512351427</c:v>
                </c:pt>
                <c:pt idx="8001">
                  <c:v>-6.4210038867030841</c:v>
                </c:pt>
                <c:pt idx="8002">
                  <c:v>-6.5538780975264936</c:v>
                </c:pt>
                <c:pt idx="8003">
                  <c:v>-6.4301006338798459</c:v>
                </c:pt>
                <c:pt idx="8004">
                  <c:v>-6.583159443457566</c:v>
                </c:pt>
                <c:pt idx="8005">
                  <c:v>-6.0200675635711995</c:v>
                </c:pt>
                <c:pt idx="8006">
                  <c:v>-5.8261018324575717</c:v>
                </c:pt>
                <c:pt idx="8007">
                  <c:v>-5.9064721108603928</c:v>
                </c:pt>
                <c:pt idx="8008">
                  <c:v>-7.1351043404595789</c:v>
                </c:pt>
                <c:pt idx="8009">
                  <c:v>-6.9228782226163661</c:v>
                </c:pt>
                <c:pt idx="8010">
                  <c:v>-6.2186269138750871</c:v>
                </c:pt>
                <c:pt idx="8011">
                  <c:v>-4.3891957388413152</c:v>
                </c:pt>
                <c:pt idx="8012">
                  <c:v>-2.2572042766280367</c:v>
                </c:pt>
                <c:pt idx="8013">
                  <c:v>-3.3983514444260892</c:v>
                </c:pt>
                <c:pt idx="8014">
                  <c:v>-1.9011241747878702</c:v>
                </c:pt>
                <c:pt idx="8015">
                  <c:v>-0.32693858814723581</c:v>
                </c:pt>
                <c:pt idx="8016">
                  <c:v>0.26856230023209149</c:v>
                </c:pt>
                <c:pt idx="8017">
                  <c:v>0.42827500651422956</c:v>
                </c:pt>
                <c:pt idx="8018">
                  <c:v>0.49819986264585958</c:v>
                </c:pt>
                <c:pt idx="8019">
                  <c:v>0.62362179241378524</c:v>
                </c:pt>
                <c:pt idx="8020">
                  <c:v>0.53263126407900585</c:v>
                </c:pt>
                <c:pt idx="8021">
                  <c:v>0.5526547934273508</c:v>
                </c:pt>
                <c:pt idx="8022">
                  <c:v>1.9360161803747327</c:v>
                </c:pt>
                <c:pt idx="8023">
                  <c:v>1.3213898234455994</c:v>
                </c:pt>
                <c:pt idx="8024">
                  <c:v>0.81356880808361964</c:v>
                </c:pt>
                <c:pt idx="8025">
                  <c:v>1.0544503542233008</c:v>
                </c:pt>
                <c:pt idx="8026">
                  <c:v>0.59771574023725393</c:v>
                </c:pt>
                <c:pt idx="8027">
                  <c:v>0.38448391332103499</c:v>
                </c:pt>
                <c:pt idx="8028">
                  <c:v>4.5575289268499512E-2</c:v>
                </c:pt>
                <c:pt idx="8029">
                  <c:v>-1.2817255863311274</c:v>
                </c:pt>
                <c:pt idx="8030">
                  <c:v>-6.8487906226796911</c:v>
                </c:pt>
                <c:pt idx="8031">
                  <c:v>-6.0250178438698923</c:v>
                </c:pt>
                <c:pt idx="8032">
                  <c:v>-5.4187126816388638</c:v>
                </c:pt>
                <c:pt idx="8033">
                  <c:v>-3.8160753641017378</c:v>
                </c:pt>
                <c:pt idx="8034">
                  <c:v>-1.5975340698651397</c:v>
                </c:pt>
                <c:pt idx="8035">
                  <c:v>-3.1670551007957517</c:v>
                </c:pt>
                <c:pt idx="8036">
                  <c:v>-2.0318852710897399</c:v>
                </c:pt>
                <c:pt idx="8037">
                  <c:v>-1.9858105167850919</c:v>
                </c:pt>
                <c:pt idx="8038">
                  <c:v>-1.6665698959442712</c:v>
                </c:pt>
                <c:pt idx="8039">
                  <c:v>-9.5557618966700332E-4</c:v>
                </c:pt>
                <c:pt idx="8040">
                  <c:v>0.26118738387278795</c:v>
                </c:pt>
                <c:pt idx="8041">
                  <c:v>0.38341395230144509</c:v>
                </c:pt>
                <c:pt idx="8042">
                  <c:v>0.64573086788498413</c:v>
                </c:pt>
                <c:pt idx="8043">
                  <c:v>0.38042677823665078</c:v>
                </c:pt>
                <c:pt idx="8044">
                  <c:v>0.25117869796305953</c:v>
                </c:pt>
                <c:pt idx="8045">
                  <c:v>0.42589433504785434</c:v>
                </c:pt>
                <c:pt idx="8046">
                  <c:v>0.43782520681539389</c:v>
                </c:pt>
                <c:pt idx="8047">
                  <c:v>0.47636799605676777</c:v>
                </c:pt>
                <c:pt idx="8048">
                  <c:v>3.2644859116111889E-2</c:v>
                </c:pt>
                <c:pt idx="8049">
                  <c:v>-3.4382968869923465</c:v>
                </c:pt>
                <c:pt idx="8050">
                  <c:v>-7.8150533362924364</c:v>
                </c:pt>
                <c:pt idx="8051">
                  <c:v>-8.1401388745381222</c:v>
                </c:pt>
                <c:pt idx="8052">
                  <c:v>-7.1352477908033745</c:v>
                </c:pt>
                <c:pt idx="8053">
                  <c:v>-6.6039635511183077</c:v>
                </c:pt>
                <c:pt idx="8054">
                  <c:v>-6.608623256626303</c:v>
                </c:pt>
                <c:pt idx="8055">
                  <c:v>-7.322164426497646</c:v>
                </c:pt>
                <c:pt idx="8056">
                  <c:v>-6.7704202099742901</c:v>
                </c:pt>
                <c:pt idx="8057">
                  <c:v>-5.5401178791189229</c:v>
                </c:pt>
                <c:pt idx="8058">
                  <c:v>-4.6087515643963881</c:v>
                </c:pt>
                <c:pt idx="8059">
                  <c:v>-3.3166967785038581</c:v>
                </c:pt>
                <c:pt idx="8060">
                  <c:v>-2.127433778553423</c:v>
                </c:pt>
                <c:pt idx="8061">
                  <c:v>-2.444967961176161</c:v>
                </c:pt>
                <c:pt idx="8062">
                  <c:v>-2.0174830133470603</c:v>
                </c:pt>
                <c:pt idx="8063">
                  <c:v>-1.7343212193600275</c:v>
                </c:pt>
                <c:pt idx="8064">
                  <c:v>2.8156516751887983E-3</c:v>
                </c:pt>
                <c:pt idx="8065">
                  <c:v>0.13879360643464556</c:v>
                </c:pt>
                <c:pt idx="8066">
                  <c:v>0.34542882411599812</c:v>
                </c:pt>
                <c:pt idx="8067">
                  <c:v>0.4092553821589292</c:v>
                </c:pt>
                <c:pt idx="8068">
                  <c:v>0.40415863720660594</c:v>
                </c:pt>
                <c:pt idx="8069">
                  <c:v>0.43074375586510005</c:v>
                </c:pt>
                <c:pt idx="8070">
                  <c:v>0.45189429087024535</c:v>
                </c:pt>
                <c:pt idx="8071">
                  <c:v>0.41132878143388335</c:v>
                </c:pt>
                <c:pt idx="8072">
                  <c:v>-3.1085948302382924</c:v>
                </c:pt>
                <c:pt idx="8073">
                  <c:v>-3.2849021156910529</c:v>
                </c:pt>
                <c:pt idx="8074">
                  <c:v>-5.3111799179855756</c:v>
                </c:pt>
                <c:pt idx="8075">
                  <c:v>-3.5026016576980372</c:v>
                </c:pt>
                <c:pt idx="8076">
                  <c:v>-8.4269139710921426</c:v>
                </c:pt>
                <c:pt idx="8077">
                  <c:v>-7.4132828714830836</c:v>
                </c:pt>
                <c:pt idx="8078">
                  <c:v>-7.5566739082791115</c:v>
                </c:pt>
                <c:pt idx="8079">
                  <c:v>-6.6161450929590258</c:v>
                </c:pt>
                <c:pt idx="8080">
                  <c:v>-6.5909983135536914</c:v>
                </c:pt>
                <c:pt idx="8081">
                  <c:v>-4.2306760245069457</c:v>
                </c:pt>
                <c:pt idx="8082">
                  <c:v>-3.9199363010493435</c:v>
                </c:pt>
                <c:pt idx="8083">
                  <c:v>-3.9511667381726685</c:v>
                </c:pt>
                <c:pt idx="8084">
                  <c:v>-1.5915963416012959</c:v>
                </c:pt>
                <c:pt idx="8085">
                  <c:v>-7.0084575493586349E-2</c:v>
                </c:pt>
                <c:pt idx="8086">
                  <c:v>-0.14224694480313499</c:v>
                </c:pt>
                <c:pt idx="8087">
                  <c:v>-0.13883885800918846</c:v>
                </c:pt>
                <c:pt idx="8088">
                  <c:v>-1.6855136893475054E-2</c:v>
                </c:pt>
                <c:pt idx="8089">
                  <c:v>0.15625016294741012</c:v>
                </c:pt>
                <c:pt idx="8090">
                  <c:v>0.23435405102188928</c:v>
                </c:pt>
                <c:pt idx="8091">
                  <c:v>0.23552426556736591</c:v>
                </c:pt>
                <c:pt idx="8092">
                  <c:v>0.3018362402997693</c:v>
                </c:pt>
                <c:pt idx="8093">
                  <c:v>0.34835276668546483</c:v>
                </c:pt>
                <c:pt idx="8094">
                  <c:v>0.37932737761199842</c:v>
                </c:pt>
                <c:pt idx="8095">
                  <c:v>0.39960790857405204</c:v>
                </c:pt>
                <c:pt idx="8096">
                  <c:v>0.3183990165841199</c:v>
                </c:pt>
                <c:pt idx="8097">
                  <c:v>0.20035551114516145</c:v>
                </c:pt>
                <c:pt idx="8098">
                  <c:v>0.20152403378942876</c:v>
                </c:pt>
                <c:pt idx="8099">
                  <c:v>0.28787946053618274</c:v>
                </c:pt>
                <c:pt idx="8100">
                  <c:v>0.17955509491319721</c:v>
                </c:pt>
                <c:pt idx="8101">
                  <c:v>-5.7997934627880081</c:v>
                </c:pt>
                <c:pt idx="8102">
                  <c:v>-10.575408561632422</c:v>
                </c:pt>
                <c:pt idx="8103">
                  <c:v>-11.190610785879869</c:v>
                </c:pt>
                <c:pt idx="8104">
                  <c:v>-11.180896048749524</c:v>
                </c:pt>
                <c:pt idx="8105">
                  <c:v>-7.6184658957557101</c:v>
                </c:pt>
                <c:pt idx="8106">
                  <c:v>-7.4805763000529009</c:v>
                </c:pt>
                <c:pt idx="8107">
                  <c:v>-7.3308716591281264</c:v>
                </c:pt>
                <c:pt idx="8108">
                  <c:v>-5.8153119949281225</c:v>
                </c:pt>
                <c:pt idx="8109">
                  <c:v>-6.6782275894563146</c:v>
                </c:pt>
                <c:pt idx="8110">
                  <c:v>-6.0840814849931295</c:v>
                </c:pt>
                <c:pt idx="8111">
                  <c:v>-2.5626017883103867</c:v>
                </c:pt>
                <c:pt idx="8112">
                  <c:v>-1.56175990490321</c:v>
                </c:pt>
                <c:pt idx="8113">
                  <c:v>-0.66308459523073338</c:v>
                </c:pt>
                <c:pt idx="8114">
                  <c:v>-0.25240329056905136</c:v>
                </c:pt>
                <c:pt idx="8115">
                  <c:v>0.1120297874527422</c:v>
                </c:pt>
                <c:pt idx="8116">
                  <c:v>0.24163232355622197</c:v>
                </c:pt>
                <c:pt idx="8117">
                  <c:v>0.28477017342110161</c:v>
                </c:pt>
                <c:pt idx="8118">
                  <c:v>0.34468638236594545</c:v>
                </c:pt>
                <c:pt idx="8119">
                  <c:v>-2.8063453879456222</c:v>
                </c:pt>
                <c:pt idx="8120">
                  <c:v>-8.6386700240275793</c:v>
                </c:pt>
                <c:pt idx="8121">
                  <c:v>-10.109055460079237</c:v>
                </c:pt>
                <c:pt idx="8122">
                  <c:v>-10.586419231371341</c:v>
                </c:pt>
                <c:pt idx="8123">
                  <c:v>-10.964321537858783</c:v>
                </c:pt>
                <c:pt idx="8124">
                  <c:v>-10.929252062307565</c:v>
                </c:pt>
                <c:pt idx="8125">
                  <c:v>-11.276041229071648</c:v>
                </c:pt>
                <c:pt idx="8126">
                  <c:v>-11.22666266391373</c:v>
                </c:pt>
                <c:pt idx="8127">
                  <c:v>-11.222507396899225</c:v>
                </c:pt>
                <c:pt idx="8128">
                  <c:v>-11.326991568509346</c:v>
                </c:pt>
                <c:pt idx="8129">
                  <c:v>-11.229987619671938</c:v>
                </c:pt>
                <c:pt idx="8130">
                  <c:v>-10.197184091428872</c:v>
                </c:pt>
                <c:pt idx="8131">
                  <c:v>-8.2499494795130524</c:v>
                </c:pt>
                <c:pt idx="8132">
                  <c:v>-7.5002451843492057</c:v>
                </c:pt>
                <c:pt idx="8133">
                  <c:v>-7.0944041983322981</c:v>
                </c:pt>
                <c:pt idx="8134">
                  <c:v>-6.5518173072958676</c:v>
                </c:pt>
                <c:pt idx="8135">
                  <c:v>-4.4134882520352026</c:v>
                </c:pt>
                <c:pt idx="8136">
                  <c:v>-2.3491487465930403</c:v>
                </c:pt>
                <c:pt idx="8137">
                  <c:v>-1.3234686699441105</c:v>
                </c:pt>
                <c:pt idx="8138">
                  <c:v>-0.46366499568768271</c:v>
                </c:pt>
                <c:pt idx="8139">
                  <c:v>-0.10330231534230554</c:v>
                </c:pt>
                <c:pt idx="8140">
                  <c:v>0.23268669911383902</c:v>
                </c:pt>
                <c:pt idx="8141">
                  <c:v>0.27950099228925934</c:v>
                </c:pt>
                <c:pt idx="8142">
                  <c:v>-4.085946373605136</c:v>
                </c:pt>
                <c:pt idx="8143">
                  <c:v>-7.7311104544205973</c:v>
                </c:pt>
                <c:pt idx="8144">
                  <c:v>-8.5250666394375791</c:v>
                </c:pt>
                <c:pt idx="8145">
                  <c:v>-10.886687061492069</c:v>
                </c:pt>
                <c:pt idx="8146">
                  <c:v>-10.995889274616768</c:v>
                </c:pt>
                <c:pt idx="8147">
                  <c:v>-12.250149117143296</c:v>
                </c:pt>
                <c:pt idx="8148">
                  <c:v>-12.93923130347615</c:v>
                </c:pt>
                <c:pt idx="8149">
                  <c:v>-14.790788816385406</c:v>
                </c:pt>
                <c:pt idx="8150">
                  <c:v>-16.637966801315102</c:v>
                </c:pt>
                <c:pt idx="8151">
                  <c:v>-18.734043468566465</c:v>
                </c:pt>
                <c:pt idx="8152">
                  <c:v>-16.852297996758971</c:v>
                </c:pt>
                <c:pt idx="8153">
                  <c:v>-13.765404652849343</c:v>
                </c:pt>
                <c:pt idx="8154">
                  <c:v>-12.725101141784172</c:v>
                </c:pt>
                <c:pt idx="8155">
                  <c:v>-11.889621549749119</c:v>
                </c:pt>
                <c:pt idx="8156">
                  <c:v>-10.701658995224703</c:v>
                </c:pt>
                <c:pt idx="8157">
                  <c:v>-10.893320310492705</c:v>
                </c:pt>
                <c:pt idx="8158">
                  <c:v>-10.033928714271566</c:v>
                </c:pt>
                <c:pt idx="8159">
                  <c:v>-5.0453002141513572</c:v>
                </c:pt>
                <c:pt idx="8160">
                  <c:v>-2.6484038508823318</c:v>
                </c:pt>
                <c:pt idx="8161">
                  <c:v>-1.1456980641359353</c:v>
                </c:pt>
                <c:pt idx="8162">
                  <c:v>-0.47001095586349706</c:v>
                </c:pt>
                <c:pt idx="8163">
                  <c:v>7.9318164019128185E-3</c:v>
                </c:pt>
                <c:pt idx="8164">
                  <c:v>0.36659281848854702</c:v>
                </c:pt>
                <c:pt idx="8165">
                  <c:v>0.41281987493612432</c:v>
                </c:pt>
                <c:pt idx="8166">
                  <c:v>-1.8512621737175996</c:v>
                </c:pt>
                <c:pt idx="8167">
                  <c:v>-8.4394310336902691</c:v>
                </c:pt>
                <c:pt idx="8168">
                  <c:v>-9.0279197252982577</c:v>
                </c:pt>
                <c:pt idx="8169">
                  <c:v>-10.535284807811305</c:v>
                </c:pt>
                <c:pt idx="8170">
                  <c:v>-12.790005881340095</c:v>
                </c:pt>
                <c:pt idx="8171">
                  <c:v>-14.920799541940083</c:v>
                </c:pt>
                <c:pt idx="8172">
                  <c:v>-13.346961572715204</c:v>
                </c:pt>
                <c:pt idx="8173">
                  <c:v>-13.419518287225046</c:v>
                </c:pt>
                <c:pt idx="8174">
                  <c:v>-13.509478598155319</c:v>
                </c:pt>
                <c:pt idx="8175">
                  <c:v>-15.682603552358039</c:v>
                </c:pt>
                <c:pt idx="8176">
                  <c:v>-14.652268228378102</c:v>
                </c:pt>
                <c:pt idx="8177">
                  <c:v>-13.325210729151351</c:v>
                </c:pt>
                <c:pt idx="8178">
                  <c:v>-12.625878761713015</c:v>
                </c:pt>
                <c:pt idx="8179">
                  <c:v>-11.64962786173604</c:v>
                </c:pt>
                <c:pt idx="8180">
                  <c:v>-10.557008493695912</c:v>
                </c:pt>
                <c:pt idx="8181">
                  <c:v>-11.205562829029368</c:v>
                </c:pt>
                <c:pt idx="8182">
                  <c:v>-10.090487567103597</c:v>
                </c:pt>
                <c:pt idx="8183">
                  <c:v>-9.661610511265879</c:v>
                </c:pt>
                <c:pt idx="8184">
                  <c:v>-8.7907575819497143</c:v>
                </c:pt>
                <c:pt idx="8185">
                  <c:v>-4.6820090746699758</c:v>
                </c:pt>
                <c:pt idx="8186">
                  <c:v>-2.237104741827618</c:v>
                </c:pt>
                <c:pt idx="8187">
                  <c:v>-1.7719203125958847</c:v>
                </c:pt>
                <c:pt idx="8188">
                  <c:v>-7.8821784981419833</c:v>
                </c:pt>
                <c:pt idx="8189">
                  <c:v>-9.0928713535392784</c:v>
                </c:pt>
                <c:pt idx="8190">
                  <c:v>-8.1775839760364075</c:v>
                </c:pt>
                <c:pt idx="8191">
                  <c:v>-7.7861980490563019</c:v>
                </c:pt>
                <c:pt idx="8192">
                  <c:v>-9.514593165782367</c:v>
                </c:pt>
                <c:pt idx="8193">
                  <c:v>-10.410264951532362</c:v>
                </c:pt>
                <c:pt idx="8194">
                  <c:v>-12.518310439593479</c:v>
                </c:pt>
                <c:pt idx="8195">
                  <c:v>-11.942983750652399</c:v>
                </c:pt>
                <c:pt idx="8196">
                  <c:v>-7.2818358822240645</c:v>
                </c:pt>
                <c:pt idx="8197">
                  <c:v>-3.9635005776381291</c:v>
                </c:pt>
                <c:pt idx="8198">
                  <c:v>-0.53600688202207836</c:v>
                </c:pt>
                <c:pt idx="8199">
                  <c:v>2.5087940288857853</c:v>
                </c:pt>
                <c:pt idx="8200">
                  <c:v>-11.658255834536737</c:v>
                </c:pt>
                <c:pt idx="8201">
                  <c:v>-12.150889817332283</c:v>
                </c:pt>
                <c:pt idx="8202">
                  <c:v>-8.267745640022099</c:v>
                </c:pt>
                <c:pt idx="8203">
                  <c:v>-7.3547637543422484</c:v>
                </c:pt>
                <c:pt idx="8204">
                  <c:v>-6.7084401390441322</c:v>
                </c:pt>
                <c:pt idx="8205">
                  <c:v>-7.3022140843930714</c:v>
                </c:pt>
                <c:pt idx="8206">
                  <c:v>-7.4658887469741293</c:v>
                </c:pt>
                <c:pt idx="8207">
                  <c:v>-2.6199284980329498</c:v>
                </c:pt>
                <c:pt idx="8208">
                  <c:v>-1.3997358673947484</c:v>
                </c:pt>
                <c:pt idx="8209">
                  <c:v>-0.97229118070174558</c:v>
                </c:pt>
                <c:pt idx="8210">
                  <c:v>-0.94058673600155229</c:v>
                </c:pt>
                <c:pt idx="8211">
                  <c:v>-0.76847546846548542</c:v>
                </c:pt>
                <c:pt idx="8212">
                  <c:v>-0.43173544634212596</c:v>
                </c:pt>
                <c:pt idx="8213">
                  <c:v>-0.14461500529866864</c:v>
                </c:pt>
                <c:pt idx="8214">
                  <c:v>4.5045646431378566E-2</c:v>
                </c:pt>
                <c:pt idx="8215">
                  <c:v>-5.1136918406753269</c:v>
                </c:pt>
                <c:pt idx="8216">
                  <c:v>-7.4032933584855467</c:v>
                </c:pt>
                <c:pt idx="8217">
                  <c:v>-7.5636460493349045</c:v>
                </c:pt>
                <c:pt idx="8218">
                  <c:v>-8.1078100804965842</c:v>
                </c:pt>
                <c:pt idx="8219">
                  <c:v>-9.2754394233861266</c:v>
                </c:pt>
                <c:pt idx="8220">
                  <c:v>-12.093462299350264</c:v>
                </c:pt>
                <c:pt idx="8221">
                  <c:v>-12.618428178525587</c:v>
                </c:pt>
                <c:pt idx="8222">
                  <c:v>-10.050618869184513</c:v>
                </c:pt>
                <c:pt idx="8223">
                  <c:v>-10.911471137929659</c:v>
                </c:pt>
                <c:pt idx="8224">
                  <c:v>-11.162660968178685</c:v>
                </c:pt>
                <c:pt idx="8225">
                  <c:v>-10.270245656501819</c:v>
                </c:pt>
                <c:pt idx="8226">
                  <c:v>-8.9108466516817142</c:v>
                </c:pt>
                <c:pt idx="8227">
                  <c:v>-3.7494082553791968</c:v>
                </c:pt>
                <c:pt idx="8228">
                  <c:v>-4.7411178492985888</c:v>
                </c:pt>
                <c:pt idx="8229">
                  <c:v>-4.7797752561249887</c:v>
                </c:pt>
                <c:pt idx="8230">
                  <c:v>-4.8283337068177525</c:v>
                </c:pt>
                <c:pt idx="8231">
                  <c:v>-2.3318277918706265</c:v>
                </c:pt>
                <c:pt idx="8232">
                  <c:v>-2.6307748050097146</c:v>
                </c:pt>
                <c:pt idx="8233">
                  <c:v>-2.8827030013481116</c:v>
                </c:pt>
                <c:pt idx="8234">
                  <c:v>-3.0876123808858047</c:v>
                </c:pt>
                <c:pt idx="8235">
                  <c:v>-3.2455029436228133</c:v>
                </c:pt>
                <c:pt idx="8236">
                  <c:v>-3.3563746895591211</c:v>
                </c:pt>
                <c:pt idx="8237">
                  <c:v>-3.4202276186947289</c:v>
                </c:pt>
                <c:pt idx="8238">
                  <c:v>-3.4370617310296421</c:v>
                </c:pt>
                <c:pt idx="8239">
                  <c:v>-3.4068770265638557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-0.13683347055525985</c:v>
                </c:pt>
                <c:pt idx="8290">
                  <c:v>-0.27641846557779226</c:v>
                </c:pt>
                <c:pt idx="8291">
                  <c:v>-1.5032288745321445</c:v>
                </c:pt>
                <c:pt idx="8292">
                  <c:v>-1.8476225981257892</c:v>
                </c:pt>
                <c:pt idx="8293">
                  <c:v>-1.873857936489822</c:v>
                </c:pt>
                <c:pt idx="8294">
                  <c:v>-1.404242707943592</c:v>
                </c:pt>
                <c:pt idx="8295">
                  <c:v>-1.6266889514021958</c:v>
                </c:pt>
                <c:pt idx="8296">
                  <c:v>-1.7120117608825234</c:v>
                </c:pt>
                <c:pt idx="8297">
                  <c:v>-1.5795648346693052</c:v>
                </c:pt>
                <c:pt idx="8298">
                  <c:v>-1.7139086949294371</c:v>
                </c:pt>
                <c:pt idx="8299">
                  <c:v>-1.2483427414888968</c:v>
                </c:pt>
                <c:pt idx="8300">
                  <c:v>-1.2473538935272286</c:v>
                </c:pt>
                <c:pt idx="8301">
                  <c:v>-1.1223490315826066</c:v>
                </c:pt>
                <c:pt idx="8302">
                  <c:v>-0.70527151446236669</c:v>
                </c:pt>
                <c:pt idx="8303">
                  <c:v>-0.22238523227819532</c:v>
                </c:pt>
                <c:pt idx="8304">
                  <c:v>-0.17457314474604374</c:v>
                </c:pt>
                <c:pt idx="8305">
                  <c:v>-0.20168920059978138</c:v>
                </c:pt>
                <c:pt idx="8306">
                  <c:v>-0.15082654906423448</c:v>
                </c:pt>
                <c:pt idx="8307">
                  <c:v>-9.5654736323773221E-2</c:v>
                </c:pt>
                <c:pt idx="8308">
                  <c:v>-4.1246416749122078E-2</c:v>
                </c:pt>
                <c:pt idx="8309">
                  <c:v>-1.0188506299136611E-2</c:v>
                </c:pt>
                <c:pt idx="8310">
                  <c:v>2.9797882615999152E-2</c:v>
                </c:pt>
                <c:pt idx="8311">
                  <c:v>-1.9726996036125368E-3</c:v>
                </c:pt>
                <c:pt idx="8312">
                  <c:v>-5.0817068528223673E-2</c:v>
                </c:pt>
                <c:pt idx="8313">
                  <c:v>-7.2767998594434877E-2</c:v>
                </c:pt>
                <c:pt idx="8314">
                  <c:v>-0.55953007187008352</c:v>
                </c:pt>
                <c:pt idx="8315">
                  <c:v>-1.3894151738679117</c:v>
                </c:pt>
                <c:pt idx="8316">
                  <c:v>-1.3860231824205704</c:v>
                </c:pt>
                <c:pt idx="8317">
                  <c:v>-1.3943784798289642</c:v>
                </c:pt>
                <c:pt idx="8318">
                  <c:v>-1.3984490569635575</c:v>
                </c:pt>
                <c:pt idx="8319">
                  <c:v>-3.2521637312312381</c:v>
                </c:pt>
                <c:pt idx="8320">
                  <c:v>-3.086200152853535</c:v>
                </c:pt>
                <c:pt idx="8321">
                  <c:v>-3.670158501920509</c:v>
                </c:pt>
                <c:pt idx="8322">
                  <c:v>-4.0868314365358618</c:v>
                </c:pt>
                <c:pt idx="8323">
                  <c:v>-4.1573034402890077</c:v>
                </c:pt>
                <c:pt idx="8324">
                  <c:v>-3.8076925058011537</c:v>
                </c:pt>
                <c:pt idx="8325">
                  <c:v>-4.0333239835772243</c:v>
                </c:pt>
                <c:pt idx="8326">
                  <c:v>-3.8930312673415757</c:v>
                </c:pt>
                <c:pt idx="8327">
                  <c:v>-2.4432753701708352</c:v>
                </c:pt>
                <c:pt idx="8328">
                  <c:v>-1.6244246192566603</c:v>
                </c:pt>
                <c:pt idx="8329">
                  <c:v>-1.3422286138134973</c:v>
                </c:pt>
                <c:pt idx="8330">
                  <c:v>-1.1430182503483397</c:v>
                </c:pt>
                <c:pt idx="8331">
                  <c:v>-0.85856247501375937</c:v>
                </c:pt>
                <c:pt idx="8332">
                  <c:v>-0.57862560216176762</c:v>
                </c:pt>
                <c:pt idx="8333">
                  <c:v>-0.3289218952386766</c:v>
                </c:pt>
                <c:pt idx="8334">
                  <c:v>-0.11450891359147354</c:v>
                </c:pt>
                <c:pt idx="8335">
                  <c:v>-1.1686087983786728</c:v>
                </c:pt>
                <c:pt idx="8336">
                  <c:v>-3.8794529341761979</c:v>
                </c:pt>
                <c:pt idx="8337">
                  <c:v>-3.786345081338923</c:v>
                </c:pt>
                <c:pt idx="8338">
                  <c:v>-3.7055693208658158</c:v>
                </c:pt>
                <c:pt idx="8339">
                  <c:v>-3.6981477255852782</c:v>
                </c:pt>
                <c:pt idx="8340">
                  <c:v>-4.3020829781517449</c:v>
                </c:pt>
                <c:pt idx="8341">
                  <c:v>-5.4908087580226361</c:v>
                </c:pt>
                <c:pt idx="8342">
                  <c:v>-6.0966985067660122</c:v>
                </c:pt>
                <c:pt idx="8343">
                  <c:v>-6.2735969639135041</c:v>
                </c:pt>
                <c:pt idx="8344">
                  <c:v>-5.9058834524494124</c:v>
                </c:pt>
                <c:pt idx="8345">
                  <c:v>-4.8445027834429171</c:v>
                </c:pt>
                <c:pt idx="8346">
                  <c:v>-3.3535786953524216</c:v>
                </c:pt>
                <c:pt idx="8347">
                  <c:v>-2.5908865421593563</c:v>
                </c:pt>
                <c:pt idx="8348">
                  <c:v>-1.7617324244030768</c:v>
                </c:pt>
                <c:pt idx="8349">
                  <c:v>-1.1695773002187961</c:v>
                </c:pt>
                <c:pt idx="8350">
                  <c:v>-1.4963728122356028</c:v>
                </c:pt>
                <c:pt idx="8351">
                  <c:v>-1.3576483790349437E-2</c:v>
                </c:pt>
                <c:pt idx="8352">
                  <c:v>1.9660441607638941E-3</c:v>
                </c:pt>
                <c:pt idx="8353">
                  <c:v>0.16142222107521528</c:v>
                </c:pt>
                <c:pt idx="8354">
                  <c:v>0.17027775602094125</c:v>
                </c:pt>
                <c:pt idx="8355">
                  <c:v>0.19076717673743088</c:v>
                </c:pt>
                <c:pt idx="8356">
                  <c:v>0.2071511165177761</c:v>
                </c:pt>
                <c:pt idx="8357">
                  <c:v>0.2215364009777302</c:v>
                </c:pt>
                <c:pt idx="8358">
                  <c:v>0.22860921560721195</c:v>
                </c:pt>
                <c:pt idx="8359">
                  <c:v>0.17151096086173931</c:v>
                </c:pt>
                <c:pt idx="8360">
                  <c:v>0.1145300381372174</c:v>
                </c:pt>
                <c:pt idx="8361">
                  <c:v>-1.2510274789310433E-2</c:v>
                </c:pt>
                <c:pt idx="8362">
                  <c:v>8.5842793256317121E-2</c:v>
                </c:pt>
                <c:pt idx="8363">
                  <c:v>-2.0061361886769498E-2</c:v>
                </c:pt>
                <c:pt idx="8364">
                  <c:v>4.1541116498350093E-2</c:v>
                </c:pt>
                <c:pt idx="8365">
                  <c:v>9.8091736925759149E-2</c:v>
                </c:pt>
                <c:pt idx="8366">
                  <c:v>1.7355640282105185E-2</c:v>
                </c:pt>
                <c:pt idx="8367">
                  <c:v>3.0758744846411147E-2</c:v>
                </c:pt>
                <c:pt idx="8368">
                  <c:v>0.137781958367201</c:v>
                </c:pt>
                <c:pt idx="8369">
                  <c:v>0.23032296018023485</c:v>
                </c:pt>
                <c:pt idx="8370">
                  <c:v>0.22392394583281813</c:v>
                </c:pt>
                <c:pt idx="8371">
                  <c:v>0.23896765138207124</c:v>
                </c:pt>
                <c:pt idx="8372">
                  <c:v>0.17874508062235167</c:v>
                </c:pt>
                <c:pt idx="8373">
                  <c:v>0.24844294503358838</c:v>
                </c:pt>
                <c:pt idx="8374">
                  <c:v>0.2376444910094036</c:v>
                </c:pt>
                <c:pt idx="8375">
                  <c:v>0.26113380572648875</c:v>
                </c:pt>
                <c:pt idx="8376">
                  <c:v>0.26181783556447263</c:v>
                </c:pt>
                <c:pt idx="8377">
                  <c:v>0.2671608841436241</c:v>
                </c:pt>
                <c:pt idx="8378">
                  <c:v>0.21747978093508269</c:v>
                </c:pt>
                <c:pt idx="8379">
                  <c:v>0.22382788394422701</c:v>
                </c:pt>
                <c:pt idx="8380">
                  <c:v>0.2219019126041526</c:v>
                </c:pt>
                <c:pt idx="8381">
                  <c:v>0.24275138828836884</c:v>
                </c:pt>
                <c:pt idx="8382">
                  <c:v>1.8761214445324439</c:v>
                </c:pt>
                <c:pt idx="8383">
                  <c:v>1.1854464069856943</c:v>
                </c:pt>
                <c:pt idx="8384">
                  <c:v>-7.1524356110246962E-2</c:v>
                </c:pt>
                <c:pt idx="8385">
                  <c:v>-0.21949656288227157</c:v>
                </c:pt>
                <c:pt idx="8386">
                  <c:v>-2.8693411366558861</c:v>
                </c:pt>
                <c:pt idx="8387">
                  <c:v>-3.2194960137381989</c:v>
                </c:pt>
                <c:pt idx="8388">
                  <c:v>-3.6941511473782347</c:v>
                </c:pt>
                <c:pt idx="8389">
                  <c:v>-3.6328598819125379</c:v>
                </c:pt>
                <c:pt idx="8390">
                  <c:v>-4.2518293280761572</c:v>
                </c:pt>
                <c:pt idx="8391">
                  <c:v>-4.4819313569513506</c:v>
                </c:pt>
                <c:pt idx="8392">
                  <c:v>-4.3295690238112767</c:v>
                </c:pt>
                <c:pt idx="8393">
                  <c:v>-4.0723144069807153</c:v>
                </c:pt>
                <c:pt idx="8394">
                  <c:v>-2.8465724701569748</c:v>
                </c:pt>
                <c:pt idx="8395">
                  <c:v>-0.9779885678499578</c:v>
                </c:pt>
                <c:pt idx="8396">
                  <c:v>-2.975531715996139</c:v>
                </c:pt>
                <c:pt idx="8397">
                  <c:v>-1.3979845269019713</c:v>
                </c:pt>
                <c:pt idx="8398">
                  <c:v>-0.84040146008071859</c:v>
                </c:pt>
                <c:pt idx="8399">
                  <c:v>-0.42335016958217708</c:v>
                </c:pt>
                <c:pt idx="8400">
                  <c:v>-0.11651576436858259</c:v>
                </c:pt>
                <c:pt idx="8401">
                  <c:v>-2.5137301565757185E-2</c:v>
                </c:pt>
                <c:pt idx="8402">
                  <c:v>7.1597821258350042E-2</c:v>
                </c:pt>
                <c:pt idx="8403">
                  <c:v>0.20957736127658153</c:v>
                </c:pt>
                <c:pt idx="8404">
                  <c:v>0.18418367166319552</c:v>
                </c:pt>
                <c:pt idx="8405">
                  <c:v>0.18492344408800609</c:v>
                </c:pt>
                <c:pt idx="8406">
                  <c:v>0.16397344939405972</c:v>
                </c:pt>
                <c:pt idx="8407">
                  <c:v>0.12339984594145667</c:v>
                </c:pt>
                <c:pt idx="8408">
                  <c:v>5.2141263166121395E-2</c:v>
                </c:pt>
                <c:pt idx="8409">
                  <c:v>3.4135625349796951E-2</c:v>
                </c:pt>
                <c:pt idx="8410">
                  <c:v>-8.4804674476675404E-2</c:v>
                </c:pt>
                <c:pt idx="8411">
                  <c:v>-1.1208782581445353</c:v>
                </c:pt>
                <c:pt idx="8412">
                  <c:v>-2.555861282258292</c:v>
                </c:pt>
                <c:pt idx="8413">
                  <c:v>-5.3422368080423013</c:v>
                </c:pt>
                <c:pt idx="8414">
                  <c:v>-1.8207098428930408</c:v>
                </c:pt>
                <c:pt idx="8415">
                  <c:v>-6.9307504744881507</c:v>
                </c:pt>
                <c:pt idx="8416">
                  <c:v>-5.0569119735954269</c:v>
                </c:pt>
                <c:pt idx="8417">
                  <c:v>-2.5283102824287469</c:v>
                </c:pt>
                <c:pt idx="8418">
                  <c:v>-4.3080566001033054</c:v>
                </c:pt>
                <c:pt idx="8419">
                  <c:v>-2.9081671935513347</c:v>
                </c:pt>
                <c:pt idx="8420">
                  <c:v>-2.0498661379614518</c:v>
                </c:pt>
                <c:pt idx="8421">
                  <c:v>-2.0966600281759757</c:v>
                </c:pt>
                <c:pt idx="8422">
                  <c:v>-1.4640406425522283</c:v>
                </c:pt>
                <c:pt idx="8423">
                  <c:v>-0.40069153489107828</c:v>
                </c:pt>
                <c:pt idx="8424">
                  <c:v>-0.32322704363944665</c:v>
                </c:pt>
                <c:pt idx="8425">
                  <c:v>-0.19510630459759737</c:v>
                </c:pt>
                <c:pt idx="8426">
                  <c:v>-6.644932860070403E-2</c:v>
                </c:pt>
                <c:pt idx="8427">
                  <c:v>5.0188673094216457E-2</c:v>
                </c:pt>
                <c:pt idx="8428">
                  <c:v>0.1662115575716247</c:v>
                </c:pt>
                <c:pt idx="8429">
                  <c:v>0.18700009068911277</c:v>
                </c:pt>
                <c:pt idx="8430">
                  <c:v>0.22661117947774717</c:v>
                </c:pt>
                <c:pt idx="8431">
                  <c:v>0.13593833340529021</c:v>
                </c:pt>
                <c:pt idx="8432">
                  <c:v>-5.1629376488181958E-2</c:v>
                </c:pt>
                <c:pt idx="8433">
                  <c:v>-0.57970849209582787</c:v>
                </c:pt>
                <c:pt idx="8434">
                  <c:v>-3.1675200943582573</c:v>
                </c:pt>
                <c:pt idx="8435">
                  <c:v>-1.507646244468092</c:v>
                </c:pt>
                <c:pt idx="8436">
                  <c:v>-5.8308160536071219</c:v>
                </c:pt>
                <c:pt idx="8437">
                  <c:v>-2.1736416389604343</c:v>
                </c:pt>
                <c:pt idx="8438">
                  <c:v>-6.2595787160871383</c:v>
                </c:pt>
                <c:pt idx="8439">
                  <c:v>-4.5352496632678871</c:v>
                </c:pt>
                <c:pt idx="8440">
                  <c:v>-3.9553468222564248</c:v>
                </c:pt>
                <c:pt idx="8441">
                  <c:v>-2.2029453670878176</c:v>
                </c:pt>
                <c:pt idx="8442">
                  <c:v>-4.5664590986938478</c:v>
                </c:pt>
                <c:pt idx="8443">
                  <c:v>-3.1561909020877668</c:v>
                </c:pt>
                <c:pt idx="8444">
                  <c:v>-1.9822629200846911</c:v>
                </c:pt>
                <c:pt idx="8445">
                  <c:v>-2.9810824697409246</c:v>
                </c:pt>
                <c:pt idx="8446">
                  <c:v>-2.5606509011641965</c:v>
                </c:pt>
                <c:pt idx="8447">
                  <c:v>-0.8859019335399051</c:v>
                </c:pt>
                <c:pt idx="8448">
                  <c:v>-0.68962063424650422</c:v>
                </c:pt>
                <c:pt idx="8449">
                  <c:v>-0.42085508947292166</c:v>
                </c:pt>
                <c:pt idx="8450">
                  <c:v>-0.21731316116374352</c:v>
                </c:pt>
                <c:pt idx="8451">
                  <c:v>-0.10927440832036703</c:v>
                </c:pt>
                <c:pt idx="8452">
                  <c:v>3.0565029541214095E-2</c:v>
                </c:pt>
                <c:pt idx="8453">
                  <c:v>0.11622201653914715</c:v>
                </c:pt>
                <c:pt idx="8454">
                  <c:v>0.11854619406102329</c:v>
                </c:pt>
                <c:pt idx="8455">
                  <c:v>0.10275643857885565</c:v>
                </c:pt>
                <c:pt idx="8456">
                  <c:v>-1.5522531146988312</c:v>
                </c:pt>
                <c:pt idx="8457">
                  <c:v>-1.5691449527066037</c:v>
                </c:pt>
                <c:pt idx="8458">
                  <c:v>-2.1486809582928639</c:v>
                </c:pt>
                <c:pt idx="8459">
                  <c:v>-1.4441658777135178</c:v>
                </c:pt>
                <c:pt idx="8460">
                  <c:v>-0.63908236846831645</c:v>
                </c:pt>
                <c:pt idx="8461">
                  <c:v>-0.64497747638812575</c:v>
                </c:pt>
                <c:pt idx="8462">
                  <c:v>-0.39367526122838392</c:v>
                </c:pt>
                <c:pt idx="8463">
                  <c:v>-0.64940288198944129</c:v>
                </c:pt>
                <c:pt idx="8464">
                  <c:v>-0.86615853604734028</c:v>
                </c:pt>
                <c:pt idx="8465">
                  <c:v>-0.78544770123320318</c:v>
                </c:pt>
                <c:pt idx="8466">
                  <c:v>-0.47208359662807198</c:v>
                </c:pt>
                <c:pt idx="8467">
                  <c:v>-0.31439740225273399</c:v>
                </c:pt>
                <c:pt idx="8468">
                  <c:v>-0.66459799347186443</c:v>
                </c:pt>
                <c:pt idx="8469">
                  <c:v>-0.51863067477151181</c:v>
                </c:pt>
                <c:pt idx="8470">
                  <c:v>7.2503318467121826E-3</c:v>
                </c:pt>
                <c:pt idx="8471">
                  <c:v>0.1603838591946424</c:v>
                </c:pt>
                <c:pt idx="8472">
                  <c:v>0.15388150767777933</c:v>
                </c:pt>
                <c:pt idx="8473">
                  <c:v>0.23762446780724281</c:v>
                </c:pt>
                <c:pt idx="8474">
                  <c:v>0.19145901031473159</c:v>
                </c:pt>
                <c:pt idx="8475">
                  <c:v>0.15199232505536636</c:v>
                </c:pt>
                <c:pt idx="8476">
                  <c:v>0.1841843142010976</c:v>
                </c:pt>
                <c:pt idx="8477">
                  <c:v>0.17676466905217678</c:v>
                </c:pt>
                <c:pt idx="8478">
                  <c:v>0.16191868279766086</c:v>
                </c:pt>
                <c:pt idx="8479">
                  <c:v>0.16580170137792269</c:v>
                </c:pt>
                <c:pt idx="8480">
                  <c:v>0.160600249173146</c:v>
                </c:pt>
                <c:pt idx="8481">
                  <c:v>-5.8504917825876954E-2</c:v>
                </c:pt>
                <c:pt idx="8482">
                  <c:v>-1.5052872547036767E-2</c:v>
                </c:pt>
                <c:pt idx="8483">
                  <c:v>-1.3372883287807225E-2</c:v>
                </c:pt>
                <c:pt idx="8484">
                  <c:v>-4.5116168668268411E-2</c:v>
                </c:pt>
                <c:pt idx="8485">
                  <c:v>7.257826969726806E-3</c:v>
                </c:pt>
                <c:pt idx="8486">
                  <c:v>5.7400839328876949E-2</c:v>
                </c:pt>
                <c:pt idx="8487">
                  <c:v>6.1412810102095164E-2</c:v>
                </c:pt>
                <c:pt idx="8488">
                  <c:v>2.6157848607780934E-2</c:v>
                </c:pt>
                <c:pt idx="8489">
                  <c:v>5.7321070862579759E-2</c:v>
                </c:pt>
                <c:pt idx="8490">
                  <c:v>5.2559530887930951E-2</c:v>
                </c:pt>
                <c:pt idx="8491">
                  <c:v>7.2966586692372951E-2</c:v>
                </c:pt>
                <c:pt idx="8492">
                  <c:v>7.9821685795325781E-2</c:v>
                </c:pt>
                <c:pt idx="8493">
                  <c:v>8.2863326755512431E-2</c:v>
                </c:pt>
                <c:pt idx="8494">
                  <c:v>0.16706330474872599</c:v>
                </c:pt>
                <c:pt idx="8495">
                  <c:v>0.17324728854185287</c:v>
                </c:pt>
                <c:pt idx="8496">
                  <c:v>0.16894502886777324</c:v>
                </c:pt>
                <c:pt idx="8497">
                  <c:v>0.18386700577973772</c:v>
                </c:pt>
                <c:pt idx="8498">
                  <c:v>0.25680483420276834</c:v>
                </c:pt>
                <c:pt idx="8499">
                  <c:v>0.24944169709568451</c:v>
                </c:pt>
                <c:pt idx="8500">
                  <c:v>0.22283500757005001</c:v>
                </c:pt>
                <c:pt idx="8501">
                  <c:v>0.21926153703864384</c:v>
                </c:pt>
                <c:pt idx="8502">
                  <c:v>0.29110321387810573</c:v>
                </c:pt>
                <c:pt idx="8503">
                  <c:v>0.25698706571027163</c:v>
                </c:pt>
                <c:pt idx="8504">
                  <c:v>-2.9476225814818697E-2</c:v>
                </c:pt>
                <c:pt idx="8505">
                  <c:v>-0.15735541927255425</c:v>
                </c:pt>
                <c:pt idx="8506">
                  <c:v>-0.18083214301817063</c:v>
                </c:pt>
                <c:pt idx="8507">
                  <c:v>-0.11333413507233597</c:v>
                </c:pt>
                <c:pt idx="8508">
                  <c:v>-2.4622733068773064E-2</c:v>
                </c:pt>
                <c:pt idx="8509">
                  <c:v>-1.3335675081339984</c:v>
                </c:pt>
                <c:pt idx="8510">
                  <c:v>-5.6569230732546005</c:v>
                </c:pt>
                <c:pt idx="8511">
                  <c:v>-3.3411789228405611</c:v>
                </c:pt>
                <c:pt idx="8512">
                  <c:v>-2.9983158800047587</c:v>
                </c:pt>
                <c:pt idx="8513">
                  <c:v>-2.8131372128711951</c:v>
                </c:pt>
                <c:pt idx="8514">
                  <c:v>-1.7606825470425076</c:v>
                </c:pt>
                <c:pt idx="8515">
                  <c:v>-0.94326955176380722</c:v>
                </c:pt>
                <c:pt idx="8516">
                  <c:v>-0.34802922561402816</c:v>
                </c:pt>
                <c:pt idx="8517">
                  <c:v>-0.31536732173471643</c:v>
                </c:pt>
                <c:pt idx="8518">
                  <c:v>0.10413152819211452</c:v>
                </c:pt>
                <c:pt idx="8519">
                  <c:v>0.15743554516835834</c:v>
                </c:pt>
                <c:pt idx="8520">
                  <c:v>0.17741752238359162</c:v>
                </c:pt>
                <c:pt idx="8521">
                  <c:v>0.22251948560327528</c:v>
                </c:pt>
                <c:pt idx="8522">
                  <c:v>0.24042047381886311</c:v>
                </c:pt>
                <c:pt idx="8523">
                  <c:v>0.23511236675512687</c:v>
                </c:pt>
                <c:pt idx="8524">
                  <c:v>0.2406875506635702</c:v>
                </c:pt>
                <c:pt idx="8525">
                  <c:v>0.28920585869294796</c:v>
                </c:pt>
                <c:pt idx="8526">
                  <c:v>0.26028498138099021</c:v>
                </c:pt>
                <c:pt idx="8527">
                  <c:v>6.4124648111371377E-2</c:v>
                </c:pt>
                <c:pt idx="8528">
                  <c:v>-0.26749868516122211</c:v>
                </c:pt>
                <c:pt idx="8529">
                  <c:v>-0.2512720874359774</c:v>
                </c:pt>
                <c:pt idx="8530">
                  <c:v>-0.33120090603841779</c:v>
                </c:pt>
                <c:pt idx="8531">
                  <c:v>-0.84315540906697906</c:v>
                </c:pt>
                <c:pt idx="8532">
                  <c:v>-5.5159905753173684</c:v>
                </c:pt>
                <c:pt idx="8533">
                  <c:v>-3.7613221925754656</c:v>
                </c:pt>
                <c:pt idx="8534">
                  <c:v>-3.1890908226713983</c:v>
                </c:pt>
                <c:pt idx="8535">
                  <c:v>-3.1725664098564237</c:v>
                </c:pt>
                <c:pt idx="8536">
                  <c:v>-3.718346269014654</c:v>
                </c:pt>
                <c:pt idx="8537">
                  <c:v>-3.9197696309662544</c:v>
                </c:pt>
                <c:pt idx="8538">
                  <c:v>-2.7989125903218346</c:v>
                </c:pt>
                <c:pt idx="8539">
                  <c:v>-1.6634885079004267</c:v>
                </c:pt>
                <c:pt idx="8540">
                  <c:v>-1.0312935796414062</c:v>
                </c:pt>
                <c:pt idx="8541">
                  <c:v>-1.4446521313119185</c:v>
                </c:pt>
                <c:pt idx="8542">
                  <c:v>-0.36829888304615144</c:v>
                </c:pt>
                <c:pt idx="8543">
                  <c:v>-1.0599949293192084</c:v>
                </c:pt>
                <c:pt idx="8544">
                  <c:v>-0.15107022521279398</c:v>
                </c:pt>
                <c:pt idx="8545">
                  <c:v>-0.21977224417202296</c:v>
                </c:pt>
                <c:pt idx="8546">
                  <c:v>-0.1245889174891758</c:v>
                </c:pt>
                <c:pt idx="8547">
                  <c:v>4.5049124627731224E-2</c:v>
                </c:pt>
                <c:pt idx="8548">
                  <c:v>0.21440929084719637</c:v>
                </c:pt>
                <c:pt idx="8549">
                  <c:v>0.25317596531772718</c:v>
                </c:pt>
                <c:pt idx="8550">
                  <c:v>0.23585903622394411</c:v>
                </c:pt>
                <c:pt idx="8551">
                  <c:v>0.1728627256795135</c:v>
                </c:pt>
                <c:pt idx="8552">
                  <c:v>-0.12802683916596799</c:v>
                </c:pt>
                <c:pt idx="8553">
                  <c:v>-0.16321360904878085</c:v>
                </c:pt>
                <c:pt idx="8554">
                  <c:v>-0.44773463613717751</c:v>
                </c:pt>
                <c:pt idx="8555">
                  <c:v>-4.1031382056637593</c:v>
                </c:pt>
                <c:pt idx="8556">
                  <c:v>-3.4362562745715568</c:v>
                </c:pt>
                <c:pt idx="8557">
                  <c:v>-3.4007620498829261</c:v>
                </c:pt>
                <c:pt idx="8558">
                  <c:v>-3.9966296669056303</c:v>
                </c:pt>
                <c:pt idx="8559">
                  <c:v>-3.9361575467496714</c:v>
                </c:pt>
                <c:pt idx="8560">
                  <c:v>-4.4998539379396947</c:v>
                </c:pt>
                <c:pt idx="8561">
                  <c:v>-3.8926466833968738</c:v>
                </c:pt>
                <c:pt idx="8562">
                  <c:v>-3.7436863949349988</c:v>
                </c:pt>
                <c:pt idx="8563">
                  <c:v>-1.8246774543342306</c:v>
                </c:pt>
                <c:pt idx="8564">
                  <c:v>-1.6216471218097617</c:v>
                </c:pt>
                <c:pt idx="8565">
                  <c:v>-1.8521982140770463</c:v>
                </c:pt>
                <c:pt idx="8566">
                  <c:v>-2.0780953298359308</c:v>
                </c:pt>
                <c:pt idx="8567">
                  <c:v>-0.53409858902270058</c:v>
                </c:pt>
                <c:pt idx="8568">
                  <c:v>-0.32588919488051427</c:v>
                </c:pt>
                <c:pt idx="8569">
                  <c:v>-0.1190351760125213</c:v>
                </c:pt>
                <c:pt idx="8570">
                  <c:v>2.5509997090307306E-2</c:v>
                </c:pt>
                <c:pt idx="8571">
                  <c:v>0.25166622253419185</c:v>
                </c:pt>
                <c:pt idx="8572">
                  <c:v>0.234886251965227</c:v>
                </c:pt>
                <c:pt idx="8573">
                  <c:v>0.18182890293055726</c:v>
                </c:pt>
                <c:pt idx="8574">
                  <c:v>0.20787187642030833</c:v>
                </c:pt>
                <c:pt idx="8575">
                  <c:v>0.16547972607979203</c:v>
                </c:pt>
                <c:pt idx="8576">
                  <c:v>-8.5467883812501456E-3</c:v>
                </c:pt>
                <c:pt idx="8577">
                  <c:v>-8.7243662335079769E-2</c:v>
                </c:pt>
                <c:pt idx="8578">
                  <c:v>-1.033335087273513</c:v>
                </c:pt>
                <c:pt idx="8579">
                  <c:v>-2.363495699786192</c:v>
                </c:pt>
                <c:pt idx="8580">
                  <c:v>-1.6871516973644238</c:v>
                </c:pt>
                <c:pt idx="8581">
                  <c:v>-3.5072608143114667</c:v>
                </c:pt>
                <c:pt idx="8582">
                  <c:v>-3.8844064426165295</c:v>
                </c:pt>
                <c:pt idx="8583">
                  <c:v>-2.1859612476952033</c:v>
                </c:pt>
                <c:pt idx="8584">
                  <c:v>-3.342458000839942</c:v>
                </c:pt>
                <c:pt idx="8585">
                  <c:v>-2.5855759009782977</c:v>
                </c:pt>
                <c:pt idx="8586">
                  <c:v>-3.1608495490185984</c:v>
                </c:pt>
                <c:pt idx="8587">
                  <c:v>-2.0418610794148204</c:v>
                </c:pt>
                <c:pt idx="8588">
                  <c:v>-1.5073142030424911</c:v>
                </c:pt>
                <c:pt idx="8589">
                  <c:v>-2.4399495730358702</c:v>
                </c:pt>
                <c:pt idx="8590">
                  <c:v>-1.2417290604964824</c:v>
                </c:pt>
                <c:pt idx="8591">
                  <c:v>-0.25766184370778006</c:v>
                </c:pt>
                <c:pt idx="8592">
                  <c:v>-0.16597668111176875</c:v>
                </c:pt>
                <c:pt idx="8593">
                  <c:v>-0.15887696657535835</c:v>
                </c:pt>
                <c:pt idx="8594">
                  <c:v>-0.12124685397320165</c:v>
                </c:pt>
                <c:pt idx="8595">
                  <c:v>-3.8357804109734557E-2</c:v>
                </c:pt>
                <c:pt idx="8596">
                  <c:v>0.10530215111382968</c:v>
                </c:pt>
                <c:pt idx="8597">
                  <c:v>0.16931822596286894</c:v>
                </c:pt>
                <c:pt idx="8598">
                  <c:v>0.22539541502705063</c:v>
                </c:pt>
                <c:pt idx="8599">
                  <c:v>0.19886301877427282</c:v>
                </c:pt>
                <c:pt idx="8600">
                  <c:v>4.9275584649158627E-2</c:v>
                </c:pt>
                <c:pt idx="8601">
                  <c:v>-0.15872702967420221</c:v>
                </c:pt>
                <c:pt idx="8602">
                  <c:v>-0.72734388493250013</c:v>
                </c:pt>
                <c:pt idx="8603">
                  <c:v>-4.788815256962704</c:v>
                </c:pt>
                <c:pt idx="8604">
                  <c:v>-2.553120632340522</c:v>
                </c:pt>
                <c:pt idx="8605">
                  <c:v>-5.0876238143517822</c:v>
                </c:pt>
                <c:pt idx="8606">
                  <c:v>-4.5024099193045215</c:v>
                </c:pt>
                <c:pt idx="8607">
                  <c:v>-4.6355747299732633</c:v>
                </c:pt>
                <c:pt idx="8608">
                  <c:v>-4.4116192013859425</c:v>
                </c:pt>
                <c:pt idx="8609">
                  <c:v>-2.7162323464196363</c:v>
                </c:pt>
                <c:pt idx="8610">
                  <c:v>-4.1518724706877981</c:v>
                </c:pt>
                <c:pt idx="8611">
                  <c:v>-2.8058880032474716</c:v>
                </c:pt>
                <c:pt idx="8612">
                  <c:v>-1.6629840197834698</c:v>
                </c:pt>
                <c:pt idx="8613">
                  <c:v>-2.2628136833177179</c:v>
                </c:pt>
                <c:pt idx="8614">
                  <c:v>-1.5043318884283521</c:v>
                </c:pt>
                <c:pt idx="8615">
                  <c:v>-0.31354460026294523</c:v>
                </c:pt>
                <c:pt idx="8616">
                  <c:v>-0.23149403663663454</c:v>
                </c:pt>
                <c:pt idx="8617">
                  <c:v>2.3444028071518099E-2</c:v>
                </c:pt>
                <c:pt idx="8618">
                  <c:v>0.21762708684350815</c:v>
                </c:pt>
                <c:pt idx="8619">
                  <c:v>0.2877076261117249</c:v>
                </c:pt>
                <c:pt idx="8620">
                  <c:v>0.25343332645030853</c:v>
                </c:pt>
                <c:pt idx="8621">
                  <c:v>0.26606608056540071</c:v>
                </c:pt>
                <c:pt idx="8622">
                  <c:v>0.28884616562515658</c:v>
                </c:pt>
                <c:pt idx="8623">
                  <c:v>0.23323807877552452</c:v>
                </c:pt>
                <c:pt idx="8624">
                  <c:v>-4.1287204560623528E-2</c:v>
                </c:pt>
                <c:pt idx="8625">
                  <c:v>-6.7462342930824148E-2</c:v>
                </c:pt>
                <c:pt idx="8626">
                  <c:v>-2.3764174108405551E-2</c:v>
                </c:pt>
                <c:pt idx="8627">
                  <c:v>-6.3834126458776147E-2</c:v>
                </c:pt>
                <c:pt idx="8628">
                  <c:v>-2.2519809437745946</c:v>
                </c:pt>
                <c:pt idx="8629">
                  <c:v>-3.7270304287000857</c:v>
                </c:pt>
                <c:pt idx="8630">
                  <c:v>-2.9571092079927177</c:v>
                </c:pt>
                <c:pt idx="8631">
                  <c:v>-3.0448135488158226</c:v>
                </c:pt>
                <c:pt idx="8632">
                  <c:v>-2.3532700043560455</c:v>
                </c:pt>
                <c:pt idx="8633">
                  <c:v>-2.1801271747934532</c:v>
                </c:pt>
                <c:pt idx="8634">
                  <c:v>-1.0114619796001902</c:v>
                </c:pt>
                <c:pt idx="8635">
                  <c:v>-0.21639565613379283</c:v>
                </c:pt>
                <c:pt idx="8636">
                  <c:v>0.13332250187838179</c:v>
                </c:pt>
                <c:pt idx="8637">
                  <c:v>0.25696420416945376</c:v>
                </c:pt>
                <c:pt idx="8638">
                  <c:v>0.31097580399289293</c:v>
                </c:pt>
                <c:pt idx="8639">
                  <c:v>0.3162301140214212</c:v>
                </c:pt>
                <c:pt idx="8640">
                  <c:v>0.25285103836042283</c:v>
                </c:pt>
                <c:pt idx="8641">
                  <c:v>0.24196989163338067</c:v>
                </c:pt>
                <c:pt idx="8642">
                  <c:v>0.27205698497211167</c:v>
                </c:pt>
                <c:pt idx="8643">
                  <c:v>2.0789620832046403</c:v>
                </c:pt>
                <c:pt idx="8644">
                  <c:v>1.4070917166161994</c:v>
                </c:pt>
                <c:pt idx="8645">
                  <c:v>1.5280025068527745</c:v>
                </c:pt>
                <c:pt idx="8646">
                  <c:v>1.221370946139307</c:v>
                </c:pt>
                <c:pt idx="8647">
                  <c:v>0.83012449161800517</c:v>
                </c:pt>
                <c:pt idx="8648">
                  <c:v>0.98382594821455605</c:v>
                </c:pt>
                <c:pt idx="8649">
                  <c:v>0.52897975167221112</c:v>
                </c:pt>
                <c:pt idx="8650">
                  <c:v>0.26263110343592927</c:v>
                </c:pt>
                <c:pt idx="8651">
                  <c:v>-6.3209871250310898E-2</c:v>
                </c:pt>
                <c:pt idx="8652">
                  <c:v>8.8178081281818296E-2</c:v>
                </c:pt>
                <c:pt idx="8653">
                  <c:v>8.2187710696970395E-2</c:v>
                </c:pt>
                <c:pt idx="8654">
                  <c:v>-3.5572031685635084</c:v>
                </c:pt>
                <c:pt idx="8655">
                  <c:v>-1.1267525026201726</c:v>
                </c:pt>
                <c:pt idx="8656">
                  <c:v>-2.4935865638124439</c:v>
                </c:pt>
                <c:pt idx="8657">
                  <c:v>-1.1836371778818828</c:v>
                </c:pt>
                <c:pt idx="8658">
                  <c:v>-0.61342260771349588</c:v>
                </c:pt>
                <c:pt idx="8659">
                  <c:v>-0.84626458335358523</c:v>
                </c:pt>
                <c:pt idx="8660">
                  <c:v>2.5029973346650664E-2</c:v>
                </c:pt>
                <c:pt idx="8661">
                  <c:v>7.0250094624292742E-2</c:v>
                </c:pt>
                <c:pt idx="8662">
                  <c:v>0.10662362846187795</c:v>
                </c:pt>
                <c:pt idx="8663">
                  <c:v>0.2869294268975543</c:v>
                </c:pt>
                <c:pt idx="8664">
                  <c:v>0.35129396203302421</c:v>
                </c:pt>
                <c:pt idx="8665">
                  <c:v>0.31911037452030272</c:v>
                </c:pt>
                <c:pt idx="8666">
                  <c:v>0.28339350295108579</c:v>
                </c:pt>
                <c:pt idx="8667">
                  <c:v>0.45138195506999884</c:v>
                </c:pt>
                <c:pt idx="8668">
                  <c:v>1.9226473222926275</c:v>
                </c:pt>
                <c:pt idx="8669">
                  <c:v>1.3916729767163567</c:v>
                </c:pt>
                <c:pt idx="8670">
                  <c:v>1.2550080691437442</c:v>
                </c:pt>
                <c:pt idx="8671">
                  <c:v>1.2240327197345569</c:v>
                </c:pt>
                <c:pt idx="8672">
                  <c:v>0.71815617408925714</c:v>
                </c:pt>
                <c:pt idx="8673">
                  <c:v>0.65868761354764549</c:v>
                </c:pt>
                <c:pt idx="8674">
                  <c:v>-1.2524034938150894E-2</c:v>
                </c:pt>
                <c:pt idx="8675">
                  <c:v>-0.27476295541117546</c:v>
                </c:pt>
                <c:pt idx="8676">
                  <c:v>-8.8138261354289801E-2</c:v>
                </c:pt>
                <c:pt idx="8677">
                  <c:v>-1.1473551834811682</c:v>
                </c:pt>
                <c:pt idx="8678">
                  <c:v>-4.220068367794469</c:v>
                </c:pt>
                <c:pt idx="8679">
                  <c:v>-2.4729639715515175</c:v>
                </c:pt>
                <c:pt idx="8680">
                  <c:v>-2.8108877335872364</c:v>
                </c:pt>
                <c:pt idx="8681">
                  <c:v>-2.6477193430640718</c:v>
                </c:pt>
                <c:pt idx="8682">
                  <c:v>-1.573176501713329</c:v>
                </c:pt>
                <c:pt idx="8683">
                  <c:v>-1.980030699632964</c:v>
                </c:pt>
                <c:pt idx="8684">
                  <c:v>-0.80422998693517334</c:v>
                </c:pt>
                <c:pt idx="8685">
                  <c:v>-1.7691844417274933</c:v>
                </c:pt>
                <c:pt idx="8686">
                  <c:v>-0.42863360180872778</c:v>
                </c:pt>
                <c:pt idx="8687">
                  <c:v>-1.0352716432352</c:v>
                </c:pt>
                <c:pt idx="8688">
                  <c:v>5.1638377773516E-2</c:v>
                </c:pt>
                <c:pt idx="8689">
                  <c:v>0.13273149976935644</c:v>
                </c:pt>
                <c:pt idx="8690">
                  <c:v>0.22994559216923147</c:v>
                </c:pt>
                <c:pt idx="8691">
                  <c:v>0.2494277148122761</c:v>
                </c:pt>
                <c:pt idx="8692">
                  <c:v>0.26649820529214313</c:v>
                </c:pt>
                <c:pt idx="8693">
                  <c:v>0.25488734964577997</c:v>
                </c:pt>
                <c:pt idx="8694">
                  <c:v>0.24571917961675643</c:v>
                </c:pt>
                <c:pt idx="8695">
                  <c:v>0.23751357714016991</c:v>
                </c:pt>
                <c:pt idx="8696">
                  <c:v>4.1785809373347728E-2</c:v>
                </c:pt>
                <c:pt idx="8697">
                  <c:v>6.1934424669304079E-2</c:v>
                </c:pt>
                <c:pt idx="8698">
                  <c:v>0.96524774204461572</c:v>
                </c:pt>
                <c:pt idx="8699">
                  <c:v>0.32468335763378708</c:v>
                </c:pt>
                <c:pt idx="8700">
                  <c:v>-1.3822833628015949</c:v>
                </c:pt>
                <c:pt idx="8701">
                  <c:v>-5.9892619191716818</c:v>
                </c:pt>
                <c:pt idx="8702">
                  <c:v>-3.6188745558531554</c:v>
                </c:pt>
                <c:pt idx="8703">
                  <c:v>-3.243567087715503</c:v>
                </c:pt>
                <c:pt idx="8704">
                  <c:v>-2.7760843231027272</c:v>
                </c:pt>
                <c:pt idx="8705">
                  <c:v>-2.5919879167224953</c:v>
                </c:pt>
                <c:pt idx="8706">
                  <c:v>-3.2977816586636508</c:v>
                </c:pt>
                <c:pt idx="8707">
                  <c:v>-1.9239470660708371</c:v>
                </c:pt>
                <c:pt idx="8708">
                  <c:v>-0.38247341912093602</c:v>
                </c:pt>
                <c:pt idx="8709">
                  <c:v>-1.3085318745818946</c:v>
                </c:pt>
                <c:pt idx="8710">
                  <c:v>-1.399532838265332</c:v>
                </c:pt>
                <c:pt idx="8711">
                  <c:v>-4.1475065044231797E-2</c:v>
                </c:pt>
                <c:pt idx="8712">
                  <c:v>0.22323143810785029</c:v>
                </c:pt>
                <c:pt idx="8713">
                  <c:v>0.37546235817475931</c:v>
                </c:pt>
                <c:pt idx="8714">
                  <c:v>0.35508687213888945</c:v>
                </c:pt>
                <c:pt idx="8715">
                  <c:v>0.31615768410891176</c:v>
                </c:pt>
                <c:pt idx="8716">
                  <c:v>0.47971094765909977</c:v>
                </c:pt>
                <c:pt idx="8717">
                  <c:v>0.65817722952815971</c:v>
                </c:pt>
                <c:pt idx="8718">
                  <c:v>0.57337436786297991</c:v>
                </c:pt>
                <c:pt idx="8719">
                  <c:v>0.44565684099310426</c:v>
                </c:pt>
                <c:pt idx="8720">
                  <c:v>0.26090753877768008</c:v>
                </c:pt>
                <c:pt idx="8721">
                  <c:v>-0.12991691298906466</c:v>
                </c:pt>
                <c:pt idx="8722">
                  <c:v>0.46785804761831329</c:v>
                </c:pt>
                <c:pt idx="8723">
                  <c:v>-0.40567490165938019</c:v>
                </c:pt>
                <c:pt idx="8724">
                  <c:v>-0.7256573673020672</c:v>
                </c:pt>
                <c:pt idx="8725">
                  <c:v>-2.1183670998344803</c:v>
                </c:pt>
                <c:pt idx="8726">
                  <c:v>-1.0011186371244911</c:v>
                </c:pt>
                <c:pt idx="8727">
                  <c:v>-2.5364137558816346</c:v>
                </c:pt>
                <c:pt idx="8728">
                  <c:v>-3.4728725246456937</c:v>
                </c:pt>
                <c:pt idx="8729">
                  <c:v>-6.892165110857865E-3</c:v>
                </c:pt>
                <c:pt idx="8730">
                  <c:v>-0.23603730357017533</c:v>
                </c:pt>
                <c:pt idx="8731">
                  <c:v>-0.24585201485255664</c:v>
                </c:pt>
                <c:pt idx="8732">
                  <c:v>0.12648056889308809</c:v>
                </c:pt>
                <c:pt idx="8733">
                  <c:v>-1.825694141592449</c:v>
                </c:pt>
                <c:pt idx="8734">
                  <c:v>-3.8412982780580651</c:v>
                </c:pt>
                <c:pt idx="8735">
                  <c:v>0.31467327433998388</c:v>
                </c:pt>
                <c:pt idx="8736">
                  <c:v>0.65671661505451295</c:v>
                </c:pt>
                <c:pt idx="8737">
                  <c:v>0.49946202653420618</c:v>
                </c:pt>
                <c:pt idx="8738">
                  <c:v>0.14962860346930079</c:v>
                </c:pt>
                <c:pt idx="8739">
                  <c:v>-9.726618410775846E-2</c:v>
                </c:pt>
                <c:pt idx="8740">
                  <c:v>-0.15952389440903963</c:v>
                </c:pt>
                <c:pt idx="8741">
                  <c:v>4.9877240695082183E-2</c:v>
                </c:pt>
                <c:pt idx="8742">
                  <c:v>0.48254619391049136</c:v>
                </c:pt>
                <c:pt idx="8743">
                  <c:v>0.31159384511962229</c:v>
                </c:pt>
                <c:pt idx="8744">
                  <c:v>0.47735814734492904</c:v>
                </c:pt>
                <c:pt idx="8745">
                  <c:v>0.4657574970647344</c:v>
                </c:pt>
                <c:pt idx="8746">
                  <c:v>0.2014517334476045</c:v>
                </c:pt>
                <c:pt idx="8747">
                  <c:v>-0.93573026664677028</c:v>
                </c:pt>
                <c:pt idx="8748">
                  <c:v>-0.84631449968061945</c:v>
                </c:pt>
                <c:pt idx="8749">
                  <c:v>-6.0522286476706633</c:v>
                </c:pt>
                <c:pt idx="8750">
                  <c:v>-1.8528291854412107</c:v>
                </c:pt>
                <c:pt idx="8751">
                  <c:v>-8.0099164991344782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4CFD-4366-8A9E-317A9D6B5F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/>
                  <a:t>Time</a:t>
                </a:r>
                <a:endParaRPr lang="en-PK" b="1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high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0"/>
          <c:min val="-3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 err="1">
                    <a:solidFill>
                      <a:schemeClr val="tx1"/>
                    </a:solidFill>
                  </a:rPr>
                  <a:t>AHU_cooling</a:t>
                </a:r>
                <a:r>
                  <a:rPr lang="en-US" b="1" dirty="0">
                    <a:solidFill>
                      <a:schemeClr val="tx1"/>
                    </a:solidFill>
                  </a:rPr>
                  <a:t>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Sheet2!$H$1</c:f>
              <c:strCache>
                <c:ptCount val="1"/>
                <c:pt idx="0">
                  <c:v>Q_1035-00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Sheet2!$H$2:$H$8753</c:f>
              <c:numCache>
                <c:formatCode>General</c:formatCode>
                <c:ptCount val="8752"/>
                <c:pt idx="0">
                  <c:v>6.487822726113833E-2</c:v>
                </c:pt>
                <c:pt idx="1">
                  <c:v>6.9461449886777799E-2</c:v>
                </c:pt>
                <c:pt idx="2">
                  <c:v>7.2531014253297471E-2</c:v>
                </c:pt>
                <c:pt idx="3">
                  <c:v>0.26306294783134482</c:v>
                </c:pt>
                <c:pt idx="4">
                  <c:v>0.24802094287124943</c:v>
                </c:pt>
                <c:pt idx="5">
                  <c:v>0.19249417282078124</c:v>
                </c:pt>
                <c:pt idx="6">
                  <c:v>0.1841012977891488</c:v>
                </c:pt>
                <c:pt idx="7">
                  <c:v>0.18485028267686873</c:v>
                </c:pt>
                <c:pt idx="8">
                  <c:v>0.16262313946415355</c:v>
                </c:pt>
                <c:pt idx="9">
                  <c:v>0.15904858429824376</c:v>
                </c:pt>
                <c:pt idx="10">
                  <c:v>6.820640259072798E-2</c:v>
                </c:pt>
                <c:pt idx="11">
                  <c:v>6.706885401724022E-2</c:v>
                </c:pt>
                <c:pt idx="12">
                  <c:v>6.0162093920608777E-2</c:v>
                </c:pt>
                <c:pt idx="13">
                  <c:v>5.9078177149393868E-2</c:v>
                </c:pt>
                <c:pt idx="14">
                  <c:v>7.0356310923729473E-2</c:v>
                </c:pt>
                <c:pt idx="15">
                  <c:v>6.9438473528177141E-2</c:v>
                </c:pt>
                <c:pt idx="16">
                  <c:v>6.4794621469129052E-2</c:v>
                </c:pt>
                <c:pt idx="17">
                  <c:v>6.175782774494773E-2</c:v>
                </c:pt>
                <c:pt idx="18">
                  <c:v>7.5993636247340554E-2</c:v>
                </c:pt>
                <c:pt idx="19">
                  <c:v>6.771652907841437E-2</c:v>
                </c:pt>
                <c:pt idx="20">
                  <c:v>6.2027578134662281E-2</c:v>
                </c:pt>
                <c:pt idx="21">
                  <c:v>6.6648129812960755E-2</c:v>
                </c:pt>
                <c:pt idx="22">
                  <c:v>0.22052815899135056</c:v>
                </c:pt>
                <c:pt idx="23">
                  <c:v>0.30823261640872401</c:v>
                </c:pt>
                <c:pt idx="24">
                  <c:v>0.20874876920166913</c:v>
                </c:pt>
                <c:pt idx="25">
                  <c:v>0.16836136125612869</c:v>
                </c:pt>
                <c:pt idx="26">
                  <c:v>0.22956319312727055</c:v>
                </c:pt>
                <c:pt idx="27">
                  <c:v>0.3227365172808328</c:v>
                </c:pt>
                <c:pt idx="28">
                  <c:v>0.31898885437317909</c:v>
                </c:pt>
                <c:pt idx="29">
                  <c:v>0.33940126767478618</c:v>
                </c:pt>
                <c:pt idx="30">
                  <c:v>0.39193216851998308</c:v>
                </c:pt>
                <c:pt idx="31">
                  <c:v>0.40004590808445778</c:v>
                </c:pt>
                <c:pt idx="32">
                  <c:v>0.37087838496214393</c:v>
                </c:pt>
                <c:pt idx="33">
                  <c:v>0.39260869927279779</c:v>
                </c:pt>
                <c:pt idx="34">
                  <c:v>0.38896921284259062</c:v>
                </c:pt>
                <c:pt idx="35">
                  <c:v>0.4103721045916065</c:v>
                </c:pt>
                <c:pt idx="36">
                  <c:v>0.41433666815607595</c:v>
                </c:pt>
                <c:pt idx="37">
                  <c:v>0.37079980503190552</c:v>
                </c:pt>
                <c:pt idx="38">
                  <c:v>0.3076746461988123</c:v>
                </c:pt>
                <c:pt idx="39">
                  <c:v>0.31481856326587709</c:v>
                </c:pt>
                <c:pt idx="40">
                  <c:v>0.16761395316066988</c:v>
                </c:pt>
                <c:pt idx="41">
                  <c:v>0.18651794028550225</c:v>
                </c:pt>
                <c:pt idx="42">
                  <c:v>0.5799664150910302</c:v>
                </c:pt>
                <c:pt idx="43">
                  <c:v>0.32380709760628523</c:v>
                </c:pt>
                <c:pt idx="44">
                  <c:v>0.30377610660671067</c:v>
                </c:pt>
                <c:pt idx="45">
                  <c:v>0.30788391354959532</c:v>
                </c:pt>
                <c:pt idx="46">
                  <c:v>0.30038372326336521</c:v>
                </c:pt>
                <c:pt idx="47">
                  <c:v>0.31106106352531304</c:v>
                </c:pt>
                <c:pt idx="48">
                  <c:v>0.31938822358429592</c:v>
                </c:pt>
                <c:pt idx="49">
                  <c:v>0.33094973119546939</c:v>
                </c:pt>
                <c:pt idx="50">
                  <c:v>0.33505507270859447</c:v>
                </c:pt>
                <c:pt idx="51">
                  <c:v>0.33683787749045246</c:v>
                </c:pt>
                <c:pt idx="52">
                  <c:v>0.32623301923488673</c:v>
                </c:pt>
                <c:pt idx="53">
                  <c:v>0.32898754247943585</c:v>
                </c:pt>
                <c:pt idx="54">
                  <c:v>0.3223437444408499</c:v>
                </c:pt>
                <c:pt idx="55">
                  <c:v>0.32733992645103049</c:v>
                </c:pt>
                <c:pt idx="56">
                  <c:v>0.28108203867155862</c:v>
                </c:pt>
                <c:pt idx="57">
                  <c:v>0.30843495366271234</c:v>
                </c:pt>
                <c:pt idx="58">
                  <c:v>0.25766740528044868</c:v>
                </c:pt>
                <c:pt idx="59">
                  <c:v>0.31803429294020458</c:v>
                </c:pt>
                <c:pt idx="60">
                  <c:v>0.46611827342998274</c:v>
                </c:pt>
                <c:pt idx="61">
                  <c:v>0.35477613345495906</c:v>
                </c:pt>
                <c:pt idx="62">
                  <c:v>0.24742106759890975</c:v>
                </c:pt>
                <c:pt idx="63">
                  <c:v>0.17801169098800862</c:v>
                </c:pt>
                <c:pt idx="64">
                  <c:v>0.18903007163502344</c:v>
                </c:pt>
                <c:pt idx="65">
                  <c:v>0.19115811337989586</c:v>
                </c:pt>
                <c:pt idx="66">
                  <c:v>0.19045143388249955</c:v>
                </c:pt>
                <c:pt idx="67">
                  <c:v>0.39962674411439908</c:v>
                </c:pt>
                <c:pt idx="68">
                  <c:v>0.54919596886648703</c:v>
                </c:pt>
                <c:pt idx="69">
                  <c:v>0.31969165839176111</c:v>
                </c:pt>
                <c:pt idx="70">
                  <c:v>0.31576022200829085</c:v>
                </c:pt>
                <c:pt idx="71">
                  <c:v>0.31056107179460885</c:v>
                </c:pt>
                <c:pt idx="72">
                  <c:v>0.33140115878387716</c:v>
                </c:pt>
                <c:pt idx="73">
                  <c:v>0.32432681192941454</c:v>
                </c:pt>
                <c:pt idx="74">
                  <c:v>0.31353631861475378</c:v>
                </c:pt>
                <c:pt idx="75">
                  <c:v>0.23795885796261126</c:v>
                </c:pt>
                <c:pt idx="76">
                  <c:v>0.3148172216701543</c:v>
                </c:pt>
                <c:pt idx="77">
                  <c:v>0.34060553064786692</c:v>
                </c:pt>
                <c:pt idx="78">
                  <c:v>0.34378381426473809</c:v>
                </c:pt>
                <c:pt idx="79">
                  <c:v>0.35209866706933457</c:v>
                </c:pt>
                <c:pt idx="80">
                  <c:v>0.30831839938948541</c:v>
                </c:pt>
                <c:pt idx="81">
                  <c:v>0.31499430210246526</c:v>
                </c:pt>
                <c:pt idx="82">
                  <c:v>0.27801844188455477</c:v>
                </c:pt>
                <c:pt idx="83">
                  <c:v>0.27312197374480846</c:v>
                </c:pt>
                <c:pt idx="84">
                  <c:v>0.24643462663575441</c:v>
                </c:pt>
                <c:pt idx="85">
                  <c:v>0.18361736089942371</c:v>
                </c:pt>
                <c:pt idx="86">
                  <c:v>0.17769954959863035</c:v>
                </c:pt>
                <c:pt idx="87">
                  <c:v>0.15414198722203504</c:v>
                </c:pt>
                <c:pt idx="88">
                  <c:v>0.16667439305876694</c:v>
                </c:pt>
                <c:pt idx="89">
                  <c:v>0.17810089286128086</c:v>
                </c:pt>
                <c:pt idx="90">
                  <c:v>0.1684786351124582</c:v>
                </c:pt>
                <c:pt idx="91">
                  <c:v>0.1616574493179925</c:v>
                </c:pt>
                <c:pt idx="92">
                  <c:v>0.18032772594742169</c:v>
                </c:pt>
                <c:pt idx="93">
                  <c:v>0.19728572203378142</c:v>
                </c:pt>
                <c:pt idx="94">
                  <c:v>0.21124761676663883</c:v>
                </c:pt>
                <c:pt idx="95">
                  <c:v>0.22114208070101596</c:v>
                </c:pt>
                <c:pt idx="96">
                  <c:v>0.20134120005850342</c:v>
                </c:pt>
                <c:pt idx="97">
                  <c:v>0.3520884978962221</c:v>
                </c:pt>
                <c:pt idx="98">
                  <c:v>0.514831683446345</c:v>
                </c:pt>
                <c:pt idx="99">
                  <c:v>0.33417247717606602</c:v>
                </c:pt>
                <c:pt idx="100">
                  <c:v>0.3303948193569799</c:v>
                </c:pt>
                <c:pt idx="101">
                  <c:v>0.30506803676356492</c:v>
                </c:pt>
                <c:pt idx="102">
                  <c:v>0.29586016125496123</c:v>
                </c:pt>
                <c:pt idx="103">
                  <c:v>0.31151251058065738</c:v>
                </c:pt>
                <c:pt idx="104">
                  <c:v>0.19839309965646057</c:v>
                </c:pt>
                <c:pt idx="105">
                  <c:v>0.30235045387349496</c:v>
                </c:pt>
                <c:pt idx="106">
                  <c:v>0.23307572059534559</c:v>
                </c:pt>
                <c:pt idx="107">
                  <c:v>0.18044731174701584</c:v>
                </c:pt>
                <c:pt idx="108">
                  <c:v>0.19183614063992965</c:v>
                </c:pt>
                <c:pt idx="109">
                  <c:v>0.15946695942496078</c:v>
                </c:pt>
                <c:pt idx="110">
                  <c:v>0.13540098349339885</c:v>
                </c:pt>
                <c:pt idx="111">
                  <c:v>0.14531040552091395</c:v>
                </c:pt>
                <c:pt idx="112">
                  <c:v>0.15230657521537311</c:v>
                </c:pt>
                <c:pt idx="113">
                  <c:v>0.15656997066084904</c:v>
                </c:pt>
                <c:pt idx="114">
                  <c:v>0.13959670374655583</c:v>
                </c:pt>
                <c:pt idx="115">
                  <c:v>0.15999432171526481</c:v>
                </c:pt>
                <c:pt idx="116">
                  <c:v>0.16077902085867848</c:v>
                </c:pt>
                <c:pt idx="117">
                  <c:v>0.13989742208571768</c:v>
                </c:pt>
                <c:pt idx="118">
                  <c:v>0.15869372473640081</c:v>
                </c:pt>
                <c:pt idx="119">
                  <c:v>0.17896043729590022</c:v>
                </c:pt>
                <c:pt idx="120">
                  <c:v>0.16724864289799246</c:v>
                </c:pt>
                <c:pt idx="121">
                  <c:v>0.15076766377672302</c:v>
                </c:pt>
                <c:pt idx="122">
                  <c:v>0.15342178883901525</c:v>
                </c:pt>
                <c:pt idx="123">
                  <c:v>0.15137522711354517</c:v>
                </c:pt>
                <c:pt idx="124">
                  <c:v>0.18667322349649912</c:v>
                </c:pt>
                <c:pt idx="125">
                  <c:v>0.1865780048898614</c:v>
                </c:pt>
                <c:pt idx="126">
                  <c:v>0.19092299568914201</c:v>
                </c:pt>
                <c:pt idx="127">
                  <c:v>0.20556049999620768</c:v>
                </c:pt>
                <c:pt idx="128">
                  <c:v>0.17914467679188745</c:v>
                </c:pt>
                <c:pt idx="129">
                  <c:v>0.16039979429892237</c:v>
                </c:pt>
                <c:pt idx="130">
                  <c:v>0.15207507786382601</c:v>
                </c:pt>
                <c:pt idx="131">
                  <c:v>0.13614287666384992</c:v>
                </c:pt>
                <c:pt idx="132">
                  <c:v>-0.57646886649634177</c:v>
                </c:pt>
                <c:pt idx="133">
                  <c:v>-0.6533828928339217</c:v>
                </c:pt>
                <c:pt idx="134">
                  <c:v>-0.79120477256983235</c:v>
                </c:pt>
                <c:pt idx="135">
                  <c:v>-0.83102408969799657</c:v>
                </c:pt>
                <c:pt idx="136">
                  <c:v>-0.67188304280691258</c:v>
                </c:pt>
                <c:pt idx="137">
                  <c:v>-0.59813376795720385</c:v>
                </c:pt>
                <c:pt idx="138">
                  <c:v>-0.48409673055831259</c:v>
                </c:pt>
                <c:pt idx="139">
                  <c:v>-0.37735819650677871</c:v>
                </c:pt>
                <c:pt idx="140">
                  <c:v>-6.8702552644043582E-2</c:v>
                </c:pt>
                <c:pt idx="141">
                  <c:v>-0.35740067649250296</c:v>
                </c:pt>
                <c:pt idx="142">
                  <c:v>-0.35427899357718934</c:v>
                </c:pt>
                <c:pt idx="143">
                  <c:v>-0.13747834978047677</c:v>
                </c:pt>
                <c:pt idx="144">
                  <c:v>-0.12059859500405368</c:v>
                </c:pt>
                <c:pt idx="145">
                  <c:v>0.1403708146071177</c:v>
                </c:pt>
                <c:pt idx="146">
                  <c:v>0.15478652803892576</c:v>
                </c:pt>
                <c:pt idx="147">
                  <c:v>0.15471018253251356</c:v>
                </c:pt>
                <c:pt idx="148">
                  <c:v>0.16016037946977907</c:v>
                </c:pt>
                <c:pt idx="149">
                  <c:v>0.15384223380625353</c:v>
                </c:pt>
                <c:pt idx="150">
                  <c:v>0.18054402592722837</c:v>
                </c:pt>
                <c:pt idx="151">
                  <c:v>0.18464098514623861</c:v>
                </c:pt>
                <c:pt idx="152">
                  <c:v>0.1895608125585439</c:v>
                </c:pt>
                <c:pt idx="153">
                  <c:v>0.1844060694161071</c:v>
                </c:pt>
                <c:pt idx="154">
                  <c:v>0.17397159538977575</c:v>
                </c:pt>
                <c:pt idx="155">
                  <c:v>0.16832224856584843</c:v>
                </c:pt>
                <c:pt idx="156">
                  <c:v>0.17792693949619517</c:v>
                </c:pt>
                <c:pt idx="157">
                  <c:v>0.19132349894845663</c:v>
                </c:pt>
                <c:pt idx="158">
                  <c:v>0.20124125589588632</c:v>
                </c:pt>
                <c:pt idx="159">
                  <c:v>0.18808348117728813</c:v>
                </c:pt>
                <c:pt idx="160">
                  <c:v>0.21250839617900955</c:v>
                </c:pt>
                <c:pt idx="161">
                  <c:v>0.42670891822562407</c:v>
                </c:pt>
                <c:pt idx="162">
                  <c:v>0.34585664774396041</c:v>
                </c:pt>
                <c:pt idx="163">
                  <c:v>0.77765612508850879</c:v>
                </c:pt>
                <c:pt idx="164">
                  <c:v>0.9997598395161954</c:v>
                </c:pt>
                <c:pt idx="165">
                  <c:v>1.2568471961570324</c:v>
                </c:pt>
                <c:pt idx="166">
                  <c:v>1.1057899071946828</c:v>
                </c:pt>
                <c:pt idx="167">
                  <c:v>0.82984213986032718</c:v>
                </c:pt>
                <c:pt idx="168">
                  <c:v>0.88712311525338161</c:v>
                </c:pt>
                <c:pt idx="169">
                  <c:v>0.88611961325599853</c:v>
                </c:pt>
                <c:pt idx="170">
                  <c:v>0.94934240299646844</c:v>
                </c:pt>
                <c:pt idx="171">
                  <c:v>0.99026123533218902</c:v>
                </c:pt>
                <c:pt idx="172">
                  <c:v>1.0468925044769382</c:v>
                </c:pt>
                <c:pt idx="173">
                  <c:v>1.0794660518529595</c:v>
                </c:pt>
                <c:pt idx="174">
                  <c:v>1.1126276622638753</c:v>
                </c:pt>
                <c:pt idx="175">
                  <c:v>1.0924681765288196</c:v>
                </c:pt>
                <c:pt idx="176">
                  <c:v>0.98485556543789998</c:v>
                </c:pt>
                <c:pt idx="177">
                  <c:v>0.81484145522441331</c:v>
                </c:pt>
                <c:pt idx="178">
                  <c:v>0.7667955809609216</c:v>
                </c:pt>
                <c:pt idx="179">
                  <c:v>0.75103769726416569</c:v>
                </c:pt>
                <c:pt idx="180">
                  <c:v>0.81058105222742616</c:v>
                </c:pt>
                <c:pt idx="181">
                  <c:v>0.82918695196559733</c:v>
                </c:pt>
                <c:pt idx="182">
                  <c:v>0.9283788352299116</c:v>
                </c:pt>
                <c:pt idx="183">
                  <c:v>0.88410152097325001</c:v>
                </c:pt>
                <c:pt idx="184">
                  <c:v>0.79190764108941025</c:v>
                </c:pt>
                <c:pt idx="185">
                  <c:v>0.70997465380611247</c:v>
                </c:pt>
                <c:pt idx="186">
                  <c:v>0.91644865987063573</c:v>
                </c:pt>
                <c:pt idx="187">
                  <c:v>0.82035825330478096</c:v>
                </c:pt>
                <c:pt idx="188">
                  <c:v>0.78705291240498287</c:v>
                </c:pt>
                <c:pt idx="189">
                  <c:v>0.83534813200256453</c:v>
                </c:pt>
                <c:pt idx="190">
                  <c:v>0.83889431697455374</c:v>
                </c:pt>
                <c:pt idx="191">
                  <c:v>0.86335974732929155</c:v>
                </c:pt>
                <c:pt idx="192">
                  <c:v>0.81511702263134711</c:v>
                </c:pt>
                <c:pt idx="193">
                  <c:v>0.77895967349151862</c:v>
                </c:pt>
                <c:pt idx="194">
                  <c:v>0.74566358384179598</c:v>
                </c:pt>
                <c:pt idx="195">
                  <c:v>0.78636171240759989</c:v>
                </c:pt>
                <c:pt idx="196">
                  <c:v>0.80795338807434114</c:v>
                </c:pt>
                <c:pt idx="197">
                  <c:v>0.74412639217352727</c:v>
                </c:pt>
                <c:pt idx="198">
                  <c:v>0.7277093778783601</c:v>
                </c:pt>
                <c:pt idx="199">
                  <c:v>0.81080989086578781</c:v>
                </c:pt>
                <c:pt idx="200">
                  <c:v>0.7917135663056557</c:v>
                </c:pt>
                <c:pt idx="201">
                  <c:v>0.80536144194798698</c:v>
                </c:pt>
                <c:pt idx="202">
                  <c:v>0.79104712138156652</c:v>
                </c:pt>
                <c:pt idx="203">
                  <c:v>0.77351892777167786</c:v>
                </c:pt>
                <c:pt idx="204">
                  <c:v>0.76336787604528089</c:v>
                </c:pt>
                <c:pt idx="205">
                  <c:v>0.6990433676670802</c:v>
                </c:pt>
                <c:pt idx="206">
                  <c:v>0.64565040549843811</c:v>
                </c:pt>
                <c:pt idx="207">
                  <c:v>0.41338167245758101</c:v>
                </c:pt>
                <c:pt idx="208">
                  <c:v>0.4191752118779275</c:v>
                </c:pt>
                <c:pt idx="209">
                  <c:v>0.49304052334230969</c:v>
                </c:pt>
                <c:pt idx="210">
                  <c:v>0.30701979670646506</c:v>
                </c:pt>
                <c:pt idx="211">
                  <c:v>1.439478190439426</c:v>
                </c:pt>
                <c:pt idx="212">
                  <c:v>1.3357084228170184</c:v>
                </c:pt>
                <c:pt idx="213">
                  <c:v>0.83346568492997031</c:v>
                </c:pt>
                <c:pt idx="214">
                  <c:v>0.79349788329282156</c:v>
                </c:pt>
                <c:pt idx="215">
                  <c:v>0.82294329464666227</c:v>
                </c:pt>
                <c:pt idx="216">
                  <c:v>0.83429288250672662</c:v>
                </c:pt>
                <c:pt idx="217">
                  <c:v>0.86097931370227831</c:v>
                </c:pt>
                <c:pt idx="218">
                  <c:v>0.85796365733473723</c:v>
                </c:pt>
                <c:pt idx="219">
                  <c:v>0.83176938968526815</c:v>
                </c:pt>
                <c:pt idx="220">
                  <c:v>0.77930014394362002</c:v>
                </c:pt>
                <c:pt idx="221">
                  <c:v>0.79609925443664631</c:v>
                </c:pt>
                <c:pt idx="222">
                  <c:v>0.7813790044829777</c:v>
                </c:pt>
                <c:pt idx="223">
                  <c:v>0.83458949961757101</c:v>
                </c:pt>
                <c:pt idx="224">
                  <c:v>0.77785472797015964</c:v>
                </c:pt>
                <c:pt idx="225">
                  <c:v>0.66607233395684073</c:v>
                </c:pt>
                <c:pt idx="226">
                  <c:v>0.79939471510049032</c:v>
                </c:pt>
                <c:pt idx="227">
                  <c:v>0.75977720750629962</c:v>
                </c:pt>
                <c:pt idx="228">
                  <c:v>0.61304223158974491</c:v>
                </c:pt>
                <c:pt idx="229">
                  <c:v>0.57216953592440556</c:v>
                </c:pt>
                <c:pt idx="230">
                  <c:v>0.63900800766301835</c:v>
                </c:pt>
                <c:pt idx="231">
                  <c:v>0.64780157914122038</c:v>
                </c:pt>
                <c:pt idx="232">
                  <c:v>0.58862127333309877</c:v>
                </c:pt>
                <c:pt idx="233">
                  <c:v>0.71227862161126976</c:v>
                </c:pt>
                <c:pt idx="234">
                  <c:v>0.79275089132941068</c:v>
                </c:pt>
                <c:pt idx="235">
                  <c:v>0.85707358483285734</c:v>
                </c:pt>
                <c:pt idx="236">
                  <c:v>0.79737879541385159</c:v>
                </c:pt>
                <c:pt idx="237">
                  <c:v>0.77693419857664159</c:v>
                </c:pt>
                <c:pt idx="238">
                  <c:v>0.77051129428170273</c:v>
                </c:pt>
                <c:pt idx="239">
                  <c:v>0.79137198750914495</c:v>
                </c:pt>
                <c:pt idx="240">
                  <c:v>0.76999144083677318</c:v>
                </c:pt>
                <c:pt idx="241">
                  <c:v>0.7987079551961449</c:v>
                </c:pt>
                <c:pt idx="242">
                  <c:v>0.74702719840037035</c:v>
                </c:pt>
                <c:pt idx="243">
                  <c:v>0.78636163373100065</c:v>
                </c:pt>
                <c:pt idx="244">
                  <c:v>0.83871263650770989</c:v>
                </c:pt>
                <c:pt idx="245">
                  <c:v>0.82148337501116186</c:v>
                </c:pt>
                <c:pt idx="246">
                  <c:v>0.80075503194221309</c:v>
                </c:pt>
                <c:pt idx="247">
                  <c:v>0.80581336168350337</c:v>
                </c:pt>
                <c:pt idx="248">
                  <c:v>0.76229490025448721</c:v>
                </c:pt>
                <c:pt idx="249">
                  <c:v>0.75088732851822426</c:v>
                </c:pt>
                <c:pt idx="250">
                  <c:v>0.72036475502965247</c:v>
                </c:pt>
                <c:pt idx="251">
                  <c:v>0.55522276194420106</c:v>
                </c:pt>
                <c:pt idx="252">
                  <c:v>0.36641465700854153</c:v>
                </c:pt>
                <c:pt idx="253">
                  <c:v>0.2282346719488263</c:v>
                </c:pt>
                <c:pt idx="254">
                  <c:v>0.16992115962081361</c:v>
                </c:pt>
                <c:pt idx="255">
                  <c:v>0.16416745107475275</c:v>
                </c:pt>
                <c:pt idx="256">
                  <c:v>0.16532328672128377</c:v>
                </c:pt>
                <c:pt idx="257">
                  <c:v>0.17308055109852541</c:v>
                </c:pt>
                <c:pt idx="258">
                  <c:v>0.1752039706108903</c:v>
                </c:pt>
                <c:pt idx="259">
                  <c:v>0.15930707427969087</c:v>
                </c:pt>
                <c:pt idx="260">
                  <c:v>0.17772718632334378</c:v>
                </c:pt>
                <c:pt idx="261">
                  <c:v>0.16159634906631412</c:v>
                </c:pt>
                <c:pt idx="262">
                  <c:v>0.1683907109374678</c:v>
                </c:pt>
                <c:pt idx="263">
                  <c:v>0.1982150958915222</c:v>
                </c:pt>
                <c:pt idx="264">
                  <c:v>0.58801782842229566</c:v>
                </c:pt>
                <c:pt idx="265">
                  <c:v>0.36014278719595089</c:v>
                </c:pt>
                <c:pt idx="266">
                  <c:v>0.48213139845030084</c:v>
                </c:pt>
                <c:pt idx="267">
                  <c:v>1.6171785485760992</c:v>
                </c:pt>
                <c:pt idx="268">
                  <c:v>1.0135371608374906</c:v>
                </c:pt>
                <c:pt idx="269">
                  <c:v>0.83735814869036473</c:v>
                </c:pt>
                <c:pt idx="270">
                  <c:v>0.88711066739579303</c:v>
                </c:pt>
                <c:pt idx="271">
                  <c:v>0.81187204030321947</c:v>
                </c:pt>
                <c:pt idx="272">
                  <c:v>0.7560971764856218</c:v>
                </c:pt>
                <c:pt idx="273">
                  <c:v>0.46824707441420993</c:v>
                </c:pt>
                <c:pt idx="274">
                  <c:v>0.19234146621265322</c:v>
                </c:pt>
                <c:pt idx="275">
                  <c:v>0.21760632072660671</c:v>
                </c:pt>
                <c:pt idx="276">
                  <c:v>0.18167539377631803</c:v>
                </c:pt>
                <c:pt idx="277">
                  <c:v>0.18362632510132293</c:v>
                </c:pt>
                <c:pt idx="278">
                  <c:v>0.14544563381124467</c:v>
                </c:pt>
                <c:pt idx="279">
                  <c:v>0.15197491546950589</c:v>
                </c:pt>
                <c:pt idx="280">
                  <c:v>0.15497589787516564</c:v>
                </c:pt>
                <c:pt idx="281">
                  <c:v>0.15755135355425726</c:v>
                </c:pt>
                <c:pt idx="282">
                  <c:v>0.15659600514130462</c:v>
                </c:pt>
                <c:pt idx="283">
                  <c:v>0.16177655652645459</c:v>
                </c:pt>
                <c:pt idx="284">
                  <c:v>0.16224592481144645</c:v>
                </c:pt>
                <c:pt idx="285">
                  <c:v>0.15477480875334543</c:v>
                </c:pt>
                <c:pt idx="286">
                  <c:v>0.15268815141769851</c:v>
                </c:pt>
                <c:pt idx="287">
                  <c:v>0.17596946089111595</c:v>
                </c:pt>
                <c:pt idx="288">
                  <c:v>0.16766001474362177</c:v>
                </c:pt>
                <c:pt idx="289">
                  <c:v>0.16979851709602081</c:v>
                </c:pt>
                <c:pt idx="290">
                  <c:v>0.16454024839079312</c:v>
                </c:pt>
                <c:pt idx="291">
                  <c:v>0.16841812815803925</c:v>
                </c:pt>
                <c:pt idx="292">
                  <c:v>0.16864647577687378</c:v>
                </c:pt>
                <c:pt idx="293">
                  <c:v>0.17022042460780357</c:v>
                </c:pt>
                <c:pt idx="294">
                  <c:v>0.16768782228026416</c:v>
                </c:pt>
                <c:pt idx="295">
                  <c:v>0.17415445630659757</c:v>
                </c:pt>
                <c:pt idx="296">
                  <c:v>0.17688182981443235</c:v>
                </c:pt>
                <c:pt idx="297">
                  <c:v>0.15488977291319964</c:v>
                </c:pt>
                <c:pt idx="298">
                  <c:v>0.16524147296562805</c:v>
                </c:pt>
                <c:pt idx="299">
                  <c:v>0.16651363866736155</c:v>
                </c:pt>
                <c:pt idx="300">
                  <c:v>0.16214701166627313</c:v>
                </c:pt>
                <c:pt idx="301">
                  <c:v>0.17490799349123012</c:v>
                </c:pt>
                <c:pt idx="302">
                  <c:v>0.16110715942302301</c:v>
                </c:pt>
                <c:pt idx="303">
                  <c:v>0.16465608784212926</c:v>
                </c:pt>
                <c:pt idx="304">
                  <c:v>0.17639014916277529</c:v>
                </c:pt>
                <c:pt idx="305">
                  <c:v>0.30239257326127755</c:v>
                </c:pt>
                <c:pt idx="306">
                  <c:v>0.1795716672559064</c:v>
                </c:pt>
                <c:pt idx="307">
                  <c:v>0.19185856405228069</c:v>
                </c:pt>
                <c:pt idx="308">
                  <c:v>0.21477247092019414</c:v>
                </c:pt>
                <c:pt idx="309">
                  <c:v>0.20696686267282677</c:v>
                </c:pt>
                <c:pt idx="310">
                  <c:v>0.19431419705544362</c:v>
                </c:pt>
                <c:pt idx="311">
                  <c:v>0.19314954204777784</c:v>
                </c:pt>
                <c:pt idx="312">
                  <c:v>0.1978368899986031</c:v>
                </c:pt>
                <c:pt idx="313">
                  <c:v>0.18437924437122527</c:v>
                </c:pt>
                <c:pt idx="314">
                  <c:v>0.6744360009216841</c:v>
                </c:pt>
                <c:pt idx="315">
                  <c:v>1.0806680738574463</c:v>
                </c:pt>
                <c:pt idx="316">
                  <c:v>1.0293994274748473</c:v>
                </c:pt>
                <c:pt idx="317">
                  <c:v>0.96992269995517477</c:v>
                </c:pt>
                <c:pt idx="318">
                  <c:v>0.91906455111949903</c:v>
                </c:pt>
                <c:pt idx="319">
                  <c:v>0.88287971482693306</c:v>
                </c:pt>
                <c:pt idx="320">
                  <c:v>0.89907741838769994</c:v>
                </c:pt>
                <c:pt idx="321">
                  <c:v>0.85352035516288338</c:v>
                </c:pt>
                <c:pt idx="322">
                  <c:v>0.88527837388833797</c:v>
                </c:pt>
                <c:pt idx="323">
                  <c:v>0.44007547682802317</c:v>
                </c:pt>
                <c:pt idx="324">
                  <c:v>0.22756100149676226</c:v>
                </c:pt>
                <c:pt idx="325">
                  <c:v>0.20720049396897328</c:v>
                </c:pt>
                <c:pt idx="326">
                  <c:v>0.17036992359385258</c:v>
                </c:pt>
                <c:pt idx="327">
                  <c:v>0.19676238396048912</c:v>
                </c:pt>
                <c:pt idx="328">
                  <c:v>0.15455363843933465</c:v>
                </c:pt>
                <c:pt idx="329">
                  <c:v>0.14569339201208714</c:v>
                </c:pt>
                <c:pt idx="330">
                  <c:v>0.18065116861006469</c:v>
                </c:pt>
                <c:pt idx="331">
                  <c:v>0.19275442207909155</c:v>
                </c:pt>
                <c:pt idx="332">
                  <c:v>0.20558355313869731</c:v>
                </c:pt>
                <c:pt idx="333">
                  <c:v>0.22215927094193333</c:v>
                </c:pt>
                <c:pt idx="334">
                  <c:v>0.19369100639704198</c:v>
                </c:pt>
                <c:pt idx="335">
                  <c:v>0.20115317644579825</c:v>
                </c:pt>
                <c:pt idx="336">
                  <c:v>0.55911242448644594</c:v>
                </c:pt>
                <c:pt idx="337">
                  <c:v>0.90047286521366965</c:v>
                </c:pt>
                <c:pt idx="338">
                  <c:v>1.109519865616055</c:v>
                </c:pt>
                <c:pt idx="339">
                  <c:v>1.2410946573961319</c:v>
                </c:pt>
                <c:pt idx="340">
                  <c:v>1.2293804968394664</c:v>
                </c:pt>
                <c:pt idx="341">
                  <c:v>1.206257057867294</c:v>
                </c:pt>
                <c:pt idx="342">
                  <c:v>1.1686062554469929</c:v>
                </c:pt>
                <c:pt idx="343">
                  <c:v>1.1225639598907569</c:v>
                </c:pt>
                <c:pt idx="344">
                  <c:v>1.0015566043934183</c:v>
                </c:pt>
                <c:pt idx="345">
                  <c:v>0.93059923415585655</c:v>
                </c:pt>
                <c:pt idx="346">
                  <c:v>1.0172524411902542</c:v>
                </c:pt>
                <c:pt idx="347">
                  <c:v>1.0222733006914213</c:v>
                </c:pt>
                <c:pt idx="348">
                  <c:v>0.40930625236976298</c:v>
                </c:pt>
                <c:pt idx="349">
                  <c:v>0.14463695257530593</c:v>
                </c:pt>
                <c:pt idx="350">
                  <c:v>0.16558033441795836</c:v>
                </c:pt>
                <c:pt idx="351">
                  <c:v>0.17228448592106355</c:v>
                </c:pt>
                <c:pt idx="352">
                  <c:v>0.16594462016111119</c:v>
                </c:pt>
                <c:pt idx="353">
                  <c:v>0.15760072384815382</c:v>
                </c:pt>
                <c:pt idx="354">
                  <c:v>0.12698701858330927</c:v>
                </c:pt>
                <c:pt idx="355">
                  <c:v>0.18857455666678791</c:v>
                </c:pt>
                <c:pt idx="356">
                  <c:v>0.17951271107225902</c:v>
                </c:pt>
                <c:pt idx="357">
                  <c:v>0.19429757075302914</c:v>
                </c:pt>
                <c:pt idx="358">
                  <c:v>0.21255832225996468</c:v>
                </c:pt>
                <c:pt idx="359">
                  <c:v>0.71262805694658904</c:v>
                </c:pt>
                <c:pt idx="360">
                  <c:v>1.1252043367828264</c:v>
                </c:pt>
                <c:pt idx="361">
                  <c:v>1.1932141685890021</c:v>
                </c:pt>
                <c:pt idx="362">
                  <c:v>1.2203887559687685</c:v>
                </c:pt>
                <c:pt idx="363">
                  <c:v>1.2197430020863151</c:v>
                </c:pt>
                <c:pt idx="364">
                  <c:v>1.0787308388619765</c:v>
                </c:pt>
                <c:pt idx="365">
                  <c:v>1.0235492348610267</c:v>
                </c:pt>
                <c:pt idx="366">
                  <c:v>0.99314826194584149</c:v>
                </c:pt>
                <c:pt idx="367">
                  <c:v>0.96598393641425395</c:v>
                </c:pt>
                <c:pt idx="368">
                  <c:v>0.8993462020055617</c:v>
                </c:pt>
                <c:pt idx="369">
                  <c:v>0.78657464940474064</c:v>
                </c:pt>
                <c:pt idx="370">
                  <c:v>0.76354165236437954</c:v>
                </c:pt>
                <c:pt idx="371">
                  <c:v>0.84463033738489246</c:v>
                </c:pt>
                <c:pt idx="372">
                  <c:v>0.58822111094218232</c:v>
                </c:pt>
                <c:pt idx="373">
                  <c:v>0.19050424776580172</c:v>
                </c:pt>
                <c:pt idx="374">
                  <c:v>0.17921671774834513</c:v>
                </c:pt>
                <c:pt idx="375">
                  <c:v>0.17069231101204962</c:v>
                </c:pt>
                <c:pt idx="376">
                  <c:v>0.1804293744100883</c:v>
                </c:pt>
                <c:pt idx="377">
                  <c:v>0.18695589908076268</c:v>
                </c:pt>
                <c:pt idx="378">
                  <c:v>0.19919501390465</c:v>
                </c:pt>
                <c:pt idx="379">
                  <c:v>0.19290917400722388</c:v>
                </c:pt>
                <c:pt idx="380">
                  <c:v>0.18280640869486572</c:v>
                </c:pt>
                <c:pt idx="381">
                  <c:v>0.19317735207961134</c:v>
                </c:pt>
                <c:pt idx="382">
                  <c:v>0.53613630163339676</c:v>
                </c:pt>
                <c:pt idx="383">
                  <c:v>1.1290805382361124</c:v>
                </c:pt>
                <c:pt idx="384">
                  <c:v>1.1824285086803381</c:v>
                </c:pt>
                <c:pt idx="385">
                  <c:v>1.1958659086100807</c:v>
                </c:pt>
                <c:pt idx="386">
                  <c:v>1.2219309652938712</c:v>
                </c:pt>
                <c:pt idx="387">
                  <c:v>1.1669889716986983</c:v>
                </c:pt>
                <c:pt idx="388">
                  <c:v>1.0825865556279961</c:v>
                </c:pt>
                <c:pt idx="389">
                  <c:v>1.0277911964792055</c:v>
                </c:pt>
                <c:pt idx="390">
                  <c:v>1.00616989047672</c:v>
                </c:pt>
                <c:pt idx="391">
                  <c:v>0.98987088915358135</c:v>
                </c:pt>
                <c:pt idx="392">
                  <c:v>0.93514766297849161</c:v>
                </c:pt>
                <c:pt idx="393">
                  <c:v>0.92813971714652965</c:v>
                </c:pt>
                <c:pt idx="394">
                  <c:v>1.0111202154632302</c:v>
                </c:pt>
                <c:pt idx="395">
                  <c:v>0.76046146934179615</c:v>
                </c:pt>
                <c:pt idx="396">
                  <c:v>0.19807060950700417</c:v>
                </c:pt>
                <c:pt idx="397">
                  <c:v>0.17449570132775702</c:v>
                </c:pt>
                <c:pt idx="398">
                  <c:v>0.17569152860721718</c:v>
                </c:pt>
                <c:pt idx="399">
                  <c:v>0.19670867416021875</c:v>
                </c:pt>
                <c:pt idx="400">
                  <c:v>0.19595322724934058</c:v>
                </c:pt>
                <c:pt idx="401">
                  <c:v>0.23567976810949262</c:v>
                </c:pt>
                <c:pt idx="402">
                  <c:v>0.20305960230672193</c:v>
                </c:pt>
                <c:pt idx="403">
                  <c:v>0.21343267039762057</c:v>
                </c:pt>
                <c:pt idx="404">
                  <c:v>0.19930135262852713</c:v>
                </c:pt>
                <c:pt idx="405">
                  <c:v>0.86163328673082129</c:v>
                </c:pt>
                <c:pt idx="406">
                  <c:v>1.3142059700225164</c:v>
                </c:pt>
                <c:pt idx="407">
                  <c:v>1.344979081414243</c:v>
                </c:pt>
                <c:pt idx="408">
                  <c:v>1.3116346394133891</c:v>
                </c:pt>
                <c:pt idx="409">
                  <c:v>1.3022330615846538</c:v>
                </c:pt>
                <c:pt idx="410">
                  <c:v>1.2522832287064682</c:v>
                </c:pt>
                <c:pt idx="411">
                  <c:v>1.2139150037250706</c:v>
                </c:pt>
                <c:pt idx="412">
                  <c:v>1.1333490683969174</c:v>
                </c:pt>
                <c:pt idx="413">
                  <c:v>1.1074427526647799</c:v>
                </c:pt>
                <c:pt idx="414">
                  <c:v>1.0947252721667311</c:v>
                </c:pt>
                <c:pt idx="415">
                  <c:v>1.0497255675333674</c:v>
                </c:pt>
                <c:pt idx="416">
                  <c:v>0.96720502070696768</c:v>
                </c:pt>
                <c:pt idx="417">
                  <c:v>0.89538491600362047</c:v>
                </c:pt>
                <c:pt idx="418">
                  <c:v>0.7711929682479951</c:v>
                </c:pt>
                <c:pt idx="419">
                  <c:v>0.72961180139499349</c:v>
                </c:pt>
                <c:pt idx="420">
                  <c:v>0.5686778090271416</c:v>
                </c:pt>
                <c:pt idx="421">
                  <c:v>0.59422578948022731</c:v>
                </c:pt>
                <c:pt idx="422">
                  <c:v>0.55169851371218148</c:v>
                </c:pt>
                <c:pt idx="423">
                  <c:v>0.37804516441225983</c:v>
                </c:pt>
                <c:pt idx="424">
                  <c:v>9.9792148472228323E-2</c:v>
                </c:pt>
                <c:pt idx="425">
                  <c:v>0.37917846863950055</c:v>
                </c:pt>
                <c:pt idx="426">
                  <c:v>0.83343519689960266</c:v>
                </c:pt>
                <c:pt idx="427">
                  <c:v>0.80073658147664739</c:v>
                </c:pt>
                <c:pt idx="428">
                  <c:v>0.63562784435415953</c:v>
                </c:pt>
                <c:pt idx="429">
                  <c:v>0.54412832650658349</c:v>
                </c:pt>
                <c:pt idx="430">
                  <c:v>0.52842036338991138</c:v>
                </c:pt>
                <c:pt idx="431">
                  <c:v>0.57351535811136489</c:v>
                </c:pt>
                <c:pt idx="432">
                  <c:v>0.56770856937833791</c:v>
                </c:pt>
                <c:pt idx="433">
                  <c:v>0.56101402282934454</c:v>
                </c:pt>
                <c:pt idx="434">
                  <c:v>0.55531896824016869</c:v>
                </c:pt>
                <c:pt idx="435">
                  <c:v>0.50991856289035031</c:v>
                </c:pt>
                <c:pt idx="436">
                  <c:v>0.53993991878016379</c:v>
                </c:pt>
                <c:pt idx="437">
                  <c:v>0.52484350612059827</c:v>
                </c:pt>
                <c:pt idx="438">
                  <c:v>0.54121690574035752</c:v>
                </c:pt>
                <c:pt idx="439">
                  <c:v>0.53137310536956384</c:v>
                </c:pt>
                <c:pt idx="440">
                  <c:v>0.51676013293525069</c:v>
                </c:pt>
                <c:pt idx="441">
                  <c:v>0.5215377703471008</c:v>
                </c:pt>
                <c:pt idx="442">
                  <c:v>0.53703271033166577</c:v>
                </c:pt>
                <c:pt idx="443">
                  <c:v>0.58578893654907349</c:v>
                </c:pt>
                <c:pt idx="444">
                  <c:v>0.52501270461708271</c:v>
                </c:pt>
                <c:pt idx="445">
                  <c:v>0.53224767527525063</c:v>
                </c:pt>
                <c:pt idx="446">
                  <c:v>0.58017917259671414</c:v>
                </c:pt>
                <c:pt idx="447">
                  <c:v>0.58515416771277351</c:v>
                </c:pt>
                <c:pt idx="448">
                  <c:v>0.57020447513665229</c:v>
                </c:pt>
                <c:pt idx="449">
                  <c:v>0.5751607547451606</c:v>
                </c:pt>
                <c:pt idx="450">
                  <c:v>0.51797398700183472</c:v>
                </c:pt>
                <c:pt idx="451">
                  <c:v>0.50921267123214631</c:v>
                </c:pt>
                <c:pt idx="452">
                  <c:v>0.53895643199344101</c:v>
                </c:pt>
                <c:pt idx="453">
                  <c:v>0.50909940445957758</c:v>
                </c:pt>
                <c:pt idx="454">
                  <c:v>0.51820699106747803</c:v>
                </c:pt>
                <c:pt idx="455">
                  <c:v>0.53063945632981457</c:v>
                </c:pt>
                <c:pt idx="456">
                  <c:v>0.52065949938073253</c:v>
                </c:pt>
                <c:pt idx="457">
                  <c:v>0.51908509497541477</c:v>
                </c:pt>
                <c:pt idx="458">
                  <c:v>0.49143177849297454</c:v>
                </c:pt>
                <c:pt idx="459">
                  <c:v>0.51907971139540088</c:v>
                </c:pt>
                <c:pt idx="460">
                  <c:v>0.49373870695574384</c:v>
                </c:pt>
                <c:pt idx="461">
                  <c:v>0.49927793890535355</c:v>
                </c:pt>
                <c:pt idx="462">
                  <c:v>0.48723325936140272</c:v>
                </c:pt>
                <c:pt idx="463">
                  <c:v>0.48808180352718727</c:v>
                </c:pt>
                <c:pt idx="464">
                  <c:v>0.52373576276156808</c:v>
                </c:pt>
                <c:pt idx="465">
                  <c:v>0.47977190975717143</c:v>
                </c:pt>
                <c:pt idx="466">
                  <c:v>0.562938417788729</c:v>
                </c:pt>
                <c:pt idx="467">
                  <c:v>0.55113146344638009</c:v>
                </c:pt>
                <c:pt idx="468">
                  <c:v>0.53372211745830078</c:v>
                </c:pt>
                <c:pt idx="469">
                  <c:v>0.62000164260759372</c:v>
                </c:pt>
                <c:pt idx="470">
                  <c:v>0.4949371765561465</c:v>
                </c:pt>
                <c:pt idx="471">
                  <c:v>0.51801853292876554</c:v>
                </c:pt>
                <c:pt idx="472">
                  <c:v>0.54128732331417895</c:v>
                </c:pt>
                <c:pt idx="473">
                  <c:v>0.53131382969849072</c:v>
                </c:pt>
                <c:pt idx="474">
                  <c:v>0.53067967807696581</c:v>
                </c:pt>
                <c:pt idx="475">
                  <c:v>0.4907102946882127</c:v>
                </c:pt>
                <c:pt idx="476">
                  <c:v>0.50230430238731927</c:v>
                </c:pt>
                <c:pt idx="477">
                  <c:v>0.50375479441443605</c:v>
                </c:pt>
                <c:pt idx="478">
                  <c:v>0.50405824227325025</c:v>
                </c:pt>
                <c:pt idx="479">
                  <c:v>0.50128294585785405</c:v>
                </c:pt>
                <c:pt idx="480">
                  <c:v>0.51348677505296791</c:v>
                </c:pt>
                <c:pt idx="481">
                  <c:v>0.51330704771442304</c:v>
                </c:pt>
                <c:pt idx="482">
                  <c:v>0.50173920228858992</c:v>
                </c:pt>
                <c:pt idx="483">
                  <c:v>0.54109641272799691</c:v>
                </c:pt>
                <c:pt idx="484">
                  <c:v>0.52361731071279161</c:v>
                </c:pt>
                <c:pt idx="485">
                  <c:v>0.51413526008215127</c:v>
                </c:pt>
                <c:pt idx="486">
                  <c:v>0.49588100617612269</c:v>
                </c:pt>
                <c:pt idx="487">
                  <c:v>0.5222805717216753</c:v>
                </c:pt>
                <c:pt idx="488">
                  <c:v>0.51177177855636524</c:v>
                </c:pt>
                <c:pt idx="489">
                  <c:v>0.67953383185197302</c:v>
                </c:pt>
                <c:pt idx="490">
                  <c:v>0.70297351577973199</c:v>
                </c:pt>
                <c:pt idx="491">
                  <c:v>0.66096295234750679</c:v>
                </c:pt>
                <c:pt idx="492">
                  <c:v>0.38611453860112416</c:v>
                </c:pt>
                <c:pt idx="493">
                  <c:v>0.20558636904442423</c:v>
                </c:pt>
                <c:pt idx="494">
                  <c:v>6.990487168904784E-2</c:v>
                </c:pt>
                <c:pt idx="495">
                  <c:v>0.1088955193566804</c:v>
                </c:pt>
                <c:pt idx="496">
                  <c:v>7.0843941877114791E-2</c:v>
                </c:pt>
                <c:pt idx="497">
                  <c:v>6.2580443135183322E-2</c:v>
                </c:pt>
                <c:pt idx="498">
                  <c:v>6.8922010302535308E-2</c:v>
                </c:pt>
                <c:pt idx="499">
                  <c:v>7.3622712158315368E-2</c:v>
                </c:pt>
                <c:pt idx="500">
                  <c:v>0.47413798558048798</c:v>
                </c:pt>
                <c:pt idx="501">
                  <c:v>0.36025534964142925</c:v>
                </c:pt>
                <c:pt idx="502">
                  <c:v>0.21950397468950486</c:v>
                </c:pt>
                <c:pt idx="503">
                  <c:v>0.21066794275933803</c:v>
                </c:pt>
                <c:pt idx="504">
                  <c:v>0.19581922834592297</c:v>
                </c:pt>
                <c:pt idx="505">
                  <c:v>0.19438246651459073</c:v>
                </c:pt>
                <c:pt idx="506">
                  <c:v>0.16740303649231858</c:v>
                </c:pt>
                <c:pt idx="507">
                  <c:v>0.16822921396765267</c:v>
                </c:pt>
                <c:pt idx="508">
                  <c:v>0.80561777950516844</c:v>
                </c:pt>
                <c:pt idx="509">
                  <c:v>1.1256193683655289</c:v>
                </c:pt>
                <c:pt idx="510">
                  <c:v>0.70253824200532355</c:v>
                </c:pt>
                <c:pt idx="511">
                  <c:v>0.58580652448912962</c:v>
                </c:pt>
                <c:pt idx="512">
                  <c:v>0.53837120835511776</c:v>
                </c:pt>
                <c:pt idx="513">
                  <c:v>0.33277267655926179</c:v>
                </c:pt>
                <c:pt idx="514">
                  <c:v>0.14636141465460706</c:v>
                </c:pt>
                <c:pt idx="515">
                  <c:v>7.127041953921473E-2</c:v>
                </c:pt>
                <c:pt idx="516">
                  <c:v>3.5914948630296817E-2</c:v>
                </c:pt>
                <c:pt idx="517">
                  <c:v>5.4777458690132431E-2</c:v>
                </c:pt>
                <c:pt idx="518">
                  <c:v>6.2317519469037949E-2</c:v>
                </c:pt>
                <c:pt idx="519">
                  <c:v>6.1276073506005897E-2</c:v>
                </c:pt>
                <c:pt idx="520">
                  <c:v>6.2040169048589416E-2</c:v>
                </c:pt>
                <c:pt idx="521">
                  <c:v>6.6482410800434405E-2</c:v>
                </c:pt>
                <c:pt idx="522">
                  <c:v>6.4683918778852947E-2</c:v>
                </c:pt>
                <c:pt idx="523">
                  <c:v>6.4509585189673549E-2</c:v>
                </c:pt>
                <c:pt idx="524">
                  <c:v>4.9212211149615125E-2</c:v>
                </c:pt>
                <c:pt idx="525">
                  <c:v>6.3864759561358758E-2</c:v>
                </c:pt>
                <c:pt idx="526">
                  <c:v>5.633731066511051E-2</c:v>
                </c:pt>
                <c:pt idx="527">
                  <c:v>6.1237923801340799E-2</c:v>
                </c:pt>
                <c:pt idx="528">
                  <c:v>5.7758399935185688E-2</c:v>
                </c:pt>
                <c:pt idx="529">
                  <c:v>6.1414334906579549E-2</c:v>
                </c:pt>
                <c:pt idx="530">
                  <c:v>5.8358266936837572E-2</c:v>
                </c:pt>
                <c:pt idx="531">
                  <c:v>6.5560032763178427E-2</c:v>
                </c:pt>
                <c:pt idx="532">
                  <c:v>6.0109103861082432E-2</c:v>
                </c:pt>
                <c:pt idx="533">
                  <c:v>6.3176141504200062E-2</c:v>
                </c:pt>
                <c:pt idx="534">
                  <c:v>0.19822617083611632</c:v>
                </c:pt>
                <c:pt idx="535">
                  <c:v>0.35935399408076552</c:v>
                </c:pt>
                <c:pt idx="536">
                  <c:v>0.17971910051794232</c:v>
                </c:pt>
                <c:pt idx="537">
                  <c:v>6.9639586878175883E-2</c:v>
                </c:pt>
                <c:pt idx="538">
                  <c:v>5.6537934631011651E-2</c:v>
                </c:pt>
                <c:pt idx="539">
                  <c:v>7.0012903748230326E-2</c:v>
                </c:pt>
                <c:pt idx="540">
                  <c:v>4.2712344158711155E-2</c:v>
                </c:pt>
                <c:pt idx="541">
                  <c:v>6.3287685705056287E-2</c:v>
                </c:pt>
                <c:pt idx="542">
                  <c:v>6.5466211807668817E-2</c:v>
                </c:pt>
                <c:pt idx="543">
                  <c:v>5.9558514371242564E-2</c:v>
                </c:pt>
                <c:pt idx="544">
                  <c:v>6.4317963397713729E-2</c:v>
                </c:pt>
                <c:pt idx="545">
                  <c:v>6.177225705400427E-2</c:v>
                </c:pt>
                <c:pt idx="546">
                  <c:v>6.6166879024658773E-2</c:v>
                </c:pt>
                <c:pt idx="547">
                  <c:v>5.8603538133262495E-2</c:v>
                </c:pt>
                <c:pt idx="548">
                  <c:v>6.072439106871453E-2</c:v>
                </c:pt>
                <c:pt idx="549">
                  <c:v>7.0442562038943224E-2</c:v>
                </c:pt>
                <c:pt idx="550">
                  <c:v>6.3784018171321982E-2</c:v>
                </c:pt>
                <c:pt idx="551">
                  <c:v>5.1188754129976553E-2</c:v>
                </c:pt>
                <c:pt idx="552">
                  <c:v>5.472247663143353E-2</c:v>
                </c:pt>
                <c:pt idx="553">
                  <c:v>5.5790640674108355E-2</c:v>
                </c:pt>
                <c:pt idx="554">
                  <c:v>7.0877978273049189E-2</c:v>
                </c:pt>
                <c:pt idx="555">
                  <c:v>7.8817488238601921E-2</c:v>
                </c:pt>
                <c:pt idx="556">
                  <c:v>6.4103302425672373E-2</c:v>
                </c:pt>
                <c:pt idx="557">
                  <c:v>6.6904680149944565E-2</c:v>
                </c:pt>
                <c:pt idx="558">
                  <c:v>7.4765167005103883E-2</c:v>
                </c:pt>
                <c:pt idx="559">
                  <c:v>7.6607615253732941E-2</c:v>
                </c:pt>
                <c:pt idx="560">
                  <c:v>5.7898654536337073E-2</c:v>
                </c:pt>
                <c:pt idx="561">
                  <c:v>3.6967549241039316E-2</c:v>
                </c:pt>
                <c:pt idx="562">
                  <c:v>9.0782488782817722E-2</c:v>
                </c:pt>
                <c:pt idx="563">
                  <c:v>6.0246288014223638E-2</c:v>
                </c:pt>
                <c:pt idx="564">
                  <c:v>5.9981473068471895E-2</c:v>
                </c:pt>
                <c:pt idx="565">
                  <c:v>7.7564673187855371E-2</c:v>
                </c:pt>
                <c:pt idx="566">
                  <c:v>6.9806596351491765E-2</c:v>
                </c:pt>
                <c:pt idx="567">
                  <c:v>5.5620382173620211E-2</c:v>
                </c:pt>
                <c:pt idx="568">
                  <c:v>6.9084993758458349E-2</c:v>
                </c:pt>
                <c:pt idx="569">
                  <c:v>6.9804818801270652E-2</c:v>
                </c:pt>
                <c:pt idx="570">
                  <c:v>6.7534676621028508E-2</c:v>
                </c:pt>
                <c:pt idx="571">
                  <c:v>6.6617763454826076E-2</c:v>
                </c:pt>
                <c:pt idx="572">
                  <c:v>6.7727871513349858E-2</c:v>
                </c:pt>
                <c:pt idx="573">
                  <c:v>6.7754307214913725E-2</c:v>
                </c:pt>
                <c:pt idx="574">
                  <c:v>7.2758685097877987E-2</c:v>
                </c:pt>
                <c:pt idx="575">
                  <c:v>6.4962576026319011E-2</c:v>
                </c:pt>
                <c:pt idx="576">
                  <c:v>6.5844625905993687E-2</c:v>
                </c:pt>
                <c:pt idx="577">
                  <c:v>6.5497371833262971E-2</c:v>
                </c:pt>
                <c:pt idx="578">
                  <c:v>6.3514445685190532E-2</c:v>
                </c:pt>
                <c:pt idx="579">
                  <c:v>6.2108714300828836E-2</c:v>
                </c:pt>
                <c:pt idx="580">
                  <c:v>6.3680926449321079E-2</c:v>
                </c:pt>
                <c:pt idx="581">
                  <c:v>5.956261317854724E-2</c:v>
                </c:pt>
                <c:pt idx="582">
                  <c:v>6.5163444624646572E-2</c:v>
                </c:pt>
                <c:pt idx="583">
                  <c:v>7.0703597001554278E-2</c:v>
                </c:pt>
                <c:pt idx="584">
                  <c:v>7.7744026707852978E-2</c:v>
                </c:pt>
                <c:pt idx="585">
                  <c:v>7.5523682844519976E-2</c:v>
                </c:pt>
                <c:pt idx="586">
                  <c:v>7.5612243349838015E-2</c:v>
                </c:pt>
                <c:pt idx="587">
                  <c:v>5.1928114724800203E-2</c:v>
                </c:pt>
                <c:pt idx="588">
                  <c:v>5.0934677279659814E-2</c:v>
                </c:pt>
                <c:pt idx="589">
                  <c:v>-1.6197494326879922E-3</c:v>
                </c:pt>
                <c:pt idx="590">
                  <c:v>9.5958227233873455E-2</c:v>
                </c:pt>
                <c:pt idx="591">
                  <c:v>0.27509101835945637</c:v>
                </c:pt>
                <c:pt idx="592">
                  <c:v>0.27770703794205542</c:v>
                </c:pt>
                <c:pt idx="593">
                  <c:v>0.29032770212138237</c:v>
                </c:pt>
                <c:pt idx="594">
                  <c:v>0.23821734745899106</c:v>
                </c:pt>
                <c:pt idx="595">
                  <c:v>0.21669247383351845</c:v>
                </c:pt>
                <c:pt idx="596">
                  <c:v>0.17172722450258462</c:v>
                </c:pt>
                <c:pt idx="597">
                  <c:v>0.21779239892032709</c:v>
                </c:pt>
                <c:pt idx="598">
                  <c:v>0.20303772695195493</c:v>
                </c:pt>
                <c:pt idx="599">
                  <c:v>0.20784205015975085</c:v>
                </c:pt>
                <c:pt idx="600">
                  <c:v>0.17852700701125254</c:v>
                </c:pt>
                <c:pt idx="601">
                  <c:v>0.17585944690079308</c:v>
                </c:pt>
                <c:pt idx="602">
                  <c:v>0.14959407072549233</c:v>
                </c:pt>
                <c:pt idx="603">
                  <c:v>0.12641030320288843</c:v>
                </c:pt>
                <c:pt idx="604">
                  <c:v>0.10743294089694988</c:v>
                </c:pt>
                <c:pt idx="605">
                  <c:v>9.4237659299602455E-2</c:v>
                </c:pt>
                <c:pt idx="606">
                  <c:v>7.5367147593067785E-2</c:v>
                </c:pt>
                <c:pt idx="607">
                  <c:v>6.9736015779387622E-2</c:v>
                </c:pt>
                <c:pt idx="608">
                  <c:v>6.3095269109663038E-2</c:v>
                </c:pt>
                <c:pt idx="609">
                  <c:v>6.9941785704080467E-2</c:v>
                </c:pt>
                <c:pt idx="610">
                  <c:v>9.9135617098930442E-2</c:v>
                </c:pt>
                <c:pt idx="611">
                  <c:v>6.940199768664658E-2</c:v>
                </c:pt>
                <c:pt idx="612">
                  <c:v>9.7245177131893235E-2</c:v>
                </c:pt>
                <c:pt idx="613">
                  <c:v>0.12040478140069975</c:v>
                </c:pt>
                <c:pt idx="614">
                  <c:v>0.21119031504968053</c:v>
                </c:pt>
                <c:pt idx="615">
                  <c:v>0.2369089251095722</c:v>
                </c:pt>
                <c:pt idx="616">
                  <c:v>0.22049118993984274</c:v>
                </c:pt>
                <c:pt idx="617">
                  <c:v>0.21667205948604959</c:v>
                </c:pt>
                <c:pt idx="618">
                  <c:v>0.25264662117252712</c:v>
                </c:pt>
                <c:pt idx="619">
                  <c:v>0.12426978138822137</c:v>
                </c:pt>
                <c:pt idx="620">
                  <c:v>0.24830364892160739</c:v>
                </c:pt>
                <c:pt idx="621">
                  <c:v>0.21547519416816152</c:v>
                </c:pt>
                <c:pt idx="622">
                  <c:v>0.21047390265180446</c:v>
                </c:pt>
                <c:pt idx="623">
                  <c:v>0.21445905140212518</c:v>
                </c:pt>
                <c:pt idx="624">
                  <c:v>0.22131252385170944</c:v>
                </c:pt>
                <c:pt idx="625">
                  <c:v>0.19619403162072829</c:v>
                </c:pt>
                <c:pt idx="626">
                  <c:v>0.18964036834704617</c:v>
                </c:pt>
                <c:pt idx="627">
                  <c:v>0.20919510074164807</c:v>
                </c:pt>
                <c:pt idx="628">
                  <c:v>0.1830386843610608</c:v>
                </c:pt>
                <c:pt idx="629">
                  <c:v>0.22109322354506536</c:v>
                </c:pt>
                <c:pt idx="630">
                  <c:v>0.24488037444700789</c:v>
                </c:pt>
                <c:pt idx="631">
                  <c:v>0.73002721817760752</c:v>
                </c:pt>
                <c:pt idx="632">
                  <c:v>1.1937365830841702</c:v>
                </c:pt>
                <c:pt idx="633">
                  <c:v>1.0962514018761</c:v>
                </c:pt>
                <c:pt idx="634">
                  <c:v>1.140713434329935</c:v>
                </c:pt>
                <c:pt idx="635">
                  <c:v>1.1053715103554018</c:v>
                </c:pt>
                <c:pt idx="636">
                  <c:v>1.0337098337969182</c:v>
                </c:pt>
                <c:pt idx="637">
                  <c:v>1.0405059843166089</c:v>
                </c:pt>
                <c:pt idx="638">
                  <c:v>0.77988166560516603</c:v>
                </c:pt>
                <c:pt idx="639">
                  <c:v>0.69164464309912388</c:v>
                </c:pt>
                <c:pt idx="640">
                  <c:v>0.71414345145415725</c:v>
                </c:pt>
                <c:pt idx="641">
                  <c:v>0.75497502093188629</c:v>
                </c:pt>
                <c:pt idx="642">
                  <c:v>0.75456467898084634</c:v>
                </c:pt>
                <c:pt idx="643">
                  <c:v>0.60806488122356839</c:v>
                </c:pt>
                <c:pt idx="644">
                  <c:v>0.61006966034353582</c:v>
                </c:pt>
                <c:pt idx="645">
                  <c:v>0.57730402891084143</c:v>
                </c:pt>
                <c:pt idx="646">
                  <c:v>0.52734612946488513</c:v>
                </c:pt>
                <c:pt idx="647">
                  <c:v>0.50250834654870347</c:v>
                </c:pt>
                <c:pt idx="648">
                  <c:v>0.49876060337189315</c:v>
                </c:pt>
                <c:pt idx="649">
                  <c:v>0.49373296772098096</c:v>
                </c:pt>
                <c:pt idx="650">
                  <c:v>0.47905946137697908</c:v>
                </c:pt>
                <c:pt idx="651">
                  <c:v>0.50633965691587091</c:v>
                </c:pt>
                <c:pt idx="652">
                  <c:v>0.51056930470306505</c:v>
                </c:pt>
                <c:pt idx="653">
                  <c:v>0.53478933495774938</c:v>
                </c:pt>
                <c:pt idx="654">
                  <c:v>0.52504165570150663</c:v>
                </c:pt>
                <c:pt idx="655">
                  <c:v>0.54496709558882683</c:v>
                </c:pt>
                <c:pt idx="656">
                  <c:v>0.5280880473686459</c:v>
                </c:pt>
                <c:pt idx="657">
                  <c:v>0.37990823744113056</c:v>
                </c:pt>
                <c:pt idx="658">
                  <c:v>0.38278231096601267</c:v>
                </c:pt>
                <c:pt idx="659">
                  <c:v>0.53975074911650578</c:v>
                </c:pt>
                <c:pt idx="660">
                  <c:v>0.51251245877937812</c:v>
                </c:pt>
                <c:pt idx="661">
                  <c:v>0.58654412130859634</c:v>
                </c:pt>
                <c:pt idx="662">
                  <c:v>0.73572410256728005</c:v>
                </c:pt>
                <c:pt idx="663">
                  <c:v>0.64877150745342027</c:v>
                </c:pt>
                <c:pt idx="664">
                  <c:v>0.60009305837900706</c:v>
                </c:pt>
                <c:pt idx="665">
                  <c:v>0.52343512618339061</c:v>
                </c:pt>
                <c:pt idx="666">
                  <c:v>0.51137060975133419</c:v>
                </c:pt>
                <c:pt idx="667">
                  <c:v>0.53952782022798385</c:v>
                </c:pt>
                <c:pt idx="668">
                  <c:v>0.58166205062638066</c:v>
                </c:pt>
                <c:pt idx="669">
                  <c:v>0.53288993887291403</c:v>
                </c:pt>
                <c:pt idx="670">
                  <c:v>0.50623618422131056</c:v>
                </c:pt>
                <c:pt idx="671">
                  <c:v>0.50064251720101427</c:v>
                </c:pt>
                <c:pt idx="672">
                  <c:v>0.51323806672053307</c:v>
                </c:pt>
                <c:pt idx="673">
                  <c:v>0.5219784626504359</c:v>
                </c:pt>
                <c:pt idx="674">
                  <c:v>0.51437812256601401</c:v>
                </c:pt>
                <c:pt idx="675">
                  <c:v>0.48237944838348701</c:v>
                </c:pt>
                <c:pt idx="676">
                  <c:v>0.53232640435232104</c:v>
                </c:pt>
                <c:pt idx="677">
                  <c:v>0.5075608071640324</c:v>
                </c:pt>
                <c:pt idx="678">
                  <c:v>0.53684267603266589</c:v>
                </c:pt>
                <c:pt idx="679">
                  <c:v>0.52729471746639156</c:v>
                </c:pt>
                <c:pt idx="680">
                  <c:v>0.50101434979169879</c:v>
                </c:pt>
                <c:pt idx="681">
                  <c:v>0.39391037569998955</c:v>
                </c:pt>
                <c:pt idx="682">
                  <c:v>0.32600825509067494</c:v>
                </c:pt>
                <c:pt idx="683">
                  <c:v>0.39898660401797664</c:v>
                </c:pt>
                <c:pt idx="684">
                  <c:v>0.33767899960515502</c:v>
                </c:pt>
                <c:pt idx="685">
                  <c:v>0.24531017514327955</c:v>
                </c:pt>
                <c:pt idx="686">
                  <c:v>0.18517291162095803</c:v>
                </c:pt>
                <c:pt idx="687">
                  <c:v>0.12805515424297201</c:v>
                </c:pt>
                <c:pt idx="688">
                  <c:v>5.7201367868227292E-2</c:v>
                </c:pt>
                <c:pt idx="689">
                  <c:v>6.2587955791873706E-2</c:v>
                </c:pt>
                <c:pt idx="690">
                  <c:v>6.9730844212229665E-2</c:v>
                </c:pt>
                <c:pt idx="691">
                  <c:v>0.45199588175776634</c:v>
                </c:pt>
                <c:pt idx="692">
                  <c:v>0.29403876367674336</c:v>
                </c:pt>
                <c:pt idx="693">
                  <c:v>0.20140234725749839</c:v>
                </c:pt>
                <c:pt idx="694">
                  <c:v>0.19259420033423796</c:v>
                </c:pt>
                <c:pt idx="695">
                  <c:v>0.20458076830085895</c:v>
                </c:pt>
                <c:pt idx="696">
                  <c:v>0.21683075816510802</c:v>
                </c:pt>
                <c:pt idx="697">
                  <c:v>0.2011274440055891</c:v>
                </c:pt>
                <c:pt idx="698">
                  <c:v>0.22952981429482722</c:v>
                </c:pt>
                <c:pt idx="699">
                  <c:v>0.37286275353371467</c:v>
                </c:pt>
                <c:pt idx="700">
                  <c:v>1.0899267429766373</c:v>
                </c:pt>
                <c:pt idx="701">
                  <c:v>1.1498963331630252</c:v>
                </c:pt>
                <c:pt idx="702">
                  <c:v>0.88556708231085457</c:v>
                </c:pt>
                <c:pt idx="703">
                  <c:v>0.78248888851773268</c:v>
                </c:pt>
                <c:pt idx="704">
                  <c:v>0.59311261410785798</c:v>
                </c:pt>
                <c:pt idx="705">
                  <c:v>0.5689797534005242</c:v>
                </c:pt>
                <c:pt idx="706">
                  <c:v>0.32885695163551432</c:v>
                </c:pt>
                <c:pt idx="707">
                  <c:v>0.18430371116040378</c:v>
                </c:pt>
                <c:pt idx="708">
                  <c:v>0.11233646167622495</c:v>
                </c:pt>
                <c:pt idx="709">
                  <c:v>5.2597517330538704E-2</c:v>
                </c:pt>
                <c:pt idx="710">
                  <c:v>7.5758541915741218E-2</c:v>
                </c:pt>
                <c:pt idx="711">
                  <c:v>4.9282913320207983E-2</c:v>
                </c:pt>
                <c:pt idx="712">
                  <c:v>5.9253560326543123E-2</c:v>
                </c:pt>
                <c:pt idx="713">
                  <c:v>6.1645399798380275E-2</c:v>
                </c:pt>
                <c:pt idx="714">
                  <c:v>5.8700659811099995E-2</c:v>
                </c:pt>
                <c:pt idx="715">
                  <c:v>5.8069023063555075E-2</c:v>
                </c:pt>
                <c:pt idx="716">
                  <c:v>5.9250941576967087E-2</c:v>
                </c:pt>
                <c:pt idx="717">
                  <c:v>6.6772725135507E-2</c:v>
                </c:pt>
                <c:pt idx="718">
                  <c:v>0.22430405173792509</c:v>
                </c:pt>
                <c:pt idx="719">
                  <c:v>0.47323781580509672</c:v>
                </c:pt>
                <c:pt idx="720">
                  <c:v>0.25671459029871302</c:v>
                </c:pt>
                <c:pt idx="721">
                  <c:v>0.23325741345499032</c:v>
                </c:pt>
                <c:pt idx="722">
                  <c:v>0.20370277078695212</c:v>
                </c:pt>
                <c:pt idx="723">
                  <c:v>0.19940790500178138</c:v>
                </c:pt>
                <c:pt idx="724">
                  <c:v>0.73154746828649808</c:v>
                </c:pt>
                <c:pt idx="725">
                  <c:v>1.0560468266393623</c:v>
                </c:pt>
                <c:pt idx="726">
                  <c:v>0.82566105478844221</c:v>
                </c:pt>
                <c:pt idx="727">
                  <c:v>0.66735277237868218</c:v>
                </c:pt>
                <c:pt idx="728">
                  <c:v>0.66258076475600658</c:v>
                </c:pt>
                <c:pt idx="729">
                  <c:v>0.5551028412699448</c:v>
                </c:pt>
                <c:pt idx="730">
                  <c:v>0.33581897165104185</c:v>
                </c:pt>
                <c:pt idx="731">
                  <c:v>8.7661623141882791E-2</c:v>
                </c:pt>
                <c:pt idx="732">
                  <c:v>5.5704535234145362E-2</c:v>
                </c:pt>
                <c:pt idx="733">
                  <c:v>6.1415220355158832E-2</c:v>
                </c:pt>
                <c:pt idx="734">
                  <c:v>6.8427161540412937E-2</c:v>
                </c:pt>
                <c:pt idx="735">
                  <c:v>5.5825746811903693E-2</c:v>
                </c:pt>
                <c:pt idx="736">
                  <c:v>6.5488927154366994E-2</c:v>
                </c:pt>
                <c:pt idx="737">
                  <c:v>6.9380096740996849E-2</c:v>
                </c:pt>
                <c:pt idx="738">
                  <c:v>6.6975629437208251E-2</c:v>
                </c:pt>
                <c:pt idx="739">
                  <c:v>6.2057643102138974E-2</c:v>
                </c:pt>
                <c:pt idx="740">
                  <c:v>5.6416487805634387E-2</c:v>
                </c:pt>
                <c:pt idx="741">
                  <c:v>6.3448178245905207E-2</c:v>
                </c:pt>
                <c:pt idx="742">
                  <c:v>6.8964915273680413E-2</c:v>
                </c:pt>
                <c:pt idx="743">
                  <c:v>7.2766878687030342E-2</c:v>
                </c:pt>
                <c:pt idx="744">
                  <c:v>6.4070082230208394E-2</c:v>
                </c:pt>
                <c:pt idx="745">
                  <c:v>6.947322480868301E-2</c:v>
                </c:pt>
                <c:pt idx="746">
                  <c:v>6.3653389293627086E-2</c:v>
                </c:pt>
                <c:pt idx="747">
                  <c:v>7.0042777146260768E-2</c:v>
                </c:pt>
                <c:pt idx="748">
                  <c:v>6.2463581916907804E-2</c:v>
                </c:pt>
                <c:pt idx="749">
                  <c:v>1.0786161445011928</c:v>
                </c:pt>
                <c:pt idx="750">
                  <c:v>1.2317529887588334</c:v>
                </c:pt>
                <c:pt idx="751">
                  <c:v>0.74945320550340555</c:v>
                </c:pt>
                <c:pt idx="752">
                  <c:v>0.61218546481133995</c:v>
                </c:pt>
                <c:pt idx="753">
                  <c:v>0.50528266805905275</c:v>
                </c:pt>
                <c:pt idx="754">
                  <c:v>0.40180364975529476</c:v>
                </c:pt>
                <c:pt idx="755">
                  <c:v>0.39138745072553549</c:v>
                </c:pt>
                <c:pt idx="756">
                  <c:v>0.24795490227837402</c:v>
                </c:pt>
                <c:pt idx="757">
                  <c:v>6.3223827647980263E-2</c:v>
                </c:pt>
                <c:pt idx="758">
                  <c:v>6.4959520369896523E-2</c:v>
                </c:pt>
                <c:pt idx="759">
                  <c:v>6.3255858798613979E-2</c:v>
                </c:pt>
                <c:pt idx="760">
                  <c:v>6.0851944908046143E-2</c:v>
                </c:pt>
                <c:pt idx="761">
                  <c:v>6.105700626488695E-2</c:v>
                </c:pt>
                <c:pt idx="762">
                  <c:v>7.0247753672962029E-2</c:v>
                </c:pt>
                <c:pt idx="763">
                  <c:v>6.9470038513488305E-2</c:v>
                </c:pt>
                <c:pt idx="764">
                  <c:v>6.554954536570376E-2</c:v>
                </c:pt>
                <c:pt idx="765">
                  <c:v>7.3171675517760215E-2</c:v>
                </c:pt>
                <c:pt idx="766">
                  <c:v>6.7111987249798041E-2</c:v>
                </c:pt>
                <c:pt idx="767">
                  <c:v>1.0915572508628988</c:v>
                </c:pt>
                <c:pt idx="768">
                  <c:v>0.89533629773740042</c:v>
                </c:pt>
                <c:pt idx="769">
                  <c:v>0.65630489983585105</c:v>
                </c:pt>
                <c:pt idx="770">
                  <c:v>0.62458678897952291</c:v>
                </c:pt>
                <c:pt idx="771">
                  <c:v>0.6347729794733582</c:v>
                </c:pt>
                <c:pt idx="772">
                  <c:v>0.62455036723546287</c:v>
                </c:pt>
                <c:pt idx="773">
                  <c:v>0.50918610686639865</c:v>
                </c:pt>
                <c:pt idx="774">
                  <c:v>0.48871063998816422</c:v>
                </c:pt>
                <c:pt idx="775">
                  <c:v>0.51998545021518339</c:v>
                </c:pt>
                <c:pt idx="776">
                  <c:v>0.47953957561868871</c:v>
                </c:pt>
                <c:pt idx="777">
                  <c:v>0.34877100091208396</c:v>
                </c:pt>
                <c:pt idx="778">
                  <c:v>0.24602584980312989</c:v>
                </c:pt>
                <c:pt idx="779">
                  <c:v>0.20737939415376291</c:v>
                </c:pt>
                <c:pt idx="780">
                  <c:v>0.17056063718323711</c:v>
                </c:pt>
                <c:pt idx="781">
                  <c:v>0.23207704962276035</c:v>
                </c:pt>
                <c:pt idx="782">
                  <c:v>9.5061131786694744E-2</c:v>
                </c:pt>
                <c:pt idx="783">
                  <c:v>7.0774308522486312E-2</c:v>
                </c:pt>
                <c:pt idx="784">
                  <c:v>6.5433420734921616E-2</c:v>
                </c:pt>
                <c:pt idx="785">
                  <c:v>5.0716976564027426E-2</c:v>
                </c:pt>
                <c:pt idx="786">
                  <c:v>6.5449306796882836E-2</c:v>
                </c:pt>
                <c:pt idx="787">
                  <c:v>7.3954044490735754E-2</c:v>
                </c:pt>
                <c:pt idx="788">
                  <c:v>0.39084166560207301</c:v>
                </c:pt>
                <c:pt idx="789">
                  <c:v>0.31241383248642102</c:v>
                </c:pt>
                <c:pt idx="790">
                  <c:v>0.23212020956969098</c:v>
                </c:pt>
                <c:pt idx="791">
                  <c:v>0.21015899589640286</c:v>
                </c:pt>
                <c:pt idx="792">
                  <c:v>0.20186880575818122</c:v>
                </c:pt>
                <c:pt idx="793">
                  <c:v>0.18970025938594601</c:v>
                </c:pt>
                <c:pt idx="794">
                  <c:v>0.21019026423138029</c:v>
                </c:pt>
                <c:pt idx="795">
                  <c:v>1.2977194376366639</c:v>
                </c:pt>
                <c:pt idx="796">
                  <c:v>1.1498456211542567</c:v>
                </c:pt>
                <c:pt idx="797">
                  <c:v>0.90029119932267287</c:v>
                </c:pt>
                <c:pt idx="798">
                  <c:v>0.79568433767290436</c:v>
                </c:pt>
                <c:pt idx="799">
                  <c:v>0.69992249524297845</c:v>
                </c:pt>
                <c:pt idx="800">
                  <c:v>0.59273484844904412</c:v>
                </c:pt>
                <c:pt idx="801">
                  <c:v>0.45449812458635269</c:v>
                </c:pt>
                <c:pt idx="802">
                  <c:v>0.39053405985056316</c:v>
                </c:pt>
                <c:pt idx="803">
                  <c:v>0.2293686460986796</c:v>
                </c:pt>
                <c:pt idx="804">
                  <c:v>7.2693239453081884E-2</c:v>
                </c:pt>
                <c:pt idx="805">
                  <c:v>5.9708040779905068E-2</c:v>
                </c:pt>
                <c:pt idx="806">
                  <c:v>5.3095991405922992E-2</c:v>
                </c:pt>
                <c:pt idx="807">
                  <c:v>7.0303059322770547E-2</c:v>
                </c:pt>
                <c:pt idx="808">
                  <c:v>7.3640353881174542E-2</c:v>
                </c:pt>
                <c:pt idx="809">
                  <c:v>6.4450783988096325E-2</c:v>
                </c:pt>
                <c:pt idx="810">
                  <c:v>5.6426215742718971E-2</c:v>
                </c:pt>
                <c:pt idx="811">
                  <c:v>6.5390088905141891E-2</c:v>
                </c:pt>
                <c:pt idx="812">
                  <c:v>5.6742048750510622E-2</c:v>
                </c:pt>
                <c:pt idx="813">
                  <c:v>6.0928963823688412E-2</c:v>
                </c:pt>
                <c:pt idx="814">
                  <c:v>6.1841790922709423E-2</c:v>
                </c:pt>
                <c:pt idx="815">
                  <c:v>7.5139131193358077E-2</c:v>
                </c:pt>
                <c:pt idx="816">
                  <c:v>8.6326662088243591E-2</c:v>
                </c:pt>
                <c:pt idx="817">
                  <c:v>7.5010115843503505E-2</c:v>
                </c:pt>
                <c:pt idx="818">
                  <c:v>6.7482077778316399E-2</c:v>
                </c:pt>
                <c:pt idx="819">
                  <c:v>6.7428831458690344E-2</c:v>
                </c:pt>
                <c:pt idx="820">
                  <c:v>0.37347784770008396</c:v>
                </c:pt>
                <c:pt idx="821">
                  <c:v>0.95094301458601949</c:v>
                </c:pt>
                <c:pt idx="822">
                  <c:v>0.72846349579028757</c:v>
                </c:pt>
                <c:pt idx="823">
                  <c:v>0.57425488634017441</c:v>
                </c:pt>
                <c:pt idx="824">
                  <c:v>0.50879657433124226</c:v>
                </c:pt>
                <c:pt idx="825">
                  <c:v>0.36007327104064801</c:v>
                </c:pt>
                <c:pt idx="826">
                  <c:v>0.1841363358100041</c:v>
                </c:pt>
                <c:pt idx="827">
                  <c:v>4.2571214953008508E-2</c:v>
                </c:pt>
                <c:pt idx="828">
                  <c:v>4.9747773850424067E-2</c:v>
                </c:pt>
                <c:pt idx="829">
                  <c:v>6.0183042005554445E-2</c:v>
                </c:pt>
                <c:pt idx="830">
                  <c:v>6.9290375170537252E-2</c:v>
                </c:pt>
                <c:pt idx="831">
                  <c:v>7.5988777517913761E-2</c:v>
                </c:pt>
                <c:pt idx="832">
                  <c:v>9.3967540699648355E-2</c:v>
                </c:pt>
                <c:pt idx="833">
                  <c:v>8.0784687486279497E-2</c:v>
                </c:pt>
                <c:pt idx="834">
                  <c:v>5.9921831824647762E-2</c:v>
                </c:pt>
                <c:pt idx="835">
                  <c:v>6.4946396179426477E-2</c:v>
                </c:pt>
                <c:pt idx="836">
                  <c:v>6.5750558491589922E-2</c:v>
                </c:pt>
                <c:pt idx="837">
                  <c:v>6.8481102416681094E-2</c:v>
                </c:pt>
                <c:pt idx="838">
                  <c:v>5.884598510744414E-2</c:v>
                </c:pt>
                <c:pt idx="839">
                  <c:v>6.003004665653941E-2</c:v>
                </c:pt>
                <c:pt idx="840">
                  <c:v>5.5852598561702174E-2</c:v>
                </c:pt>
                <c:pt idx="841">
                  <c:v>5.5404569812863957E-2</c:v>
                </c:pt>
                <c:pt idx="842">
                  <c:v>6.3127811667236022E-2</c:v>
                </c:pt>
                <c:pt idx="843">
                  <c:v>6.8388217821420877E-2</c:v>
                </c:pt>
                <c:pt idx="844">
                  <c:v>6.3041090226639743E-2</c:v>
                </c:pt>
                <c:pt idx="845">
                  <c:v>6.1551322811883767E-2</c:v>
                </c:pt>
                <c:pt idx="846">
                  <c:v>6.1468536181284991E-2</c:v>
                </c:pt>
                <c:pt idx="847">
                  <c:v>5.5543678710249761E-2</c:v>
                </c:pt>
                <c:pt idx="848">
                  <c:v>4.2842156576738795E-2</c:v>
                </c:pt>
                <c:pt idx="849">
                  <c:v>3.5522135455816228E-2</c:v>
                </c:pt>
                <c:pt idx="850">
                  <c:v>2.2169579964334423E-2</c:v>
                </c:pt>
                <c:pt idx="851">
                  <c:v>7.1590038339769185E-3</c:v>
                </c:pt>
                <c:pt idx="852">
                  <c:v>5.8593131175036971E-2</c:v>
                </c:pt>
                <c:pt idx="853">
                  <c:v>5.786764001011041E-2</c:v>
                </c:pt>
                <c:pt idx="854">
                  <c:v>0.11484497611666311</c:v>
                </c:pt>
                <c:pt idx="855">
                  <c:v>0.11417000437692049</c:v>
                </c:pt>
                <c:pt idx="856">
                  <c:v>0.13265389103075542</c:v>
                </c:pt>
                <c:pt idx="857">
                  <c:v>0.13996813658785595</c:v>
                </c:pt>
                <c:pt idx="858">
                  <c:v>0.13372661018648038</c:v>
                </c:pt>
                <c:pt idx="859">
                  <c:v>0.1253699496136424</c:v>
                </c:pt>
                <c:pt idx="860">
                  <c:v>0.12145518376468706</c:v>
                </c:pt>
                <c:pt idx="861">
                  <c:v>0.1217888945870854</c:v>
                </c:pt>
                <c:pt idx="862">
                  <c:v>0.12136319304488717</c:v>
                </c:pt>
                <c:pt idx="863">
                  <c:v>0.11965511714745095</c:v>
                </c:pt>
                <c:pt idx="864">
                  <c:v>0.12645062427776127</c:v>
                </c:pt>
                <c:pt idx="865">
                  <c:v>0.12421952022340382</c:v>
                </c:pt>
                <c:pt idx="866">
                  <c:v>0.11958575206481044</c:v>
                </c:pt>
                <c:pt idx="867">
                  <c:v>0.11313150015870552</c:v>
                </c:pt>
                <c:pt idx="868">
                  <c:v>0.11251845222561273</c:v>
                </c:pt>
                <c:pt idx="869">
                  <c:v>0.10938652617447878</c:v>
                </c:pt>
                <c:pt idx="870">
                  <c:v>0.11489535711624156</c:v>
                </c:pt>
                <c:pt idx="871">
                  <c:v>0.13471615768571207</c:v>
                </c:pt>
                <c:pt idx="872">
                  <c:v>0.11994771470838247</c:v>
                </c:pt>
                <c:pt idx="873">
                  <c:v>8.5256062204946206E-2</c:v>
                </c:pt>
                <c:pt idx="874">
                  <c:v>8.7431347672005805E-2</c:v>
                </c:pt>
                <c:pt idx="875">
                  <c:v>7.7886620604702431E-2</c:v>
                </c:pt>
                <c:pt idx="876">
                  <c:v>7.4731118636860161E-2</c:v>
                </c:pt>
                <c:pt idx="877">
                  <c:v>5.9008052377972936E-2</c:v>
                </c:pt>
                <c:pt idx="878">
                  <c:v>7.8546889650607299E-2</c:v>
                </c:pt>
                <c:pt idx="879">
                  <c:v>8.7700632119815547E-2</c:v>
                </c:pt>
                <c:pt idx="880">
                  <c:v>8.6119617358538555E-2</c:v>
                </c:pt>
                <c:pt idx="881">
                  <c:v>7.98743363481276E-2</c:v>
                </c:pt>
                <c:pt idx="882">
                  <c:v>7.3658358321418538E-2</c:v>
                </c:pt>
                <c:pt idx="883">
                  <c:v>7.4144499381507162E-2</c:v>
                </c:pt>
                <c:pt idx="884">
                  <c:v>6.3529105752083939E-2</c:v>
                </c:pt>
                <c:pt idx="885">
                  <c:v>6.4612485931546712E-2</c:v>
                </c:pt>
                <c:pt idx="886">
                  <c:v>5.8639289126338354E-2</c:v>
                </c:pt>
                <c:pt idx="887">
                  <c:v>6.4083902134660004E-2</c:v>
                </c:pt>
                <c:pt idx="888">
                  <c:v>6.2064266874719776E-2</c:v>
                </c:pt>
                <c:pt idx="889">
                  <c:v>6.6134711782661393E-2</c:v>
                </c:pt>
                <c:pt idx="890">
                  <c:v>6.5933523324949894E-2</c:v>
                </c:pt>
                <c:pt idx="891">
                  <c:v>6.5183014920881008E-2</c:v>
                </c:pt>
                <c:pt idx="892">
                  <c:v>6.7579777916074252E-2</c:v>
                </c:pt>
                <c:pt idx="893">
                  <c:v>6.3414202675329823E-2</c:v>
                </c:pt>
                <c:pt idx="894">
                  <c:v>7.7485795089532322E-2</c:v>
                </c:pt>
                <c:pt idx="895">
                  <c:v>6.8910964749824874E-2</c:v>
                </c:pt>
                <c:pt idx="896">
                  <c:v>4.9936685962814545E-2</c:v>
                </c:pt>
                <c:pt idx="897">
                  <c:v>6.6645570279428079E-2</c:v>
                </c:pt>
                <c:pt idx="898">
                  <c:v>7.4428085048165796E-2</c:v>
                </c:pt>
                <c:pt idx="899">
                  <c:v>6.935240948104493E-2</c:v>
                </c:pt>
                <c:pt idx="900">
                  <c:v>8.447456510882298E-2</c:v>
                </c:pt>
                <c:pt idx="901">
                  <c:v>9.508032935362401E-2</c:v>
                </c:pt>
                <c:pt idx="902">
                  <c:v>8.0427125356536303E-2</c:v>
                </c:pt>
                <c:pt idx="903">
                  <c:v>7.3540674990766039E-2</c:v>
                </c:pt>
                <c:pt idx="904">
                  <c:v>0.34264309435343898</c:v>
                </c:pt>
                <c:pt idx="905">
                  <c:v>0.62689851178268396</c:v>
                </c:pt>
                <c:pt idx="906">
                  <c:v>0.80364127571221622</c:v>
                </c:pt>
                <c:pt idx="907">
                  <c:v>0.67380517886161928</c:v>
                </c:pt>
                <c:pt idx="908">
                  <c:v>0.57228321728612463</c:v>
                </c:pt>
                <c:pt idx="909">
                  <c:v>0.54385734536839359</c:v>
                </c:pt>
                <c:pt idx="910">
                  <c:v>0.58408767310480525</c:v>
                </c:pt>
                <c:pt idx="911">
                  <c:v>0.58940181022863336</c:v>
                </c:pt>
                <c:pt idx="912">
                  <c:v>0.55727785432365717</c:v>
                </c:pt>
                <c:pt idx="913">
                  <c:v>0.54801795638484208</c:v>
                </c:pt>
                <c:pt idx="914">
                  <c:v>0.51912328362666815</c:v>
                </c:pt>
                <c:pt idx="915">
                  <c:v>0.51047947402549176</c:v>
                </c:pt>
                <c:pt idx="916">
                  <c:v>0.51145256063113509</c:v>
                </c:pt>
                <c:pt idx="917">
                  <c:v>0.50149419398785255</c:v>
                </c:pt>
                <c:pt idx="918">
                  <c:v>0.51457692279802925</c:v>
                </c:pt>
                <c:pt idx="919">
                  <c:v>0.53996270058611917</c:v>
                </c:pt>
                <c:pt idx="920">
                  <c:v>0.48569421202408869</c:v>
                </c:pt>
                <c:pt idx="921">
                  <c:v>0.43689325942666696</c:v>
                </c:pt>
                <c:pt idx="922">
                  <c:v>0.44914103177628573</c:v>
                </c:pt>
                <c:pt idx="923">
                  <c:v>0.5543569431793941</c:v>
                </c:pt>
                <c:pt idx="924">
                  <c:v>0.55331341383867461</c:v>
                </c:pt>
                <c:pt idx="925">
                  <c:v>0.64387011451677023</c:v>
                </c:pt>
                <c:pt idx="926">
                  <c:v>0.67396536959442854</c:v>
                </c:pt>
                <c:pt idx="927">
                  <c:v>0.66889437057965062</c:v>
                </c:pt>
                <c:pt idx="928">
                  <c:v>0.60512344085112157</c:v>
                </c:pt>
                <c:pt idx="929">
                  <c:v>0.55877718962152723</c:v>
                </c:pt>
                <c:pt idx="930">
                  <c:v>0.49728795789743019</c:v>
                </c:pt>
                <c:pt idx="931">
                  <c:v>0.50934704123161723</c:v>
                </c:pt>
                <c:pt idx="932">
                  <c:v>0.51375150367722899</c:v>
                </c:pt>
                <c:pt idx="933">
                  <c:v>0.51066541669886834</c:v>
                </c:pt>
                <c:pt idx="934">
                  <c:v>0.52959526224029507</c:v>
                </c:pt>
                <c:pt idx="935">
                  <c:v>0.54881444003472613</c:v>
                </c:pt>
                <c:pt idx="936">
                  <c:v>0.59044081037012963</c:v>
                </c:pt>
                <c:pt idx="937">
                  <c:v>0.57597303214937556</c:v>
                </c:pt>
                <c:pt idx="938">
                  <c:v>0.56540190085646447</c:v>
                </c:pt>
                <c:pt idx="939">
                  <c:v>0.57187379711498321</c:v>
                </c:pt>
                <c:pt idx="940">
                  <c:v>0.59440023197924086</c:v>
                </c:pt>
                <c:pt idx="941">
                  <c:v>0.66382247469865019</c:v>
                </c:pt>
                <c:pt idx="942">
                  <c:v>0.68835098460431787</c:v>
                </c:pt>
                <c:pt idx="943">
                  <c:v>0.63756739704174403</c:v>
                </c:pt>
                <c:pt idx="944">
                  <c:v>0.62257970577697141</c:v>
                </c:pt>
                <c:pt idx="945">
                  <c:v>0.60061767306871316</c:v>
                </c:pt>
                <c:pt idx="946">
                  <c:v>0.51588131241382551</c:v>
                </c:pt>
                <c:pt idx="947">
                  <c:v>0.45138617910587969</c:v>
                </c:pt>
                <c:pt idx="948">
                  <c:v>0.35154650228431567</c:v>
                </c:pt>
                <c:pt idx="949">
                  <c:v>0.25696380610579034</c:v>
                </c:pt>
                <c:pt idx="950">
                  <c:v>0.38985795396473255</c:v>
                </c:pt>
                <c:pt idx="951">
                  <c:v>0.61538819481903406</c:v>
                </c:pt>
                <c:pt idx="952">
                  <c:v>0.60785953675431514</c:v>
                </c:pt>
                <c:pt idx="953">
                  <c:v>0.53095112722705817</c:v>
                </c:pt>
                <c:pt idx="954">
                  <c:v>0.51404012903662455</c:v>
                </c:pt>
                <c:pt idx="955">
                  <c:v>0.5909698524842173</c:v>
                </c:pt>
                <c:pt idx="956">
                  <c:v>0.57797854228554379</c:v>
                </c:pt>
                <c:pt idx="957">
                  <c:v>0.53411256553885289</c:v>
                </c:pt>
                <c:pt idx="958">
                  <c:v>0.55199770257622038</c:v>
                </c:pt>
                <c:pt idx="959">
                  <c:v>0.52195411508618406</c:v>
                </c:pt>
                <c:pt idx="960">
                  <c:v>0.53708172597197246</c:v>
                </c:pt>
                <c:pt idx="961">
                  <c:v>0.57316960319440913</c:v>
                </c:pt>
                <c:pt idx="962">
                  <c:v>0.51632044774600327</c:v>
                </c:pt>
                <c:pt idx="963">
                  <c:v>0.51128829681503762</c:v>
                </c:pt>
                <c:pt idx="964">
                  <c:v>0.57792254895309925</c:v>
                </c:pt>
                <c:pt idx="965">
                  <c:v>0.55457873411756342</c:v>
                </c:pt>
                <c:pt idx="966">
                  <c:v>0.54045532039136923</c:v>
                </c:pt>
                <c:pt idx="967">
                  <c:v>0.52867203759614145</c:v>
                </c:pt>
                <c:pt idx="968">
                  <c:v>0.61088874905224699</c:v>
                </c:pt>
                <c:pt idx="969">
                  <c:v>0.58412388930779735</c:v>
                </c:pt>
                <c:pt idx="970">
                  <c:v>0.53207264335843929</c:v>
                </c:pt>
                <c:pt idx="971">
                  <c:v>0.42712931191896047</c:v>
                </c:pt>
                <c:pt idx="972">
                  <c:v>0.15244144797343537</c:v>
                </c:pt>
                <c:pt idx="973">
                  <c:v>6.4281919404861276E-2</c:v>
                </c:pt>
                <c:pt idx="974">
                  <c:v>5.9728061527231424E-2</c:v>
                </c:pt>
                <c:pt idx="975">
                  <c:v>6.2500865466473779E-2</c:v>
                </c:pt>
                <c:pt idx="976">
                  <c:v>5.2534937798967903E-2</c:v>
                </c:pt>
                <c:pt idx="977">
                  <c:v>6.2303303556032676E-2</c:v>
                </c:pt>
                <c:pt idx="978">
                  <c:v>6.1470179979206105E-2</c:v>
                </c:pt>
                <c:pt idx="979">
                  <c:v>6.1416336934707494E-2</c:v>
                </c:pt>
                <c:pt idx="980">
                  <c:v>6.6513170740399724E-2</c:v>
                </c:pt>
                <c:pt idx="981">
                  <c:v>7.1178451279564334E-2</c:v>
                </c:pt>
                <c:pt idx="982">
                  <c:v>6.3393225159853808E-2</c:v>
                </c:pt>
                <c:pt idx="983">
                  <c:v>7.868082191038063E-2</c:v>
                </c:pt>
                <c:pt idx="984">
                  <c:v>7.3263983052090059E-2</c:v>
                </c:pt>
                <c:pt idx="985">
                  <c:v>0.21569356938311465</c:v>
                </c:pt>
                <c:pt idx="986">
                  <c:v>1.3065718711457892</c:v>
                </c:pt>
                <c:pt idx="987">
                  <c:v>0.75809217671339013</c:v>
                </c:pt>
                <c:pt idx="988">
                  <c:v>0.52036256983466411</c:v>
                </c:pt>
                <c:pt idx="989">
                  <c:v>0.43912013165191116</c:v>
                </c:pt>
                <c:pt idx="990">
                  <c:v>0.41858920639711961</c:v>
                </c:pt>
                <c:pt idx="991">
                  <c:v>0.40229322215177354</c:v>
                </c:pt>
                <c:pt idx="992">
                  <c:v>0.34965096627476017</c:v>
                </c:pt>
                <c:pt idx="993">
                  <c:v>0.24489617998926572</c:v>
                </c:pt>
                <c:pt idx="994">
                  <c:v>0.15079686218147526</c:v>
                </c:pt>
                <c:pt idx="995">
                  <c:v>7.0014754288595563E-2</c:v>
                </c:pt>
                <c:pt idx="996">
                  <c:v>6.0485175289985441E-2</c:v>
                </c:pt>
                <c:pt idx="997">
                  <c:v>7.0298614867813969E-2</c:v>
                </c:pt>
                <c:pt idx="998">
                  <c:v>6.068964753396186E-2</c:v>
                </c:pt>
                <c:pt idx="999">
                  <c:v>5.7616028728362516E-2</c:v>
                </c:pt>
                <c:pt idx="1000">
                  <c:v>5.6888140265942466E-2</c:v>
                </c:pt>
                <c:pt idx="1001">
                  <c:v>6.959001822671862E-2</c:v>
                </c:pt>
                <c:pt idx="1002">
                  <c:v>7.0037619835266504E-2</c:v>
                </c:pt>
                <c:pt idx="1003">
                  <c:v>7.2061346469655049E-2</c:v>
                </c:pt>
                <c:pt idx="1004">
                  <c:v>6.6113097235314347E-2</c:v>
                </c:pt>
                <c:pt idx="1005">
                  <c:v>7.1915347224122378E-2</c:v>
                </c:pt>
                <c:pt idx="1006">
                  <c:v>6.7930153869439222E-2</c:v>
                </c:pt>
                <c:pt idx="1007">
                  <c:v>6.177206520083528E-2</c:v>
                </c:pt>
                <c:pt idx="1008">
                  <c:v>5.7398538548911381E-2</c:v>
                </c:pt>
                <c:pt idx="1009">
                  <c:v>8.5510552428176748E-2</c:v>
                </c:pt>
                <c:pt idx="1010">
                  <c:v>0.68461489110511631</c:v>
                </c:pt>
                <c:pt idx="1011">
                  <c:v>0.91957081029041132</c:v>
                </c:pt>
                <c:pt idx="1012">
                  <c:v>0.73410188709396007</c:v>
                </c:pt>
                <c:pt idx="1013">
                  <c:v>0.59628299222042913</c:v>
                </c:pt>
                <c:pt idx="1014">
                  <c:v>0.58507027092232211</c:v>
                </c:pt>
                <c:pt idx="1015">
                  <c:v>0.52822560639494953</c:v>
                </c:pt>
                <c:pt idx="1016">
                  <c:v>0.57265622024193186</c:v>
                </c:pt>
                <c:pt idx="1017">
                  <c:v>0.4916967316673525</c:v>
                </c:pt>
                <c:pt idx="1018">
                  <c:v>0.53224783890416405</c:v>
                </c:pt>
                <c:pt idx="1019">
                  <c:v>0.50413289517009074</c:v>
                </c:pt>
                <c:pt idx="1020">
                  <c:v>0.36852236607766786</c:v>
                </c:pt>
                <c:pt idx="1021">
                  <c:v>7.2584710308933015E-2</c:v>
                </c:pt>
                <c:pt idx="1022">
                  <c:v>8.2053412672420736E-2</c:v>
                </c:pt>
                <c:pt idx="1023">
                  <c:v>0.33397328962388484</c:v>
                </c:pt>
                <c:pt idx="1024">
                  <c:v>0.43572517537050653</c:v>
                </c:pt>
                <c:pt idx="1025">
                  <c:v>0.28019944035377387</c:v>
                </c:pt>
                <c:pt idx="1026">
                  <c:v>0.74284916762525999</c:v>
                </c:pt>
                <c:pt idx="1027">
                  <c:v>1.1831840038332353</c:v>
                </c:pt>
                <c:pt idx="1028">
                  <c:v>0.80179378350096675</c:v>
                </c:pt>
                <c:pt idx="1029">
                  <c:v>0.65921873859802438</c:v>
                </c:pt>
                <c:pt idx="1030">
                  <c:v>0.61748085993188273</c:v>
                </c:pt>
                <c:pt idx="1031">
                  <c:v>0.56962343832212092</c:v>
                </c:pt>
                <c:pt idx="1032">
                  <c:v>0.57064295423758016</c:v>
                </c:pt>
                <c:pt idx="1033">
                  <c:v>0.55273052330692618</c:v>
                </c:pt>
                <c:pt idx="1034">
                  <c:v>0.52111414436249126</c:v>
                </c:pt>
                <c:pt idx="1035">
                  <c:v>0.53943047759184015</c:v>
                </c:pt>
                <c:pt idx="1036">
                  <c:v>0.52033414189873928</c:v>
                </c:pt>
                <c:pt idx="1037">
                  <c:v>0.5187332380878954</c:v>
                </c:pt>
                <c:pt idx="1038">
                  <c:v>0.50354177064024108</c:v>
                </c:pt>
                <c:pt idx="1039">
                  <c:v>0.49699851193158218</c:v>
                </c:pt>
                <c:pt idx="1040">
                  <c:v>0.48940125718309102</c:v>
                </c:pt>
                <c:pt idx="1041">
                  <c:v>0.49527577670317757</c:v>
                </c:pt>
                <c:pt idx="1042">
                  <c:v>0.47658663272693974</c:v>
                </c:pt>
                <c:pt idx="1043">
                  <c:v>0.50999535303401566</c:v>
                </c:pt>
                <c:pt idx="1044">
                  <c:v>0.51493797932115137</c:v>
                </c:pt>
                <c:pt idx="1045">
                  <c:v>0.51087320114975621</c:v>
                </c:pt>
                <c:pt idx="1046">
                  <c:v>0.49195507464194577</c:v>
                </c:pt>
                <c:pt idx="1047">
                  <c:v>0.50610267268523612</c:v>
                </c:pt>
                <c:pt idx="1048">
                  <c:v>0.48765513530833798</c:v>
                </c:pt>
                <c:pt idx="1049">
                  <c:v>0.57565937732691064</c:v>
                </c:pt>
                <c:pt idx="1050">
                  <c:v>0.61551396866598507</c:v>
                </c:pt>
                <c:pt idx="1051">
                  <c:v>0.63626725366961401</c:v>
                </c:pt>
                <c:pt idx="1052">
                  <c:v>0.66967304474320943</c:v>
                </c:pt>
                <c:pt idx="1053">
                  <c:v>0.66882969904990242</c:v>
                </c:pt>
                <c:pt idx="1054">
                  <c:v>0.65206032932948321</c:v>
                </c:pt>
                <c:pt idx="1055">
                  <c:v>0.6986430097693177</c:v>
                </c:pt>
                <c:pt idx="1056">
                  <c:v>0.71022507221810494</c:v>
                </c:pt>
                <c:pt idx="1057">
                  <c:v>0.6927792105180216</c:v>
                </c:pt>
                <c:pt idx="1058">
                  <c:v>0.7461614228724246</c:v>
                </c:pt>
                <c:pt idx="1059">
                  <c:v>0.73847836576752945</c:v>
                </c:pt>
                <c:pt idx="1060">
                  <c:v>0.75084381741043649</c:v>
                </c:pt>
                <c:pt idx="1061">
                  <c:v>0.77990915315024101</c:v>
                </c:pt>
                <c:pt idx="1062">
                  <c:v>0.77318777034615482</c:v>
                </c:pt>
                <c:pt idx="1063">
                  <c:v>0.73552625969147978</c:v>
                </c:pt>
                <c:pt idx="1064">
                  <c:v>0.7398566692941857</c:v>
                </c:pt>
                <c:pt idx="1065">
                  <c:v>0.69208229837095447</c:v>
                </c:pt>
                <c:pt idx="1066">
                  <c:v>0.65022104620592869</c:v>
                </c:pt>
                <c:pt idx="1067">
                  <c:v>0.55141888098163716</c:v>
                </c:pt>
                <c:pt idx="1068">
                  <c:v>0.50156441754106706</c:v>
                </c:pt>
                <c:pt idx="1069">
                  <c:v>0.50830067571096138</c:v>
                </c:pt>
                <c:pt idx="1070">
                  <c:v>0.54315177071530807</c:v>
                </c:pt>
                <c:pt idx="1071">
                  <c:v>0.54502548690612884</c:v>
                </c:pt>
                <c:pt idx="1072">
                  <c:v>0.56162551776329717</c:v>
                </c:pt>
                <c:pt idx="1073">
                  <c:v>0.55386147241575479</c:v>
                </c:pt>
                <c:pt idx="1074">
                  <c:v>0.57207778846394219</c:v>
                </c:pt>
                <c:pt idx="1075">
                  <c:v>0.54733628280188962</c:v>
                </c:pt>
                <c:pt idx="1076">
                  <c:v>0.56989227232631967</c:v>
                </c:pt>
                <c:pt idx="1077">
                  <c:v>0.56966247496550482</c:v>
                </c:pt>
                <c:pt idx="1078">
                  <c:v>0.58725393232076839</c:v>
                </c:pt>
                <c:pt idx="1079">
                  <c:v>0.57126898584705887</c:v>
                </c:pt>
                <c:pt idx="1080">
                  <c:v>0.61820862284355182</c:v>
                </c:pt>
                <c:pt idx="1081">
                  <c:v>0.62606450007079961</c:v>
                </c:pt>
                <c:pt idx="1082">
                  <c:v>0.63538197492837101</c:v>
                </c:pt>
                <c:pt idx="1083">
                  <c:v>0.62932695933529892</c:v>
                </c:pt>
                <c:pt idx="1084">
                  <c:v>0.67577428935007466</c:v>
                </c:pt>
                <c:pt idx="1085">
                  <c:v>0.7048973202404496</c:v>
                </c:pt>
                <c:pt idx="1086">
                  <c:v>0.75014415411171043</c:v>
                </c:pt>
                <c:pt idx="1087">
                  <c:v>0.76833667252083382</c:v>
                </c:pt>
                <c:pt idx="1088">
                  <c:v>0.64980466225994782</c:v>
                </c:pt>
                <c:pt idx="1089">
                  <c:v>0.58442590592072485</c:v>
                </c:pt>
                <c:pt idx="1090">
                  <c:v>0.55510961269040648</c:v>
                </c:pt>
                <c:pt idx="1091">
                  <c:v>0.58948576159032373</c:v>
                </c:pt>
                <c:pt idx="1092">
                  <c:v>0.56403290609466916</c:v>
                </c:pt>
                <c:pt idx="1093">
                  <c:v>0.64545188167598222</c:v>
                </c:pt>
                <c:pt idx="1094">
                  <c:v>0.6929646934284015</c:v>
                </c:pt>
                <c:pt idx="1095">
                  <c:v>0.64283442905373955</c:v>
                </c:pt>
                <c:pt idx="1096">
                  <c:v>0.63030494557633077</c:v>
                </c:pt>
                <c:pt idx="1097">
                  <c:v>0.62507262293143473</c:v>
                </c:pt>
                <c:pt idx="1098">
                  <c:v>0.60604242870021896</c:v>
                </c:pt>
                <c:pt idx="1099">
                  <c:v>0.61921464120246594</c:v>
                </c:pt>
                <c:pt idx="1100">
                  <c:v>0.63187410029873081</c:v>
                </c:pt>
                <c:pt idx="1101">
                  <c:v>0.55592005253716714</c:v>
                </c:pt>
                <c:pt idx="1102">
                  <c:v>0.5622893942747248</c:v>
                </c:pt>
                <c:pt idx="1103">
                  <c:v>0.60052383098669282</c:v>
                </c:pt>
                <c:pt idx="1104">
                  <c:v>0.63466707851924509</c:v>
                </c:pt>
                <c:pt idx="1105">
                  <c:v>0.65356300912693543</c:v>
                </c:pt>
                <c:pt idx="1106">
                  <c:v>0.67320884336266595</c:v>
                </c:pt>
                <c:pt idx="1107">
                  <c:v>0.68853008478683497</c:v>
                </c:pt>
                <c:pt idx="1108">
                  <c:v>0.72843709166237436</c:v>
                </c:pt>
                <c:pt idx="1109">
                  <c:v>0.74576066346830683</c:v>
                </c:pt>
                <c:pt idx="1110">
                  <c:v>0.7137453019906036</c:v>
                </c:pt>
                <c:pt idx="1111">
                  <c:v>0.70814103862529132</c:v>
                </c:pt>
                <c:pt idx="1112">
                  <c:v>0.76791536453350562</c:v>
                </c:pt>
                <c:pt idx="1113">
                  <c:v>0.75954689722204716</c:v>
                </c:pt>
                <c:pt idx="1114">
                  <c:v>0.80639637679077669</c:v>
                </c:pt>
                <c:pt idx="1115">
                  <c:v>0.72984640511701082</c:v>
                </c:pt>
                <c:pt idx="1116">
                  <c:v>0.69623285816263891</c:v>
                </c:pt>
                <c:pt idx="1117">
                  <c:v>0.64463130735127117</c:v>
                </c:pt>
                <c:pt idx="1118">
                  <c:v>0.66897793814653461</c:v>
                </c:pt>
                <c:pt idx="1119">
                  <c:v>0.60592472364790007</c:v>
                </c:pt>
                <c:pt idx="1120">
                  <c:v>0.63179374995150861</c:v>
                </c:pt>
                <c:pt idx="1121">
                  <c:v>0.62410333093277415</c:v>
                </c:pt>
                <c:pt idx="1122">
                  <c:v>0.57042908739077036</c:v>
                </c:pt>
                <c:pt idx="1123">
                  <c:v>0.622050801091796</c:v>
                </c:pt>
                <c:pt idx="1124">
                  <c:v>0.590869309055708</c:v>
                </c:pt>
                <c:pt idx="1125">
                  <c:v>0.61530495320730239</c:v>
                </c:pt>
                <c:pt idx="1126">
                  <c:v>0.64383815558801594</c:v>
                </c:pt>
                <c:pt idx="1127">
                  <c:v>0.62424792655428052</c:v>
                </c:pt>
                <c:pt idx="1128">
                  <c:v>0.65558368234079212</c:v>
                </c:pt>
                <c:pt idx="1129">
                  <c:v>0.67106693061985845</c:v>
                </c:pt>
                <c:pt idx="1130">
                  <c:v>0.70354999078417213</c:v>
                </c:pt>
                <c:pt idx="1131">
                  <c:v>0.73587196207637728</c:v>
                </c:pt>
                <c:pt idx="1132">
                  <c:v>0.74369638036236718</c:v>
                </c:pt>
                <c:pt idx="1133">
                  <c:v>0.74135776692576361</c:v>
                </c:pt>
                <c:pt idx="1134">
                  <c:v>0.70951090373488646</c:v>
                </c:pt>
                <c:pt idx="1135">
                  <c:v>0.72027658949360418</c:v>
                </c:pt>
                <c:pt idx="1136">
                  <c:v>0.79076043403926166</c:v>
                </c:pt>
                <c:pt idx="1137">
                  <c:v>0.6993523802462972</c:v>
                </c:pt>
                <c:pt idx="1138">
                  <c:v>0.74611499206450416</c:v>
                </c:pt>
                <c:pt idx="1139">
                  <c:v>0.71354669461938147</c:v>
                </c:pt>
                <c:pt idx="1140">
                  <c:v>0.70947655639379492</c:v>
                </c:pt>
                <c:pt idx="1141">
                  <c:v>0.68787761822629068</c:v>
                </c:pt>
                <c:pt idx="1142">
                  <c:v>0.71448521395711939</c:v>
                </c:pt>
                <c:pt idx="1143">
                  <c:v>0.68724034164024006</c:v>
                </c:pt>
                <c:pt idx="1144">
                  <c:v>0.65023124378764252</c:v>
                </c:pt>
                <c:pt idx="1145">
                  <c:v>0.61629685522842037</c:v>
                </c:pt>
                <c:pt idx="1146">
                  <c:v>0.67594706171163321</c:v>
                </c:pt>
                <c:pt idx="1147">
                  <c:v>0.67124668839339607</c:v>
                </c:pt>
                <c:pt idx="1148">
                  <c:v>0.77411565639159274</c:v>
                </c:pt>
                <c:pt idx="1149">
                  <c:v>0.81646196977181573</c:v>
                </c:pt>
                <c:pt idx="1150">
                  <c:v>0.79827729825912419</c:v>
                </c:pt>
                <c:pt idx="1151">
                  <c:v>0.80599292777552967</c:v>
                </c:pt>
                <c:pt idx="1152">
                  <c:v>0.87136806185420324</c:v>
                </c:pt>
                <c:pt idx="1153">
                  <c:v>0.83535595650027805</c:v>
                </c:pt>
                <c:pt idx="1154">
                  <c:v>0.89001959307880263</c:v>
                </c:pt>
                <c:pt idx="1155">
                  <c:v>0.95853909102951096</c:v>
                </c:pt>
                <c:pt idx="1156">
                  <c:v>0.97390764426347465</c:v>
                </c:pt>
                <c:pt idx="1157">
                  <c:v>0.95612534383681569</c:v>
                </c:pt>
                <c:pt idx="1158">
                  <c:v>0.92070523710114571</c:v>
                </c:pt>
                <c:pt idx="1159">
                  <c:v>0.89695345718680664</c:v>
                </c:pt>
                <c:pt idx="1160">
                  <c:v>0.87734739540654205</c:v>
                </c:pt>
                <c:pt idx="1161">
                  <c:v>0.8939083728456555</c:v>
                </c:pt>
                <c:pt idx="1162">
                  <c:v>0.90160200991263317</c:v>
                </c:pt>
                <c:pt idx="1163">
                  <c:v>0.85890271800922502</c:v>
                </c:pt>
                <c:pt idx="1164">
                  <c:v>0.83255826735197225</c:v>
                </c:pt>
                <c:pt idx="1165">
                  <c:v>0.79629131239841011</c:v>
                </c:pt>
                <c:pt idx="1166">
                  <c:v>0.81950773350177264</c:v>
                </c:pt>
                <c:pt idx="1167">
                  <c:v>0.78784507627383171</c:v>
                </c:pt>
                <c:pt idx="1168">
                  <c:v>0.83014533930434131</c:v>
                </c:pt>
                <c:pt idx="1169">
                  <c:v>0.8210893683542273</c:v>
                </c:pt>
                <c:pt idx="1170">
                  <c:v>0.7733678539881349</c:v>
                </c:pt>
                <c:pt idx="1171">
                  <c:v>0.78874007539034319</c:v>
                </c:pt>
                <c:pt idx="1172">
                  <c:v>0.73001115330340438</c:v>
                </c:pt>
                <c:pt idx="1173">
                  <c:v>0.72085707772968854</c:v>
                </c:pt>
                <c:pt idx="1174">
                  <c:v>0.74277791430035534</c:v>
                </c:pt>
                <c:pt idx="1175">
                  <c:v>0.73793265995241819</c:v>
                </c:pt>
                <c:pt idx="1176">
                  <c:v>0.75767313106786505</c:v>
                </c:pt>
                <c:pt idx="1177">
                  <c:v>0.768536693379681</c:v>
                </c:pt>
                <c:pt idx="1178">
                  <c:v>0.79819732878099392</c:v>
                </c:pt>
                <c:pt idx="1179">
                  <c:v>0.73296641573926646</c:v>
                </c:pt>
                <c:pt idx="1180">
                  <c:v>0.73980557279190806</c:v>
                </c:pt>
                <c:pt idx="1181">
                  <c:v>0.74764412259418422</c:v>
                </c:pt>
                <c:pt idx="1182">
                  <c:v>0.68228998282368136</c:v>
                </c:pt>
                <c:pt idx="1183">
                  <c:v>0.645836804303493</c:v>
                </c:pt>
                <c:pt idx="1184">
                  <c:v>0.61232749330382752</c:v>
                </c:pt>
                <c:pt idx="1185">
                  <c:v>0.64371410232738113</c:v>
                </c:pt>
                <c:pt idx="1186">
                  <c:v>0.6473856389921897</c:v>
                </c:pt>
                <c:pt idx="1187">
                  <c:v>0.63398911790847445</c:v>
                </c:pt>
                <c:pt idx="1188">
                  <c:v>0.54824529756951601</c:v>
                </c:pt>
                <c:pt idx="1189">
                  <c:v>0.539959789813793</c:v>
                </c:pt>
                <c:pt idx="1190">
                  <c:v>0.54894258471861923</c:v>
                </c:pt>
                <c:pt idx="1191">
                  <c:v>0.5602821621144658</c:v>
                </c:pt>
                <c:pt idx="1192">
                  <c:v>0.60579164424407883</c:v>
                </c:pt>
                <c:pt idx="1193">
                  <c:v>0.58555111876382637</c:v>
                </c:pt>
                <c:pt idx="1194">
                  <c:v>0.60930407288876054</c:v>
                </c:pt>
                <c:pt idx="1195">
                  <c:v>0.62375044055019124</c:v>
                </c:pt>
                <c:pt idx="1196">
                  <c:v>0.6599077177011734</c:v>
                </c:pt>
                <c:pt idx="1197">
                  <c:v>0.67865628108487963</c:v>
                </c:pt>
                <c:pt idx="1198">
                  <c:v>0.66811291099732051</c:v>
                </c:pt>
                <c:pt idx="1199">
                  <c:v>0.63323228803276876</c:v>
                </c:pt>
                <c:pt idx="1200">
                  <c:v>0.66983015517742583</c:v>
                </c:pt>
                <c:pt idx="1201">
                  <c:v>0.6672624375036883</c:v>
                </c:pt>
                <c:pt idx="1202">
                  <c:v>0.69476590439592234</c:v>
                </c:pt>
                <c:pt idx="1203">
                  <c:v>0.70388867087274287</c:v>
                </c:pt>
                <c:pt idx="1204">
                  <c:v>0.70835476819794285</c:v>
                </c:pt>
                <c:pt idx="1205">
                  <c:v>0.76810553809596616</c:v>
                </c:pt>
                <c:pt idx="1206">
                  <c:v>0.72821309302436787</c:v>
                </c:pt>
                <c:pt idx="1207">
                  <c:v>0.75654404038388945</c:v>
                </c:pt>
                <c:pt idx="1208">
                  <c:v>0.77493952523166576</c:v>
                </c:pt>
                <c:pt idx="1209">
                  <c:v>0.80877655671091486</c:v>
                </c:pt>
                <c:pt idx="1210">
                  <c:v>0.79458228962789557</c:v>
                </c:pt>
                <c:pt idx="1211">
                  <c:v>0.7371873918726416</c:v>
                </c:pt>
                <c:pt idx="1212">
                  <c:v>0.69437954877405883</c:v>
                </c:pt>
                <c:pt idx="1213">
                  <c:v>0.6773919098310679</c:v>
                </c:pt>
                <c:pt idx="1214">
                  <c:v>0.7006283073129278</c:v>
                </c:pt>
                <c:pt idx="1215">
                  <c:v>0.75743136320272875</c:v>
                </c:pt>
                <c:pt idx="1216">
                  <c:v>0.85992707385898137</c:v>
                </c:pt>
                <c:pt idx="1217">
                  <c:v>0.82619339538012782</c:v>
                </c:pt>
                <c:pt idx="1218">
                  <c:v>0.83611232786950906</c:v>
                </c:pt>
                <c:pt idx="1219">
                  <c:v>0.87673194854857395</c:v>
                </c:pt>
                <c:pt idx="1220">
                  <c:v>0.93106249404992014</c:v>
                </c:pt>
                <c:pt idx="1221">
                  <c:v>0.98790891989251073</c:v>
                </c:pt>
                <c:pt idx="1222">
                  <c:v>1.0489303844047384</c:v>
                </c:pt>
                <c:pt idx="1223">
                  <c:v>1.0348416675533305</c:v>
                </c:pt>
                <c:pt idx="1224">
                  <c:v>1.0611986045437922</c:v>
                </c:pt>
                <c:pt idx="1225">
                  <c:v>1.1492013876970701</c:v>
                </c:pt>
                <c:pt idx="1226">
                  <c:v>1.124870090832405</c:v>
                </c:pt>
                <c:pt idx="1227">
                  <c:v>1.0922358731258248</c:v>
                </c:pt>
                <c:pt idx="1228">
                  <c:v>1.1075697565281473</c:v>
                </c:pt>
                <c:pt idx="1229">
                  <c:v>1.1329163453784876</c:v>
                </c:pt>
                <c:pt idx="1230">
                  <c:v>1.0620743546108313</c:v>
                </c:pt>
                <c:pt idx="1231">
                  <c:v>1.0389505537032697</c:v>
                </c:pt>
                <c:pt idx="1232">
                  <c:v>1.0632597176307956</c:v>
                </c:pt>
                <c:pt idx="1233">
                  <c:v>0.91874189283329122</c:v>
                </c:pt>
                <c:pt idx="1234">
                  <c:v>0.87283361408898574</c:v>
                </c:pt>
                <c:pt idx="1235">
                  <c:v>0.81865670905199461</c:v>
                </c:pt>
                <c:pt idx="1236">
                  <c:v>0.74593765450009575</c:v>
                </c:pt>
                <c:pt idx="1237">
                  <c:v>0.72725680978854512</c:v>
                </c:pt>
                <c:pt idx="1238">
                  <c:v>0.75742928763050343</c:v>
                </c:pt>
                <c:pt idx="1239">
                  <c:v>0.74222845699150797</c:v>
                </c:pt>
                <c:pt idx="1240">
                  <c:v>0.72138419827225464</c:v>
                </c:pt>
                <c:pt idx="1241">
                  <c:v>0.68562544476990572</c:v>
                </c:pt>
                <c:pt idx="1242">
                  <c:v>0.66791854343502033</c:v>
                </c:pt>
                <c:pt idx="1243">
                  <c:v>0.62581659662017064</c:v>
                </c:pt>
                <c:pt idx="1244">
                  <c:v>0.54169742032134893</c:v>
                </c:pt>
                <c:pt idx="1245">
                  <c:v>0.50452011279500542</c:v>
                </c:pt>
                <c:pt idx="1246">
                  <c:v>0.4882960160017098</c:v>
                </c:pt>
                <c:pt idx="1247">
                  <c:v>0.5208544420604474</c:v>
                </c:pt>
                <c:pt idx="1248">
                  <c:v>0.56118844178509897</c:v>
                </c:pt>
                <c:pt idx="1249">
                  <c:v>0.64963741767071326</c:v>
                </c:pt>
                <c:pt idx="1250">
                  <c:v>0.71250998544612409</c:v>
                </c:pt>
                <c:pt idx="1251">
                  <c:v>0.8141595223826017</c:v>
                </c:pt>
                <c:pt idx="1252">
                  <c:v>0.86107027072210551</c:v>
                </c:pt>
                <c:pt idx="1253">
                  <c:v>0.95450698872380801</c:v>
                </c:pt>
                <c:pt idx="1254">
                  <c:v>0.96573433672708842</c:v>
                </c:pt>
                <c:pt idx="1255">
                  <c:v>0.95771424430136587</c:v>
                </c:pt>
                <c:pt idx="1256">
                  <c:v>0.85167224683304465</c:v>
                </c:pt>
                <c:pt idx="1257">
                  <c:v>0.73597950737294771</c:v>
                </c:pt>
                <c:pt idx="1258">
                  <c:v>0.70308708423919741</c:v>
                </c:pt>
                <c:pt idx="1259">
                  <c:v>0.72007451260255984</c:v>
                </c:pt>
                <c:pt idx="1260">
                  <c:v>0.67989419542483731</c:v>
                </c:pt>
                <c:pt idx="1261">
                  <c:v>0.68089516257985272</c:v>
                </c:pt>
                <c:pt idx="1262">
                  <c:v>0.68037513857933773</c:v>
                </c:pt>
                <c:pt idx="1263">
                  <c:v>0.64955031835290356</c:v>
                </c:pt>
                <c:pt idx="1264">
                  <c:v>0.64195113442689944</c:v>
                </c:pt>
                <c:pt idx="1265">
                  <c:v>0.66029662438757109</c:v>
                </c:pt>
                <c:pt idx="1266">
                  <c:v>0.63981945251876471</c:v>
                </c:pt>
                <c:pt idx="1267">
                  <c:v>0.66089142875059259</c:v>
                </c:pt>
                <c:pt idx="1268">
                  <c:v>0.68038473764575425</c:v>
                </c:pt>
                <c:pt idx="1269">
                  <c:v>0.6273640056858063</c:v>
                </c:pt>
                <c:pt idx="1270">
                  <c:v>0.65346983228161204</c:v>
                </c:pt>
                <c:pt idx="1271">
                  <c:v>0.59579415836350869</c:v>
                </c:pt>
                <c:pt idx="1272">
                  <c:v>0.63051260656457742</c:v>
                </c:pt>
                <c:pt idx="1273">
                  <c:v>0.69458814513280576</c:v>
                </c:pt>
                <c:pt idx="1274">
                  <c:v>0.70244403656255461</c:v>
                </c:pt>
                <c:pt idx="1275">
                  <c:v>0.72438096994112922</c:v>
                </c:pt>
                <c:pt idx="1276">
                  <c:v>0.67640141122244224</c:v>
                </c:pt>
                <c:pt idx="1277">
                  <c:v>0.70037417161515347</c:v>
                </c:pt>
                <c:pt idx="1278">
                  <c:v>0.6884625053521598</c:v>
                </c:pt>
                <c:pt idx="1279">
                  <c:v>0.70943147947186247</c:v>
                </c:pt>
                <c:pt idx="1280">
                  <c:v>0.405574660091645</c:v>
                </c:pt>
                <c:pt idx="1281">
                  <c:v>0.56654497812794091</c:v>
                </c:pt>
                <c:pt idx="1282">
                  <c:v>0.62858344038949054</c:v>
                </c:pt>
                <c:pt idx="1283">
                  <c:v>0.60911571788983732</c:v>
                </c:pt>
                <c:pt idx="1284">
                  <c:v>0.62540685695313603</c:v>
                </c:pt>
                <c:pt idx="1285">
                  <c:v>0.59145719290118837</c:v>
                </c:pt>
                <c:pt idx="1286">
                  <c:v>0.61019536118511764</c:v>
                </c:pt>
                <c:pt idx="1287">
                  <c:v>0.64531201876640731</c:v>
                </c:pt>
                <c:pt idx="1288">
                  <c:v>0.63251523709004276</c:v>
                </c:pt>
                <c:pt idx="1289">
                  <c:v>0.61326970940689374</c:v>
                </c:pt>
                <c:pt idx="1290">
                  <c:v>0.59282366009777099</c:v>
                </c:pt>
                <c:pt idx="1291">
                  <c:v>0.61486366548129678</c:v>
                </c:pt>
                <c:pt idx="1292">
                  <c:v>0.64151515227062328</c:v>
                </c:pt>
                <c:pt idx="1293">
                  <c:v>0.7106182248502011</c:v>
                </c:pt>
                <c:pt idx="1294">
                  <c:v>0.77013699000288605</c:v>
                </c:pt>
                <c:pt idx="1295">
                  <c:v>0.75531076533713637</c:v>
                </c:pt>
                <c:pt idx="1296">
                  <c:v>0.71399969810464881</c:v>
                </c:pt>
                <c:pt idx="1297">
                  <c:v>0.7340649375538798</c:v>
                </c:pt>
                <c:pt idx="1298">
                  <c:v>0.72343328123306849</c:v>
                </c:pt>
                <c:pt idx="1299">
                  <c:v>0.70993556074196429</c:v>
                </c:pt>
                <c:pt idx="1300">
                  <c:v>0.72172087864963341</c:v>
                </c:pt>
                <c:pt idx="1301">
                  <c:v>0.67060760177699197</c:v>
                </c:pt>
                <c:pt idx="1302">
                  <c:v>0.63457720876619472</c:v>
                </c:pt>
                <c:pt idx="1303">
                  <c:v>0.66071531529548</c:v>
                </c:pt>
                <c:pt idx="1304">
                  <c:v>0.76564877453734237</c:v>
                </c:pt>
                <c:pt idx="1305">
                  <c:v>0.70060321117887692</c:v>
                </c:pt>
                <c:pt idx="1306">
                  <c:v>0.66789208269446354</c:v>
                </c:pt>
                <c:pt idx="1307">
                  <c:v>0.65692083399201362</c:v>
                </c:pt>
                <c:pt idx="1308">
                  <c:v>0.63035557623883343</c:v>
                </c:pt>
                <c:pt idx="1309">
                  <c:v>0.63730505097825552</c:v>
                </c:pt>
                <c:pt idx="1310">
                  <c:v>0.70330268511912997</c:v>
                </c:pt>
                <c:pt idx="1311">
                  <c:v>0.63220590126625209</c:v>
                </c:pt>
                <c:pt idx="1312">
                  <c:v>0.56844845943233702</c:v>
                </c:pt>
                <c:pt idx="1313">
                  <c:v>0.52258399031985492</c:v>
                </c:pt>
                <c:pt idx="1314">
                  <c:v>0.5028067891703929</c:v>
                </c:pt>
                <c:pt idx="1315">
                  <c:v>0.46744162443078019</c:v>
                </c:pt>
                <c:pt idx="1316">
                  <c:v>0.48255997644830034</c:v>
                </c:pt>
                <c:pt idx="1317">
                  <c:v>0.54150152592157319</c:v>
                </c:pt>
                <c:pt idx="1318">
                  <c:v>0.56247871886823786</c:v>
                </c:pt>
                <c:pt idx="1319">
                  <c:v>0.56489491013259829</c:v>
                </c:pt>
                <c:pt idx="1320">
                  <c:v>0.52896373119194839</c:v>
                </c:pt>
                <c:pt idx="1321">
                  <c:v>0.52306701431666247</c:v>
                </c:pt>
                <c:pt idx="1322">
                  <c:v>0.49100189512056541</c:v>
                </c:pt>
                <c:pt idx="1323">
                  <c:v>0.49890295348185604</c:v>
                </c:pt>
                <c:pt idx="1324">
                  <c:v>0.4747212820988056</c:v>
                </c:pt>
                <c:pt idx="1325">
                  <c:v>0.47730069596726937</c:v>
                </c:pt>
                <c:pt idx="1326">
                  <c:v>0.45991327170611451</c:v>
                </c:pt>
                <c:pt idx="1327">
                  <c:v>0.47507646323707931</c:v>
                </c:pt>
                <c:pt idx="1328">
                  <c:v>0.47426692648461771</c:v>
                </c:pt>
                <c:pt idx="1329">
                  <c:v>0.52764746735594681</c:v>
                </c:pt>
                <c:pt idx="1330">
                  <c:v>0.57783230842819422</c:v>
                </c:pt>
                <c:pt idx="1331">
                  <c:v>0.56542770364218653</c:v>
                </c:pt>
                <c:pt idx="1332">
                  <c:v>0.46894763571387915</c:v>
                </c:pt>
                <c:pt idx="1333">
                  <c:v>0.44497082256309145</c:v>
                </c:pt>
                <c:pt idx="1334">
                  <c:v>0.43202739149484992</c:v>
                </c:pt>
                <c:pt idx="1335">
                  <c:v>0.41289107620546567</c:v>
                </c:pt>
                <c:pt idx="1336">
                  <c:v>0.42865255382254658</c:v>
                </c:pt>
                <c:pt idx="1337">
                  <c:v>0.38751594266451261</c:v>
                </c:pt>
                <c:pt idx="1338">
                  <c:v>0.44503591347608046</c:v>
                </c:pt>
                <c:pt idx="1339">
                  <c:v>0.45173659471725403</c:v>
                </c:pt>
                <c:pt idx="1340">
                  <c:v>0.46292526120960215</c:v>
                </c:pt>
                <c:pt idx="1341">
                  <c:v>0.49080543871456073</c:v>
                </c:pt>
                <c:pt idx="1342">
                  <c:v>0.51673365134806626</c:v>
                </c:pt>
                <c:pt idx="1343">
                  <c:v>0.51284341880182105</c:v>
                </c:pt>
                <c:pt idx="1344">
                  <c:v>0.51907650220780088</c:v>
                </c:pt>
                <c:pt idx="1345">
                  <c:v>0.53024974834761462</c:v>
                </c:pt>
                <c:pt idx="1346">
                  <c:v>0.54031385172138724</c:v>
                </c:pt>
                <c:pt idx="1347">
                  <c:v>0.54339800152311368</c:v>
                </c:pt>
                <c:pt idx="1348">
                  <c:v>0.55035724618964732</c:v>
                </c:pt>
                <c:pt idx="1349">
                  <c:v>0.57196509944222851</c:v>
                </c:pt>
                <c:pt idx="1350">
                  <c:v>0.57241071165195201</c:v>
                </c:pt>
                <c:pt idx="1351">
                  <c:v>0.57278396771471951</c:v>
                </c:pt>
                <c:pt idx="1352">
                  <c:v>0.54299088351697167</c:v>
                </c:pt>
                <c:pt idx="1353">
                  <c:v>0.54833107143527837</c:v>
                </c:pt>
                <c:pt idx="1354">
                  <c:v>0.46994353794636812</c:v>
                </c:pt>
                <c:pt idx="1355">
                  <c:v>0.39509663155459274</c:v>
                </c:pt>
                <c:pt idx="1356">
                  <c:v>0.32025178097112111</c:v>
                </c:pt>
                <c:pt idx="1357">
                  <c:v>0.2726086503207063</c:v>
                </c:pt>
                <c:pt idx="1358">
                  <c:v>0.23700821272614414</c:v>
                </c:pt>
                <c:pt idx="1359">
                  <c:v>0.36633110113973738</c:v>
                </c:pt>
                <c:pt idx="1360">
                  <c:v>0.4653290207549578</c:v>
                </c:pt>
                <c:pt idx="1361">
                  <c:v>0.45330755627023955</c:v>
                </c:pt>
                <c:pt idx="1362">
                  <c:v>0.43753193963680992</c:v>
                </c:pt>
                <c:pt idx="1363">
                  <c:v>0.43806326027103182</c:v>
                </c:pt>
                <c:pt idx="1364">
                  <c:v>0.41427814422731973</c:v>
                </c:pt>
                <c:pt idx="1365">
                  <c:v>0.44191727025305361</c:v>
                </c:pt>
                <c:pt idx="1366">
                  <c:v>0.45284938016428056</c:v>
                </c:pt>
                <c:pt idx="1367">
                  <c:v>0.47140815708607731</c:v>
                </c:pt>
                <c:pt idx="1368">
                  <c:v>0.47394743788153559</c:v>
                </c:pt>
                <c:pt idx="1369">
                  <c:v>0.43112597201861469</c:v>
                </c:pt>
                <c:pt idx="1370">
                  <c:v>0.43847229242519281</c:v>
                </c:pt>
                <c:pt idx="1371">
                  <c:v>0.43705897277716793</c:v>
                </c:pt>
                <c:pt idx="1372">
                  <c:v>0.39966526608876751</c:v>
                </c:pt>
                <c:pt idx="1373">
                  <c:v>0.40882259408007304</c:v>
                </c:pt>
                <c:pt idx="1374">
                  <c:v>0.44439472176790851</c:v>
                </c:pt>
                <c:pt idx="1375">
                  <c:v>0.43174436509922354</c:v>
                </c:pt>
                <c:pt idx="1376">
                  <c:v>0.44711606935357051</c:v>
                </c:pt>
                <c:pt idx="1377">
                  <c:v>0.39555263049392708</c:v>
                </c:pt>
                <c:pt idx="1378">
                  <c:v>0.43298092504172853</c:v>
                </c:pt>
                <c:pt idx="1379">
                  <c:v>0.48841364751582678</c:v>
                </c:pt>
                <c:pt idx="1380">
                  <c:v>0.4489285398050229</c:v>
                </c:pt>
                <c:pt idx="1381">
                  <c:v>0.41628844948519317</c:v>
                </c:pt>
                <c:pt idx="1382">
                  <c:v>0.45794139787893851</c:v>
                </c:pt>
                <c:pt idx="1383">
                  <c:v>0.48278651847815496</c:v>
                </c:pt>
                <c:pt idx="1384">
                  <c:v>0.40352457527102065</c:v>
                </c:pt>
                <c:pt idx="1385">
                  <c:v>0.49985302966382278</c:v>
                </c:pt>
                <c:pt idx="1386">
                  <c:v>0.4346901640581961</c:v>
                </c:pt>
                <c:pt idx="1387">
                  <c:v>0.46374990706687308</c:v>
                </c:pt>
                <c:pt idx="1388">
                  <c:v>0.42456322336694957</c:v>
                </c:pt>
                <c:pt idx="1389">
                  <c:v>0.41705822003841181</c:v>
                </c:pt>
                <c:pt idx="1390">
                  <c:v>0.42211976930919964</c:v>
                </c:pt>
                <c:pt idx="1391">
                  <c:v>0.43284758187075811</c:v>
                </c:pt>
                <c:pt idx="1392">
                  <c:v>0.43840615987595927</c:v>
                </c:pt>
                <c:pt idx="1393">
                  <c:v>0.45366330806052013</c:v>
                </c:pt>
                <c:pt idx="1394">
                  <c:v>0.46634042064501968</c:v>
                </c:pt>
                <c:pt idx="1395">
                  <c:v>0.4774151150606904</c:v>
                </c:pt>
                <c:pt idx="1396">
                  <c:v>0.47824504183807176</c:v>
                </c:pt>
                <c:pt idx="1397">
                  <c:v>0.4655824791546293</c:v>
                </c:pt>
                <c:pt idx="1398">
                  <c:v>0.44905551808591199</c:v>
                </c:pt>
                <c:pt idx="1399">
                  <c:v>0.47319798973403437</c:v>
                </c:pt>
                <c:pt idx="1400">
                  <c:v>0.44607162295623032</c:v>
                </c:pt>
                <c:pt idx="1401">
                  <c:v>0.43033004399479441</c:v>
                </c:pt>
                <c:pt idx="1402">
                  <c:v>0.38920461349063229</c:v>
                </c:pt>
                <c:pt idx="1403">
                  <c:v>0.42425720680804457</c:v>
                </c:pt>
                <c:pt idx="1404">
                  <c:v>0.37903014428357407</c:v>
                </c:pt>
                <c:pt idx="1405">
                  <c:v>0.43842354055048882</c:v>
                </c:pt>
                <c:pt idx="1406">
                  <c:v>0.49021367278391004</c:v>
                </c:pt>
                <c:pt idx="1407">
                  <c:v>0.50526407012711494</c:v>
                </c:pt>
                <c:pt idx="1408">
                  <c:v>0.54373107752426164</c:v>
                </c:pt>
                <c:pt idx="1409">
                  <c:v>0.55029010970770165</c:v>
                </c:pt>
                <c:pt idx="1410">
                  <c:v>0.5271973230293302</c:v>
                </c:pt>
                <c:pt idx="1411">
                  <c:v>0.56809203657328255</c:v>
                </c:pt>
                <c:pt idx="1412">
                  <c:v>0.64056292083259192</c:v>
                </c:pt>
                <c:pt idx="1413">
                  <c:v>0.67070406444111408</c:v>
                </c:pt>
                <c:pt idx="1414">
                  <c:v>0.67894626584196749</c:v>
                </c:pt>
                <c:pt idx="1415">
                  <c:v>0.67660699402965807</c:v>
                </c:pt>
                <c:pt idx="1416">
                  <c:v>0.70113855904697964</c:v>
                </c:pt>
                <c:pt idx="1417">
                  <c:v>0.74344102517528421</c:v>
                </c:pt>
                <c:pt idx="1418">
                  <c:v>0.77456267815333169</c:v>
                </c:pt>
                <c:pt idx="1419">
                  <c:v>0.77795635230822224</c:v>
                </c:pt>
                <c:pt idx="1420">
                  <c:v>0.7933409373494591</c:v>
                </c:pt>
                <c:pt idx="1421">
                  <c:v>0.80126709677347885</c:v>
                </c:pt>
                <c:pt idx="1422">
                  <c:v>0.80250766904860271</c:v>
                </c:pt>
                <c:pt idx="1423">
                  <c:v>0.81441770136874714</c:v>
                </c:pt>
                <c:pt idx="1424">
                  <c:v>0.82221677286883532</c:v>
                </c:pt>
                <c:pt idx="1425">
                  <c:v>0.82248417889434933</c:v>
                </c:pt>
                <c:pt idx="1426">
                  <c:v>0.84163775021842058</c:v>
                </c:pt>
                <c:pt idx="1427">
                  <c:v>0.84545685584076469</c:v>
                </c:pt>
                <c:pt idx="1428">
                  <c:v>0.78747055320604986</c:v>
                </c:pt>
                <c:pt idx="1429">
                  <c:v>0.77680568840044451</c:v>
                </c:pt>
                <c:pt idx="1430">
                  <c:v>0.76438366323635731</c:v>
                </c:pt>
                <c:pt idx="1431">
                  <c:v>0.70796934120043986</c:v>
                </c:pt>
                <c:pt idx="1432">
                  <c:v>0.68990515780474593</c:v>
                </c:pt>
                <c:pt idx="1433">
                  <c:v>0.59537440864776392</c:v>
                </c:pt>
                <c:pt idx="1434">
                  <c:v>0.62114740292202031</c:v>
                </c:pt>
                <c:pt idx="1435">
                  <c:v>0.61521105704274559</c:v>
                </c:pt>
                <c:pt idx="1436">
                  <c:v>0.60764121437312979</c:v>
                </c:pt>
                <c:pt idx="1437">
                  <c:v>0.59718822519302384</c:v>
                </c:pt>
                <c:pt idx="1438">
                  <c:v>0.58922914338680732</c:v>
                </c:pt>
                <c:pt idx="1439">
                  <c:v>0.62204936322011339</c:v>
                </c:pt>
                <c:pt idx="1440">
                  <c:v>0.61935235187714122</c:v>
                </c:pt>
                <c:pt idx="1441">
                  <c:v>0.61524517620023544</c:v>
                </c:pt>
                <c:pt idx="1442">
                  <c:v>0.63969687986427815</c:v>
                </c:pt>
                <c:pt idx="1443">
                  <c:v>0.65105908986237104</c:v>
                </c:pt>
                <c:pt idx="1444">
                  <c:v>0.64604106946457662</c:v>
                </c:pt>
                <c:pt idx="1445">
                  <c:v>0.61922981314642012</c:v>
                </c:pt>
                <c:pt idx="1446">
                  <c:v>0.60327020387800701</c:v>
                </c:pt>
                <c:pt idx="1447">
                  <c:v>0.56167911199853626</c:v>
                </c:pt>
                <c:pt idx="1448">
                  <c:v>0.54598032930088192</c:v>
                </c:pt>
                <c:pt idx="1449">
                  <c:v>0.5302743395216688</c:v>
                </c:pt>
                <c:pt idx="1450">
                  <c:v>0.49241724827218086</c:v>
                </c:pt>
                <c:pt idx="1451">
                  <c:v>0.52300329358079112</c:v>
                </c:pt>
                <c:pt idx="1452">
                  <c:v>0.51330533750747154</c:v>
                </c:pt>
                <c:pt idx="1453">
                  <c:v>0.50437818685503555</c:v>
                </c:pt>
                <c:pt idx="1454">
                  <c:v>0.43393829868888539</c:v>
                </c:pt>
                <c:pt idx="1455">
                  <c:v>0.43069942176139042</c:v>
                </c:pt>
                <c:pt idx="1456">
                  <c:v>0.35970668491696872</c:v>
                </c:pt>
                <c:pt idx="1457">
                  <c:v>0.25606017061570391</c:v>
                </c:pt>
                <c:pt idx="1458">
                  <c:v>0.31208320069147949</c:v>
                </c:pt>
                <c:pt idx="1459">
                  <c:v>0.39746124717256903</c:v>
                </c:pt>
                <c:pt idx="1460">
                  <c:v>0.43511996953384308</c:v>
                </c:pt>
                <c:pt idx="1461">
                  <c:v>0.46722558474261455</c:v>
                </c:pt>
                <c:pt idx="1462">
                  <c:v>0.46244907304599303</c:v>
                </c:pt>
                <c:pt idx="1463">
                  <c:v>0.52200065844028953</c:v>
                </c:pt>
                <c:pt idx="1464">
                  <c:v>0.50293959627771911</c:v>
                </c:pt>
                <c:pt idx="1465">
                  <c:v>0.51867219978323564</c:v>
                </c:pt>
                <c:pt idx="1466">
                  <c:v>0.59814609526887563</c:v>
                </c:pt>
                <c:pt idx="1467">
                  <c:v>0.63507141322430471</c:v>
                </c:pt>
                <c:pt idx="1468">
                  <c:v>0.65826184380121866</c:v>
                </c:pt>
                <c:pt idx="1469">
                  <c:v>0.65476874662543649</c:v>
                </c:pt>
                <c:pt idx="1470">
                  <c:v>0.66422476176838907</c:v>
                </c:pt>
                <c:pt idx="1471">
                  <c:v>0.79628820265730438</c:v>
                </c:pt>
                <c:pt idx="1472">
                  <c:v>1.1764384751996422</c:v>
                </c:pt>
                <c:pt idx="1473">
                  <c:v>1.1309438407947563</c:v>
                </c:pt>
                <c:pt idx="1474">
                  <c:v>1.0836475762534772</c:v>
                </c:pt>
                <c:pt idx="1475">
                  <c:v>0.93101617955101135</c:v>
                </c:pt>
                <c:pt idx="1476">
                  <c:v>0.92806066686310174</c:v>
                </c:pt>
                <c:pt idx="1477">
                  <c:v>0.99921143542203039</c:v>
                </c:pt>
                <c:pt idx="1478">
                  <c:v>0.97880731070625593</c:v>
                </c:pt>
                <c:pt idx="1479">
                  <c:v>1.0259002472710974</c:v>
                </c:pt>
                <c:pt idx="1480">
                  <c:v>1.0748232974114316</c:v>
                </c:pt>
                <c:pt idx="1481">
                  <c:v>1.1086608503912936</c:v>
                </c:pt>
                <c:pt idx="1482">
                  <c:v>1.138310674297518</c:v>
                </c:pt>
                <c:pt idx="1483">
                  <c:v>1.1676838980126321</c:v>
                </c:pt>
                <c:pt idx="1484">
                  <c:v>1.1825180432939886</c:v>
                </c:pt>
                <c:pt idx="1485">
                  <c:v>1.2237110374676758</c:v>
                </c:pt>
                <c:pt idx="1486">
                  <c:v>1.219771682370441</c:v>
                </c:pt>
                <c:pt idx="1487">
                  <c:v>1.2336472770393296</c:v>
                </c:pt>
                <c:pt idx="1488">
                  <c:v>1.2740886612008466</c:v>
                </c:pt>
                <c:pt idx="1489">
                  <c:v>1.2517689343840059</c:v>
                </c:pt>
                <c:pt idx="1490">
                  <c:v>1.2792701677096689</c:v>
                </c:pt>
                <c:pt idx="1491">
                  <c:v>1.2871563187261148</c:v>
                </c:pt>
                <c:pt idx="1492">
                  <c:v>1.3160906254889317</c:v>
                </c:pt>
                <c:pt idx="1493">
                  <c:v>1.3415760748337404</c:v>
                </c:pt>
                <c:pt idx="1494">
                  <c:v>1.3795424148494828</c:v>
                </c:pt>
                <c:pt idx="1495">
                  <c:v>1.3646724999772319</c:v>
                </c:pt>
                <c:pt idx="1496">
                  <c:v>1.2847963721658289</c:v>
                </c:pt>
                <c:pt idx="1497">
                  <c:v>1.2175173717629513</c:v>
                </c:pt>
                <c:pt idx="1498">
                  <c:v>1.1479036999141139</c:v>
                </c:pt>
                <c:pt idx="1499">
                  <c:v>1.0063286089859853</c:v>
                </c:pt>
                <c:pt idx="1500">
                  <c:v>0.96777554644960062</c:v>
                </c:pt>
                <c:pt idx="1501">
                  <c:v>0.92590443218854734</c:v>
                </c:pt>
                <c:pt idx="1502">
                  <c:v>0.95108064440556095</c:v>
                </c:pt>
                <c:pt idx="1503">
                  <c:v>0.95714534683365282</c:v>
                </c:pt>
                <c:pt idx="1504">
                  <c:v>0.82031664078263899</c:v>
                </c:pt>
                <c:pt idx="1505">
                  <c:v>0.49261417395702228</c:v>
                </c:pt>
                <c:pt idx="1506">
                  <c:v>0.4932118864477999</c:v>
                </c:pt>
                <c:pt idx="1507">
                  <c:v>0.52961992709201</c:v>
                </c:pt>
                <c:pt idx="1508">
                  <c:v>0.49410214097520133</c:v>
                </c:pt>
                <c:pt idx="1509">
                  <c:v>0.47448778158096799</c:v>
                </c:pt>
                <c:pt idx="1510">
                  <c:v>0.47549005746079992</c:v>
                </c:pt>
                <c:pt idx="1511">
                  <c:v>0.46665448282148397</c:v>
                </c:pt>
                <c:pt idx="1512">
                  <c:v>0.46822674769949629</c:v>
                </c:pt>
                <c:pt idx="1513">
                  <c:v>0.45763966837386416</c:v>
                </c:pt>
                <c:pt idx="1514">
                  <c:v>0.45986632490385571</c:v>
                </c:pt>
                <c:pt idx="1515">
                  <c:v>0.45086694421477147</c:v>
                </c:pt>
                <c:pt idx="1516">
                  <c:v>0.45495783111599231</c:v>
                </c:pt>
                <c:pt idx="1517">
                  <c:v>0.44202482585532354</c:v>
                </c:pt>
                <c:pt idx="1518">
                  <c:v>0.43871594272429359</c:v>
                </c:pt>
                <c:pt idx="1519">
                  <c:v>0.4013146148942468</c:v>
                </c:pt>
                <c:pt idx="1520">
                  <c:v>0.4428904767669386</c:v>
                </c:pt>
                <c:pt idx="1521">
                  <c:v>0.48150764676660041</c:v>
                </c:pt>
                <c:pt idx="1522">
                  <c:v>0.46648403855281778</c:v>
                </c:pt>
                <c:pt idx="1523">
                  <c:v>0.45649997262274844</c:v>
                </c:pt>
                <c:pt idx="1524">
                  <c:v>0.42807716190474271</c:v>
                </c:pt>
                <c:pt idx="1525">
                  <c:v>0.39430868302791888</c:v>
                </c:pt>
                <c:pt idx="1526">
                  <c:v>0.32940292472834987</c:v>
                </c:pt>
                <c:pt idx="1527">
                  <c:v>0.31026577369860375</c:v>
                </c:pt>
                <c:pt idx="1528">
                  <c:v>0.29094174088252134</c:v>
                </c:pt>
                <c:pt idx="1529">
                  <c:v>0.54733326654983294</c:v>
                </c:pt>
                <c:pt idx="1530">
                  <c:v>0.45857197590981502</c:v>
                </c:pt>
                <c:pt idx="1531">
                  <c:v>0.4771351002414701</c:v>
                </c:pt>
                <c:pt idx="1532">
                  <c:v>0.46548060474342362</c:v>
                </c:pt>
                <c:pt idx="1533">
                  <c:v>0.4668518935302669</c:v>
                </c:pt>
                <c:pt idx="1534">
                  <c:v>0.5430908863931504</c:v>
                </c:pt>
                <c:pt idx="1535">
                  <c:v>0.58280933401236013</c:v>
                </c:pt>
                <c:pt idx="1536">
                  <c:v>0.65118498862763841</c:v>
                </c:pt>
                <c:pt idx="1537">
                  <c:v>0.68796602951219699</c:v>
                </c:pt>
                <c:pt idx="1538">
                  <c:v>0.72020925166474259</c:v>
                </c:pt>
                <c:pt idx="1539">
                  <c:v>0.77212638487391372</c:v>
                </c:pt>
                <c:pt idx="1540">
                  <c:v>0.80592711571420261</c:v>
                </c:pt>
                <c:pt idx="1541">
                  <c:v>0.82495523903866241</c:v>
                </c:pt>
                <c:pt idx="1542">
                  <c:v>0.83258745886406083</c:v>
                </c:pt>
                <c:pt idx="1543">
                  <c:v>0.87483940664594695</c:v>
                </c:pt>
                <c:pt idx="1544">
                  <c:v>0.83457866585818441</c:v>
                </c:pt>
                <c:pt idx="1545">
                  <c:v>0.77836057236214817</c:v>
                </c:pt>
                <c:pt idx="1546">
                  <c:v>0.72856731625670745</c:v>
                </c:pt>
                <c:pt idx="1547">
                  <c:v>0.68096549775210535</c:v>
                </c:pt>
                <c:pt idx="1548">
                  <c:v>0.72298089087749662</c:v>
                </c:pt>
                <c:pt idx="1549">
                  <c:v>0.71666091079401884</c:v>
                </c:pt>
                <c:pt idx="1550">
                  <c:v>0.71664209090534947</c:v>
                </c:pt>
                <c:pt idx="1551">
                  <c:v>0.73716878524301599</c:v>
                </c:pt>
                <c:pt idx="1552">
                  <c:v>0.73226997168049623</c:v>
                </c:pt>
                <c:pt idx="1553">
                  <c:v>0.72619980278282426</c:v>
                </c:pt>
                <c:pt idx="1554">
                  <c:v>0.70443746896411086</c:v>
                </c:pt>
                <c:pt idx="1555">
                  <c:v>0.66116456589420425</c:v>
                </c:pt>
                <c:pt idx="1556">
                  <c:v>0.6431894571146044</c:v>
                </c:pt>
                <c:pt idx="1557">
                  <c:v>0.65186977026524862</c:v>
                </c:pt>
                <c:pt idx="1558">
                  <c:v>0.65305865624515713</c:v>
                </c:pt>
                <c:pt idx="1559">
                  <c:v>0.63066048287025134</c:v>
                </c:pt>
                <c:pt idx="1560">
                  <c:v>0.62044443588677667</c:v>
                </c:pt>
                <c:pt idx="1561">
                  <c:v>0.63559384186606327</c:v>
                </c:pt>
                <c:pt idx="1562">
                  <c:v>0.62818646167260839</c:v>
                </c:pt>
                <c:pt idx="1563">
                  <c:v>0.62664811241233609</c:v>
                </c:pt>
                <c:pt idx="1564">
                  <c:v>0.63406358586730871</c:v>
                </c:pt>
                <c:pt idx="1565">
                  <c:v>0.64299813640843062</c:v>
                </c:pt>
                <c:pt idx="1566">
                  <c:v>1.1264873401279496</c:v>
                </c:pt>
                <c:pt idx="1567">
                  <c:v>1.2157413493785654</c:v>
                </c:pt>
                <c:pt idx="1568">
                  <c:v>1.1000469545581644</c:v>
                </c:pt>
                <c:pt idx="1569">
                  <c:v>0.98977557507498815</c:v>
                </c:pt>
                <c:pt idx="1570">
                  <c:v>0.81273395993910369</c:v>
                </c:pt>
                <c:pt idx="1571">
                  <c:v>0.69766869170454704</c:v>
                </c:pt>
                <c:pt idx="1572">
                  <c:v>0.62767300708060114</c:v>
                </c:pt>
                <c:pt idx="1573">
                  <c:v>0.65186193775484502</c:v>
                </c:pt>
                <c:pt idx="1574">
                  <c:v>0.66630549219749891</c:v>
                </c:pt>
                <c:pt idx="1575">
                  <c:v>0.63402093081071398</c:v>
                </c:pt>
                <c:pt idx="1576">
                  <c:v>0.68454622798218934</c:v>
                </c:pt>
                <c:pt idx="1577">
                  <c:v>0.73219705844163074</c:v>
                </c:pt>
                <c:pt idx="1578">
                  <c:v>0.76179240557605676</c:v>
                </c:pt>
                <c:pt idx="1579">
                  <c:v>0.78665733013168315</c:v>
                </c:pt>
                <c:pt idx="1580">
                  <c:v>0.77611901852597087</c:v>
                </c:pt>
                <c:pt idx="1581">
                  <c:v>0.79405524898365143</c:v>
                </c:pt>
                <c:pt idx="1582">
                  <c:v>0.81289273581342469</c:v>
                </c:pt>
                <c:pt idx="1583">
                  <c:v>0.80914087063376994</c:v>
                </c:pt>
                <c:pt idx="1584">
                  <c:v>0.86277592583677054</c:v>
                </c:pt>
                <c:pt idx="1585">
                  <c:v>0.87305236515514295</c:v>
                </c:pt>
                <c:pt idx="1586">
                  <c:v>0.8732997782467582</c:v>
                </c:pt>
                <c:pt idx="1587">
                  <c:v>0.85259054675259727</c:v>
                </c:pt>
                <c:pt idx="1588">
                  <c:v>0.88899177623410408</c:v>
                </c:pt>
                <c:pt idx="1589">
                  <c:v>0.85993045958622694</c:v>
                </c:pt>
                <c:pt idx="1590">
                  <c:v>0.8470104322086115</c:v>
                </c:pt>
                <c:pt idx="1591">
                  <c:v>0.8433743246827663</c:v>
                </c:pt>
                <c:pt idx="1592">
                  <c:v>0.77111139216595059</c:v>
                </c:pt>
                <c:pt idx="1593">
                  <c:v>0.6714671920694899</c:v>
                </c:pt>
                <c:pt idx="1594">
                  <c:v>0.57236897062354442</c:v>
                </c:pt>
                <c:pt idx="1595">
                  <c:v>0.56028085074544509</c:v>
                </c:pt>
                <c:pt idx="1596">
                  <c:v>0.54433773952337017</c:v>
                </c:pt>
                <c:pt idx="1597">
                  <c:v>0.61988661239645282</c:v>
                </c:pt>
                <c:pt idx="1598">
                  <c:v>0.691946326240787</c:v>
                </c:pt>
                <c:pt idx="1599">
                  <c:v>0.70921347605995255</c:v>
                </c:pt>
                <c:pt idx="1600">
                  <c:v>0.77886671384218886</c:v>
                </c:pt>
                <c:pt idx="1601">
                  <c:v>0.82505381729002247</c:v>
                </c:pt>
                <c:pt idx="1602">
                  <c:v>0.84807832432492802</c:v>
                </c:pt>
                <c:pt idx="1603">
                  <c:v>0.85562630024074682</c:v>
                </c:pt>
                <c:pt idx="1604">
                  <c:v>0.8392843436407601</c:v>
                </c:pt>
                <c:pt idx="1605">
                  <c:v>0.68966643672851169</c:v>
                </c:pt>
                <c:pt idx="1606">
                  <c:v>0.64490822677401238</c:v>
                </c:pt>
                <c:pt idx="1607">
                  <c:v>0.62021381772334405</c:v>
                </c:pt>
                <c:pt idx="1608">
                  <c:v>0.59130612212949163</c:v>
                </c:pt>
                <c:pt idx="1609">
                  <c:v>0.58618079469178652</c:v>
                </c:pt>
                <c:pt idx="1610">
                  <c:v>0.60173104759216411</c:v>
                </c:pt>
                <c:pt idx="1611">
                  <c:v>0.65500718075428144</c:v>
                </c:pt>
                <c:pt idx="1612">
                  <c:v>0.79511334276444823</c:v>
                </c:pt>
                <c:pt idx="1613">
                  <c:v>0.87923694923090445</c:v>
                </c:pt>
                <c:pt idx="1614">
                  <c:v>0.86115500014121682</c:v>
                </c:pt>
                <c:pt idx="1615">
                  <c:v>0.80009056415440183</c:v>
                </c:pt>
                <c:pt idx="1616">
                  <c:v>0.7192962890470127</c:v>
                </c:pt>
                <c:pt idx="1617">
                  <c:v>0.66679025727721686</c:v>
                </c:pt>
                <c:pt idx="1618">
                  <c:v>0.6778455339735161</c:v>
                </c:pt>
                <c:pt idx="1619">
                  <c:v>0.82520926587012955</c:v>
                </c:pt>
                <c:pt idx="1620">
                  <c:v>0.99522122006712099</c:v>
                </c:pt>
                <c:pt idx="1621">
                  <c:v>0.86715974938807416</c:v>
                </c:pt>
                <c:pt idx="1622">
                  <c:v>0.72171372146819324</c:v>
                </c:pt>
                <c:pt idx="1623">
                  <c:v>0.79240253243343295</c:v>
                </c:pt>
                <c:pt idx="1624">
                  <c:v>0.72318315280335987</c:v>
                </c:pt>
                <c:pt idx="1625">
                  <c:v>0.77972494443742879</c:v>
                </c:pt>
                <c:pt idx="1626">
                  <c:v>0.79293695810790654</c:v>
                </c:pt>
                <c:pt idx="1627">
                  <c:v>0.790515490518653</c:v>
                </c:pt>
                <c:pt idx="1628">
                  <c:v>0.79311216609400181</c:v>
                </c:pt>
                <c:pt idx="1629">
                  <c:v>0.79012144320219679</c:v>
                </c:pt>
                <c:pt idx="1630">
                  <c:v>0.82747431602556221</c:v>
                </c:pt>
                <c:pt idx="1631">
                  <c:v>0.8049000058447936</c:v>
                </c:pt>
                <c:pt idx="1632">
                  <c:v>0.80295115072280399</c:v>
                </c:pt>
                <c:pt idx="1633">
                  <c:v>0.81678522417586208</c:v>
                </c:pt>
                <c:pt idx="1634">
                  <c:v>0.82010376679334229</c:v>
                </c:pt>
                <c:pt idx="1635">
                  <c:v>0.84442816931951181</c:v>
                </c:pt>
                <c:pt idx="1636">
                  <c:v>0.84295760235577588</c:v>
                </c:pt>
                <c:pt idx="1637">
                  <c:v>0.83103433233088131</c:v>
                </c:pt>
                <c:pt idx="1638">
                  <c:v>0.82364990983113973</c:v>
                </c:pt>
                <c:pt idx="1639">
                  <c:v>0.85558171069438926</c:v>
                </c:pt>
                <c:pt idx="1640">
                  <c:v>0.90332032759871972</c:v>
                </c:pt>
                <c:pt idx="1641">
                  <c:v>0.91148483057047403</c:v>
                </c:pt>
                <c:pt idx="1642">
                  <c:v>0.76868506132462788</c:v>
                </c:pt>
                <c:pt idx="1643">
                  <c:v>0.53359115301476157</c:v>
                </c:pt>
                <c:pt idx="1644">
                  <c:v>0.41564661999114755</c:v>
                </c:pt>
                <c:pt idx="1645">
                  <c:v>0.34254092535620939</c:v>
                </c:pt>
                <c:pt idx="1646">
                  <c:v>0.34326104649462036</c:v>
                </c:pt>
                <c:pt idx="1647">
                  <c:v>0.35711014576881744</c:v>
                </c:pt>
                <c:pt idx="1648">
                  <c:v>0.40816061195663089</c:v>
                </c:pt>
                <c:pt idx="1649">
                  <c:v>0.21334854784992127</c:v>
                </c:pt>
                <c:pt idx="1650">
                  <c:v>0.47641992128884197</c:v>
                </c:pt>
                <c:pt idx="1651">
                  <c:v>0.52694979543371911</c:v>
                </c:pt>
                <c:pt idx="1652">
                  <c:v>0.55460361761267041</c:v>
                </c:pt>
                <c:pt idx="1653">
                  <c:v>0.63045844888120495</c:v>
                </c:pt>
                <c:pt idx="1654">
                  <c:v>1.007056772777253</c:v>
                </c:pt>
                <c:pt idx="1655">
                  <c:v>1.259739919976701</c:v>
                </c:pt>
                <c:pt idx="1656">
                  <c:v>1.3063524224368197</c:v>
                </c:pt>
                <c:pt idx="1657">
                  <c:v>1.37780690216594</c:v>
                </c:pt>
                <c:pt idx="1658">
                  <c:v>1.4281236839756146</c:v>
                </c:pt>
                <c:pt idx="1659">
                  <c:v>1.4814844378935264</c:v>
                </c:pt>
                <c:pt idx="1660">
                  <c:v>1.5107631294897179</c:v>
                </c:pt>
                <c:pt idx="1661">
                  <c:v>1.5772504332497059</c:v>
                </c:pt>
                <c:pt idx="1662">
                  <c:v>1.6507443751773654</c:v>
                </c:pt>
                <c:pt idx="1663">
                  <c:v>1.7063660614095348</c:v>
                </c:pt>
                <c:pt idx="1664">
                  <c:v>1.5469189236736698</c:v>
                </c:pt>
                <c:pt idx="1665">
                  <c:v>1.4977753738447606</c:v>
                </c:pt>
                <c:pt idx="1666">
                  <c:v>1.4812730109148144</c:v>
                </c:pt>
                <c:pt idx="1667">
                  <c:v>1.3856314843599258</c:v>
                </c:pt>
                <c:pt idx="1668">
                  <c:v>1.2375783629789221</c:v>
                </c:pt>
                <c:pt idx="1669">
                  <c:v>1.1900610347663048</c:v>
                </c:pt>
                <c:pt idx="1670">
                  <c:v>1.2079868011522714</c:v>
                </c:pt>
                <c:pt idx="1671">
                  <c:v>1.2158777154824658</c:v>
                </c:pt>
                <c:pt idx="1672">
                  <c:v>1.2282717727705916</c:v>
                </c:pt>
                <c:pt idx="1673">
                  <c:v>1.3820118853216146</c:v>
                </c:pt>
                <c:pt idx="1674">
                  <c:v>1.5758392344381904</c:v>
                </c:pt>
                <c:pt idx="1675">
                  <c:v>1.7052429533259552</c:v>
                </c:pt>
                <c:pt idx="1676">
                  <c:v>1.8933154221402564</c:v>
                </c:pt>
                <c:pt idx="1677">
                  <c:v>1.9877639786234131</c:v>
                </c:pt>
                <c:pt idx="1678">
                  <c:v>2.0437320670472126</c:v>
                </c:pt>
                <c:pt idx="1679">
                  <c:v>2.0422856961214575</c:v>
                </c:pt>
                <c:pt idx="1680">
                  <c:v>2.1388338100245137</c:v>
                </c:pt>
                <c:pt idx="1681">
                  <c:v>2.217093211387136</c:v>
                </c:pt>
                <c:pt idx="1682">
                  <c:v>2.1401521663293259</c:v>
                </c:pt>
                <c:pt idx="1683">
                  <c:v>2.1650470240940511</c:v>
                </c:pt>
                <c:pt idx="1684">
                  <c:v>2.2293655837422972</c:v>
                </c:pt>
                <c:pt idx="1685">
                  <c:v>2.2343796950844075</c:v>
                </c:pt>
                <c:pt idx="1686">
                  <c:v>2.2161704013537764</c:v>
                </c:pt>
                <c:pt idx="1687">
                  <c:v>2.2137394086627236</c:v>
                </c:pt>
                <c:pt idx="1688">
                  <c:v>2.1853867807981091</c:v>
                </c:pt>
                <c:pt idx="1689">
                  <c:v>2.0910975910318315</c:v>
                </c:pt>
                <c:pt idx="1690">
                  <c:v>1.9152467546138237</c:v>
                </c:pt>
                <c:pt idx="1691">
                  <c:v>1.8131722821726142</c:v>
                </c:pt>
                <c:pt idx="1692">
                  <c:v>1.6890932141117243</c:v>
                </c:pt>
                <c:pt idx="1693">
                  <c:v>1.5575539288194391</c:v>
                </c:pt>
                <c:pt idx="1694">
                  <c:v>1.5331245071010873</c:v>
                </c:pt>
                <c:pt idx="1695">
                  <c:v>1.5107781264083504</c:v>
                </c:pt>
                <c:pt idx="1696">
                  <c:v>1.5493649528382278</c:v>
                </c:pt>
                <c:pt idx="1697">
                  <c:v>1.7187083771232958</c:v>
                </c:pt>
                <c:pt idx="1698">
                  <c:v>1.7788562429244612</c:v>
                </c:pt>
                <c:pt idx="1699">
                  <c:v>1.8687188388308378</c:v>
                </c:pt>
                <c:pt idx="1700">
                  <c:v>2.0010134923026666</c:v>
                </c:pt>
                <c:pt idx="1701">
                  <c:v>2.0449378166361796</c:v>
                </c:pt>
                <c:pt idx="1702">
                  <c:v>2.0514942360737205</c:v>
                </c:pt>
                <c:pt idx="1703">
                  <c:v>2.0432164795708117</c:v>
                </c:pt>
                <c:pt idx="1704">
                  <c:v>2.0680089454442134</c:v>
                </c:pt>
                <c:pt idx="1705">
                  <c:v>2.0893566777090773</c:v>
                </c:pt>
                <c:pt idx="1706">
                  <c:v>2.1283792876496035</c:v>
                </c:pt>
                <c:pt idx="1707">
                  <c:v>2.1352319576502325</c:v>
                </c:pt>
                <c:pt idx="1708">
                  <c:v>2.1395794076998897</c:v>
                </c:pt>
                <c:pt idx="1709">
                  <c:v>2.1153986307261512</c:v>
                </c:pt>
                <c:pt idx="1710">
                  <c:v>2.117226091111363</c:v>
                </c:pt>
                <c:pt idx="1711">
                  <c:v>2.0839108956729109</c:v>
                </c:pt>
                <c:pt idx="1712">
                  <c:v>2.0346329728390558</c:v>
                </c:pt>
                <c:pt idx="1713">
                  <c:v>2.0488067965179795</c:v>
                </c:pt>
                <c:pt idx="1714">
                  <c:v>1.9569209546625881</c:v>
                </c:pt>
                <c:pt idx="1715">
                  <c:v>1.9406691169165011</c:v>
                </c:pt>
                <c:pt idx="1716">
                  <c:v>1.9266590741139682</c:v>
                </c:pt>
                <c:pt idx="1717">
                  <c:v>1.8721616123469034</c:v>
                </c:pt>
                <c:pt idx="1718">
                  <c:v>1.8068166911193311</c:v>
                </c:pt>
                <c:pt idx="1719">
                  <c:v>1.6884261918401753</c:v>
                </c:pt>
                <c:pt idx="1720">
                  <c:v>1.7959028059566651</c:v>
                </c:pt>
                <c:pt idx="1721">
                  <c:v>1.7895106847077136</c:v>
                </c:pt>
                <c:pt idx="1722">
                  <c:v>1.7909600238639671</c:v>
                </c:pt>
                <c:pt idx="1723">
                  <c:v>1.8093479862355466</c:v>
                </c:pt>
                <c:pt idx="1724">
                  <c:v>1.8019912830193314</c:v>
                </c:pt>
                <c:pt idx="1725">
                  <c:v>1.7550761501252308</c:v>
                </c:pt>
                <c:pt idx="1726">
                  <c:v>1.7762637721188839</c:v>
                </c:pt>
                <c:pt idx="1727">
                  <c:v>1.8282886744150197</c:v>
                </c:pt>
                <c:pt idx="1728">
                  <c:v>1.8946093103068651</c:v>
                </c:pt>
                <c:pt idx="1729">
                  <c:v>1.9041229192142941</c:v>
                </c:pt>
                <c:pt idx="1730">
                  <c:v>1.9625938884556959</c:v>
                </c:pt>
                <c:pt idx="1731">
                  <c:v>2.0579257868942631</c:v>
                </c:pt>
                <c:pt idx="1732">
                  <c:v>2.1149265146789498</c:v>
                </c:pt>
                <c:pt idx="1733">
                  <c:v>2.1086860522778843</c:v>
                </c:pt>
                <c:pt idx="1734">
                  <c:v>2.0984662672889947</c:v>
                </c:pt>
                <c:pt idx="1735">
                  <c:v>2.1897263015695723</c:v>
                </c:pt>
                <c:pt idx="1736">
                  <c:v>2.0986165843205415</c:v>
                </c:pt>
                <c:pt idx="1737">
                  <c:v>1.9127142548497353</c:v>
                </c:pt>
                <c:pt idx="1738">
                  <c:v>1.7652201388205879</c:v>
                </c:pt>
                <c:pt idx="1739">
                  <c:v>1.6661812700895033</c:v>
                </c:pt>
                <c:pt idx="1740">
                  <c:v>1.5481043872378002</c:v>
                </c:pt>
                <c:pt idx="1741">
                  <c:v>1.389955472107463</c:v>
                </c:pt>
                <c:pt idx="1742">
                  <c:v>1.3479002885552411</c:v>
                </c:pt>
                <c:pt idx="1743">
                  <c:v>1.3674214155397855</c:v>
                </c:pt>
                <c:pt idx="1744">
                  <c:v>1.3283582401778364</c:v>
                </c:pt>
                <c:pt idx="1745">
                  <c:v>1.4118605332397232</c:v>
                </c:pt>
                <c:pt idx="1746">
                  <c:v>1.4670481975547141</c:v>
                </c:pt>
                <c:pt idx="1747">
                  <c:v>1.5328813322268315</c:v>
                </c:pt>
                <c:pt idx="1748">
                  <c:v>1.6203164059597117</c:v>
                </c:pt>
                <c:pt idx="1749">
                  <c:v>1.71262497037815</c:v>
                </c:pt>
                <c:pt idx="1750">
                  <c:v>1.7378413817946288</c:v>
                </c:pt>
                <c:pt idx="1751">
                  <c:v>1.7541815610658933</c:v>
                </c:pt>
                <c:pt idx="1752">
                  <c:v>1.80330405879696</c:v>
                </c:pt>
                <c:pt idx="1753">
                  <c:v>1.8258468952594751</c:v>
                </c:pt>
                <c:pt idx="1754">
                  <c:v>1.9131292453655369</c:v>
                </c:pt>
                <c:pt idx="1755">
                  <c:v>1.9037450521058914</c:v>
                </c:pt>
                <c:pt idx="1756">
                  <c:v>1.9731405684223349</c:v>
                </c:pt>
                <c:pt idx="1757">
                  <c:v>1.949814052290139</c:v>
                </c:pt>
                <c:pt idx="1758">
                  <c:v>1.9660204196558519</c:v>
                </c:pt>
                <c:pt idx="1759">
                  <c:v>2.0380631132284281</c:v>
                </c:pt>
                <c:pt idx="1760">
                  <c:v>2.0361493354152933</c:v>
                </c:pt>
                <c:pt idx="1761">
                  <c:v>1.7785611042713816</c:v>
                </c:pt>
                <c:pt idx="1762">
                  <c:v>1.5478514740465605</c:v>
                </c:pt>
                <c:pt idx="1763">
                  <c:v>1.5057057378236456</c:v>
                </c:pt>
                <c:pt idx="1764">
                  <c:v>1.2791337656604322</c:v>
                </c:pt>
                <c:pt idx="1765">
                  <c:v>1.1912669530625404</c:v>
                </c:pt>
                <c:pt idx="1766">
                  <c:v>1.0847241503973424</c:v>
                </c:pt>
                <c:pt idx="1767">
                  <c:v>1.0365176918520516</c:v>
                </c:pt>
                <c:pt idx="1768">
                  <c:v>1.1303732379355793</c:v>
                </c:pt>
                <c:pt idx="1769">
                  <c:v>1.2110203395134014</c:v>
                </c:pt>
                <c:pt idx="1770">
                  <c:v>1.3292697503777686</c:v>
                </c:pt>
                <c:pt idx="1771">
                  <c:v>1.4490990722295711</c:v>
                </c:pt>
                <c:pt idx="1772">
                  <c:v>1.520778824992028</c:v>
                </c:pt>
                <c:pt idx="1773">
                  <c:v>1.706446703738383</c:v>
                </c:pt>
                <c:pt idx="1774">
                  <c:v>1.9331332774481609</c:v>
                </c:pt>
                <c:pt idx="1775">
                  <c:v>1.8964485991563251</c:v>
                </c:pt>
                <c:pt idx="1776">
                  <c:v>1.9485311564430434</c:v>
                </c:pt>
                <c:pt idx="1777">
                  <c:v>2.0274236343758538</c:v>
                </c:pt>
                <c:pt idx="1778">
                  <c:v>2.0172707259738694</c:v>
                </c:pt>
                <c:pt idx="1779">
                  <c:v>1.9750122542820914</c:v>
                </c:pt>
                <c:pt idx="1780">
                  <c:v>2.0289750280322716</c:v>
                </c:pt>
                <c:pt idx="1781">
                  <c:v>2.0538036078310067</c:v>
                </c:pt>
                <c:pt idx="1782">
                  <c:v>1.9802987328845434</c:v>
                </c:pt>
                <c:pt idx="1783">
                  <c:v>2.5876823801682991</c:v>
                </c:pt>
                <c:pt idx="1784">
                  <c:v>1.1555097887524635</c:v>
                </c:pt>
                <c:pt idx="1785">
                  <c:v>0.86240170004132188</c:v>
                </c:pt>
                <c:pt idx="1786">
                  <c:v>0.86720776781796793</c:v>
                </c:pt>
                <c:pt idx="1787">
                  <c:v>0.81374411076249986</c:v>
                </c:pt>
                <c:pt idx="1788">
                  <c:v>0.68787266386347456</c:v>
                </c:pt>
                <c:pt idx="1789">
                  <c:v>0.56757797997773018</c:v>
                </c:pt>
                <c:pt idx="1790">
                  <c:v>0.54382208409062449</c:v>
                </c:pt>
                <c:pt idx="1791">
                  <c:v>0.53194547421345928</c:v>
                </c:pt>
                <c:pt idx="1792">
                  <c:v>0.59523843460242321</c:v>
                </c:pt>
                <c:pt idx="1793">
                  <c:v>0.54805641633255786</c:v>
                </c:pt>
                <c:pt idx="1794">
                  <c:v>0.51202252866945897</c:v>
                </c:pt>
                <c:pt idx="1795">
                  <c:v>0.46139743967437541</c:v>
                </c:pt>
                <c:pt idx="1796">
                  <c:v>0.48579771253560344</c:v>
                </c:pt>
                <c:pt idx="1797">
                  <c:v>0.48695703015856456</c:v>
                </c:pt>
                <c:pt idx="1798">
                  <c:v>0.47075680875325493</c:v>
                </c:pt>
                <c:pt idx="1799">
                  <c:v>0.4427316757264288</c:v>
                </c:pt>
                <c:pt idx="1800">
                  <c:v>0.47899716558283811</c:v>
                </c:pt>
                <c:pt idx="1801">
                  <c:v>0.53108715879877677</c:v>
                </c:pt>
                <c:pt idx="1802">
                  <c:v>0.55528881978089395</c:v>
                </c:pt>
                <c:pt idx="1803">
                  <c:v>0.56434430107532718</c:v>
                </c:pt>
                <c:pt idx="1804">
                  <c:v>0.56440511491427814</c:v>
                </c:pt>
                <c:pt idx="1805">
                  <c:v>0.57994080996678532</c:v>
                </c:pt>
                <c:pt idx="1806">
                  <c:v>0.62764108791387663</c:v>
                </c:pt>
                <c:pt idx="1807">
                  <c:v>0.70695091767921903</c:v>
                </c:pt>
                <c:pt idx="1808">
                  <c:v>0.59588367614293702</c:v>
                </c:pt>
                <c:pt idx="1809">
                  <c:v>0.55464005993982479</c:v>
                </c:pt>
                <c:pt idx="1810">
                  <c:v>0.52002633228420592</c:v>
                </c:pt>
                <c:pt idx="1811">
                  <c:v>0.45876941251952941</c:v>
                </c:pt>
                <c:pt idx="1812">
                  <c:v>0.41884911900002791</c:v>
                </c:pt>
                <c:pt idx="1813">
                  <c:v>0.42611983964841604</c:v>
                </c:pt>
                <c:pt idx="1814">
                  <c:v>0.37419712641563274</c:v>
                </c:pt>
                <c:pt idx="1815">
                  <c:v>0.40840623370177942</c:v>
                </c:pt>
                <c:pt idx="1816">
                  <c:v>0.41337629018108446</c:v>
                </c:pt>
                <c:pt idx="1817">
                  <c:v>0.44609349500843593</c:v>
                </c:pt>
                <c:pt idx="1818">
                  <c:v>0.49390287578978637</c:v>
                </c:pt>
                <c:pt idx="1819">
                  <c:v>0.5215394816678558</c:v>
                </c:pt>
                <c:pt idx="1820">
                  <c:v>0.53420612849391658</c:v>
                </c:pt>
                <c:pt idx="1821">
                  <c:v>0.54725625566310376</c:v>
                </c:pt>
                <c:pt idx="1822">
                  <c:v>0.54044303876914335</c:v>
                </c:pt>
                <c:pt idx="1823">
                  <c:v>0.52851474911988594</c:v>
                </c:pt>
                <c:pt idx="1824">
                  <c:v>0.55252431147052772</c:v>
                </c:pt>
                <c:pt idx="1825">
                  <c:v>0.56427428334150198</c:v>
                </c:pt>
                <c:pt idx="1826">
                  <c:v>0.5687607814043294</c:v>
                </c:pt>
                <c:pt idx="1827">
                  <c:v>0.56953393154597431</c:v>
                </c:pt>
                <c:pt idx="1828">
                  <c:v>0.5800148716748702</c:v>
                </c:pt>
                <c:pt idx="1829">
                  <c:v>0.58255180784849858</c:v>
                </c:pt>
                <c:pt idx="1830">
                  <c:v>0.58273049220579753</c:v>
                </c:pt>
                <c:pt idx="1831">
                  <c:v>0.61754836986056372</c:v>
                </c:pt>
                <c:pt idx="1832">
                  <c:v>0.68774017425086909</c:v>
                </c:pt>
                <c:pt idx="1833">
                  <c:v>0.71387136835064691</c:v>
                </c:pt>
                <c:pt idx="1834">
                  <c:v>0.70270749043702252</c:v>
                </c:pt>
                <c:pt idx="1835">
                  <c:v>0.71474427829980591</c:v>
                </c:pt>
                <c:pt idx="1836">
                  <c:v>0.68188124367616021</c:v>
                </c:pt>
                <c:pt idx="1837">
                  <c:v>0.6594240431511128</c:v>
                </c:pt>
                <c:pt idx="1838">
                  <c:v>0.65024337138466481</c:v>
                </c:pt>
                <c:pt idx="1839">
                  <c:v>0.58111620393285812</c:v>
                </c:pt>
                <c:pt idx="1840">
                  <c:v>0.61544246602794983</c:v>
                </c:pt>
                <c:pt idx="1841">
                  <c:v>0.63631484770862146</c:v>
                </c:pt>
                <c:pt idx="1842">
                  <c:v>0.64269538819450645</c:v>
                </c:pt>
                <c:pt idx="1843">
                  <c:v>0.63319815888343645</c:v>
                </c:pt>
                <c:pt idx="1844">
                  <c:v>0.65672032904243582</c:v>
                </c:pt>
                <c:pt idx="1845">
                  <c:v>0.66749765513070913</c:v>
                </c:pt>
                <c:pt idx="1846">
                  <c:v>0.68019347438486755</c:v>
                </c:pt>
                <c:pt idx="1847">
                  <c:v>0.67156437128731272</c:v>
                </c:pt>
                <c:pt idx="1848">
                  <c:v>0.68631312474617057</c:v>
                </c:pt>
                <c:pt idx="1849">
                  <c:v>0.69732379676055389</c:v>
                </c:pt>
                <c:pt idx="1850">
                  <c:v>0.70225004347814035</c:v>
                </c:pt>
                <c:pt idx="1851">
                  <c:v>0.68140506326269223</c:v>
                </c:pt>
                <c:pt idx="1852">
                  <c:v>0.69237281741612255</c:v>
                </c:pt>
                <c:pt idx="1853">
                  <c:v>0.69570807613046026</c:v>
                </c:pt>
                <c:pt idx="1854">
                  <c:v>0.70369090786607558</c:v>
                </c:pt>
                <c:pt idx="1855">
                  <c:v>0.71845671107798559</c:v>
                </c:pt>
                <c:pt idx="1856">
                  <c:v>0.7038538544750822</c:v>
                </c:pt>
                <c:pt idx="1857">
                  <c:v>0.69081002538149616</c:v>
                </c:pt>
                <c:pt idx="1858">
                  <c:v>0.66431446993350374</c:v>
                </c:pt>
                <c:pt idx="1859">
                  <c:v>0.66496298412107802</c:v>
                </c:pt>
                <c:pt idx="1860">
                  <c:v>0.65363884200347555</c:v>
                </c:pt>
                <c:pt idx="1861">
                  <c:v>0.66310615286677088</c:v>
                </c:pt>
                <c:pt idx="1862">
                  <c:v>0.63419418212004997</c:v>
                </c:pt>
                <c:pt idx="1863">
                  <c:v>0.62976796638411237</c:v>
                </c:pt>
                <c:pt idx="1864">
                  <c:v>0.65532688949975704</c:v>
                </c:pt>
                <c:pt idx="1865">
                  <c:v>0.64543664734209139</c:v>
                </c:pt>
                <c:pt idx="1866">
                  <c:v>0.62623406683745841</c:v>
                </c:pt>
                <c:pt idx="1867">
                  <c:v>0.64672046870136879</c:v>
                </c:pt>
                <c:pt idx="1868">
                  <c:v>0.65578635206924696</c:v>
                </c:pt>
                <c:pt idx="1869">
                  <c:v>0.64261568727733109</c:v>
                </c:pt>
                <c:pt idx="1870">
                  <c:v>0.63382943859100382</c:v>
                </c:pt>
                <c:pt idx="1871">
                  <c:v>0.63832773650877372</c:v>
                </c:pt>
                <c:pt idx="1872">
                  <c:v>0.63885716331706444</c:v>
                </c:pt>
                <c:pt idx="1873">
                  <c:v>0.64068166163498541</c:v>
                </c:pt>
                <c:pt idx="1874">
                  <c:v>0.6355143624753955</c:v>
                </c:pt>
                <c:pt idx="1875">
                  <c:v>0.65878400876989485</c:v>
                </c:pt>
                <c:pt idx="1876">
                  <c:v>0.66830512547571408</c:v>
                </c:pt>
                <c:pt idx="1877">
                  <c:v>0.65356542564950537</c:v>
                </c:pt>
                <c:pt idx="1878">
                  <c:v>0.66432434821292674</c:v>
                </c:pt>
                <c:pt idx="1879">
                  <c:v>0.67275711438998997</c:v>
                </c:pt>
                <c:pt idx="1880">
                  <c:v>0.68919941018949427</c:v>
                </c:pt>
                <c:pt idx="1881">
                  <c:v>0.71226528074480633</c:v>
                </c:pt>
                <c:pt idx="1882">
                  <c:v>0.67329086417968964</c:v>
                </c:pt>
                <c:pt idx="1883">
                  <c:v>0.62524686190219425</c:v>
                </c:pt>
                <c:pt idx="1884">
                  <c:v>0.59390231626659051</c:v>
                </c:pt>
                <c:pt idx="1885">
                  <c:v>0.53224088734153974</c:v>
                </c:pt>
                <c:pt idx="1886">
                  <c:v>0.50938368647543486</c:v>
                </c:pt>
                <c:pt idx="1887">
                  <c:v>0.51701931216887498</c:v>
                </c:pt>
                <c:pt idx="1888">
                  <c:v>0.56759872229843356</c:v>
                </c:pt>
                <c:pt idx="1889">
                  <c:v>0.56886257654761596</c:v>
                </c:pt>
                <c:pt idx="1890">
                  <c:v>0.59245663059678211</c:v>
                </c:pt>
                <c:pt idx="1891">
                  <c:v>0.63372674799149264</c:v>
                </c:pt>
                <c:pt idx="1892">
                  <c:v>0.6145073561324299</c:v>
                </c:pt>
                <c:pt idx="1893">
                  <c:v>0.69583935684121279</c:v>
                </c:pt>
                <c:pt idx="1894">
                  <c:v>0.71402389650030595</c:v>
                </c:pt>
                <c:pt idx="1895">
                  <c:v>0.71490846549602938</c:v>
                </c:pt>
                <c:pt idx="1896">
                  <c:v>0.70918678779054023</c:v>
                </c:pt>
                <c:pt idx="1897">
                  <c:v>0.71048638113241491</c:v>
                </c:pt>
                <c:pt idx="1898">
                  <c:v>0.70587121726210011</c:v>
                </c:pt>
                <c:pt idx="1899">
                  <c:v>0.72664380961249608</c:v>
                </c:pt>
                <c:pt idx="1900">
                  <c:v>0.71557324024723223</c:v>
                </c:pt>
                <c:pt idx="1901">
                  <c:v>0.75076865403556248</c:v>
                </c:pt>
                <c:pt idx="1902">
                  <c:v>0.74902389372437161</c:v>
                </c:pt>
                <c:pt idx="1903">
                  <c:v>0.73545696668584215</c:v>
                </c:pt>
                <c:pt idx="1904">
                  <c:v>0.76532397483544512</c:v>
                </c:pt>
                <c:pt idx="1905">
                  <c:v>0.6950944680998854</c:v>
                </c:pt>
                <c:pt idx="1906">
                  <c:v>0.70967304471438564</c:v>
                </c:pt>
                <c:pt idx="1907">
                  <c:v>0.66864353950342659</c:v>
                </c:pt>
                <c:pt idx="1908">
                  <c:v>0.64171430062430579</c:v>
                </c:pt>
                <c:pt idx="1909">
                  <c:v>0.58382857155409085</c:v>
                </c:pt>
                <c:pt idx="1910">
                  <c:v>0.53519712036089839</c:v>
                </c:pt>
                <c:pt idx="1911">
                  <c:v>0.58315146758121106</c:v>
                </c:pt>
                <c:pt idx="1912">
                  <c:v>0.5336040461788859</c:v>
                </c:pt>
                <c:pt idx="1913">
                  <c:v>0.53838083118152535</c:v>
                </c:pt>
                <c:pt idx="1914">
                  <c:v>0.54990663564697628</c:v>
                </c:pt>
                <c:pt idx="1915">
                  <c:v>0.56480940178333117</c:v>
                </c:pt>
                <c:pt idx="1916">
                  <c:v>0.5745241297740119</c:v>
                </c:pt>
                <c:pt idx="1917">
                  <c:v>0.65197364175283501</c:v>
                </c:pt>
                <c:pt idx="1918">
                  <c:v>0.66517534954284996</c:v>
                </c:pt>
                <c:pt idx="1919">
                  <c:v>0.67530371826047952</c:v>
                </c:pt>
                <c:pt idx="1920">
                  <c:v>0.65889076923312795</c:v>
                </c:pt>
                <c:pt idx="1921">
                  <c:v>0.6631016681285854</c:v>
                </c:pt>
                <c:pt idx="1922">
                  <c:v>0.65845258951979246</c:v>
                </c:pt>
                <c:pt idx="1923">
                  <c:v>0.72989504471975086</c:v>
                </c:pt>
                <c:pt idx="1924">
                  <c:v>0.77860633262693513</c:v>
                </c:pt>
                <c:pt idx="1925">
                  <c:v>0.77354099688903066</c:v>
                </c:pt>
                <c:pt idx="1926">
                  <c:v>0.76252539075734183</c:v>
                </c:pt>
                <c:pt idx="1927">
                  <c:v>0.75146482663386649</c:v>
                </c:pt>
                <c:pt idx="1928">
                  <c:v>0.74768953718232278</c:v>
                </c:pt>
                <c:pt idx="1929">
                  <c:v>0.78661730710077038</c:v>
                </c:pt>
                <c:pt idx="1930">
                  <c:v>0.78058465604841476</c:v>
                </c:pt>
                <c:pt idx="1931">
                  <c:v>0.75631262869301685</c:v>
                </c:pt>
                <c:pt idx="1932">
                  <c:v>0.73845287394938663</c:v>
                </c:pt>
                <c:pt idx="1933">
                  <c:v>0.65666487926366657</c:v>
                </c:pt>
                <c:pt idx="1934">
                  <c:v>0.79119360622603507</c:v>
                </c:pt>
                <c:pt idx="1935">
                  <c:v>0.7334618193085165</c:v>
                </c:pt>
                <c:pt idx="1936">
                  <c:v>0.70561811129349583</c:v>
                </c:pt>
                <c:pt idx="1937">
                  <c:v>0.67064364031178147</c:v>
                </c:pt>
                <c:pt idx="1938">
                  <c:v>0.73035613072825978</c:v>
                </c:pt>
                <c:pt idx="1939">
                  <c:v>0.68618381638299175</c:v>
                </c:pt>
                <c:pt idx="1940">
                  <c:v>0.70891836360210903</c:v>
                </c:pt>
                <c:pt idx="1941">
                  <c:v>0.82982201372200937</c:v>
                </c:pt>
                <c:pt idx="1942">
                  <c:v>0.87584039819745896</c:v>
                </c:pt>
                <c:pt idx="1943">
                  <c:v>0.86032364668303951</c:v>
                </c:pt>
                <c:pt idx="1944">
                  <c:v>0.88251122393446546</c:v>
                </c:pt>
                <c:pt idx="1945">
                  <c:v>0.85189188473051303</c:v>
                </c:pt>
                <c:pt idx="1946">
                  <c:v>0.86037128736087187</c:v>
                </c:pt>
                <c:pt idx="1947">
                  <c:v>0.918736415155748</c:v>
                </c:pt>
                <c:pt idx="1948">
                  <c:v>0.94073716926347384</c:v>
                </c:pt>
                <c:pt idx="1949">
                  <c:v>0.95517008651683144</c:v>
                </c:pt>
                <c:pt idx="1950">
                  <c:v>0.91339442145601757</c:v>
                </c:pt>
                <c:pt idx="1951">
                  <c:v>0.87562684927229062</c:v>
                </c:pt>
                <c:pt idx="1952">
                  <c:v>0.8348902266325221</c:v>
                </c:pt>
                <c:pt idx="1953">
                  <c:v>0.85038235759800551</c:v>
                </c:pt>
                <c:pt idx="1954">
                  <c:v>0.75390680763662477</c:v>
                </c:pt>
                <c:pt idx="1955">
                  <c:v>0.65769626610543308</c:v>
                </c:pt>
                <c:pt idx="1956">
                  <c:v>0.65583792635217208</c:v>
                </c:pt>
                <c:pt idx="1957">
                  <c:v>0.70553556375310467</c:v>
                </c:pt>
                <c:pt idx="1958">
                  <c:v>0.62927476407232619</c:v>
                </c:pt>
                <c:pt idx="1959">
                  <c:v>0.59114782975890257</c:v>
                </c:pt>
                <c:pt idx="1960">
                  <c:v>0.57020880319945688</c:v>
                </c:pt>
                <c:pt idx="1961">
                  <c:v>0.58620453136944906</c:v>
                </c:pt>
                <c:pt idx="1962">
                  <c:v>0.61502038125884106</c:v>
                </c:pt>
                <c:pt idx="1963">
                  <c:v>0.64787756111152606</c:v>
                </c:pt>
                <c:pt idx="1964">
                  <c:v>0.71334753565033138</c:v>
                </c:pt>
                <c:pt idx="1965">
                  <c:v>0.73357675329022953</c:v>
                </c:pt>
                <c:pt idx="1966">
                  <c:v>0.7802772972236125</c:v>
                </c:pt>
                <c:pt idx="1967">
                  <c:v>0.83553591335743116</c:v>
                </c:pt>
                <c:pt idx="1968">
                  <c:v>0.8445552095398815</c:v>
                </c:pt>
                <c:pt idx="1969">
                  <c:v>0.87566304596570199</c:v>
                </c:pt>
                <c:pt idx="1970">
                  <c:v>0.8591748279953817</c:v>
                </c:pt>
                <c:pt idx="1971">
                  <c:v>0.88854985844694279</c:v>
                </c:pt>
                <c:pt idx="1972">
                  <c:v>0.95506667039548654</c:v>
                </c:pt>
                <c:pt idx="1973">
                  <c:v>0.95673728850271766</c:v>
                </c:pt>
                <c:pt idx="1974">
                  <c:v>0.93745437602288062</c:v>
                </c:pt>
                <c:pt idx="1975">
                  <c:v>0.99255461859182681</c:v>
                </c:pt>
                <c:pt idx="1976">
                  <c:v>1.0268647420804871</c:v>
                </c:pt>
                <c:pt idx="1977">
                  <c:v>1.045868475034007</c:v>
                </c:pt>
                <c:pt idx="1978">
                  <c:v>0.93320608949326245</c:v>
                </c:pt>
                <c:pt idx="1979">
                  <c:v>0.95997507670889881</c:v>
                </c:pt>
                <c:pt idx="1980">
                  <c:v>0.84886121905093026</c:v>
                </c:pt>
                <c:pt idx="1981">
                  <c:v>0.87089324217715092</c:v>
                </c:pt>
                <c:pt idx="1982">
                  <c:v>0.82689285523437384</c:v>
                </c:pt>
                <c:pt idx="1983">
                  <c:v>0.77595491166478314</c:v>
                </c:pt>
                <c:pt idx="1984">
                  <c:v>0.84181229019781723</c:v>
                </c:pt>
                <c:pt idx="1985">
                  <c:v>0.79864364595556814</c:v>
                </c:pt>
                <c:pt idx="1986">
                  <c:v>0.82729067266440559</c:v>
                </c:pt>
                <c:pt idx="1987">
                  <c:v>0.84299539799382617</c:v>
                </c:pt>
                <c:pt idx="1988">
                  <c:v>0.80512869607030291</c:v>
                </c:pt>
                <c:pt idx="1989">
                  <c:v>0.7491123764656018</c:v>
                </c:pt>
                <c:pt idx="1990">
                  <c:v>0.73292039456758162</c:v>
                </c:pt>
                <c:pt idx="1991">
                  <c:v>0.72170051750158637</c:v>
                </c:pt>
                <c:pt idx="1992">
                  <c:v>0.7297602209983951</c:v>
                </c:pt>
                <c:pt idx="1993">
                  <c:v>0.79243540129331991</c:v>
                </c:pt>
                <c:pt idx="1994">
                  <c:v>0.71020371750824696</c:v>
                </c:pt>
                <c:pt idx="1995">
                  <c:v>0.65616665911878091</c:v>
                </c:pt>
                <c:pt idx="1996">
                  <c:v>0.619748593447906</c:v>
                </c:pt>
                <c:pt idx="1997">
                  <c:v>0.64632705620001762</c:v>
                </c:pt>
                <c:pt idx="1998">
                  <c:v>0.65610519304196691</c:v>
                </c:pt>
                <c:pt idx="1999">
                  <c:v>0.60787811074077003</c:v>
                </c:pt>
                <c:pt idx="2000">
                  <c:v>0.57925286037000157</c:v>
                </c:pt>
                <c:pt idx="2001">
                  <c:v>0.55942667349484221</c:v>
                </c:pt>
                <c:pt idx="2002">
                  <c:v>0.45186653107237923</c:v>
                </c:pt>
                <c:pt idx="2003">
                  <c:v>0.3365917678256522</c:v>
                </c:pt>
                <c:pt idx="2004">
                  <c:v>0.32535594311073041</c:v>
                </c:pt>
                <c:pt idx="2005">
                  <c:v>0.32498167632332337</c:v>
                </c:pt>
                <c:pt idx="2006">
                  <c:v>0.32770106855351755</c:v>
                </c:pt>
                <c:pt idx="2007">
                  <c:v>0.44382437617335124</c:v>
                </c:pt>
                <c:pt idx="2008">
                  <c:v>0.60448193402630535</c:v>
                </c:pt>
                <c:pt idx="2009">
                  <c:v>0.70680651596115063</c:v>
                </c:pt>
                <c:pt idx="2010">
                  <c:v>0.80461332290119092</c:v>
                </c:pt>
                <c:pt idx="2011">
                  <c:v>0.85958913418683325</c:v>
                </c:pt>
                <c:pt idx="2012">
                  <c:v>0.96716048906841579</c:v>
                </c:pt>
                <c:pt idx="2013">
                  <c:v>1.0069050252542928</c:v>
                </c:pt>
                <c:pt idx="2014">
                  <c:v>1.109539137338986</c:v>
                </c:pt>
                <c:pt idx="2015">
                  <c:v>1.1244846716196637</c:v>
                </c:pt>
                <c:pt idx="2016">
                  <c:v>1.1847051309621037</c:v>
                </c:pt>
                <c:pt idx="2017">
                  <c:v>1.1932851410985934</c:v>
                </c:pt>
                <c:pt idx="2018">
                  <c:v>1.1875122458817216</c:v>
                </c:pt>
                <c:pt idx="2019">
                  <c:v>1.1590005742140168</c:v>
                </c:pt>
                <c:pt idx="2020">
                  <c:v>1.1631620849351396</c:v>
                </c:pt>
                <c:pt idx="2021">
                  <c:v>1.1674054840809107</c:v>
                </c:pt>
                <c:pt idx="2022">
                  <c:v>1.1311834366809099</c:v>
                </c:pt>
                <c:pt idx="2023">
                  <c:v>1.1895444856239967</c:v>
                </c:pt>
                <c:pt idx="2024">
                  <c:v>1.1977397303740267</c:v>
                </c:pt>
                <c:pt idx="2025">
                  <c:v>1.1773234202370031</c:v>
                </c:pt>
                <c:pt idx="2026">
                  <c:v>1.1626843317687454</c:v>
                </c:pt>
                <c:pt idx="2027">
                  <c:v>1.1202081616101232</c:v>
                </c:pt>
                <c:pt idx="2028">
                  <c:v>1.1600076768261918</c:v>
                </c:pt>
                <c:pt idx="2029">
                  <c:v>0.9704161891652302</c:v>
                </c:pt>
                <c:pt idx="2030">
                  <c:v>0.93828719478037115</c:v>
                </c:pt>
                <c:pt idx="2031">
                  <c:v>0.9814814899690375</c:v>
                </c:pt>
                <c:pt idx="2032">
                  <c:v>1.1139078781680345</c:v>
                </c:pt>
                <c:pt idx="2033">
                  <c:v>1.1265162084347671</c:v>
                </c:pt>
                <c:pt idx="2034">
                  <c:v>1.1102896580410029</c:v>
                </c:pt>
                <c:pt idx="2035">
                  <c:v>1.0858056946580703</c:v>
                </c:pt>
                <c:pt idx="2036">
                  <c:v>1.1040509039233706</c:v>
                </c:pt>
                <c:pt idx="2037">
                  <c:v>1.119614989740312</c:v>
                </c:pt>
                <c:pt idx="2038">
                  <c:v>1.0943531374332147</c:v>
                </c:pt>
                <c:pt idx="2039">
                  <c:v>1.1438325154685902</c:v>
                </c:pt>
                <c:pt idx="2040">
                  <c:v>1.1375812678932054</c:v>
                </c:pt>
                <c:pt idx="2041">
                  <c:v>1.1018816772209881</c:v>
                </c:pt>
                <c:pt idx="2042">
                  <c:v>1.0982447166042164</c:v>
                </c:pt>
                <c:pt idx="2043">
                  <c:v>1.0773660338202913</c:v>
                </c:pt>
                <c:pt idx="2044">
                  <c:v>1.0747360257298362</c:v>
                </c:pt>
                <c:pt idx="2045">
                  <c:v>1.068972288835818</c:v>
                </c:pt>
                <c:pt idx="2046">
                  <c:v>1.0891552106517886</c:v>
                </c:pt>
                <c:pt idx="2047">
                  <c:v>1.0334246407820087</c:v>
                </c:pt>
                <c:pt idx="2048">
                  <c:v>1.0409265127209235</c:v>
                </c:pt>
                <c:pt idx="2049">
                  <c:v>1.0593027638788231</c:v>
                </c:pt>
                <c:pt idx="2050">
                  <c:v>0.94903016379872907</c:v>
                </c:pt>
                <c:pt idx="2051">
                  <c:v>0.83134233387075274</c:v>
                </c:pt>
                <c:pt idx="2052">
                  <c:v>0.82210174746509845</c:v>
                </c:pt>
                <c:pt idx="2053">
                  <c:v>0.89003135438501835</c:v>
                </c:pt>
                <c:pt idx="2054">
                  <c:v>0.8854517884894848</c:v>
                </c:pt>
                <c:pt idx="2055">
                  <c:v>0.88068731676219048</c:v>
                </c:pt>
                <c:pt idx="2056">
                  <c:v>0.91905302174165115</c:v>
                </c:pt>
                <c:pt idx="2057">
                  <c:v>0.95418208150710493</c:v>
                </c:pt>
                <c:pt idx="2058">
                  <c:v>0.96856247239238213</c:v>
                </c:pt>
                <c:pt idx="2059">
                  <c:v>0.93920560813817155</c:v>
                </c:pt>
                <c:pt idx="2060">
                  <c:v>0.91264707025667924</c:v>
                </c:pt>
                <c:pt idx="2061">
                  <c:v>0.90967524423228996</c:v>
                </c:pt>
                <c:pt idx="2062">
                  <c:v>0.9387272852816323</c:v>
                </c:pt>
                <c:pt idx="2063">
                  <c:v>1.0002065059998499</c:v>
                </c:pt>
                <c:pt idx="2064">
                  <c:v>0.99583392370923796</c:v>
                </c:pt>
                <c:pt idx="2065">
                  <c:v>0.99635390332488416</c:v>
                </c:pt>
                <c:pt idx="2066">
                  <c:v>1.032030309781256</c:v>
                </c:pt>
                <c:pt idx="2067">
                  <c:v>1.0436922664914177</c:v>
                </c:pt>
                <c:pt idx="2068">
                  <c:v>1.0355219309288282</c:v>
                </c:pt>
                <c:pt idx="2069">
                  <c:v>1.070747931276564</c:v>
                </c:pt>
                <c:pt idx="2070">
                  <c:v>1.0709174686692635</c:v>
                </c:pt>
                <c:pt idx="2071">
                  <c:v>1.083005210563633</c:v>
                </c:pt>
                <c:pt idx="2072">
                  <c:v>1.1051204271997943</c:v>
                </c:pt>
                <c:pt idx="2073">
                  <c:v>1.2527358424524371</c:v>
                </c:pt>
                <c:pt idx="2074">
                  <c:v>1.2878829413892849</c:v>
                </c:pt>
                <c:pt idx="2075">
                  <c:v>0.98518351822618377</c:v>
                </c:pt>
                <c:pt idx="2076">
                  <c:v>0.94310773962248517</c:v>
                </c:pt>
                <c:pt idx="2077">
                  <c:v>0.92100625699236061</c:v>
                </c:pt>
                <c:pt idx="2078">
                  <c:v>0.89873091098282587</c:v>
                </c:pt>
                <c:pt idx="2079">
                  <c:v>0.87239255445275976</c:v>
                </c:pt>
                <c:pt idx="2080">
                  <c:v>0.84147231211755136</c:v>
                </c:pt>
                <c:pt idx="2081">
                  <c:v>0.83295164170176572</c:v>
                </c:pt>
                <c:pt idx="2082">
                  <c:v>0.833263255336956</c:v>
                </c:pt>
                <c:pt idx="2083">
                  <c:v>0.86427582947625692</c:v>
                </c:pt>
                <c:pt idx="2084">
                  <c:v>0.88150299027191625</c:v>
                </c:pt>
                <c:pt idx="2085">
                  <c:v>0.89327787381107648</c:v>
                </c:pt>
                <c:pt idx="2086">
                  <c:v>0.90790115573041652</c:v>
                </c:pt>
                <c:pt idx="2087">
                  <c:v>0.91552877280252121</c:v>
                </c:pt>
                <c:pt idx="2088">
                  <c:v>0.90455308436638737</c:v>
                </c:pt>
                <c:pt idx="2089">
                  <c:v>0.89897225382393586</c:v>
                </c:pt>
                <c:pt idx="2090">
                  <c:v>0.93126041181668162</c:v>
                </c:pt>
                <c:pt idx="2091">
                  <c:v>0.94518161050797245</c:v>
                </c:pt>
                <c:pt idx="2092">
                  <c:v>0.94026796925672618</c:v>
                </c:pt>
                <c:pt idx="2093">
                  <c:v>0.94852038784073778</c:v>
                </c:pt>
                <c:pt idx="2094">
                  <c:v>0.96220259440578193</c:v>
                </c:pt>
                <c:pt idx="2095">
                  <c:v>0.97131681108461854</c:v>
                </c:pt>
                <c:pt idx="2096">
                  <c:v>1.0268943677850242</c:v>
                </c:pt>
                <c:pt idx="2097">
                  <c:v>1.0869213549024388</c:v>
                </c:pt>
                <c:pt idx="2098">
                  <c:v>1.0519865097412868</c:v>
                </c:pt>
                <c:pt idx="2099">
                  <c:v>0.99668100398296211</c:v>
                </c:pt>
                <c:pt idx="2100">
                  <c:v>0.92541535014624554</c:v>
                </c:pt>
                <c:pt idx="2101">
                  <c:v>0.92909691732549726</c:v>
                </c:pt>
                <c:pt idx="2102">
                  <c:v>0.86938431158897478</c:v>
                </c:pt>
                <c:pt idx="2103">
                  <c:v>0.8779862050849605</c:v>
                </c:pt>
                <c:pt idx="2104">
                  <c:v>0.85289962601902858</c:v>
                </c:pt>
                <c:pt idx="2105">
                  <c:v>0.80969382982023308</c:v>
                </c:pt>
                <c:pt idx="2106">
                  <c:v>0.84802781053753507</c:v>
                </c:pt>
                <c:pt idx="2107">
                  <c:v>0.94383178082742891</c:v>
                </c:pt>
                <c:pt idx="2108">
                  <c:v>0.98769862709367395</c:v>
                </c:pt>
                <c:pt idx="2109">
                  <c:v>0.95577819983339773</c:v>
                </c:pt>
                <c:pt idx="2110">
                  <c:v>0.96614731730623826</c:v>
                </c:pt>
                <c:pt idx="2111">
                  <c:v>0.93215490665446943</c:v>
                </c:pt>
                <c:pt idx="2112">
                  <c:v>0.89948511339194925</c:v>
                </c:pt>
                <c:pt idx="2113">
                  <c:v>0.88746488641535026</c:v>
                </c:pt>
                <c:pt idx="2114">
                  <c:v>0.86408691746247213</c:v>
                </c:pt>
                <c:pt idx="2115">
                  <c:v>0.86752568082886128</c:v>
                </c:pt>
                <c:pt idx="2116">
                  <c:v>0.8793450997523149</c:v>
                </c:pt>
                <c:pt idx="2117">
                  <c:v>0.88706021809151037</c:v>
                </c:pt>
                <c:pt idx="2118">
                  <c:v>0.8997703955456402</c:v>
                </c:pt>
                <c:pt idx="2119">
                  <c:v>0.88680543658524025</c:v>
                </c:pt>
                <c:pt idx="2120">
                  <c:v>0.89657053912711748</c:v>
                </c:pt>
                <c:pt idx="2121">
                  <c:v>0.86987407546084927</c:v>
                </c:pt>
                <c:pt idx="2122">
                  <c:v>0.81902184942270839</c:v>
                </c:pt>
                <c:pt idx="2123">
                  <c:v>0.80138145383428039</c:v>
                </c:pt>
                <c:pt idx="2124">
                  <c:v>0.72006334530086957</c:v>
                </c:pt>
                <c:pt idx="2125">
                  <c:v>0.75108996171217413</c:v>
                </c:pt>
                <c:pt idx="2126">
                  <c:v>0.77438421295172633</c:v>
                </c:pt>
                <c:pt idx="2127">
                  <c:v>0.77534029882308397</c:v>
                </c:pt>
                <c:pt idx="2128">
                  <c:v>0.7241892809267092</c:v>
                </c:pt>
                <c:pt idx="2129">
                  <c:v>0.72936984151412976</c:v>
                </c:pt>
                <c:pt idx="2130">
                  <c:v>0.715379093162409</c:v>
                </c:pt>
                <c:pt idx="2131">
                  <c:v>0.71834891508775522</c:v>
                </c:pt>
                <c:pt idx="2132">
                  <c:v>0.711520131243639</c:v>
                </c:pt>
                <c:pt idx="2133">
                  <c:v>0.70728404224834229</c:v>
                </c:pt>
                <c:pt idx="2134">
                  <c:v>0.69684744417162603</c:v>
                </c:pt>
                <c:pt idx="2135">
                  <c:v>0.68620321196142542</c:v>
                </c:pt>
                <c:pt idx="2136">
                  <c:v>0.6917319449628454</c:v>
                </c:pt>
                <c:pt idx="2137">
                  <c:v>0.68222452270706857</c:v>
                </c:pt>
                <c:pt idx="2138">
                  <c:v>0.65876761445957577</c:v>
                </c:pt>
                <c:pt idx="2139">
                  <c:v>0.65386420913701737</c:v>
                </c:pt>
                <c:pt idx="2140">
                  <c:v>0.65503376066609631</c:v>
                </c:pt>
                <c:pt idx="2141">
                  <c:v>0.62978380505173759</c:v>
                </c:pt>
                <c:pt idx="2142">
                  <c:v>0.63308850350764223</c:v>
                </c:pt>
                <c:pt idx="2143">
                  <c:v>0.61367218214159469</c:v>
                </c:pt>
                <c:pt idx="2144">
                  <c:v>0.61043200103020745</c:v>
                </c:pt>
                <c:pt idx="2145">
                  <c:v>0.57482942668961623</c:v>
                </c:pt>
                <c:pt idx="2146">
                  <c:v>0.47970998084450284</c:v>
                </c:pt>
                <c:pt idx="2147">
                  <c:v>0.42970864617804505</c:v>
                </c:pt>
                <c:pt idx="2148">
                  <c:v>0.36150955344333024</c:v>
                </c:pt>
                <c:pt idx="2149">
                  <c:v>0.30370813597474794</c:v>
                </c:pt>
                <c:pt idx="2150">
                  <c:v>0.28839779278166383</c:v>
                </c:pt>
                <c:pt idx="2151">
                  <c:v>0.36084545439741778</c:v>
                </c:pt>
                <c:pt idx="2152">
                  <c:v>0.43945054546049817</c:v>
                </c:pt>
                <c:pt idx="2153">
                  <c:v>0.42755562871725183</c:v>
                </c:pt>
                <c:pt idx="2154">
                  <c:v>0.39733235673014122</c:v>
                </c:pt>
                <c:pt idx="2155">
                  <c:v>0.40461644673888725</c:v>
                </c:pt>
                <c:pt idx="2156">
                  <c:v>0.42534201055051957</c:v>
                </c:pt>
                <c:pt idx="2157">
                  <c:v>0.41516025420687758</c:v>
                </c:pt>
                <c:pt idx="2158">
                  <c:v>0.45872783459105398</c:v>
                </c:pt>
                <c:pt idx="2159">
                  <c:v>0.44635913586724874</c:v>
                </c:pt>
                <c:pt idx="2160">
                  <c:v>0.37865107258030672</c:v>
                </c:pt>
                <c:pt idx="2161">
                  <c:v>0.4230676028284831</c:v>
                </c:pt>
                <c:pt idx="2162">
                  <c:v>0.47128407663141569</c:v>
                </c:pt>
                <c:pt idx="2163">
                  <c:v>0.42366883999190613</c:v>
                </c:pt>
                <c:pt idx="2164">
                  <c:v>0.42708101318456498</c:v>
                </c:pt>
                <c:pt idx="2165">
                  <c:v>0.42860117761117561</c:v>
                </c:pt>
                <c:pt idx="2166">
                  <c:v>0.40911508604675678</c:v>
                </c:pt>
                <c:pt idx="2167">
                  <c:v>0.41433578936965593</c:v>
                </c:pt>
                <c:pt idx="2168">
                  <c:v>0.41487795074580397</c:v>
                </c:pt>
                <c:pt idx="2169">
                  <c:v>0.42556937385790666</c:v>
                </c:pt>
                <c:pt idx="2170">
                  <c:v>0.43549790732508703</c:v>
                </c:pt>
                <c:pt idx="2171">
                  <c:v>0.43600794528462394</c:v>
                </c:pt>
                <c:pt idx="2172">
                  <c:v>0.49624629286621702</c:v>
                </c:pt>
                <c:pt idx="2173">
                  <c:v>0.47488347995039587</c:v>
                </c:pt>
                <c:pt idx="2174">
                  <c:v>0.45441628559934033</c:v>
                </c:pt>
                <c:pt idx="2175">
                  <c:v>0.41366719901682675</c:v>
                </c:pt>
                <c:pt idx="2176">
                  <c:v>0.4124395503705216</c:v>
                </c:pt>
                <c:pt idx="2177">
                  <c:v>0.53461786064390415</c:v>
                </c:pt>
                <c:pt idx="2178">
                  <c:v>0.43078312654397721</c:v>
                </c:pt>
                <c:pt idx="2179">
                  <c:v>0.45552796025131997</c:v>
                </c:pt>
                <c:pt idx="2180">
                  <c:v>0.47761051346840805</c:v>
                </c:pt>
                <c:pt idx="2181">
                  <c:v>0.4828350315257191</c:v>
                </c:pt>
                <c:pt idx="2182">
                  <c:v>0.46799030072169273</c:v>
                </c:pt>
                <c:pt idx="2183">
                  <c:v>0.47326406915434377</c:v>
                </c:pt>
                <c:pt idx="2184">
                  <c:v>0.52669652324275373</c:v>
                </c:pt>
                <c:pt idx="2185">
                  <c:v>0.44456882041529333</c:v>
                </c:pt>
                <c:pt idx="2186">
                  <c:v>0.46401894622167172</c:v>
                </c:pt>
                <c:pt idx="2187">
                  <c:v>0.49405414793099783</c:v>
                </c:pt>
                <c:pt idx="2188">
                  <c:v>0.49529311768440004</c:v>
                </c:pt>
                <c:pt idx="2189">
                  <c:v>0.48612399878204204</c:v>
                </c:pt>
                <c:pt idx="2190">
                  <c:v>0.49170148364890626</c:v>
                </c:pt>
                <c:pt idx="2191">
                  <c:v>0.49100562919613716</c:v>
                </c:pt>
                <c:pt idx="2192">
                  <c:v>0.50128644574294601</c:v>
                </c:pt>
                <c:pt idx="2193">
                  <c:v>0.44410332688080945</c:v>
                </c:pt>
                <c:pt idx="2194">
                  <c:v>0.46452448850410755</c:v>
                </c:pt>
                <c:pt idx="2195">
                  <c:v>0.40379222908655105</c:v>
                </c:pt>
                <c:pt idx="2196">
                  <c:v>0.52119264063060666</c:v>
                </c:pt>
                <c:pt idx="2197">
                  <c:v>0.44525693106922282</c:v>
                </c:pt>
                <c:pt idx="2198">
                  <c:v>0.5213481923589165</c:v>
                </c:pt>
                <c:pt idx="2199">
                  <c:v>0.44805837542868987</c:v>
                </c:pt>
                <c:pt idx="2200">
                  <c:v>0.43120903963870344</c:v>
                </c:pt>
                <c:pt idx="2201">
                  <c:v>0.47246769962124419</c:v>
                </c:pt>
                <c:pt idx="2202">
                  <c:v>0.49551793600553623</c:v>
                </c:pt>
                <c:pt idx="2203">
                  <c:v>0.44262766214004889</c:v>
                </c:pt>
                <c:pt idx="2204">
                  <c:v>0.42881042151498422</c:v>
                </c:pt>
                <c:pt idx="2205">
                  <c:v>0.43050146248635196</c:v>
                </c:pt>
                <c:pt idx="2206">
                  <c:v>0.43149378863861476</c:v>
                </c:pt>
                <c:pt idx="2207">
                  <c:v>0.46811436012676821</c:v>
                </c:pt>
                <c:pt idx="2208">
                  <c:v>0.44646520849690297</c:v>
                </c:pt>
                <c:pt idx="2209">
                  <c:v>0.43541907254102002</c:v>
                </c:pt>
                <c:pt idx="2210">
                  <c:v>0.40017835472446367</c:v>
                </c:pt>
                <c:pt idx="2211">
                  <c:v>0.40136102259368422</c:v>
                </c:pt>
                <c:pt idx="2212">
                  <c:v>0.39998462884646518</c:v>
                </c:pt>
                <c:pt idx="2213">
                  <c:v>0.42440048913697576</c:v>
                </c:pt>
                <c:pt idx="2214">
                  <c:v>0.43066315669785837</c:v>
                </c:pt>
                <c:pt idx="2215">
                  <c:v>0.44361607897504257</c:v>
                </c:pt>
                <c:pt idx="2216">
                  <c:v>0.41725870570176748</c:v>
                </c:pt>
                <c:pt idx="2217">
                  <c:v>0.41654848357332414</c:v>
                </c:pt>
                <c:pt idx="2218">
                  <c:v>0.42552061541970454</c:v>
                </c:pt>
                <c:pt idx="2219">
                  <c:v>0.41931964691459123</c:v>
                </c:pt>
                <c:pt idx="2220">
                  <c:v>0.43380763488467527</c:v>
                </c:pt>
                <c:pt idx="2221">
                  <c:v>0.42920065553522907</c:v>
                </c:pt>
                <c:pt idx="2222">
                  <c:v>0.43057492812713671</c:v>
                </c:pt>
                <c:pt idx="2223">
                  <c:v>0.42930854940621388</c:v>
                </c:pt>
                <c:pt idx="2224">
                  <c:v>0.42745872455463263</c:v>
                </c:pt>
                <c:pt idx="2225">
                  <c:v>0.43686388604403048</c:v>
                </c:pt>
                <c:pt idx="2226">
                  <c:v>0.44291394170660592</c:v>
                </c:pt>
                <c:pt idx="2227">
                  <c:v>0.46001080743076678</c:v>
                </c:pt>
                <c:pt idx="2228">
                  <c:v>0.47262845160743616</c:v>
                </c:pt>
                <c:pt idx="2229">
                  <c:v>0.53358648679285803</c:v>
                </c:pt>
                <c:pt idx="2230">
                  <c:v>0.54411475051759395</c:v>
                </c:pt>
                <c:pt idx="2231">
                  <c:v>0.55682947320806531</c:v>
                </c:pt>
                <c:pt idx="2232">
                  <c:v>0.57625271741442763</c:v>
                </c:pt>
                <c:pt idx="2233">
                  <c:v>0.58286539986558095</c:v>
                </c:pt>
                <c:pt idx="2234">
                  <c:v>0.58349964307334956</c:v>
                </c:pt>
                <c:pt idx="2235">
                  <c:v>0.58068617837989822</c:v>
                </c:pt>
                <c:pt idx="2236">
                  <c:v>0.57722195149527156</c:v>
                </c:pt>
                <c:pt idx="2237">
                  <c:v>0.58473173721733396</c:v>
                </c:pt>
                <c:pt idx="2238">
                  <c:v>0.58505956372174994</c:v>
                </c:pt>
                <c:pt idx="2239">
                  <c:v>0.5778931266787054</c:v>
                </c:pt>
                <c:pt idx="2240">
                  <c:v>0.58113564816081653</c:v>
                </c:pt>
                <c:pt idx="2241">
                  <c:v>0.60864947603260344</c:v>
                </c:pt>
                <c:pt idx="2242">
                  <c:v>0.56887178821633977</c:v>
                </c:pt>
                <c:pt idx="2243">
                  <c:v>0.53342788541235575</c:v>
                </c:pt>
                <c:pt idx="2244">
                  <c:v>0.48471660691877577</c:v>
                </c:pt>
                <c:pt idx="2245">
                  <c:v>0.43661508197825005</c:v>
                </c:pt>
                <c:pt idx="2246">
                  <c:v>0.41829207544529684</c:v>
                </c:pt>
                <c:pt idx="2247">
                  <c:v>0.39294032746983981</c:v>
                </c:pt>
                <c:pt idx="2248">
                  <c:v>0.40677600615756349</c:v>
                </c:pt>
                <c:pt idx="2249">
                  <c:v>0.39890341039736421</c:v>
                </c:pt>
                <c:pt idx="2250">
                  <c:v>0.42206250119581384</c:v>
                </c:pt>
                <c:pt idx="2251">
                  <c:v>0.41650452504149649</c:v>
                </c:pt>
                <c:pt idx="2252">
                  <c:v>0.43233001153941364</c:v>
                </c:pt>
                <c:pt idx="2253">
                  <c:v>0.46969709788630776</c:v>
                </c:pt>
                <c:pt idx="2254">
                  <c:v>0.4728275570553499</c:v>
                </c:pt>
                <c:pt idx="2255">
                  <c:v>0.49058210275147313</c:v>
                </c:pt>
                <c:pt idx="2256">
                  <c:v>0.50165173409191521</c:v>
                </c:pt>
                <c:pt idx="2257">
                  <c:v>0.51161269768837125</c:v>
                </c:pt>
                <c:pt idx="2258">
                  <c:v>0.50677580787578247</c:v>
                </c:pt>
                <c:pt idx="2259">
                  <c:v>0.51186216769878412</c:v>
                </c:pt>
                <c:pt idx="2260">
                  <c:v>0.51707737355526806</c:v>
                </c:pt>
                <c:pt idx="2261">
                  <c:v>0.49549589544894218</c:v>
                </c:pt>
                <c:pt idx="2262">
                  <c:v>0.49198703370882596</c:v>
                </c:pt>
                <c:pt idx="2263">
                  <c:v>0.48520085319051626</c:v>
                </c:pt>
                <c:pt idx="2264">
                  <c:v>0.48627573970572091</c:v>
                </c:pt>
                <c:pt idx="2265">
                  <c:v>0.53561514456034498</c:v>
                </c:pt>
                <c:pt idx="2266">
                  <c:v>0.55652780826114279</c:v>
                </c:pt>
                <c:pt idx="2267">
                  <c:v>0.54007072507487663</c:v>
                </c:pt>
                <c:pt idx="2268">
                  <c:v>0.5347729787779848</c:v>
                </c:pt>
                <c:pt idx="2269">
                  <c:v>0.51080600250964459</c:v>
                </c:pt>
                <c:pt idx="2270">
                  <c:v>0.47134920513775458</c:v>
                </c:pt>
                <c:pt idx="2271">
                  <c:v>0.44886504113915804</c:v>
                </c:pt>
                <c:pt idx="2272">
                  <c:v>0.49517439051456169</c:v>
                </c:pt>
                <c:pt idx="2273">
                  <c:v>0.51691861825382301</c:v>
                </c:pt>
                <c:pt idx="2274">
                  <c:v>0.52615367082593312</c:v>
                </c:pt>
                <c:pt idx="2275">
                  <c:v>0.55713955859809117</c:v>
                </c:pt>
                <c:pt idx="2276">
                  <c:v>0.53965669425623264</c:v>
                </c:pt>
                <c:pt idx="2277">
                  <c:v>0.53882799656075453</c:v>
                </c:pt>
                <c:pt idx="2278">
                  <c:v>0.54450521649794692</c:v>
                </c:pt>
                <c:pt idx="2279">
                  <c:v>0.5566247111773811</c:v>
                </c:pt>
                <c:pt idx="2280">
                  <c:v>0.54635374996627262</c:v>
                </c:pt>
                <c:pt idx="2281">
                  <c:v>0.5611915029300123</c:v>
                </c:pt>
                <c:pt idx="2282">
                  <c:v>0.57703579776216452</c:v>
                </c:pt>
                <c:pt idx="2283">
                  <c:v>0.57261323761106064</c:v>
                </c:pt>
                <c:pt idx="2284">
                  <c:v>0.59368364942835672</c:v>
                </c:pt>
                <c:pt idx="2285">
                  <c:v>0.56235865179903677</c:v>
                </c:pt>
                <c:pt idx="2286">
                  <c:v>0.59945833900359891</c:v>
                </c:pt>
                <c:pt idx="2287">
                  <c:v>0.56686503482353179</c:v>
                </c:pt>
                <c:pt idx="2288">
                  <c:v>0.55776481810586109</c:v>
                </c:pt>
                <c:pt idx="2289">
                  <c:v>0.53433811944476794</c:v>
                </c:pt>
                <c:pt idx="2290">
                  <c:v>0.52325419739633294</c:v>
                </c:pt>
                <c:pt idx="2291">
                  <c:v>0.52565625679375783</c:v>
                </c:pt>
                <c:pt idx="2292">
                  <c:v>0.54120627918187003</c:v>
                </c:pt>
                <c:pt idx="2293">
                  <c:v>0.53438459943445904</c:v>
                </c:pt>
                <c:pt idx="2294">
                  <c:v>0.51127791776254194</c:v>
                </c:pt>
                <c:pt idx="2295">
                  <c:v>0.50415181951199595</c:v>
                </c:pt>
                <c:pt idx="2296">
                  <c:v>0.5601574430367483</c:v>
                </c:pt>
                <c:pt idx="2297">
                  <c:v>0.56802152741456602</c:v>
                </c:pt>
                <c:pt idx="2298">
                  <c:v>0.58869006496172127</c:v>
                </c:pt>
                <c:pt idx="2299">
                  <c:v>0.60254751293250719</c:v>
                </c:pt>
                <c:pt idx="2300">
                  <c:v>0.67556976358143028</c:v>
                </c:pt>
                <c:pt idx="2301">
                  <c:v>0.75062361748753115</c:v>
                </c:pt>
                <c:pt idx="2302">
                  <c:v>0.80715218342051176</c:v>
                </c:pt>
                <c:pt idx="2303">
                  <c:v>0.85290521383077089</c:v>
                </c:pt>
                <c:pt idx="2304">
                  <c:v>0.90224694997387156</c:v>
                </c:pt>
                <c:pt idx="2305">
                  <c:v>0.90414743985000612</c:v>
                </c:pt>
                <c:pt idx="2306">
                  <c:v>0.88699365567298638</c:v>
                </c:pt>
                <c:pt idx="2307">
                  <c:v>0.87609406109704469</c:v>
                </c:pt>
                <c:pt idx="2308">
                  <c:v>0.85600665119758335</c:v>
                </c:pt>
                <c:pt idx="2309">
                  <c:v>0.8407621924388714</c:v>
                </c:pt>
                <c:pt idx="2310">
                  <c:v>0.83225364490709219</c:v>
                </c:pt>
                <c:pt idx="2311">
                  <c:v>0.83136161295615962</c:v>
                </c:pt>
                <c:pt idx="2312">
                  <c:v>0.84037993747205741</c:v>
                </c:pt>
                <c:pt idx="2313">
                  <c:v>0.83822014435397652</c:v>
                </c:pt>
                <c:pt idx="2314">
                  <c:v>0.83330968840590114</c:v>
                </c:pt>
                <c:pt idx="2315">
                  <c:v>0.85758885606529789</c:v>
                </c:pt>
                <c:pt idx="2316">
                  <c:v>0.89309223649273328</c:v>
                </c:pt>
                <c:pt idx="2317">
                  <c:v>0.91088275274102859</c:v>
                </c:pt>
                <c:pt idx="2318">
                  <c:v>0.9208853565176196</c:v>
                </c:pt>
                <c:pt idx="2319">
                  <c:v>0.90105452763626614</c:v>
                </c:pt>
                <c:pt idx="2320">
                  <c:v>0.9057434812314018</c:v>
                </c:pt>
                <c:pt idx="2321">
                  <c:v>0.88469488512381766</c:v>
                </c:pt>
                <c:pt idx="2322">
                  <c:v>0.88769468243863814</c:v>
                </c:pt>
                <c:pt idx="2323">
                  <c:v>0.89635516039311147</c:v>
                </c:pt>
                <c:pt idx="2324">
                  <c:v>0.88865726199028805</c:v>
                </c:pt>
                <c:pt idx="2325">
                  <c:v>0.87841836935921647</c:v>
                </c:pt>
                <c:pt idx="2326">
                  <c:v>0.86562339191285864</c:v>
                </c:pt>
                <c:pt idx="2327">
                  <c:v>0.86812838037212881</c:v>
                </c:pt>
                <c:pt idx="2328">
                  <c:v>0.88714730055456137</c:v>
                </c:pt>
                <c:pt idx="2329">
                  <c:v>0.89077933852645153</c:v>
                </c:pt>
                <c:pt idx="2330">
                  <c:v>0.8893328531932807</c:v>
                </c:pt>
                <c:pt idx="2331">
                  <c:v>0.86703408549528937</c:v>
                </c:pt>
                <c:pt idx="2332">
                  <c:v>0.85238925150584122</c:v>
                </c:pt>
                <c:pt idx="2333">
                  <c:v>0.87692752785500971</c:v>
                </c:pt>
                <c:pt idx="2334">
                  <c:v>0.86874544474609472</c:v>
                </c:pt>
                <c:pt idx="2335">
                  <c:v>0.83408192248747015</c:v>
                </c:pt>
                <c:pt idx="2336">
                  <c:v>0.82112661605141291</c:v>
                </c:pt>
                <c:pt idx="2337">
                  <c:v>0.80515897152592264</c:v>
                </c:pt>
                <c:pt idx="2338">
                  <c:v>0.75880337186539637</c:v>
                </c:pt>
                <c:pt idx="2339">
                  <c:v>0.72436824424536894</c:v>
                </c:pt>
                <c:pt idx="2340">
                  <c:v>0.67018103335590595</c:v>
                </c:pt>
                <c:pt idx="2341">
                  <c:v>0.63972024005693751</c:v>
                </c:pt>
                <c:pt idx="2342">
                  <c:v>0.64198056093926059</c:v>
                </c:pt>
                <c:pt idx="2343">
                  <c:v>0.67027317720127022</c:v>
                </c:pt>
                <c:pt idx="2344">
                  <c:v>0.68504066793216212</c:v>
                </c:pt>
                <c:pt idx="2345">
                  <c:v>0.65143605977337582</c:v>
                </c:pt>
                <c:pt idx="2346">
                  <c:v>0.6169433923337645</c:v>
                </c:pt>
                <c:pt idx="2347">
                  <c:v>0.63821819686594772</c:v>
                </c:pt>
                <c:pt idx="2348">
                  <c:v>0.57254020651888382</c:v>
                </c:pt>
                <c:pt idx="2349">
                  <c:v>0.60439462768824281</c:v>
                </c:pt>
                <c:pt idx="2350">
                  <c:v>0.57396925391606424</c:v>
                </c:pt>
                <c:pt idx="2351">
                  <c:v>0.57490397564872853</c:v>
                </c:pt>
                <c:pt idx="2352">
                  <c:v>0.57485784763766901</c:v>
                </c:pt>
                <c:pt idx="2353">
                  <c:v>0.58257973333578583</c:v>
                </c:pt>
                <c:pt idx="2354">
                  <c:v>0.62967845680308454</c:v>
                </c:pt>
                <c:pt idx="2355">
                  <c:v>0.56503310068092727</c:v>
                </c:pt>
                <c:pt idx="2356">
                  <c:v>0.58032610724248657</c:v>
                </c:pt>
                <c:pt idx="2357">
                  <c:v>0.60615643049371182</c:v>
                </c:pt>
                <c:pt idx="2358">
                  <c:v>0.74238611320153747</c:v>
                </c:pt>
                <c:pt idx="2359">
                  <c:v>0.785767580092125</c:v>
                </c:pt>
                <c:pt idx="2360">
                  <c:v>0.80318343377663004</c:v>
                </c:pt>
                <c:pt idx="2361">
                  <c:v>0.78717273596446458</c:v>
                </c:pt>
                <c:pt idx="2362">
                  <c:v>0.82064399127393228</c:v>
                </c:pt>
                <c:pt idx="2363">
                  <c:v>0.81958375486014157</c:v>
                </c:pt>
                <c:pt idx="2364">
                  <c:v>0.81155222593930298</c:v>
                </c:pt>
                <c:pt idx="2365">
                  <c:v>0.80431589476585652</c:v>
                </c:pt>
                <c:pt idx="2366">
                  <c:v>0.82676019837340553</c:v>
                </c:pt>
                <c:pt idx="2367">
                  <c:v>0.85256390553837369</c:v>
                </c:pt>
                <c:pt idx="2368">
                  <c:v>0.85762300301248029</c:v>
                </c:pt>
                <c:pt idx="2369">
                  <c:v>0.87460498059639691</c:v>
                </c:pt>
                <c:pt idx="2370">
                  <c:v>0.92434522032831934</c:v>
                </c:pt>
                <c:pt idx="2371">
                  <c:v>1.0049931753142651</c:v>
                </c:pt>
                <c:pt idx="2372">
                  <c:v>1.0373244683410388</c:v>
                </c:pt>
                <c:pt idx="2373">
                  <c:v>1.0435069462083852</c:v>
                </c:pt>
                <c:pt idx="2374">
                  <c:v>1.0352891407364637</c:v>
                </c:pt>
                <c:pt idx="2375">
                  <c:v>1.0672629195041057</c:v>
                </c:pt>
                <c:pt idx="2376">
                  <c:v>1.0556508428884248</c:v>
                </c:pt>
                <c:pt idx="2377">
                  <c:v>1.0902337370448318</c:v>
                </c:pt>
                <c:pt idx="2378">
                  <c:v>1.073136423276605</c:v>
                </c:pt>
                <c:pt idx="2379">
                  <c:v>1.1033551318763344</c:v>
                </c:pt>
                <c:pt idx="2380">
                  <c:v>1.1060486244119188</c:v>
                </c:pt>
                <c:pt idx="2381">
                  <c:v>1.1081122296374233</c:v>
                </c:pt>
                <c:pt idx="2382">
                  <c:v>1.1291397463068911</c:v>
                </c:pt>
                <c:pt idx="2383">
                  <c:v>1.1115942877178728</c:v>
                </c:pt>
                <c:pt idx="2384">
                  <c:v>1.1416635897371925</c:v>
                </c:pt>
                <c:pt idx="2385">
                  <c:v>1.1139900007378005</c:v>
                </c:pt>
                <c:pt idx="2386">
                  <c:v>1.0782043197262567</c:v>
                </c:pt>
                <c:pt idx="2387">
                  <c:v>1.0086188233718314</c:v>
                </c:pt>
                <c:pt idx="2388">
                  <c:v>1.0009570245609756</c:v>
                </c:pt>
                <c:pt idx="2389">
                  <c:v>0.983049923301624</c:v>
                </c:pt>
                <c:pt idx="2390">
                  <c:v>0.97224091802888957</c:v>
                </c:pt>
                <c:pt idx="2391">
                  <c:v>0.96653970937742506</c:v>
                </c:pt>
                <c:pt idx="2392">
                  <c:v>0.97517230803227506</c:v>
                </c:pt>
                <c:pt idx="2393">
                  <c:v>0.93026208286418943</c:v>
                </c:pt>
                <c:pt idx="2394">
                  <c:v>0.90367199282906463</c:v>
                </c:pt>
                <c:pt idx="2395">
                  <c:v>0.91404269892814938</c:v>
                </c:pt>
                <c:pt idx="2396">
                  <c:v>0.88358755920568754</c:v>
                </c:pt>
                <c:pt idx="2397">
                  <c:v>0.88320828393840545</c:v>
                </c:pt>
                <c:pt idx="2398">
                  <c:v>0.87056583988387581</c:v>
                </c:pt>
                <c:pt idx="2399">
                  <c:v>0.84765574453025427</c:v>
                </c:pt>
                <c:pt idx="2400">
                  <c:v>0.83916611660542006</c:v>
                </c:pt>
                <c:pt idx="2401">
                  <c:v>0.86844655521597247</c:v>
                </c:pt>
                <c:pt idx="2402">
                  <c:v>0.85475181060868866</c:v>
                </c:pt>
                <c:pt idx="2403">
                  <c:v>0.8824566363562415</c:v>
                </c:pt>
                <c:pt idx="2404">
                  <c:v>0.88089540046426174</c:v>
                </c:pt>
                <c:pt idx="2405">
                  <c:v>0.88072406437587281</c:v>
                </c:pt>
                <c:pt idx="2406">
                  <c:v>0.88378825242051462</c:v>
                </c:pt>
                <c:pt idx="2407">
                  <c:v>0.85982318483054865</c:v>
                </c:pt>
                <c:pt idx="2408">
                  <c:v>0.8690304868586286</c:v>
                </c:pt>
                <c:pt idx="2409">
                  <c:v>0.87701284162089155</c:v>
                </c:pt>
                <c:pt idx="2410">
                  <c:v>0.87736830783577002</c:v>
                </c:pt>
                <c:pt idx="2411">
                  <c:v>0.79331780387553619</c:v>
                </c:pt>
                <c:pt idx="2412">
                  <c:v>0.70490778202115145</c:v>
                </c:pt>
                <c:pt idx="2413">
                  <c:v>0.73163533012111992</c:v>
                </c:pt>
                <c:pt idx="2414">
                  <c:v>0.78227988725857911</c:v>
                </c:pt>
                <c:pt idx="2415">
                  <c:v>0.70859057172530082</c:v>
                </c:pt>
                <c:pt idx="2416">
                  <c:v>0.68658244930241896</c:v>
                </c:pt>
                <c:pt idx="2417">
                  <c:v>0.67945681822371851</c:v>
                </c:pt>
                <c:pt idx="2418">
                  <c:v>0.64483011474937613</c:v>
                </c:pt>
                <c:pt idx="2419">
                  <c:v>0.67629511460527636</c:v>
                </c:pt>
                <c:pt idx="2420">
                  <c:v>0.67812403270026267</c:v>
                </c:pt>
                <c:pt idx="2421">
                  <c:v>0.68246128226651781</c:v>
                </c:pt>
                <c:pt idx="2422">
                  <c:v>0.66204376189109126</c:v>
                </c:pt>
                <c:pt idx="2423">
                  <c:v>0.66415146809792514</c:v>
                </c:pt>
                <c:pt idx="2424">
                  <c:v>0.74846490342029504</c:v>
                </c:pt>
                <c:pt idx="2425">
                  <c:v>0.79992928451374889</c:v>
                </c:pt>
                <c:pt idx="2426">
                  <c:v>0.84950387205909905</c:v>
                </c:pt>
                <c:pt idx="2427">
                  <c:v>0.87746157505365552</c:v>
                </c:pt>
                <c:pt idx="2428">
                  <c:v>0.94681748678705613</c:v>
                </c:pt>
                <c:pt idx="2429">
                  <c:v>1.014058442132167</c:v>
                </c:pt>
                <c:pt idx="2430">
                  <c:v>1.0878050016319107</c:v>
                </c:pt>
                <c:pt idx="2431">
                  <c:v>1.0968518066803157</c:v>
                </c:pt>
                <c:pt idx="2432">
                  <c:v>1.058479656856234</c:v>
                </c:pt>
                <c:pt idx="2433">
                  <c:v>1.0035341073476469</c:v>
                </c:pt>
                <c:pt idx="2434">
                  <c:v>0.95537760496258028</c:v>
                </c:pt>
                <c:pt idx="2435">
                  <c:v>0.8742989595788847</c:v>
                </c:pt>
                <c:pt idx="2436">
                  <c:v>0.78761014858023937</c:v>
                </c:pt>
                <c:pt idx="2437">
                  <c:v>0.72279112461897221</c:v>
                </c:pt>
                <c:pt idx="2438">
                  <c:v>0.75116665837805818</c:v>
                </c:pt>
                <c:pt idx="2439">
                  <c:v>0.75039786027487965</c:v>
                </c:pt>
                <c:pt idx="2440">
                  <c:v>0.76861454683135277</c:v>
                </c:pt>
                <c:pt idx="2441">
                  <c:v>0.7856868241502335</c:v>
                </c:pt>
                <c:pt idx="2442">
                  <c:v>0.80816556369217551</c:v>
                </c:pt>
                <c:pt idx="2443">
                  <c:v>0.86725907324043994</c:v>
                </c:pt>
                <c:pt idx="2444">
                  <c:v>0.92188701572941112</c:v>
                </c:pt>
                <c:pt idx="2445">
                  <c:v>0.91054898862566536</c:v>
                </c:pt>
                <c:pt idx="2446">
                  <c:v>0.98877240921017517</c:v>
                </c:pt>
                <c:pt idx="2447">
                  <c:v>1.0907069935141389</c:v>
                </c:pt>
                <c:pt idx="2448">
                  <c:v>1.1056621435913803</c:v>
                </c:pt>
                <c:pt idx="2449">
                  <c:v>1.157068416825652</c:v>
                </c:pt>
                <c:pt idx="2450">
                  <c:v>1.1372632441040149</c:v>
                </c:pt>
                <c:pt idx="2451">
                  <c:v>1.16155975626466</c:v>
                </c:pt>
                <c:pt idx="2452">
                  <c:v>1.1982515892444272</c:v>
                </c:pt>
                <c:pt idx="2453">
                  <c:v>1.2283423918964407</c:v>
                </c:pt>
                <c:pt idx="2454">
                  <c:v>1.2094729645320368</c:v>
                </c:pt>
                <c:pt idx="2455">
                  <c:v>1.2163216760863076</c:v>
                </c:pt>
                <c:pt idx="2456">
                  <c:v>1.170382493894514</c:v>
                </c:pt>
                <c:pt idx="2457">
                  <c:v>1.174423390706782</c:v>
                </c:pt>
                <c:pt idx="2458">
                  <c:v>1.1303211465675918</c:v>
                </c:pt>
                <c:pt idx="2459">
                  <c:v>0.99229299653222591</c:v>
                </c:pt>
                <c:pt idx="2460">
                  <c:v>0.87643281164315812</c:v>
                </c:pt>
                <c:pt idx="2461">
                  <c:v>0.88208246507333532</c:v>
                </c:pt>
                <c:pt idx="2462">
                  <c:v>0.99747723079722905</c:v>
                </c:pt>
                <c:pt idx="2463">
                  <c:v>0.89086135370318298</c:v>
                </c:pt>
                <c:pt idx="2464">
                  <c:v>0.85422030442649888</c:v>
                </c:pt>
                <c:pt idx="2465">
                  <c:v>0.86264460741123983</c:v>
                </c:pt>
                <c:pt idx="2466">
                  <c:v>0.82606045084183999</c:v>
                </c:pt>
                <c:pt idx="2467">
                  <c:v>0.84005047130259713</c:v>
                </c:pt>
                <c:pt idx="2468">
                  <c:v>0.78859946295024463</c:v>
                </c:pt>
                <c:pt idx="2469">
                  <c:v>0.74862512760996491</c:v>
                </c:pt>
                <c:pt idx="2470">
                  <c:v>0.85204409524227698</c:v>
                </c:pt>
                <c:pt idx="2471">
                  <c:v>0.91986249785306906</c:v>
                </c:pt>
                <c:pt idx="2472">
                  <c:v>0.92560989999599308</c:v>
                </c:pt>
                <c:pt idx="2473">
                  <c:v>0.95477862954192549</c:v>
                </c:pt>
                <c:pt idx="2474">
                  <c:v>1.0307000256049013</c:v>
                </c:pt>
                <c:pt idx="2475">
                  <c:v>1.0152736857913505</c:v>
                </c:pt>
                <c:pt idx="2476">
                  <c:v>0.99848932822463698</c:v>
                </c:pt>
                <c:pt idx="2477">
                  <c:v>1.0263826262038942</c:v>
                </c:pt>
                <c:pt idx="2478">
                  <c:v>1.0073616913782808</c:v>
                </c:pt>
                <c:pt idx="2479">
                  <c:v>0.7348618816875786</c:v>
                </c:pt>
                <c:pt idx="2480">
                  <c:v>0.86641362725034321</c:v>
                </c:pt>
                <c:pt idx="2481">
                  <c:v>1.0653051176297126</c:v>
                </c:pt>
                <c:pt idx="2482">
                  <c:v>0.73704257918627603</c:v>
                </c:pt>
                <c:pt idx="2483">
                  <c:v>0.72458647777084562</c:v>
                </c:pt>
                <c:pt idx="2484">
                  <c:v>0.67999277659366375</c:v>
                </c:pt>
                <c:pt idx="2485">
                  <c:v>0.66107766088233777</c:v>
                </c:pt>
                <c:pt idx="2486">
                  <c:v>0.62238238592065798</c:v>
                </c:pt>
                <c:pt idx="2487">
                  <c:v>0.56184065734197652</c:v>
                </c:pt>
                <c:pt idx="2488">
                  <c:v>0.50105025836245465</c:v>
                </c:pt>
                <c:pt idx="2489">
                  <c:v>0.52475134646583177</c:v>
                </c:pt>
                <c:pt idx="2490">
                  <c:v>0.57114798984629067</c:v>
                </c:pt>
                <c:pt idx="2491">
                  <c:v>0.54689422538970889</c:v>
                </c:pt>
                <c:pt idx="2492">
                  <c:v>0.52030016102248977</c:v>
                </c:pt>
                <c:pt idx="2493">
                  <c:v>0.50730147436611583</c:v>
                </c:pt>
                <c:pt idx="2494">
                  <c:v>0.53339108525472612</c:v>
                </c:pt>
                <c:pt idx="2495">
                  <c:v>0.51893205055295144</c:v>
                </c:pt>
                <c:pt idx="2496">
                  <c:v>0.55224370791027144</c:v>
                </c:pt>
                <c:pt idx="2497">
                  <c:v>0.59961518809822534</c:v>
                </c:pt>
                <c:pt idx="2498">
                  <c:v>0.64248205628182997</c:v>
                </c:pt>
                <c:pt idx="2499">
                  <c:v>0.69541753920757921</c:v>
                </c:pt>
                <c:pt idx="2500">
                  <c:v>0.70537271970054904</c:v>
                </c:pt>
                <c:pt idx="2501">
                  <c:v>0.7230412755436233</c:v>
                </c:pt>
                <c:pt idx="2502">
                  <c:v>0.73136420969736171</c:v>
                </c:pt>
                <c:pt idx="2503">
                  <c:v>0.72193067675428846</c:v>
                </c:pt>
                <c:pt idx="2504">
                  <c:v>0.70803274481219913</c:v>
                </c:pt>
                <c:pt idx="2505">
                  <c:v>0.69465825207472909</c:v>
                </c:pt>
                <c:pt idx="2506">
                  <c:v>0.66942010339028879</c:v>
                </c:pt>
                <c:pt idx="2507">
                  <c:v>0.69954949362921715</c:v>
                </c:pt>
                <c:pt idx="2508">
                  <c:v>0.73423139774336288</c:v>
                </c:pt>
                <c:pt idx="2509">
                  <c:v>0.77894241028717282</c:v>
                </c:pt>
                <c:pt idx="2510">
                  <c:v>0.80068392536068733</c:v>
                </c:pt>
                <c:pt idx="2511">
                  <c:v>0.78001208790952603</c:v>
                </c:pt>
                <c:pt idx="2512">
                  <c:v>0.79952200872022683</c:v>
                </c:pt>
                <c:pt idx="2513">
                  <c:v>0.75418098124200372</c:v>
                </c:pt>
                <c:pt idx="2514">
                  <c:v>0.77308816135488856</c:v>
                </c:pt>
                <c:pt idx="2515">
                  <c:v>0.77810423289604047</c:v>
                </c:pt>
                <c:pt idx="2516">
                  <c:v>0.78106450024792995</c:v>
                </c:pt>
                <c:pt idx="2517">
                  <c:v>0.77847162742553189</c:v>
                </c:pt>
                <c:pt idx="2518">
                  <c:v>0.83563703234441311</c:v>
                </c:pt>
                <c:pt idx="2519">
                  <c:v>0.86134845639015878</c:v>
                </c:pt>
                <c:pt idx="2520">
                  <c:v>0.87237832736009491</c:v>
                </c:pt>
                <c:pt idx="2521">
                  <c:v>0.88609302730016271</c:v>
                </c:pt>
                <c:pt idx="2522">
                  <c:v>0.89384159496708049</c:v>
                </c:pt>
                <c:pt idx="2523">
                  <c:v>0.88689375907460943</c:v>
                </c:pt>
                <c:pt idx="2524">
                  <c:v>0.91045949793256531</c:v>
                </c:pt>
                <c:pt idx="2525">
                  <c:v>0.94662587785920982</c:v>
                </c:pt>
                <c:pt idx="2526">
                  <c:v>0.93289661430121162</c:v>
                </c:pt>
                <c:pt idx="2527">
                  <c:v>0.93834043029692715</c:v>
                </c:pt>
                <c:pt idx="2528">
                  <c:v>0.94192799677622574</c:v>
                </c:pt>
                <c:pt idx="2529">
                  <c:v>0.94429930122256522</c:v>
                </c:pt>
                <c:pt idx="2530">
                  <c:v>0.94664173743561308</c:v>
                </c:pt>
                <c:pt idx="2531">
                  <c:v>0.85768273509146775</c:v>
                </c:pt>
                <c:pt idx="2532">
                  <c:v>0.80998797183789339</c:v>
                </c:pt>
                <c:pt idx="2533">
                  <c:v>0.83339152790172788</c:v>
                </c:pt>
                <c:pt idx="2534">
                  <c:v>0.76697667622030552</c:v>
                </c:pt>
                <c:pt idx="2535">
                  <c:v>0.74246214186761716</c:v>
                </c:pt>
                <c:pt idx="2536">
                  <c:v>0.77451067437165022</c:v>
                </c:pt>
                <c:pt idx="2537">
                  <c:v>0.85948040438055928</c:v>
                </c:pt>
                <c:pt idx="2538">
                  <c:v>0.91271039131622955</c:v>
                </c:pt>
                <c:pt idx="2539">
                  <c:v>0.9520982229628101</c:v>
                </c:pt>
                <c:pt idx="2540">
                  <c:v>0.93451691711013618</c:v>
                </c:pt>
                <c:pt idx="2541">
                  <c:v>0.95098942722455726</c:v>
                </c:pt>
                <c:pt idx="2542">
                  <c:v>1.0200398075685713</c:v>
                </c:pt>
                <c:pt idx="2543">
                  <c:v>1.0104574225041185</c:v>
                </c:pt>
                <c:pt idx="2544">
                  <c:v>1.0176949980743313</c:v>
                </c:pt>
                <c:pt idx="2545">
                  <c:v>1.0226797595131258</c:v>
                </c:pt>
                <c:pt idx="2546">
                  <c:v>1.043150586244413</c:v>
                </c:pt>
                <c:pt idx="2547">
                  <c:v>1.0184155798058681</c:v>
                </c:pt>
                <c:pt idx="2548">
                  <c:v>0.99444268821427584</c:v>
                </c:pt>
                <c:pt idx="2549">
                  <c:v>1.0308735646672964</c:v>
                </c:pt>
                <c:pt idx="2550">
                  <c:v>1.0473135167143863</c:v>
                </c:pt>
                <c:pt idx="2551">
                  <c:v>1.0219088947329529</c:v>
                </c:pt>
                <c:pt idx="2552">
                  <c:v>0.99838956988076488</c:v>
                </c:pt>
                <c:pt idx="2553">
                  <c:v>0.95551042596553004</c:v>
                </c:pt>
                <c:pt idx="2554">
                  <c:v>0.83012175162312707</c:v>
                </c:pt>
                <c:pt idx="2555">
                  <c:v>0.80061441124816179</c:v>
                </c:pt>
                <c:pt idx="2556">
                  <c:v>0.71282117247778654</c:v>
                </c:pt>
                <c:pt idx="2557">
                  <c:v>0.69898570863896936</c:v>
                </c:pt>
                <c:pt idx="2558">
                  <c:v>0.63996896933629843</c:v>
                </c:pt>
                <c:pt idx="2559">
                  <c:v>0.66368055822314098</c:v>
                </c:pt>
                <c:pt idx="2560">
                  <c:v>0.63855325475431901</c:v>
                </c:pt>
                <c:pt idx="2561">
                  <c:v>0.63511914661304925</c:v>
                </c:pt>
                <c:pt idx="2562">
                  <c:v>0.66353420825979947</c:v>
                </c:pt>
                <c:pt idx="2563">
                  <c:v>0.72403035780378056</c:v>
                </c:pt>
                <c:pt idx="2564">
                  <c:v>0.77220549283607054</c:v>
                </c:pt>
                <c:pt idx="2565">
                  <c:v>0.7620592678390985</c:v>
                </c:pt>
                <c:pt idx="2566">
                  <c:v>0.79566373195922546</c:v>
                </c:pt>
                <c:pt idx="2567">
                  <c:v>0.81353521034028553</c:v>
                </c:pt>
                <c:pt idx="2568">
                  <c:v>0.88992973315376622</c:v>
                </c:pt>
                <c:pt idx="2569">
                  <c:v>0.94019039807854832</c:v>
                </c:pt>
                <c:pt idx="2570">
                  <c:v>0.93341039105221757</c:v>
                </c:pt>
                <c:pt idx="2571">
                  <c:v>0.94852247164310466</c:v>
                </c:pt>
                <c:pt idx="2572">
                  <c:v>0.9656851616899248</c:v>
                </c:pt>
                <c:pt idx="2573">
                  <c:v>0.97337104879090541</c:v>
                </c:pt>
                <c:pt idx="2574">
                  <c:v>0.9713689851159002</c:v>
                </c:pt>
                <c:pt idx="2575">
                  <c:v>0.98603728986780648</c:v>
                </c:pt>
                <c:pt idx="2576">
                  <c:v>1.112005760336467</c:v>
                </c:pt>
                <c:pt idx="2577">
                  <c:v>1.0592354396815067</c:v>
                </c:pt>
                <c:pt idx="2578">
                  <c:v>0.92730198949656351</c:v>
                </c:pt>
                <c:pt idx="2579">
                  <c:v>0.85908652280310649</c:v>
                </c:pt>
                <c:pt idx="2580">
                  <c:v>0.79722566171364495</c:v>
                </c:pt>
                <c:pt idx="2581">
                  <c:v>0.74715454415723592</c:v>
                </c:pt>
                <c:pt idx="2582">
                  <c:v>0.67017858324855251</c:v>
                </c:pt>
                <c:pt idx="2583">
                  <c:v>0.70439959363929772</c:v>
                </c:pt>
                <c:pt idx="2584">
                  <c:v>0.70652638865294493</c:v>
                </c:pt>
                <c:pt idx="2585">
                  <c:v>0.74798308223095156</c:v>
                </c:pt>
                <c:pt idx="2586">
                  <c:v>0.75889882543817611</c:v>
                </c:pt>
                <c:pt idx="2587">
                  <c:v>0.7689181574695686</c:v>
                </c:pt>
                <c:pt idx="2588">
                  <c:v>0.75593442389788112</c:v>
                </c:pt>
                <c:pt idx="2589">
                  <c:v>0.75099827101216976</c:v>
                </c:pt>
                <c:pt idx="2590">
                  <c:v>0.79330545105351202</c:v>
                </c:pt>
                <c:pt idx="2591">
                  <c:v>0.71499432550046782</c:v>
                </c:pt>
                <c:pt idx="2592">
                  <c:v>0.77736877657429415</c:v>
                </c:pt>
                <c:pt idx="2593">
                  <c:v>0.81214381915524281</c:v>
                </c:pt>
                <c:pt idx="2594">
                  <c:v>0.8858129887852666</c:v>
                </c:pt>
                <c:pt idx="2595">
                  <c:v>0.85601849880459602</c:v>
                </c:pt>
                <c:pt idx="2596">
                  <c:v>0.88934511365717328</c:v>
                </c:pt>
                <c:pt idx="2597">
                  <c:v>0.9427374136973693</c:v>
                </c:pt>
                <c:pt idx="2598">
                  <c:v>0.93049485077792438</c:v>
                </c:pt>
                <c:pt idx="2599">
                  <c:v>0.88885223759612775</c:v>
                </c:pt>
                <c:pt idx="2600">
                  <c:v>0.8807390199647781</c:v>
                </c:pt>
                <c:pt idx="2601">
                  <c:v>0.80667683678527757</c:v>
                </c:pt>
                <c:pt idx="2602">
                  <c:v>0.73818082045811195</c:v>
                </c:pt>
                <c:pt idx="2603">
                  <c:v>0.67953835229718618</c:v>
                </c:pt>
                <c:pt idx="2604">
                  <c:v>0.61294025223659154</c:v>
                </c:pt>
                <c:pt idx="2605">
                  <c:v>0.5546173872182486</c:v>
                </c:pt>
                <c:pt idx="2606">
                  <c:v>0.58104291418389031</c:v>
                </c:pt>
                <c:pt idx="2607">
                  <c:v>0.5904535092903459</c:v>
                </c:pt>
                <c:pt idx="2608">
                  <c:v>0.60310722209488909</c:v>
                </c:pt>
                <c:pt idx="2609">
                  <c:v>0.6062130118604151</c:v>
                </c:pt>
                <c:pt idx="2610">
                  <c:v>0.56570912554906316</c:v>
                </c:pt>
                <c:pt idx="2611">
                  <c:v>0.58956762627391468</c:v>
                </c:pt>
                <c:pt idx="2612">
                  <c:v>0.54222930740566</c:v>
                </c:pt>
                <c:pt idx="2613">
                  <c:v>0.56753802081038596</c:v>
                </c:pt>
                <c:pt idx="2614">
                  <c:v>0.58403911496747529</c:v>
                </c:pt>
                <c:pt idx="2615">
                  <c:v>0.56964673935176124</c:v>
                </c:pt>
                <c:pt idx="2616">
                  <c:v>0.58082455644704745</c:v>
                </c:pt>
                <c:pt idx="2617">
                  <c:v>0.55731158997191144</c:v>
                </c:pt>
                <c:pt idx="2618">
                  <c:v>0.58394865675351981</c:v>
                </c:pt>
                <c:pt idx="2619">
                  <c:v>0.61987827584154764</c:v>
                </c:pt>
                <c:pt idx="2620">
                  <c:v>0.62308515124212915</c:v>
                </c:pt>
                <c:pt idx="2621">
                  <c:v>0.60620940228742326</c:v>
                </c:pt>
                <c:pt idx="2622">
                  <c:v>0.59216167651134455</c:v>
                </c:pt>
                <c:pt idx="2623">
                  <c:v>0.5844593300127926</c:v>
                </c:pt>
                <c:pt idx="2624">
                  <c:v>0.58494267862666838</c:v>
                </c:pt>
                <c:pt idx="2625">
                  <c:v>0.58308835722647301</c:v>
                </c:pt>
                <c:pt idx="2626">
                  <c:v>0.57728157504431288</c:v>
                </c:pt>
                <c:pt idx="2627">
                  <c:v>0.56187424631858685</c:v>
                </c:pt>
                <c:pt idx="2628">
                  <c:v>0.56369431945218551</c:v>
                </c:pt>
                <c:pt idx="2629">
                  <c:v>0.52972405009128232</c:v>
                </c:pt>
                <c:pt idx="2630">
                  <c:v>0.49630573617659579</c:v>
                </c:pt>
                <c:pt idx="2631">
                  <c:v>0.52138155683505605</c:v>
                </c:pt>
                <c:pt idx="2632">
                  <c:v>0.49667909597662063</c:v>
                </c:pt>
                <c:pt idx="2633">
                  <c:v>0.51661954602402571</c:v>
                </c:pt>
                <c:pt idx="2634">
                  <c:v>0.47813711372350221</c:v>
                </c:pt>
                <c:pt idx="2635">
                  <c:v>0.52003646443449802</c:v>
                </c:pt>
                <c:pt idx="2636">
                  <c:v>0.5507932681270209</c:v>
                </c:pt>
                <c:pt idx="2637">
                  <c:v>0.5556564031788126</c:v>
                </c:pt>
                <c:pt idx="2638">
                  <c:v>0.56418267066910766</c:v>
                </c:pt>
                <c:pt idx="2639">
                  <c:v>0.58331283819680768</c:v>
                </c:pt>
                <c:pt idx="2640">
                  <c:v>0.64657754114962307</c:v>
                </c:pt>
                <c:pt idx="2641">
                  <c:v>0.69076811801229498</c:v>
                </c:pt>
                <c:pt idx="2642">
                  <c:v>0.70637453906470815</c:v>
                </c:pt>
                <c:pt idx="2643">
                  <c:v>0.67397797526707082</c:v>
                </c:pt>
                <c:pt idx="2644">
                  <c:v>0.6741652275554626</c:v>
                </c:pt>
                <c:pt idx="2645">
                  <c:v>0.68402277144934687</c:v>
                </c:pt>
                <c:pt idx="2646">
                  <c:v>0.68478396043248202</c:v>
                </c:pt>
                <c:pt idx="2647">
                  <c:v>0.67488784529970181</c:v>
                </c:pt>
                <c:pt idx="2648">
                  <c:v>0.66525191059623234</c:v>
                </c:pt>
                <c:pt idx="2649">
                  <c:v>0.6740074216454276</c:v>
                </c:pt>
                <c:pt idx="2650">
                  <c:v>0.69948914869996204</c:v>
                </c:pt>
                <c:pt idx="2651">
                  <c:v>0.72840997386474038</c:v>
                </c:pt>
                <c:pt idx="2652">
                  <c:v>0.66185536566334235</c:v>
                </c:pt>
                <c:pt idx="2653">
                  <c:v>0.72476809501622574</c:v>
                </c:pt>
                <c:pt idx="2654">
                  <c:v>0.72569372952479472</c:v>
                </c:pt>
                <c:pt idx="2655">
                  <c:v>0.68479582000920547</c:v>
                </c:pt>
                <c:pt idx="2656">
                  <c:v>0.72710748584332063</c:v>
                </c:pt>
                <c:pt idx="2657">
                  <c:v>0.67919206415247702</c:v>
                </c:pt>
                <c:pt idx="2658">
                  <c:v>0.69465491919609668</c:v>
                </c:pt>
                <c:pt idx="2659">
                  <c:v>0.72829745041677973</c:v>
                </c:pt>
                <c:pt idx="2660">
                  <c:v>0.74080094239876149</c:v>
                </c:pt>
                <c:pt idx="2661">
                  <c:v>0.74102853538067759</c:v>
                </c:pt>
                <c:pt idx="2662">
                  <c:v>0.76852686546698334</c:v>
                </c:pt>
                <c:pt idx="2663">
                  <c:v>0.7950925601888581</c:v>
                </c:pt>
                <c:pt idx="2664">
                  <c:v>0.77137179919338827</c:v>
                </c:pt>
                <c:pt idx="2665">
                  <c:v>0.78714706174185323</c:v>
                </c:pt>
                <c:pt idx="2666">
                  <c:v>0.74661701969533223</c:v>
                </c:pt>
                <c:pt idx="2667">
                  <c:v>0.74533946996302547</c:v>
                </c:pt>
                <c:pt idx="2668">
                  <c:v>0.73136002220053442</c:v>
                </c:pt>
                <c:pt idx="2669">
                  <c:v>0.72356052576828389</c:v>
                </c:pt>
                <c:pt idx="2670">
                  <c:v>0.72071021732087492</c:v>
                </c:pt>
                <c:pt idx="2671">
                  <c:v>0.72754860832741353</c:v>
                </c:pt>
                <c:pt idx="2672">
                  <c:v>0.72823093003925121</c:v>
                </c:pt>
                <c:pt idx="2673">
                  <c:v>0.82556127010189628</c:v>
                </c:pt>
                <c:pt idx="2674">
                  <c:v>0.81359199550290473</c:v>
                </c:pt>
                <c:pt idx="2675">
                  <c:v>0.85074418802208862</c:v>
                </c:pt>
                <c:pt idx="2676">
                  <c:v>0.71563680185401879</c:v>
                </c:pt>
                <c:pt idx="2677">
                  <c:v>0.81658468048363331</c:v>
                </c:pt>
                <c:pt idx="2678">
                  <c:v>0.83229000304634526</c:v>
                </c:pt>
                <c:pt idx="2679">
                  <c:v>0.7401492130375803</c:v>
                </c:pt>
                <c:pt idx="2680">
                  <c:v>0.78620257983342212</c:v>
                </c:pt>
                <c:pt idx="2681">
                  <c:v>0.73694630307201581</c:v>
                </c:pt>
                <c:pt idx="2682">
                  <c:v>0.73095469392880208</c:v>
                </c:pt>
                <c:pt idx="2683">
                  <c:v>0.77963993899536188</c:v>
                </c:pt>
                <c:pt idx="2684">
                  <c:v>0.78666516659908869</c:v>
                </c:pt>
                <c:pt idx="2685">
                  <c:v>0.80281005128821492</c:v>
                </c:pt>
                <c:pt idx="2686">
                  <c:v>0.82595239133310294</c:v>
                </c:pt>
                <c:pt idx="2687">
                  <c:v>0.77584565006533057</c:v>
                </c:pt>
                <c:pt idx="2688">
                  <c:v>0.78714890552020544</c:v>
                </c:pt>
                <c:pt idx="2689">
                  <c:v>0.76217104992585882</c:v>
                </c:pt>
                <c:pt idx="2690">
                  <c:v>0.82925008553780644</c:v>
                </c:pt>
                <c:pt idx="2691">
                  <c:v>0.86259239040572377</c:v>
                </c:pt>
                <c:pt idx="2692">
                  <c:v>0.86599239336297884</c:v>
                </c:pt>
                <c:pt idx="2693">
                  <c:v>0.8316389871096096</c:v>
                </c:pt>
                <c:pt idx="2694">
                  <c:v>0.86767056172363033</c:v>
                </c:pt>
                <c:pt idx="2695">
                  <c:v>0.90084233285968562</c:v>
                </c:pt>
                <c:pt idx="2696">
                  <c:v>0.90556008298221446</c:v>
                </c:pt>
                <c:pt idx="2697">
                  <c:v>0.91222267446356819</c:v>
                </c:pt>
                <c:pt idx="2698">
                  <c:v>0.88261965933019437</c:v>
                </c:pt>
                <c:pt idx="2699">
                  <c:v>0.75955108741481214</c:v>
                </c:pt>
                <c:pt idx="2700">
                  <c:v>0.76800141341278627</c:v>
                </c:pt>
                <c:pt idx="2701">
                  <c:v>0.78689589574913699</c:v>
                </c:pt>
                <c:pt idx="2702">
                  <c:v>0.77483981354820286</c:v>
                </c:pt>
                <c:pt idx="2703">
                  <c:v>0.73228483295894387</c:v>
                </c:pt>
                <c:pt idx="2704">
                  <c:v>0.7294166284659197</c:v>
                </c:pt>
                <c:pt idx="2705">
                  <c:v>0.7607956915418338</c:v>
                </c:pt>
                <c:pt idx="2706">
                  <c:v>0.80488860132497531</c:v>
                </c:pt>
                <c:pt idx="2707">
                  <c:v>0.78653552969478269</c:v>
                </c:pt>
                <c:pt idx="2708">
                  <c:v>0.77699775754915323</c:v>
                </c:pt>
                <c:pt idx="2709">
                  <c:v>0.77179337883723653</c:v>
                </c:pt>
                <c:pt idx="2710">
                  <c:v>0.75812207189207714</c:v>
                </c:pt>
                <c:pt idx="2711">
                  <c:v>0.76867793911686111</c:v>
                </c:pt>
                <c:pt idx="2712">
                  <c:v>0.77105572188096805</c:v>
                </c:pt>
                <c:pt idx="2713">
                  <c:v>0.7563273217727644</c:v>
                </c:pt>
                <c:pt idx="2714">
                  <c:v>0.79246233347332729</c:v>
                </c:pt>
                <c:pt idx="2715">
                  <c:v>0.80110465927218588</c:v>
                </c:pt>
                <c:pt idx="2716">
                  <c:v>0.80576071953196626</c:v>
                </c:pt>
                <c:pt idx="2717">
                  <c:v>0.76584637180887394</c:v>
                </c:pt>
                <c:pt idx="2718">
                  <c:v>0.79484243675768917</c:v>
                </c:pt>
                <c:pt idx="2719">
                  <c:v>0.7706761727207716</c:v>
                </c:pt>
                <c:pt idx="2720">
                  <c:v>0.79428400958681422</c:v>
                </c:pt>
                <c:pt idx="2721">
                  <c:v>0.72770466721510452</c:v>
                </c:pt>
                <c:pt idx="2722">
                  <c:v>0.75488532628431981</c:v>
                </c:pt>
                <c:pt idx="2723">
                  <c:v>0.74912642236237326</c:v>
                </c:pt>
                <c:pt idx="2724">
                  <c:v>0.72353742752602401</c:v>
                </c:pt>
                <c:pt idx="2725">
                  <c:v>0.73769616340558308</c:v>
                </c:pt>
                <c:pt idx="2726">
                  <c:v>0.72361641722296088</c:v>
                </c:pt>
                <c:pt idx="2727">
                  <c:v>0.66445296694906242</c:v>
                </c:pt>
                <c:pt idx="2728">
                  <c:v>0.66803154302324919</c:v>
                </c:pt>
                <c:pt idx="2729">
                  <c:v>0.68329358013993535</c:v>
                </c:pt>
                <c:pt idx="2730">
                  <c:v>0.69426784074139147</c:v>
                </c:pt>
                <c:pt idx="2731">
                  <c:v>0.68915552610678454</c:v>
                </c:pt>
                <c:pt idx="2732">
                  <c:v>0.72421289477616424</c:v>
                </c:pt>
                <c:pt idx="2733">
                  <c:v>0.74826545837085701</c:v>
                </c:pt>
                <c:pt idx="2734">
                  <c:v>0.71917406092036618</c:v>
                </c:pt>
                <c:pt idx="2735">
                  <c:v>0.73885120376109237</c:v>
                </c:pt>
                <c:pt idx="2736">
                  <c:v>0.69167428273650133</c:v>
                </c:pt>
                <c:pt idx="2737">
                  <c:v>0.69697987772384862</c:v>
                </c:pt>
                <c:pt idx="2738">
                  <c:v>0.70381854286197687</c:v>
                </c:pt>
                <c:pt idx="2739">
                  <c:v>0.73016328299276489</c:v>
                </c:pt>
                <c:pt idx="2740">
                  <c:v>0.71809045419652273</c:v>
                </c:pt>
                <c:pt idx="2741">
                  <c:v>0.74568323047792739</c:v>
                </c:pt>
                <c:pt idx="2742">
                  <c:v>0.74134289582228852</c:v>
                </c:pt>
                <c:pt idx="2743">
                  <c:v>0.74027266631412347</c:v>
                </c:pt>
                <c:pt idx="2744">
                  <c:v>0.75915150648931518</c:v>
                </c:pt>
                <c:pt idx="2745">
                  <c:v>0.75378263885600061</c:v>
                </c:pt>
                <c:pt idx="2746">
                  <c:v>0.80221932324898637</c:v>
                </c:pt>
                <c:pt idx="2747">
                  <c:v>0.83596497072386089</c:v>
                </c:pt>
                <c:pt idx="2748">
                  <c:v>0.68955345561578452</c:v>
                </c:pt>
                <c:pt idx="2749">
                  <c:v>0.61766471637113107</c:v>
                </c:pt>
                <c:pt idx="2750">
                  <c:v>0.54895460661461437</c:v>
                </c:pt>
                <c:pt idx="2751">
                  <c:v>0.55384993789964088</c:v>
                </c:pt>
                <c:pt idx="2752">
                  <c:v>0.552172959438468</c:v>
                </c:pt>
                <c:pt idx="2753">
                  <c:v>0.53958678673132976</c:v>
                </c:pt>
                <c:pt idx="2754">
                  <c:v>0.53233440243843155</c:v>
                </c:pt>
                <c:pt idx="2755">
                  <c:v>0.57209201658932363</c:v>
                </c:pt>
                <c:pt idx="2756">
                  <c:v>0.61426710343146529</c:v>
                </c:pt>
                <c:pt idx="2757">
                  <c:v>0.64518558241646995</c:v>
                </c:pt>
                <c:pt idx="2758">
                  <c:v>0.64607475597457764</c:v>
                </c:pt>
                <c:pt idx="2759">
                  <c:v>0.62481860671259104</c:v>
                </c:pt>
                <c:pt idx="2760">
                  <c:v>0.6138038099739358</c:v>
                </c:pt>
                <c:pt idx="2761">
                  <c:v>0.6248131201798055</c:v>
                </c:pt>
                <c:pt idx="2762">
                  <c:v>0.63996902521914811</c:v>
                </c:pt>
                <c:pt idx="2763">
                  <c:v>0.6473253759058859</c:v>
                </c:pt>
                <c:pt idx="2764">
                  <c:v>0.6207571541891177</c:v>
                </c:pt>
                <c:pt idx="2765">
                  <c:v>0.63882773556245187</c:v>
                </c:pt>
                <c:pt idx="2766">
                  <c:v>0.63517806884150163</c:v>
                </c:pt>
                <c:pt idx="2767">
                  <c:v>0.63598575450940742</c:v>
                </c:pt>
                <c:pt idx="2768">
                  <c:v>0.67299964612494401</c:v>
                </c:pt>
                <c:pt idx="2769">
                  <c:v>0.66805443644750961</c:v>
                </c:pt>
                <c:pt idx="2770">
                  <c:v>0.6079677445938938</c:v>
                </c:pt>
                <c:pt idx="2771">
                  <c:v>0.58880473002346312</c:v>
                </c:pt>
                <c:pt idx="2772">
                  <c:v>0.52899805911434605</c:v>
                </c:pt>
                <c:pt idx="2773">
                  <c:v>0.53321610884764925</c:v>
                </c:pt>
                <c:pt idx="2774">
                  <c:v>0.52626703335729041</c:v>
                </c:pt>
                <c:pt idx="2775">
                  <c:v>0.50500305475106022</c:v>
                </c:pt>
                <c:pt idx="2776">
                  <c:v>0.54227920303997812</c:v>
                </c:pt>
                <c:pt idx="2777">
                  <c:v>0.54129107909200169</c:v>
                </c:pt>
                <c:pt idx="2778">
                  <c:v>0.58630984239118511</c:v>
                </c:pt>
                <c:pt idx="2779">
                  <c:v>0.6410464391597408</c:v>
                </c:pt>
                <c:pt idx="2780">
                  <c:v>0.7031758153101576</c:v>
                </c:pt>
                <c:pt idx="2781">
                  <c:v>0.78544747277270743</c:v>
                </c:pt>
                <c:pt idx="2782">
                  <c:v>0.81315400133394222</c:v>
                </c:pt>
                <c:pt idx="2783">
                  <c:v>0.86193918915943291</c:v>
                </c:pt>
                <c:pt idx="2784">
                  <c:v>0.91160469546004808</c:v>
                </c:pt>
                <c:pt idx="2785">
                  <c:v>0.95678296241418159</c:v>
                </c:pt>
                <c:pt idx="2786">
                  <c:v>1.0492721821417887</c:v>
                </c:pt>
                <c:pt idx="2787">
                  <c:v>1.0683254166108858</c:v>
                </c:pt>
                <c:pt idx="2788">
                  <c:v>1.0922950043227504</c:v>
                </c:pt>
                <c:pt idx="2789">
                  <c:v>1.1769419671144699</c:v>
                </c:pt>
                <c:pt idx="2790">
                  <c:v>1.1954654197891734</c:v>
                </c:pt>
                <c:pt idx="2791">
                  <c:v>1.2118100865325598</c:v>
                </c:pt>
                <c:pt idx="2792">
                  <c:v>1.2535341141263037</c:v>
                </c:pt>
                <c:pt idx="2793">
                  <c:v>1.2645498413947269</c:v>
                </c:pt>
                <c:pt idx="2794">
                  <c:v>1.2005139332153034</c:v>
                </c:pt>
                <c:pt idx="2795">
                  <c:v>1.1901211505394964</c:v>
                </c:pt>
                <c:pt idx="2796">
                  <c:v>1.0803259760836161</c:v>
                </c:pt>
                <c:pt idx="2797">
                  <c:v>1.1843292953473081</c:v>
                </c:pt>
                <c:pt idx="2798">
                  <c:v>1.1698460132430113</c:v>
                </c:pt>
                <c:pt idx="2799">
                  <c:v>1.1473968694619747</c:v>
                </c:pt>
                <c:pt idx="2800">
                  <c:v>1.1783622959282294</c:v>
                </c:pt>
                <c:pt idx="2801">
                  <c:v>1.1103871452089626</c:v>
                </c:pt>
                <c:pt idx="2802">
                  <c:v>1.0300792766226063</c:v>
                </c:pt>
                <c:pt idx="2803">
                  <c:v>1.0404523078122578</c:v>
                </c:pt>
                <c:pt idx="2804">
                  <c:v>1.0976569681975865</c:v>
                </c:pt>
                <c:pt idx="2805">
                  <c:v>1.0320923718958979</c:v>
                </c:pt>
                <c:pt idx="2806">
                  <c:v>1.0031312761094306</c:v>
                </c:pt>
                <c:pt idx="2807">
                  <c:v>0.99224711406931776</c:v>
                </c:pt>
                <c:pt idx="2808">
                  <c:v>0.95950938366092875</c:v>
                </c:pt>
                <c:pt idx="2809">
                  <c:v>0.89463577410298023</c:v>
                </c:pt>
                <c:pt idx="2810">
                  <c:v>0.86583264667785531</c:v>
                </c:pt>
                <c:pt idx="2811">
                  <c:v>0.85099688714426236</c:v>
                </c:pt>
                <c:pt idx="2812">
                  <c:v>0.85477675970244726</c:v>
                </c:pt>
                <c:pt idx="2813">
                  <c:v>0.8580008604914906</c:v>
                </c:pt>
                <c:pt idx="2814">
                  <c:v>0.88203716863031589</c:v>
                </c:pt>
                <c:pt idx="2815">
                  <c:v>0.91140888749773841</c:v>
                </c:pt>
                <c:pt idx="2816">
                  <c:v>0.96141203178193402</c:v>
                </c:pt>
                <c:pt idx="2817">
                  <c:v>0.94987727903705177</c:v>
                </c:pt>
                <c:pt idx="2818">
                  <c:v>0.9660315345223961</c:v>
                </c:pt>
                <c:pt idx="2819">
                  <c:v>0.97669411764170966</c:v>
                </c:pt>
                <c:pt idx="2820">
                  <c:v>0.87145446239733437</c:v>
                </c:pt>
                <c:pt idx="2821">
                  <c:v>0.83587994608488525</c:v>
                </c:pt>
                <c:pt idx="2822">
                  <c:v>0.82952230605401178</c:v>
                </c:pt>
                <c:pt idx="2823">
                  <c:v>0.81953695959106065</c:v>
                </c:pt>
                <c:pt idx="2824">
                  <c:v>0.83979464572671481</c:v>
                </c:pt>
                <c:pt idx="2825">
                  <c:v>0.7933903683610507</c:v>
                </c:pt>
                <c:pt idx="2826">
                  <c:v>0.83589618350300954</c:v>
                </c:pt>
                <c:pt idx="2827">
                  <c:v>0.82632414971865287</c:v>
                </c:pt>
                <c:pt idx="2828">
                  <c:v>0.85129299723730723</c:v>
                </c:pt>
                <c:pt idx="2829">
                  <c:v>0.84365566373008849</c:v>
                </c:pt>
                <c:pt idx="2830">
                  <c:v>0.84401908631025835</c:v>
                </c:pt>
                <c:pt idx="2831">
                  <c:v>0.84875012594599475</c:v>
                </c:pt>
                <c:pt idx="2832">
                  <c:v>0.8904831786721199</c:v>
                </c:pt>
                <c:pt idx="2833">
                  <c:v>0.88089583316137221</c:v>
                </c:pt>
                <c:pt idx="2834">
                  <c:v>0.88292238519328159</c:v>
                </c:pt>
                <c:pt idx="2835">
                  <c:v>0.94305913422014476</c:v>
                </c:pt>
                <c:pt idx="2836">
                  <c:v>0.99171514650426551</c:v>
                </c:pt>
                <c:pt idx="2837">
                  <c:v>1.0483763698005382</c:v>
                </c:pt>
                <c:pt idx="2838">
                  <c:v>1.0124922964934133</c:v>
                </c:pt>
                <c:pt idx="2839">
                  <c:v>1.0452773588174811</c:v>
                </c:pt>
                <c:pt idx="2840">
                  <c:v>1.018995223916175</c:v>
                </c:pt>
                <c:pt idx="2841">
                  <c:v>0.97409275390354411</c:v>
                </c:pt>
                <c:pt idx="2842">
                  <c:v>0.88678309884794293</c:v>
                </c:pt>
                <c:pt idx="2843">
                  <c:v>0.77470231743272799</c:v>
                </c:pt>
                <c:pt idx="2844">
                  <c:v>0.71544564477116523</c:v>
                </c:pt>
                <c:pt idx="2845">
                  <c:v>0.66738673778894242</c:v>
                </c:pt>
                <c:pt idx="2846">
                  <c:v>0.75625150381244455</c:v>
                </c:pt>
                <c:pt idx="2847">
                  <c:v>0.79118218499233461</c:v>
                </c:pt>
                <c:pt idx="2848">
                  <c:v>0.76167080166712853</c:v>
                </c:pt>
                <c:pt idx="2849">
                  <c:v>0.78644567393479392</c:v>
                </c:pt>
                <c:pt idx="2850">
                  <c:v>0.75935928286195065</c:v>
                </c:pt>
                <c:pt idx="2851">
                  <c:v>0.75214011090380128</c:v>
                </c:pt>
                <c:pt idx="2852">
                  <c:v>0.74851384150048328</c:v>
                </c:pt>
                <c:pt idx="2853">
                  <c:v>0.72743084929880952</c:v>
                </c:pt>
                <c:pt idx="2854">
                  <c:v>0.70844769548555742</c:v>
                </c:pt>
                <c:pt idx="2855">
                  <c:v>0.68915409373699299</c:v>
                </c:pt>
                <c:pt idx="2856">
                  <c:v>0.72339376890188489</c:v>
                </c:pt>
                <c:pt idx="2857">
                  <c:v>0.7204662998840633</c:v>
                </c:pt>
                <c:pt idx="2858">
                  <c:v>0.71112681392812549</c:v>
                </c:pt>
                <c:pt idx="2859">
                  <c:v>0.7010774758112478</c:v>
                </c:pt>
                <c:pt idx="2860">
                  <c:v>0.6467300904705664</c:v>
                </c:pt>
                <c:pt idx="2861">
                  <c:v>0.71272561901909559</c:v>
                </c:pt>
                <c:pt idx="2862">
                  <c:v>0.71644488181921218</c:v>
                </c:pt>
                <c:pt idx="2863">
                  <c:v>0.75406681202130454</c:v>
                </c:pt>
                <c:pt idx="2864">
                  <c:v>0.70296012333444136</c:v>
                </c:pt>
                <c:pt idx="2865">
                  <c:v>0.59642742141283789</c:v>
                </c:pt>
                <c:pt idx="2866">
                  <c:v>0.52691875825967216</c:v>
                </c:pt>
                <c:pt idx="2867">
                  <c:v>0.49706498514713587</c:v>
                </c:pt>
                <c:pt idx="2868">
                  <c:v>0.51543117336698918</c:v>
                </c:pt>
                <c:pt idx="2869">
                  <c:v>0.48993376890837392</c:v>
                </c:pt>
                <c:pt idx="2870">
                  <c:v>0.48400118360062783</c:v>
                </c:pt>
                <c:pt idx="2871">
                  <c:v>0.48887720494170456</c:v>
                </c:pt>
                <c:pt idx="2872">
                  <c:v>0.50761638742278725</c:v>
                </c:pt>
                <c:pt idx="2873">
                  <c:v>0.5856924491441875</c:v>
                </c:pt>
                <c:pt idx="2874">
                  <c:v>0.62854646268757952</c:v>
                </c:pt>
                <c:pt idx="2875">
                  <c:v>0.61303026716208076</c:v>
                </c:pt>
                <c:pt idx="2876">
                  <c:v>0.66414782496124158</c:v>
                </c:pt>
                <c:pt idx="2877">
                  <c:v>0.66748904965270039</c:v>
                </c:pt>
                <c:pt idx="2878">
                  <c:v>0.70506315017788979</c:v>
                </c:pt>
                <c:pt idx="2879">
                  <c:v>0.74922988267109769</c:v>
                </c:pt>
                <c:pt idx="2880">
                  <c:v>0.73791142841137269</c:v>
                </c:pt>
                <c:pt idx="2881">
                  <c:v>0.7553087174998615</c:v>
                </c:pt>
                <c:pt idx="2882">
                  <c:v>0.75967243233668225</c:v>
                </c:pt>
                <c:pt idx="2883">
                  <c:v>0.8481408433484493</c:v>
                </c:pt>
                <c:pt idx="2884">
                  <c:v>0.94638998790085282</c:v>
                </c:pt>
                <c:pt idx="2885">
                  <c:v>1.0158957260075356</c:v>
                </c:pt>
                <c:pt idx="2886">
                  <c:v>0.95906653349375393</c:v>
                </c:pt>
                <c:pt idx="2887">
                  <c:v>0.98192521420398982</c:v>
                </c:pt>
                <c:pt idx="2888">
                  <c:v>1.0168836603178011</c:v>
                </c:pt>
                <c:pt idx="2889">
                  <c:v>1.0525178008297353</c:v>
                </c:pt>
                <c:pt idx="2890">
                  <c:v>1.1089989447079867</c:v>
                </c:pt>
                <c:pt idx="2891">
                  <c:v>1.1092537348410971</c:v>
                </c:pt>
                <c:pt idx="2892">
                  <c:v>1.0699998808552673</c:v>
                </c:pt>
                <c:pt idx="2893">
                  <c:v>1.1082390231166277</c:v>
                </c:pt>
                <c:pt idx="2894">
                  <c:v>1.0871305817670258</c:v>
                </c:pt>
                <c:pt idx="2895">
                  <c:v>1.067209480439715</c:v>
                </c:pt>
                <c:pt idx="2896">
                  <c:v>1.0988124994058042</c:v>
                </c:pt>
                <c:pt idx="2897">
                  <c:v>1.05248365647686</c:v>
                </c:pt>
                <c:pt idx="2898">
                  <c:v>1.0783771974288663</c:v>
                </c:pt>
                <c:pt idx="2899">
                  <c:v>1.072237549427665</c:v>
                </c:pt>
                <c:pt idx="2900">
                  <c:v>1.0522882460620284</c:v>
                </c:pt>
                <c:pt idx="2901">
                  <c:v>1.0407663789707406</c:v>
                </c:pt>
                <c:pt idx="2902">
                  <c:v>1.0120096824590843</c:v>
                </c:pt>
                <c:pt idx="2903">
                  <c:v>1.028890435979769</c:v>
                </c:pt>
                <c:pt idx="2904">
                  <c:v>1.0188899349789342</c:v>
                </c:pt>
                <c:pt idx="2905">
                  <c:v>1.021512436537884</c:v>
                </c:pt>
                <c:pt idx="2906">
                  <c:v>1.0319310884511508</c:v>
                </c:pt>
                <c:pt idx="2907">
                  <c:v>1.0063898242248002</c:v>
                </c:pt>
                <c:pt idx="2908">
                  <c:v>0.98680700294344126</c:v>
                </c:pt>
                <c:pt idx="2909">
                  <c:v>1.0017394720226909</c:v>
                </c:pt>
                <c:pt idx="2910">
                  <c:v>0.99019756035292006</c:v>
                </c:pt>
                <c:pt idx="2911">
                  <c:v>0.98009429338634479</c:v>
                </c:pt>
                <c:pt idx="2912">
                  <c:v>0.9957688888488514</c:v>
                </c:pt>
                <c:pt idx="2913">
                  <c:v>1.0439437506266021</c:v>
                </c:pt>
                <c:pt idx="2914">
                  <c:v>1.056192924584278</c:v>
                </c:pt>
                <c:pt idx="2915">
                  <c:v>1.0371921494210616</c:v>
                </c:pt>
                <c:pt idx="2916">
                  <c:v>1.0770759370857501</c:v>
                </c:pt>
                <c:pt idx="2917">
                  <c:v>1.1354285630817516</c:v>
                </c:pt>
                <c:pt idx="2918">
                  <c:v>1.1553936868075416</c:v>
                </c:pt>
                <c:pt idx="2919">
                  <c:v>1.1421838335829451</c:v>
                </c:pt>
                <c:pt idx="2920">
                  <c:v>1.1261759451563078</c:v>
                </c:pt>
                <c:pt idx="2921">
                  <c:v>1.0741713977230674</c:v>
                </c:pt>
                <c:pt idx="2922">
                  <c:v>1.0889534784333188</c:v>
                </c:pt>
                <c:pt idx="2923">
                  <c:v>1.1257935673240393</c:v>
                </c:pt>
                <c:pt idx="2924">
                  <c:v>1.1490725053495949</c:v>
                </c:pt>
                <c:pt idx="2925">
                  <c:v>1.1475338655210781</c:v>
                </c:pt>
                <c:pt idx="2926">
                  <c:v>1.0997660579262267</c:v>
                </c:pt>
                <c:pt idx="2927">
                  <c:v>1.0714255084441979</c:v>
                </c:pt>
                <c:pt idx="2928">
                  <c:v>1.0828187494031651</c:v>
                </c:pt>
                <c:pt idx="2929">
                  <c:v>1.0395676209253848</c:v>
                </c:pt>
                <c:pt idx="2930">
                  <c:v>1.0061394562884718</c:v>
                </c:pt>
                <c:pt idx="2931">
                  <c:v>1.0432113256593993</c:v>
                </c:pt>
                <c:pt idx="2932">
                  <c:v>1.0617545278366947</c:v>
                </c:pt>
                <c:pt idx="2933">
                  <c:v>1.1105275780462835</c:v>
                </c:pt>
                <c:pt idx="2934">
                  <c:v>1.1857368405010118</c:v>
                </c:pt>
                <c:pt idx="2935">
                  <c:v>1.2727998684701423</c:v>
                </c:pt>
                <c:pt idx="2936">
                  <c:v>1.2417336676178603</c:v>
                </c:pt>
                <c:pt idx="2937">
                  <c:v>1.253540993379235</c:v>
                </c:pt>
                <c:pt idx="2938">
                  <c:v>1.1636497965617039</c:v>
                </c:pt>
                <c:pt idx="2939">
                  <c:v>1.0851424445118658</c:v>
                </c:pt>
                <c:pt idx="2940">
                  <c:v>0.95743911647024271</c:v>
                </c:pt>
                <c:pt idx="2941">
                  <c:v>0.6285192416426898</c:v>
                </c:pt>
                <c:pt idx="2942">
                  <c:v>0.99650907753500662</c:v>
                </c:pt>
                <c:pt idx="2943">
                  <c:v>1.2324784112221183</c:v>
                </c:pt>
                <c:pt idx="2944">
                  <c:v>0.9770259382631924</c:v>
                </c:pt>
                <c:pt idx="2945">
                  <c:v>0.95831939918990072</c:v>
                </c:pt>
                <c:pt idx="2946">
                  <c:v>0.92204690651126819</c:v>
                </c:pt>
                <c:pt idx="2947">
                  <c:v>0.94252451356927969</c:v>
                </c:pt>
                <c:pt idx="2948">
                  <c:v>0.97501039839118397</c:v>
                </c:pt>
                <c:pt idx="2949">
                  <c:v>1.0192143873280315</c:v>
                </c:pt>
                <c:pt idx="2950">
                  <c:v>1.0572319256772067</c:v>
                </c:pt>
                <c:pt idx="2951">
                  <c:v>1.01428662650104</c:v>
                </c:pt>
                <c:pt idx="2952">
                  <c:v>1.0425604346700164</c:v>
                </c:pt>
                <c:pt idx="2953">
                  <c:v>1.142957134783068</c:v>
                </c:pt>
                <c:pt idx="2954">
                  <c:v>1.2095654876024469</c:v>
                </c:pt>
                <c:pt idx="2955">
                  <c:v>1.1822559683953655</c:v>
                </c:pt>
                <c:pt idx="2956">
                  <c:v>1.1840746311042134</c:v>
                </c:pt>
                <c:pt idx="2957">
                  <c:v>1.1955610725214596</c:v>
                </c:pt>
                <c:pt idx="2958">
                  <c:v>1.1662620465907914</c:v>
                </c:pt>
                <c:pt idx="2959">
                  <c:v>1.1426641040945122</c:v>
                </c:pt>
                <c:pt idx="2960">
                  <c:v>1.088312912999289</c:v>
                </c:pt>
                <c:pt idx="2961">
                  <c:v>1.1021041465379866</c:v>
                </c:pt>
                <c:pt idx="2962">
                  <c:v>1.2131959749634464</c:v>
                </c:pt>
                <c:pt idx="2963">
                  <c:v>1.2663325657487241</c:v>
                </c:pt>
                <c:pt idx="2964">
                  <c:v>1.1784529971652975</c:v>
                </c:pt>
                <c:pt idx="2965">
                  <c:v>1.0859775169864485</c:v>
                </c:pt>
                <c:pt idx="2966">
                  <c:v>0.9607871069091396</c:v>
                </c:pt>
                <c:pt idx="2967">
                  <c:v>0.94471956217685615</c:v>
                </c:pt>
                <c:pt idx="2968">
                  <c:v>0.92482669844506493</c:v>
                </c:pt>
                <c:pt idx="2969">
                  <c:v>0.98917254785806674</c:v>
                </c:pt>
                <c:pt idx="2970">
                  <c:v>0.94597512649816484</c:v>
                </c:pt>
                <c:pt idx="2971">
                  <c:v>0.95828597422355766</c:v>
                </c:pt>
                <c:pt idx="2972">
                  <c:v>0.96447883865916162</c:v>
                </c:pt>
                <c:pt idx="2973">
                  <c:v>0.98336642836222155</c:v>
                </c:pt>
                <c:pt idx="2974">
                  <c:v>0.91418327098221963</c:v>
                </c:pt>
                <c:pt idx="2975">
                  <c:v>0.91957910884606575</c:v>
                </c:pt>
                <c:pt idx="2976">
                  <c:v>0.93233116130181781</c:v>
                </c:pt>
                <c:pt idx="2977">
                  <c:v>0.91970369597880197</c:v>
                </c:pt>
                <c:pt idx="2978">
                  <c:v>0.89308751217434978</c:v>
                </c:pt>
                <c:pt idx="2979">
                  <c:v>0.86923473298848064</c:v>
                </c:pt>
                <c:pt idx="2980">
                  <c:v>0.86837194433595555</c:v>
                </c:pt>
                <c:pt idx="2981">
                  <c:v>0.86913209549644821</c:v>
                </c:pt>
                <c:pt idx="2982">
                  <c:v>0.85865780616005261</c:v>
                </c:pt>
                <c:pt idx="2983">
                  <c:v>0.84913777372253807</c:v>
                </c:pt>
                <c:pt idx="2984">
                  <c:v>0.8860397188573591</c:v>
                </c:pt>
                <c:pt idx="2985">
                  <c:v>0.89001455213537661</c:v>
                </c:pt>
                <c:pt idx="2986">
                  <c:v>0.77781095878756845</c:v>
                </c:pt>
                <c:pt idx="2987">
                  <c:v>0.84551694692074797</c:v>
                </c:pt>
                <c:pt idx="2988">
                  <c:v>0.78051232757714151</c:v>
                </c:pt>
                <c:pt idx="2989">
                  <c:v>0.73372005625588632</c:v>
                </c:pt>
                <c:pt idx="2990">
                  <c:v>0.741430415062721</c:v>
                </c:pt>
                <c:pt idx="2991">
                  <c:v>0.71278955049241999</c:v>
                </c:pt>
                <c:pt idx="2992">
                  <c:v>0.78487532895809831</c:v>
                </c:pt>
                <c:pt idx="2993">
                  <c:v>0.66401154252475358</c:v>
                </c:pt>
                <c:pt idx="2994">
                  <c:v>0.69026291819513119</c:v>
                </c:pt>
                <c:pt idx="2995">
                  <c:v>0.74444167880291356</c:v>
                </c:pt>
                <c:pt idx="2996">
                  <c:v>0.72711063569069478</c:v>
                </c:pt>
                <c:pt idx="2997">
                  <c:v>0.75255109973957135</c:v>
                </c:pt>
                <c:pt idx="2998">
                  <c:v>0.82949673346101116</c:v>
                </c:pt>
                <c:pt idx="2999">
                  <c:v>1.0078308895385457</c:v>
                </c:pt>
                <c:pt idx="3000">
                  <c:v>1.1459107758301894</c:v>
                </c:pt>
                <c:pt idx="3001">
                  <c:v>1.896597443820164</c:v>
                </c:pt>
                <c:pt idx="3002">
                  <c:v>2.4257958981386905</c:v>
                </c:pt>
                <c:pt idx="3003">
                  <c:v>2.5289061755448792</c:v>
                </c:pt>
                <c:pt idx="3004">
                  <c:v>2.6592859494155712</c:v>
                </c:pt>
                <c:pt idx="3005">
                  <c:v>2.7552496449577095</c:v>
                </c:pt>
                <c:pt idx="3006">
                  <c:v>2.9235146379011776</c:v>
                </c:pt>
                <c:pt idx="3007">
                  <c:v>3.0774720572859877</c:v>
                </c:pt>
                <c:pt idx="3008">
                  <c:v>3.127096096235102</c:v>
                </c:pt>
                <c:pt idx="3009">
                  <c:v>3.2363301062022254</c:v>
                </c:pt>
                <c:pt idx="3010">
                  <c:v>3.6568445271023431</c:v>
                </c:pt>
                <c:pt idx="3011">
                  <c:v>2.743046880283559</c:v>
                </c:pt>
                <c:pt idx="3012">
                  <c:v>2.7011114357533064</c:v>
                </c:pt>
                <c:pt idx="3013">
                  <c:v>2.5080106763713048</c:v>
                </c:pt>
                <c:pt idx="3014">
                  <c:v>2.472640317030661</c:v>
                </c:pt>
                <c:pt idx="3015">
                  <c:v>1.6938286062531884</c:v>
                </c:pt>
                <c:pt idx="3016">
                  <c:v>4.5798424072552614E-2</c:v>
                </c:pt>
                <c:pt idx="3017">
                  <c:v>2.26199844490808E-2</c:v>
                </c:pt>
                <c:pt idx="3018">
                  <c:v>7.8473798545391354E-3</c:v>
                </c:pt>
                <c:pt idx="3019">
                  <c:v>3.3404647548378355E-3</c:v>
                </c:pt>
                <c:pt idx="3020">
                  <c:v>2.3159543224887291E-3</c:v>
                </c:pt>
                <c:pt idx="3021">
                  <c:v>1.1655809669262268E-3</c:v>
                </c:pt>
                <c:pt idx="3022">
                  <c:v>1.6801843182015412E-3</c:v>
                </c:pt>
                <c:pt idx="3023">
                  <c:v>2.499949211275177E-3</c:v>
                </c:pt>
                <c:pt idx="3024">
                  <c:v>1.616600245401335E-3</c:v>
                </c:pt>
                <c:pt idx="3025">
                  <c:v>1.163315459254918E-3</c:v>
                </c:pt>
                <c:pt idx="3026">
                  <c:v>8.006392479083564E-4</c:v>
                </c:pt>
                <c:pt idx="3027">
                  <c:v>6.1895497538813735E-4</c:v>
                </c:pt>
                <c:pt idx="3028">
                  <c:v>4.288769284542355E-4</c:v>
                </c:pt>
                <c:pt idx="3029">
                  <c:v>3.1042610788206958E-4</c:v>
                </c:pt>
                <c:pt idx="3030">
                  <c:v>-2.1992825631454608E-5</c:v>
                </c:pt>
                <c:pt idx="3031">
                  <c:v>-4.4133539055880915E-4</c:v>
                </c:pt>
                <c:pt idx="3032">
                  <c:v>-5.0972377820344174E-3</c:v>
                </c:pt>
                <c:pt idx="3033">
                  <c:v>-9.7736045651193836E-3</c:v>
                </c:pt>
                <c:pt idx="3034">
                  <c:v>-9.3587319926869174E-3</c:v>
                </c:pt>
                <c:pt idx="3035">
                  <c:v>-8.78083686549163E-3</c:v>
                </c:pt>
                <c:pt idx="3036">
                  <c:v>-8.4202392549903773E-3</c:v>
                </c:pt>
                <c:pt idx="3037">
                  <c:v>-8.3290229750565409E-3</c:v>
                </c:pt>
                <c:pt idx="3038">
                  <c:v>-7.552620868445676E-3</c:v>
                </c:pt>
                <c:pt idx="3039">
                  <c:v>-6.8216450692779648E-3</c:v>
                </c:pt>
                <c:pt idx="3040">
                  <c:v>-6.4864980548060714E-3</c:v>
                </c:pt>
                <c:pt idx="3041">
                  <c:v>1.6602368470350604E-3</c:v>
                </c:pt>
                <c:pt idx="3042">
                  <c:v>2.5924970605464728E-3</c:v>
                </c:pt>
                <c:pt idx="3043">
                  <c:v>1.721845860036268E-3</c:v>
                </c:pt>
                <c:pt idx="3044">
                  <c:v>1.1972703954254615E-3</c:v>
                </c:pt>
                <c:pt idx="3045">
                  <c:v>8.5577676222915917E-4</c:v>
                </c:pt>
                <c:pt idx="3046">
                  <c:v>8.184000586424848E-4</c:v>
                </c:pt>
                <c:pt idx="3047">
                  <c:v>6.4792789187964302E-4</c:v>
                </c:pt>
                <c:pt idx="3048">
                  <c:v>7.0118933807680056E-4</c:v>
                </c:pt>
                <c:pt idx="3049">
                  <c:v>7.5182329232694725E-4</c:v>
                </c:pt>
                <c:pt idx="3050">
                  <c:v>6.3243240038638251E-4</c:v>
                </c:pt>
                <c:pt idx="3051">
                  <c:v>7.0405071222827821E-4</c:v>
                </c:pt>
                <c:pt idx="3052">
                  <c:v>5.571299966950266E-4</c:v>
                </c:pt>
                <c:pt idx="3053">
                  <c:v>6.2038298838275178E-4</c:v>
                </c:pt>
                <c:pt idx="3054">
                  <c:v>7.5969673351180568E-4</c:v>
                </c:pt>
                <c:pt idx="3055">
                  <c:v>6.8394272042322974E-4</c:v>
                </c:pt>
                <c:pt idx="3056">
                  <c:v>-1.1771749904763193E-3</c:v>
                </c:pt>
                <c:pt idx="3057">
                  <c:v>-5.6060421630498335E-3</c:v>
                </c:pt>
                <c:pt idx="3058">
                  <c:v>-5.283599072718098E-3</c:v>
                </c:pt>
                <c:pt idx="3059">
                  <c:v>-5.0449512778101297E-3</c:v>
                </c:pt>
                <c:pt idx="3060">
                  <c:v>-5.1331518307686803E-3</c:v>
                </c:pt>
                <c:pt idx="3061">
                  <c:v>-6.1696287554746229E-3</c:v>
                </c:pt>
                <c:pt idx="3062">
                  <c:v>-4.9184949690949612E-3</c:v>
                </c:pt>
                <c:pt idx="3063">
                  <c:v>-4.6836602648512261E-3</c:v>
                </c:pt>
                <c:pt idx="3064">
                  <c:v>-4.7094545293197444E-3</c:v>
                </c:pt>
                <c:pt idx="3065">
                  <c:v>7.9434775199651567E-4</c:v>
                </c:pt>
                <c:pt idx="3066">
                  <c:v>1.3083914758028974E-3</c:v>
                </c:pt>
                <c:pt idx="3067">
                  <c:v>8.7835095841225968E-4</c:v>
                </c:pt>
                <c:pt idx="3068">
                  <c:v>7.7209678870916547E-4</c:v>
                </c:pt>
                <c:pt idx="3069">
                  <c:v>7.3813755557852018E-4</c:v>
                </c:pt>
                <c:pt idx="3070">
                  <c:v>4.6112706087772927E-4</c:v>
                </c:pt>
                <c:pt idx="3071">
                  <c:v>6.1512740836648389E-4</c:v>
                </c:pt>
                <c:pt idx="3072">
                  <c:v>4.687164470091963E-4</c:v>
                </c:pt>
                <c:pt idx="3073">
                  <c:v>6.7097911513133073E-4</c:v>
                </c:pt>
                <c:pt idx="3074">
                  <c:v>4.5043440429401373E-4</c:v>
                </c:pt>
                <c:pt idx="3075">
                  <c:v>6.3777505988526183E-4</c:v>
                </c:pt>
                <c:pt idx="3076">
                  <c:v>5.3976677349326272E-4</c:v>
                </c:pt>
                <c:pt idx="3077">
                  <c:v>5.5418973294528299E-4</c:v>
                </c:pt>
                <c:pt idx="3078">
                  <c:v>5.1012211680060197E-4</c:v>
                </c:pt>
                <c:pt idx="3079">
                  <c:v>2.215525910973002E-4</c:v>
                </c:pt>
                <c:pt idx="3080">
                  <c:v>-9.6353666950059686E-4</c:v>
                </c:pt>
                <c:pt idx="3081">
                  <c:v>1.2105374064664445E-3</c:v>
                </c:pt>
                <c:pt idx="3082">
                  <c:v>-1.4187521763214623E-3</c:v>
                </c:pt>
                <c:pt idx="3083">
                  <c:v>-8.5395040866767242E-4</c:v>
                </c:pt>
                <c:pt idx="3084">
                  <c:v>1.2933323723566989E-4</c:v>
                </c:pt>
                <c:pt idx="3085">
                  <c:v>1.0566942942916828E-3</c:v>
                </c:pt>
                <c:pt idx="3086">
                  <c:v>1.1650104303666826E-3</c:v>
                </c:pt>
                <c:pt idx="3087">
                  <c:v>1.7665527083303362E-3</c:v>
                </c:pt>
                <c:pt idx="3088">
                  <c:v>2.0876239565000955E-3</c:v>
                </c:pt>
                <c:pt idx="3089">
                  <c:v>1.2298931275890991E-3</c:v>
                </c:pt>
                <c:pt idx="3090">
                  <c:v>2.8176707279020511E-4</c:v>
                </c:pt>
                <c:pt idx="3091">
                  <c:v>-2.9484102633260899E-3</c:v>
                </c:pt>
                <c:pt idx="3092">
                  <c:v>-4.5728616547541893E-3</c:v>
                </c:pt>
                <c:pt idx="3093">
                  <c:v>-5.0909080986879978E-3</c:v>
                </c:pt>
                <c:pt idx="3094">
                  <c:v>-5.1815770848767486E-3</c:v>
                </c:pt>
                <c:pt idx="3095">
                  <c:v>1.7913265906613845E-4</c:v>
                </c:pt>
                <c:pt idx="3096">
                  <c:v>9.8156272724646515E-4</c:v>
                </c:pt>
                <c:pt idx="3097">
                  <c:v>7.8284054485347422E-4</c:v>
                </c:pt>
                <c:pt idx="3098">
                  <c:v>8.47647659426775E-4</c:v>
                </c:pt>
                <c:pt idx="3099">
                  <c:v>7.2371808945943317E-4</c:v>
                </c:pt>
                <c:pt idx="3100">
                  <c:v>7.0800277285507009E-4</c:v>
                </c:pt>
                <c:pt idx="3101">
                  <c:v>6.7449399855488707E-4</c:v>
                </c:pt>
                <c:pt idx="3102">
                  <c:v>7.3939952376553297E-4</c:v>
                </c:pt>
                <c:pt idx="3103">
                  <c:v>5.5720385850346486E-4</c:v>
                </c:pt>
                <c:pt idx="3104">
                  <c:v>-1.8594491562429567E-3</c:v>
                </c:pt>
                <c:pt idx="3105">
                  <c:v>-5.3595256802835972E-3</c:v>
                </c:pt>
                <c:pt idx="3106">
                  <c:v>-5.2298136959792419E-3</c:v>
                </c:pt>
                <c:pt idx="3107">
                  <c:v>-3.5993488549119503E-3</c:v>
                </c:pt>
                <c:pt idx="3108">
                  <c:v>-1.3128756959869686E-3</c:v>
                </c:pt>
                <c:pt idx="3109">
                  <c:v>-7.2626524788053991E-4</c:v>
                </c:pt>
                <c:pt idx="3110">
                  <c:v>8.8047872204938191E-2</c:v>
                </c:pt>
                <c:pt idx="3111">
                  <c:v>1.0939520444400348</c:v>
                </c:pt>
                <c:pt idx="3112">
                  <c:v>0.47886533773784351</c:v>
                </c:pt>
                <c:pt idx="3113">
                  <c:v>0.52144129882366108</c:v>
                </c:pt>
                <c:pt idx="3114">
                  <c:v>0.56265346486114254</c:v>
                </c:pt>
                <c:pt idx="3115">
                  <c:v>0.52633046229603575</c:v>
                </c:pt>
                <c:pt idx="3116">
                  <c:v>0.52680368501804853</c:v>
                </c:pt>
                <c:pt idx="3117">
                  <c:v>0.50895574889651041</c:v>
                </c:pt>
                <c:pt idx="3118">
                  <c:v>0.50708885477826293</c:v>
                </c:pt>
                <c:pt idx="3119">
                  <c:v>0.46694180829353521</c:v>
                </c:pt>
                <c:pt idx="3120">
                  <c:v>0.47050620271130222</c:v>
                </c:pt>
                <c:pt idx="3121">
                  <c:v>0.47982769015052179</c:v>
                </c:pt>
                <c:pt idx="3122">
                  <c:v>0.47963996511355123</c:v>
                </c:pt>
                <c:pt idx="3123">
                  <c:v>0.49143495359683181</c:v>
                </c:pt>
                <c:pt idx="3124">
                  <c:v>0.48336765379389779</c:v>
                </c:pt>
                <c:pt idx="3125">
                  <c:v>0.514287470474728</c:v>
                </c:pt>
                <c:pt idx="3126">
                  <c:v>0.517923639397598</c:v>
                </c:pt>
                <c:pt idx="3127">
                  <c:v>0.53432682868119297</c:v>
                </c:pt>
                <c:pt idx="3128">
                  <c:v>0.70438505338400836</c:v>
                </c:pt>
                <c:pt idx="3129">
                  <c:v>0.414716276634368</c:v>
                </c:pt>
                <c:pt idx="3130">
                  <c:v>0.38743423240344282</c:v>
                </c:pt>
                <c:pt idx="3131">
                  <c:v>0.32646254204125369</c:v>
                </c:pt>
                <c:pt idx="3132">
                  <c:v>0.34696859635755861</c:v>
                </c:pt>
                <c:pt idx="3133">
                  <c:v>0.39181229143045726</c:v>
                </c:pt>
                <c:pt idx="3134">
                  <c:v>0.41175011588668242</c:v>
                </c:pt>
                <c:pt idx="3135">
                  <c:v>0.47620573853306741</c:v>
                </c:pt>
                <c:pt idx="3136">
                  <c:v>0.44864460944054746</c:v>
                </c:pt>
                <c:pt idx="3137">
                  <c:v>0.45028262588021906</c:v>
                </c:pt>
                <c:pt idx="3138">
                  <c:v>0.43602364699568436</c:v>
                </c:pt>
                <c:pt idx="3139">
                  <c:v>0.44436442666831999</c:v>
                </c:pt>
                <c:pt idx="3140">
                  <c:v>0.45239442893293647</c:v>
                </c:pt>
                <c:pt idx="3141">
                  <c:v>0.45084719565170195</c:v>
                </c:pt>
                <c:pt idx="3142">
                  <c:v>0.44003380937693976</c:v>
                </c:pt>
                <c:pt idx="3143">
                  <c:v>0.46206414597328888</c:v>
                </c:pt>
                <c:pt idx="3144">
                  <c:v>0.49409113078318012</c:v>
                </c:pt>
                <c:pt idx="3145">
                  <c:v>0.56757609499187744</c:v>
                </c:pt>
                <c:pt idx="3146">
                  <c:v>0.6054463250122708</c:v>
                </c:pt>
                <c:pt idx="3147">
                  <c:v>0.60769509503431163</c:v>
                </c:pt>
                <c:pt idx="3148">
                  <c:v>0.61257100050437641</c:v>
                </c:pt>
                <c:pt idx="3149">
                  <c:v>0.61404806684465174</c:v>
                </c:pt>
                <c:pt idx="3150">
                  <c:v>0.6621409090589857</c:v>
                </c:pt>
                <c:pt idx="3151">
                  <c:v>0.66033804971950649</c:v>
                </c:pt>
                <c:pt idx="3152">
                  <c:v>0.70570542825563265</c:v>
                </c:pt>
                <c:pt idx="3153">
                  <c:v>0.72777532807146395</c:v>
                </c:pt>
                <c:pt idx="3154">
                  <c:v>0.64195369327929197</c:v>
                </c:pt>
                <c:pt idx="3155">
                  <c:v>0.52954991086820569</c:v>
                </c:pt>
                <c:pt idx="3156">
                  <c:v>0.54721695548309901</c:v>
                </c:pt>
                <c:pt idx="3157">
                  <c:v>0.59257748680053468</c:v>
                </c:pt>
                <c:pt idx="3158">
                  <c:v>0.56984079557222811</c:v>
                </c:pt>
                <c:pt idx="3159">
                  <c:v>0.62295120226693335</c:v>
                </c:pt>
                <c:pt idx="3160">
                  <c:v>0.63075840089790958</c:v>
                </c:pt>
                <c:pt idx="3161">
                  <c:v>0.60884127124397136</c:v>
                </c:pt>
                <c:pt idx="3162">
                  <c:v>0.59066086355890268</c:v>
                </c:pt>
                <c:pt idx="3163">
                  <c:v>0.56261702188210494</c:v>
                </c:pt>
                <c:pt idx="3164">
                  <c:v>0.56339973499372953</c:v>
                </c:pt>
                <c:pt idx="3165">
                  <c:v>0.52736511977336686</c:v>
                </c:pt>
                <c:pt idx="3166">
                  <c:v>0.49937523058183431</c:v>
                </c:pt>
                <c:pt idx="3167">
                  <c:v>0.4992204723372875</c:v>
                </c:pt>
                <c:pt idx="3168">
                  <c:v>0.51108644027316374</c:v>
                </c:pt>
                <c:pt idx="3169">
                  <c:v>0.49896807137275567</c:v>
                </c:pt>
                <c:pt idx="3170">
                  <c:v>0.44720336867012112</c:v>
                </c:pt>
                <c:pt idx="3171">
                  <c:v>0.41947956294893912</c:v>
                </c:pt>
                <c:pt idx="3172">
                  <c:v>0.41466287641898048</c:v>
                </c:pt>
                <c:pt idx="3173">
                  <c:v>0.38838193827635148</c:v>
                </c:pt>
                <c:pt idx="3174">
                  <c:v>0.37142667953181407</c:v>
                </c:pt>
                <c:pt idx="3175">
                  <c:v>0.38150497083800139</c:v>
                </c:pt>
                <c:pt idx="3176">
                  <c:v>0.39466210927043333</c:v>
                </c:pt>
                <c:pt idx="3177">
                  <c:v>0.42540455109849334</c:v>
                </c:pt>
                <c:pt idx="3178">
                  <c:v>0.49509809134646909</c:v>
                </c:pt>
                <c:pt idx="3179">
                  <c:v>0.51379698402539942</c:v>
                </c:pt>
                <c:pt idx="3180">
                  <c:v>0.4882788543818975</c:v>
                </c:pt>
                <c:pt idx="3181">
                  <c:v>0.47465341883595791</c:v>
                </c:pt>
                <c:pt idx="3182">
                  <c:v>0.44225430918231745</c:v>
                </c:pt>
                <c:pt idx="3183">
                  <c:v>0.46638242333057511</c:v>
                </c:pt>
                <c:pt idx="3184">
                  <c:v>0.51657043532296432</c:v>
                </c:pt>
                <c:pt idx="3185">
                  <c:v>0.47011521208372625</c:v>
                </c:pt>
                <c:pt idx="3186">
                  <c:v>0.53878141111154965</c:v>
                </c:pt>
                <c:pt idx="3187">
                  <c:v>0.53097297957177325</c:v>
                </c:pt>
                <c:pt idx="3188">
                  <c:v>0.55888958955141288</c:v>
                </c:pt>
                <c:pt idx="3189">
                  <c:v>0.62481060970311209</c:v>
                </c:pt>
                <c:pt idx="3190">
                  <c:v>0.66627917785557134</c:v>
                </c:pt>
                <c:pt idx="3191">
                  <c:v>0.70567824203096408</c:v>
                </c:pt>
                <c:pt idx="3192">
                  <c:v>0.73135859615256782</c:v>
                </c:pt>
                <c:pt idx="3193">
                  <c:v>0.7632386279349378</c:v>
                </c:pt>
                <c:pt idx="3194">
                  <c:v>0.7811994821010948</c:v>
                </c:pt>
                <c:pt idx="3195">
                  <c:v>0.79665347883877657</c:v>
                </c:pt>
                <c:pt idx="3196">
                  <c:v>0.83113545363202379</c:v>
                </c:pt>
                <c:pt idx="3197">
                  <c:v>0.85719442026467418</c:v>
                </c:pt>
                <c:pt idx="3198">
                  <c:v>0.89974453523066145</c:v>
                </c:pt>
                <c:pt idx="3199">
                  <c:v>0.95059890714210837</c:v>
                </c:pt>
                <c:pt idx="3200">
                  <c:v>0.83502859582211053</c:v>
                </c:pt>
                <c:pt idx="3201">
                  <c:v>0.78801551242898094</c:v>
                </c:pt>
                <c:pt idx="3202">
                  <c:v>0.73413273771961007</c:v>
                </c:pt>
                <c:pt idx="3203">
                  <c:v>0.69766442131774342</c:v>
                </c:pt>
                <c:pt idx="3204">
                  <c:v>0.64389355459049169</c:v>
                </c:pt>
                <c:pt idx="3205">
                  <c:v>0.65021934345155763</c:v>
                </c:pt>
                <c:pt idx="3206">
                  <c:v>0.6260599633810694</c:v>
                </c:pt>
                <c:pt idx="3207">
                  <c:v>0.6092387739169427</c:v>
                </c:pt>
                <c:pt idx="3208">
                  <c:v>0.60732597454200543</c:v>
                </c:pt>
                <c:pt idx="3209">
                  <c:v>0.61092267468096784</c:v>
                </c:pt>
                <c:pt idx="3210">
                  <c:v>0.59267525942887922</c:v>
                </c:pt>
                <c:pt idx="3211">
                  <c:v>0.57238957506620236</c:v>
                </c:pt>
                <c:pt idx="3212">
                  <c:v>0.56214649129430427</c:v>
                </c:pt>
                <c:pt idx="3213">
                  <c:v>0.64416160919227139</c:v>
                </c:pt>
                <c:pt idx="3214">
                  <c:v>0.69663142735469119</c:v>
                </c:pt>
                <c:pt idx="3215">
                  <c:v>0.70599241950456459</c:v>
                </c:pt>
                <c:pt idx="3216">
                  <c:v>0.72629414745675958</c:v>
                </c:pt>
                <c:pt idx="3217">
                  <c:v>0.73558763420513573</c:v>
                </c:pt>
                <c:pt idx="3218">
                  <c:v>0.72714717392192685</c:v>
                </c:pt>
                <c:pt idx="3219">
                  <c:v>0.66761417075188723</c:v>
                </c:pt>
                <c:pt idx="3220">
                  <c:v>0.65435798269809042</c:v>
                </c:pt>
                <c:pt idx="3221">
                  <c:v>0.65682954811524974</c:v>
                </c:pt>
                <c:pt idx="3222">
                  <c:v>0.6617173805110822</c:v>
                </c:pt>
                <c:pt idx="3223">
                  <c:v>0.65309071066125046</c:v>
                </c:pt>
                <c:pt idx="3224">
                  <c:v>0.62789138982306636</c:v>
                </c:pt>
                <c:pt idx="3225">
                  <c:v>0.61255829525838634</c:v>
                </c:pt>
                <c:pt idx="3226">
                  <c:v>0.60165024182452842</c:v>
                </c:pt>
                <c:pt idx="3227">
                  <c:v>0.58644462507105</c:v>
                </c:pt>
                <c:pt idx="3228">
                  <c:v>0.55659127479063797</c:v>
                </c:pt>
                <c:pt idx="3229">
                  <c:v>0.51907713102999054</c:v>
                </c:pt>
                <c:pt idx="3230">
                  <c:v>0.52117433417115622</c:v>
                </c:pt>
                <c:pt idx="3231">
                  <c:v>0.51739933244538128</c:v>
                </c:pt>
                <c:pt idx="3232">
                  <c:v>0.50776313798030881</c:v>
                </c:pt>
                <c:pt idx="3233">
                  <c:v>0.53631304126749813</c:v>
                </c:pt>
                <c:pt idx="3234">
                  <c:v>0.52231058568582112</c:v>
                </c:pt>
                <c:pt idx="3235">
                  <c:v>0.55420645399173307</c:v>
                </c:pt>
                <c:pt idx="3236">
                  <c:v>0.53551216714314687</c:v>
                </c:pt>
                <c:pt idx="3237">
                  <c:v>0.53124212299522655</c:v>
                </c:pt>
                <c:pt idx="3238">
                  <c:v>0.58006031242444633</c:v>
                </c:pt>
                <c:pt idx="3239">
                  <c:v>0.57850150129965061</c:v>
                </c:pt>
                <c:pt idx="3240">
                  <c:v>0.57044033593637988</c:v>
                </c:pt>
                <c:pt idx="3241">
                  <c:v>0.60933121481018915</c:v>
                </c:pt>
                <c:pt idx="3242">
                  <c:v>0.60944234361310679</c:v>
                </c:pt>
                <c:pt idx="3243">
                  <c:v>0.63146272059739383</c:v>
                </c:pt>
                <c:pt idx="3244">
                  <c:v>0.65277214713536891</c:v>
                </c:pt>
                <c:pt idx="3245">
                  <c:v>0.66756977193956923</c:v>
                </c:pt>
                <c:pt idx="3246">
                  <c:v>0.66004110027314722</c:v>
                </c:pt>
                <c:pt idx="3247">
                  <c:v>0.63583427289930261</c:v>
                </c:pt>
                <c:pt idx="3248">
                  <c:v>0.58658872935572903</c:v>
                </c:pt>
                <c:pt idx="3249">
                  <c:v>0.5513321527450542</c:v>
                </c:pt>
                <c:pt idx="3250">
                  <c:v>0.47384377065433742</c:v>
                </c:pt>
                <c:pt idx="3251">
                  <c:v>0.40676556979788464</c:v>
                </c:pt>
                <c:pt idx="3252">
                  <c:v>0.30602386434658291</c:v>
                </c:pt>
                <c:pt idx="3253">
                  <c:v>0.23503261392300503</c:v>
                </c:pt>
                <c:pt idx="3254">
                  <c:v>0.28902922047364427</c:v>
                </c:pt>
                <c:pt idx="3255">
                  <c:v>0.37207979147772341</c:v>
                </c:pt>
                <c:pt idx="3256">
                  <c:v>0.3840889872877235</c:v>
                </c:pt>
                <c:pt idx="3257">
                  <c:v>0.408851263423544</c:v>
                </c:pt>
                <c:pt idx="3258">
                  <c:v>0.41761601631789796</c:v>
                </c:pt>
                <c:pt idx="3259">
                  <c:v>0.4709620765259479</c:v>
                </c:pt>
                <c:pt idx="3260">
                  <c:v>0.50118610668781371</c:v>
                </c:pt>
                <c:pt idx="3261">
                  <c:v>0.53014072453102656</c:v>
                </c:pt>
                <c:pt idx="3262">
                  <c:v>0.53223756638392605</c:v>
                </c:pt>
                <c:pt idx="3263">
                  <c:v>0.54848484255961838</c:v>
                </c:pt>
                <c:pt idx="3264">
                  <c:v>0.62459175030779468</c:v>
                </c:pt>
                <c:pt idx="3265">
                  <c:v>0.67508220305104427</c:v>
                </c:pt>
                <c:pt idx="3266">
                  <c:v>0.64379240650962422</c:v>
                </c:pt>
                <c:pt idx="3267">
                  <c:v>0.62632616131196184</c:v>
                </c:pt>
                <c:pt idx="3268">
                  <c:v>0.58991200831602708</c:v>
                </c:pt>
                <c:pt idx="3269">
                  <c:v>0.54316474377594537</c:v>
                </c:pt>
                <c:pt idx="3270">
                  <c:v>0.50712516409681274</c:v>
                </c:pt>
                <c:pt idx="3271">
                  <c:v>0.47907954920068258</c:v>
                </c:pt>
                <c:pt idx="3272">
                  <c:v>0.52152499634750527</c:v>
                </c:pt>
                <c:pt idx="3273">
                  <c:v>0.47925916794291523</c:v>
                </c:pt>
                <c:pt idx="3274">
                  <c:v>0.30407777783110362</c:v>
                </c:pt>
                <c:pt idx="3275">
                  <c:v>0.24769745493890982</c:v>
                </c:pt>
                <c:pt idx="3276">
                  <c:v>0.23459675988490278</c:v>
                </c:pt>
                <c:pt idx="3277">
                  <c:v>0.42058679081058825</c:v>
                </c:pt>
                <c:pt idx="3278">
                  <c:v>0.42281090222344242</c:v>
                </c:pt>
                <c:pt idx="3279">
                  <c:v>0.36595734792430423</c:v>
                </c:pt>
                <c:pt idx="3280">
                  <c:v>0.3793241391878685</c:v>
                </c:pt>
                <c:pt idx="3281">
                  <c:v>0.40332456537582234</c:v>
                </c:pt>
                <c:pt idx="3282">
                  <c:v>0.41773532546877817</c:v>
                </c:pt>
                <c:pt idx="3283">
                  <c:v>0.37772091605450009</c:v>
                </c:pt>
                <c:pt idx="3284">
                  <c:v>0.39634388373605695</c:v>
                </c:pt>
                <c:pt idx="3285">
                  <c:v>0.42289803604203896</c:v>
                </c:pt>
                <c:pt idx="3286">
                  <c:v>0.44610470937842289</c:v>
                </c:pt>
                <c:pt idx="3287">
                  <c:v>0.45202815939430735</c:v>
                </c:pt>
                <c:pt idx="3288">
                  <c:v>0.43838790964111091</c:v>
                </c:pt>
                <c:pt idx="3289">
                  <c:v>0.49264619523903236</c:v>
                </c:pt>
                <c:pt idx="3290">
                  <c:v>0.53882109549852908</c:v>
                </c:pt>
                <c:pt idx="3291">
                  <c:v>0.57380311225710279</c:v>
                </c:pt>
                <c:pt idx="3292">
                  <c:v>0.56876982409165278</c:v>
                </c:pt>
                <c:pt idx="3293">
                  <c:v>0.5497967634944334</c:v>
                </c:pt>
                <c:pt idx="3294">
                  <c:v>0.53333750574262506</c:v>
                </c:pt>
                <c:pt idx="3295">
                  <c:v>0.49990192378732573</c:v>
                </c:pt>
                <c:pt idx="3296">
                  <c:v>0.473869082320302</c:v>
                </c:pt>
                <c:pt idx="3297">
                  <c:v>0.40816417011627876</c:v>
                </c:pt>
                <c:pt idx="3298">
                  <c:v>0.39835141499285492</c:v>
                </c:pt>
                <c:pt idx="3299">
                  <c:v>0.33835342645970834</c:v>
                </c:pt>
                <c:pt idx="3300">
                  <c:v>0.30029430016676856</c:v>
                </c:pt>
                <c:pt idx="3301">
                  <c:v>0.35585374126724018</c:v>
                </c:pt>
                <c:pt idx="3302">
                  <c:v>0.44730879338882157</c:v>
                </c:pt>
                <c:pt idx="3303">
                  <c:v>0.50491906307451517</c:v>
                </c:pt>
                <c:pt idx="3304">
                  <c:v>0.60862203200695919</c:v>
                </c:pt>
                <c:pt idx="3305">
                  <c:v>0.48413128222267321</c:v>
                </c:pt>
                <c:pt idx="3306">
                  <c:v>0.44059414557842119</c:v>
                </c:pt>
                <c:pt idx="3307">
                  <c:v>0.41965711746344608</c:v>
                </c:pt>
                <c:pt idx="3308">
                  <c:v>0.41175709951207229</c:v>
                </c:pt>
                <c:pt idx="3309">
                  <c:v>0.37273629670481379</c:v>
                </c:pt>
                <c:pt idx="3310">
                  <c:v>0.36843465460702929</c:v>
                </c:pt>
                <c:pt idx="3311">
                  <c:v>0.53652066819186295</c:v>
                </c:pt>
                <c:pt idx="3312">
                  <c:v>0.45117828274830335</c:v>
                </c:pt>
                <c:pt idx="3313">
                  <c:v>0.48105570957280896</c:v>
                </c:pt>
                <c:pt idx="3314">
                  <c:v>0.44717737841099747</c:v>
                </c:pt>
                <c:pt idx="3315">
                  <c:v>0.43779329642398673</c:v>
                </c:pt>
                <c:pt idx="3316">
                  <c:v>0.43526768278511918</c:v>
                </c:pt>
                <c:pt idx="3317">
                  <c:v>0.42857470354462018</c:v>
                </c:pt>
                <c:pt idx="3318">
                  <c:v>0.42722486420565681</c:v>
                </c:pt>
                <c:pt idx="3319">
                  <c:v>0.42740557674829593</c:v>
                </c:pt>
                <c:pt idx="3320">
                  <c:v>0.43958447642925041</c:v>
                </c:pt>
                <c:pt idx="3321">
                  <c:v>0.45754648053262675</c:v>
                </c:pt>
                <c:pt idx="3322">
                  <c:v>0.45345509786796057</c:v>
                </c:pt>
                <c:pt idx="3323">
                  <c:v>0.47558166575723448</c:v>
                </c:pt>
                <c:pt idx="3324">
                  <c:v>0.46529392546464743</c:v>
                </c:pt>
                <c:pt idx="3325">
                  <c:v>0.46274057057443946</c:v>
                </c:pt>
                <c:pt idx="3326">
                  <c:v>0.49097243462029128</c:v>
                </c:pt>
                <c:pt idx="3327">
                  <c:v>0.48463532965853101</c:v>
                </c:pt>
                <c:pt idx="3328">
                  <c:v>0.49412028459423318</c:v>
                </c:pt>
                <c:pt idx="3329">
                  <c:v>0.5119399231064663</c:v>
                </c:pt>
                <c:pt idx="3330">
                  <c:v>0.50226525123860843</c:v>
                </c:pt>
                <c:pt idx="3331">
                  <c:v>0.52338184458287895</c:v>
                </c:pt>
                <c:pt idx="3332">
                  <c:v>0.52315228832318994</c:v>
                </c:pt>
                <c:pt idx="3333">
                  <c:v>0.53900645608658537</c:v>
                </c:pt>
                <c:pt idx="3334">
                  <c:v>0.55618663471200669</c:v>
                </c:pt>
                <c:pt idx="3335">
                  <c:v>0.35761802314583857</c:v>
                </c:pt>
                <c:pt idx="3336">
                  <c:v>8.7609823043903454E-2</c:v>
                </c:pt>
                <c:pt idx="3337">
                  <c:v>2.0907362637237205E-3</c:v>
                </c:pt>
                <c:pt idx="3338">
                  <c:v>2.7498812141233515E-2</c:v>
                </c:pt>
                <c:pt idx="3339">
                  <c:v>2.5967197572797793E-2</c:v>
                </c:pt>
                <c:pt idx="3340">
                  <c:v>2.7500047528964761E-2</c:v>
                </c:pt>
                <c:pt idx="3341">
                  <c:v>4.8400457255599251E-2</c:v>
                </c:pt>
                <c:pt idx="3342">
                  <c:v>-4.245184243301349E-2</c:v>
                </c:pt>
                <c:pt idx="3343">
                  <c:v>5.0097201593547455E-2</c:v>
                </c:pt>
                <c:pt idx="3344">
                  <c:v>2.3101193332279443E-2</c:v>
                </c:pt>
                <c:pt idx="3345">
                  <c:v>1.781428885080592E-2</c:v>
                </c:pt>
                <c:pt idx="3346">
                  <c:v>1.9123273504883354E-2</c:v>
                </c:pt>
                <c:pt idx="3347">
                  <c:v>1.6614286096863669E-2</c:v>
                </c:pt>
                <c:pt idx="3348">
                  <c:v>3.4215296614840587E-2</c:v>
                </c:pt>
                <c:pt idx="3349">
                  <c:v>4.1232498301852979E-2</c:v>
                </c:pt>
                <c:pt idx="3350">
                  <c:v>1.8430194735081156E-2</c:v>
                </c:pt>
                <c:pt idx="3351">
                  <c:v>2.5830350429602033E-2</c:v>
                </c:pt>
                <c:pt idx="3352">
                  <c:v>2.0947801796075392E-2</c:v>
                </c:pt>
                <c:pt idx="3353">
                  <c:v>1.4011631642138701E-3</c:v>
                </c:pt>
                <c:pt idx="3354">
                  <c:v>-2.4872712354263388E-2</c:v>
                </c:pt>
                <c:pt idx="3355">
                  <c:v>-4.6688254148348103E-2</c:v>
                </c:pt>
                <c:pt idx="3356">
                  <c:v>-5.2142170060056448E-2</c:v>
                </c:pt>
                <c:pt idx="3357">
                  <c:v>-6.38571272108691E-2</c:v>
                </c:pt>
                <c:pt idx="3358">
                  <c:v>-6.4714217123594181E-2</c:v>
                </c:pt>
                <c:pt idx="3359">
                  <c:v>-3.0815895733717489E-2</c:v>
                </c:pt>
                <c:pt idx="3360">
                  <c:v>-3.6163255187927429E-2</c:v>
                </c:pt>
                <c:pt idx="3361">
                  <c:v>-3.8268299541126503E-2</c:v>
                </c:pt>
                <c:pt idx="3362">
                  <c:v>-3.6849271513992352E-2</c:v>
                </c:pt>
                <c:pt idx="3363">
                  <c:v>-4.3994051638134517E-2</c:v>
                </c:pt>
                <c:pt idx="3364">
                  <c:v>-4.0178940853944738E-2</c:v>
                </c:pt>
                <c:pt idx="3365">
                  <c:v>-3.4913447821805735E-2</c:v>
                </c:pt>
                <c:pt idx="3366">
                  <c:v>-3.292565580575816E-2</c:v>
                </c:pt>
                <c:pt idx="3367">
                  <c:v>-2.3013528312981073E-2</c:v>
                </c:pt>
                <c:pt idx="3368">
                  <c:v>-1.3864589149594821E-2</c:v>
                </c:pt>
                <c:pt idx="3369">
                  <c:v>-1.9801341556533892E-2</c:v>
                </c:pt>
                <c:pt idx="3370">
                  <c:v>-9.8899692324958599E-2</c:v>
                </c:pt>
                <c:pt idx="3371">
                  <c:v>-7.8938243506649353E-2</c:v>
                </c:pt>
                <c:pt idx="3372">
                  <c:v>-7.4842708242080891E-2</c:v>
                </c:pt>
                <c:pt idx="3373">
                  <c:v>-9.2631893433237869E-2</c:v>
                </c:pt>
                <c:pt idx="3374">
                  <c:v>-7.9903173137406414E-2</c:v>
                </c:pt>
                <c:pt idx="3375">
                  <c:v>-2.3011203136291718E-2</c:v>
                </c:pt>
                <c:pt idx="3376">
                  <c:v>-4.9921730668037914E-2</c:v>
                </c:pt>
                <c:pt idx="3377">
                  <c:v>-8.4580696563799046E-2</c:v>
                </c:pt>
                <c:pt idx="3378">
                  <c:v>-2.5278246062356107E-2</c:v>
                </c:pt>
                <c:pt idx="3379">
                  <c:v>-4.8564092533407779E-2</c:v>
                </c:pt>
                <c:pt idx="3380">
                  <c:v>-4.3587441229277067E-2</c:v>
                </c:pt>
                <c:pt idx="3381">
                  <c:v>-6.2302073209731343E-2</c:v>
                </c:pt>
                <c:pt idx="3382">
                  <c:v>-4.9422998056173041E-2</c:v>
                </c:pt>
                <c:pt idx="3383">
                  <c:v>-4.3695772390307391E-2</c:v>
                </c:pt>
                <c:pt idx="3384">
                  <c:v>-7.799603015889961E-2</c:v>
                </c:pt>
                <c:pt idx="3385">
                  <c:v>-4.0758407977675042E-2</c:v>
                </c:pt>
                <c:pt idx="3386">
                  <c:v>-9.7648136196680668E-2</c:v>
                </c:pt>
                <c:pt idx="3387">
                  <c:v>-4.9285989668332081E-5</c:v>
                </c:pt>
                <c:pt idx="3388">
                  <c:v>-8.8307495787657161E-2</c:v>
                </c:pt>
                <c:pt idx="3389">
                  <c:v>-5.7982188924308384E-2</c:v>
                </c:pt>
                <c:pt idx="3390">
                  <c:v>-1.8425070625217106E-2</c:v>
                </c:pt>
                <c:pt idx="3391">
                  <c:v>-5.4175995139210564E-2</c:v>
                </c:pt>
                <c:pt idx="3392">
                  <c:v>-5.232133503562611E-2</c:v>
                </c:pt>
                <c:pt idx="3393">
                  <c:v>-6.4419881043826135E-2</c:v>
                </c:pt>
                <c:pt idx="3394">
                  <c:v>-5.8948135110305472E-2</c:v>
                </c:pt>
                <c:pt idx="3395">
                  <c:v>-4.6385732583785075E-2</c:v>
                </c:pt>
                <c:pt idx="3396">
                  <c:v>-4.5264365441174598E-2</c:v>
                </c:pt>
                <c:pt idx="3397">
                  <c:v>-6.1612791556233552E-2</c:v>
                </c:pt>
                <c:pt idx="3398">
                  <c:v>-4.2438341544369179E-2</c:v>
                </c:pt>
                <c:pt idx="3399">
                  <c:v>-5.579263327847709E-2</c:v>
                </c:pt>
                <c:pt idx="3400">
                  <c:v>-5.5193715457396458E-2</c:v>
                </c:pt>
                <c:pt idx="3401">
                  <c:v>-2.6427497702094703E-2</c:v>
                </c:pt>
                <c:pt idx="3402">
                  <c:v>-2.2058460335052821E-2</c:v>
                </c:pt>
                <c:pt idx="3403">
                  <c:v>-4.5942971264241565E-2</c:v>
                </c:pt>
                <c:pt idx="3404">
                  <c:v>-4.2143971088881065E-2</c:v>
                </c:pt>
                <c:pt idx="3405">
                  <c:v>-3.1853293750365656E-2</c:v>
                </c:pt>
                <c:pt idx="3406">
                  <c:v>-2.8370402891610146E-2</c:v>
                </c:pt>
                <c:pt idx="3407">
                  <c:v>-3.7691362095580098E-2</c:v>
                </c:pt>
                <c:pt idx="3408">
                  <c:v>-2.6644206355826622E-2</c:v>
                </c:pt>
                <c:pt idx="3409">
                  <c:v>-2.1412771972183973E-2</c:v>
                </c:pt>
                <c:pt idx="3410">
                  <c:v>4.2640177454588511E-3</c:v>
                </c:pt>
                <c:pt idx="3411">
                  <c:v>-2.9220173996708902E-2</c:v>
                </c:pt>
                <c:pt idx="3412">
                  <c:v>-3.1382701507319019E-2</c:v>
                </c:pt>
                <c:pt idx="3413">
                  <c:v>-4.2739977685222828E-2</c:v>
                </c:pt>
                <c:pt idx="3414">
                  <c:v>-5.2514906941699246E-2</c:v>
                </c:pt>
                <c:pt idx="3415">
                  <c:v>-3.5210078867933869E-2</c:v>
                </c:pt>
                <c:pt idx="3416">
                  <c:v>-4.5183328273950253E-2</c:v>
                </c:pt>
                <c:pt idx="3417">
                  <c:v>1.5117323300807412E-2</c:v>
                </c:pt>
                <c:pt idx="3418">
                  <c:v>1.7550634129994074E-2</c:v>
                </c:pt>
                <c:pt idx="3419">
                  <c:v>-1.5015960185768054E-2</c:v>
                </c:pt>
                <c:pt idx="3420">
                  <c:v>-6.0535252619723715E-2</c:v>
                </c:pt>
                <c:pt idx="3421">
                  <c:v>-4.18045352899633E-2</c:v>
                </c:pt>
                <c:pt idx="3422">
                  <c:v>-0.12013698093032132</c:v>
                </c:pt>
                <c:pt idx="3423">
                  <c:v>-2.9630060989255046E-2</c:v>
                </c:pt>
                <c:pt idx="3424">
                  <c:v>-4.5329100747158318E-2</c:v>
                </c:pt>
                <c:pt idx="3425">
                  <c:v>-5.7055270534385305E-2</c:v>
                </c:pt>
                <c:pt idx="3426">
                  <c:v>-4.46919129942027E-2</c:v>
                </c:pt>
                <c:pt idx="3427">
                  <c:v>-4.2673153152909017E-2</c:v>
                </c:pt>
                <c:pt idx="3428">
                  <c:v>-5.1457606246786802E-2</c:v>
                </c:pt>
                <c:pt idx="3429">
                  <c:v>-4.1876253172894173E-2</c:v>
                </c:pt>
                <c:pt idx="3430">
                  <c:v>-5.2797520812324257E-2</c:v>
                </c:pt>
                <c:pt idx="3431">
                  <c:v>-3.1653094525083442E-2</c:v>
                </c:pt>
                <c:pt idx="3432">
                  <c:v>-2.1358830545081271E-2</c:v>
                </c:pt>
                <c:pt idx="3433">
                  <c:v>7.0675954924891947E-3</c:v>
                </c:pt>
                <c:pt idx="3434">
                  <c:v>1.7641064396340719E-2</c:v>
                </c:pt>
                <c:pt idx="3435">
                  <c:v>1.808020350093895E-2</c:v>
                </c:pt>
                <c:pt idx="3436">
                  <c:v>1.4407968859129365E-2</c:v>
                </c:pt>
                <c:pt idx="3437">
                  <c:v>1.3338621482468282E-2</c:v>
                </c:pt>
                <c:pt idx="3438">
                  <c:v>8.0113318182664893E-3</c:v>
                </c:pt>
                <c:pt idx="3439">
                  <c:v>9.6656678659917967E-3</c:v>
                </c:pt>
                <c:pt idx="3440">
                  <c:v>3.3315521450361221E-2</c:v>
                </c:pt>
                <c:pt idx="3441">
                  <c:v>2.5357607016880689E-2</c:v>
                </c:pt>
                <c:pt idx="3442">
                  <c:v>3.9561809580895252E-2</c:v>
                </c:pt>
                <c:pt idx="3443">
                  <c:v>4.7962051702950897E-2</c:v>
                </c:pt>
                <c:pt idx="3444">
                  <c:v>4.0857253687952767E-2</c:v>
                </c:pt>
                <c:pt idx="3445">
                  <c:v>4.9668469159047497E-2</c:v>
                </c:pt>
                <c:pt idx="3446">
                  <c:v>4.4001601863165735E-2</c:v>
                </c:pt>
                <c:pt idx="3447">
                  <c:v>5.020618892415208E-2</c:v>
                </c:pt>
                <c:pt idx="3448">
                  <c:v>4.7502424322283202E-2</c:v>
                </c:pt>
                <c:pt idx="3449">
                  <c:v>3.8675225123828143E-2</c:v>
                </c:pt>
                <c:pt idx="3450">
                  <c:v>3.7546523491753171E-2</c:v>
                </c:pt>
                <c:pt idx="3451">
                  <c:v>-4.9771481345404461E-2</c:v>
                </c:pt>
                <c:pt idx="3452">
                  <c:v>-4.9827777821014406E-2</c:v>
                </c:pt>
                <c:pt idx="3453">
                  <c:v>-4.9856438442193923E-2</c:v>
                </c:pt>
                <c:pt idx="3454">
                  <c:v>-4.4343751421207653E-2</c:v>
                </c:pt>
                <c:pt idx="3455">
                  <c:v>-4.0652444413634962E-2</c:v>
                </c:pt>
                <c:pt idx="3456">
                  <c:v>-7.3219876283060661E-2</c:v>
                </c:pt>
                <c:pt idx="3457">
                  <c:v>-6.5448176603644201E-2</c:v>
                </c:pt>
                <c:pt idx="3458">
                  <c:v>-7.9254124658782704E-2</c:v>
                </c:pt>
                <c:pt idx="3459">
                  <c:v>-6.062374102224783E-2</c:v>
                </c:pt>
                <c:pt idx="3460">
                  <c:v>-5.9095382538470333E-2</c:v>
                </c:pt>
                <c:pt idx="3461">
                  <c:v>-5.800966227152312E-2</c:v>
                </c:pt>
                <c:pt idx="3462">
                  <c:v>-7.0236284446276692E-2</c:v>
                </c:pt>
                <c:pt idx="3463">
                  <c:v>-8.627916391225908E-2</c:v>
                </c:pt>
                <c:pt idx="3464">
                  <c:v>-5.888200138749268E-2</c:v>
                </c:pt>
                <c:pt idx="3465">
                  <c:v>-4.7582072915155524E-2</c:v>
                </c:pt>
                <c:pt idx="3466">
                  <c:v>-4.6232338677739272E-2</c:v>
                </c:pt>
                <c:pt idx="3467">
                  <c:v>-6.0473839938595987E-2</c:v>
                </c:pt>
                <c:pt idx="3468">
                  <c:v>-4.8947146280419657E-2</c:v>
                </c:pt>
                <c:pt idx="3469">
                  <c:v>-3.0918305398733047E-2</c:v>
                </c:pt>
                <c:pt idx="3470">
                  <c:v>-8.9011050485037754E-2</c:v>
                </c:pt>
                <c:pt idx="3471">
                  <c:v>-5.1858823483624063E-2</c:v>
                </c:pt>
                <c:pt idx="3472">
                  <c:v>-4.2827150164467663E-2</c:v>
                </c:pt>
                <c:pt idx="3473">
                  <c:v>-4.4404474776974068E-2</c:v>
                </c:pt>
                <c:pt idx="3474">
                  <c:v>-5.076397120101394E-2</c:v>
                </c:pt>
                <c:pt idx="3475">
                  <c:v>-6.0641550457522446E-2</c:v>
                </c:pt>
                <c:pt idx="3476">
                  <c:v>-6.4680193107194667E-2</c:v>
                </c:pt>
                <c:pt idx="3477">
                  <c:v>-6.6608353096939341E-2</c:v>
                </c:pt>
                <c:pt idx="3478">
                  <c:v>-5.3644081288633245E-2</c:v>
                </c:pt>
                <c:pt idx="3479">
                  <c:v>-5.7508355071000133E-2</c:v>
                </c:pt>
                <c:pt idx="3480">
                  <c:v>-5.2647256829563761E-2</c:v>
                </c:pt>
                <c:pt idx="3481">
                  <c:v>-5.5178731983997802E-2</c:v>
                </c:pt>
                <c:pt idx="3482">
                  <c:v>-5.6612028080299179E-2</c:v>
                </c:pt>
                <c:pt idx="3483">
                  <c:v>-6.0980185707888532E-2</c:v>
                </c:pt>
                <c:pt idx="3484">
                  <c:v>-5.5716403134338184E-2</c:v>
                </c:pt>
                <c:pt idx="3485">
                  <c:v>-5.2162400667918607E-2</c:v>
                </c:pt>
                <c:pt idx="3486">
                  <c:v>-4.5457783004972087E-2</c:v>
                </c:pt>
                <c:pt idx="3487">
                  <c:v>-7.2183649336438449E-2</c:v>
                </c:pt>
                <c:pt idx="3488">
                  <c:v>-7.8039448723739954E-2</c:v>
                </c:pt>
                <c:pt idx="3489">
                  <c:v>-1.7903915297016793E-2</c:v>
                </c:pt>
                <c:pt idx="3490">
                  <c:v>2.6134859519715156E-2</c:v>
                </c:pt>
                <c:pt idx="3491">
                  <c:v>3.4720318236142106E-2</c:v>
                </c:pt>
                <c:pt idx="3492">
                  <c:v>5.1652312423683521E-3</c:v>
                </c:pt>
                <c:pt idx="3493">
                  <c:v>-2.370035148807224E-2</c:v>
                </c:pt>
                <c:pt idx="3494">
                  <c:v>-6.3806338406399418E-2</c:v>
                </c:pt>
                <c:pt idx="3495">
                  <c:v>-7.1916279076196576E-2</c:v>
                </c:pt>
                <c:pt idx="3496">
                  <c:v>-7.9557292826576489E-2</c:v>
                </c:pt>
                <c:pt idx="3497">
                  <c:v>-7.8133246263449752E-2</c:v>
                </c:pt>
                <c:pt idx="3498">
                  <c:v>-8.4437501434666704E-2</c:v>
                </c:pt>
                <c:pt idx="3499">
                  <c:v>-8.820420457325405E-2</c:v>
                </c:pt>
                <c:pt idx="3500">
                  <c:v>-8.1963553176423315E-2</c:v>
                </c:pt>
                <c:pt idx="3501">
                  <c:v>-7.8811614957216919E-2</c:v>
                </c:pt>
                <c:pt idx="3502">
                  <c:v>-7.5811605440078908E-2</c:v>
                </c:pt>
                <c:pt idx="3503">
                  <c:v>-7.2150794451000783E-2</c:v>
                </c:pt>
                <c:pt idx="3504">
                  <c:v>-5.979413111484725E-2</c:v>
                </c:pt>
                <c:pt idx="3505">
                  <c:v>-5.8959457139014237E-2</c:v>
                </c:pt>
                <c:pt idx="3506">
                  <c:v>-5.8296697236998443E-2</c:v>
                </c:pt>
                <c:pt idx="3507">
                  <c:v>-6.1354137346129024E-2</c:v>
                </c:pt>
                <c:pt idx="3508">
                  <c:v>-6.0207920118739433E-2</c:v>
                </c:pt>
                <c:pt idx="3509">
                  <c:v>-6.4705821232044741E-2</c:v>
                </c:pt>
                <c:pt idx="3510">
                  <c:v>-5.5033412438674434E-2</c:v>
                </c:pt>
                <c:pt idx="3511">
                  <c:v>-7.5859051212045295E-2</c:v>
                </c:pt>
                <c:pt idx="3512">
                  <c:v>-6.0133883199369326E-2</c:v>
                </c:pt>
                <c:pt idx="3513">
                  <c:v>-8.4916746888763731E-2</c:v>
                </c:pt>
                <c:pt idx="3514">
                  <c:v>-7.9842165406247875E-2</c:v>
                </c:pt>
                <c:pt idx="3515">
                  <c:v>-6.2868143657070469E-2</c:v>
                </c:pt>
                <c:pt idx="3516">
                  <c:v>-6.8296721881792657E-2</c:v>
                </c:pt>
                <c:pt idx="3517">
                  <c:v>-6.543568855995914E-2</c:v>
                </c:pt>
                <c:pt idx="3518">
                  <c:v>-5.2736057932832425E-2</c:v>
                </c:pt>
                <c:pt idx="3519">
                  <c:v>-5.5336786924413989E-2</c:v>
                </c:pt>
                <c:pt idx="3520">
                  <c:v>-5.5128106977867151E-2</c:v>
                </c:pt>
                <c:pt idx="3521">
                  <c:v>-6.6508186449088375E-2</c:v>
                </c:pt>
                <c:pt idx="3522">
                  <c:v>-7.3325952975475145E-2</c:v>
                </c:pt>
                <c:pt idx="3523">
                  <c:v>-7.8261687762279347E-2</c:v>
                </c:pt>
                <c:pt idx="3524">
                  <c:v>-6.979103507375109E-2</c:v>
                </c:pt>
                <c:pt idx="3525">
                  <c:v>-6.3757222788301315E-2</c:v>
                </c:pt>
                <c:pt idx="3526">
                  <c:v>-5.3235371187169388E-2</c:v>
                </c:pt>
                <c:pt idx="3527">
                  <c:v>-5.6120871075627354E-2</c:v>
                </c:pt>
                <c:pt idx="3528">
                  <c:v>-5.7072763094191105E-2</c:v>
                </c:pt>
                <c:pt idx="3529">
                  <c:v>-6.320705474608132E-2</c:v>
                </c:pt>
                <c:pt idx="3530">
                  <c:v>-7.2199567978716725E-2</c:v>
                </c:pt>
                <c:pt idx="3531">
                  <c:v>-8.1874676164936711E-2</c:v>
                </c:pt>
                <c:pt idx="3532">
                  <c:v>-7.4547828038765501E-2</c:v>
                </c:pt>
                <c:pt idx="3533">
                  <c:v>-6.0504922618213344E-2</c:v>
                </c:pt>
                <c:pt idx="3534">
                  <c:v>-6.08064683123897E-2</c:v>
                </c:pt>
                <c:pt idx="3535">
                  <c:v>-5.8198662822735989E-2</c:v>
                </c:pt>
                <c:pt idx="3536">
                  <c:v>-6.0513207128030502E-2</c:v>
                </c:pt>
                <c:pt idx="3537">
                  <c:v>-6.8723741172198288E-2</c:v>
                </c:pt>
                <c:pt idx="3538">
                  <c:v>-6.8668170214583504E-2</c:v>
                </c:pt>
                <c:pt idx="3539">
                  <c:v>-6.5327533586774456E-2</c:v>
                </c:pt>
                <c:pt idx="3540">
                  <c:v>-6.8488536553754767E-2</c:v>
                </c:pt>
                <c:pt idx="3541">
                  <c:v>-7.2743241083513002E-2</c:v>
                </c:pt>
                <c:pt idx="3542">
                  <c:v>-5.9003152170194764E-2</c:v>
                </c:pt>
                <c:pt idx="3543">
                  <c:v>-6.6087766299690223E-2</c:v>
                </c:pt>
                <c:pt idx="3544">
                  <c:v>-6.4530578031585739E-2</c:v>
                </c:pt>
                <c:pt idx="3545">
                  <c:v>-4.9025519464772953E-2</c:v>
                </c:pt>
                <c:pt idx="3546">
                  <c:v>-5.395978741457301E-2</c:v>
                </c:pt>
                <c:pt idx="3547">
                  <c:v>-4.6268797135424519E-2</c:v>
                </c:pt>
                <c:pt idx="3548">
                  <c:v>-4.6016037795265537E-2</c:v>
                </c:pt>
                <c:pt idx="3549">
                  <c:v>-6.6287198145176765E-2</c:v>
                </c:pt>
                <c:pt idx="3550">
                  <c:v>-9.2530307897758651E-2</c:v>
                </c:pt>
                <c:pt idx="3551">
                  <c:v>-6.5988145059204598E-2</c:v>
                </c:pt>
                <c:pt idx="3552">
                  <c:v>-5.8647616266563535E-2</c:v>
                </c:pt>
                <c:pt idx="3553">
                  <c:v>-7.023675328148643E-2</c:v>
                </c:pt>
                <c:pt idx="3554">
                  <c:v>-7.2643750893803524E-2</c:v>
                </c:pt>
                <c:pt idx="3555">
                  <c:v>-5.8883487876376178E-2</c:v>
                </c:pt>
                <c:pt idx="3556">
                  <c:v>-0.12471478437006836</c:v>
                </c:pt>
                <c:pt idx="3557">
                  <c:v>-6.6558026363309139E-2</c:v>
                </c:pt>
                <c:pt idx="3558">
                  <c:v>2.0815397171627826E-3</c:v>
                </c:pt>
                <c:pt idx="3559">
                  <c:v>4.5162638799639727E-3</c:v>
                </c:pt>
                <c:pt idx="3560">
                  <c:v>1.8062268390415127E-2</c:v>
                </c:pt>
                <c:pt idx="3561">
                  <c:v>2.2061116655328911E-2</c:v>
                </c:pt>
                <c:pt idx="3562">
                  <c:v>1.5414458408870371E-2</c:v>
                </c:pt>
                <c:pt idx="3563">
                  <c:v>1.2977732467655167E-2</c:v>
                </c:pt>
                <c:pt idx="3564">
                  <c:v>9.19656230263316E-3</c:v>
                </c:pt>
                <c:pt idx="3565">
                  <c:v>7.9041823005499834E-3</c:v>
                </c:pt>
                <c:pt idx="3566">
                  <c:v>6.1993754606418051E-3</c:v>
                </c:pt>
                <c:pt idx="3567">
                  <c:v>4.5446686729867262E-3</c:v>
                </c:pt>
                <c:pt idx="3568">
                  <c:v>4.1093574632070223E-3</c:v>
                </c:pt>
                <c:pt idx="3569">
                  <c:v>5.4010540581949954E-3</c:v>
                </c:pt>
                <c:pt idx="3570">
                  <c:v>3.1874772208480367E-3</c:v>
                </c:pt>
                <c:pt idx="3571">
                  <c:v>2.8268465753313664E-3</c:v>
                </c:pt>
                <c:pt idx="3572">
                  <c:v>2.0147427736740614E-3</c:v>
                </c:pt>
                <c:pt idx="3573">
                  <c:v>1.8287542813532059E-3</c:v>
                </c:pt>
                <c:pt idx="3574">
                  <c:v>1.0915879038845297E-3</c:v>
                </c:pt>
                <c:pt idx="3575">
                  <c:v>7.4532778101205695E-4</c:v>
                </c:pt>
                <c:pt idx="3576">
                  <c:v>4.6538422979570574E-4</c:v>
                </c:pt>
                <c:pt idx="3577">
                  <c:v>8.854934608918684E-4</c:v>
                </c:pt>
                <c:pt idx="3578">
                  <c:v>8.5704342147238091E-4</c:v>
                </c:pt>
                <c:pt idx="3579">
                  <c:v>6.8291712045560459E-4</c:v>
                </c:pt>
                <c:pt idx="3580">
                  <c:v>-0.10290821086938588</c:v>
                </c:pt>
                <c:pt idx="3581">
                  <c:v>-0.13343550069854554</c:v>
                </c:pt>
                <c:pt idx="3582">
                  <c:v>-0.130604598614429</c:v>
                </c:pt>
                <c:pt idx="3583">
                  <c:v>-0.15715085099588083</c:v>
                </c:pt>
                <c:pt idx="3584">
                  <c:v>-0.11856403635232669</c:v>
                </c:pt>
                <c:pt idx="3585">
                  <c:v>-0.15252236965875551</c:v>
                </c:pt>
                <c:pt idx="3586">
                  <c:v>3.1366268004674284E-2</c:v>
                </c:pt>
                <c:pt idx="3587">
                  <c:v>-0.13549166515636862</c:v>
                </c:pt>
                <c:pt idx="3588">
                  <c:v>1.2611385790449358E-2</c:v>
                </c:pt>
                <c:pt idx="3589">
                  <c:v>-1.1134509836548238E-2</c:v>
                </c:pt>
                <c:pt idx="3590">
                  <c:v>-0.15065277793503692</c:v>
                </c:pt>
                <c:pt idx="3591">
                  <c:v>-1.9468938887926539E-2</c:v>
                </c:pt>
                <c:pt idx="3592">
                  <c:v>-0.15846173434261723</c:v>
                </c:pt>
                <c:pt idx="3593">
                  <c:v>-2.0645771395116599E-2</c:v>
                </c:pt>
                <c:pt idx="3594">
                  <c:v>4.9477284170771595E-2</c:v>
                </c:pt>
                <c:pt idx="3595">
                  <c:v>5.3905092718021755E-2</c:v>
                </c:pt>
                <c:pt idx="3596">
                  <c:v>-8.462269326039093E-2</c:v>
                </c:pt>
                <c:pt idx="3597">
                  <c:v>-5.162100712426191E-2</c:v>
                </c:pt>
                <c:pt idx="3598">
                  <c:v>-0.16117874173841867</c:v>
                </c:pt>
                <c:pt idx="3599">
                  <c:v>-4.203340301851053E-2</c:v>
                </c:pt>
                <c:pt idx="3600">
                  <c:v>-0.12166844520228445</c:v>
                </c:pt>
                <c:pt idx="3601">
                  <c:v>-0.12833506603024983</c:v>
                </c:pt>
                <c:pt idx="3602">
                  <c:v>-6.331400861201987E-2</c:v>
                </c:pt>
                <c:pt idx="3603">
                  <c:v>-5.7108456370981088E-2</c:v>
                </c:pt>
                <c:pt idx="3604">
                  <c:v>5.6483383510956692E-3</c:v>
                </c:pt>
                <c:pt idx="3605">
                  <c:v>-6.243388748016717E-2</c:v>
                </c:pt>
                <c:pt idx="3606">
                  <c:v>-8.2801523894953412E-3</c:v>
                </c:pt>
                <c:pt idx="3607">
                  <c:v>-8.2011690033475013E-2</c:v>
                </c:pt>
                <c:pt idx="3608">
                  <c:v>-0.13708834506146234</c:v>
                </c:pt>
                <c:pt idx="3609">
                  <c:v>-6.404997087315778E-2</c:v>
                </c:pt>
                <c:pt idx="3610">
                  <c:v>-2.1125258009123127E-2</c:v>
                </c:pt>
                <c:pt idx="3611">
                  <c:v>-8.3412108758083497E-2</c:v>
                </c:pt>
                <c:pt idx="3612">
                  <c:v>-8.1361600724852531E-2</c:v>
                </c:pt>
                <c:pt idx="3613">
                  <c:v>1.212365726205374E-3</c:v>
                </c:pt>
                <c:pt idx="3614">
                  <c:v>-0.10664350167194055</c:v>
                </c:pt>
                <c:pt idx="3615">
                  <c:v>3.0681081712045255E-2</c:v>
                </c:pt>
                <c:pt idx="3616">
                  <c:v>-2.2291030594018751E-2</c:v>
                </c:pt>
                <c:pt idx="3617">
                  <c:v>-2.5541556172906883E-2</c:v>
                </c:pt>
                <c:pt idx="3618">
                  <c:v>-3.9776607325554519E-2</c:v>
                </c:pt>
                <c:pt idx="3619">
                  <c:v>-9.9231389928908148E-2</c:v>
                </c:pt>
                <c:pt idx="3620">
                  <c:v>-6.6509136406601777E-2</c:v>
                </c:pt>
                <c:pt idx="3621">
                  <c:v>-4.0344730889668882E-2</c:v>
                </c:pt>
                <c:pt idx="3622">
                  <c:v>-3.068891430104902E-2</c:v>
                </c:pt>
                <c:pt idx="3623">
                  <c:v>-3.4273393724545431E-3</c:v>
                </c:pt>
                <c:pt idx="3624">
                  <c:v>-5.4958974442284363E-2</c:v>
                </c:pt>
                <c:pt idx="3625">
                  <c:v>-5.4045540280664099E-2</c:v>
                </c:pt>
                <c:pt idx="3626">
                  <c:v>-6.6478252499256305E-2</c:v>
                </c:pt>
                <c:pt idx="3627">
                  <c:v>-6.2973915690859028E-2</c:v>
                </c:pt>
                <c:pt idx="3628">
                  <c:v>-7.0616031909781413E-2</c:v>
                </c:pt>
                <c:pt idx="3629">
                  <c:v>-6.7946380742566037E-2</c:v>
                </c:pt>
                <c:pt idx="3630">
                  <c:v>-6.6734901936144106E-2</c:v>
                </c:pt>
                <c:pt idx="3631">
                  <c:v>-5.1410470120224143E-2</c:v>
                </c:pt>
                <c:pt idx="3632">
                  <c:v>-7.8073390574701446E-2</c:v>
                </c:pt>
                <c:pt idx="3633">
                  <c:v>-3.5572218407323802E-2</c:v>
                </c:pt>
                <c:pt idx="3634">
                  <c:v>2.6422677693411306E-2</c:v>
                </c:pt>
                <c:pt idx="3635">
                  <c:v>2.5851433055634851E-2</c:v>
                </c:pt>
                <c:pt idx="3636">
                  <c:v>-3.4470675762565801E-2</c:v>
                </c:pt>
                <c:pt idx="3637">
                  <c:v>-1.972488544540835E-2</c:v>
                </c:pt>
                <c:pt idx="3638">
                  <c:v>7.1533117079448224E-3</c:v>
                </c:pt>
                <c:pt idx="3639">
                  <c:v>-2.5403212985985194E-2</c:v>
                </c:pt>
                <c:pt idx="3640">
                  <c:v>-3.1593264428884195E-2</c:v>
                </c:pt>
                <c:pt idx="3641">
                  <c:v>7.586427128087281E-3</c:v>
                </c:pt>
                <c:pt idx="3642">
                  <c:v>-3.5975326062567106E-2</c:v>
                </c:pt>
                <c:pt idx="3643">
                  <c:v>-7.6429981370238459E-2</c:v>
                </c:pt>
                <c:pt idx="3644">
                  <c:v>-7.2785189653148757E-2</c:v>
                </c:pt>
                <c:pt idx="3645">
                  <c:v>-2.2650955590293863E-2</c:v>
                </c:pt>
                <c:pt idx="3646">
                  <c:v>-1.1955067739103865E-2</c:v>
                </c:pt>
                <c:pt idx="3647">
                  <c:v>-5.5104361905659136E-2</c:v>
                </c:pt>
                <c:pt idx="3648">
                  <c:v>-5.2842646858690341E-2</c:v>
                </c:pt>
                <c:pt idx="3649">
                  <c:v>-4.6260589650277475E-2</c:v>
                </c:pt>
                <c:pt idx="3650">
                  <c:v>-4.5289571876239769E-2</c:v>
                </c:pt>
                <c:pt idx="3651">
                  <c:v>-4.9794353144610247E-2</c:v>
                </c:pt>
                <c:pt idx="3652">
                  <c:v>-5.0774411085733495E-2</c:v>
                </c:pt>
                <c:pt idx="3653">
                  <c:v>-5.2414314132065855E-2</c:v>
                </c:pt>
                <c:pt idx="3654">
                  <c:v>-5.8001035403032829E-2</c:v>
                </c:pt>
                <c:pt idx="3655">
                  <c:v>-8.3235075534650343E-2</c:v>
                </c:pt>
                <c:pt idx="3656">
                  <c:v>-1.270218690503982E-2</c:v>
                </c:pt>
                <c:pt idx="3657">
                  <c:v>-6.4182651599628729E-2</c:v>
                </c:pt>
                <c:pt idx="3658">
                  <c:v>-1.1091192981090193E-2</c:v>
                </c:pt>
                <c:pt idx="3659">
                  <c:v>-8.9742267652807545E-2</c:v>
                </c:pt>
                <c:pt idx="3660">
                  <c:v>6.0533593628396054E-2</c:v>
                </c:pt>
                <c:pt idx="3661">
                  <c:v>-1.3852374899806764E-2</c:v>
                </c:pt>
                <c:pt idx="3662">
                  <c:v>-2.6535118059330721E-2</c:v>
                </c:pt>
                <c:pt idx="3663">
                  <c:v>-4.0108734374362284E-2</c:v>
                </c:pt>
                <c:pt idx="3664">
                  <c:v>1.0739542619278254E-3</c:v>
                </c:pt>
                <c:pt idx="3665">
                  <c:v>1.1814136320288075E-2</c:v>
                </c:pt>
                <c:pt idx="3666">
                  <c:v>-6.5208077406833487E-2</c:v>
                </c:pt>
                <c:pt idx="3667">
                  <c:v>-5.4560823745349721E-2</c:v>
                </c:pt>
                <c:pt idx="3668">
                  <c:v>-2.7545798088852377E-2</c:v>
                </c:pt>
                <c:pt idx="3669">
                  <c:v>-1.4685161772253269E-2</c:v>
                </c:pt>
                <c:pt idx="3670">
                  <c:v>-6.3506699871524311E-2</c:v>
                </c:pt>
                <c:pt idx="3671">
                  <c:v>-4.2419689595300569E-2</c:v>
                </c:pt>
                <c:pt idx="3672">
                  <c:v>-6.4953494767997944E-2</c:v>
                </c:pt>
                <c:pt idx="3673">
                  <c:v>-9.0746439043044025E-2</c:v>
                </c:pt>
                <c:pt idx="3674">
                  <c:v>-7.403663667338764E-2</c:v>
                </c:pt>
                <c:pt idx="3675">
                  <c:v>-5.2895281727964004E-3</c:v>
                </c:pt>
                <c:pt idx="3676">
                  <c:v>-0.14889839121364712</c:v>
                </c:pt>
                <c:pt idx="3677">
                  <c:v>-0.16218171615363519</c:v>
                </c:pt>
                <c:pt idx="3678">
                  <c:v>-0.15103206512736905</c:v>
                </c:pt>
                <c:pt idx="3679">
                  <c:v>-9.3984535212150555E-2</c:v>
                </c:pt>
                <c:pt idx="3680">
                  <c:v>1.8453258534515383E-3</c:v>
                </c:pt>
                <c:pt idx="3681">
                  <c:v>1.1670862498415268E-2</c:v>
                </c:pt>
                <c:pt idx="3682">
                  <c:v>-2.6716600268795381E-4</c:v>
                </c:pt>
                <c:pt idx="3683">
                  <c:v>-9.3511058939731787E-3</c:v>
                </c:pt>
                <c:pt idx="3684">
                  <c:v>-1.3103624972296621E-2</c:v>
                </c:pt>
                <c:pt idx="3685">
                  <c:v>-0.11899656926119635</c:v>
                </c:pt>
                <c:pt idx="3686">
                  <c:v>-0.13499012163826407</c:v>
                </c:pt>
                <c:pt idx="3687">
                  <c:v>-8.7937579381283673E-2</c:v>
                </c:pt>
                <c:pt idx="3688">
                  <c:v>-0.11387759635288323</c:v>
                </c:pt>
                <c:pt idx="3689">
                  <c:v>-2.461209063518937E-2</c:v>
                </c:pt>
                <c:pt idx="3690">
                  <c:v>1.0734982662970721E-2</c:v>
                </c:pt>
                <c:pt idx="3691">
                  <c:v>2.2224290504129027E-2</c:v>
                </c:pt>
                <c:pt idx="3692">
                  <c:v>2.1198166665044652E-2</c:v>
                </c:pt>
                <c:pt idx="3693">
                  <c:v>1.675057926940321E-2</c:v>
                </c:pt>
                <c:pt idx="3694">
                  <c:v>1.3289324564310081E-2</c:v>
                </c:pt>
                <c:pt idx="3695">
                  <c:v>3.9469561523872033E-3</c:v>
                </c:pt>
                <c:pt idx="3696">
                  <c:v>1.1576049019201115E-3</c:v>
                </c:pt>
                <c:pt idx="3697">
                  <c:v>5.0109935664137092E-4</c:v>
                </c:pt>
                <c:pt idx="3698">
                  <c:v>2.3501329688950089E-4</c:v>
                </c:pt>
                <c:pt idx="3699">
                  <c:v>2.470751964044529E-4</c:v>
                </c:pt>
                <c:pt idx="3700">
                  <c:v>9.3101160896860973E-4</c:v>
                </c:pt>
                <c:pt idx="3701">
                  <c:v>8.7838059027532894E-4</c:v>
                </c:pt>
                <c:pt idx="3702">
                  <c:v>3.3448021988625714E-3</c:v>
                </c:pt>
                <c:pt idx="3703">
                  <c:v>1.8172553408982554E-3</c:v>
                </c:pt>
                <c:pt idx="3704">
                  <c:v>6.6193879073993848E-3</c:v>
                </c:pt>
                <c:pt idx="3705">
                  <c:v>4.4733543457171092E-3</c:v>
                </c:pt>
                <c:pt idx="3706">
                  <c:v>2.2093289181743252E-3</c:v>
                </c:pt>
                <c:pt idx="3707">
                  <c:v>8.7144585566017053E-4</c:v>
                </c:pt>
                <c:pt idx="3708">
                  <c:v>4.416080097818888E-4</c:v>
                </c:pt>
                <c:pt idx="3709">
                  <c:v>6.7024995611904715E-4</c:v>
                </c:pt>
                <c:pt idx="3710">
                  <c:v>8.4329813816422152E-4</c:v>
                </c:pt>
                <c:pt idx="3711">
                  <c:v>1.0140688448344352E-3</c:v>
                </c:pt>
                <c:pt idx="3712">
                  <c:v>6.9669599133570905E-4</c:v>
                </c:pt>
                <c:pt idx="3713">
                  <c:v>2.7538122172426041E-3</c:v>
                </c:pt>
                <c:pt idx="3714">
                  <c:v>1.3607155667631834E-3</c:v>
                </c:pt>
                <c:pt idx="3715">
                  <c:v>5.0627246562042817E-4</c:v>
                </c:pt>
                <c:pt idx="3716">
                  <c:v>1.9309830017178015E-4</c:v>
                </c:pt>
                <c:pt idx="3717">
                  <c:v>4.5947711145244111E-5</c:v>
                </c:pt>
                <c:pt idx="3718">
                  <c:v>-2.2871204326809511E-4</c:v>
                </c:pt>
                <c:pt idx="3719">
                  <c:v>-4.0351007559515854E-4</c:v>
                </c:pt>
                <c:pt idx="3720">
                  <c:v>-3.2558183210162136E-4</c:v>
                </c:pt>
                <c:pt idx="3721">
                  <c:v>-3.9195325407352975E-4</c:v>
                </c:pt>
                <c:pt idx="3722">
                  <c:v>-4.2850995166718347E-4</c:v>
                </c:pt>
                <c:pt idx="3723">
                  <c:v>-2.6477656442064698E-4</c:v>
                </c:pt>
                <c:pt idx="3724">
                  <c:v>-1.7089850918679324E-4</c:v>
                </c:pt>
                <c:pt idx="3725">
                  <c:v>-2.3489704935142805E-4</c:v>
                </c:pt>
                <c:pt idx="3726">
                  <c:v>-3.4001504310469255E-5</c:v>
                </c:pt>
                <c:pt idx="3727">
                  <c:v>5.9268035904510772E-5</c:v>
                </c:pt>
                <c:pt idx="3728">
                  <c:v>-2.2540814966537625E-4</c:v>
                </c:pt>
                <c:pt idx="3729">
                  <c:v>-8.8823310005516055E-4</c:v>
                </c:pt>
                <c:pt idx="3730">
                  <c:v>-1.3115614387189073E-3</c:v>
                </c:pt>
                <c:pt idx="3731">
                  <c:v>-1.6452907576780321E-3</c:v>
                </c:pt>
                <c:pt idx="3732">
                  <c:v>-1.4844031836348014E-3</c:v>
                </c:pt>
                <c:pt idx="3733">
                  <c:v>-1.1789130120576175E-3</c:v>
                </c:pt>
                <c:pt idx="3734">
                  <c:v>-1.0823221529344283E-3</c:v>
                </c:pt>
                <c:pt idx="3735">
                  <c:v>-1.3811038423714563E-3</c:v>
                </c:pt>
                <c:pt idx="3736">
                  <c:v>-1.2260612856322952E-3</c:v>
                </c:pt>
                <c:pt idx="3737">
                  <c:v>1.2505727800459165E-3</c:v>
                </c:pt>
                <c:pt idx="3738">
                  <c:v>3.7520114242704583E-4</c:v>
                </c:pt>
                <c:pt idx="3739">
                  <c:v>8.2511049504529132E-4</c:v>
                </c:pt>
                <c:pt idx="3740">
                  <c:v>1.9312271660595093E-4</c:v>
                </c:pt>
                <c:pt idx="3741">
                  <c:v>4.5428779884111561E-5</c:v>
                </c:pt>
                <c:pt idx="3742">
                  <c:v>-2.6712458738829429E-5</c:v>
                </c:pt>
                <c:pt idx="3743">
                  <c:v>2.2283747656345278E-5</c:v>
                </c:pt>
                <c:pt idx="3744">
                  <c:v>6.7646468431310921E-5</c:v>
                </c:pt>
                <c:pt idx="3745">
                  <c:v>3.6742969971257063E-5</c:v>
                </c:pt>
                <c:pt idx="3746">
                  <c:v>4.7541820784254864E-5</c:v>
                </c:pt>
                <c:pt idx="3747">
                  <c:v>5.6919117711115596E-5</c:v>
                </c:pt>
                <c:pt idx="3748">
                  <c:v>4.4541330041466534E-5</c:v>
                </c:pt>
                <c:pt idx="3749">
                  <c:v>3.6815877604777816E-5</c:v>
                </c:pt>
                <c:pt idx="3750">
                  <c:v>6.8323042150835275E-5</c:v>
                </c:pt>
                <c:pt idx="3751">
                  <c:v>2.6253591145734839E-4</c:v>
                </c:pt>
                <c:pt idx="3752">
                  <c:v>-6.0418811724247297E-4</c:v>
                </c:pt>
                <c:pt idx="3753">
                  <c:v>-1.8917802159225151E-3</c:v>
                </c:pt>
                <c:pt idx="3754">
                  <c:v>-2.8154601170643917E-3</c:v>
                </c:pt>
                <c:pt idx="3755">
                  <c:v>-2.5819266109505441E-3</c:v>
                </c:pt>
                <c:pt idx="3756">
                  <c:v>-2.7732761535669967E-3</c:v>
                </c:pt>
                <c:pt idx="3757">
                  <c:v>-2.3642097813888481E-3</c:v>
                </c:pt>
                <c:pt idx="3758">
                  <c:v>-1.4796071270210445E-3</c:v>
                </c:pt>
                <c:pt idx="3759">
                  <c:v>-1.4194933478132974E-3</c:v>
                </c:pt>
                <c:pt idx="3760">
                  <c:v>-1.6386835983481277E-3</c:v>
                </c:pt>
                <c:pt idx="3761">
                  <c:v>-1.7113114211357962E-3</c:v>
                </c:pt>
                <c:pt idx="3762">
                  <c:v>-1.8841086296651521E-3</c:v>
                </c:pt>
                <c:pt idx="3763">
                  <c:v>-2.4425902866498828E-3</c:v>
                </c:pt>
                <c:pt idx="3764">
                  <c:v>-2.4194433231448111E-3</c:v>
                </c:pt>
                <c:pt idx="3765">
                  <c:v>-2.1222983211350251E-3</c:v>
                </c:pt>
                <c:pt idx="3766">
                  <c:v>-2.5618448707458185E-3</c:v>
                </c:pt>
                <c:pt idx="3767">
                  <c:v>1.6918911314757208E-3</c:v>
                </c:pt>
                <c:pt idx="3768">
                  <c:v>6.4112870143720067E-4</c:v>
                </c:pt>
                <c:pt idx="3769">
                  <c:v>4.4291353389841118E-4</c:v>
                </c:pt>
                <c:pt idx="3770">
                  <c:v>4.3051437333482042E-4</c:v>
                </c:pt>
                <c:pt idx="3771">
                  <c:v>1.7919977006723549E-4</c:v>
                </c:pt>
                <c:pt idx="3772">
                  <c:v>2.3348563320077981E-4</c:v>
                </c:pt>
                <c:pt idx="3773">
                  <c:v>1.7111994580416631E-4</c:v>
                </c:pt>
                <c:pt idx="3774">
                  <c:v>1.0070640854909968E-4</c:v>
                </c:pt>
                <c:pt idx="3775">
                  <c:v>6.2281314818127113E-4</c:v>
                </c:pt>
                <c:pt idx="3776">
                  <c:v>1.7737023588612919E-3</c:v>
                </c:pt>
                <c:pt idx="3777">
                  <c:v>1.1975232898803389E-4</c:v>
                </c:pt>
                <c:pt idx="3778">
                  <c:v>-1.0709092564286204E-3</c:v>
                </c:pt>
                <c:pt idx="3779">
                  <c:v>-1.0743712370768629E-3</c:v>
                </c:pt>
                <c:pt idx="3780">
                  <c:v>-8.1607762192593882E-4</c:v>
                </c:pt>
                <c:pt idx="3781">
                  <c:v>-8.5287123948610754E-4</c:v>
                </c:pt>
                <c:pt idx="3782">
                  <c:v>-1.1052694111042228E-3</c:v>
                </c:pt>
                <c:pt idx="3783">
                  <c:v>-1.3420140083646259E-3</c:v>
                </c:pt>
                <c:pt idx="3784">
                  <c:v>-1.2626068702038696E-3</c:v>
                </c:pt>
                <c:pt idx="3785">
                  <c:v>-1.0276734967512055E-3</c:v>
                </c:pt>
                <c:pt idx="3786">
                  <c:v>-1.053888711210963E-3</c:v>
                </c:pt>
                <c:pt idx="3787">
                  <c:v>-9.0860219971061458E-4</c:v>
                </c:pt>
                <c:pt idx="3788">
                  <c:v>-1.0764670345624833E-3</c:v>
                </c:pt>
                <c:pt idx="3789">
                  <c:v>-1.3919362873816802E-3</c:v>
                </c:pt>
                <c:pt idx="3790">
                  <c:v>-1.4638548834575056E-3</c:v>
                </c:pt>
                <c:pt idx="3791">
                  <c:v>2.0066758970972058E-3</c:v>
                </c:pt>
                <c:pt idx="3792">
                  <c:v>7.2556191833248623E-4</c:v>
                </c:pt>
                <c:pt idx="3793">
                  <c:v>2.5590858827165768E-4</c:v>
                </c:pt>
                <c:pt idx="3794">
                  <c:v>2.5428724009408585E-4</c:v>
                </c:pt>
                <c:pt idx="3795">
                  <c:v>-5.6759862650098795E-2</c:v>
                </c:pt>
                <c:pt idx="3796">
                  <c:v>-0.1437820573112584</c:v>
                </c:pt>
                <c:pt idx="3797">
                  <c:v>-0.20827314974901753</c:v>
                </c:pt>
                <c:pt idx="3798">
                  <c:v>-8.5170214003843947E-2</c:v>
                </c:pt>
                <c:pt idx="3799">
                  <c:v>-0.12749056827583372</c:v>
                </c:pt>
                <c:pt idx="3800">
                  <c:v>6.7647204273788867E-3</c:v>
                </c:pt>
                <c:pt idx="3801">
                  <c:v>-0.14754321767664813</c:v>
                </c:pt>
                <c:pt idx="3802">
                  <c:v>-0.13660562243330185</c:v>
                </c:pt>
                <c:pt idx="3803">
                  <c:v>-9.8373414413989585E-2</c:v>
                </c:pt>
                <c:pt idx="3804">
                  <c:v>-0.11601358341838913</c:v>
                </c:pt>
                <c:pt idx="3805">
                  <c:v>-0.16965365027104357</c:v>
                </c:pt>
                <c:pt idx="3806">
                  <c:v>-0.20513499972963939</c:v>
                </c:pt>
                <c:pt idx="3807">
                  <c:v>-0.17628460981997457</c:v>
                </c:pt>
                <c:pt idx="3808">
                  <c:v>-0.17047949820498284</c:v>
                </c:pt>
                <c:pt idx="3809">
                  <c:v>-7.5306550814050507E-2</c:v>
                </c:pt>
                <c:pt idx="3810">
                  <c:v>-8.9484734829568022E-2</c:v>
                </c:pt>
                <c:pt idx="3811">
                  <c:v>-0.11944894852232502</c:v>
                </c:pt>
                <c:pt idx="3812">
                  <c:v>-0.12034643797974519</c:v>
                </c:pt>
                <c:pt idx="3813">
                  <c:v>-6.2418709829001655E-2</c:v>
                </c:pt>
                <c:pt idx="3814">
                  <c:v>-0.14499355870744354</c:v>
                </c:pt>
                <c:pt idx="3815">
                  <c:v>-0.11845876318356327</c:v>
                </c:pt>
                <c:pt idx="3816">
                  <c:v>-3.1260115768620061E-2</c:v>
                </c:pt>
                <c:pt idx="3817">
                  <c:v>-8.6809789896930667E-2</c:v>
                </c:pt>
                <c:pt idx="3818">
                  <c:v>-5.7408301112389391E-2</c:v>
                </c:pt>
                <c:pt idx="3819">
                  <c:v>-6.4714711888775159E-2</c:v>
                </c:pt>
                <c:pt idx="3820">
                  <c:v>-0.11413758846614633</c:v>
                </c:pt>
                <c:pt idx="3821">
                  <c:v>-4.5739945617873076E-2</c:v>
                </c:pt>
                <c:pt idx="3822">
                  <c:v>-0.17043289671212444</c:v>
                </c:pt>
                <c:pt idx="3823">
                  <c:v>-6.9761776122403807E-2</c:v>
                </c:pt>
                <c:pt idx="3824">
                  <c:v>-0.12659668441102345</c:v>
                </c:pt>
                <c:pt idx="3825">
                  <c:v>-0.15159030997441289</c:v>
                </c:pt>
                <c:pt idx="3826">
                  <c:v>-0.12999422109675951</c:v>
                </c:pt>
                <c:pt idx="3827">
                  <c:v>-3.5877240346521455E-2</c:v>
                </c:pt>
                <c:pt idx="3828">
                  <c:v>-5.195604825235401E-2</c:v>
                </c:pt>
                <c:pt idx="3829">
                  <c:v>-0.14268043886916335</c:v>
                </c:pt>
                <c:pt idx="3830">
                  <c:v>-0.12859393593563473</c:v>
                </c:pt>
                <c:pt idx="3831">
                  <c:v>-0.21770349107412307</c:v>
                </c:pt>
                <c:pt idx="3832">
                  <c:v>-9.1930358685932384E-2</c:v>
                </c:pt>
                <c:pt idx="3833">
                  <c:v>-0.10719327952426018</c:v>
                </c:pt>
                <c:pt idx="3834">
                  <c:v>-6.7745609509772639E-2</c:v>
                </c:pt>
                <c:pt idx="3835">
                  <c:v>-2.372122930298675E-2</c:v>
                </c:pt>
                <c:pt idx="3836">
                  <c:v>4.0370244806441788E-2</c:v>
                </c:pt>
                <c:pt idx="3837">
                  <c:v>-0.17066427284784511</c:v>
                </c:pt>
                <c:pt idx="3838">
                  <c:v>-8.0271278120836884E-2</c:v>
                </c:pt>
                <c:pt idx="3839">
                  <c:v>-5.7871805426340323E-2</c:v>
                </c:pt>
                <c:pt idx="3840">
                  <c:v>-4.9653747979044226E-2</c:v>
                </c:pt>
                <c:pt idx="3841">
                  <c:v>-0.106817695461652</c:v>
                </c:pt>
                <c:pt idx="3842">
                  <c:v>-0.10352459046447278</c:v>
                </c:pt>
                <c:pt idx="3843">
                  <c:v>-8.3761169248132442E-2</c:v>
                </c:pt>
                <c:pt idx="3844">
                  <c:v>-8.3358787517417987E-2</c:v>
                </c:pt>
                <c:pt idx="3845">
                  <c:v>-7.2907452976340922E-2</c:v>
                </c:pt>
                <c:pt idx="3846">
                  <c:v>-6.2811075374201761E-2</c:v>
                </c:pt>
                <c:pt idx="3847">
                  <c:v>-8.3310663810312269E-2</c:v>
                </c:pt>
                <c:pt idx="3848">
                  <c:v>-9.2224417401098255E-2</c:v>
                </c:pt>
                <c:pt idx="3849">
                  <c:v>-7.7517030485946548E-2</c:v>
                </c:pt>
                <c:pt idx="3850">
                  <c:v>-6.6034698347648815E-2</c:v>
                </c:pt>
                <c:pt idx="3851">
                  <c:v>-7.5331927981937788E-2</c:v>
                </c:pt>
                <c:pt idx="3852">
                  <c:v>-6.6105114491761818E-2</c:v>
                </c:pt>
                <c:pt idx="3853">
                  <c:v>-5.191590757487332E-2</c:v>
                </c:pt>
                <c:pt idx="3854">
                  <c:v>-6.6567083815581088E-2</c:v>
                </c:pt>
                <c:pt idx="3855">
                  <c:v>-9.6467138519705148E-2</c:v>
                </c:pt>
                <c:pt idx="3856">
                  <c:v>-0.1150123569601096</c:v>
                </c:pt>
                <c:pt idx="3857">
                  <c:v>-0.10868489204147253</c:v>
                </c:pt>
                <c:pt idx="3858">
                  <c:v>-8.3024748508061602E-2</c:v>
                </c:pt>
                <c:pt idx="3859">
                  <c:v>-6.4908312720334441E-2</c:v>
                </c:pt>
                <c:pt idx="3860">
                  <c:v>-5.6746674494556434E-2</c:v>
                </c:pt>
                <c:pt idx="3861">
                  <c:v>-5.8470911884621932E-2</c:v>
                </c:pt>
                <c:pt idx="3862">
                  <c:v>-5.240280671960925E-2</c:v>
                </c:pt>
                <c:pt idx="3863">
                  <c:v>-3.781782597555107E-2</c:v>
                </c:pt>
                <c:pt idx="3864">
                  <c:v>-7.422402482433578E-2</c:v>
                </c:pt>
                <c:pt idx="3865">
                  <c:v>-5.1651867572957991E-2</c:v>
                </c:pt>
                <c:pt idx="3866">
                  <c:v>-4.7219786767057667E-2</c:v>
                </c:pt>
                <c:pt idx="3867">
                  <c:v>-3.9559985872665702E-2</c:v>
                </c:pt>
                <c:pt idx="3868">
                  <c:v>-4.7992717120919674E-2</c:v>
                </c:pt>
                <c:pt idx="3869">
                  <c:v>-5.2261096571789588E-2</c:v>
                </c:pt>
                <c:pt idx="3870">
                  <c:v>-7.9346229851215866E-2</c:v>
                </c:pt>
                <c:pt idx="3871">
                  <c:v>-6.8604232214080477E-2</c:v>
                </c:pt>
                <c:pt idx="3872">
                  <c:v>-0.10890771309680179</c:v>
                </c:pt>
                <c:pt idx="3873">
                  <c:v>-0.11740163156947596</c:v>
                </c:pt>
                <c:pt idx="3874">
                  <c:v>-3.2218045577450435E-2</c:v>
                </c:pt>
                <c:pt idx="3875">
                  <c:v>-8.0258787632537923E-2</c:v>
                </c:pt>
                <c:pt idx="3876">
                  <c:v>-0.12587565999910308</c:v>
                </c:pt>
                <c:pt idx="3877">
                  <c:v>-6.1672812325560274E-2</c:v>
                </c:pt>
                <c:pt idx="3878">
                  <c:v>-0.13390319658928984</c:v>
                </c:pt>
                <c:pt idx="3879">
                  <c:v>-1.0378704002756586E-2</c:v>
                </c:pt>
                <c:pt idx="3880">
                  <c:v>-0.16701938216865986</c:v>
                </c:pt>
                <c:pt idx="3881">
                  <c:v>-3.2379867417504538E-2</c:v>
                </c:pt>
                <c:pt idx="3882">
                  <c:v>-6.3349385552469731E-2</c:v>
                </c:pt>
                <c:pt idx="3883">
                  <c:v>-7.1762047258827233E-2</c:v>
                </c:pt>
                <c:pt idx="3884">
                  <c:v>2.3391270411168212E-3</c:v>
                </c:pt>
                <c:pt idx="3885">
                  <c:v>-0.10872081589372266</c:v>
                </c:pt>
                <c:pt idx="3886">
                  <c:v>-8.9402814439520945E-2</c:v>
                </c:pt>
                <c:pt idx="3887">
                  <c:v>-2.4602009642096807E-2</c:v>
                </c:pt>
                <c:pt idx="3888">
                  <c:v>-0.11508034073649495</c:v>
                </c:pt>
                <c:pt idx="3889">
                  <c:v>-7.8451117237165371E-2</c:v>
                </c:pt>
                <c:pt idx="3890">
                  <c:v>-9.9192170242682481E-2</c:v>
                </c:pt>
                <c:pt idx="3891">
                  <c:v>-0.11963075364225315</c:v>
                </c:pt>
                <c:pt idx="3892">
                  <c:v>-0.1072582732090375</c:v>
                </c:pt>
                <c:pt idx="3893">
                  <c:v>-0.17242848514815781</c:v>
                </c:pt>
                <c:pt idx="3894">
                  <c:v>-9.3140702941012329E-2</c:v>
                </c:pt>
                <c:pt idx="3895">
                  <c:v>-0.10359996547887905</c:v>
                </c:pt>
                <c:pt idx="3896">
                  <c:v>-7.0649244478891482E-2</c:v>
                </c:pt>
                <c:pt idx="3897">
                  <c:v>-6.9844425350514619E-2</c:v>
                </c:pt>
                <c:pt idx="3898">
                  <c:v>-3.8959900537493222E-2</c:v>
                </c:pt>
                <c:pt idx="3899">
                  <c:v>-0.14083438437130094</c:v>
                </c:pt>
                <c:pt idx="3900">
                  <c:v>-0.14973255173992051</c:v>
                </c:pt>
                <c:pt idx="3901">
                  <c:v>1.1240252984190372E-3</c:v>
                </c:pt>
                <c:pt idx="3902">
                  <c:v>-0.10026597645265981</c:v>
                </c:pt>
                <c:pt idx="3903">
                  <c:v>-3.9239772596055905E-2</c:v>
                </c:pt>
                <c:pt idx="3904">
                  <c:v>-0.15230046988669518</c:v>
                </c:pt>
                <c:pt idx="3905">
                  <c:v>-5.0682566918352039E-3</c:v>
                </c:pt>
                <c:pt idx="3906">
                  <c:v>-3.6228883071976574E-3</c:v>
                </c:pt>
                <c:pt idx="3907">
                  <c:v>-8.6210457209862618E-2</c:v>
                </c:pt>
                <c:pt idx="3908">
                  <c:v>-5.8160775623804575E-2</c:v>
                </c:pt>
                <c:pt idx="3909">
                  <c:v>-4.7220751454388185E-2</c:v>
                </c:pt>
                <c:pt idx="3910">
                  <c:v>-7.8232122013591962E-2</c:v>
                </c:pt>
                <c:pt idx="3911">
                  <c:v>-7.1107154602026545E-2</c:v>
                </c:pt>
                <c:pt idx="3912">
                  <c:v>-5.1033829423492487E-2</c:v>
                </c:pt>
                <c:pt idx="3913">
                  <c:v>-8.1566776427292612E-2</c:v>
                </c:pt>
                <c:pt idx="3914">
                  <c:v>-9.2595743624893104E-2</c:v>
                </c:pt>
                <c:pt idx="3915">
                  <c:v>-1.552671162659092E-2</c:v>
                </c:pt>
                <c:pt idx="3916">
                  <c:v>-0.1270780352020815</c:v>
                </c:pt>
                <c:pt idx="3917">
                  <c:v>1.3864700414908001E-2</c:v>
                </c:pt>
                <c:pt idx="3918">
                  <c:v>-0.13814383208693976</c:v>
                </c:pt>
                <c:pt idx="3919">
                  <c:v>-0.10526478023551859</c:v>
                </c:pt>
                <c:pt idx="3920">
                  <c:v>-0.16697827511662616</c:v>
                </c:pt>
                <c:pt idx="3921">
                  <c:v>-0.18453994289350703</c:v>
                </c:pt>
                <c:pt idx="3922">
                  <c:v>-0.19660439039414851</c:v>
                </c:pt>
                <c:pt idx="3923">
                  <c:v>-0.19904174971843286</c:v>
                </c:pt>
                <c:pt idx="3924">
                  <c:v>-0.16245204546819855</c:v>
                </c:pt>
                <c:pt idx="3925">
                  <c:v>-0.10279371495172196</c:v>
                </c:pt>
                <c:pt idx="3926">
                  <c:v>-9.0231488050608044E-2</c:v>
                </c:pt>
                <c:pt idx="3927">
                  <c:v>-1.0670578277163613E-2</c:v>
                </c:pt>
                <c:pt idx="3928">
                  <c:v>-7.3227761670460551E-2</c:v>
                </c:pt>
                <c:pt idx="3929">
                  <c:v>-0.17242202805078904</c:v>
                </c:pt>
                <c:pt idx="3930">
                  <c:v>-0.13282601327486529</c:v>
                </c:pt>
                <c:pt idx="3931">
                  <c:v>-8.4671254990290962E-2</c:v>
                </c:pt>
                <c:pt idx="3932">
                  <c:v>-3.1011368034736281E-2</c:v>
                </c:pt>
                <c:pt idx="3933">
                  <c:v>-6.8100926591755942E-2</c:v>
                </c:pt>
                <c:pt idx="3934">
                  <c:v>-6.7443645172443445E-2</c:v>
                </c:pt>
                <c:pt idx="3935">
                  <c:v>-3.201785716533162E-2</c:v>
                </c:pt>
                <c:pt idx="3936">
                  <c:v>-0.15674093321108606</c:v>
                </c:pt>
                <c:pt idx="3937">
                  <c:v>-6.3291504111622043E-2</c:v>
                </c:pt>
                <c:pt idx="3938">
                  <c:v>-0.11073462393739654</c:v>
                </c:pt>
                <c:pt idx="3939">
                  <c:v>-0.17361722966393872</c:v>
                </c:pt>
                <c:pt idx="3940">
                  <c:v>-6.4469955467015019E-2</c:v>
                </c:pt>
                <c:pt idx="3941">
                  <c:v>-2.6440567636308091E-2</c:v>
                </c:pt>
                <c:pt idx="3942">
                  <c:v>-0.10162604054107448</c:v>
                </c:pt>
                <c:pt idx="3943">
                  <c:v>-0.1884427465148599</c:v>
                </c:pt>
                <c:pt idx="3944">
                  <c:v>-0.18765218817121473</c:v>
                </c:pt>
                <c:pt idx="3945">
                  <c:v>-7.723541464789925E-2</c:v>
                </c:pt>
                <c:pt idx="3946">
                  <c:v>-4.9690472581304962E-2</c:v>
                </c:pt>
                <c:pt idx="3947">
                  <c:v>-8.934208445823634E-2</c:v>
                </c:pt>
                <c:pt idx="3948">
                  <c:v>-0.21757225255227164</c:v>
                </c:pt>
                <c:pt idx="3949">
                  <c:v>-0.21820284038868501</c:v>
                </c:pt>
                <c:pt idx="3950">
                  <c:v>-9.9062993616394798E-2</c:v>
                </c:pt>
                <c:pt idx="3951">
                  <c:v>-7.3628472991559321E-2</c:v>
                </c:pt>
                <c:pt idx="3952">
                  <c:v>-6.6852886324373945E-2</c:v>
                </c:pt>
                <c:pt idx="3953">
                  <c:v>4.2166669150081264E-2</c:v>
                </c:pt>
                <c:pt idx="3954">
                  <c:v>-5.809821936534669E-2</c:v>
                </c:pt>
                <c:pt idx="3955">
                  <c:v>-0.11163247439447511</c:v>
                </c:pt>
                <c:pt idx="3956">
                  <c:v>-0.16576212822751907</c:v>
                </c:pt>
                <c:pt idx="3957">
                  <c:v>-0.13028794666014215</c:v>
                </c:pt>
                <c:pt idx="3958">
                  <c:v>-1.496677065897551E-2</c:v>
                </c:pt>
                <c:pt idx="3959">
                  <c:v>-0.10279775664541689</c:v>
                </c:pt>
                <c:pt idx="3960">
                  <c:v>-9.9071862016996165E-2</c:v>
                </c:pt>
                <c:pt idx="3961">
                  <c:v>-9.532502215083942E-2</c:v>
                </c:pt>
                <c:pt idx="3962">
                  <c:v>-7.8919543379810539E-2</c:v>
                </c:pt>
                <c:pt idx="3963">
                  <c:v>-4.6458883754714859E-2</c:v>
                </c:pt>
                <c:pt idx="3964">
                  <c:v>-8.9128715857411403E-2</c:v>
                </c:pt>
                <c:pt idx="3965">
                  <c:v>-6.0444981805231161E-3</c:v>
                </c:pt>
                <c:pt idx="3966">
                  <c:v>-6.9736226726170705E-2</c:v>
                </c:pt>
                <c:pt idx="3967">
                  <c:v>-0.15548701023120942</c:v>
                </c:pt>
                <c:pt idx="3968">
                  <c:v>-0.17086801676608737</c:v>
                </c:pt>
                <c:pt idx="3969">
                  <c:v>-0.22285002289581482</c:v>
                </c:pt>
                <c:pt idx="3970">
                  <c:v>-9.2240344970735175E-2</c:v>
                </c:pt>
                <c:pt idx="3971">
                  <c:v>-7.4755388849480381E-2</c:v>
                </c:pt>
                <c:pt idx="3972">
                  <c:v>4.3692537593055265E-3</c:v>
                </c:pt>
                <c:pt idx="3973">
                  <c:v>-5.0179470911909274E-2</c:v>
                </c:pt>
                <c:pt idx="3974">
                  <c:v>-7.5356376984973203E-2</c:v>
                </c:pt>
                <c:pt idx="3975">
                  <c:v>-0.10093979249059847</c:v>
                </c:pt>
                <c:pt idx="3976">
                  <c:v>-8.7763643420419396E-2</c:v>
                </c:pt>
                <c:pt idx="3977">
                  <c:v>-7.898769556929236E-2</c:v>
                </c:pt>
                <c:pt idx="3978">
                  <c:v>-5.5343028115564782E-2</c:v>
                </c:pt>
                <c:pt idx="3979">
                  <c:v>-6.1873808248865181E-2</c:v>
                </c:pt>
                <c:pt idx="3980">
                  <c:v>-5.9273788883809665E-2</c:v>
                </c:pt>
                <c:pt idx="3981">
                  <c:v>-7.9732200400727524E-2</c:v>
                </c:pt>
                <c:pt idx="3982">
                  <c:v>-4.7398187992496732E-2</c:v>
                </c:pt>
                <c:pt idx="3983">
                  <c:v>-7.5313618399780485E-2</c:v>
                </c:pt>
                <c:pt idx="3984">
                  <c:v>-1.1720305326022461E-2</c:v>
                </c:pt>
                <c:pt idx="3985">
                  <c:v>-0.11864046670272271</c:v>
                </c:pt>
                <c:pt idx="3986">
                  <c:v>-0.12418293607046126</c:v>
                </c:pt>
                <c:pt idx="3987">
                  <c:v>-9.2409232995529847E-2</c:v>
                </c:pt>
                <c:pt idx="3988">
                  <c:v>-2.1916064802380156E-3</c:v>
                </c:pt>
                <c:pt idx="3989">
                  <c:v>1.9421078338892325E-2</c:v>
                </c:pt>
                <c:pt idx="3990">
                  <c:v>-9.2773457346954427E-2</c:v>
                </c:pt>
                <c:pt idx="3991">
                  <c:v>-0.15600311725451466</c:v>
                </c:pt>
                <c:pt idx="3992">
                  <c:v>-0.1963379280063097</c:v>
                </c:pt>
                <c:pt idx="3993">
                  <c:v>-0.25442771847604034</c:v>
                </c:pt>
                <c:pt idx="3994">
                  <c:v>-0.19426807479313812</c:v>
                </c:pt>
                <c:pt idx="3995">
                  <c:v>-0.10821668530618044</c:v>
                </c:pt>
                <c:pt idx="3996">
                  <c:v>-9.5989177744690637E-2</c:v>
                </c:pt>
                <c:pt idx="3997">
                  <c:v>-0.11302107808064533</c:v>
                </c:pt>
                <c:pt idx="3998">
                  <c:v>-0.15283267591731226</c:v>
                </c:pt>
                <c:pt idx="3999">
                  <c:v>-0.11741295380858223</c:v>
                </c:pt>
                <c:pt idx="4000">
                  <c:v>2.1725674357079165E-2</c:v>
                </c:pt>
                <c:pt idx="4001">
                  <c:v>2.9062532936622474E-3</c:v>
                </c:pt>
                <c:pt idx="4002">
                  <c:v>-9.13325755984776E-2</c:v>
                </c:pt>
                <c:pt idx="4003">
                  <c:v>-5.8766965225310511E-2</c:v>
                </c:pt>
                <c:pt idx="4004">
                  <c:v>-2.7997165976626923E-2</c:v>
                </c:pt>
                <c:pt idx="4005">
                  <c:v>-5.8228356827521727E-3</c:v>
                </c:pt>
                <c:pt idx="4006">
                  <c:v>-4.6715220034104034E-2</c:v>
                </c:pt>
                <c:pt idx="4007">
                  <c:v>-2.7061904153763021E-2</c:v>
                </c:pt>
                <c:pt idx="4008">
                  <c:v>-6.5169606954695342E-2</c:v>
                </c:pt>
                <c:pt idx="4009">
                  <c:v>-0.16840571748534625</c:v>
                </c:pt>
                <c:pt idx="4010">
                  <c:v>-5.0073741895837326E-2</c:v>
                </c:pt>
                <c:pt idx="4011">
                  <c:v>-0.16603661850919815</c:v>
                </c:pt>
                <c:pt idx="4012">
                  <c:v>-5.7980649766893211E-2</c:v>
                </c:pt>
                <c:pt idx="4013">
                  <c:v>-8.9910147911164209E-2</c:v>
                </c:pt>
                <c:pt idx="4014">
                  <c:v>4.5248499164403087E-5</c:v>
                </c:pt>
                <c:pt idx="4015">
                  <c:v>-0.16078525291798768</c:v>
                </c:pt>
                <c:pt idx="4016">
                  <c:v>-0.17358585213652694</c:v>
                </c:pt>
                <c:pt idx="4017">
                  <c:v>-7.200788257716445E-2</c:v>
                </c:pt>
                <c:pt idx="4018">
                  <c:v>-0.1033075232884159</c:v>
                </c:pt>
                <c:pt idx="4019">
                  <c:v>5.4099033631491468E-2</c:v>
                </c:pt>
                <c:pt idx="4020">
                  <c:v>2.1879720939084194E-2</c:v>
                </c:pt>
                <c:pt idx="4021">
                  <c:v>5.2967984299066321E-3</c:v>
                </c:pt>
                <c:pt idx="4022">
                  <c:v>-8.8821850079477155E-2</c:v>
                </c:pt>
                <c:pt idx="4023">
                  <c:v>-9.5061304324015536E-2</c:v>
                </c:pt>
                <c:pt idx="4024">
                  <c:v>-6.4294830811976997E-2</c:v>
                </c:pt>
                <c:pt idx="4025">
                  <c:v>6.516247231592974E-2</c:v>
                </c:pt>
                <c:pt idx="4026">
                  <c:v>-7.6186924803643266E-2</c:v>
                </c:pt>
                <c:pt idx="4027">
                  <c:v>-0.12267123133612627</c:v>
                </c:pt>
                <c:pt idx="4028">
                  <c:v>-1.9060593002920036E-2</c:v>
                </c:pt>
                <c:pt idx="4029">
                  <c:v>-9.0479645568460165E-2</c:v>
                </c:pt>
                <c:pt idx="4030">
                  <c:v>3.012679808326943E-3</c:v>
                </c:pt>
                <c:pt idx="4031">
                  <c:v>-3.740380703554539E-2</c:v>
                </c:pt>
                <c:pt idx="4032">
                  <c:v>-6.0704015259723403E-2</c:v>
                </c:pt>
                <c:pt idx="4033">
                  <c:v>-4.528867278828002E-2</c:v>
                </c:pt>
                <c:pt idx="4034">
                  <c:v>-1.1636859933805558E-3</c:v>
                </c:pt>
                <c:pt idx="4035">
                  <c:v>-0.10799941570266859</c:v>
                </c:pt>
                <c:pt idx="4036">
                  <c:v>-2.3466218503594732E-2</c:v>
                </c:pt>
                <c:pt idx="4037">
                  <c:v>-0.13098845101896561</c:v>
                </c:pt>
                <c:pt idx="4038">
                  <c:v>-8.406573557297542E-2</c:v>
                </c:pt>
                <c:pt idx="4039">
                  <c:v>-7.049656361336064E-3</c:v>
                </c:pt>
                <c:pt idx="4040">
                  <c:v>-0.16126901137088129</c:v>
                </c:pt>
                <c:pt idx="4041">
                  <c:v>-9.5798576523300913E-2</c:v>
                </c:pt>
                <c:pt idx="4042">
                  <c:v>-3.7881013511069345E-2</c:v>
                </c:pt>
                <c:pt idx="4043">
                  <c:v>-2.9431801430404528E-2</c:v>
                </c:pt>
                <c:pt idx="4044">
                  <c:v>-0.12148198761571891</c:v>
                </c:pt>
                <c:pt idx="4045">
                  <c:v>-4.0977682107153503E-2</c:v>
                </c:pt>
                <c:pt idx="4046">
                  <c:v>-7.5165534955772106E-2</c:v>
                </c:pt>
                <c:pt idx="4047">
                  <c:v>-5.9951558193923858E-2</c:v>
                </c:pt>
                <c:pt idx="4048">
                  <c:v>-5.084713376695154E-2</c:v>
                </c:pt>
                <c:pt idx="4049">
                  <c:v>-9.2881244707478331E-3</c:v>
                </c:pt>
                <c:pt idx="4050">
                  <c:v>-4.2706538156000569E-2</c:v>
                </c:pt>
                <c:pt idx="4051">
                  <c:v>-0.13533766672912384</c:v>
                </c:pt>
                <c:pt idx="4052">
                  <c:v>-3.9709812988630348E-2</c:v>
                </c:pt>
                <c:pt idx="4053">
                  <c:v>-0.15266320789172041</c:v>
                </c:pt>
                <c:pt idx="4054">
                  <c:v>-2.7406850152872402E-2</c:v>
                </c:pt>
                <c:pt idx="4055">
                  <c:v>-3.0653549275169754E-2</c:v>
                </c:pt>
                <c:pt idx="4056">
                  <c:v>-0.13606488712148504</c:v>
                </c:pt>
                <c:pt idx="4057">
                  <c:v>-9.7490401249498912E-2</c:v>
                </c:pt>
                <c:pt idx="4058">
                  <c:v>-0.11939311062089474</c:v>
                </c:pt>
                <c:pt idx="4059">
                  <c:v>-6.0974651023003465E-2</c:v>
                </c:pt>
                <c:pt idx="4060">
                  <c:v>-5.1098653868451319E-2</c:v>
                </c:pt>
                <c:pt idx="4061">
                  <c:v>-5.5942268145693017E-2</c:v>
                </c:pt>
                <c:pt idx="4062">
                  <c:v>-5.8062729885976674E-2</c:v>
                </c:pt>
                <c:pt idx="4063">
                  <c:v>-5.5397259937490319E-2</c:v>
                </c:pt>
                <c:pt idx="4064">
                  <c:v>-4.5637642729361334E-2</c:v>
                </c:pt>
                <c:pt idx="4065">
                  <c:v>-7.1031512125804067E-2</c:v>
                </c:pt>
                <c:pt idx="4066">
                  <c:v>-5.8969148858456E-2</c:v>
                </c:pt>
                <c:pt idx="4067">
                  <c:v>-5.0407943161860418E-2</c:v>
                </c:pt>
                <c:pt idx="4068">
                  <c:v>-8.8757196980377276E-2</c:v>
                </c:pt>
                <c:pt idx="4069">
                  <c:v>-6.9252996807213543E-2</c:v>
                </c:pt>
                <c:pt idx="4070">
                  <c:v>-8.7423252086391096E-2</c:v>
                </c:pt>
                <c:pt idx="4071">
                  <c:v>-8.9922558755842888E-2</c:v>
                </c:pt>
                <c:pt idx="4072">
                  <c:v>-7.5674992327175741E-2</c:v>
                </c:pt>
                <c:pt idx="4073">
                  <c:v>-4.6106500848672308E-2</c:v>
                </c:pt>
                <c:pt idx="4074">
                  <c:v>-0.11212420164203332</c:v>
                </c:pt>
                <c:pt idx="4075">
                  <c:v>-0.11996122884694752</c:v>
                </c:pt>
                <c:pt idx="4076">
                  <c:v>-0.10353466653311359</c:v>
                </c:pt>
                <c:pt idx="4077">
                  <c:v>-6.8757765692210607E-2</c:v>
                </c:pt>
                <c:pt idx="4078">
                  <c:v>-6.9456161644698713E-2</c:v>
                </c:pt>
                <c:pt idx="4079">
                  <c:v>-5.8913130283655503E-2</c:v>
                </c:pt>
                <c:pt idx="4080">
                  <c:v>-4.7352352711034454E-2</c:v>
                </c:pt>
                <c:pt idx="4081">
                  <c:v>-5.1841177998467096E-2</c:v>
                </c:pt>
                <c:pt idx="4082">
                  <c:v>-5.2815147880368486E-2</c:v>
                </c:pt>
                <c:pt idx="4083">
                  <c:v>-6.2265463650271864E-2</c:v>
                </c:pt>
                <c:pt idx="4084">
                  <c:v>-5.9722236178715922E-2</c:v>
                </c:pt>
                <c:pt idx="4085">
                  <c:v>-3.8836526268003914E-2</c:v>
                </c:pt>
                <c:pt idx="4086">
                  <c:v>-0.15051576998234314</c:v>
                </c:pt>
                <c:pt idx="4087">
                  <c:v>-8.9288080019676822E-2</c:v>
                </c:pt>
                <c:pt idx="4088">
                  <c:v>2.0583318832108174E-2</c:v>
                </c:pt>
                <c:pt idx="4089">
                  <c:v>4.5294210882942672E-2</c:v>
                </c:pt>
                <c:pt idx="4090">
                  <c:v>-8.5285099034298789E-2</c:v>
                </c:pt>
                <c:pt idx="4091">
                  <c:v>-1.2168820763249216E-2</c:v>
                </c:pt>
                <c:pt idx="4092">
                  <c:v>3.0296584846958203E-2</c:v>
                </c:pt>
                <c:pt idx="4093">
                  <c:v>-8.090172279537397E-2</c:v>
                </c:pt>
                <c:pt idx="4094">
                  <c:v>-1.4536712490223473E-2</c:v>
                </c:pt>
                <c:pt idx="4095">
                  <c:v>-6.4785196403744139E-2</c:v>
                </c:pt>
                <c:pt idx="4096">
                  <c:v>-3.6954239961271347E-2</c:v>
                </c:pt>
                <c:pt idx="4097">
                  <c:v>-6.1452428816472046E-2</c:v>
                </c:pt>
                <c:pt idx="4098">
                  <c:v>-2.7698453784553684E-2</c:v>
                </c:pt>
                <c:pt idx="4099">
                  <c:v>-0.1332534846134692</c:v>
                </c:pt>
                <c:pt idx="4100">
                  <c:v>-7.3786077106797368E-2</c:v>
                </c:pt>
                <c:pt idx="4101">
                  <c:v>-0.1453208251438543</c:v>
                </c:pt>
                <c:pt idx="4102">
                  <c:v>-3.2919537907040997E-2</c:v>
                </c:pt>
                <c:pt idx="4103">
                  <c:v>-0.10515057649583845</c:v>
                </c:pt>
                <c:pt idx="4104">
                  <c:v>-1.0470973010676919E-2</c:v>
                </c:pt>
                <c:pt idx="4105">
                  <c:v>-7.9422257584994674E-2</c:v>
                </c:pt>
                <c:pt idx="4106">
                  <c:v>-7.62615184562839E-2</c:v>
                </c:pt>
                <c:pt idx="4107">
                  <c:v>2.3165525666239944E-4</c:v>
                </c:pt>
                <c:pt idx="4108">
                  <c:v>-0.12541073081812024</c:v>
                </c:pt>
                <c:pt idx="4109">
                  <c:v>-4.213314467344325E-2</c:v>
                </c:pt>
                <c:pt idx="4110">
                  <c:v>-3.8291741786046531E-2</c:v>
                </c:pt>
                <c:pt idx="4111">
                  <c:v>-0.11285207142221937</c:v>
                </c:pt>
                <c:pt idx="4112">
                  <c:v>-2.6427150410427265E-2</c:v>
                </c:pt>
                <c:pt idx="4113">
                  <c:v>-0.12261446586055476</c:v>
                </c:pt>
                <c:pt idx="4114">
                  <c:v>-4.720978358145092E-2</c:v>
                </c:pt>
                <c:pt idx="4115">
                  <c:v>-8.3401786823811247E-2</c:v>
                </c:pt>
                <c:pt idx="4116">
                  <c:v>-8.790627172745083E-2</c:v>
                </c:pt>
                <c:pt idx="4117">
                  <c:v>-0.12050572533505277</c:v>
                </c:pt>
                <c:pt idx="4118">
                  <c:v>-8.4140529528135236E-2</c:v>
                </c:pt>
                <c:pt idx="4119">
                  <c:v>1.065471964017937E-2</c:v>
                </c:pt>
                <c:pt idx="4120">
                  <c:v>-7.1771709640950893E-2</c:v>
                </c:pt>
                <c:pt idx="4121">
                  <c:v>-6.1472538460882784E-2</c:v>
                </c:pt>
                <c:pt idx="4122">
                  <c:v>-3.4705646441798001E-2</c:v>
                </c:pt>
                <c:pt idx="4123">
                  <c:v>-4.9298938003206477E-2</c:v>
                </c:pt>
                <c:pt idx="4124">
                  <c:v>-9.9767377087742484E-2</c:v>
                </c:pt>
                <c:pt idx="4125">
                  <c:v>-0.11174883981745407</c:v>
                </c:pt>
                <c:pt idx="4126">
                  <c:v>-8.6966559024436216E-2</c:v>
                </c:pt>
                <c:pt idx="4127">
                  <c:v>-9.5712356710834695E-2</c:v>
                </c:pt>
                <c:pt idx="4128">
                  <c:v>-0.10006997019878382</c:v>
                </c:pt>
                <c:pt idx="4129">
                  <c:v>-8.3376579342028093E-2</c:v>
                </c:pt>
                <c:pt idx="4130">
                  <c:v>-0.14145399100747669</c:v>
                </c:pt>
                <c:pt idx="4131">
                  <c:v>-0.15824285233843716</c:v>
                </c:pt>
                <c:pt idx="4132">
                  <c:v>-0.10101155882572008</c:v>
                </c:pt>
                <c:pt idx="4133">
                  <c:v>-6.4921720663372595E-2</c:v>
                </c:pt>
                <c:pt idx="4134">
                  <c:v>-6.3619031468536202E-2</c:v>
                </c:pt>
                <c:pt idx="4135">
                  <c:v>-5.8072568387958476E-2</c:v>
                </c:pt>
                <c:pt idx="4136">
                  <c:v>-6.6302965738144315E-2</c:v>
                </c:pt>
                <c:pt idx="4137">
                  <c:v>-6.9545922033850877E-2</c:v>
                </c:pt>
                <c:pt idx="4138">
                  <c:v>-5.511864360877395E-2</c:v>
                </c:pt>
                <c:pt idx="4139">
                  <c:v>-8.2578987412084914E-2</c:v>
                </c:pt>
                <c:pt idx="4140">
                  <c:v>-2.2150334398361754E-2</c:v>
                </c:pt>
                <c:pt idx="4141">
                  <c:v>-4.6921763288308348E-2</c:v>
                </c:pt>
                <c:pt idx="4142">
                  <c:v>-0.13928978452075366</c:v>
                </c:pt>
                <c:pt idx="4143">
                  <c:v>-0.10373595034414755</c:v>
                </c:pt>
                <c:pt idx="4144">
                  <c:v>-7.2543583624717883E-2</c:v>
                </c:pt>
                <c:pt idx="4145">
                  <c:v>-7.9349616395097772E-2</c:v>
                </c:pt>
                <c:pt idx="4146">
                  <c:v>-1.8567099779001995E-2</c:v>
                </c:pt>
                <c:pt idx="4147">
                  <c:v>-0.13418923450038317</c:v>
                </c:pt>
                <c:pt idx="4148">
                  <c:v>-0.11051984336171639</c:v>
                </c:pt>
                <c:pt idx="4149">
                  <c:v>-5.2582556902145437E-2</c:v>
                </c:pt>
                <c:pt idx="4150">
                  <c:v>-0.10266402136241448</c:v>
                </c:pt>
                <c:pt idx="4151">
                  <c:v>-7.3778193545407836E-2</c:v>
                </c:pt>
                <c:pt idx="4152">
                  <c:v>-0.12371067725743422</c:v>
                </c:pt>
                <c:pt idx="4153">
                  <c:v>-6.995076353662831E-2</c:v>
                </c:pt>
                <c:pt idx="4154">
                  <c:v>-0.15892653884827104</c:v>
                </c:pt>
                <c:pt idx="4155">
                  <c:v>-4.8041699004077433E-2</c:v>
                </c:pt>
                <c:pt idx="4156">
                  <c:v>-0.13352512482707765</c:v>
                </c:pt>
                <c:pt idx="4157">
                  <c:v>-0.13371230446233651</c:v>
                </c:pt>
                <c:pt idx="4158">
                  <c:v>-4.4379643246572675E-2</c:v>
                </c:pt>
                <c:pt idx="4159">
                  <c:v>-0.15829622563099985</c:v>
                </c:pt>
                <c:pt idx="4160">
                  <c:v>-0.12311856336935056</c:v>
                </c:pt>
                <c:pt idx="4161">
                  <c:v>-0.16489818143980001</c:v>
                </c:pt>
                <c:pt idx="4162">
                  <c:v>-0.10903710867596428</c:v>
                </c:pt>
                <c:pt idx="4163">
                  <c:v>-5.8350962726019043E-2</c:v>
                </c:pt>
                <c:pt idx="4164">
                  <c:v>-0.11004298818423874</c:v>
                </c:pt>
                <c:pt idx="4165">
                  <c:v>-0.14933490954944825</c:v>
                </c:pt>
                <c:pt idx="4166">
                  <c:v>-0.1552240901456893</c:v>
                </c:pt>
                <c:pt idx="4167">
                  <c:v>-0.19342110396962486</c:v>
                </c:pt>
                <c:pt idx="4168">
                  <c:v>-6.4439647306308481E-2</c:v>
                </c:pt>
                <c:pt idx="4169">
                  <c:v>1.1919891870919602E-2</c:v>
                </c:pt>
                <c:pt idx="4170">
                  <c:v>3.4483883791583396E-2</c:v>
                </c:pt>
                <c:pt idx="4171">
                  <c:v>-0.14379136737717615</c:v>
                </c:pt>
                <c:pt idx="4172">
                  <c:v>-7.0518965730740193E-2</c:v>
                </c:pt>
                <c:pt idx="4173">
                  <c:v>9.8586427131122038E-3</c:v>
                </c:pt>
                <c:pt idx="4174">
                  <c:v>-7.8109086286385118E-2</c:v>
                </c:pt>
                <c:pt idx="4175">
                  <c:v>-2.0916619312885562E-2</c:v>
                </c:pt>
                <c:pt idx="4176">
                  <c:v>-7.6798771560147611E-2</c:v>
                </c:pt>
                <c:pt idx="4177">
                  <c:v>-6.9581515568367905E-2</c:v>
                </c:pt>
                <c:pt idx="4178">
                  <c:v>-5.8915041544255621E-2</c:v>
                </c:pt>
                <c:pt idx="4179">
                  <c:v>-8.396825748297634E-3</c:v>
                </c:pt>
                <c:pt idx="4180">
                  <c:v>-0.15212576889732882</c:v>
                </c:pt>
                <c:pt idx="4181">
                  <c:v>-2.7129328767489743E-2</c:v>
                </c:pt>
                <c:pt idx="4182">
                  <c:v>-1.8729602090750263E-2</c:v>
                </c:pt>
                <c:pt idx="4183">
                  <c:v>-0.1303104452417041</c:v>
                </c:pt>
                <c:pt idx="4184">
                  <c:v>-0.13861751119352148</c:v>
                </c:pt>
                <c:pt idx="4185">
                  <c:v>-8.0059376401424562E-2</c:v>
                </c:pt>
                <c:pt idx="4186">
                  <c:v>6.5783792405647759E-2</c:v>
                </c:pt>
                <c:pt idx="4187">
                  <c:v>-4.5186096013879448E-2</c:v>
                </c:pt>
                <c:pt idx="4188">
                  <c:v>-7.032686444100758E-2</c:v>
                </c:pt>
                <c:pt idx="4189">
                  <c:v>-7.6030320371920687E-2</c:v>
                </c:pt>
                <c:pt idx="4190">
                  <c:v>-6.9692285796440712E-2</c:v>
                </c:pt>
                <c:pt idx="4191">
                  <c:v>-3.8250968219086655E-2</c:v>
                </c:pt>
                <c:pt idx="4192">
                  <c:v>-3.3939095217049749E-2</c:v>
                </c:pt>
                <c:pt idx="4193">
                  <c:v>-6.9394477274934779E-2</c:v>
                </c:pt>
                <c:pt idx="4194">
                  <c:v>2.0236907698656412E-2</c:v>
                </c:pt>
                <c:pt idx="4195">
                  <c:v>-0.12384176410819718</c:v>
                </c:pt>
                <c:pt idx="4196">
                  <c:v>-3.6062168426063829E-2</c:v>
                </c:pt>
                <c:pt idx="4197">
                  <c:v>-0.15081086689994902</c:v>
                </c:pt>
                <c:pt idx="4198">
                  <c:v>-9.59832956922195E-2</c:v>
                </c:pt>
                <c:pt idx="4199">
                  <c:v>-0.10151577229136766</c:v>
                </c:pt>
                <c:pt idx="4200">
                  <c:v>-5.7847798488651687E-2</c:v>
                </c:pt>
                <c:pt idx="4201">
                  <c:v>-9.0440482923378987E-2</c:v>
                </c:pt>
                <c:pt idx="4202">
                  <c:v>-0.12097533099683089</c:v>
                </c:pt>
                <c:pt idx="4203">
                  <c:v>-0.12390540395802807</c:v>
                </c:pt>
                <c:pt idx="4204">
                  <c:v>-7.5860835113280026E-2</c:v>
                </c:pt>
                <c:pt idx="4205">
                  <c:v>-0.15091436452526949</c:v>
                </c:pt>
                <c:pt idx="4206">
                  <c:v>-7.693808551476107E-2</c:v>
                </c:pt>
                <c:pt idx="4207">
                  <c:v>-8.6952549684505928E-2</c:v>
                </c:pt>
                <c:pt idx="4208">
                  <c:v>-0.108744319704318</c:v>
                </c:pt>
                <c:pt idx="4209">
                  <c:v>-7.1841998019732081E-2</c:v>
                </c:pt>
                <c:pt idx="4210">
                  <c:v>-0.1205802092373421</c:v>
                </c:pt>
                <c:pt idx="4211">
                  <c:v>-5.5379160711227227E-2</c:v>
                </c:pt>
                <c:pt idx="4212">
                  <c:v>-9.9881243716067325E-2</c:v>
                </c:pt>
                <c:pt idx="4213">
                  <c:v>-3.6229101095093634E-2</c:v>
                </c:pt>
                <c:pt idx="4214">
                  <c:v>-5.7576202857042021E-2</c:v>
                </c:pt>
                <c:pt idx="4215">
                  <c:v>-0.13891121433850259</c:v>
                </c:pt>
                <c:pt idx="4216">
                  <c:v>-6.0705465371534033E-2</c:v>
                </c:pt>
                <c:pt idx="4217">
                  <c:v>1.4574776417858077E-2</c:v>
                </c:pt>
                <c:pt idx="4218">
                  <c:v>-0.1053051706786407</c:v>
                </c:pt>
                <c:pt idx="4219">
                  <c:v>-9.8711312037038521E-2</c:v>
                </c:pt>
                <c:pt idx="4220">
                  <c:v>-0.14139371754215202</c:v>
                </c:pt>
                <c:pt idx="4221">
                  <c:v>-0.16754623033657559</c:v>
                </c:pt>
                <c:pt idx="4222">
                  <c:v>-3.7270258076897274E-2</c:v>
                </c:pt>
                <c:pt idx="4223">
                  <c:v>-0.11557457531699161</c:v>
                </c:pt>
                <c:pt idx="4224">
                  <c:v>-3.0501231830390108E-2</c:v>
                </c:pt>
                <c:pt idx="4225">
                  <c:v>-0.15864010371711157</c:v>
                </c:pt>
                <c:pt idx="4226">
                  <c:v>-8.5435699974253987E-2</c:v>
                </c:pt>
                <c:pt idx="4227">
                  <c:v>-7.2750390277250582E-2</c:v>
                </c:pt>
                <c:pt idx="4228">
                  <c:v>-3.7645280403037205E-3</c:v>
                </c:pt>
                <c:pt idx="4229">
                  <c:v>-2.900444029404069E-2</c:v>
                </c:pt>
                <c:pt idx="4230">
                  <c:v>-8.3866693046423288E-2</c:v>
                </c:pt>
                <c:pt idx="4231">
                  <c:v>-9.0930041542051879E-2</c:v>
                </c:pt>
                <c:pt idx="4232">
                  <c:v>-9.6584863224107073E-2</c:v>
                </c:pt>
                <c:pt idx="4233">
                  <c:v>-4.9101685038555686E-2</c:v>
                </c:pt>
                <c:pt idx="4234">
                  <c:v>-7.5940389443390682E-2</c:v>
                </c:pt>
                <c:pt idx="4235">
                  <c:v>0.26143561292950729</c:v>
                </c:pt>
                <c:pt idx="4236">
                  <c:v>-8.6714569748433112E-3</c:v>
                </c:pt>
                <c:pt idx="4237">
                  <c:v>4.2684444991780209E-2</c:v>
                </c:pt>
                <c:pt idx="4238">
                  <c:v>-6.7705838030946097E-2</c:v>
                </c:pt>
                <c:pt idx="4239">
                  <c:v>-8.834797038720231E-2</c:v>
                </c:pt>
                <c:pt idx="4240">
                  <c:v>-6.4323523402246396E-2</c:v>
                </c:pt>
                <c:pt idx="4241">
                  <c:v>-4.6047084327459971E-2</c:v>
                </c:pt>
                <c:pt idx="4242">
                  <c:v>-2.7043592301625927E-2</c:v>
                </c:pt>
                <c:pt idx="4243">
                  <c:v>-7.6227938860824351E-2</c:v>
                </c:pt>
                <c:pt idx="4244">
                  <c:v>-5.5476368501565849E-2</c:v>
                </c:pt>
                <c:pt idx="4245">
                  <c:v>-4.3557904023069791E-2</c:v>
                </c:pt>
                <c:pt idx="4246">
                  <c:v>-7.8111756809423005E-2</c:v>
                </c:pt>
                <c:pt idx="4247">
                  <c:v>-1.9568167865256832E-2</c:v>
                </c:pt>
                <c:pt idx="4248">
                  <c:v>-0.12731581096511607</c:v>
                </c:pt>
                <c:pt idx="4249">
                  <c:v>-9.4949971520102899E-2</c:v>
                </c:pt>
                <c:pt idx="4250">
                  <c:v>-2.7578817113530007E-2</c:v>
                </c:pt>
                <c:pt idx="4251">
                  <c:v>-6.5963434935652016E-2</c:v>
                </c:pt>
                <c:pt idx="4252">
                  <c:v>-1.7656331214894377E-2</c:v>
                </c:pt>
                <c:pt idx="4253">
                  <c:v>-0.14560390199614265</c:v>
                </c:pt>
                <c:pt idx="4254">
                  <c:v>-0.14672593381452223</c:v>
                </c:pt>
                <c:pt idx="4255">
                  <c:v>-2.2516435670555356E-2</c:v>
                </c:pt>
                <c:pt idx="4256">
                  <c:v>-0.10867809506161172</c:v>
                </c:pt>
                <c:pt idx="4257">
                  <c:v>-6.2459891845988103E-2</c:v>
                </c:pt>
                <c:pt idx="4258">
                  <c:v>-0.10629162244348274</c:v>
                </c:pt>
                <c:pt idx="4259">
                  <c:v>-4.4922179660998193E-2</c:v>
                </c:pt>
                <c:pt idx="4260">
                  <c:v>-7.7800200580112791E-2</c:v>
                </c:pt>
                <c:pt idx="4261">
                  <c:v>-7.9349129147705103E-2</c:v>
                </c:pt>
                <c:pt idx="4262">
                  <c:v>-8.7054426363209453E-2</c:v>
                </c:pt>
                <c:pt idx="4263">
                  <c:v>-9.2468368702272874E-2</c:v>
                </c:pt>
                <c:pt idx="4264">
                  <c:v>-8.0091728555539449E-2</c:v>
                </c:pt>
                <c:pt idx="4265">
                  <c:v>-7.6135084500806194E-2</c:v>
                </c:pt>
                <c:pt idx="4266">
                  <c:v>4.9464421456689505E-3</c:v>
                </c:pt>
                <c:pt idx="4267">
                  <c:v>-8.5747544844952894E-2</c:v>
                </c:pt>
                <c:pt idx="4268">
                  <c:v>-0.1068642208361386</c:v>
                </c:pt>
                <c:pt idx="4269">
                  <c:v>-3.8327704195129854E-2</c:v>
                </c:pt>
                <c:pt idx="4270">
                  <c:v>-9.3676778688908141E-2</c:v>
                </c:pt>
                <c:pt idx="4271">
                  <c:v>-2.2056008909701958E-2</c:v>
                </c:pt>
                <c:pt idx="4272">
                  <c:v>-9.0241236162861435E-2</c:v>
                </c:pt>
                <c:pt idx="4273">
                  <c:v>-6.6154100248269052E-2</c:v>
                </c:pt>
                <c:pt idx="4274">
                  <c:v>-0.1270418273574673</c:v>
                </c:pt>
                <c:pt idx="4275">
                  <c:v>4.0449637214136261E-2</c:v>
                </c:pt>
                <c:pt idx="4276">
                  <c:v>-9.3911346192061929E-2</c:v>
                </c:pt>
                <c:pt idx="4277">
                  <c:v>-4.1196828535798292E-2</c:v>
                </c:pt>
                <c:pt idx="4278">
                  <c:v>-9.7888971786155507E-2</c:v>
                </c:pt>
                <c:pt idx="4279">
                  <c:v>-0.19995187762702876</c:v>
                </c:pt>
                <c:pt idx="4280">
                  <c:v>-7.7864875206245091E-2</c:v>
                </c:pt>
                <c:pt idx="4281">
                  <c:v>-7.2298100744602578E-2</c:v>
                </c:pt>
                <c:pt idx="4282">
                  <c:v>-9.5181437075262498E-2</c:v>
                </c:pt>
                <c:pt idx="4283">
                  <c:v>-0.10293615223689841</c:v>
                </c:pt>
                <c:pt idx="4284">
                  <c:v>-3.2400024194653376E-2</c:v>
                </c:pt>
                <c:pt idx="4285">
                  <c:v>-1.965093030887621E-2</c:v>
                </c:pt>
                <c:pt idx="4286">
                  <c:v>-0.14095060213235655</c:v>
                </c:pt>
                <c:pt idx="4287">
                  <c:v>-8.0584318871821534E-2</c:v>
                </c:pt>
                <c:pt idx="4288">
                  <c:v>-8.4184168994448721E-2</c:v>
                </c:pt>
                <c:pt idx="4289">
                  <c:v>-1.6258908427837605E-2</c:v>
                </c:pt>
                <c:pt idx="4290">
                  <c:v>-0.13700663453871276</c:v>
                </c:pt>
                <c:pt idx="4291">
                  <c:v>9.065792301658826E-3</c:v>
                </c:pt>
                <c:pt idx="4292">
                  <c:v>-0.13351094523877469</c:v>
                </c:pt>
                <c:pt idx="4293">
                  <c:v>-7.9562265915523941E-2</c:v>
                </c:pt>
                <c:pt idx="4294">
                  <c:v>-0.12476989059251602</c:v>
                </c:pt>
                <c:pt idx="4295">
                  <c:v>-9.5981898160679646E-2</c:v>
                </c:pt>
                <c:pt idx="4296">
                  <c:v>-4.0519601270371207E-2</c:v>
                </c:pt>
                <c:pt idx="4297">
                  <c:v>-7.9077294127657974E-2</c:v>
                </c:pt>
                <c:pt idx="4298">
                  <c:v>-3.5304988738511858E-2</c:v>
                </c:pt>
                <c:pt idx="4299">
                  <c:v>-0.12047419000942705</c:v>
                </c:pt>
                <c:pt idx="4300">
                  <c:v>-0.14017040465109132</c:v>
                </c:pt>
                <c:pt idx="4301">
                  <c:v>-0.13892265298591572</c:v>
                </c:pt>
                <c:pt idx="4302">
                  <c:v>-8.1540643463100179E-2</c:v>
                </c:pt>
                <c:pt idx="4303">
                  <c:v>-6.8033497734541107E-2</c:v>
                </c:pt>
                <c:pt idx="4304">
                  <c:v>-0.11018731476779227</c:v>
                </c:pt>
                <c:pt idx="4305">
                  <c:v>-6.5168299261340115E-2</c:v>
                </c:pt>
                <c:pt idx="4306">
                  <c:v>1.746330041410106E-2</c:v>
                </c:pt>
                <c:pt idx="4307">
                  <c:v>-7.931731004225398E-2</c:v>
                </c:pt>
                <c:pt idx="4308">
                  <c:v>-7.1187930851539363E-2</c:v>
                </c:pt>
                <c:pt idx="4309">
                  <c:v>-7.2988413374150782E-2</c:v>
                </c:pt>
                <c:pt idx="4310">
                  <c:v>-7.5685711448258572E-2</c:v>
                </c:pt>
                <c:pt idx="4311">
                  <c:v>-7.5926519980480445E-2</c:v>
                </c:pt>
                <c:pt idx="4312">
                  <c:v>-6.782337069752753E-2</c:v>
                </c:pt>
                <c:pt idx="4313">
                  <c:v>-6.9732405979238854E-2</c:v>
                </c:pt>
                <c:pt idx="4314">
                  <c:v>-6.050946671467488E-2</c:v>
                </c:pt>
                <c:pt idx="4315">
                  <c:v>-6.389752120753707E-2</c:v>
                </c:pt>
                <c:pt idx="4316">
                  <c:v>-4.9179759027183238E-2</c:v>
                </c:pt>
                <c:pt idx="4317">
                  <c:v>-0.20434406144130274</c:v>
                </c:pt>
                <c:pt idx="4318">
                  <c:v>-0.23685794582843586</c:v>
                </c:pt>
                <c:pt idx="4319">
                  <c:v>-9.484109868682962E-2</c:v>
                </c:pt>
                <c:pt idx="4320">
                  <c:v>-5.8611095565039732E-2</c:v>
                </c:pt>
                <c:pt idx="4321">
                  <c:v>-9.1582072331545833E-2</c:v>
                </c:pt>
                <c:pt idx="4322">
                  <c:v>-8.6720610334783538E-2</c:v>
                </c:pt>
                <c:pt idx="4323">
                  <c:v>-0.10882173530528565</c:v>
                </c:pt>
                <c:pt idx="4324">
                  <c:v>-5.0352841654930092E-2</c:v>
                </c:pt>
                <c:pt idx="4325">
                  <c:v>-2.4922154237315433E-2</c:v>
                </c:pt>
                <c:pt idx="4326">
                  <c:v>-4.5071961856830461E-2</c:v>
                </c:pt>
                <c:pt idx="4327">
                  <c:v>-2.8077106412231996E-2</c:v>
                </c:pt>
                <c:pt idx="4328">
                  <c:v>-7.7369963056019828E-2</c:v>
                </c:pt>
                <c:pt idx="4329">
                  <c:v>-6.5110344354297883E-2</c:v>
                </c:pt>
                <c:pt idx="4330">
                  <c:v>-6.019430445566732E-2</c:v>
                </c:pt>
                <c:pt idx="4331">
                  <c:v>-5.3479686879837014E-2</c:v>
                </c:pt>
                <c:pt idx="4332">
                  <c:v>-5.5798529507512955E-2</c:v>
                </c:pt>
                <c:pt idx="4333">
                  <c:v>-7.4408095205838506E-2</c:v>
                </c:pt>
                <c:pt idx="4334">
                  <c:v>-5.7218301213389645E-2</c:v>
                </c:pt>
                <c:pt idx="4335">
                  <c:v>-4.0465702126899337E-2</c:v>
                </c:pt>
                <c:pt idx="4336">
                  <c:v>1.8435337768957581E-2</c:v>
                </c:pt>
                <c:pt idx="4337">
                  <c:v>-4.1210508365411284E-2</c:v>
                </c:pt>
                <c:pt idx="4338">
                  <c:v>-6.3807014075039095E-2</c:v>
                </c:pt>
                <c:pt idx="4339">
                  <c:v>-6.7689694343322268E-2</c:v>
                </c:pt>
                <c:pt idx="4340">
                  <c:v>-9.7411998265451785E-2</c:v>
                </c:pt>
                <c:pt idx="4341">
                  <c:v>-4.9701532051889208E-2</c:v>
                </c:pt>
                <c:pt idx="4342">
                  <c:v>-4.5069144702991282E-2</c:v>
                </c:pt>
                <c:pt idx="4343">
                  <c:v>-1.5176323895590324E-2</c:v>
                </c:pt>
                <c:pt idx="4344">
                  <c:v>-3.2044126314027081E-2</c:v>
                </c:pt>
                <c:pt idx="4345">
                  <c:v>-4.0767334461599532E-2</c:v>
                </c:pt>
                <c:pt idx="4346">
                  <c:v>-4.6079567981791407E-2</c:v>
                </c:pt>
                <c:pt idx="4347">
                  <c:v>-7.4736882320923528E-2</c:v>
                </c:pt>
                <c:pt idx="4348">
                  <c:v>-1.1274703117295908E-2</c:v>
                </c:pt>
                <c:pt idx="4349">
                  <c:v>-9.8168831178710309E-2</c:v>
                </c:pt>
                <c:pt idx="4350">
                  <c:v>-6.1732419927336364E-2</c:v>
                </c:pt>
                <c:pt idx="4351">
                  <c:v>-1.4893952898667691E-2</c:v>
                </c:pt>
                <c:pt idx="4352">
                  <c:v>-0.10940501175335507</c:v>
                </c:pt>
                <c:pt idx="4353">
                  <c:v>-8.5977495242189519E-2</c:v>
                </c:pt>
                <c:pt idx="4354">
                  <c:v>-8.2203213886762744E-2</c:v>
                </c:pt>
                <c:pt idx="4355">
                  <c:v>-8.9044187340130448E-2</c:v>
                </c:pt>
                <c:pt idx="4356">
                  <c:v>-0.12743414749162418</c:v>
                </c:pt>
                <c:pt idx="4357">
                  <c:v>-8.4247495004813502E-2</c:v>
                </c:pt>
                <c:pt idx="4358">
                  <c:v>-7.6461197691595623E-2</c:v>
                </c:pt>
                <c:pt idx="4359">
                  <c:v>-4.8069996329953173E-2</c:v>
                </c:pt>
                <c:pt idx="4360">
                  <c:v>6.1668770862604312E-2</c:v>
                </c:pt>
                <c:pt idx="4361">
                  <c:v>-3.2278750797362046E-2</c:v>
                </c:pt>
                <c:pt idx="4362">
                  <c:v>-0.1139933738069298</c:v>
                </c:pt>
                <c:pt idx="4363">
                  <c:v>-0.15779258011441055</c:v>
                </c:pt>
                <c:pt idx="4364">
                  <c:v>-3.3701412744281581E-2</c:v>
                </c:pt>
                <c:pt idx="4365">
                  <c:v>-2.9526161282645322E-2</c:v>
                </c:pt>
                <c:pt idx="4366">
                  <c:v>-2.7687213317427871E-2</c:v>
                </c:pt>
                <c:pt idx="4367">
                  <c:v>-7.3155766157577143E-2</c:v>
                </c:pt>
                <c:pt idx="4368">
                  <c:v>-1.7574806467794291E-2</c:v>
                </c:pt>
                <c:pt idx="4369">
                  <c:v>-4.5446819765893987E-2</c:v>
                </c:pt>
                <c:pt idx="4370">
                  <c:v>-7.9768338817467546E-2</c:v>
                </c:pt>
                <c:pt idx="4371">
                  <c:v>1.2238524647248986E-2</c:v>
                </c:pt>
                <c:pt idx="4372">
                  <c:v>-3.4573856633483717E-2</c:v>
                </c:pt>
                <c:pt idx="4373">
                  <c:v>-0.12250020211611577</c:v>
                </c:pt>
                <c:pt idx="4374">
                  <c:v>-3.1163249888878381E-3</c:v>
                </c:pt>
                <c:pt idx="4375">
                  <c:v>-4.0056971831653458E-2</c:v>
                </c:pt>
                <c:pt idx="4376">
                  <c:v>-0.15193888965880581</c:v>
                </c:pt>
                <c:pt idx="4377">
                  <c:v>-4.0154491300230383E-2</c:v>
                </c:pt>
                <c:pt idx="4378">
                  <c:v>-1.6307407589256879E-2</c:v>
                </c:pt>
                <c:pt idx="4379">
                  <c:v>-8.6191341725453521E-2</c:v>
                </c:pt>
                <c:pt idx="4380">
                  <c:v>-5.9927565102287292E-2</c:v>
                </c:pt>
                <c:pt idx="4381">
                  <c:v>-5.3261326783035752E-2</c:v>
                </c:pt>
                <c:pt idx="4382">
                  <c:v>-6.383667632506608E-2</c:v>
                </c:pt>
                <c:pt idx="4383">
                  <c:v>-5.3374569445864731E-2</c:v>
                </c:pt>
                <c:pt idx="4384">
                  <c:v>-4.0694104010164281E-2</c:v>
                </c:pt>
                <c:pt idx="4385">
                  <c:v>-1.6395426481479319E-2</c:v>
                </c:pt>
                <c:pt idx="4386">
                  <c:v>-3.4187251785068214E-2</c:v>
                </c:pt>
                <c:pt idx="4387">
                  <c:v>-4.3179161331957469E-2</c:v>
                </c:pt>
                <c:pt idx="4388">
                  <c:v>-4.9304126291588833E-2</c:v>
                </c:pt>
                <c:pt idx="4389">
                  <c:v>-3.6305026525572909E-2</c:v>
                </c:pt>
                <c:pt idx="4390">
                  <c:v>-7.0932392437531688E-2</c:v>
                </c:pt>
                <c:pt idx="4391">
                  <c:v>-9.0801989974946276E-2</c:v>
                </c:pt>
                <c:pt idx="4392">
                  <c:v>-2.457943133785807E-2</c:v>
                </c:pt>
                <c:pt idx="4393">
                  <c:v>-8.2724876554206975E-2</c:v>
                </c:pt>
                <c:pt idx="4394">
                  <c:v>-0.11920809769974024</c:v>
                </c:pt>
                <c:pt idx="4395">
                  <c:v>-3.0624258338965149E-2</c:v>
                </c:pt>
                <c:pt idx="4396">
                  <c:v>-6.6738582398569335E-2</c:v>
                </c:pt>
                <c:pt idx="4397">
                  <c:v>-3.5287263527910388E-2</c:v>
                </c:pt>
                <c:pt idx="4398">
                  <c:v>-5.1858598722439586E-2</c:v>
                </c:pt>
                <c:pt idx="4399">
                  <c:v>-3.8822771644819121E-2</c:v>
                </c:pt>
                <c:pt idx="4400">
                  <c:v>-4.4183908504358181E-2</c:v>
                </c:pt>
                <c:pt idx="4401">
                  <c:v>-5.9767806136150715E-2</c:v>
                </c:pt>
                <c:pt idx="4402">
                  <c:v>-5.4752994604504404E-2</c:v>
                </c:pt>
                <c:pt idx="4403">
                  <c:v>-4.6103000749197334E-2</c:v>
                </c:pt>
                <c:pt idx="4404">
                  <c:v>-7.4573108495522317E-2</c:v>
                </c:pt>
                <c:pt idx="4405">
                  <c:v>-9.2105247132546475E-2</c:v>
                </c:pt>
                <c:pt idx="4406">
                  <c:v>-4.3978963053028799E-2</c:v>
                </c:pt>
                <c:pt idx="4407">
                  <c:v>-0.14504589968664272</c:v>
                </c:pt>
                <c:pt idx="4408">
                  <c:v>-5.3584129365817183E-2</c:v>
                </c:pt>
                <c:pt idx="4409">
                  <c:v>4.1195586721539328E-2</c:v>
                </c:pt>
                <c:pt idx="4410">
                  <c:v>-4.930736581050197E-2</c:v>
                </c:pt>
                <c:pt idx="4411">
                  <c:v>-4.032848578934544E-2</c:v>
                </c:pt>
                <c:pt idx="4412">
                  <c:v>-9.1194882410001524E-2</c:v>
                </c:pt>
                <c:pt idx="4413">
                  <c:v>-5.7630008154946483E-2</c:v>
                </c:pt>
                <c:pt idx="4414">
                  <c:v>1.4671387522158144E-2</c:v>
                </c:pt>
                <c:pt idx="4415">
                  <c:v>-0.1289347355384397</c:v>
                </c:pt>
                <c:pt idx="4416">
                  <c:v>-4.1312728657385465E-2</c:v>
                </c:pt>
                <c:pt idx="4417">
                  <c:v>-4.9024433081029696E-2</c:v>
                </c:pt>
                <c:pt idx="4418">
                  <c:v>-4.9814696750656993E-2</c:v>
                </c:pt>
                <c:pt idx="4419">
                  <c:v>-6.5993883614797175E-2</c:v>
                </c:pt>
                <c:pt idx="4420">
                  <c:v>-4.6272285246197781E-2</c:v>
                </c:pt>
                <c:pt idx="4421">
                  <c:v>-7.052237332442185E-2</c:v>
                </c:pt>
                <c:pt idx="4422">
                  <c:v>-5.5422624429910895E-2</c:v>
                </c:pt>
                <c:pt idx="4423">
                  <c:v>-1.6775340747410904E-2</c:v>
                </c:pt>
                <c:pt idx="4424">
                  <c:v>-4.0088929112630463E-2</c:v>
                </c:pt>
                <c:pt idx="4425">
                  <c:v>-6.2719245117761724E-2</c:v>
                </c:pt>
                <c:pt idx="4426">
                  <c:v>-6.3495119921600965E-2</c:v>
                </c:pt>
                <c:pt idx="4427">
                  <c:v>-8.2134655639685486E-2</c:v>
                </c:pt>
                <c:pt idx="4428">
                  <c:v>-0.13104174240607425</c:v>
                </c:pt>
                <c:pt idx="4429">
                  <c:v>-0.11296905620684478</c:v>
                </c:pt>
                <c:pt idx="4430">
                  <c:v>-0.10684229768532461</c:v>
                </c:pt>
                <c:pt idx="4431">
                  <c:v>-6.9554210173599848E-2</c:v>
                </c:pt>
                <c:pt idx="4432">
                  <c:v>-0.10702180481183775</c:v>
                </c:pt>
                <c:pt idx="4433">
                  <c:v>-8.3195910022524161E-2</c:v>
                </c:pt>
                <c:pt idx="4434">
                  <c:v>-8.9309718105015298E-2</c:v>
                </c:pt>
                <c:pt idx="4435">
                  <c:v>-6.517178847545245E-2</c:v>
                </c:pt>
                <c:pt idx="4436">
                  <c:v>-7.6079858102705858E-2</c:v>
                </c:pt>
                <c:pt idx="4437">
                  <c:v>-7.3166569229565048E-2</c:v>
                </c:pt>
                <c:pt idx="4438">
                  <c:v>-6.9226510313107031E-2</c:v>
                </c:pt>
                <c:pt idx="4439">
                  <c:v>-6.300676814651851E-2</c:v>
                </c:pt>
                <c:pt idx="4440">
                  <c:v>-4.3553517864575959E-2</c:v>
                </c:pt>
                <c:pt idx="4441">
                  <c:v>-8.1949975528713886E-2</c:v>
                </c:pt>
                <c:pt idx="4442">
                  <c:v>-4.2599016377492381E-2</c:v>
                </c:pt>
                <c:pt idx="4443">
                  <c:v>-6.7342387166010639E-2</c:v>
                </c:pt>
                <c:pt idx="4444">
                  <c:v>-8.249457003456255E-2</c:v>
                </c:pt>
                <c:pt idx="4445">
                  <c:v>-2.0867011681505274E-2</c:v>
                </c:pt>
                <c:pt idx="4446">
                  <c:v>-0.11827779839477982</c:v>
                </c:pt>
                <c:pt idx="4447">
                  <c:v>-6.882348855246008E-2</c:v>
                </c:pt>
                <c:pt idx="4448">
                  <c:v>-4.2514629227574048E-2</c:v>
                </c:pt>
                <c:pt idx="4449">
                  <c:v>-6.7893896910098145E-2</c:v>
                </c:pt>
                <c:pt idx="4450">
                  <c:v>-7.475207911476936E-2</c:v>
                </c:pt>
                <c:pt idx="4451">
                  <c:v>-7.6387145671681589E-2</c:v>
                </c:pt>
                <c:pt idx="4452">
                  <c:v>-5.4894212259102321E-2</c:v>
                </c:pt>
                <c:pt idx="4453">
                  <c:v>-5.0521803775586856E-2</c:v>
                </c:pt>
                <c:pt idx="4454">
                  <c:v>-6.1104339554901674E-2</c:v>
                </c:pt>
                <c:pt idx="4455">
                  <c:v>-6.7429638382641113E-2</c:v>
                </c:pt>
                <c:pt idx="4456">
                  <c:v>-6.5552890007607736E-2</c:v>
                </c:pt>
                <c:pt idx="4457">
                  <c:v>-7.2454423512391786E-2</c:v>
                </c:pt>
                <c:pt idx="4458">
                  <c:v>-9.1928807672095089E-2</c:v>
                </c:pt>
                <c:pt idx="4459">
                  <c:v>-5.2651326992259183E-2</c:v>
                </c:pt>
                <c:pt idx="4460">
                  <c:v>-5.5820815434481974E-2</c:v>
                </c:pt>
                <c:pt idx="4461">
                  <c:v>-7.3118814540697963E-2</c:v>
                </c:pt>
                <c:pt idx="4462">
                  <c:v>-1.1596055135269977E-2</c:v>
                </c:pt>
                <c:pt idx="4463">
                  <c:v>-7.0719889508125661E-2</c:v>
                </c:pt>
                <c:pt idx="4464">
                  <c:v>-0.21002083628752347</c:v>
                </c:pt>
                <c:pt idx="4465">
                  <c:v>-9.0653909593418097E-2</c:v>
                </c:pt>
                <c:pt idx="4466">
                  <c:v>-0.12086026543278837</c:v>
                </c:pt>
                <c:pt idx="4467">
                  <c:v>-0.10375669367420791</c:v>
                </c:pt>
                <c:pt idx="4468">
                  <c:v>-0.14034519765988374</c:v>
                </c:pt>
                <c:pt idx="4469">
                  <c:v>-5.7015196164364963E-2</c:v>
                </c:pt>
                <c:pt idx="4470">
                  <c:v>-0.10418402800231798</c:v>
                </c:pt>
                <c:pt idx="4471">
                  <c:v>-4.3083825986402376E-2</c:v>
                </c:pt>
                <c:pt idx="4472">
                  <c:v>-0.107981928934511</c:v>
                </c:pt>
                <c:pt idx="4473">
                  <c:v>-4.2489912692350057E-2</c:v>
                </c:pt>
                <c:pt idx="4474">
                  <c:v>-6.5254516618174691E-2</c:v>
                </c:pt>
                <c:pt idx="4475">
                  <c:v>-1.6304452049526866E-2</c:v>
                </c:pt>
                <c:pt idx="4476">
                  <c:v>-7.8458862966761661E-2</c:v>
                </c:pt>
                <c:pt idx="4477">
                  <c:v>-0.23406753355082399</c:v>
                </c:pt>
                <c:pt idx="4478">
                  <c:v>-0.13406240871308994</c:v>
                </c:pt>
                <c:pt idx="4479">
                  <c:v>-3.6463257179493995E-2</c:v>
                </c:pt>
                <c:pt idx="4480">
                  <c:v>-0.1099928782135448</c:v>
                </c:pt>
                <c:pt idx="4481">
                  <c:v>-0.22149389349570692</c:v>
                </c:pt>
                <c:pt idx="4482">
                  <c:v>-0.12021109871418104</c:v>
                </c:pt>
                <c:pt idx="4483">
                  <c:v>-0.10296543641751464</c:v>
                </c:pt>
                <c:pt idx="4484">
                  <c:v>-8.3497932303211897E-2</c:v>
                </c:pt>
                <c:pt idx="4485">
                  <c:v>-6.1340589097778661E-2</c:v>
                </c:pt>
                <c:pt idx="4486">
                  <c:v>-5.3389434406945824E-2</c:v>
                </c:pt>
                <c:pt idx="4487">
                  <c:v>-8.3507821616460795E-3</c:v>
                </c:pt>
                <c:pt idx="4488">
                  <c:v>-9.9526935708303552E-2</c:v>
                </c:pt>
                <c:pt idx="4489">
                  <c:v>-7.6110708221986248E-2</c:v>
                </c:pt>
                <c:pt idx="4490">
                  <c:v>-0.13426201804294433</c:v>
                </c:pt>
                <c:pt idx="4491">
                  <c:v>-8.6600779595377292E-3</c:v>
                </c:pt>
                <c:pt idx="4492">
                  <c:v>-0.10628655848358708</c:v>
                </c:pt>
                <c:pt idx="4493">
                  <c:v>-5.1229493203983567E-2</c:v>
                </c:pt>
                <c:pt idx="4494">
                  <c:v>-4.6521275705869551E-2</c:v>
                </c:pt>
                <c:pt idx="4495">
                  <c:v>-1.3336069467803783E-2</c:v>
                </c:pt>
                <c:pt idx="4496">
                  <c:v>1.1036139016782172E-3</c:v>
                </c:pt>
                <c:pt idx="4497">
                  <c:v>-6.2220955366104461E-2</c:v>
                </c:pt>
                <c:pt idx="4498">
                  <c:v>-6.9383751251810274E-2</c:v>
                </c:pt>
                <c:pt idx="4499">
                  <c:v>-9.253845392779167E-2</c:v>
                </c:pt>
                <c:pt idx="4500">
                  <c:v>1.6198049126912795E-2</c:v>
                </c:pt>
                <c:pt idx="4501">
                  <c:v>-7.9526312694843865E-2</c:v>
                </c:pt>
                <c:pt idx="4502">
                  <c:v>-6.804066271057263E-2</c:v>
                </c:pt>
                <c:pt idx="4503">
                  <c:v>-7.6919583076398942E-2</c:v>
                </c:pt>
                <c:pt idx="4504">
                  <c:v>-5.9979134735772918E-2</c:v>
                </c:pt>
                <c:pt idx="4505">
                  <c:v>-3.9147618128694675E-2</c:v>
                </c:pt>
                <c:pt idx="4506">
                  <c:v>-5.1267183775745628E-2</c:v>
                </c:pt>
                <c:pt idx="4507">
                  <c:v>-4.1441797409469634E-2</c:v>
                </c:pt>
                <c:pt idx="4508">
                  <c:v>-3.7265822804734644E-2</c:v>
                </c:pt>
                <c:pt idx="4509">
                  <c:v>-5.7088257880377018E-2</c:v>
                </c:pt>
                <c:pt idx="4510">
                  <c:v>-5.9255183849073655E-2</c:v>
                </c:pt>
                <c:pt idx="4511">
                  <c:v>-2.310267277095451E-2</c:v>
                </c:pt>
                <c:pt idx="4512">
                  <c:v>-5.1818555256304445E-2</c:v>
                </c:pt>
                <c:pt idx="4513">
                  <c:v>-5.03780327890525E-2</c:v>
                </c:pt>
                <c:pt idx="4514">
                  <c:v>-2.6012305057478747E-2</c:v>
                </c:pt>
                <c:pt idx="4515">
                  <c:v>-4.1233618003194035E-2</c:v>
                </c:pt>
                <c:pt idx="4516">
                  <c:v>-5.989992728322608E-2</c:v>
                </c:pt>
                <c:pt idx="4517">
                  <c:v>-3.59349520445418E-2</c:v>
                </c:pt>
                <c:pt idx="4518">
                  <c:v>-4.4528286270627306E-2</c:v>
                </c:pt>
                <c:pt idx="4519">
                  <c:v>-9.4225854294129635E-2</c:v>
                </c:pt>
                <c:pt idx="4520">
                  <c:v>-1.5677594517735538E-2</c:v>
                </c:pt>
                <c:pt idx="4521">
                  <c:v>-4.9675971417766251E-2</c:v>
                </c:pt>
                <c:pt idx="4522">
                  <c:v>-4.0865373642306094E-2</c:v>
                </c:pt>
                <c:pt idx="4523">
                  <c:v>-5.6586763229988159E-2</c:v>
                </c:pt>
                <c:pt idx="4524">
                  <c:v>-5.1759502998170066E-2</c:v>
                </c:pt>
                <c:pt idx="4525">
                  <c:v>-2.8585672762912264E-2</c:v>
                </c:pt>
                <c:pt idx="4526">
                  <c:v>-8.6992808360942496E-3</c:v>
                </c:pt>
                <c:pt idx="4527">
                  <c:v>-6.0400274117823755E-2</c:v>
                </c:pt>
                <c:pt idx="4528">
                  <c:v>4.5835613602962944E-3</c:v>
                </c:pt>
                <c:pt idx="4529">
                  <c:v>-5.7938549003294072E-2</c:v>
                </c:pt>
                <c:pt idx="4530">
                  <c:v>-7.3038242265511075E-2</c:v>
                </c:pt>
                <c:pt idx="4531">
                  <c:v>-6.5813427280665901E-2</c:v>
                </c:pt>
                <c:pt idx="4532">
                  <c:v>-6.4464177378799961E-2</c:v>
                </c:pt>
                <c:pt idx="4533">
                  <c:v>-0.1178317432926152</c:v>
                </c:pt>
                <c:pt idx="4534">
                  <c:v>-0.11345151172880222</c:v>
                </c:pt>
                <c:pt idx="4535">
                  <c:v>-4.399766134941132E-2</c:v>
                </c:pt>
                <c:pt idx="4536">
                  <c:v>-9.9058029790788163E-2</c:v>
                </c:pt>
                <c:pt idx="4537">
                  <c:v>-7.0447568722761811E-2</c:v>
                </c:pt>
                <c:pt idx="4538">
                  <c:v>-6.1569674182501311E-2</c:v>
                </c:pt>
                <c:pt idx="4539">
                  <c:v>-4.7009336481771739E-2</c:v>
                </c:pt>
                <c:pt idx="4540">
                  <c:v>-0.15037972790926393</c:v>
                </c:pt>
                <c:pt idx="4541">
                  <c:v>-0.1013333774098034</c:v>
                </c:pt>
                <c:pt idx="4542">
                  <c:v>-8.9067813575262875E-2</c:v>
                </c:pt>
                <c:pt idx="4543">
                  <c:v>-5.3295872107834631E-2</c:v>
                </c:pt>
                <c:pt idx="4544">
                  <c:v>-6.3598738470795599E-2</c:v>
                </c:pt>
                <c:pt idx="4545">
                  <c:v>-0.10570261259343285</c:v>
                </c:pt>
                <c:pt idx="4546">
                  <c:v>-9.7322352106119586E-2</c:v>
                </c:pt>
                <c:pt idx="4547">
                  <c:v>-4.7148979164027514E-2</c:v>
                </c:pt>
                <c:pt idx="4548">
                  <c:v>-6.8821518798602932E-2</c:v>
                </c:pt>
                <c:pt idx="4549">
                  <c:v>-6.7649188295767146E-2</c:v>
                </c:pt>
                <c:pt idx="4550">
                  <c:v>-5.5839257330869752E-2</c:v>
                </c:pt>
                <c:pt idx="4551">
                  <c:v>-4.4807778519193993E-2</c:v>
                </c:pt>
                <c:pt idx="4552">
                  <c:v>-5.4443554726857989E-2</c:v>
                </c:pt>
                <c:pt idx="4553">
                  <c:v>-5.5871417228687582E-2</c:v>
                </c:pt>
                <c:pt idx="4554">
                  <c:v>-4.0969490956244532E-2</c:v>
                </c:pt>
                <c:pt idx="4555">
                  <c:v>-3.7688945063277461E-2</c:v>
                </c:pt>
                <c:pt idx="4556">
                  <c:v>-2.0142369514005422E-2</c:v>
                </c:pt>
                <c:pt idx="4557">
                  <c:v>-5.4661794096860505E-2</c:v>
                </c:pt>
                <c:pt idx="4558">
                  <c:v>-3.0476588664515972E-2</c:v>
                </c:pt>
                <c:pt idx="4559">
                  <c:v>-6.1539400111871805E-2</c:v>
                </c:pt>
                <c:pt idx="4560">
                  <c:v>-0.12862312988342384</c:v>
                </c:pt>
                <c:pt idx="4561">
                  <c:v>-4.5905742536766915E-2</c:v>
                </c:pt>
                <c:pt idx="4562">
                  <c:v>-4.9855990307853849E-2</c:v>
                </c:pt>
                <c:pt idx="4563">
                  <c:v>-0.10027376017328664</c:v>
                </c:pt>
                <c:pt idx="4564">
                  <c:v>-4.1283867569260981E-2</c:v>
                </c:pt>
                <c:pt idx="4565">
                  <c:v>-0.11778075327923426</c:v>
                </c:pt>
                <c:pt idx="4566">
                  <c:v>-1.8064046210860798E-2</c:v>
                </c:pt>
                <c:pt idx="4567">
                  <c:v>-4.9724316123806303E-2</c:v>
                </c:pt>
                <c:pt idx="4568">
                  <c:v>-3.3521297141462722E-2</c:v>
                </c:pt>
                <c:pt idx="4569">
                  <c:v>-3.3525135074486165E-2</c:v>
                </c:pt>
                <c:pt idx="4570">
                  <c:v>-6.2626178577643007E-2</c:v>
                </c:pt>
                <c:pt idx="4571">
                  <c:v>-4.6031828072028005E-2</c:v>
                </c:pt>
                <c:pt idx="4572">
                  <c:v>-4.3607617012427234E-2</c:v>
                </c:pt>
                <c:pt idx="4573">
                  <c:v>-4.5196319822278466E-2</c:v>
                </c:pt>
                <c:pt idx="4574">
                  <c:v>-4.3560306553366304E-2</c:v>
                </c:pt>
                <c:pt idx="4575">
                  <c:v>-4.7076384226504973E-2</c:v>
                </c:pt>
                <c:pt idx="4576">
                  <c:v>-4.2180215588880493E-2</c:v>
                </c:pt>
                <c:pt idx="4577">
                  <c:v>-9.9642651327290811E-3</c:v>
                </c:pt>
                <c:pt idx="4578">
                  <c:v>-4.0163484199050963E-2</c:v>
                </c:pt>
                <c:pt idx="4579">
                  <c:v>-4.2209507339802319E-2</c:v>
                </c:pt>
                <c:pt idx="4580">
                  <c:v>-4.7384991291519331E-2</c:v>
                </c:pt>
                <c:pt idx="4581">
                  <c:v>-5.0220987230840432E-2</c:v>
                </c:pt>
                <c:pt idx="4582">
                  <c:v>-6.412866874487301E-2</c:v>
                </c:pt>
                <c:pt idx="4583">
                  <c:v>-6.0676913220625121E-2</c:v>
                </c:pt>
                <c:pt idx="4584">
                  <c:v>-7.0015315976301062E-2</c:v>
                </c:pt>
                <c:pt idx="4585">
                  <c:v>-7.0076836006909768E-3</c:v>
                </c:pt>
                <c:pt idx="4586">
                  <c:v>-3.7301262233421541E-2</c:v>
                </c:pt>
                <c:pt idx="4587">
                  <c:v>-4.1725561930416842E-2</c:v>
                </c:pt>
                <c:pt idx="4588">
                  <c:v>-5.5814208472750634E-2</c:v>
                </c:pt>
                <c:pt idx="4589">
                  <c:v>-5.9196415426933109E-2</c:v>
                </c:pt>
                <c:pt idx="4590">
                  <c:v>-8.9351974888615071E-2</c:v>
                </c:pt>
                <c:pt idx="4591">
                  <c:v>-6.7405088640068195E-2</c:v>
                </c:pt>
                <c:pt idx="4592">
                  <c:v>-6.6406180507190618E-2</c:v>
                </c:pt>
                <c:pt idx="4593">
                  <c:v>-4.9492630818743118E-2</c:v>
                </c:pt>
                <c:pt idx="4594">
                  <c:v>-3.5017388301147055E-2</c:v>
                </c:pt>
                <c:pt idx="4595">
                  <c:v>-2.3929701983202566E-2</c:v>
                </c:pt>
                <c:pt idx="4596">
                  <c:v>-7.3681701743714897E-3</c:v>
                </c:pt>
                <c:pt idx="4597">
                  <c:v>5.2089683607864619E-3</c:v>
                </c:pt>
                <c:pt idx="4598">
                  <c:v>1.6773597278976116E-3</c:v>
                </c:pt>
                <c:pt idx="4599">
                  <c:v>8.9342996465035605E-3</c:v>
                </c:pt>
                <c:pt idx="4600">
                  <c:v>9.4193541853864002E-3</c:v>
                </c:pt>
                <c:pt idx="4601">
                  <c:v>8.3848876720725475E-3</c:v>
                </c:pt>
                <c:pt idx="4602">
                  <c:v>-8.1428688793595773E-4</c:v>
                </c:pt>
                <c:pt idx="4603">
                  <c:v>-7.5239761113323027E-3</c:v>
                </c:pt>
                <c:pt idx="4604">
                  <c:v>-8.5124632522908909E-3</c:v>
                </c:pt>
                <c:pt idx="4605">
                  <c:v>-1.6443520808246362E-2</c:v>
                </c:pt>
                <c:pt idx="4606">
                  <c:v>-2.1307270288582796E-2</c:v>
                </c:pt>
                <c:pt idx="4607">
                  <c:v>2.106319537950417E-3</c:v>
                </c:pt>
                <c:pt idx="4608">
                  <c:v>-1.5324740740034287E-2</c:v>
                </c:pt>
                <c:pt idx="4609">
                  <c:v>-2.1575954048030976E-2</c:v>
                </c:pt>
                <c:pt idx="4610">
                  <c:v>-1.4487758229295586E-2</c:v>
                </c:pt>
                <c:pt idx="4611">
                  <c:v>-1.8341828366059579E-2</c:v>
                </c:pt>
                <c:pt idx="4612">
                  <c:v>-2.3870713931612737E-2</c:v>
                </c:pt>
                <c:pt idx="4613">
                  <c:v>-2.7551906490453394E-2</c:v>
                </c:pt>
                <c:pt idx="4614">
                  <c:v>-2.5980748236592913E-2</c:v>
                </c:pt>
                <c:pt idx="4615">
                  <c:v>-3.9754208118144736E-2</c:v>
                </c:pt>
                <c:pt idx="4616">
                  <c:v>-2.6760542909091838E-2</c:v>
                </c:pt>
                <c:pt idx="4617">
                  <c:v>-2.2752646306110794E-2</c:v>
                </c:pt>
                <c:pt idx="4618">
                  <c:v>-1.9533743290739872E-2</c:v>
                </c:pt>
                <c:pt idx="4619">
                  <c:v>-9.9885806018336354E-3</c:v>
                </c:pt>
                <c:pt idx="4620">
                  <c:v>-8.9260296448786906E-4</c:v>
                </c:pt>
                <c:pt idx="4621">
                  <c:v>6.9524211883234856E-3</c:v>
                </c:pt>
                <c:pt idx="4622">
                  <c:v>1.1232616400378778E-2</c:v>
                </c:pt>
                <c:pt idx="4623">
                  <c:v>-1.4098810671942202E-3</c:v>
                </c:pt>
                <c:pt idx="4624">
                  <c:v>1.0194988929776985E-2</c:v>
                </c:pt>
                <c:pt idx="4625">
                  <c:v>1.415180317436798E-3</c:v>
                </c:pt>
                <c:pt idx="4626">
                  <c:v>1.1009500345641142E-3</c:v>
                </c:pt>
                <c:pt idx="4627">
                  <c:v>6.4525783242645813E-5</c:v>
                </c:pt>
                <c:pt idx="4628">
                  <c:v>1.3323437723643677E-3</c:v>
                </c:pt>
                <c:pt idx="4629">
                  <c:v>-2.3309396947823252E-3</c:v>
                </c:pt>
                <c:pt idx="4630">
                  <c:v>-7.2117510134998572E-3</c:v>
                </c:pt>
                <c:pt idx="4631">
                  <c:v>1.2386567225126332E-2</c:v>
                </c:pt>
                <c:pt idx="4632">
                  <c:v>-5.0682011496129137E-3</c:v>
                </c:pt>
                <c:pt idx="4633">
                  <c:v>-1.9494447320986014E-2</c:v>
                </c:pt>
                <c:pt idx="4634">
                  <c:v>-3.4111477045421869E-2</c:v>
                </c:pt>
                <c:pt idx="4635">
                  <c:v>-3.497933875925438E-2</c:v>
                </c:pt>
                <c:pt idx="4636">
                  <c:v>-3.9960863149969925E-2</c:v>
                </c:pt>
                <c:pt idx="4637">
                  <c:v>-4.4058198631111226E-2</c:v>
                </c:pt>
                <c:pt idx="4638">
                  <c:v>-5.6385283735337563E-2</c:v>
                </c:pt>
                <c:pt idx="4639">
                  <c:v>-4.2182142626028978E-2</c:v>
                </c:pt>
                <c:pt idx="4640">
                  <c:v>-6.0458299246492722E-2</c:v>
                </c:pt>
                <c:pt idx="4641">
                  <c:v>-6.9695168426521514E-2</c:v>
                </c:pt>
                <c:pt idx="4642">
                  <c:v>-7.7281614977867355E-2</c:v>
                </c:pt>
                <c:pt idx="4643">
                  <c:v>-6.116319016709134E-2</c:v>
                </c:pt>
                <c:pt idx="4644">
                  <c:v>-5.3976543679245946E-2</c:v>
                </c:pt>
                <c:pt idx="4645">
                  <c:v>-2.8766611620692991E-2</c:v>
                </c:pt>
                <c:pt idx="4646">
                  <c:v>-1.5659679756424013E-2</c:v>
                </c:pt>
                <c:pt idx="4647">
                  <c:v>-5.9998539379278511E-3</c:v>
                </c:pt>
                <c:pt idx="4648">
                  <c:v>-1.3663986816507677E-2</c:v>
                </c:pt>
                <c:pt idx="4649">
                  <c:v>-6.0240254313706021E-3</c:v>
                </c:pt>
                <c:pt idx="4650">
                  <c:v>-7.0827654057108161E-3</c:v>
                </c:pt>
                <c:pt idx="4651">
                  <c:v>-7.7319259910544188E-3</c:v>
                </c:pt>
                <c:pt idx="4652">
                  <c:v>-9.4289365853273393E-3</c:v>
                </c:pt>
                <c:pt idx="4653">
                  <c:v>-1.9828082912136096E-2</c:v>
                </c:pt>
                <c:pt idx="4654">
                  <c:v>-1.748190259544714E-2</c:v>
                </c:pt>
                <c:pt idx="4655">
                  <c:v>-2.8981980377322096E-3</c:v>
                </c:pt>
                <c:pt idx="4656">
                  <c:v>-2.3618768041119377E-2</c:v>
                </c:pt>
                <c:pt idx="4657">
                  <c:v>-1.5973678283763726E-2</c:v>
                </c:pt>
                <c:pt idx="4658">
                  <c:v>-2.2963893357258937E-2</c:v>
                </c:pt>
                <c:pt idx="4659">
                  <c:v>-2.0166429382111061E-2</c:v>
                </c:pt>
                <c:pt idx="4660">
                  <c:v>-4.016145438757994E-2</c:v>
                </c:pt>
                <c:pt idx="4661">
                  <c:v>-5.4776035973781924E-2</c:v>
                </c:pt>
                <c:pt idx="4662">
                  <c:v>-4.3142737903124326E-2</c:v>
                </c:pt>
                <c:pt idx="4663">
                  <c:v>-3.6178757035365744E-2</c:v>
                </c:pt>
                <c:pt idx="4664">
                  <c:v>-4.0589657016506055E-2</c:v>
                </c:pt>
                <c:pt idx="4665">
                  <c:v>1.4337222908729854E-2</c:v>
                </c:pt>
                <c:pt idx="4666">
                  <c:v>2.6033879270550488E-2</c:v>
                </c:pt>
                <c:pt idx="4667">
                  <c:v>-0.15683372436734053</c:v>
                </c:pt>
                <c:pt idx="4668">
                  <c:v>6.0667788626543949E-2</c:v>
                </c:pt>
                <c:pt idx="4669">
                  <c:v>0.11322488894647674</c:v>
                </c:pt>
                <c:pt idx="4670">
                  <c:v>0.1678146319403227</c:v>
                </c:pt>
                <c:pt idx="4671">
                  <c:v>0.36340974184572505</c:v>
                </c:pt>
                <c:pt idx="4672">
                  <c:v>0.51429679100248538</c:v>
                </c:pt>
                <c:pt idx="4673">
                  <c:v>0.50149137523089404</c:v>
                </c:pt>
                <c:pt idx="4674">
                  <c:v>0.46638788584876062</c:v>
                </c:pt>
                <c:pt idx="4675">
                  <c:v>0.44467656911596271</c:v>
                </c:pt>
                <c:pt idx="4676">
                  <c:v>0.42606060726618367</c:v>
                </c:pt>
                <c:pt idx="4677">
                  <c:v>0.41649614019492831</c:v>
                </c:pt>
                <c:pt idx="4678">
                  <c:v>0.40411104240229573</c:v>
                </c:pt>
                <c:pt idx="4679">
                  <c:v>0.41537983362427139</c:v>
                </c:pt>
                <c:pt idx="4680">
                  <c:v>0.4308103520780846</c:v>
                </c:pt>
                <c:pt idx="4681">
                  <c:v>0.24646957063048908</c:v>
                </c:pt>
                <c:pt idx="4682">
                  <c:v>0.24918976766888984</c:v>
                </c:pt>
                <c:pt idx="4683">
                  <c:v>0.35851796789582013</c:v>
                </c:pt>
                <c:pt idx="4684">
                  <c:v>0.30589724191136203</c:v>
                </c:pt>
                <c:pt idx="4685">
                  <c:v>0.19146407879166644</c:v>
                </c:pt>
                <c:pt idx="4686">
                  <c:v>0.17344681833987874</c:v>
                </c:pt>
                <c:pt idx="4687">
                  <c:v>9.5048869987611001E-2</c:v>
                </c:pt>
                <c:pt idx="4688">
                  <c:v>9.1956208156471334E-2</c:v>
                </c:pt>
                <c:pt idx="4689">
                  <c:v>0.12193006533445873</c:v>
                </c:pt>
                <c:pt idx="4690">
                  <c:v>0.24799446028922612</c:v>
                </c:pt>
                <c:pt idx="4691">
                  <c:v>0.28047656790433001</c:v>
                </c:pt>
                <c:pt idx="4692">
                  <c:v>0.24589275674804739</c:v>
                </c:pt>
                <c:pt idx="4693">
                  <c:v>0.27742359268571215</c:v>
                </c:pt>
                <c:pt idx="4694">
                  <c:v>0.25332899631079975</c:v>
                </c:pt>
                <c:pt idx="4695">
                  <c:v>0.27226611092787023</c:v>
                </c:pt>
                <c:pt idx="4696">
                  <c:v>0.32006114690053916</c:v>
                </c:pt>
                <c:pt idx="4697">
                  <c:v>0.32192339950158516</c:v>
                </c:pt>
                <c:pt idx="4698">
                  <c:v>0.2903582924099814</c:v>
                </c:pt>
                <c:pt idx="4699">
                  <c:v>0.26348686663310605</c:v>
                </c:pt>
                <c:pt idx="4700">
                  <c:v>0.26384044698271208</c:v>
                </c:pt>
                <c:pt idx="4701">
                  <c:v>0.27431936662851264</c:v>
                </c:pt>
                <c:pt idx="4702">
                  <c:v>0.23165742442872478</c:v>
                </c:pt>
                <c:pt idx="4703">
                  <c:v>0.22524683785785962</c:v>
                </c:pt>
                <c:pt idx="4704">
                  <c:v>0.10616847434780331</c:v>
                </c:pt>
                <c:pt idx="4705">
                  <c:v>0.10982430010602817</c:v>
                </c:pt>
                <c:pt idx="4706">
                  <c:v>9.8532175356633347E-2</c:v>
                </c:pt>
                <c:pt idx="4707">
                  <c:v>9.2806070971937049E-2</c:v>
                </c:pt>
                <c:pt idx="4708">
                  <c:v>3.3467994419931771E-2</c:v>
                </c:pt>
                <c:pt idx="4709">
                  <c:v>5.5903773526661114E-2</c:v>
                </c:pt>
                <c:pt idx="4710">
                  <c:v>0.19149782141442492</c:v>
                </c:pt>
                <c:pt idx="4711">
                  <c:v>6.2536847679636021E-2</c:v>
                </c:pt>
                <c:pt idx="4712">
                  <c:v>9.2940406959579711E-2</c:v>
                </c:pt>
                <c:pt idx="4713">
                  <c:v>5.5929086502651569E-2</c:v>
                </c:pt>
                <c:pt idx="4714">
                  <c:v>2.4965904593415616E-2</c:v>
                </c:pt>
                <c:pt idx="4715">
                  <c:v>3.5167065994066722E-2</c:v>
                </c:pt>
                <c:pt idx="4716">
                  <c:v>4.8715899540585174E-2</c:v>
                </c:pt>
                <c:pt idx="4717">
                  <c:v>6.6848263897345481E-2</c:v>
                </c:pt>
                <c:pt idx="4718">
                  <c:v>0.16637719486956831</c:v>
                </c:pt>
                <c:pt idx="4719">
                  <c:v>0.25194711569140404</c:v>
                </c:pt>
                <c:pt idx="4720">
                  <c:v>0.2428438527357315</c:v>
                </c:pt>
                <c:pt idx="4721">
                  <c:v>0.27084839474599742</c:v>
                </c:pt>
                <c:pt idx="4722">
                  <c:v>0.27129576494065227</c:v>
                </c:pt>
                <c:pt idx="4723">
                  <c:v>0.32400669946867061</c:v>
                </c:pt>
                <c:pt idx="4724">
                  <c:v>0.3368687464033665</c:v>
                </c:pt>
                <c:pt idx="4725">
                  <c:v>0.27203507801675347</c:v>
                </c:pt>
                <c:pt idx="4726">
                  <c:v>0.26294391861251321</c:v>
                </c:pt>
                <c:pt idx="4727">
                  <c:v>0.1553979427490802</c:v>
                </c:pt>
                <c:pt idx="4728">
                  <c:v>0.12088541042573607</c:v>
                </c:pt>
                <c:pt idx="4729">
                  <c:v>0.11234757702427417</c:v>
                </c:pt>
                <c:pt idx="4730">
                  <c:v>0.10757489247809295</c:v>
                </c:pt>
                <c:pt idx="4731">
                  <c:v>0.15503209439006763</c:v>
                </c:pt>
                <c:pt idx="4732">
                  <c:v>2.9148374178317307E-2</c:v>
                </c:pt>
                <c:pt idx="4733">
                  <c:v>8.2561415650550501E-2</c:v>
                </c:pt>
                <c:pt idx="4734">
                  <c:v>0.18440440989444062</c:v>
                </c:pt>
                <c:pt idx="4735">
                  <c:v>3.5869658903144253E-2</c:v>
                </c:pt>
                <c:pt idx="4736">
                  <c:v>0.11633333043018219</c:v>
                </c:pt>
                <c:pt idx="4737">
                  <c:v>6.3651208252254884E-2</c:v>
                </c:pt>
                <c:pt idx="4738">
                  <c:v>5.0292322070621363E-2</c:v>
                </c:pt>
                <c:pt idx="4739">
                  <c:v>0.11650884982072565</c:v>
                </c:pt>
                <c:pt idx="4740">
                  <c:v>4.6422943413355941E-2</c:v>
                </c:pt>
                <c:pt idx="4741">
                  <c:v>6.9270450125105493E-2</c:v>
                </c:pt>
                <c:pt idx="4742">
                  <c:v>0.13702941894234463</c:v>
                </c:pt>
                <c:pt idx="4743">
                  <c:v>0.2735019249569291</c:v>
                </c:pt>
                <c:pt idx="4744">
                  <c:v>0.22884093717455578</c:v>
                </c:pt>
                <c:pt idx="4745">
                  <c:v>0.25843489296432781</c:v>
                </c:pt>
                <c:pt idx="4746">
                  <c:v>0.2667462964966007</c:v>
                </c:pt>
                <c:pt idx="4747">
                  <c:v>0.26476680067502883</c:v>
                </c:pt>
                <c:pt idx="4748">
                  <c:v>0.25702910840677717</c:v>
                </c:pt>
                <c:pt idx="4749">
                  <c:v>0.27835978893343033</c:v>
                </c:pt>
                <c:pt idx="4750">
                  <c:v>0.29515271730843462</c:v>
                </c:pt>
                <c:pt idx="4751">
                  <c:v>0.19266936743925153</c:v>
                </c:pt>
                <c:pt idx="4752">
                  <c:v>0.11327805462604229</c:v>
                </c:pt>
                <c:pt idx="4753">
                  <c:v>0.1102941756406718</c:v>
                </c:pt>
                <c:pt idx="4754">
                  <c:v>9.2097022996592351E-2</c:v>
                </c:pt>
                <c:pt idx="4755">
                  <c:v>9.2397681597729001E-2</c:v>
                </c:pt>
                <c:pt idx="4756">
                  <c:v>0.10186621412222872</c:v>
                </c:pt>
                <c:pt idx="4757">
                  <c:v>9.945401765769217E-2</c:v>
                </c:pt>
                <c:pt idx="4758">
                  <c:v>9.799607829647744E-2</c:v>
                </c:pt>
                <c:pt idx="4759">
                  <c:v>8.9091744677781526E-2</c:v>
                </c:pt>
                <c:pt idx="4760">
                  <c:v>0.15384319089375012</c:v>
                </c:pt>
                <c:pt idx="4761">
                  <c:v>0.14886220775485196</c:v>
                </c:pt>
                <c:pt idx="4762">
                  <c:v>0.13876614992567629</c:v>
                </c:pt>
                <c:pt idx="4763">
                  <c:v>0.10536438231551806</c:v>
                </c:pt>
                <c:pt idx="4764">
                  <c:v>8.0943231043613534E-2</c:v>
                </c:pt>
                <c:pt idx="4765">
                  <c:v>0.1332169994031506</c:v>
                </c:pt>
                <c:pt idx="4766">
                  <c:v>0.15634950927527283</c:v>
                </c:pt>
                <c:pt idx="4767">
                  <c:v>8.8971975040297871E-2</c:v>
                </c:pt>
                <c:pt idx="4768">
                  <c:v>9.9972695585607285E-2</c:v>
                </c:pt>
                <c:pt idx="4769">
                  <c:v>8.1736338640535838E-2</c:v>
                </c:pt>
                <c:pt idx="4770">
                  <c:v>4.159668557780509E-2</c:v>
                </c:pt>
                <c:pt idx="4771">
                  <c:v>0.11315758018944115</c:v>
                </c:pt>
                <c:pt idx="4772">
                  <c:v>0.10168242627437021</c:v>
                </c:pt>
                <c:pt idx="4773">
                  <c:v>0.14890317170395359</c:v>
                </c:pt>
                <c:pt idx="4774">
                  <c:v>0.12605899169368548</c:v>
                </c:pt>
                <c:pt idx="4775">
                  <c:v>0.11887771754862012</c:v>
                </c:pt>
                <c:pt idx="4776">
                  <c:v>0.1102119647689738</c:v>
                </c:pt>
                <c:pt idx="4777">
                  <c:v>0.16540158856225437</c:v>
                </c:pt>
                <c:pt idx="4778">
                  <c:v>0.11236148952536487</c:v>
                </c:pt>
                <c:pt idx="4779">
                  <c:v>0.17221732187938926</c:v>
                </c:pt>
                <c:pt idx="4780">
                  <c:v>0.17405559068710677</c:v>
                </c:pt>
                <c:pt idx="4781">
                  <c:v>0.1672606978523595</c:v>
                </c:pt>
                <c:pt idx="4782">
                  <c:v>0.16096366769510456</c:v>
                </c:pt>
                <c:pt idx="4783">
                  <c:v>0.17551566578341898</c:v>
                </c:pt>
                <c:pt idx="4784">
                  <c:v>0.38222149556811758</c:v>
                </c:pt>
                <c:pt idx="4785">
                  <c:v>0.5143086401909982</c:v>
                </c:pt>
                <c:pt idx="4786">
                  <c:v>0.30193232882405086</c:v>
                </c:pt>
                <c:pt idx="4787">
                  <c:v>0.18422960376223677</c:v>
                </c:pt>
                <c:pt idx="4788">
                  <c:v>0.28792808440133605</c:v>
                </c:pt>
                <c:pt idx="4789">
                  <c:v>0.23422712864343084</c:v>
                </c:pt>
                <c:pt idx="4790">
                  <c:v>0.22024602888552156</c:v>
                </c:pt>
                <c:pt idx="4791">
                  <c:v>0.22711961874253495</c:v>
                </c:pt>
                <c:pt idx="4792">
                  <c:v>0.19455475160286401</c:v>
                </c:pt>
                <c:pt idx="4793">
                  <c:v>0.2261803372064356</c:v>
                </c:pt>
                <c:pt idx="4794">
                  <c:v>0.20852938676029092</c:v>
                </c:pt>
                <c:pt idx="4795">
                  <c:v>0.25400490527115738</c:v>
                </c:pt>
                <c:pt idx="4796">
                  <c:v>0.26581776964450066</c:v>
                </c:pt>
                <c:pt idx="4797">
                  <c:v>0.24379311129556874</c:v>
                </c:pt>
                <c:pt idx="4798">
                  <c:v>0.23397877152450675</c:v>
                </c:pt>
                <c:pt idx="4799">
                  <c:v>0.26554290074088105</c:v>
                </c:pt>
                <c:pt idx="4800">
                  <c:v>0.26484711102061442</c:v>
                </c:pt>
                <c:pt idx="4801">
                  <c:v>0.27260291970076039</c:v>
                </c:pt>
                <c:pt idx="4802">
                  <c:v>0.25847509885427539</c:v>
                </c:pt>
                <c:pt idx="4803">
                  <c:v>0.25969374486469343</c:v>
                </c:pt>
                <c:pt idx="4804">
                  <c:v>0.29080469653783236</c:v>
                </c:pt>
                <c:pt idx="4805">
                  <c:v>0.27202616471850982</c:v>
                </c:pt>
                <c:pt idx="4806">
                  <c:v>0.28129136799195953</c:v>
                </c:pt>
                <c:pt idx="4807">
                  <c:v>0.31170770288189753</c:v>
                </c:pt>
                <c:pt idx="4808">
                  <c:v>0.32074790936848557</c:v>
                </c:pt>
                <c:pt idx="4809">
                  <c:v>0.30695868749259558</c:v>
                </c:pt>
                <c:pt idx="4810">
                  <c:v>0.29968156612787178</c:v>
                </c:pt>
                <c:pt idx="4811">
                  <c:v>0.52310790182347011</c:v>
                </c:pt>
                <c:pt idx="4812">
                  <c:v>0.66283288006395713</c:v>
                </c:pt>
                <c:pt idx="4813">
                  <c:v>0.71621932550450007</c:v>
                </c:pt>
                <c:pt idx="4814">
                  <c:v>0.62597159519781254</c:v>
                </c:pt>
                <c:pt idx="4815">
                  <c:v>0.62311930054028442</c:v>
                </c:pt>
                <c:pt idx="4816">
                  <c:v>0.56168462799669117</c:v>
                </c:pt>
                <c:pt idx="4817">
                  <c:v>0.59517786595429611</c:v>
                </c:pt>
                <c:pt idx="4818">
                  <c:v>0.59534962883645948</c:v>
                </c:pt>
                <c:pt idx="4819">
                  <c:v>0.57925295727570414</c:v>
                </c:pt>
                <c:pt idx="4820">
                  <c:v>0.56807601879298009</c:v>
                </c:pt>
                <c:pt idx="4821">
                  <c:v>0.59106687749220288</c:v>
                </c:pt>
                <c:pt idx="4822">
                  <c:v>0.5772323580049773</c:v>
                </c:pt>
                <c:pt idx="4823">
                  <c:v>0.56223369841333748</c:v>
                </c:pt>
                <c:pt idx="4824">
                  <c:v>0.57131488491958893</c:v>
                </c:pt>
                <c:pt idx="4825">
                  <c:v>0.5575367743105365</c:v>
                </c:pt>
                <c:pt idx="4826">
                  <c:v>0.56068080026753242</c:v>
                </c:pt>
                <c:pt idx="4827">
                  <c:v>0.54188513980238584</c:v>
                </c:pt>
                <c:pt idx="4828">
                  <c:v>0.62012473697962689</c:v>
                </c:pt>
                <c:pt idx="4829">
                  <c:v>0.6962190031521297</c:v>
                </c:pt>
                <c:pt idx="4830">
                  <c:v>0.70431087966407413</c:v>
                </c:pt>
                <c:pt idx="4831">
                  <c:v>0.74691192496413805</c:v>
                </c:pt>
                <c:pt idx="4832">
                  <c:v>0.71738093854680529</c:v>
                </c:pt>
                <c:pt idx="4833">
                  <c:v>0.74583316142595801</c:v>
                </c:pt>
                <c:pt idx="4834">
                  <c:v>0.80557439423332289</c:v>
                </c:pt>
                <c:pt idx="4835">
                  <c:v>0.78220089714085272</c:v>
                </c:pt>
                <c:pt idx="4836">
                  <c:v>0.80769335719415269</c:v>
                </c:pt>
                <c:pt idx="4837">
                  <c:v>0.79870025647943133</c:v>
                </c:pt>
                <c:pt idx="4838">
                  <c:v>0.78666289170503079</c:v>
                </c:pt>
                <c:pt idx="4839">
                  <c:v>0.70641360062757763</c:v>
                </c:pt>
                <c:pt idx="4840">
                  <c:v>0.55504095857530844</c:v>
                </c:pt>
                <c:pt idx="4841">
                  <c:v>0.54962415666930209</c:v>
                </c:pt>
                <c:pt idx="4842">
                  <c:v>0.60447645425541607</c:v>
                </c:pt>
                <c:pt idx="4843">
                  <c:v>0.59949658812455653</c:v>
                </c:pt>
                <c:pt idx="4844">
                  <c:v>0.61151095217985063</c:v>
                </c:pt>
                <c:pt idx="4845">
                  <c:v>0.65005647015982793</c:v>
                </c:pt>
                <c:pt idx="4846">
                  <c:v>0.63426539429544149</c:v>
                </c:pt>
                <c:pt idx="4847">
                  <c:v>0.66946851646791827</c:v>
                </c:pt>
                <c:pt idx="4848">
                  <c:v>0.58181083746365303</c:v>
                </c:pt>
                <c:pt idx="4849">
                  <c:v>0.54572237048460093</c:v>
                </c:pt>
                <c:pt idx="4850">
                  <c:v>0.63632100454501406</c:v>
                </c:pt>
                <c:pt idx="4851">
                  <c:v>0.62967138467629324</c:v>
                </c:pt>
                <c:pt idx="4852">
                  <c:v>0.60883459533043949</c:v>
                </c:pt>
                <c:pt idx="4853">
                  <c:v>0.67436058696644585</c:v>
                </c:pt>
                <c:pt idx="4854">
                  <c:v>0.67298518402066831</c:v>
                </c:pt>
                <c:pt idx="4855">
                  <c:v>0.68551819987995266</c:v>
                </c:pt>
                <c:pt idx="4856">
                  <c:v>0.70493115685494856</c:v>
                </c:pt>
                <c:pt idx="4857">
                  <c:v>0.75422671279386</c:v>
                </c:pt>
                <c:pt idx="4858">
                  <c:v>0.76521307271568062</c:v>
                </c:pt>
                <c:pt idx="4859">
                  <c:v>0.73367874716389081</c:v>
                </c:pt>
                <c:pt idx="4860">
                  <c:v>0.65602433452805609</c:v>
                </c:pt>
                <c:pt idx="4861">
                  <c:v>0.67672864241719499</c:v>
                </c:pt>
                <c:pt idx="4862">
                  <c:v>0.51330710909576105</c:v>
                </c:pt>
                <c:pt idx="4863">
                  <c:v>0.29444782795359975</c:v>
                </c:pt>
                <c:pt idx="4864">
                  <c:v>0.23839969251163634</c:v>
                </c:pt>
                <c:pt idx="4865">
                  <c:v>0.18620035073372809</c:v>
                </c:pt>
                <c:pt idx="4866">
                  <c:v>0.19547623661062111</c:v>
                </c:pt>
                <c:pt idx="4867">
                  <c:v>0.16434997670888013</c:v>
                </c:pt>
                <c:pt idx="4868">
                  <c:v>0.12952449297787838</c:v>
                </c:pt>
                <c:pt idx="4869">
                  <c:v>0.12830984871052586</c:v>
                </c:pt>
                <c:pt idx="4870">
                  <c:v>9.2759567829114847E-2</c:v>
                </c:pt>
                <c:pt idx="4871">
                  <c:v>0.12891846344290506</c:v>
                </c:pt>
                <c:pt idx="4872">
                  <c:v>0.16289650813786202</c:v>
                </c:pt>
                <c:pt idx="4873">
                  <c:v>0.16211698217845605</c:v>
                </c:pt>
                <c:pt idx="4874">
                  <c:v>0.1932561175992327</c:v>
                </c:pt>
                <c:pt idx="4875">
                  <c:v>0.19262367433186697</c:v>
                </c:pt>
                <c:pt idx="4876">
                  <c:v>0.19763541554820546</c:v>
                </c:pt>
                <c:pt idx="4877">
                  <c:v>0.19408164297462913</c:v>
                </c:pt>
                <c:pt idx="4878">
                  <c:v>0.20082381135976618</c:v>
                </c:pt>
                <c:pt idx="4879">
                  <c:v>0.19334263461838536</c:v>
                </c:pt>
                <c:pt idx="4880">
                  <c:v>0.20255060040524611</c:v>
                </c:pt>
                <c:pt idx="4881">
                  <c:v>0.15592267583152389</c:v>
                </c:pt>
                <c:pt idx="4882">
                  <c:v>0.12889153959420704</c:v>
                </c:pt>
                <c:pt idx="4883">
                  <c:v>9.7544252618232866E-2</c:v>
                </c:pt>
                <c:pt idx="4884">
                  <c:v>0.10274988608914716</c:v>
                </c:pt>
                <c:pt idx="4885">
                  <c:v>6.1424385427007393E-2</c:v>
                </c:pt>
                <c:pt idx="4886">
                  <c:v>6.2704490323904849E-2</c:v>
                </c:pt>
                <c:pt idx="4887">
                  <c:v>7.5416953442499754E-2</c:v>
                </c:pt>
                <c:pt idx="4888">
                  <c:v>7.8210605192020055E-2</c:v>
                </c:pt>
                <c:pt idx="4889">
                  <c:v>6.694403771575419E-2</c:v>
                </c:pt>
                <c:pt idx="4890">
                  <c:v>8.3213604421440698E-2</c:v>
                </c:pt>
                <c:pt idx="4891">
                  <c:v>8.3645349233592542E-2</c:v>
                </c:pt>
                <c:pt idx="4892">
                  <c:v>7.7238054474508142E-2</c:v>
                </c:pt>
                <c:pt idx="4893">
                  <c:v>8.2848176953546265E-2</c:v>
                </c:pt>
                <c:pt idx="4894">
                  <c:v>8.7099042065516524E-2</c:v>
                </c:pt>
                <c:pt idx="4895">
                  <c:v>8.5869481505607193E-2</c:v>
                </c:pt>
                <c:pt idx="4896">
                  <c:v>7.6523715093007982E-2</c:v>
                </c:pt>
                <c:pt idx="4897">
                  <c:v>8.8656332163314033E-2</c:v>
                </c:pt>
                <c:pt idx="4898">
                  <c:v>7.6889218306099627E-2</c:v>
                </c:pt>
                <c:pt idx="4899">
                  <c:v>8.6016328357708519E-2</c:v>
                </c:pt>
                <c:pt idx="4900">
                  <c:v>8.9732009498474957E-2</c:v>
                </c:pt>
                <c:pt idx="4901">
                  <c:v>8.7712596940978049E-2</c:v>
                </c:pt>
                <c:pt idx="4902">
                  <c:v>8.5079896636679794E-2</c:v>
                </c:pt>
                <c:pt idx="4903">
                  <c:v>3.9601503368248067E-2</c:v>
                </c:pt>
                <c:pt idx="4904">
                  <c:v>0.16109130813295472</c:v>
                </c:pt>
                <c:pt idx="4905">
                  <c:v>2.479577374896353E-2</c:v>
                </c:pt>
                <c:pt idx="4906">
                  <c:v>0.17424730861482102</c:v>
                </c:pt>
                <c:pt idx="4907">
                  <c:v>3.4643672064131853E-2</c:v>
                </c:pt>
                <c:pt idx="4908">
                  <c:v>8.4188240297753819E-2</c:v>
                </c:pt>
                <c:pt idx="4909">
                  <c:v>0.12201032776869331</c:v>
                </c:pt>
                <c:pt idx="4910">
                  <c:v>0.1559237294351509</c:v>
                </c:pt>
                <c:pt idx="4911">
                  <c:v>0.12296654996691087</c:v>
                </c:pt>
                <c:pt idx="4912">
                  <c:v>0.20058900185925846</c:v>
                </c:pt>
                <c:pt idx="4913">
                  <c:v>6.4794067677877321E-2</c:v>
                </c:pt>
                <c:pt idx="4914">
                  <c:v>0.23069369681030566</c:v>
                </c:pt>
                <c:pt idx="4915">
                  <c:v>6.5266834882781663E-2</c:v>
                </c:pt>
                <c:pt idx="4916">
                  <c:v>0.16796401976501243</c:v>
                </c:pt>
                <c:pt idx="4917">
                  <c:v>0.16623836678247486</c:v>
                </c:pt>
                <c:pt idx="4918">
                  <c:v>0.18107025008715888</c:v>
                </c:pt>
                <c:pt idx="4919">
                  <c:v>0.17481474322643992</c:v>
                </c:pt>
                <c:pt idx="4920">
                  <c:v>0.18214934086715337</c:v>
                </c:pt>
                <c:pt idx="4921">
                  <c:v>0.19459571628552455</c:v>
                </c:pt>
                <c:pt idx="4922">
                  <c:v>0.17507452071032067</c:v>
                </c:pt>
                <c:pt idx="4923">
                  <c:v>0.1920433290745146</c:v>
                </c:pt>
                <c:pt idx="4924">
                  <c:v>0.18623823912364734</c:v>
                </c:pt>
                <c:pt idx="4925">
                  <c:v>0.18629171810277564</c:v>
                </c:pt>
                <c:pt idx="4926">
                  <c:v>0.27519719142971605</c:v>
                </c:pt>
                <c:pt idx="4927">
                  <c:v>0.26177445423666423</c:v>
                </c:pt>
                <c:pt idx="4928">
                  <c:v>0.32919689119048717</c:v>
                </c:pt>
                <c:pt idx="4929">
                  <c:v>0.36926785035215942</c:v>
                </c:pt>
                <c:pt idx="4930">
                  <c:v>0.38430285705384409</c:v>
                </c:pt>
                <c:pt idx="4931">
                  <c:v>0.3968128901655214</c:v>
                </c:pt>
                <c:pt idx="4932">
                  <c:v>0.36361384649769524</c:v>
                </c:pt>
                <c:pt idx="4933">
                  <c:v>0.35479400663946686</c:v>
                </c:pt>
                <c:pt idx="4934">
                  <c:v>0.35629254046866943</c:v>
                </c:pt>
                <c:pt idx="4935">
                  <c:v>0.32923215115683707</c:v>
                </c:pt>
                <c:pt idx="4936">
                  <c:v>0.40846373551472787</c:v>
                </c:pt>
                <c:pt idx="4937">
                  <c:v>0.2974272809316762</c:v>
                </c:pt>
                <c:pt idx="4938">
                  <c:v>0.31708915524964532</c:v>
                </c:pt>
                <c:pt idx="4939">
                  <c:v>0.3264633134608807</c:v>
                </c:pt>
                <c:pt idx="4940">
                  <c:v>0.2805764213583104</c:v>
                </c:pt>
                <c:pt idx="4941">
                  <c:v>0.29181964298381691</c:v>
                </c:pt>
                <c:pt idx="4942">
                  <c:v>0.34026022897956132</c:v>
                </c:pt>
                <c:pt idx="4943">
                  <c:v>0.34884696711644775</c:v>
                </c:pt>
                <c:pt idx="4944">
                  <c:v>0.35653081757707161</c:v>
                </c:pt>
                <c:pt idx="4945">
                  <c:v>0.3684163714974632</c:v>
                </c:pt>
                <c:pt idx="4946">
                  <c:v>0.36610037213365459</c:v>
                </c:pt>
                <c:pt idx="4947">
                  <c:v>0.37254009384270914</c:v>
                </c:pt>
                <c:pt idx="4948">
                  <c:v>0.34797880996737773</c:v>
                </c:pt>
                <c:pt idx="4949">
                  <c:v>0.34095339631662763</c:v>
                </c:pt>
                <c:pt idx="4950">
                  <c:v>0.33213290874025453</c:v>
                </c:pt>
                <c:pt idx="4951">
                  <c:v>0.33460000620811708</c:v>
                </c:pt>
                <c:pt idx="4952">
                  <c:v>0.32271088782110829</c:v>
                </c:pt>
                <c:pt idx="4953">
                  <c:v>0.24375729984907304</c:v>
                </c:pt>
                <c:pt idx="4954">
                  <c:v>0.36479567651790362</c:v>
                </c:pt>
                <c:pt idx="4955">
                  <c:v>0.40932181228513731</c:v>
                </c:pt>
                <c:pt idx="4956">
                  <c:v>0.34827808888023226</c:v>
                </c:pt>
                <c:pt idx="4957">
                  <c:v>0.40740491261501788</c:v>
                </c:pt>
                <c:pt idx="4958">
                  <c:v>0.20708019946358971</c:v>
                </c:pt>
                <c:pt idx="4959">
                  <c:v>0.18279072233027313</c:v>
                </c:pt>
                <c:pt idx="4960">
                  <c:v>0.21164327844670502</c:v>
                </c:pt>
                <c:pt idx="4961">
                  <c:v>0.14901569960780658</c:v>
                </c:pt>
                <c:pt idx="4962">
                  <c:v>0.13844908102694345</c:v>
                </c:pt>
                <c:pt idx="4963">
                  <c:v>0.16302897006036057</c:v>
                </c:pt>
                <c:pt idx="4964">
                  <c:v>0.19312635855226662</c:v>
                </c:pt>
                <c:pt idx="4965">
                  <c:v>0.12190136175702615</c:v>
                </c:pt>
                <c:pt idx="4966">
                  <c:v>0.11437105519415172</c:v>
                </c:pt>
                <c:pt idx="4967">
                  <c:v>0.21450231896129751</c:v>
                </c:pt>
                <c:pt idx="4968">
                  <c:v>0.30617503241199567</c:v>
                </c:pt>
                <c:pt idx="4969">
                  <c:v>0.28370395032180007</c:v>
                </c:pt>
                <c:pt idx="4970">
                  <c:v>0.30372243228791573</c:v>
                </c:pt>
                <c:pt idx="4971">
                  <c:v>0.29784309970884038</c:v>
                </c:pt>
                <c:pt idx="4972">
                  <c:v>0.30027540628535876</c:v>
                </c:pt>
                <c:pt idx="4973">
                  <c:v>0.32631808916759325</c:v>
                </c:pt>
                <c:pt idx="4974">
                  <c:v>0.34775442511498061</c:v>
                </c:pt>
                <c:pt idx="4975">
                  <c:v>0.35675434871678097</c:v>
                </c:pt>
                <c:pt idx="4976">
                  <c:v>0.40688981312544059</c:v>
                </c:pt>
                <c:pt idx="4977">
                  <c:v>0.41112747295632857</c:v>
                </c:pt>
                <c:pt idx="4978">
                  <c:v>0.52014974928130009</c:v>
                </c:pt>
                <c:pt idx="4979">
                  <c:v>0.47064005557638955</c:v>
                </c:pt>
                <c:pt idx="4980">
                  <c:v>0.42341308489674034</c:v>
                </c:pt>
                <c:pt idx="4981">
                  <c:v>0.50261931890543621</c:v>
                </c:pt>
                <c:pt idx="4982">
                  <c:v>0.47894940800740299</c:v>
                </c:pt>
                <c:pt idx="4983">
                  <c:v>0.48414946556531602</c:v>
                </c:pt>
                <c:pt idx="4984">
                  <c:v>0.50198587263484262</c:v>
                </c:pt>
                <c:pt idx="4985">
                  <c:v>0.54831371333015655</c:v>
                </c:pt>
                <c:pt idx="4986">
                  <c:v>0.47610700837457648</c:v>
                </c:pt>
                <c:pt idx="4987">
                  <c:v>0.41493553050849558</c:v>
                </c:pt>
                <c:pt idx="4988">
                  <c:v>0.44512143916134439</c:v>
                </c:pt>
                <c:pt idx="4989">
                  <c:v>0.44078690249411467</c:v>
                </c:pt>
                <c:pt idx="4990">
                  <c:v>0.43281926178174157</c:v>
                </c:pt>
                <c:pt idx="4991">
                  <c:v>0.42407805085298084</c:v>
                </c:pt>
                <c:pt idx="4992">
                  <c:v>0.42889799216877506</c:v>
                </c:pt>
                <c:pt idx="4993">
                  <c:v>0.4479027889268013</c:v>
                </c:pt>
                <c:pt idx="4994">
                  <c:v>0.43413958939691777</c:v>
                </c:pt>
                <c:pt idx="4995">
                  <c:v>0.41416605260874295</c:v>
                </c:pt>
                <c:pt idx="4996">
                  <c:v>0.42541205868353649</c:v>
                </c:pt>
                <c:pt idx="4997">
                  <c:v>0.41804959019252236</c:v>
                </c:pt>
                <c:pt idx="4998">
                  <c:v>0.42979327092443226</c:v>
                </c:pt>
                <c:pt idx="4999">
                  <c:v>0.46228696054009505</c:v>
                </c:pt>
                <c:pt idx="5000">
                  <c:v>0.4580696317565579</c:v>
                </c:pt>
                <c:pt idx="5001">
                  <c:v>0.47455173040304077</c:v>
                </c:pt>
                <c:pt idx="5002">
                  <c:v>0.49546873128240609</c:v>
                </c:pt>
                <c:pt idx="5003">
                  <c:v>0.45110417838337452</c:v>
                </c:pt>
                <c:pt idx="5004">
                  <c:v>0.42355352077372149</c:v>
                </c:pt>
                <c:pt idx="5005">
                  <c:v>0.51858993768318662</c:v>
                </c:pt>
                <c:pt idx="5006">
                  <c:v>0.46984786078540786</c:v>
                </c:pt>
                <c:pt idx="5007">
                  <c:v>0.42644077658583907</c:v>
                </c:pt>
                <c:pt idx="5008">
                  <c:v>0.40282758585983774</c:v>
                </c:pt>
                <c:pt idx="5009">
                  <c:v>0.35655022222272775</c:v>
                </c:pt>
                <c:pt idx="5010">
                  <c:v>0.20616042428207085</c:v>
                </c:pt>
                <c:pt idx="5011">
                  <c:v>0.22312595733725507</c:v>
                </c:pt>
                <c:pt idx="5012">
                  <c:v>0.22409124830764657</c:v>
                </c:pt>
                <c:pt idx="5013">
                  <c:v>0.21869583060662365</c:v>
                </c:pt>
                <c:pt idx="5014">
                  <c:v>0.377924312775205</c:v>
                </c:pt>
                <c:pt idx="5015">
                  <c:v>0.38034557648060885</c:v>
                </c:pt>
                <c:pt idx="5016">
                  <c:v>0.3804708150930658</c:v>
                </c:pt>
                <c:pt idx="5017">
                  <c:v>0.43248017917096632</c:v>
                </c:pt>
                <c:pt idx="5018">
                  <c:v>0.43026857358673914</c:v>
                </c:pt>
                <c:pt idx="5019">
                  <c:v>0.44227752920724211</c:v>
                </c:pt>
                <c:pt idx="5020">
                  <c:v>0.4545107375955052</c:v>
                </c:pt>
                <c:pt idx="5021">
                  <c:v>0.46786061197442597</c:v>
                </c:pt>
                <c:pt idx="5022">
                  <c:v>0.4623328738211443</c:v>
                </c:pt>
                <c:pt idx="5023">
                  <c:v>0.47416592150360559</c:v>
                </c:pt>
                <c:pt idx="5024">
                  <c:v>0.4959964070354248</c:v>
                </c:pt>
                <c:pt idx="5025">
                  <c:v>0.45621964737021453</c:v>
                </c:pt>
                <c:pt idx="5026">
                  <c:v>0.45955197285034255</c:v>
                </c:pt>
                <c:pt idx="5027">
                  <c:v>0.25904984267462272</c:v>
                </c:pt>
                <c:pt idx="5028">
                  <c:v>0.19613514143347199</c:v>
                </c:pt>
                <c:pt idx="5029">
                  <c:v>0.13210873031860984</c:v>
                </c:pt>
                <c:pt idx="5030">
                  <c:v>0.12165415719891332</c:v>
                </c:pt>
                <c:pt idx="5031">
                  <c:v>0.10168834665495415</c:v>
                </c:pt>
                <c:pt idx="5032">
                  <c:v>8.1485868114006613E-2</c:v>
                </c:pt>
                <c:pt idx="5033">
                  <c:v>7.3010926841806739E-2</c:v>
                </c:pt>
                <c:pt idx="5034">
                  <c:v>7.3748163402964639E-2</c:v>
                </c:pt>
                <c:pt idx="5035">
                  <c:v>7.555050127466735E-2</c:v>
                </c:pt>
                <c:pt idx="5036">
                  <c:v>8.9884671520996495E-2</c:v>
                </c:pt>
                <c:pt idx="5037">
                  <c:v>8.1951017887640656E-2</c:v>
                </c:pt>
                <c:pt idx="5038">
                  <c:v>7.8948763425703311E-2</c:v>
                </c:pt>
                <c:pt idx="5039">
                  <c:v>7.8864618237407827E-2</c:v>
                </c:pt>
                <c:pt idx="5040">
                  <c:v>7.8255621918635596E-2</c:v>
                </c:pt>
                <c:pt idx="5041">
                  <c:v>7.5037532918504249E-2</c:v>
                </c:pt>
                <c:pt idx="5042">
                  <c:v>8.0228152748705886E-2</c:v>
                </c:pt>
                <c:pt idx="5043">
                  <c:v>7.9625978585597057E-2</c:v>
                </c:pt>
                <c:pt idx="5044">
                  <c:v>7.7596360408733411E-2</c:v>
                </c:pt>
                <c:pt idx="5045">
                  <c:v>8.5254054845530156E-2</c:v>
                </c:pt>
                <c:pt idx="5046">
                  <c:v>7.7096520844768771E-2</c:v>
                </c:pt>
                <c:pt idx="5047">
                  <c:v>7.7576262441945723E-2</c:v>
                </c:pt>
                <c:pt idx="5048">
                  <c:v>5.4350224641709612E-2</c:v>
                </c:pt>
                <c:pt idx="5049">
                  <c:v>5.5735390670140945E-2</c:v>
                </c:pt>
                <c:pt idx="5050">
                  <c:v>7.4640906453785641E-2</c:v>
                </c:pt>
                <c:pt idx="5051">
                  <c:v>7.4787754115546917E-2</c:v>
                </c:pt>
                <c:pt idx="5052">
                  <c:v>6.9573316521363865E-2</c:v>
                </c:pt>
                <c:pt idx="5053">
                  <c:v>7.09733336859735E-2</c:v>
                </c:pt>
                <c:pt idx="5054">
                  <c:v>8.4497361960938405E-2</c:v>
                </c:pt>
                <c:pt idx="5055">
                  <c:v>6.086210248489158E-2</c:v>
                </c:pt>
                <c:pt idx="5056">
                  <c:v>0.11595031058249068</c:v>
                </c:pt>
                <c:pt idx="5057">
                  <c:v>7.0991062439946157E-2</c:v>
                </c:pt>
                <c:pt idx="5058">
                  <c:v>0.14307413034819755</c:v>
                </c:pt>
                <c:pt idx="5059">
                  <c:v>0.11884137018765774</c:v>
                </c:pt>
                <c:pt idx="5060">
                  <c:v>8.24101213532792E-2</c:v>
                </c:pt>
                <c:pt idx="5061">
                  <c:v>0.12485681190570493</c:v>
                </c:pt>
                <c:pt idx="5062">
                  <c:v>0.11444908080984623</c:v>
                </c:pt>
                <c:pt idx="5063">
                  <c:v>0.10399375574287149</c:v>
                </c:pt>
                <c:pt idx="5064">
                  <c:v>0.1409763495609673</c:v>
                </c:pt>
                <c:pt idx="5065">
                  <c:v>0.13185146050392524</c:v>
                </c:pt>
                <c:pt idx="5066">
                  <c:v>0.15138490200401519</c:v>
                </c:pt>
                <c:pt idx="5067">
                  <c:v>0.17749841442293238</c:v>
                </c:pt>
                <c:pt idx="5068">
                  <c:v>5.0955673351651846E-2</c:v>
                </c:pt>
                <c:pt idx="5069">
                  <c:v>0.1298116532662543</c:v>
                </c:pt>
                <c:pt idx="5070">
                  <c:v>0.11991848495798041</c:v>
                </c:pt>
                <c:pt idx="5071">
                  <c:v>0.14144297591315305</c:v>
                </c:pt>
                <c:pt idx="5072">
                  <c:v>0.12469899246536567</c:v>
                </c:pt>
                <c:pt idx="5073">
                  <c:v>0.14495990314208154</c:v>
                </c:pt>
                <c:pt idx="5074">
                  <c:v>0.10027260768939976</c:v>
                </c:pt>
                <c:pt idx="5075">
                  <c:v>6.2215478270553057E-2</c:v>
                </c:pt>
                <c:pt idx="5076">
                  <c:v>7.5131307790051075E-2</c:v>
                </c:pt>
                <c:pt idx="5077">
                  <c:v>8.0528944241327699E-2</c:v>
                </c:pt>
                <c:pt idx="5078">
                  <c:v>8.6076693113366354E-2</c:v>
                </c:pt>
                <c:pt idx="5079">
                  <c:v>6.7269159916626187E-2</c:v>
                </c:pt>
                <c:pt idx="5080">
                  <c:v>7.9381415266699715E-2</c:v>
                </c:pt>
                <c:pt idx="5081">
                  <c:v>9.4296434268363566E-2</c:v>
                </c:pt>
                <c:pt idx="5082">
                  <c:v>9.685498803103465E-2</c:v>
                </c:pt>
                <c:pt idx="5083">
                  <c:v>9.6463834153146188E-2</c:v>
                </c:pt>
                <c:pt idx="5084">
                  <c:v>8.7147678272868734E-2</c:v>
                </c:pt>
                <c:pt idx="5085">
                  <c:v>0.10754442890730011</c:v>
                </c:pt>
                <c:pt idx="5086">
                  <c:v>0.11155798643415878</c:v>
                </c:pt>
                <c:pt idx="5087">
                  <c:v>0.10257152234324957</c:v>
                </c:pt>
                <c:pt idx="5088">
                  <c:v>0.10414917516589264</c:v>
                </c:pt>
                <c:pt idx="5089">
                  <c:v>0.12175771293034734</c:v>
                </c:pt>
                <c:pt idx="5090">
                  <c:v>0.13165192479176896</c:v>
                </c:pt>
                <c:pt idx="5091">
                  <c:v>0.14527484486119754</c:v>
                </c:pt>
                <c:pt idx="5092">
                  <c:v>0.11687408976241029</c:v>
                </c:pt>
                <c:pt idx="5093">
                  <c:v>0.14099133627048413</c:v>
                </c:pt>
                <c:pt idx="5094">
                  <c:v>0.10327879562141379</c:v>
                </c:pt>
                <c:pt idx="5095">
                  <c:v>0.11784517010178869</c:v>
                </c:pt>
                <c:pt idx="5096">
                  <c:v>0.17719146223928478</c:v>
                </c:pt>
                <c:pt idx="5097">
                  <c:v>0.23188224031611704</c:v>
                </c:pt>
                <c:pt idx="5098">
                  <c:v>0.23758820073894341</c:v>
                </c:pt>
                <c:pt idx="5099">
                  <c:v>0.17006883807996875</c:v>
                </c:pt>
                <c:pt idx="5100">
                  <c:v>0.2149346829215574</c:v>
                </c:pt>
                <c:pt idx="5101">
                  <c:v>0.24756625251729869</c:v>
                </c:pt>
                <c:pt idx="5102">
                  <c:v>0.31543599301828085</c:v>
                </c:pt>
                <c:pt idx="5103">
                  <c:v>0.33985645715539875</c:v>
                </c:pt>
                <c:pt idx="5104">
                  <c:v>0.31889961440274561</c:v>
                </c:pt>
                <c:pt idx="5105">
                  <c:v>0.26911335248813378</c:v>
                </c:pt>
                <c:pt idx="5106">
                  <c:v>0.15149592636764328</c:v>
                </c:pt>
                <c:pt idx="5107">
                  <c:v>7.9285194718092936E-2</c:v>
                </c:pt>
                <c:pt idx="5108">
                  <c:v>0.10035796438972558</c:v>
                </c:pt>
                <c:pt idx="5109">
                  <c:v>8.2206375788250144E-2</c:v>
                </c:pt>
                <c:pt idx="5110">
                  <c:v>3.5385214402893501E-2</c:v>
                </c:pt>
                <c:pt idx="5111">
                  <c:v>1.2066471892780454E-2</c:v>
                </c:pt>
                <c:pt idx="5112">
                  <c:v>1.9829923786740165E-2</c:v>
                </c:pt>
                <c:pt idx="5113">
                  <c:v>8.4976540880788765E-2</c:v>
                </c:pt>
                <c:pt idx="5114">
                  <c:v>8.6407639376125014E-2</c:v>
                </c:pt>
                <c:pt idx="5115">
                  <c:v>0.27006442693038474</c:v>
                </c:pt>
                <c:pt idx="5116">
                  <c:v>0.26947857819867005</c:v>
                </c:pt>
                <c:pt idx="5117">
                  <c:v>0.29200589525028459</c:v>
                </c:pt>
                <c:pt idx="5118">
                  <c:v>0.31170419956376144</c:v>
                </c:pt>
                <c:pt idx="5119">
                  <c:v>0.29948544546021522</c:v>
                </c:pt>
                <c:pt idx="5120">
                  <c:v>0.29461691021674669</c:v>
                </c:pt>
                <c:pt idx="5121">
                  <c:v>0.33994889391622407</c:v>
                </c:pt>
                <c:pt idx="5122">
                  <c:v>0.30362840752047549</c:v>
                </c:pt>
                <c:pt idx="5123">
                  <c:v>0.25334331628713097</c:v>
                </c:pt>
                <c:pt idx="5124">
                  <c:v>0.34385312969978138</c:v>
                </c:pt>
                <c:pt idx="5125">
                  <c:v>0.25208295505796519</c:v>
                </c:pt>
                <c:pt idx="5126">
                  <c:v>0.27338889090155044</c:v>
                </c:pt>
                <c:pt idx="5127">
                  <c:v>0.2769021023257997</c:v>
                </c:pt>
                <c:pt idx="5128">
                  <c:v>0.26490492319055414</c:v>
                </c:pt>
                <c:pt idx="5129">
                  <c:v>0.15532130224457763</c:v>
                </c:pt>
                <c:pt idx="5130">
                  <c:v>0.10546761173389904</c:v>
                </c:pt>
                <c:pt idx="5131">
                  <c:v>0.12961384948816837</c:v>
                </c:pt>
                <c:pt idx="5132">
                  <c:v>0.12979671192004855</c:v>
                </c:pt>
                <c:pt idx="5133">
                  <c:v>0.14024885843647147</c:v>
                </c:pt>
                <c:pt idx="5134">
                  <c:v>0.15533235271438725</c:v>
                </c:pt>
                <c:pt idx="5135">
                  <c:v>0.14908052237487329</c:v>
                </c:pt>
                <c:pt idx="5136">
                  <c:v>0.10907597340244837</c:v>
                </c:pt>
                <c:pt idx="5137">
                  <c:v>0.11531421614898331</c:v>
                </c:pt>
                <c:pt idx="5138">
                  <c:v>0.14821565106340465</c:v>
                </c:pt>
                <c:pt idx="5139">
                  <c:v>0.16494075984359843</c:v>
                </c:pt>
                <c:pt idx="5140">
                  <c:v>0.17425441867677591</c:v>
                </c:pt>
                <c:pt idx="5141">
                  <c:v>0.19046672894023736</c:v>
                </c:pt>
                <c:pt idx="5142">
                  <c:v>0.30730898498478859</c:v>
                </c:pt>
                <c:pt idx="5143">
                  <c:v>0.30531630854203695</c:v>
                </c:pt>
                <c:pt idx="5144">
                  <c:v>0.35057131487944621</c:v>
                </c:pt>
                <c:pt idx="5145">
                  <c:v>0.33213827721823658</c:v>
                </c:pt>
                <c:pt idx="5146">
                  <c:v>0.41446082886253544</c:v>
                </c:pt>
                <c:pt idx="5147">
                  <c:v>0.34487752673041749</c:v>
                </c:pt>
                <c:pt idx="5148">
                  <c:v>0.37775552594833095</c:v>
                </c:pt>
                <c:pt idx="5149">
                  <c:v>0.31577407717731459</c:v>
                </c:pt>
                <c:pt idx="5150">
                  <c:v>0.34030008381212007</c:v>
                </c:pt>
                <c:pt idx="5151">
                  <c:v>0.31218359572411875</c:v>
                </c:pt>
                <c:pt idx="5152">
                  <c:v>0.35836640067257786</c:v>
                </c:pt>
                <c:pt idx="5153">
                  <c:v>0.40170932134833082</c:v>
                </c:pt>
                <c:pt idx="5154">
                  <c:v>0.41454914029755946</c:v>
                </c:pt>
                <c:pt idx="5155">
                  <c:v>0.35060409216546295</c:v>
                </c:pt>
                <c:pt idx="5156">
                  <c:v>0.32163514002179128</c:v>
                </c:pt>
                <c:pt idx="5157">
                  <c:v>0.32861526278565367</c:v>
                </c:pt>
                <c:pt idx="5158">
                  <c:v>0.32299268977925266</c:v>
                </c:pt>
                <c:pt idx="5159">
                  <c:v>0.345221015966718</c:v>
                </c:pt>
                <c:pt idx="5160">
                  <c:v>0.36039081450191757</c:v>
                </c:pt>
                <c:pt idx="5161">
                  <c:v>0.38200163776466561</c:v>
                </c:pt>
                <c:pt idx="5162">
                  <c:v>0.35774941914742897</c:v>
                </c:pt>
                <c:pt idx="5163">
                  <c:v>0.37098264171414425</c:v>
                </c:pt>
                <c:pt idx="5164">
                  <c:v>0.29748313758628414</c:v>
                </c:pt>
                <c:pt idx="5165">
                  <c:v>0.35931443478017655</c:v>
                </c:pt>
                <c:pt idx="5166">
                  <c:v>0.33688553425262235</c:v>
                </c:pt>
                <c:pt idx="5167">
                  <c:v>0.37008679351201434</c:v>
                </c:pt>
                <c:pt idx="5168">
                  <c:v>0.3302949383167722</c:v>
                </c:pt>
                <c:pt idx="5169">
                  <c:v>0.34543279085631196</c:v>
                </c:pt>
                <c:pt idx="5170">
                  <c:v>0.35899093990700254</c:v>
                </c:pt>
                <c:pt idx="5171">
                  <c:v>0.39120940476946287</c:v>
                </c:pt>
                <c:pt idx="5172">
                  <c:v>0.3629616536721364</c:v>
                </c:pt>
                <c:pt idx="5173">
                  <c:v>0.42028681077637869</c:v>
                </c:pt>
                <c:pt idx="5174">
                  <c:v>0.36603601402855118</c:v>
                </c:pt>
                <c:pt idx="5175">
                  <c:v>0.39672480204717969</c:v>
                </c:pt>
                <c:pt idx="5176">
                  <c:v>0.36698962391414608</c:v>
                </c:pt>
                <c:pt idx="5177">
                  <c:v>0.3472401887466699</c:v>
                </c:pt>
                <c:pt idx="5178">
                  <c:v>0.30524092369860956</c:v>
                </c:pt>
                <c:pt idx="5179">
                  <c:v>0.19991004771188103</c:v>
                </c:pt>
                <c:pt idx="5180">
                  <c:v>0.21197513433594373</c:v>
                </c:pt>
                <c:pt idx="5181">
                  <c:v>0.20620941944135598</c:v>
                </c:pt>
                <c:pt idx="5182">
                  <c:v>0.2154429723308168</c:v>
                </c:pt>
                <c:pt idx="5183">
                  <c:v>0.16852971103373007</c:v>
                </c:pt>
                <c:pt idx="5184">
                  <c:v>0.2517383144172915</c:v>
                </c:pt>
                <c:pt idx="5185">
                  <c:v>0.40166815468952227</c:v>
                </c:pt>
                <c:pt idx="5186">
                  <c:v>0.40439372410179664</c:v>
                </c:pt>
                <c:pt idx="5187">
                  <c:v>0.40953163741225823</c:v>
                </c:pt>
                <c:pt idx="5188">
                  <c:v>0.4425452731245908</c:v>
                </c:pt>
                <c:pt idx="5189">
                  <c:v>0.43177870673939439</c:v>
                </c:pt>
                <c:pt idx="5190">
                  <c:v>0.45241024487244691</c:v>
                </c:pt>
                <c:pt idx="5191">
                  <c:v>0.42612965068408859</c:v>
                </c:pt>
                <c:pt idx="5192">
                  <c:v>0.4445928396911083</c:v>
                </c:pt>
                <c:pt idx="5193">
                  <c:v>0.4596006392831698</c:v>
                </c:pt>
                <c:pt idx="5194">
                  <c:v>0.50712199033138017</c:v>
                </c:pt>
                <c:pt idx="5195">
                  <c:v>0.30966774926718044</c:v>
                </c:pt>
                <c:pt idx="5196">
                  <c:v>0.26356366007203474</c:v>
                </c:pt>
                <c:pt idx="5197">
                  <c:v>0.16547986503569917</c:v>
                </c:pt>
                <c:pt idx="5198">
                  <c:v>0.17148831350358071</c:v>
                </c:pt>
                <c:pt idx="5199">
                  <c:v>7.8563704268846166E-2</c:v>
                </c:pt>
                <c:pt idx="5200">
                  <c:v>9.3951435682381526E-2</c:v>
                </c:pt>
                <c:pt idx="5201">
                  <c:v>8.253625554736177E-2</c:v>
                </c:pt>
                <c:pt idx="5202">
                  <c:v>6.9487802353072933E-2</c:v>
                </c:pt>
                <c:pt idx="5203">
                  <c:v>7.1281585153114932E-2</c:v>
                </c:pt>
                <c:pt idx="5204">
                  <c:v>8.5445303952679311E-2</c:v>
                </c:pt>
                <c:pt idx="5205">
                  <c:v>8.0343621884555447E-2</c:v>
                </c:pt>
                <c:pt idx="5206">
                  <c:v>8.8285971571507554E-2</c:v>
                </c:pt>
                <c:pt idx="5207">
                  <c:v>8.7326878723968063E-2</c:v>
                </c:pt>
                <c:pt idx="5208">
                  <c:v>8.4344289517939972E-2</c:v>
                </c:pt>
                <c:pt idx="5209">
                  <c:v>8.8773343323444526E-2</c:v>
                </c:pt>
                <c:pt idx="5210">
                  <c:v>8.6056431264063094E-2</c:v>
                </c:pt>
                <c:pt idx="5211">
                  <c:v>0.10039400172199403</c:v>
                </c:pt>
                <c:pt idx="5212">
                  <c:v>9.1748782879202892E-2</c:v>
                </c:pt>
                <c:pt idx="5213">
                  <c:v>0.12518990710044717</c:v>
                </c:pt>
                <c:pt idx="5214">
                  <c:v>0.12340588609581507</c:v>
                </c:pt>
                <c:pt idx="5215">
                  <c:v>6.2884694047157588E-2</c:v>
                </c:pt>
                <c:pt idx="5216">
                  <c:v>4.1543974767945344E-2</c:v>
                </c:pt>
                <c:pt idx="5217">
                  <c:v>4.018311632423411E-2</c:v>
                </c:pt>
                <c:pt idx="5218">
                  <c:v>4.733961057932376E-2</c:v>
                </c:pt>
                <c:pt idx="5219">
                  <c:v>6.7025858862685764E-2</c:v>
                </c:pt>
                <c:pt idx="5220">
                  <c:v>1.9268316821432516E-2</c:v>
                </c:pt>
                <c:pt idx="5221">
                  <c:v>5.6510790254116303E-2</c:v>
                </c:pt>
                <c:pt idx="5222">
                  <c:v>9.3297262236055403E-2</c:v>
                </c:pt>
                <c:pt idx="5223">
                  <c:v>8.3146414623751719E-2</c:v>
                </c:pt>
                <c:pt idx="5224">
                  <c:v>9.7515948484506523E-2</c:v>
                </c:pt>
                <c:pt idx="5225">
                  <c:v>8.6066665562150882E-2</c:v>
                </c:pt>
                <c:pt idx="5226">
                  <c:v>8.4959722841463595E-2</c:v>
                </c:pt>
                <c:pt idx="5227">
                  <c:v>9.8260399759328654E-2</c:v>
                </c:pt>
                <c:pt idx="5228">
                  <c:v>0.10185615418188534</c:v>
                </c:pt>
                <c:pt idx="5229">
                  <c:v>8.8483425966747367E-2</c:v>
                </c:pt>
                <c:pt idx="5230">
                  <c:v>7.9313469385459412E-2</c:v>
                </c:pt>
                <c:pt idx="5231">
                  <c:v>7.5535799013618163E-2</c:v>
                </c:pt>
                <c:pt idx="5232">
                  <c:v>7.920554022218082E-2</c:v>
                </c:pt>
                <c:pt idx="5233">
                  <c:v>0.10725029618300222</c:v>
                </c:pt>
                <c:pt idx="5234">
                  <c:v>7.8520148554392336E-2</c:v>
                </c:pt>
                <c:pt idx="5235">
                  <c:v>9.1873622195436933E-2</c:v>
                </c:pt>
                <c:pt idx="5236">
                  <c:v>0.10123597623958965</c:v>
                </c:pt>
                <c:pt idx="5237">
                  <c:v>0.10306183142166582</c:v>
                </c:pt>
                <c:pt idx="5238">
                  <c:v>9.8091402356234161E-2</c:v>
                </c:pt>
                <c:pt idx="5239">
                  <c:v>6.401639661262444E-2</c:v>
                </c:pt>
                <c:pt idx="5240">
                  <c:v>3.0166722606684498E-2</c:v>
                </c:pt>
                <c:pt idx="5241">
                  <c:v>4.7844565430644047E-2</c:v>
                </c:pt>
                <c:pt idx="5242">
                  <c:v>3.8604300710951243E-2</c:v>
                </c:pt>
                <c:pt idx="5243">
                  <c:v>5.9359186692719723E-2</c:v>
                </c:pt>
                <c:pt idx="5244">
                  <c:v>6.4798565190663862E-2</c:v>
                </c:pt>
                <c:pt idx="5245">
                  <c:v>4.1519167339433463E-2</c:v>
                </c:pt>
                <c:pt idx="5246">
                  <c:v>0.10117222591695284</c:v>
                </c:pt>
                <c:pt idx="5247">
                  <c:v>9.9701822098993434E-2</c:v>
                </c:pt>
                <c:pt idx="5248">
                  <c:v>0.11187590285982024</c:v>
                </c:pt>
                <c:pt idx="5249">
                  <c:v>0.12998456625520616</c:v>
                </c:pt>
                <c:pt idx="5250">
                  <c:v>0.11366941775692534</c:v>
                </c:pt>
                <c:pt idx="5251">
                  <c:v>0.12913920157926367</c:v>
                </c:pt>
                <c:pt idx="5252">
                  <c:v>0.10793203998617637</c:v>
                </c:pt>
                <c:pt idx="5253">
                  <c:v>0.1055004438702515</c:v>
                </c:pt>
                <c:pt idx="5254">
                  <c:v>0.10098990147361853</c:v>
                </c:pt>
                <c:pt idx="5255">
                  <c:v>9.574441142907085E-2</c:v>
                </c:pt>
                <c:pt idx="5256">
                  <c:v>0.10009722551333079</c:v>
                </c:pt>
                <c:pt idx="5257">
                  <c:v>9.4183031279321774E-2</c:v>
                </c:pt>
                <c:pt idx="5258">
                  <c:v>8.9984665918788606E-2</c:v>
                </c:pt>
                <c:pt idx="5259">
                  <c:v>8.6783589711290618E-2</c:v>
                </c:pt>
                <c:pt idx="5260">
                  <c:v>0.10487294543223616</c:v>
                </c:pt>
                <c:pt idx="5261">
                  <c:v>9.8345046355144808E-2</c:v>
                </c:pt>
                <c:pt idx="5262">
                  <c:v>9.9767720256686773E-2</c:v>
                </c:pt>
                <c:pt idx="5263">
                  <c:v>6.1726176136024026E-2</c:v>
                </c:pt>
                <c:pt idx="5264">
                  <c:v>9.2198991307960984E-2</c:v>
                </c:pt>
                <c:pt idx="5265">
                  <c:v>0.1673287750057938</c:v>
                </c:pt>
                <c:pt idx="5266">
                  <c:v>8.7512574892065181E-2</c:v>
                </c:pt>
                <c:pt idx="5267">
                  <c:v>0.14348804276271121</c:v>
                </c:pt>
                <c:pt idx="5268">
                  <c:v>0.12571965620777648</c:v>
                </c:pt>
                <c:pt idx="5269">
                  <c:v>0.14151060595362971</c:v>
                </c:pt>
                <c:pt idx="5270">
                  <c:v>0.13398975810813932</c:v>
                </c:pt>
                <c:pt idx="5271">
                  <c:v>0.12611177147046074</c:v>
                </c:pt>
                <c:pt idx="5272">
                  <c:v>0.11506568195798826</c:v>
                </c:pt>
                <c:pt idx="5273">
                  <c:v>9.5709276448893571E-2</c:v>
                </c:pt>
                <c:pt idx="5274">
                  <c:v>0.12624874948964324</c:v>
                </c:pt>
                <c:pt idx="5275">
                  <c:v>9.293075886919501E-2</c:v>
                </c:pt>
                <c:pt idx="5276">
                  <c:v>9.5310294834467679E-2</c:v>
                </c:pt>
                <c:pt idx="5277">
                  <c:v>0.13540859841964742</c:v>
                </c:pt>
                <c:pt idx="5278">
                  <c:v>0.10534336886410048</c:v>
                </c:pt>
                <c:pt idx="5279">
                  <c:v>0.10692492578876812</c:v>
                </c:pt>
                <c:pt idx="5280">
                  <c:v>0.10138030278979906</c:v>
                </c:pt>
                <c:pt idx="5281">
                  <c:v>9.708386202142473E-2</c:v>
                </c:pt>
                <c:pt idx="5282">
                  <c:v>9.818492747301294E-2</c:v>
                </c:pt>
                <c:pt idx="5283">
                  <c:v>5.8426270598618255E-2</c:v>
                </c:pt>
                <c:pt idx="5284">
                  <c:v>7.8038682354088493E-2</c:v>
                </c:pt>
                <c:pt idx="5285">
                  <c:v>6.9258769040177803E-2</c:v>
                </c:pt>
                <c:pt idx="5286">
                  <c:v>9.5223131103544231E-2</c:v>
                </c:pt>
                <c:pt idx="5287">
                  <c:v>0.1188206225547116</c:v>
                </c:pt>
                <c:pt idx="5288">
                  <c:v>0.12577308105087562</c:v>
                </c:pt>
                <c:pt idx="5289">
                  <c:v>0.16734600024434404</c:v>
                </c:pt>
                <c:pt idx="5290">
                  <c:v>0.15147252924892782</c:v>
                </c:pt>
                <c:pt idx="5291">
                  <c:v>0.16805316198801673</c:v>
                </c:pt>
                <c:pt idx="5292">
                  <c:v>0.12132566783170592</c:v>
                </c:pt>
                <c:pt idx="5293">
                  <c:v>0.10213138763636878</c:v>
                </c:pt>
                <c:pt idx="5294">
                  <c:v>0.12476106125895282</c:v>
                </c:pt>
                <c:pt idx="5295">
                  <c:v>0.1198224807940891</c:v>
                </c:pt>
                <c:pt idx="5296">
                  <c:v>6.8938166672255025E-2</c:v>
                </c:pt>
                <c:pt idx="5297">
                  <c:v>9.0619068083106422E-2</c:v>
                </c:pt>
                <c:pt idx="5298">
                  <c:v>6.2709076304789862E-2</c:v>
                </c:pt>
                <c:pt idx="5299">
                  <c:v>7.6636201061009185E-2</c:v>
                </c:pt>
                <c:pt idx="5300">
                  <c:v>8.7769436850195337E-2</c:v>
                </c:pt>
                <c:pt idx="5301">
                  <c:v>8.0566448056299575E-2</c:v>
                </c:pt>
                <c:pt idx="5302">
                  <c:v>8.1300569665881367E-2</c:v>
                </c:pt>
                <c:pt idx="5303">
                  <c:v>8.1669533882190448E-2</c:v>
                </c:pt>
                <c:pt idx="5304">
                  <c:v>8.9551558429282363E-2</c:v>
                </c:pt>
                <c:pt idx="5305">
                  <c:v>8.0973998980593639E-2</c:v>
                </c:pt>
                <c:pt idx="5306">
                  <c:v>8.9886160113901784E-2</c:v>
                </c:pt>
                <c:pt idx="5307">
                  <c:v>0.12400261269895109</c:v>
                </c:pt>
                <c:pt idx="5308">
                  <c:v>0.10844982033864942</c:v>
                </c:pt>
                <c:pt idx="5309">
                  <c:v>8.7063782681389396E-2</c:v>
                </c:pt>
                <c:pt idx="5310">
                  <c:v>4.9194142174916952E-2</c:v>
                </c:pt>
                <c:pt idx="5311">
                  <c:v>5.8019855160435743E-2</c:v>
                </c:pt>
                <c:pt idx="5312">
                  <c:v>4.951888923781269E-2</c:v>
                </c:pt>
                <c:pt idx="5313">
                  <c:v>6.3621375083776965E-2</c:v>
                </c:pt>
                <c:pt idx="5314">
                  <c:v>7.8891162795889674E-2</c:v>
                </c:pt>
                <c:pt idx="5315">
                  <c:v>5.9151140982987363E-2</c:v>
                </c:pt>
                <c:pt idx="5316">
                  <c:v>7.6565702795174662E-2</c:v>
                </c:pt>
                <c:pt idx="5317">
                  <c:v>9.8441132401170472E-2</c:v>
                </c:pt>
                <c:pt idx="5318">
                  <c:v>0.11325166628540773</c:v>
                </c:pt>
                <c:pt idx="5319">
                  <c:v>0.11701997009356523</c:v>
                </c:pt>
                <c:pt idx="5320">
                  <c:v>0.12058019035820787</c:v>
                </c:pt>
                <c:pt idx="5321">
                  <c:v>9.3365301485308236E-2</c:v>
                </c:pt>
                <c:pt idx="5322">
                  <c:v>0.10773779795310211</c:v>
                </c:pt>
                <c:pt idx="5323">
                  <c:v>0.11728357794025784</c:v>
                </c:pt>
                <c:pt idx="5324">
                  <c:v>0.14508399089874668</c:v>
                </c:pt>
                <c:pt idx="5325">
                  <c:v>0.11598271716720135</c:v>
                </c:pt>
                <c:pt idx="5326">
                  <c:v>0.10845979021605233</c:v>
                </c:pt>
                <c:pt idx="5327">
                  <c:v>0.12290414298080173</c:v>
                </c:pt>
                <c:pt idx="5328">
                  <c:v>9.6585201007830052E-2</c:v>
                </c:pt>
                <c:pt idx="5329">
                  <c:v>9.1508689722269138E-2</c:v>
                </c:pt>
                <c:pt idx="5330">
                  <c:v>8.7491259446822622E-2</c:v>
                </c:pt>
                <c:pt idx="5331">
                  <c:v>8.8430997236247283E-2</c:v>
                </c:pt>
                <c:pt idx="5332">
                  <c:v>7.9676795825478611E-2</c:v>
                </c:pt>
                <c:pt idx="5333">
                  <c:v>7.898784004528378E-2</c:v>
                </c:pt>
                <c:pt idx="5334">
                  <c:v>8.0708290657172652E-2</c:v>
                </c:pt>
                <c:pt idx="5335">
                  <c:v>2.7982406388122865E-2</c:v>
                </c:pt>
                <c:pt idx="5336">
                  <c:v>4.0582898691951842E-2</c:v>
                </c:pt>
                <c:pt idx="5337">
                  <c:v>6.0328457036584342E-2</c:v>
                </c:pt>
                <c:pt idx="5338">
                  <c:v>0.10474714623350707</c:v>
                </c:pt>
                <c:pt idx="5339">
                  <c:v>5.5642537984047627E-2</c:v>
                </c:pt>
                <c:pt idx="5340">
                  <c:v>6.9382821845733897E-2</c:v>
                </c:pt>
                <c:pt idx="5341">
                  <c:v>-0.67557974574904189</c:v>
                </c:pt>
                <c:pt idx="5342">
                  <c:v>-1.7544768917201554</c:v>
                </c:pt>
                <c:pt idx="5343">
                  <c:v>-1.389430308929219</c:v>
                </c:pt>
                <c:pt idx="5344">
                  <c:v>-1.2637479878732489</c:v>
                </c:pt>
                <c:pt idx="5345">
                  <c:v>-1.0118196366365044</c:v>
                </c:pt>
                <c:pt idx="5346">
                  <c:v>-0.73520493623359873</c:v>
                </c:pt>
                <c:pt idx="5347">
                  <c:v>-0.71687304177253253</c:v>
                </c:pt>
                <c:pt idx="5348">
                  <c:v>-0.37146580408069013</c:v>
                </c:pt>
                <c:pt idx="5349">
                  <c:v>-1.0683721101787417E-2</c:v>
                </c:pt>
                <c:pt idx="5350">
                  <c:v>-0.39949911018616341</c:v>
                </c:pt>
                <c:pt idx="5351">
                  <c:v>-8.692591882589723E-2</c:v>
                </c:pt>
                <c:pt idx="5352">
                  <c:v>-1.2074532273488035E-2</c:v>
                </c:pt>
                <c:pt idx="5353">
                  <c:v>3.5594506393956837E-2</c:v>
                </c:pt>
                <c:pt idx="5354">
                  <c:v>4.0556891606739399E-2</c:v>
                </c:pt>
                <c:pt idx="5355">
                  <c:v>5.6127871805748408E-2</c:v>
                </c:pt>
                <c:pt idx="5356">
                  <c:v>8.6000324273529369E-2</c:v>
                </c:pt>
                <c:pt idx="5357">
                  <c:v>7.5562244867480546E-2</c:v>
                </c:pt>
                <c:pt idx="5358">
                  <c:v>8.2893787071886091E-2</c:v>
                </c:pt>
                <c:pt idx="5359">
                  <c:v>6.973106621707241E-2</c:v>
                </c:pt>
                <c:pt idx="5360">
                  <c:v>1.903269061854929E-2</c:v>
                </c:pt>
                <c:pt idx="5361">
                  <c:v>-1.1466419493339468</c:v>
                </c:pt>
                <c:pt idx="5362">
                  <c:v>-1.1801323184305459</c:v>
                </c:pt>
                <c:pt idx="5363">
                  <c:v>-1.1851588458829794</c:v>
                </c:pt>
                <c:pt idx="5364">
                  <c:v>-1.2918191325624051</c:v>
                </c:pt>
                <c:pt idx="5365">
                  <c:v>-1.0006824117307849</c:v>
                </c:pt>
                <c:pt idx="5366">
                  <c:v>-1.3867659856126788</c:v>
                </c:pt>
                <c:pt idx="5367">
                  <c:v>-1.3067053137329652</c:v>
                </c:pt>
                <c:pt idx="5368">
                  <c:v>-1.0518625007211155</c:v>
                </c:pt>
                <c:pt idx="5369">
                  <c:v>-1.0097990414054974</c:v>
                </c:pt>
                <c:pt idx="5370">
                  <c:v>-0.95553743203845842</c:v>
                </c:pt>
                <c:pt idx="5371">
                  <c:v>-0.90357021317156361</c:v>
                </c:pt>
                <c:pt idx="5372">
                  <c:v>-0.71775176012977471</c:v>
                </c:pt>
                <c:pt idx="5373">
                  <c:v>-0.7107231383587318</c:v>
                </c:pt>
                <c:pt idx="5374">
                  <c:v>-0.13103714443240119</c:v>
                </c:pt>
                <c:pt idx="5375">
                  <c:v>-0.10468894938131738</c:v>
                </c:pt>
                <c:pt idx="5376">
                  <c:v>-7.8184103228887872E-2</c:v>
                </c:pt>
                <c:pt idx="5377">
                  <c:v>-5.1522605975111629E-2</c:v>
                </c:pt>
                <c:pt idx="5378">
                  <c:v>-2.4704457619989684E-2</c:v>
                </c:pt>
                <c:pt idx="5379">
                  <c:v>2.2703418364808828E-3</c:v>
                </c:pt>
                <c:pt idx="5380">
                  <c:v>2.9401792394297178E-2</c:v>
                </c:pt>
                <c:pt idx="5381">
                  <c:v>5.6689894053460504E-2</c:v>
                </c:pt>
                <c:pt idx="5382">
                  <c:v>8.4134646813969857E-2</c:v>
                </c:pt>
                <c:pt idx="5383">
                  <c:v>0.11173605067582658</c:v>
                </c:pt>
                <c:pt idx="5384">
                  <c:v>0.13949410563902959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-0.32248116576216457</c:v>
                </c:pt>
                <c:pt idx="5440">
                  <c:v>-0.41736949291485637</c:v>
                </c:pt>
                <c:pt idx="5441">
                  <c:v>-0.38421558254379229</c:v>
                </c:pt>
                <c:pt idx="5442">
                  <c:v>-0.26307603460613355</c:v>
                </c:pt>
                <c:pt idx="5443">
                  <c:v>-2.7149470719273445E-2</c:v>
                </c:pt>
                <c:pt idx="5444">
                  <c:v>-0.1881249402616669</c:v>
                </c:pt>
                <c:pt idx="5445">
                  <c:v>-0.13819032249807767</c:v>
                </c:pt>
                <c:pt idx="5446">
                  <c:v>1.8292659259170695E-2</c:v>
                </c:pt>
                <c:pt idx="5447">
                  <c:v>-4.1417956933979226E-2</c:v>
                </c:pt>
                <c:pt idx="5448">
                  <c:v>2.6170196536295199E-2</c:v>
                </c:pt>
                <c:pt idx="5449">
                  <c:v>3.4220212533186536E-2</c:v>
                </c:pt>
                <c:pt idx="5450">
                  <c:v>3.8350395695091515E-2</c:v>
                </c:pt>
                <c:pt idx="5451">
                  <c:v>5.455130606069572E-2</c:v>
                </c:pt>
                <c:pt idx="5452">
                  <c:v>5.6792433907460943E-2</c:v>
                </c:pt>
                <c:pt idx="5453">
                  <c:v>6.2152466617470849E-2</c:v>
                </c:pt>
                <c:pt idx="5454">
                  <c:v>5.5374359994853496E-2</c:v>
                </c:pt>
                <c:pt idx="5455">
                  <c:v>5.1194316635940991E-2</c:v>
                </c:pt>
                <c:pt idx="5456">
                  <c:v>6.0875092383783358E-2</c:v>
                </c:pt>
                <c:pt idx="5457">
                  <c:v>6.853061451774263E-2</c:v>
                </c:pt>
                <c:pt idx="5458">
                  <c:v>8.1965449059242926E-2</c:v>
                </c:pt>
                <c:pt idx="5459">
                  <c:v>6.1746857402125932E-2</c:v>
                </c:pt>
                <c:pt idx="5460">
                  <c:v>9.9003276294882217E-2</c:v>
                </c:pt>
                <c:pt idx="5461">
                  <c:v>0.10501781318276068</c:v>
                </c:pt>
                <c:pt idx="5462">
                  <c:v>2.6145376681596947E-2</c:v>
                </c:pt>
                <c:pt idx="5463">
                  <c:v>5.9128261421390597E-2</c:v>
                </c:pt>
                <c:pt idx="5464">
                  <c:v>4.5478753799831524E-2</c:v>
                </c:pt>
                <c:pt idx="5465">
                  <c:v>6.7904184840371667E-2</c:v>
                </c:pt>
                <c:pt idx="5466">
                  <c:v>4.8789935093389955E-2</c:v>
                </c:pt>
                <c:pt idx="5467">
                  <c:v>6.1240195842746668E-2</c:v>
                </c:pt>
                <c:pt idx="5468">
                  <c:v>6.5909973279852402E-2</c:v>
                </c:pt>
                <c:pt idx="5469">
                  <c:v>7.6774065313918685E-2</c:v>
                </c:pt>
                <c:pt idx="5470">
                  <c:v>8.442387164089607E-2</c:v>
                </c:pt>
                <c:pt idx="5471">
                  <c:v>0.13813232160462116</c:v>
                </c:pt>
                <c:pt idx="5472">
                  <c:v>0.13051980878722599</c:v>
                </c:pt>
                <c:pt idx="5473">
                  <c:v>0.15741854793945984</c:v>
                </c:pt>
                <c:pt idx="5474">
                  <c:v>0.14093416570801001</c:v>
                </c:pt>
                <c:pt idx="5475">
                  <c:v>0.13996584709884036</c:v>
                </c:pt>
                <c:pt idx="5476">
                  <c:v>0.13275180738922243</c:v>
                </c:pt>
                <c:pt idx="5477">
                  <c:v>0.22223421872819474</c:v>
                </c:pt>
                <c:pt idx="5478">
                  <c:v>0.27177035815154094</c:v>
                </c:pt>
                <c:pt idx="5479">
                  <c:v>0.25918748529845215</c:v>
                </c:pt>
                <c:pt idx="5480">
                  <c:v>0.31431025803122264</c:v>
                </c:pt>
                <c:pt idx="5481">
                  <c:v>0.34641099265595821</c:v>
                </c:pt>
                <c:pt idx="5482">
                  <c:v>0.40063231987120312</c:v>
                </c:pt>
                <c:pt idx="5483">
                  <c:v>0.38578927559422754</c:v>
                </c:pt>
                <c:pt idx="5484">
                  <c:v>0.46565377849029277</c:v>
                </c:pt>
                <c:pt idx="5485">
                  <c:v>0.47374697200146593</c:v>
                </c:pt>
                <c:pt idx="5486">
                  <c:v>0.50138596722223472</c:v>
                </c:pt>
                <c:pt idx="5487">
                  <c:v>0.50687785356639226</c:v>
                </c:pt>
                <c:pt idx="5488">
                  <c:v>0.50053186288563689</c:v>
                </c:pt>
                <c:pt idx="5489">
                  <c:v>0.49929237350767103</c:v>
                </c:pt>
                <c:pt idx="5490">
                  <c:v>0.48763892290132849</c:v>
                </c:pt>
                <c:pt idx="5491">
                  <c:v>0.46338032483344516</c:v>
                </c:pt>
                <c:pt idx="5492">
                  <c:v>0.49091839371164181</c:v>
                </c:pt>
                <c:pt idx="5493">
                  <c:v>0.51026240946032309</c:v>
                </c:pt>
                <c:pt idx="5494">
                  <c:v>0.55722179275955408</c:v>
                </c:pt>
                <c:pt idx="5495">
                  <c:v>0.54426563946717044</c:v>
                </c:pt>
                <c:pt idx="5496">
                  <c:v>0.54974776801064362</c:v>
                </c:pt>
                <c:pt idx="5497">
                  <c:v>0.57055211757878499</c:v>
                </c:pt>
                <c:pt idx="5498">
                  <c:v>0.55299050567361963</c:v>
                </c:pt>
                <c:pt idx="5499">
                  <c:v>0.55978134258755285</c:v>
                </c:pt>
                <c:pt idx="5500">
                  <c:v>0.51087779992309401</c:v>
                </c:pt>
                <c:pt idx="5501">
                  <c:v>0.49709383270876462</c:v>
                </c:pt>
                <c:pt idx="5502">
                  <c:v>0.52888807302095397</c:v>
                </c:pt>
                <c:pt idx="5503">
                  <c:v>0.50018871772761708</c:v>
                </c:pt>
                <c:pt idx="5504">
                  <c:v>0.54217226614002156</c:v>
                </c:pt>
                <c:pt idx="5505">
                  <c:v>0.55913632032591065</c:v>
                </c:pt>
                <c:pt idx="5506">
                  <c:v>0.61086823229307774</c:v>
                </c:pt>
                <c:pt idx="5507">
                  <c:v>0.57758556168897557</c:v>
                </c:pt>
                <c:pt idx="5508">
                  <c:v>0.50935927945670811</c:v>
                </c:pt>
                <c:pt idx="5509">
                  <c:v>0.36030897755349794</c:v>
                </c:pt>
                <c:pt idx="5510">
                  <c:v>0.2903017939935762</c:v>
                </c:pt>
                <c:pt idx="5511">
                  <c:v>0.18274241362396312</c:v>
                </c:pt>
                <c:pt idx="5512">
                  <c:v>0.13907777903527546</c:v>
                </c:pt>
                <c:pt idx="5513">
                  <c:v>0.13255346429112985</c:v>
                </c:pt>
                <c:pt idx="5514">
                  <c:v>0.14343938898199726</c:v>
                </c:pt>
                <c:pt idx="5515">
                  <c:v>0.11136276335631422</c:v>
                </c:pt>
                <c:pt idx="5516">
                  <c:v>0.11935928405815791</c:v>
                </c:pt>
                <c:pt idx="5517">
                  <c:v>0.11553598786556719</c:v>
                </c:pt>
                <c:pt idx="5518">
                  <c:v>0.12206815971575657</c:v>
                </c:pt>
                <c:pt idx="5519">
                  <c:v>0.12815491536516757</c:v>
                </c:pt>
                <c:pt idx="5520">
                  <c:v>0.12971370981114894</c:v>
                </c:pt>
                <c:pt idx="5521">
                  <c:v>0.15172494176895174</c:v>
                </c:pt>
                <c:pt idx="5522">
                  <c:v>0.14425888985035068</c:v>
                </c:pt>
                <c:pt idx="5523">
                  <c:v>0.17532868178540681</c:v>
                </c:pt>
                <c:pt idx="5524">
                  <c:v>0.1983267036204977</c:v>
                </c:pt>
                <c:pt idx="5525">
                  <c:v>0.19134210611161373</c:v>
                </c:pt>
                <c:pt idx="5526">
                  <c:v>0.19311181919640105</c:v>
                </c:pt>
                <c:pt idx="5527">
                  <c:v>0.18866701559857155</c:v>
                </c:pt>
                <c:pt idx="5528">
                  <c:v>0.19300059025451166</c:v>
                </c:pt>
                <c:pt idx="5529">
                  <c:v>0.17624911675705549</c:v>
                </c:pt>
                <c:pt idx="5530">
                  <c:v>0.14556232764906318</c:v>
                </c:pt>
                <c:pt idx="5531">
                  <c:v>6.2780600364596109E-2</c:v>
                </c:pt>
                <c:pt idx="5532">
                  <c:v>-0.27592233165401886</c:v>
                </c:pt>
                <c:pt idx="5533">
                  <c:v>-0.63320075627274763</c:v>
                </c:pt>
                <c:pt idx="5534">
                  <c:v>-0.73507658879176996</c:v>
                </c:pt>
                <c:pt idx="5535">
                  <c:v>-0.69196523086577932</c:v>
                </c:pt>
                <c:pt idx="5536">
                  <c:v>-0.62553354694534413</c:v>
                </c:pt>
                <c:pt idx="5537">
                  <c:v>-0.61712158020345353</c:v>
                </c:pt>
                <c:pt idx="5538">
                  <c:v>-0.56384985783406105</c:v>
                </c:pt>
                <c:pt idx="5539">
                  <c:v>-0.54686106533085377</c:v>
                </c:pt>
                <c:pt idx="5540">
                  <c:v>-0.28979574394665919</c:v>
                </c:pt>
                <c:pt idx="5541">
                  <c:v>-0.3112398219920357</c:v>
                </c:pt>
                <c:pt idx="5542">
                  <c:v>-7.3030878556642434E-2</c:v>
                </c:pt>
                <c:pt idx="5543">
                  <c:v>-6.4393144581481362E-2</c:v>
                </c:pt>
                <c:pt idx="5544">
                  <c:v>2.0671334882827904E-2</c:v>
                </c:pt>
                <c:pt idx="5545">
                  <c:v>3.6252635634356913E-2</c:v>
                </c:pt>
                <c:pt idx="5546">
                  <c:v>4.2969226511703651E-2</c:v>
                </c:pt>
                <c:pt idx="5547">
                  <c:v>4.317573267946264E-2</c:v>
                </c:pt>
                <c:pt idx="5548">
                  <c:v>4.4424706146107343E-2</c:v>
                </c:pt>
                <c:pt idx="5549">
                  <c:v>5.5002214855253528E-2</c:v>
                </c:pt>
                <c:pt idx="5550">
                  <c:v>5.3840425533185327E-2</c:v>
                </c:pt>
                <c:pt idx="5551">
                  <c:v>5.0207507253555675E-2</c:v>
                </c:pt>
                <c:pt idx="5552">
                  <c:v>4.8658921965462912E-2</c:v>
                </c:pt>
                <c:pt idx="5553">
                  <c:v>-0.18630361030842787</c:v>
                </c:pt>
                <c:pt idx="5554">
                  <c:v>-0.21715287152695473</c:v>
                </c:pt>
                <c:pt idx="5555">
                  <c:v>-0.44568920961629327</c:v>
                </c:pt>
                <c:pt idx="5556">
                  <c:v>-0.10726558617365162</c:v>
                </c:pt>
                <c:pt idx="5557">
                  <c:v>-0.62211169011467293</c:v>
                </c:pt>
                <c:pt idx="5558">
                  <c:v>-8.4550034788552844E-2</c:v>
                </c:pt>
                <c:pt idx="5559">
                  <c:v>-0.57292780887614936</c:v>
                </c:pt>
                <c:pt idx="5560">
                  <c:v>-0.3305612955891028</c:v>
                </c:pt>
                <c:pt idx="5561">
                  <c:v>-1.8052938019140481E-3</c:v>
                </c:pt>
                <c:pt idx="5562">
                  <c:v>2.1886192107089163E-2</c:v>
                </c:pt>
                <c:pt idx="5563">
                  <c:v>-2.0293172753506016E-2</c:v>
                </c:pt>
                <c:pt idx="5564">
                  <c:v>1.1404498089970728E-2</c:v>
                </c:pt>
                <c:pt idx="5565">
                  <c:v>5.7652704138520541E-2</c:v>
                </c:pt>
                <c:pt idx="5566">
                  <c:v>7.5398976562857767E-2</c:v>
                </c:pt>
                <c:pt idx="5567">
                  <c:v>6.6731041112976744E-2</c:v>
                </c:pt>
                <c:pt idx="5568">
                  <c:v>6.5941480405802694E-2</c:v>
                </c:pt>
                <c:pt idx="5569">
                  <c:v>5.8977119501110266E-2</c:v>
                </c:pt>
                <c:pt idx="5570">
                  <c:v>7.3462292584527231E-2</c:v>
                </c:pt>
                <c:pt idx="5571">
                  <c:v>8.1379393211401876E-2</c:v>
                </c:pt>
                <c:pt idx="5572">
                  <c:v>7.448287535828288E-2</c:v>
                </c:pt>
                <c:pt idx="5573">
                  <c:v>7.3638665882703958E-2</c:v>
                </c:pt>
                <c:pt idx="5574">
                  <c:v>6.178947494104467E-2</c:v>
                </c:pt>
                <c:pt idx="5575">
                  <c:v>6.0422821223838546E-2</c:v>
                </c:pt>
                <c:pt idx="5576">
                  <c:v>4.941627594396391E-2</c:v>
                </c:pt>
                <c:pt idx="5577">
                  <c:v>4.7416962007027857E-2</c:v>
                </c:pt>
                <c:pt idx="5578">
                  <c:v>-1.1073707135502774E-2</c:v>
                </c:pt>
                <c:pt idx="5579">
                  <c:v>1.6091174749068862E-2</c:v>
                </c:pt>
                <c:pt idx="5580">
                  <c:v>-0.13571128916210648</c:v>
                </c:pt>
                <c:pt idx="5581">
                  <c:v>-0.31968258913609349</c:v>
                </c:pt>
                <c:pt idx="5582">
                  <c:v>-0.59889266120358509</c:v>
                </c:pt>
                <c:pt idx="5583">
                  <c:v>-0.23295723018271336</c:v>
                </c:pt>
                <c:pt idx="5584">
                  <c:v>-0.68858928287045162</c:v>
                </c:pt>
                <c:pt idx="5585">
                  <c:v>-0.18117966807600872</c:v>
                </c:pt>
                <c:pt idx="5586">
                  <c:v>-5.5366718173911422E-2</c:v>
                </c:pt>
                <c:pt idx="5587">
                  <c:v>-1.4699546832332155E-3</c:v>
                </c:pt>
                <c:pt idx="5588">
                  <c:v>3.483702907058249E-2</c:v>
                </c:pt>
                <c:pt idx="5589">
                  <c:v>5.4144840921626171E-2</c:v>
                </c:pt>
                <c:pt idx="5590">
                  <c:v>8.8680232516705357E-2</c:v>
                </c:pt>
                <c:pt idx="5591">
                  <c:v>9.2487384569858846E-2</c:v>
                </c:pt>
                <c:pt idx="5592">
                  <c:v>8.4675096265923122E-2</c:v>
                </c:pt>
                <c:pt idx="5593">
                  <c:v>8.0661543863468646E-2</c:v>
                </c:pt>
                <c:pt idx="5594">
                  <c:v>7.5320319896138313E-2</c:v>
                </c:pt>
                <c:pt idx="5595">
                  <c:v>3.9916635290398197E-2</c:v>
                </c:pt>
                <c:pt idx="5596">
                  <c:v>6.7739367648719587E-2</c:v>
                </c:pt>
                <c:pt idx="5597">
                  <c:v>1.7120846067682601E-2</c:v>
                </c:pt>
                <c:pt idx="5598">
                  <c:v>5.5271209432707677E-2</c:v>
                </c:pt>
                <c:pt idx="5599">
                  <c:v>0.1269948380117823</c:v>
                </c:pt>
                <c:pt idx="5600">
                  <c:v>0.12651081237828063</c:v>
                </c:pt>
                <c:pt idx="5601">
                  <c:v>0.12665740392165326</c:v>
                </c:pt>
                <c:pt idx="5602">
                  <c:v>0.14414774134090333</c:v>
                </c:pt>
                <c:pt idx="5603">
                  <c:v>0.19334668483559894</c:v>
                </c:pt>
                <c:pt idx="5604">
                  <c:v>0.17581234255160977</c:v>
                </c:pt>
                <c:pt idx="5605">
                  <c:v>0.1832495961127833</c:v>
                </c:pt>
                <c:pt idx="5606">
                  <c:v>0.13950330387050289</c:v>
                </c:pt>
                <c:pt idx="5607">
                  <c:v>7.8392910640221247E-2</c:v>
                </c:pt>
                <c:pt idx="5608">
                  <c:v>4.4660779406612811E-2</c:v>
                </c:pt>
                <c:pt idx="5609">
                  <c:v>6.4694098826811722E-2</c:v>
                </c:pt>
                <c:pt idx="5610">
                  <c:v>5.8024438908125149E-2</c:v>
                </c:pt>
                <c:pt idx="5611">
                  <c:v>4.9049285343664345E-2</c:v>
                </c:pt>
                <c:pt idx="5612">
                  <c:v>6.111328180600531E-2</c:v>
                </c:pt>
                <c:pt idx="5613">
                  <c:v>5.2615604826434882E-2</c:v>
                </c:pt>
                <c:pt idx="5614">
                  <c:v>6.858494351207553E-2</c:v>
                </c:pt>
                <c:pt idx="5615">
                  <c:v>6.0925836750931911E-2</c:v>
                </c:pt>
                <c:pt idx="5616">
                  <c:v>6.9222298880887864E-2</c:v>
                </c:pt>
                <c:pt idx="5617">
                  <c:v>6.7878405577917841E-2</c:v>
                </c:pt>
                <c:pt idx="5618">
                  <c:v>7.2129559918342315E-2</c:v>
                </c:pt>
                <c:pt idx="5619">
                  <c:v>9.2053132645547583E-2</c:v>
                </c:pt>
                <c:pt idx="5620">
                  <c:v>7.4976442981420338E-2</c:v>
                </c:pt>
                <c:pt idx="5621">
                  <c:v>9.6609949333115678E-3</c:v>
                </c:pt>
                <c:pt idx="5622">
                  <c:v>7.3299906993246788E-2</c:v>
                </c:pt>
                <c:pt idx="5623">
                  <c:v>3.3883686748448098E-2</c:v>
                </c:pt>
                <c:pt idx="5624">
                  <c:v>3.1150670861660377E-2</c:v>
                </c:pt>
                <c:pt idx="5625">
                  <c:v>0.20234641794892264</c:v>
                </c:pt>
                <c:pt idx="5626">
                  <c:v>0.14398244087922063</c:v>
                </c:pt>
                <c:pt idx="5627">
                  <c:v>7.7088387124194954E-2</c:v>
                </c:pt>
                <c:pt idx="5628">
                  <c:v>0.10146027411185314</c:v>
                </c:pt>
                <c:pt idx="5629">
                  <c:v>1.5933863833756431E-2</c:v>
                </c:pt>
                <c:pt idx="5630">
                  <c:v>-1.0726822725684155</c:v>
                </c:pt>
                <c:pt idx="5631">
                  <c:v>-1.0152874692171709</c:v>
                </c:pt>
                <c:pt idx="5632">
                  <c:v>-0.90002738897909351</c:v>
                </c:pt>
                <c:pt idx="5633">
                  <c:v>-0.79430589423310727</c:v>
                </c:pt>
                <c:pt idx="5634">
                  <c:v>-0.6833999910973243</c:v>
                </c:pt>
                <c:pt idx="5635">
                  <c:v>-0.56911439163611921</c:v>
                </c:pt>
                <c:pt idx="5636">
                  <c:v>-0.47399728732212648</c:v>
                </c:pt>
                <c:pt idx="5637">
                  <c:v>-0.43802275325419854</c:v>
                </c:pt>
                <c:pt idx="5638">
                  <c:v>-0.38217196854194835</c:v>
                </c:pt>
                <c:pt idx="5639">
                  <c:v>-0.24776795301466964</c:v>
                </c:pt>
                <c:pt idx="5640">
                  <c:v>-1.7819145670498266E-2</c:v>
                </c:pt>
                <c:pt idx="5641">
                  <c:v>2.1368759151796611E-2</c:v>
                </c:pt>
                <c:pt idx="5642">
                  <c:v>3.3133866290266711E-2</c:v>
                </c:pt>
                <c:pt idx="5643">
                  <c:v>3.1928768992835074E-2</c:v>
                </c:pt>
                <c:pt idx="5644">
                  <c:v>4.8161581297608488E-2</c:v>
                </c:pt>
                <c:pt idx="5645">
                  <c:v>4.5741939106808516E-2</c:v>
                </c:pt>
                <c:pt idx="5646">
                  <c:v>4.2069206298923974E-2</c:v>
                </c:pt>
                <c:pt idx="5647">
                  <c:v>-1.4978571731719202E-2</c:v>
                </c:pt>
                <c:pt idx="5648">
                  <c:v>5.580114925646365E-2</c:v>
                </c:pt>
                <c:pt idx="5649">
                  <c:v>8.4870053171760759E-2</c:v>
                </c:pt>
                <c:pt idx="5650">
                  <c:v>6.9827175955236062E-2</c:v>
                </c:pt>
                <c:pt idx="5651">
                  <c:v>0.11317595457796148</c:v>
                </c:pt>
                <c:pt idx="5652">
                  <c:v>9.4609181362289338E-2</c:v>
                </c:pt>
                <c:pt idx="5653">
                  <c:v>5.3519965640639176E-2</c:v>
                </c:pt>
                <c:pt idx="5654">
                  <c:v>7.6901313789258213E-2</c:v>
                </c:pt>
                <c:pt idx="5655">
                  <c:v>0.10180107860206007</c:v>
                </c:pt>
                <c:pt idx="5656">
                  <c:v>6.0353004079019938E-2</c:v>
                </c:pt>
                <c:pt idx="5657">
                  <c:v>5.7919923537110424E-2</c:v>
                </c:pt>
                <c:pt idx="5658">
                  <c:v>5.5614463968642537E-2</c:v>
                </c:pt>
                <c:pt idx="5659">
                  <c:v>6.1193841341915037E-2</c:v>
                </c:pt>
                <c:pt idx="5660">
                  <c:v>7.4536875063588595E-2</c:v>
                </c:pt>
                <c:pt idx="5661">
                  <c:v>7.8961953826371653E-2</c:v>
                </c:pt>
                <c:pt idx="5662">
                  <c:v>7.8771531908197301E-2</c:v>
                </c:pt>
                <c:pt idx="5663">
                  <c:v>8.735472705171414E-2</c:v>
                </c:pt>
                <c:pt idx="5664">
                  <c:v>5.1998426434426218E-2</c:v>
                </c:pt>
                <c:pt idx="5665">
                  <c:v>6.2423231692444167E-2</c:v>
                </c:pt>
                <c:pt idx="5666">
                  <c:v>0.10816223364908543</c:v>
                </c:pt>
                <c:pt idx="5667">
                  <c:v>0.15530301548967174</c:v>
                </c:pt>
                <c:pt idx="5668">
                  <c:v>0.14894071625335178</c:v>
                </c:pt>
                <c:pt idx="5669">
                  <c:v>0.13459926707992473</c:v>
                </c:pt>
                <c:pt idx="5670">
                  <c:v>9.9398661453620904E-2</c:v>
                </c:pt>
                <c:pt idx="5671">
                  <c:v>0.18328224655719011</c:v>
                </c:pt>
                <c:pt idx="5672">
                  <c:v>0.22182538048404235</c:v>
                </c:pt>
                <c:pt idx="5673">
                  <c:v>0.26409624183107439</c:v>
                </c:pt>
                <c:pt idx="5674">
                  <c:v>0.22580558402747294</c:v>
                </c:pt>
                <c:pt idx="5675">
                  <c:v>0.45132155379496613</c:v>
                </c:pt>
                <c:pt idx="5676">
                  <c:v>0.14745043201815017</c:v>
                </c:pt>
                <c:pt idx="5677">
                  <c:v>8.0331497391044754E-2</c:v>
                </c:pt>
                <c:pt idx="5678">
                  <c:v>0.11029018014768605</c:v>
                </c:pt>
                <c:pt idx="5679">
                  <c:v>0.10069280562262702</c:v>
                </c:pt>
                <c:pt idx="5680">
                  <c:v>0.10491099580009761</c:v>
                </c:pt>
                <c:pt idx="5681">
                  <c:v>9.4186879541258553E-2</c:v>
                </c:pt>
                <c:pt idx="5682">
                  <c:v>0.10252083144681394</c:v>
                </c:pt>
                <c:pt idx="5683">
                  <c:v>6.4495106110017186E-2</c:v>
                </c:pt>
                <c:pt idx="5684">
                  <c:v>7.4699210909470584E-2</c:v>
                </c:pt>
                <c:pt idx="5685">
                  <c:v>7.3031741020200366E-2</c:v>
                </c:pt>
                <c:pt idx="5686">
                  <c:v>6.1463107916743996E-2</c:v>
                </c:pt>
                <c:pt idx="5687">
                  <c:v>7.6059050694175803E-2</c:v>
                </c:pt>
                <c:pt idx="5688">
                  <c:v>6.7175059075824051E-2</c:v>
                </c:pt>
                <c:pt idx="5689">
                  <c:v>7.2958729985461934E-2</c:v>
                </c:pt>
                <c:pt idx="5690">
                  <c:v>0.15082281996852134</c:v>
                </c:pt>
                <c:pt idx="5691">
                  <c:v>0.58185926046739833</c:v>
                </c:pt>
                <c:pt idx="5692">
                  <c:v>0.58789162360674541</c:v>
                </c:pt>
                <c:pt idx="5693">
                  <c:v>0.51269557385380937</c:v>
                </c:pt>
                <c:pt idx="5694">
                  <c:v>0.48096017574060967</c:v>
                </c:pt>
                <c:pt idx="5695">
                  <c:v>0.49206231897530117</c:v>
                </c:pt>
                <c:pt idx="5696">
                  <c:v>0.34727288525084604</c:v>
                </c:pt>
                <c:pt idx="5697">
                  <c:v>0.27845614963547305</c:v>
                </c:pt>
                <c:pt idx="5698">
                  <c:v>5.1675931822738462E-2</c:v>
                </c:pt>
                <c:pt idx="5699">
                  <c:v>0.10389718734951214</c:v>
                </c:pt>
                <c:pt idx="5700">
                  <c:v>8.2546362826892428E-2</c:v>
                </c:pt>
                <c:pt idx="5701">
                  <c:v>8.8767055827895069E-2</c:v>
                </c:pt>
                <c:pt idx="5702">
                  <c:v>4.9828915246828899E-2</c:v>
                </c:pt>
                <c:pt idx="5703">
                  <c:v>0.1073329171633146</c:v>
                </c:pt>
                <c:pt idx="5704">
                  <c:v>9.7571222104767791E-2</c:v>
                </c:pt>
                <c:pt idx="5705">
                  <c:v>2.9224950316012813E-2</c:v>
                </c:pt>
                <c:pt idx="5706">
                  <c:v>7.2084671119372404E-2</c:v>
                </c:pt>
                <c:pt idx="5707">
                  <c:v>7.4024999096116234E-2</c:v>
                </c:pt>
                <c:pt idx="5708">
                  <c:v>7.2811901554597824E-2</c:v>
                </c:pt>
                <c:pt idx="5709">
                  <c:v>6.6222679511827517E-2</c:v>
                </c:pt>
                <c:pt idx="5710">
                  <c:v>8.1747235200218968E-2</c:v>
                </c:pt>
                <c:pt idx="5711">
                  <c:v>8.418244607950065E-2</c:v>
                </c:pt>
                <c:pt idx="5712">
                  <c:v>6.6961081319654309E-2</c:v>
                </c:pt>
                <c:pt idx="5713">
                  <c:v>6.2554427083816908E-2</c:v>
                </c:pt>
                <c:pt idx="5714">
                  <c:v>5.0627577093188686E-2</c:v>
                </c:pt>
                <c:pt idx="5715">
                  <c:v>7.9178373870644747E-2</c:v>
                </c:pt>
                <c:pt idx="5716">
                  <c:v>8.1869681911792391E-2</c:v>
                </c:pt>
                <c:pt idx="5717">
                  <c:v>6.4423369584440046E-2</c:v>
                </c:pt>
                <c:pt idx="5718">
                  <c:v>4.3781408655326856E-2</c:v>
                </c:pt>
                <c:pt idx="5719">
                  <c:v>3.1103048490352111E-2</c:v>
                </c:pt>
                <c:pt idx="5720">
                  <c:v>0.15991984162919023</c:v>
                </c:pt>
                <c:pt idx="5721">
                  <c:v>6.8552130380325135E-2</c:v>
                </c:pt>
                <c:pt idx="5722">
                  <c:v>-0.63588329441300651</c:v>
                </c:pt>
                <c:pt idx="5723">
                  <c:v>-1.0064930912749173</c:v>
                </c:pt>
                <c:pt idx="5724">
                  <c:v>-1.0714986649587557</c:v>
                </c:pt>
                <c:pt idx="5725">
                  <c:v>-1.0610911651389991</c:v>
                </c:pt>
                <c:pt idx="5726">
                  <c:v>-0.98568482668787882</c:v>
                </c:pt>
                <c:pt idx="5727">
                  <c:v>-1.0665605546240673</c:v>
                </c:pt>
                <c:pt idx="5728">
                  <c:v>-0.32211913841537121</c:v>
                </c:pt>
                <c:pt idx="5729">
                  <c:v>-0.11188508639908133</c:v>
                </c:pt>
                <c:pt idx="5730">
                  <c:v>-6.3369069047254881E-2</c:v>
                </c:pt>
                <c:pt idx="5731">
                  <c:v>-1.264357939470903E-2</c:v>
                </c:pt>
                <c:pt idx="5732">
                  <c:v>2.2475145300627341E-2</c:v>
                </c:pt>
                <c:pt idx="5733">
                  <c:v>3.2430026649762494E-2</c:v>
                </c:pt>
                <c:pt idx="5734">
                  <c:v>4.1858870634240104E-2</c:v>
                </c:pt>
                <c:pt idx="5735">
                  <c:v>6.40275702440843E-2</c:v>
                </c:pt>
                <c:pt idx="5736">
                  <c:v>7.1622438269299524E-2</c:v>
                </c:pt>
                <c:pt idx="5737">
                  <c:v>6.8367023442883368E-2</c:v>
                </c:pt>
                <c:pt idx="5738">
                  <c:v>7.6408453432652998E-2</c:v>
                </c:pt>
                <c:pt idx="5739">
                  <c:v>7.7115482966275323E-2</c:v>
                </c:pt>
                <c:pt idx="5740">
                  <c:v>6.5534953772916502E-2</c:v>
                </c:pt>
                <c:pt idx="5741">
                  <c:v>6.1612205785807776E-2</c:v>
                </c:pt>
                <c:pt idx="5742">
                  <c:v>4.2680945417290041E-2</c:v>
                </c:pt>
                <c:pt idx="5743">
                  <c:v>1.308679660139447E-2</c:v>
                </c:pt>
                <c:pt idx="5744">
                  <c:v>-0.14042229412632926</c:v>
                </c:pt>
                <c:pt idx="5745">
                  <c:v>-9.2502102393698743E-2</c:v>
                </c:pt>
                <c:pt idx="5746">
                  <c:v>-0.23980026677365562</c:v>
                </c:pt>
                <c:pt idx="5747">
                  <c:v>-0.11269582480360632</c:v>
                </c:pt>
                <c:pt idx="5748">
                  <c:v>-0.11627750965592941</c:v>
                </c:pt>
                <c:pt idx="5749">
                  <c:v>-5.8616519831270184E-2</c:v>
                </c:pt>
                <c:pt idx="5750">
                  <c:v>-6.1103157592692088E-2</c:v>
                </c:pt>
                <c:pt idx="5751">
                  <c:v>-4.2333321783788617E-2</c:v>
                </c:pt>
                <c:pt idx="5752">
                  <c:v>0.24344664219713624</c:v>
                </c:pt>
                <c:pt idx="5753">
                  <c:v>0.38843878797090475</c:v>
                </c:pt>
                <c:pt idx="5754">
                  <c:v>0.50461135732283424</c:v>
                </c:pt>
                <c:pt idx="5755">
                  <c:v>0.55358496429251658</c:v>
                </c:pt>
                <c:pt idx="5756">
                  <c:v>0.5392069950456152</c:v>
                </c:pt>
                <c:pt idx="5757">
                  <c:v>0.53669385338174358</c:v>
                </c:pt>
                <c:pt idx="5758">
                  <c:v>0.53535978029951359</c:v>
                </c:pt>
                <c:pt idx="5759">
                  <c:v>0.56400536661200151</c:v>
                </c:pt>
                <c:pt idx="5760">
                  <c:v>0.54357405484456356</c:v>
                </c:pt>
                <c:pt idx="5761">
                  <c:v>0.39046218176055453</c:v>
                </c:pt>
                <c:pt idx="5762">
                  <c:v>0.19718420439423495</c:v>
                </c:pt>
                <c:pt idx="5763">
                  <c:v>9.3693778477785136E-2</c:v>
                </c:pt>
                <c:pt idx="5764">
                  <c:v>7.9555966544974446E-2</c:v>
                </c:pt>
                <c:pt idx="5765">
                  <c:v>8.2681161508137188E-2</c:v>
                </c:pt>
                <c:pt idx="5766">
                  <c:v>6.6870588564102537E-2</c:v>
                </c:pt>
                <c:pt idx="5767">
                  <c:v>3.8669436766894619E-2</c:v>
                </c:pt>
                <c:pt idx="5768">
                  <c:v>6.2697655289187942E-2</c:v>
                </c:pt>
                <c:pt idx="5769">
                  <c:v>-0.16950840501542103</c:v>
                </c:pt>
                <c:pt idx="5770">
                  <c:v>-0.38409791359745865</c:v>
                </c:pt>
                <c:pt idx="5771">
                  <c:v>-0.98617897802865107</c:v>
                </c:pt>
                <c:pt idx="5772">
                  <c:v>-0.93518705252887724</c:v>
                </c:pt>
                <c:pt idx="5773">
                  <c:v>-0.9413528375184016</c:v>
                </c:pt>
                <c:pt idx="5774">
                  <c:v>-0.84895893700992253</c:v>
                </c:pt>
                <c:pt idx="5775">
                  <c:v>-0.7787323118446644</c:v>
                </c:pt>
                <c:pt idx="5776">
                  <c:v>-0.80477921905589744</c:v>
                </c:pt>
                <c:pt idx="5777">
                  <c:v>-0.70507082968891255</c:v>
                </c:pt>
                <c:pt idx="5778">
                  <c:v>-0.69911085427286013</c:v>
                </c:pt>
                <c:pt idx="5779">
                  <c:v>-0.63614091678063589</c:v>
                </c:pt>
                <c:pt idx="5780">
                  <c:v>-0.47401995205633574</c:v>
                </c:pt>
                <c:pt idx="5781">
                  <c:v>-0.39896191124036623</c:v>
                </c:pt>
                <c:pt idx="5782">
                  <c:v>-0.30987781006583803</c:v>
                </c:pt>
                <c:pt idx="5783">
                  <c:v>2.2732164400326087E-3</c:v>
                </c:pt>
                <c:pt idx="5784">
                  <c:v>-6.7113173952445199E-3</c:v>
                </c:pt>
                <c:pt idx="5785">
                  <c:v>1.4916309691566085E-2</c:v>
                </c:pt>
                <c:pt idx="5786">
                  <c:v>4.2056074117490148E-2</c:v>
                </c:pt>
                <c:pt idx="5787">
                  <c:v>7.1212233581680343E-2</c:v>
                </c:pt>
                <c:pt idx="5788">
                  <c:v>6.1888820301124803E-2</c:v>
                </c:pt>
                <c:pt idx="5789">
                  <c:v>5.7685706041708272E-2</c:v>
                </c:pt>
                <c:pt idx="5790">
                  <c:v>3.0648411666590644E-2</c:v>
                </c:pt>
                <c:pt idx="5791">
                  <c:v>2.9859372094991454E-2</c:v>
                </c:pt>
                <c:pt idx="5792">
                  <c:v>-8.350568334711081E-2</c:v>
                </c:pt>
                <c:pt idx="5793">
                  <c:v>-0.83643956081343629</c:v>
                </c:pt>
                <c:pt idx="5794">
                  <c:v>-0.97581904540065845</c:v>
                </c:pt>
                <c:pt idx="5795">
                  <c:v>-1.1800279864739489</c:v>
                </c:pt>
                <c:pt idx="5796">
                  <c:v>-1.340103075063658</c:v>
                </c:pt>
                <c:pt idx="5797">
                  <c:v>-1.1538274942721682</c:v>
                </c:pt>
                <c:pt idx="5798">
                  <c:v>-1.2319572406016079</c:v>
                </c:pt>
                <c:pt idx="5799">
                  <c:v>-1.3764114701812418</c:v>
                </c:pt>
                <c:pt idx="5800">
                  <c:v>-1.3420664217843103</c:v>
                </c:pt>
                <c:pt idx="5801">
                  <c:v>-1.2409429881390177</c:v>
                </c:pt>
                <c:pt idx="5802">
                  <c:v>-1.1861622645433751</c:v>
                </c:pt>
                <c:pt idx="5803">
                  <c:v>-1.0701941461801108</c:v>
                </c:pt>
                <c:pt idx="5804">
                  <c:v>-1.076596820187971</c:v>
                </c:pt>
                <c:pt idx="5805">
                  <c:v>-0.9610519791477885</c:v>
                </c:pt>
                <c:pt idx="5806">
                  <c:v>-0.70368127442346706</c:v>
                </c:pt>
                <c:pt idx="5807">
                  <c:v>-0.20227653064045206</c:v>
                </c:pt>
                <c:pt idx="5808">
                  <c:v>4.1667738395180051E-2</c:v>
                </c:pt>
                <c:pt idx="5809">
                  <c:v>6.4554616050498628E-2</c:v>
                </c:pt>
                <c:pt idx="5810">
                  <c:v>5.6076394573872652E-2</c:v>
                </c:pt>
                <c:pt idx="5811">
                  <c:v>5.8496944535015222E-2</c:v>
                </c:pt>
                <c:pt idx="5812">
                  <c:v>0.12154734509034279</c:v>
                </c:pt>
                <c:pt idx="5813">
                  <c:v>6.3456070857071126E-2</c:v>
                </c:pt>
                <c:pt idx="5814">
                  <c:v>3.6009543292125058E-2</c:v>
                </c:pt>
                <c:pt idx="5815">
                  <c:v>-0.32639612776347277</c:v>
                </c:pt>
                <c:pt idx="5816">
                  <c:v>-1.2170092434107647</c:v>
                </c:pt>
                <c:pt idx="5817">
                  <c:v>-1.1933657984339257</c:v>
                </c:pt>
                <c:pt idx="5818">
                  <c:v>-1.1282132863986065</c:v>
                </c:pt>
                <c:pt idx="5819">
                  <c:v>-1.5135270189099215</c:v>
                </c:pt>
                <c:pt idx="5820">
                  <c:v>-1.4545232014430054</c:v>
                </c:pt>
                <c:pt idx="5821">
                  <c:v>-1.4472556780363273</c:v>
                </c:pt>
                <c:pt idx="5822">
                  <c:v>-1.5484267402778762</c:v>
                </c:pt>
                <c:pt idx="5823">
                  <c:v>-1.5590954172790885</c:v>
                </c:pt>
                <c:pt idx="5824">
                  <c:v>-1.7207782132812339</c:v>
                </c:pt>
                <c:pt idx="5825">
                  <c:v>-1.6721911007384997</c:v>
                </c:pt>
                <c:pt idx="5826">
                  <c:v>-1.3636024391296473</c:v>
                </c:pt>
                <c:pt idx="5827">
                  <c:v>-1.4129033983370618</c:v>
                </c:pt>
                <c:pt idx="5828">
                  <c:v>-1.320609835363062</c:v>
                </c:pt>
                <c:pt idx="5829">
                  <c:v>-1.1946509778608405</c:v>
                </c:pt>
                <c:pt idx="5830">
                  <c:v>-0.97950206780722526</c:v>
                </c:pt>
                <c:pt idx="5831">
                  <c:v>-0.41224516909176534</c:v>
                </c:pt>
                <c:pt idx="5832">
                  <c:v>-0.15461708874040658</c:v>
                </c:pt>
                <c:pt idx="5833">
                  <c:v>-5.4201341178281161E-2</c:v>
                </c:pt>
                <c:pt idx="5834">
                  <c:v>-1.8370544746087818E-3</c:v>
                </c:pt>
                <c:pt idx="5835">
                  <c:v>4.2198599715671296E-2</c:v>
                </c:pt>
                <c:pt idx="5836">
                  <c:v>7.1392931230734633E-2</c:v>
                </c:pt>
                <c:pt idx="5837">
                  <c:v>7.3836661501544928E-2</c:v>
                </c:pt>
                <c:pt idx="5838">
                  <c:v>6.0963403620778019E-2</c:v>
                </c:pt>
                <c:pt idx="5839">
                  <c:v>-0.25504381084591005</c:v>
                </c:pt>
                <c:pt idx="5840">
                  <c:v>-1.3359754522705884</c:v>
                </c:pt>
                <c:pt idx="5841">
                  <c:v>-1.5305654813066318</c:v>
                </c:pt>
                <c:pt idx="5842">
                  <c:v>-1.7532163486514731</c:v>
                </c:pt>
                <c:pt idx="5843">
                  <c:v>-2.1001419299708348</c:v>
                </c:pt>
                <c:pt idx="5844">
                  <c:v>-2.0580229222040063</c:v>
                </c:pt>
                <c:pt idx="5845">
                  <c:v>-2.0043681479389703</c:v>
                </c:pt>
                <c:pt idx="5846">
                  <c:v>-2.2289743639142685</c:v>
                </c:pt>
                <c:pt idx="5847">
                  <c:v>-2.7495701503765915</c:v>
                </c:pt>
                <c:pt idx="5848">
                  <c:v>-2.1546940771376457</c:v>
                </c:pt>
                <c:pt idx="5849">
                  <c:v>-1.8813009329724468</c:v>
                </c:pt>
                <c:pt idx="5850">
                  <c:v>-1.5862840431244811</c:v>
                </c:pt>
                <c:pt idx="5851">
                  <c:v>-1.1345924648713002</c:v>
                </c:pt>
                <c:pt idx="5852">
                  <c:v>-0.9701275292262368</c:v>
                </c:pt>
                <c:pt idx="5853">
                  <c:v>-0.86478868445206569</c:v>
                </c:pt>
                <c:pt idx="5854">
                  <c:v>-0.68922994292704343</c:v>
                </c:pt>
                <c:pt idx="5855">
                  <c:v>-0.46342050270781021</c:v>
                </c:pt>
                <c:pt idx="5856">
                  <c:v>-0.12382965350836457</c:v>
                </c:pt>
                <c:pt idx="5857">
                  <c:v>-8.1258874336313666E-2</c:v>
                </c:pt>
                <c:pt idx="5858">
                  <c:v>-2.526423127974475E-2</c:v>
                </c:pt>
                <c:pt idx="5859">
                  <c:v>-5.0553591820191781E-4</c:v>
                </c:pt>
                <c:pt idx="5860">
                  <c:v>2.6822398323737225E-2</c:v>
                </c:pt>
                <c:pt idx="5861">
                  <c:v>2.7062471883792044E-2</c:v>
                </c:pt>
                <c:pt idx="5862">
                  <c:v>1.7622683233608369E-2</c:v>
                </c:pt>
                <c:pt idx="5863">
                  <c:v>-0.26754020929266004</c:v>
                </c:pt>
                <c:pt idx="5864">
                  <c:v>-1.4039178629754028</c:v>
                </c:pt>
                <c:pt idx="5865">
                  <c:v>-1.7456180810108846</c:v>
                </c:pt>
                <c:pt idx="5866">
                  <c:v>-1.6099023204952714</c:v>
                </c:pt>
                <c:pt idx="5867">
                  <c:v>-1.6900413697899763</c:v>
                </c:pt>
                <c:pt idx="5868">
                  <c:v>-1.5656123958629493</c:v>
                </c:pt>
                <c:pt idx="5869">
                  <c:v>-1.69189145933479</c:v>
                </c:pt>
                <c:pt idx="5870">
                  <c:v>-1.8067530120388262</c:v>
                </c:pt>
                <c:pt idx="5871">
                  <c:v>-1.4693207918836695</c:v>
                </c:pt>
                <c:pt idx="5872">
                  <c:v>-1.1404355567206168</c:v>
                </c:pt>
                <c:pt idx="5873">
                  <c:v>-1.1969660689693833</c:v>
                </c:pt>
                <c:pt idx="5874">
                  <c:v>-1.2689566265264152</c:v>
                </c:pt>
                <c:pt idx="5875">
                  <c:v>-1.0468784755797071</c:v>
                </c:pt>
                <c:pt idx="5876">
                  <c:v>-0.6051106518579531</c:v>
                </c:pt>
                <c:pt idx="5877">
                  <c:v>-0.28804772118494032</c:v>
                </c:pt>
                <c:pt idx="5878">
                  <c:v>5.2097691642769429E-2</c:v>
                </c:pt>
                <c:pt idx="5879">
                  <c:v>-2.8390619680016592E-3</c:v>
                </c:pt>
                <c:pt idx="5880">
                  <c:v>5.7044696369285532E-2</c:v>
                </c:pt>
                <c:pt idx="5881">
                  <c:v>5.8743448497632786E-2</c:v>
                </c:pt>
                <c:pt idx="5882">
                  <c:v>6.5417609856179379E-2</c:v>
                </c:pt>
                <c:pt idx="5883">
                  <c:v>6.9675663972430163E-2</c:v>
                </c:pt>
                <c:pt idx="5884">
                  <c:v>6.7249483726211784E-2</c:v>
                </c:pt>
                <c:pt idx="5885">
                  <c:v>0.35485071984237837</c:v>
                </c:pt>
                <c:pt idx="5886">
                  <c:v>0.68731407431402491</c:v>
                </c:pt>
                <c:pt idx="5887">
                  <c:v>0.42987492541332029</c:v>
                </c:pt>
                <c:pt idx="5888">
                  <c:v>7.4790421730302675E-2</c:v>
                </c:pt>
                <c:pt idx="5889">
                  <c:v>7.4691814632803152E-2</c:v>
                </c:pt>
                <c:pt idx="5890">
                  <c:v>3.2764232553975141E-2</c:v>
                </c:pt>
                <c:pt idx="5891">
                  <c:v>5.963717250090371E-2</c:v>
                </c:pt>
                <c:pt idx="5892">
                  <c:v>5.6964119444552173E-2</c:v>
                </c:pt>
                <c:pt idx="5893">
                  <c:v>-5.6643324312277955E-2</c:v>
                </c:pt>
                <c:pt idx="5894">
                  <c:v>-0.20950797889421699</c:v>
                </c:pt>
                <c:pt idx="5895">
                  <c:v>-0.19771153383075168</c:v>
                </c:pt>
                <c:pt idx="5896">
                  <c:v>-0.31254028092404545</c:v>
                </c:pt>
                <c:pt idx="5897">
                  <c:v>-0.17603744743988028</c:v>
                </c:pt>
                <c:pt idx="5898">
                  <c:v>-0.20375371903322839</c:v>
                </c:pt>
                <c:pt idx="5899">
                  <c:v>-0.42473720286871841</c:v>
                </c:pt>
                <c:pt idx="5900">
                  <c:v>-0.10264690147761629</c:v>
                </c:pt>
                <c:pt idx="5901">
                  <c:v>-0.13152869608019685</c:v>
                </c:pt>
                <c:pt idx="5902">
                  <c:v>5.5323670542465841E-2</c:v>
                </c:pt>
                <c:pt idx="5903">
                  <c:v>6.3409516912992847E-2</c:v>
                </c:pt>
                <c:pt idx="5904">
                  <c:v>6.9650110565455212E-2</c:v>
                </c:pt>
                <c:pt idx="5905">
                  <c:v>6.8718532414161135E-2</c:v>
                </c:pt>
                <c:pt idx="5906">
                  <c:v>5.9172019445411818E-2</c:v>
                </c:pt>
                <c:pt idx="5907">
                  <c:v>0.54266334885697565</c:v>
                </c:pt>
                <c:pt idx="5908">
                  <c:v>0.77944301787234749</c:v>
                </c:pt>
                <c:pt idx="5909">
                  <c:v>0.82176524343157598</c:v>
                </c:pt>
                <c:pt idx="5910">
                  <c:v>0.8053714367043685</c:v>
                </c:pt>
                <c:pt idx="5911">
                  <c:v>0.69658116113089263</c:v>
                </c:pt>
                <c:pt idx="5912">
                  <c:v>0.58648624061208987</c:v>
                </c:pt>
                <c:pt idx="5913">
                  <c:v>0.341720030750507</c:v>
                </c:pt>
                <c:pt idx="5914">
                  <c:v>5.8680642300620776E-2</c:v>
                </c:pt>
                <c:pt idx="5915">
                  <c:v>3.5191222995283079E-2</c:v>
                </c:pt>
                <c:pt idx="5916">
                  <c:v>3.114432231086393E-2</c:v>
                </c:pt>
                <c:pt idx="5917">
                  <c:v>1.9502809085942426E-2</c:v>
                </c:pt>
                <c:pt idx="5918">
                  <c:v>-0.28167136215070343</c:v>
                </c:pt>
                <c:pt idx="5919">
                  <c:v>-0.79624182372615382</c:v>
                </c:pt>
                <c:pt idx="5920">
                  <c:v>-0.20849617641101156</c:v>
                </c:pt>
                <c:pt idx="5921">
                  <c:v>3.7893841989585569E-3</c:v>
                </c:pt>
                <c:pt idx="5922">
                  <c:v>1.179681003557387E-2</c:v>
                </c:pt>
                <c:pt idx="5923">
                  <c:v>1.8472770766886287E-2</c:v>
                </c:pt>
                <c:pt idx="5924">
                  <c:v>2.392994508229411E-2</c:v>
                </c:pt>
                <c:pt idx="5925">
                  <c:v>3.5603794216237029E-2</c:v>
                </c:pt>
                <c:pt idx="5926">
                  <c:v>4.9975558939087415E-2</c:v>
                </c:pt>
                <c:pt idx="5927">
                  <c:v>5.6104565087269097E-2</c:v>
                </c:pt>
                <c:pt idx="5928">
                  <c:v>4.9070888638069896E-2</c:v>
                </c:pt>
                <c:pt idx="5929">
                  <c:v>6.303661468296505E-2</c:v>
                </c:pt>
                <c:pt idx="5930">
                  <c:v>7.7038161666685742E-2</c:v>
                </c:pt>
                <c:pt idx="5931">
                  <c:v>6.9477188394072784E-2</c:v>
                </c:pt>
                <c:pt idx="5932">
                  <c:v>8.1292149626735338E-2</c:v>
                </c:pt>
                <c:pt idx="5933">
                  <c:v>7.5159219262937171E-2</c:v>
                </c:pt>
                <c:pt idx="5934">
                  <c:v>3.1668518978304847E-2</c:v>
                </c:pt>
                <c:pt idx="5935">
                  <c:v>3.8543900676126078E-2</c:v>
                </c:pt>
                <c:pt idx="5936">
                  <c:v>4.6436436588901661E-2</c:v>
                </c:pt>
                <c:pt idx="5937">
                  <c:v>8.5980818269910039E-2</c:v>
                </c:pt>
                <c:pt idx="5938">
                  <c:v>4.3884924589028755E-2</c:v>
                </c:pt>
                <c:pt idx="5939">
                  <c:v>-0.1191736637623361</c:v>
                </c:pt>
                <c:pt idx="5940">
                  <c:v>-0.80817213218456463</c:v>
                </c:pt>
                <c:pt idx="5941">
                  <c:v>-0.84285551337058329</c:v>
                </c:pt>
                <c:pt idx="5942">
                  <c:v>-0.64441226404428009</c:v>
                </c:pt>
                <c:pt idx="5943">
                  <c:v>-0.680565299399436</c:v>
                </c:pt>
                <c:pt idx="5944">
                  <c:v>-0.60327526328757597</c:v>
                </c:pt>
                <c:pt idx="5945">
                  <c:v>-0.6785043008821029</c:v>
                </c:pt>
                <c:pt idx="5946">
                  <c:v>-0.6629446989711606</c:v>
                </c:pt>
                <c:pt idx="5947">
                  <c:v>-0.48940800043853433</c:v>
                </c:pt>
                <c:pt idx="5948">
                  <c:v>-0.45342412376347307</c:v>
                </c:pt>
                <c:pt idx="5949">
                  <c:v>-6.4805549199550061E-2</c:v>
                </c:pt>
                <c:pt idx="5950">
                  <c:v>-0.30455000902348162</c:v>
                </c:pt>
                <c:pt idx="5951">
                  <c:v>-4.2315537546271402E-3</c:v>
                </c:pt>
                <c:pt idx="5952">
                  <c:v>7.1066780134628419E-3</c:v>
                </c:pt>
                <c:pt idx="5953">
                  <c:v>-1.9399050928334475E-3</c:v>
                </c:pt>
                <c:pt idx="5954">
                  <c:v>3.5295051022337369E-2</c:v>
                </c:pt>
                <c:pt idx="5955">
                  <c:v>8.4279960193747047E-2</c:v>
                </c:pt>
                <c:pt idx="5956">
                  <c:v>7.4048373563142728E-2</c:v>
                </c:pt>
                <c:pt idx="5957">
                  <c:v>6.6941832586747241E-2</c:v>
                </c:pt>
                <c:pt idx="5958">
                  <c:v>6.0952258163065043E-2</c:v>
                </c:pt>
                <c:pt idx="5959">
                  <c:v>4.2048389593399495E-2</c:v>
                </c:pt>
                <c:pt idx="5960">
                  <c:v>4.6853900251441184E-2</c:v>
                </c:pt>
                <c:pt idx="5961">
                  <c:v>4.4033907920132689E-2</c:v>
                </c:pt>
                <c:pt idx="5962">
                  <c:v>7.8346509906325551E-2</c:v>
                </c:pt>
                <c:pt idx="5963">
                  <c:v>7.3840240499875986E-3</c:v>
                </c:pt>
                <c:pt idx="5964">
                  <c:v>-0.87489912977980289</c:v>
                </c:pt>
                <c:pt idx="5965">
                  <c:v>-0.79810236166621362</c:v>
                </c:pt>
                <c:pt idx="5966">
                  <c:v>-0.56509997708059101</c:v>
                </c:pt>
                <c:pt idx="5967">
                  <c:v>-0.41638701805919742</c:v>
                </c:pt>
                <c:pt idx="5968">
                  <c:v>-0.47176420410862857</c:v>
                </c:pt>
                <c:pt idx="5969">
                  <c:v>-0.30586548004139841</c:v>
                </c:pt>
                <c:pt idx="5970">
                  <c:v>-0.19333438079888252</c:v>
                </c:pt>
                <c:pt idx="5971">
                  <c:v>-0.26661430162737815</c:v>
                </c:pt>
                <c:pt idx="5972">
                  <c:v>-2.7121051118983764E-2</c:v>
                </c:pt>
                <c:pt idx="5973">
                  <c:v>4.0589662296828366E-2</c:v>
                </c:pt>
                <c:pt idx="5974">
                  <c:v>5.9196991284050919E-2</c:v>
                </c:pt>
                <c:pt idx="5975">
                  <c:v>8.7306265572324848E-2</c:v>
                </c:pt>
                <c:pt idx="5976">
                  <c:v>6.5381011165305952E-2</c:v>
                </c:pt>
                <c:pt idx="5977">
                  <c:v>6.8112243669053968E-2</c:v>
                </c:pt>
                <c:pt idx="5978">
                  <c:v>7.1350214654612207E-2</c:v>
                </c:pt>
                <c:pt idx="5979">
                  <c:v>6.4598301687577381E-2</c:v>
                </c:pt>
                <c:pt idx="5980">
                  <c:v>7.1912144077115422E-2</c:v>
                </c:pt>
                <c:pt idx="5981">
                  <c:v>6.5664380526475857E-2</c:v>
                </c:pt>
                <c:pt idx="5982">
                  <c:v>6.0215374077683598E-2</c:v>
                </c:pt>
                <c:pt idx="5983">
                  <c:v>5.1933349545204371E-2</c:v>
                </c:pt>
                <c:pt idx="5984">
                  <c:v>6.29270919354179E-2</c:v>
                </c:pt>
                <c:pt idx="5985">
                  <c:v>7.5629481769565604E-2</c:v>
                </c:pt>
                <c:pt idx="5986">
                  <c:v>8.3667117781815278E-2</c:v>
                </c:pt>
                <c:pt idx="5987">
                  <c:v>7.101028002789192E-2</c:v>
                </c:pt>
                <c:pt idx="5988">
                  <c:v>8.6519316625561671E-2</c:v>
                </c:pt>
                <c:pt idx="5989">
                  <c:v>8.7771745554117361E-2</c:v>
                </c:pt>
                <c:pt idx="5990">
                  <c:v>7.9538701966760994E-2</c:v>
                </c:pt>
                <c:pt idx="5991">
                  <c:v>7.32643895708565E-2</c:v>
                </c:pt>
                <c:pt idx="5992">
                  <c:v>0.10555381092777996</c:v>
                </c:pt>
                <c:pt idx="5993">
                  <c:v>5.9408485114164723E-2</c:v>
                </c:pt>
                <c:pt idx="5994">
                  <c:v>6.5391830832509809E-2</c:v>
                </c:pt>
                <c:pt idx="5995">
                  <c:v>7.7013379787519279E-2</c:v>
                </c:pt>
                <c:pt idx="5996">
                  <c:v>7.2506840187466129E-2</c:v>
                </c:pt>
                <c:pt idx="5997">
                  <c:v>8.3405142027490234E-2</c:v>
                </c:pt>
                <c:pt idx="5998">
                  <c:v>6.8687980189199777E-2</c:v>
                </c:pt>
                <c:pt idx="5999">
                  <c:v>0.49981015445328442</c:v>
                </c:pt>
                <c:pt idx="6000">
                  <c:v>0.81590733436756724</c:v>
                </c:pt>
                <c:pt idx="6001">
                  <c:v>0.66507536054485195</c:v>
                </c:pt>
                <c:pt idx="6002">
                  <c:v>0.6293858021631924</c:v>
                </c:pt>
                <c:pt idx="6003">
                  <c:v>0.54080956900499721</c:v>
                </c:pt>
                <c:pt idx="6004">
                  <c:v>0.50975135008108474</c:v>
                </c:pt>
                <c:pt idx="6005">
                  <c:v>0.490769019121921</c:v>
                </c:pt>
                <c:pt idx="6006">
                  <c:v>0.4720843969791928</c:v>
                </c:pt>
                <c:pt idx="6007">
                  <c:v>0.45734205656304566</c:v>
                </c:pt>
                <c:pt idx="6008">
                  <c:v>0.42439514241148629</c:v>
                </c:pt>
                <c:pt idx="6009">
                  <c:v>0.39712947318501118</c:v>
                </c:pt>
                <c:pt idx="6010">
                  <c:v>0.14903018392583264</c:v>
                </c:pt>
                <c:pt idx="6011">
                  <c:v>7.0581184150573975E-2</c:v>
                </c:pt>
                <c:pt idx="6012">
                  <c:v>6.2255797108351746E-2</c:v>
                </c:pt>
                <c:pt idx="6013">
                  <c:v>6.4903375257987644E-2</c:v>
                </c:pt>
                <c:pt idx="6014">
                  <c:v>0.11191726982212298</c:v>
                </c:pt>
                <c:pt idx="6015">
                  <c:v>6.4885577031871589E-2</c:v>
                </c:pt>
                <c:pt idx="6016">
                  <c:v>-1.6485605169224166E-2</c:v>
                </c:pt>
                <c:pt idx="6017">
                  <c:v>-0.15227599199877476</c:v>
                </c:pt>
                <c:pt idx="6018">
                  <c:v>-0.32347223649877727</c:v>
                </c:pt>
                <c:pt idx="6019">
                  <c:v>-0.33743175012287041</c:v>
                </c:pt>
                <c:pt idx="6020">
                  <c:v>-7.1192970288594809E-2</c:v>
                </c:pt>
                <c:pt idx="6021">
                  <c:v>6.0729031301741829E-2</c:v>
                </c:pt>
                <c:pt idx="6022">
                  <c:v>5.4399997662535712E-2</c:v>
                </c:pt>
                <c:pt idx="6023">
                  <c:v>7.0237094789202495E-2</c:v>
                </c:pt>
                <c:pt idx="6024">
                  <c:v>6.6098324510965409E-2</c:v>
                </c:pt>
                <c:pt idx="6025">
                  <c:v>6.4759341965543282E-2</c:v>
                </c:pt>
                <c:pt idx="6026">
                  <c:v>6.3444312805910175E-2</c:v>
                </c:pt>
                <c:pt idx="6027">
                  <c:v>0.41775732733605103</c:v>
                </c:pt>
                <c:pt idx="6028">
                  <c:v>0.75603481680063167</c:v>
                </c:pt>
                <c:pt idx="6029">
                  <c:v>0.72940255708417912</c:v>
                </c:pt>
                <c:pt idx="6030">
                  <c:v>0.61951933580963414</c:v>
                </c:pt>
                <c:pt idx="6031">
                  <c:v>0.53736531855400627</c:v>
                </c:pt>
                <c:pt idx="6032">
                  <c:v>0.34715327146720265</c:v>
                </c:pt>
                <c:pt idx="6033">
                  <c:v>0.11059857984178695</c:v>
                </c:pt>
                <c:pt idx="6034">
                  <c:v>8.6957412393903963E-2</c:v>
                </c:pt>
                <c:pt idx="6035">
                  <c:v>6.0117947902701162E-2</c:v>
                </c:pt>
                <c:pt idx="6036">
                  <c:v>6.3688402199444424E-2</c:v>
                </c:pt>
                <c:pt idx="6037">
                  <c:v>4.274533813607128E-2</c:v>
                </c:pt>
                <c:pt idx="6038">
                  <c:v>-0.2371700311708097</c:v>
                </c:pt>
                <c:pt idx="6039">
                  <c:v>-2.8404656721292311E-2</c:v>
                </c:pt>
                <c:pt idx="6040">
                  <c:v>-0.20429249223227983</c:v>
                </c:pt>
                <c:pt idx="6041">
                  <c:v>-0.29611347861048759</c:v>
                </c:pt>
                <c:pt idx="6042">
                  <c:v>-0.30437533162621316</c:v>
                </c:pt>
                <c:pt idx="6043">
                  <c:v>-8.4988354153233678E-2</c:v>
                </c:pt>
                <c:pt idx="6044">
                  <c:v>1.4922455440946166E-2</c:v>
                </c:pt>
                <c:pt idx="6045">
                  <c:v>-3.7128801331439122E-2</c:v>
                </c:pt>
                <c:pt idx="6046">
                  <c:v>5.6066872736497617E-2</c:v>
                </c:pt>
                <c:pt idx="6047">
                  <c:v>6.4459347032552794E-2</c:v>
                </c:pt>
                <c:pt idx="6048">
                  <c:v>5.915684044676834E-2</c:v>
                </c:pt>
                <c:pt idx="6049">
                  <c:v>6.6714145297522107E-2</c:v>
                </c:pt>
                <c:pt idx="6050">
                  <c:v>6.3367815142505196E-2</c:v>
                </c:pt>
                <c:pt idx="6051">
                  <c:v>6.7278199501773175E-2</c:v>
                </c:pt>
                <c:pt idx="6052">
                  <c:v>6.7924445496746144E-2</c:v>
                </c:pt>
                <c:pt idx="6053">
                  <c:v>6.6799286532456037E-2</c:v>
                </c:pt>
                <c:pt idx="6054">
                  <c:v>6.2070655711956114E-2</c:v>
                </c:pt>
                <c:pt idx="6055">
                  <c:v>6.1368341579642549E-2</c:v>
                </c:pt>
                <c:pt idx="6056">
                  <c:v>5.3170130523292017E-2</c:v>
                </c:pt>
                <c:pt idx="6057">
                  <c:v>6.3763861226761198E-2</c:v>
                </c:pt>
                <c:pt idx="6058">
                  <c:v>2.2486730949399226E-2</c:v>
                </c:pt>
                <c:pt idx="6059">
                  <c:v>-0.16796412771199645</c:v>
                </c:pt>
                <c:pt idx="6060">
                  <c:v>-0.45556278072370127</c:v>
                </c:pt>
                <c:pt idx="6061">
                  <c:v>-0.26241785895615377</c:v>
                </c:pt>
                <c:pt idx="6062">
                  <c:v>-0.5481965421135937</c:v>
                </c:pt>
                <c:pt idx="6063">
                  <c:v>-0.29809700694945696</c:v>
                </c:pt>
                <c:pt idx="6064">
                  <c:v>-0.95697454674921789</c:v>
                </c:pt>
                <c:pt idx="6065">
                  <c:v>-0.45251179005979281</c:v>
                </c:pt>
                <c:pt idx="6066">
                  <c:v>-0.63299517513108738</c:v>
                </c:pt>
                <c:pt idx="6067">
                  <c:v>-0.64488232502915588</c:v>
                </c:pt>
                <c:pt idx="6068">
                  <c:v>-0.59174975680597164</c:v>
                </c:pt>
                <c:pt idx="6069">
                  <c:v>-0.60735869443211077</c:v>
                </c:pt>
                <c:pt idx="6070">
                  <c:v>-0.20522382715180018</c:v>
                </c:pt>
                <c:pt idx="6071">
                  <c:v>4.7857980024886594E-2</c:v>
                </c:pt>
                <c:pt idx="6072">
                  <c:v>6.068048826909974E-2</c:v>
                </c:pt>
                <c:pt idx="6073">
                  <c:v>5.3099502963084327E-2</c:v>
                </c:pt>
                <c:pt idx="6074">
                  <c:v>4.0563297006353076E-2</c:v>
                </c:pt>
                <c:pt idx="6075">
                  <c:v>3.9122602158526781E-2</c:v>
                </c:pt>
                <c:pt idx="6076">
                  <c:v>5.5386619807030371E-2</c:v>
                </c:pt>
                <c:pt idx="6077">
                  <c:v>7.623267108845351E-2</c:v>
                </c:pt>
                <c:pt idx="6078">
                  <c:v>5.6936718185662559E-2</c:v>
                </c:pt>
                <c:pt idx="6079">
                  <c:v>4.0528629381964963E-2</c:v>
                </c:pt>
                <c:pt idx="6080">
                  <c:v>-0.33303049933755707</c:v>
                </c:pt>
                <c:pt idx="6081">
                  <c:v>-0.44546594733504069</c:v>
                </c:pt>
                <c:pt idx="6082">
                  <c:v>-0.60097425242557989</c:v>
                </c:pt>
                <c:pt idx="6083">
                  <c:v>-0.63568224774127957</c:v>
                </c:pt>
                <c:pt idx="6084">
                  <c:v>-0.99765813439914663</c:v>
                </c:pt>
                <c:pt idx="6085">
                  <c:v>-0.9554223600983649</c:v>
                </c:pt>
                <c:pt idx="6086">
                  <c:v>-0.90577082346590598</c:v>
                </c:pt>
                <c:pt idx="6087">
                  <c:v>-1.0095664671877369</c:v>
                </c:pt>
                <c:pt idx="6088">
                  <c:v>-1.0398327494838293</c:v>
                </c:pt>
                <c:pt idx="6089">
                  <c:v>-0.73241253432235653</c:v>
                </c:pt>
                <c:pt idx="6090">
                  <c:v>-1.0460771947812668</c:v>
                </c:pt>
                <c:pt idx="6091">
                  <c:v>-0.53735069522947554</c:v>
                </c:pt>
                <c:pt idx="6092">
                  <c:v>-0.78579264908968249</c:v>
                </c:pt>
                <c:pt idx="6093">
                  <c:v>-0.7070189831830318</c:v>
                </c:pt>
                <c:pt idx="6094">
                  <c:v>-0.7043499117983113</c:v>
                </c:pt>
                <c:pt idx="6095">
                  <c:v>-0.55386086320027228</c:v>
                </c:pt>
                <c:pt idx="6096">
                  <c:v>-2.2772511384880949E-2</c:v>
                </c:pt>
                <c:pt idx="6097">
                  <c:v>-3.4754966741424025E-2</c:v>
                </c:pt>
                <c:pt idx="6098">
                  <c:v>-3.0254005165331412E-2</c:v>
                </c:pt>
                <c:pt idx="6099">
                  <c:v>1.072184445760568E-2</c:v>
                </c:pt>
                <c:pt idx="6100">
                  <c:v>3.5202796694557476E-2</c:v>
                </c:pt>
                <c:pt idx="6101">
                  <c:v>5.2564342286571815E-2</c:v>
                </c:pt>
                <c:pt idx="6102">
                  <c:v>4.4844808867713991E-2</c:v>
                </c:pt>
                <c:pt idx="6103">
                  <c:v>-0.43741405079296403</c:v>
                </c:pt>
                <c:pt idx="6104">
                  <c:v>-0.88507965592414251</c:v>
                </c:pt>
                <c:pt idx="6105">
                  <c:v>-0.55759632420762295</c:v>
                </c:pt>
                <c:pt idx="6106">
                  <c:v>-0.7439668888143105</c:v>
                </c:pt>
                <c:pt idx="6107">
                  <c:v>-0.81038878719316509</c:v>
                </c:pt>
                <c:pt idx="6108">
                  <c:v>-1.0637097676899039</c:v>
                </c:pt>
                <c:pt idx="6109">
                  <c:v>-1.0052078642017586</c:v>
                </c:pt>
                <c:pt idx="6110">
                  <c:v>-1.120586711786616</c:v>
                </c:pt>
                <c:pt idx="6111">
                  <c:v>-1.374556590221186</c:v>
                </c:pt>
                <c:pt idx="6112">
                  <c:v>-1.1909867071256757</c:v>
                </c:pt>
                <c:pt idx="6113">
                  <c:v>-1.1513356773392069</c:v>
                </c:pt>
                <c:pt idx="6114">
                  <c:v>-1.1269669286534214</c:v>
                </c:pt>
                <c:pt idx="6115">
                  <c:v>-0.98234232642294206</c:v>
                </c:pt>
                <c:pt idx="6116">
                  <c:v>-0.9716046636314063</c:v>
                </c:pt>
                <c:pt idx="6117">
                  <c:v>-0.9573434706906957</c:v>
                </c:pt>
                <c:pt idx="6118">
                  <c:v>-0.79769406745763727</c:v>
                </c:pt>
                <c:pt idx="6119">
                  <c:v>-0.30805070917542199</c:v>
                </c:pt>
                <c:pt idx="6120">
                  <c:v>2.6231507643375944E-2</c:v>
                </c:pt>
                <c:pt idx="6121">
                  <c:v>5.055657560362687E-2</c:v>
                </c:pt>
                <c:pt idx="6122">
                  <c:v>6.1607837430342954E-2</c:v>
                </c:pt>
                <c:pt idx="6123">
                  <c:v>2.8135660064313145E-2</c:v>
                </c:pt>
                <c:pt idx="6124">
                  <c:v>5.5424204418215543E-2</c:v>
                </c:pt>
                <c:pt idx="6125">
                  <c:v>5.2933389929149435E-2</c:v>
                </c:pt>
                <c:pt idx="6126">
                  <c:v>6.4990163235709109E-2</c:v>
                </c:pt>
                <c:pt idx="6127">
                  <c:v>-0.21252884514087481</c:v>
                </c:pt>
                <c:pt idx="6128">
                  <c:v>-0.38390021488724502</c:v>
                </c:pt>
                <c:pt idx="6129">
                  <c:v>-0.10854705932972897</c:v>
                </c:pt>
                <c:pt idx="6130">
                  <c:v>-0.19249901009722636</c:v>
                </c:pt>
                <c:pt idx="6131">
                  <c:v>-0.34513850207636132</c:v>
                </c:pt>
                <c:pt idx="6132">
                  <c:v>-0.34109010952965962</c:v>
                </c:pt>
                <c:pt idx="6133">
                  <c:v>-0.54533510354799652</c:v>
                </c:pt>
                <c:pt idx="6134">
                  <c:v>-0.45317576166865409</c:v>
                </c:pt>
                <c:pt idx="6135">
                  <c:v>-0.52915728677180973</c:v>
                </c:pt>
                <c:pt idx="6136">
                  <c:v>-0.75487343876301094</c:v>
                </c:pt>
                <c:pt idx="6137">
                  <c:v>-0.63345959382827111</c:v>
                </c:pt>
                <c:pt idx="6138">
                  <c:v>-0.66517351881634745</c:v>
                </c:pt>
                <c:pt idx="6139">
                  <c:v>-0.638094922250241</c:v>
                </c:pt>
                <c:pt idx="6140">
                  <c:v>-0.50089592787405535</c:v>
                </c:pt>
                <c:pt idx="6141">
                  <c:v>-0.53394126167572897</c:v>
                </c:pt>
                <c:pt idx="6142">
                  <c:v>-0.42570115663726132</c:v>
                </c:pt>
                <c:pt idx="6143">
                  <c:v>-0.12500723356939544</c:v>
                </c:pt>
                <c:pt idx="6144">
                  <c:v>-1.8747480034805364E-2</c:v>
                </c:pt>
                <c:pt idx="6145">
                  <c:v>1.3373609035452776E-2</c:v>
                </c:pt>
                <c:pt idx="6146">
                  <c:v>1.9986631429438396E-2</c:v>
                </c:pt>
                <c:pt idx="6147">
                  <c:v>2.8427029850768087E-2</c:v>
                </c:pt>
                <c:pt idx="6148">
                  <c:v>4.1679584736636223E-2</c:v>
                </c:pt>
                <c:pt idx="6149">
                  <c:v>4.8406666464293278E-2</c:v>
                </c:pt>
                <c:pt idx="6150">
                  <c:v>3.6789923569923853E-2</c:v>
                </c:pt>
                <c:pt idx="6151">
                  <c:v>-0.41900282770443659</c:v>
                </c:pt>
                <c:pt idx="6152">
                  <c:v>-0.66986751275802592</c:v>
                </c:pt>
                <c:pt idx="6153">
                  <c:v>-0.57517389109543149</c:v>
                </c:pt>
                <c:pt idx="6154">
                  <c:v>-0.71406168638428147</c:v>
                </c:pt>
                <c:pt idx="6155">
                  <c:v>-1.091775552082727</c:v>
                </c:pt>
                <c:pt idx="6156">
                  <c:v>-0.77703982789475878</c:v>
                </c:pt>
                <c:pt idx="6157">
                  <c:v>-0.75655332478743909</c:v>
                </c:pt>
                <c:pt idx="6158">
                  <c:v>-0.88382242994435334</c:v>
                </c:pt>
                <c:pt idx="6159">
                  <c:v>-0.96306409151337413</c:v>
                </c:pt>
                <c:pt idx="6160">
                  <c:v>-0.89246217482410917</c:v>
                </c:pt>
                <c:pt idx="6161">
                  <c:v>-0.83761107759660791</c:v>
                </c:pt>
                <c:pt idx="6162">
                  <c:v>-0.74444669420189336</c:v>
                </c:pt>
                <c:pt idx="6163">
                  <c:v>-0.64055260131431357</c:v>
                </c:pt>
                <c:pt idx="6164">
                  <c:v>-0.58315975010032473</c:v>
                </c:pt>
                <c:pt idx="6165">
                  <c:v>-0.31162032235157938</c:v>
                </c:pt>
                <c:pt idx="6166">
                  <c:v>-0.36098699479602342</c:v>
                </c:pt>
                <c:pt idx="6167">
                  <c:v>-0.12232604361684983</c:v>
                </c:pt>
                <c:pt idx="6168">
                  <c:v>3.6181445878315371E-2</c:v>
                </c:pt>
                <c:pt idx="6169">
                  <c:v>3.9066399032539743E-2</c:v>
                </c:pt>
                <c:pt idx="6170">
                  <c:v>2.5531135606594247E-2</c:v>
                </c:pt>
                <c:pt idx="6171">
                  <c:v>3.4746640132519102E-2</c:v>
                </c:pt>
                <c:pt idx="6172">
                  <c:v>5.2405581057633557E-2</c:v>
                </c:pt>
                <c:pt idx="6173">
                  <c:v>5.5107291187865406E-2</c:v>
                </c:pt>
                <c:pt idx="6174">
                  <c:v>6.4836605478851547E-2</c:v>
                </c:pt>
                <c:pt idx="6175">
                  <c:v>-0.30111952569131961</c:v>
                </c:pt>
                <c:pt idx="6176">
                  <c:v>-0.64672625014166518</c:v>
                </c:pt>
                <c:pt idx="6177">
                  <c:v>-0.69900124455193913</c:v>
                </c:pt>
                <c:pt idx="6178">
                  <c:v>-1.077118260049829</c:v>
                </c:pt>
                <c:pt idx="6179">
                  <c:v>-1.1140085180655328</c:v>
                </c:pt>
                <c:pt idx="6180">
                  <c:v>-1.1671963158171399</c:v>
                </c:pt>
                <c:pt idx="6181">
                  <c:v>-1.3767034458669061</c:v>
                </c:pt>
                <c:pt idx="6182">
                  <c:v>-0.76896890899480386</c:v>
                </c:pt>
                <c:pt idx="6183">
                  <c:v>-0.49110734961524632</c:v>
                </c:pt>
                <c:pt idx="6184">
                  <c:v>-0.57502331795364336</c:v>
                </c:pt>
                <c:pt idx="6185">
                  <c:v>-0.64715467262206239</c:v>
                </c:pt>
                <c:pt idx="6186">
                  <c:v>-0.75932814569754947</c:v>
                </c:pt>
                <c:pt idx="6187">
                  <c:v>-0.82996260817023448</c:v>
                </c:pt>
                <c:pt idx="6188">
                  <c:v>-0.78538447468085448</c:v>
                </c:pt>
                <c:pt idx="6189">
                  <c:v>-0.56383311808477143</c:v>
                </c:pt>
                <c:pt idx="6190">
                  <c:v>-0.6594053223962526</c:v>
                </c:pt>
                <c:pt idx="6191">
                  <c:v>-0.30001007968653448</c:v>
                </c:pt>
                <c:pt idx="6192">
                  <c:v>-4.3414836370029089E-3</c:v>
                </c:pt>
                <c:pt idx="6193">
                  <c:v>-6.5367063936531012E-3</c:v>
                </c:pt>
                <c:pt idx="6194">
                  <c:v>5.4446039892415143E-3</c:v>
                </c:pt>
                <c:pt idx="6195">
                  <c:v>3.7991071335515499E-2</c:v>
                </c:pt>
                <c:pt idx="6196">
                  <c:v>5.1518524339740017E-2</c:v>
                </c:pt>
                <c:pt idx="6197">
                  <c:v>5.4408907866712576E-2</c:v>
                </c:pt>
                <c:pt idx="6198">
                  <c:v>5.8326134138681485E-2</c:v>
                </c:pt>
                <c:pt idx="6199">
                  <c:v>6.3734693882220167E-2</c:v>
                </c:pt>
                <c:pt idx="6200">
                  <c:v>6.5572034956472958E-2</c:v>
                </c:pt>
                <c:pt idx="6201">
                  <c:v>6.3931835765386039E-2</c:v>
                </c:pt>
                <c:pt idx="6202">
                  <c:v>-0.36917058377623274</c:v>
                </c:pt>
                <c:pt idx="6203">
                  <c:v>-0.59758216976797685</c:v>
                </c:pt>
                <c:pt idx="6204">
                  <c:v>-0.54553825999235295</c:v>
                </c:pt>
                <c:pt idx="6205">
                  <c:v>-0.67768264077959128</c:v>
                </c:pt>
                <c:pt idx="6206">
                  <c:v>-0.77957191385350955</c:v>
                </c:pt>
                <c:pt idx="6207">
                  <c:v>-0.73382923118137788</c:v>
                </c:pt>
                <c:pt idx="6208">
                  <c:v>-0.90406346141716443</c:v>
                </c:pt>
                <c:pt idx="6209">
                  <c:v>-0.85020613527781641</c:v>
                </c:pt>
                <c:pt idx="6210">
                  <c:v>-0.20967249804709662</c:v>
                </c:pt>
                <c:pt idx="6211">
                  <c:v>-0.49792613417518128</c:v>
                </c:pt>
                <c:pt idx="6212">
                  <c:v>-0.39420392260837539</c:v>
                </c:pt>
                <c:pt idx="6213">
                  <c:v>-0.28236182365755819</c:v>
                </c:pt>
                <c:pt idx="6214">
                  <c:v>-0.51359091896090081</c:v>
                </c:pt>
                <c:pt idx="6215">
                  <c:v>-8.4699680398193755E-2</c:v>
                </c:pt>
                <c:pt idx="6216">
                  <c:v>-8.2709119445850729E-2</c:v>
                </c:pt>
                <c:pt idx="6217">
                  <c:v>9.0027600429674112E-3</c:v>
                </c:pt>
                <c:pt idx="6218">
                  <c:v>3.8094586675436394E-2</c:v>
                </c:pt>
                <c:pt idx="6219">
                  <c:v>3.8130579650211396E-2</c:v>
                </c:pt>
                <c:pt idx="6220">
                  <c:v>6.0331776768336634E-2</c:v>
                </c:pt>
                <c:pt idx="6221">
                  <c:v>6.3977034184183657E-2</c:v>
                </c:pt>
                <c:pt idx="6222">
                  <c:v>6.3836009186388903E-2</c:v>
                </c:pt>
                <c:pt idx="6223">
                  <c:v>6.8566353871257049E-2</c:v>
                </c:pt>
                <c:pt idx="6224">
                  <c:v>6.8794203638089052E-2</c:v>
                </c:pt>
                <c:pt idx="6225">
                  <c:v>7.3999628476901155E-2</c:v>
                </c:pt>
                <c:pt idx="6226">
                  <c:v>8.1265380997173564E-2</c:v>
                </c:pt>
                <c:pt idx="6227">
                  <c:v>7.4506534631036694E-2</c:v>
                </c:pt>
                <c:pt idx="6228">
                  <c:v>8.09557109497058E-2</c:v>
                </c:pt>
                <c:pt idx="6229">
                  <c:v>6.8453587988380415E-2</c:v>
                </c:pt>
                <c:pt idx="6230">
                  <c:v>6.2557702133919257E-2</c:v>
                </c:pt>
                <c:pt idx="6231">
                  <c:v>6.6670660084699088E-2</c:v>
                </c:pt>
                <c:pt idx="6232">
                  <c:v>7.5721582960378467E-2</c:v>
                </c:pt>
                <c:pt idx="6233">
                  <c:v>7.6309811614810166E-2</c:v>
                </c:pt>
                <c:pt idx="6234">
                  <c:v>7.0676339446122824E-2</c:v>
                </c:pt>
                <c:pt idx="6235">
                  <c:v>8.6720366340962293E-2</c:v>
                </c:pt>
                <c:pt idx="6236">
                  <c:v>7.153874351362513E-2</c:v>
                </c:pt>
                <c:pt idx="6237">
                  <c:v>8.0846982441818302E-2</c:v>
                </c:pt>
                <c:pt idx="6238">
                  <c:v>7.0684234903945653E-2</c:v>
                </c:pt>
                <c:pt idx="6239">
                  <c:v>7.7446598454427348E-2</c:v>
                </c:pt>
                <c:pt idx="6240">
                  <c:v>7.867311884528877E-2</c:v>
                </c:pt>
                <c:pt idx="6241">
                  <c:v>6.8689356195897569E-2</c:v>
                </c:pt>
                <c:pt idx="6242">
                  <c:v>6.7947822033702449E-2</c:v>
                </c:pt>
                <c:pt idx="6243">
                  <c:v>6.7914578930062683E-2</c:v>
                </c:pt>
                <c:pt idx="6244">
                  <c:v>6.8309375966102787E-2</c:v>
                </c:pt>
                <c:pt idx="6245">
                  <c:v>6.4501596757598145E-2</c:v>
                </c:pt>
                <c:pt idx="6246">
                  <c:v>6.2866872006065389E-2</c:v>
                </c:pt>
                <c:pt idx="6247">
                  <c:v>6.0432689380678223E-2</c:v>
                </c:pt>
                <c:pt idx="6248">
                  <c:v>6.5188536255280968E-2</c:v>
                </c:pt>
                <c:pt idx="6249">
                  <c:v>6.0873352264980481E-2</c:v>
                </c:pt>
                <c:pt idx="6250">
                  <c:v>6.9796779462337422E-2</c:v>
                </c:pt>
                <c:pt idx="6251">
                  <c:v>7.1740512807917489E-2</c:v>
                </c:pt>
                <c:pt idx="6252">
                  <c:v>6.6918847459072714E-2</c:v>
                </c:pt>
                <c:pt idx="6253">
                  <c:v>5.717641760672839E-2</c:v>
                </c:pt>
                <c:pt idx="6254">
                  <c:v>1.5106549672316701E-2</c:v>
                </c:pt>
                <c:pt idx="6255">
                  <c:v>-0.25791986517350318</c:v>
                </c:pt>
                <c:pt idx="6256">
                  <c:v>-0.40119414593988656</c:v>
                </c:pt>
                <c:pt idx="6257">
                  <c:v>-0.3235139624957743</c:v>
                </c:pt>
                <c:pt idx="6258">
                  <c:v>-0.33519003734244079</c:v>
                </c:pt>
                <c:pt idx="6259">
                  <c:v>-0.26122767217644832</c:v>
                </c:pt>
                <c:pt idx="6260">
                  <c:v>-0.12328932640254375</c:v>
                </c:pt>
                <c:pt idx="6261">
                  <c:v>4.5390352472521135E-2</c:v>
                </c:pt>
                <c:pt idx="6262">
                  <c:v>5.4436987461292156E-2</c:v>
                </c:pt>
                <c:pt idx="6263">
                  <c:v>7.2546968442365606E-2</c:v>
                </c:pt>
                <c:pt idx="6264">
                  <c:v>7.7205749332652729E-2</c:v>
                </c:pt>
                <c:pt idx="6265">
                  <c:v>6.1892765868675627E-2</c:v>
                </c:pt>
                <c:pt idx="6266">
                  <c:v>6.934110741730648E-2</c:v>
                </c:pt>
                <c:pt idx="6267">
                  <c:v>7.0306176173379503E-2</c:v>
                </c:pt>
                <c:pt idx="6268">
                  <c:v>6.145363067638928E-2</c:v>
                </c:pt>
                <c:pt idx="6269">
                  <c:v>7.0922812630581922E-2</c:v>
                </c:pt>
                <c:pt idx="6270">
                  <c:v>7.4008801699907784E-2</c:v>
                </c:pt>
                <c:pt idx="6271">
                  <c:v>6.5956950369389686E-2</c:v>
                </c:pt>
                <c:pt idx="6272">
                  <c:v>5.8568243987838151E-2</c:v>
                </c:pt>
                <c:pt idx="6273">
                  <c:v>6.6544813702014413E-2</c:v>
                </c:pt>
                <c:pt idx="6274">
                  <c:v>6.7520478744882678E-2</c:v>
                </c:pt>
                <c:pt idx="6275">
                  <c:v>9.3511090105013905E-2</c:v>
                </c:pt>
                <c:pt idx="6276">
                  <c:v>-0.58541653165800267</c:v>
                </c:pt>
                <c:pt idx="6277">
                  <c:v>-0.49356954692217775</c:v>
                </c:pt>
                <c:pt idx="6278">
                  <c:v>-0.45213337461043657</c:v>
                </c:pt>
                <c:pt idx="6279">
                  <c:v>-0.64520348424442031</c:v>
                </c:pt>
                <c:pt idx="6280">
                  <c:v>-0.62632079573176291</c:v>
                </c:pt>
                <c:pt idx="6281">
                  <c:v>-0.50219549782568096</c:v>
                </c:pt>
                <c:pt idx="6282">
                  <c:v>-0.50688614366020746</c:v>
                </c:pt>
                <c:pt idx="6283">
                  <c:v>-0.2352232662340184</c:v>
                </c:pt>
                <c:pt idx="6284">
                  <c:v>-0.49420435971825111</c:v>
                </c:pt>
                <c:pt idx="6285">
                  <c:v>-0.43068265435800779</c:v>
                </c:pt>
                <c:pt idx="6286">
                  <c:v>-0.54443842531193054</c:v>
                </c:pt>
                <c:pt idx="6287">
                  <c:v>2.7379977388656333E-2</c:v>
                </c:pt>
                <c:pt idx="6288">
                  <c:v>4.0720257014349628E-2</c:v>
                </c:pt>
                <c:pt idx="6289">
                  <c:v>3.8083434652658274E-2</c:v>
                </c:pt>
                <c:pt idx="6290">
                  <c:v>3.0296881134055067E-2</c:v>
                </c:pt>
                <c:pt idx="6291">
                  <c:v>3.9517077284129579E-2</c:v>
                </c:pt>
                <c:pt idx="6292">
                  <c:v>5.9191251294877852E-2</c:v>
                </c:pt>
                <c:pt idx="6293">
                  <c:v>6.9104073645275182E-2</c:v>
                </c:pt>
                <c:pt idx="6294">
                  <c:v>6.3228674683138586E-2</c:v>
                </c:pt>
                <c:pt idx="6295">
                  <c:v>3.1081727535676857E-2</c:v>
                </c:pt>
                <c:pt idx="6296">
                  <c:v>-0.53621911732456107</c:v>
                </c:pt>
                <c:pt idx="6297">
                  <c:v>-0.82504143519312201</c:v>
                </c:pt>
                <c:pt idx="6298">
                  <c:v>-0.64448870892446219</c:v>
                </c:pt>
                <c:pt idx="6299">
                  <c:v>-0.81763529274031932</c:v>
                </c:pt>
                <c:pt idx="6300">
                  <c:v>-0.84853794468277766</c:v>
                </c:pt>
                <c:pt idx="6301">
                  <c:v>-0.95618408950284783</c:v>
                </c:pt>
                <c:pt idx="6302">
                  <c:v>-0.89377405476629979</c:v>
                </c:pt>
                <c:pt idx="6303">
                  <c:v>-1.0102841658503492</c:v>
                </c:pt>
                <c:pt idx="6304">
                  <c:v>-0.88001167578362927</c:v>
                </c:pt>
                <c:pt idx="6305">
                  <c:v>-0.82413971739248715</c:v>
                </c:pt>
                <c:pt idx="6306">
                  <c:v>-0.94460746383903649</c:v>
                </c:pt>
                <c:pt idx="6307">
                  <c:v>-0.82639623185735811</c:v>
                </c:pt>
                <c:pt idx="6308">
                  <c:v>-0.70431411864695448</c:v>
                </c:pt>
                <c:pt idx="6309">
                  <c:v>-0.18494840063803933</c:v>
                </c:pt>
                <c:pt idx="6310">
                  <c:v>-0.64017890975160119</c:v>
                </c:pt>
                <c:pt idx="6311">
                  <c:v>-2.8986862847437535E-2</c:v>
                </c:pt>
                <c:pt idx="6312">
                  <c:v>-6.8593194564417108E-3</c:v>
                </c:pt>
                <c:pt idx="6313">
                  <c:v>-2.8547202555856618E-3</c:v>
                </c:pt>
                <c:pt idx="6314">
                  <c:v>2.4262340265964594E-2</c:v>
                </c:pt>
                <c:pt idx="6315">
                  <c:v>5.7097639917704834E-2</c:v>
                </c:pt>
                <c:pt idx="6316">
                  <c:v>6.85364567727276E-2</c:v>
                </c:pt>
                <c:pt idx="6317">
                  <c:v>6.4130034383908074E-2</c:v>
                </c:pt>
                <c:pt idx="6318">
                  <c:v>5.9885052280233865E-2</c:v>
                </c:pt>
                <c:pt idx="6319">
                  <c:v>4.3967473121190301E-2</c:v>
                </c:pt>
                <c:pt idx="6320">
                  <c:v>-0.64565760099556802</c:v>
                </c:pt>
                <c:pt idx="6321">
                  <c:v>-0.85171366602081966</c:v>
                </c:pt>
                <c:pt idx="6322">
                  <c:v>-0.81502423395740242</c:v>
                </c:pt>
                <c:pt idx="6323">
                  <c:v>-0.82974990205606747</c:v>
                </c:pt>
                <c:pt idx="6324">
                  <c:v>-0.89060067847684354</c:v>
                </c:pt>
                <c:pt idx="6325">
                  <c:v>-1.0317172464163333</c:v>
                </c:pt>
                <c:pt idx="6326">
                  <c:v>-1.0361509161425944</c:v>
                </c:pt>
                <c:pt idx="6327">
                  <c:v>-1.0287227271926078</c:v>
                </c:pt>
                <c:pt idx="6328">
                  <c:v>-1.1218071382815293</c:v>
                </c:pt>
                <c:pt idx="6329">
                  <c:v>-1.1000846332773362</c:v>
                </c:pt>
                <c:pt idx="6330">
                  <c:v>-1.1122132399383493</c:v>
                </c:pt>
                <c:pt idx="6331">
                  <c:v>-1.1445979654035001</c:v>
                </c:pt>
                <c:pt idx="6332">
                  <c:v>-1.0556739774100952</c:v>
                </c:pt>
                <c:pt idx="6333">
                  <c:v>-0.66733139901668748</c:v>
                </c:pt>
                <c:pt idx="6334">
                  <c:v>-0.74343720625306475</c:v>
                </c:pt>
                <c:pt idx="6335">
                  <c:v>-0.60584801792187681</c:v>
                </c:pt>
                <c:pt idx="6336">
                  <c:v>-4.6030364267181358E-2</c:v>
                </c:pt>
                <c:pt idx="6337">
                  <c:v>-1.6076974229068647E-2</c:v>
                </c:pt>
                <c:pt idx="6338">
                  <c:v>2.5465403171653403E-3</c:v>
                </c:pt>
                <c:pt idx="6339">
                  <c:v>4.166417553701806E-2</c:v>
                </c:pt>
                <c:pt idx="6340">
                  <c:v>4.9483454406225834E-2</c:v>
                </c:pt>
                <c:pt idx="6341">
                  <c:v>5.3180057679532051E-2</c:v>
                </c:pt>
                <c:pt idx="6342">
                  <c:v>3.4170282786961222E-2</c:v>
                </c:pt>
                <c:pt idx="6343">
                  <c:v>-0.46768429936300504</c:v>
                </c:pt>
                <c:pt idx="6344">
                  <c:v>-1.1810755767497185</c:v>
                </c:pt>
                <c:pt idx="6345">
                  <c:v>-1.0567543519756089</c:v>
                </c:pt>
                <c:pt idx="6346">
                  <c:v>-1.0570005701944276</c:v>
                </c:pt>
                <c:pt idx="6347">
                  <c:v>-1.2726086096371381</c:v>
                </c:pt>
                <c:pt idx="6348">
                  <c:v>-1.3574250728309314</c:v>
                </c:pt>
                <c:pt idx="6349">
                  <c:v>-1.3047814901404187</c:v>
                </c:pt>
                <c:pt idx="6350">
                  <c:v>-1.243969015691013</c:v>
                </c:pt>
                <c:pt idx="6351">
                  <c:v>-1.2287188489510905</c:v>
                </c:pt>
                <c:pt idx="6352">
                  <c:v>-1.2969332288067983</c:v>
                </c:pt>
                <c:pt idx="6353">
                  <c:v>-1.293189424433304</c:v>
                </c:pt>
                <c:pt idx="6354">
                  <c:v>-1.233496928030213</c:v>
                </c:pt>
                <c:pt idx="6355">
                  <c:v>-1.1564856153225396</c:v>
                </c:pt>
                <c:pt idx="6356">
                  <c:v>-1.1623928904290719</c:v>
                </c:pt>
                <c:pt idx="6357">
                  <c:v>-1.0871868211418052</c:v>
                </c:pt>
                <c:pt idx="6358">
                  <c:v>-0.93840085036206722</c:v>
                </c:pt>
                <c:pt idx="6359">
                  <c:v>-0.22798039917244262</c:v>
                </c:pt>
                <c:pt idx="6360">
                  <c:v>-2.4219846717913662E-2</c:v>
                </c:pt>
                <c:pt idx="6361">
                  <c:v>-5.319514173890378E-2</c:v>
                </c:pt>
                <c:pt idx="6362">
                  <c:v>2.3658672119250723E-2</c:v>
                </c:pt>
                <c:pt idx="6363">
                  <c:v>6.4034995716209631E-2</c:v>
                </c:pt>
                <c:pt idx="6364">
                  <c:v>4.8105808193180027E-2</c:v>
                </c:pt>
                <c:pt idx="6365">
                  <c:v>6.2788714229839296E-2</c:v>
                </c:pt>
                <c:pt idx="6366">
                  <c:v>5.9008894271821967E-2</c:v>
                </c:pt>
                <c:pt idx="6367">
                  <c:v>-0.42522473635112601</c:v>
                </c:pt>
                <c:pt idx="6368">
                  <c:v>-1.209275446847768</c:v>
                </c:pt>
                <c:pt idx="6369">
                  <c:v>-1.082142749042327</c:v>
                </c:pt>
                <c:pt idx="6370">
                  <c:v>-1.1710236105499707</c:v>
                </c:pt>
                <c:pt idx="6371">
                  <c:v>-1.3084267665980582</c:v>
                </c:pt>
                <c:pt idx="6372">
                  <c:v>-1.4885017918689676</c:v>
                </c:pt>
                <c:pt idx="6373">
                  <c:v>-1.4315007055766154</c:v>
                </c:pt>
                <c:pt idx="6374">
                  <c:v>-1.5242019380852243</c:v>
                </c:pt>
                <c:pt idx="6375">
                  <c:v>-1.6090414912854389</c:v>
                </c:pt>
                <c:pt idx="6376">
                  <c:v>-1.642929900957661</c:v>
                </c:pt>
                <c:pt idx="6377">
                  <c:v>-1.5240229062360855</c:v>
                </c:pt>
                <c:pt idx="6378">
                  <c:v>-1.449822748806711</c:v>
                </c:pt>
                <c:pt idx="6379">
                  <c:v>-1.3420935775369065</c:v>
                </c:pt>
                <c:pt idx="6380">
                  <c:v>-1.2413131708995295</c:v>
                </c:pt>
                <c:pt idx="6381">
                  <c:v>-1.1797172213479228</c:v>
                </c:pt>
                <c:pt idx="6382">
                  <c:v>-1.1172009804593412</c:v>
                </c:pt>
                <c:pt idx="6383">
                  <c:v>-0.51202451564134299</c:v>
                </c:pt>
                <c:pt idx="6384">
                  <c:v>-8.7585096988272507E-2</c:v>
                </c:pt>
                <c:pt idx="6385">
                  <c:v>-6.8367043732177724E-2</c:v>
                </c:pt>
                <c:pt idx="6386">
                  <c:v>-7.2441407745338247E-3</c:v>
                </c:pt>
                <c:pt idx="6387">
                  <c:v>2.5171148625672584E-2</c:v>
                </c:pt>
                <c:pt idx="6388">
                  <c:v>3.7077119307734829E-2</c:v>
                </c:pt>
                <c:pt idx="6389">
                  <c:v>4.7813303557218113E-2</c:v>
                </c:pt>
                <c:pt idx="6390">
                  <c:v>4.7375608244765034E-2</c:v>
                </c:pt>
                <c:pt idx="6391">
                  <c:v>-0.49823891193988856</c:v>
                </c:pt>
                <c:pt idx="6392">
                  <c:v>-1.0452805781694308</c:v>
                </c:pt>
                <c:pt idx="6393">
                  <c:v>-0.86468686168307285</c:v>
                </c:pt>
                <c:pt idx="6394">
                  <c:v>-0.89591658814401776</c:v>
                </c:pt>
                <c:pt idx="6395">
                  <c:v>-0.81159033131081237</c:v>
                </c:pt>
                <c:pt idx="6396">
                  <c:v>-0.87794381570446889</c:v>
                </c:pt>
                <c:pt idx="6397">
                  <c:v>-1.0045872671180311</c:v>
                </c:pt>
                <c:pt idx="6398">
                  <c:v>-1.0492051269418532</c:v>
                </c:pt>
                <c:pt idx="6399">
                  <c:v>-1.0482591197743751</c:v>
                </c:pt>
                <c:pt idx="6400">
                  <c:v>-1.1303424305872871</c:v>
                </c:pt>
                <c:pt idx="6401">
                  <c:v>-0.98214612746420127</c:v>
                </c:pt>
                <c:pt idx="6402">
                  <c:v>-0.89973187270041088</c:v>
                </c:pt>
                <c:pt idx="6403">
                  <c:v>-0.94459025058982649</c:v>
                </c:pt>
                <c:pt idx="6404">
                  <c:v>-0.98123121550473114</c:v>
                </c:pt>
                <c:pt idx="6405">
                  <c:v>-0.9935559070984884</c:v>
                </c:pt>
                <c:pt idx="6406">
                  <c:v>-0.9997161086979196</c:v>
                </c:pt>
                <c:pt idx="6407">
                  <c:v>-1.0371994735052503</c:v>
                </c:pt>
                <c:pt idx="6408">
                  <c:v>-0.5780291762898353</c:v>
                </c:pt>
                <c:pt idx="6409">
                  <c:v>-0.19203359377455961</c:v>
                </c:pt>
                <c:pt idx="6410">
                  <c:v>-0.18328731395942954</c:v>
                </c:pt>
                <c:pt idx="6411">
                  <c:v>-7.3307334964017729E-2</c:v>
                </c:pt>
                <c:pt idx="6412">
                  <c:v>-8.0581121798995996E-3</c:v>
                </c:pt>
                <c:pt idx="6413">
                  <c:v>2.7026829618999076E-2</c:v>
                </c:pt>
                <c:pt idx="6414">
                  <c:v>3.7806971778930949E-2</c:v>
                </c:pt>
                <c:pt idx="6415">
                  <c:v>-0.53224485604851512</c:v>
                </c:pt>
                <c:pt idx="6416">
                  <c:v>-0.94251670691032241</c:v>
                </c:pt>
                <c:pt idx="6417">
                  <c:v>-0.68939776700199484</c:v>
                </c:pt>
                <c:pt idx="6418">
                  <c:v>-0.24638437279353123</c:v>
                </c:pt>
                <c:pt idx="6419">
                  <c:v>-0.8369145760066633</c:v>
                </c:pt>
                <c:pt idx="6420">
                  <c:v>-0.42269245211872397</c:v>
                </c:pt>
                <c:pt idx="6421">
                  <c:v>-1.3090559925612024</c:v>
                </c:pt>
                <c:pt idx="6422">
                  <c:v>-0.90165977871505054</c:v>
                </c:pt>
                <c:pt idx="6423">
                  <c:v>-0.95576443095491059</c:v>
                </c:pt>
                <c:pt idx="6424">
                  <c:v>-0.9860571407669193</c:v>
                </c:pt>
                <c:pt idx="6425">
                  <c:v>-0.57008985325878092</c:v>
                </c:pt>
                <c:pt idx="6426">
                  <c:v>-0.73421039400446242</c:v>
                </c:pt>
                <c:pt idx="6427">
                  <c:v>-0.57029178713810669</c:v>
                </c:pt>
                <c:pt idx="6428">
                  <c:v>-0.56219433826957899</c:v>
                </c:pt>
                <c:pt idx="6429">
                  <c:v>-0.75994746842905037</c:v>
                </c:pt>
                <c:pt idx="6430">
                  <c:v>-0.58202654122224806</c:v>
                </c:pt>
                <c:pt idx="6431">
                  <c:v>-0.55876471105536352</c:v>
                </c:pt>
                <c:pt idx="6432">
                  <c:v>-1.5230868000116997E-2</c:v>
                </c:pt>
                <c:pt idx="6433">
                  <c:v>9.9483757444273329E-3</c:v>
                </c:pt>
                <c:pt idx="6434">
                  <c:v>2.69146652953649E-4</c:v>
                </c:pt>
                <c:pt idx="6435">
                  <c:v>2.1116058396793633E-2</c:v>
                </c:pt>
                <c:pt idx="6436">
                  <c:v>4.7738188876874879E-2</c:v>
                </c:pt>
                <c:pt idx="6437">
                  <c:v>5.7396195999323461E-2</c:v>
                </c:pt>
                <c:pt idx="6438">
                  <c:v>5.7017353847835642E-2</c:v>
                </c:pt>
                <c:pt idx="6439">
                  <c:v>-0.28312734100348169</c:v>
                </c:pt>
                <c:pt idx="6440">
                  <c:v>-0.82357264266437769</c:v>
                </c:pt>
                <c:pt idx="6441">
                  <c:v>-0.78150684462864695</c:v>
                </c:pt>
                <c:pt idx="6442">
                  <c:v>-1.2845179006105056</c:v>
                </c:pt>
                <c:pt idx="6443">
                  <c:v>-1.15894901872056</c:v>
                </c:pt>
                <c:pt idx="6444">
                  <c:v>-1.4135322343159404</c:v>
                </c:pt>
                <c:pt idx="6445">
                  <c:v>-1.8087253797450635</c:v>
                </c:pt>
                <c:pt idx="6446">
                  <c:v>-1.816462783170856</c:v>
                </c:pt>
                <c:pt idx="6447">
                  <c:v>-1.7755272266575373</c:v>
                </c:pt>
                <c:pt idx="6448">
                  <c:v>-1.586029219791746</c:v>
                </c:pt>
                <c:pt idx="6449">
                  <c:v>-1.3715851167242745</c:v>
                </c:pt>
                <c:pt idx="6450">
                  <c:v>-1.0534995380162391</c:v>
                </c:pt>
                <c:pt idx="6451">
                  <c:v>-1.260850127411975</c:v>
                </c:pt>
                <c:pt idx="6452">
                  <c:v>-1.130755884216269</c:v>
                </c:pt>
                <c:pt idx="6453">
                  <c:v>-1.0034723212686165</c:v>
                </c:pt>
                <c:pt idx="6454">
                  <c:v>-1.0861647380031021</c:v>
                </c:pt>
                <c:pt idx="6455">
                  <c:v>-0.65558794670006904</c:v>
                </c:pt>
                <c:pt idx="6456">
                  <c:v>-0.26358560626339017</c:v>
                </c:pt>
                <c:pt idx="6457">
                  <c:v>-0.11755688177716533</c:v>
                </c:pt>
                <c:pt idx="6458">
                  <c:v>-2.6380515704050849E-2</c:v>
                </c:pt>
                <c:pt idx="6459">
                  <c:v>6.551564173386387E-3</c:v>
                </c:pt>
                <c:pt idx="6460">
                  <c:v>3.1288436572572798E-2</c:v>
                </c:pt>
                <c:pt idx="6461">
                  <c:v>5.0667967397757634E-2</c:v>
                </c:pt>
                <c:pt idx="6462">
                  <c:v>5.2167917060512041E-2</c:v>
                </c:pt>
                <c:pt idx="6463">
                  <c:v>-0.36370787461816473</c:v>
                </c:pt>
                <c:pt idx="6464">
                  <c:v>-0.97340277290781452</c:v>
                </c:pt>
                <c:pt idx="6465">
                  <c:v>-0.95028468115375642</c:v>
                </c:pt>
                <c:pt idx="6466">
                  <c:v>-1.1752468225445485</c:v>
                </c:pt>
                <c:pt idx="6467">
                  <c:v>-1.2024613449329813</c:v>
                </c:pt>
                <c:pt idx="6468">
                  <c:v>-1.4006821910239975</c:v>
                </c:pt>
                <c:pt idx="6469">
                  <c:v>-1.4415518310464561</c:v>
                </c:pt>
                <c:pt idx="6470">
                  <c:v>-1.3559474399566485</c:v>
                </c:pt>
                <c:pt idx="6471">
                  <c:v>-1.4781088186651647</c:v>
                </c:pt>
                <c:pt idx="6472">
                  <c:v>-1.4629693930259675</c:v>
                </c:pt>
                <c:pt idx="6473">
                  <c:v>-1.1471780418831208</c:v>
                </c:pt>
                <c:pt idx="6474">
                  <c:v>-1.2072666038920368</c:v>
                </c:pt>
                <c:pt idx="6475">
                  <c:v>-1.1829063764298389</c:v>
                </c:pt>
                <c:pt idx="6476">
                  <c:v>-1.016061512879465</c:v>
                </c:pt>
                <c:pt idx="6477">
                  <c:v>-0.93729397016594906</c:v>
                </c:pt>
                <c:pt idx="6478">
                  <c:v>-0.90707415739941999</c:v>
                </c:pt>
                <c:pt idx="6479">
                  <c:v>-0.51751782423676662</c:v>
                </c:pt>
                <c:pt idx="6480">
                  <c:v>-0.14258107880508025</c:v>
                </c:pt>
                <c:pt idx="6481">
                  <c:v>-0.11352817154739361</c:v>
                </c:pt>
                <c:pt idx="6482">
                  <c:v>-4.2007728530576792E-2</c:v>
                </c:pt>
                <c:pt idx="6483">
                  <c:v>-1.0520279284909347E-2</c:v>
                </c:pt>
                <c:pt idx="6484">
                  <c:v>-6.730420166066532E-3</c:v>
                </c:pt>
                <c:pt idx="6485">
                  <c:v>1.8392947904601754E-2</c:v>
                </c:pt>
                <c:pt idx="6486">
                  <c:v>2.6860084123825925E-2</c:v>
                </c:pt>
                <c:pt idx="6487">
                  <c:v>-0.33365792591034887</c:v>
                </c:pt>
                <c:pt idx="6488">
                  <c:v>-0.96093726643765287</c:v>
                </c:pt>
                <c:pt idx="6489">
                  <c:v>-1.0031646249293755</c:v>
                </c:pt>
                <c:pt idx="6490">
                  <c:v>-1.1193680767756375</c:v>
                </c:pt>
                <c:pt idx="6491">
                  <c:v>-1.0147695033535378</c:v>
                </c:pt>
                <c:pt idx="6492">
                  <c:v>-0.94114827412622915</c:v>
                </c:pt>
                <c:pt idx="6493">
                  <c:v>-1.107199721011245</c:v>
                </c:pt>
                <c:pt idx="6494">
                  <c:v>-0.98291097406460659</c:v>
                </c:pt>
                <c:pt idx="6495">
                  <c:v>-0.86631651817727107</c:v>
                </c:pt>
                <c:pt idx="6496">
                  <c:v>-0.89968173487184411</c:v>
                </c:pt>
                <c:pt idx="6497">
                  <c:v>-0.83955210922846568</c:v>
                </c:pt>
                <c:pt idx="6498">
                  <c:v>-0.74437819223809976</c:v>
                </c:pt>
                <c:pt idx="6499">
                  <c:v>-0.75547114474041777</c:v>
                </c:pt>
                <c:pt idx="6500">
                  <c:v>-0.39174000352483274</c:v>
                </c:pt>
                <c:pt idx="6501">
                  <c:v>-0.44318776277055438</c:v>
                </c:pt>
                <c:pt idx="6502">
                  <c:v>-0.39664827522345203</c:v>
                </c:pt>
                <c:pt idx="6503">
                  <c:v>-0.34168491271503754</c:v>
                </c:pt>
                <c:pt idx="6504">
                  <c:v>-9.7682093390937773E-3</c:v>
                </c:pt>
                <c:pt idx="6505">
                  <c:v>-1.3140264936687558E-2</c:v>
                </c:pt>
                <c:pt idx="6506">
                  <c:v>-5.0153296534286634E-3</c:v>
                </c:pt>
                <c:pt idx="6507">
                  <c:v>1.5093543504424038E-2</c:v>
                </c:pt>
                <c:pt idx="6508">
                  <c:v>4.8167101608757791E-2</c:v>
                </c:pt>
                <c:pt idx="6509">
                  <c:v>6.0351295402541437E-2</c:v>
                </c:pt>
                <c:pt idx="6510">
                  <c:v>6.4071619734385174E-2</c:v>
                </c:pt>
                <c:pt idx="6511">
                  <c:v>-0.14773546402591034</c:v>
                </c:pt>
                <c:pt idx="6512">
                  <c:v>-0.38217987244227547</c:v>
                </c:pt>
                <c:pt idx="6513">
                  <c:v>-0.68676593027118815</c:v>
                </c:pt>
                <c:pt idx="6514">
                  <c:v>-0.79316266539841362</c:v>
                </c:pt>
                <c:pt idx="6515">
                  <c:v>-0.83178657168310588</c:v>
                </c:pt>
                <c:pt idx="6516">
                  <c:v>-0.90142287226373397</c:v>
                </c:pt>
                <c:pt idx="6517">
                  <c:v>-0.88372333921976332</c:v>
                </c:pt>
                <c:pt idx="6518">
                  <c:v>-1.025935092688584</c:v>
                </c:pt>
                <c:pt idx="6519">
                  <c:v>-1.0905837995831182</c:v>
                </c:pt>
                <c:pt idx="6520">
                  <c:v>-1.1128614165318971</c:v>
                </c:pt>
                <c:pt idx="6521">
                  <c:v>-0.99012599595517614</c:v>
                </c:pt>
                <c:pt idx="6522">
                  <c:v>-1.0430984724337575</c:v>
                </c:pt>
                <c:pt idx="6523">
                  <c:v>-1.0639187301982125</c:v>
                </c:pt>
                <c:pt idx="6524">
                  <c:v>-1.0546705208443816</c:v>
                </c:pt>
                <c:pt idx="6525">
                  <c:v>-1.0895317590444182</c:v>
                </c:pt>
                <c:pt idx="6526">
                  <c:v>-0.93554441703697533</c:v>
                </c:pt>
                <c:pt idx="6527">
                  <c:v>-0.49655849337264707</c:v>
                </c:pt>
                <c:pt idx="6528">
                  <c:v>-0.18415735880317441</c:v>
                </c:pt>
                <c:pt idx="6529">
                  <c:v>-0.11401773765417995</c:v>
                </c:pt>
                <c:pt idx="6530">
                  <c:v>-4.2835937648112075E-2</c:v>
                </c:pt>
                <c:pt idx="6531">
                  <c:v>-6.2358207822529746E-3</c:v>
                </c:pt>
                <c:pt idx="6532">
                  <c:v>2.3335157835293344E-2</c:v>
                </c:pt>
                <c:pt idx="6533">
                  <c:v>4.2914923042256456E-2</c:v>
                </c:pt>
                <c:pt idx="6534">
                  <c:v>5.3520491571855164E-2</c:v>
                </c:pt>
                <c:pt idx="6535">
                  <c:v>-0.37640330492275637</c:v>
                </c:pt>
                <c:pt idx="6536">
                  <c:v>-1.030482920365136</c:v>
                </c:pt>
                <c:pt idx="6537">
                  <c:v>-1.2910317057170764</c:v>
                </c:pt>
                <c:pt idx="6538">
                  <c:v>-1.2841688567010339</c:v>
                </c:pt>
                <c:pt idx="6539">
                  <c:v>-1.5799518632416711</c:v>
                </c:pt>
                <c:pt idx="6540">
                  <c:v>-1.4455028151221569</c:v>
                </c:pt>
                <c:pt idx="6541">
                  <c:v>-1.5952337133425594</c:v>
                </c:pt>
                <c:pt idx="6542">
                  <c:v>-1.5581794429805598</c:v>
                </c:pt>
                <c:pt idx="6543">
                  <c:v>-1.5786079840149576</c:v>
                </c:pt>
                <c:pt idx="6544">
                  <c:v>-1.5008785043460862</c:v>
                </c:pt>
                <c:pt idx="6545">
                  <c:v>-1.4864175073840185</c:v>
                </c:pt>
                <c:pt idx="6546">
                  <c:v>-1.4707128488317027</c:v>
                </c:pt>
                <c:pt idx="6547">
                  <c:v>-1.5298194414153012</c:v>
                </c:pt>
                <c:pt idx="6548">
                  <c:v>-1.4731074942239024</c:v>
                </c:pt>
                <c:pt idx="6549">
                  <c:v>-1.3449515032531467</c:v>
                </c:pt>
                <c:pt idx="6550">
                  <c:v>-1.3436745425952414</c:v>
                </c:pt>
                <c:pt idx="6551">
                  <c:v>-0.76146629115678754</c:v>
                </c:pt>
                <c:pt idx="6552">
                  <c:v>-0.28706531094610949</c:v>
                </c:pt>
                <c:pt idx="6553">
                  <c:v>-0.11533618753918502</c:v>
                </c:pt>
                <c:pt idx="6554">
                  <c:v>5.0268936534889515E-3</c:v>
                </c:pt>
                <c:pt idx="6555">
                  <c:v>3.4194828624348868E-2</c:v>
                </c:pt>
                <c:pt idx="6556">
                  <c:v>4.393942420204968E-2</c:v>
                </c:pt>
                <c:pt idx="6557">
                  <c:v>5.8590820525291756E-2</c:v>
                </c:pt>
                <c:pt idx="6558">
                  <c:v>5.3320946053369705E-2</c:v>
                </c:pt>
                <c:pt idx="6559">
                  <c:v>-0.44277691606928454</c:v>
                </c:pt>
                <c:pt idx="6560">
                  <c:v>-1.168488547567641</c:v>
                </c:pt>
                <c:pt idx="6561">
                  <c:v>-1.0574954365742111</c:v>
                </c:pt>
                <c:pt idx="6562">
                  <c:v>-1.2661417384868059</c:v>
                </c:pt>
                <c:pt idx="6563">
                  <c:v>-1.1322352123007673</c:v>
                </c:pt>
                <c:pt idx="6564">
                  <c:v>-1.1220350160910428</c:v>
                </c:pt>
                <c:pt idx="6565">
                  <c:v>-1.2161173995119119</c:v>
                </c:pt>
                <c:pt idx="6566">
                  <c:v>-1.2947425654435845</c:v>
                </c:pt>
                <c:pt idx="6567">
                  <c:v>-1.1498769217538656</c:v>
                </c:pt>
                <c:pt idx="6568">
                  <c:v>-1.1924741440468452</c:v>
                </c:pt>
                <c:pt idx="6569">
                  <c:v>-1.1545785505990145</c:v>
                </c:pt>
                <c:pt idx="6570">
                  <c:v>-1.1081908249379084</c:v>
                </c:pt>
                <c:pt idx="6571">
                  <c:v>-0.96829118703413819</c:v>
                </c:pt>
                <c:pt idx="6572">
                  <c:v>-0.40604404064177446</c:v>
                </c:pt>
                <c:pt idx="6573">
                  <c:v>-0.5406748951700393</c:v>
                </c:pt>
                <c:pt idx="6574">
                  <c:v>-0.47878185796294048</c:v>
                </c:pt>
                <c:pt idx="6575">
                  <c:v>-0.46005920106012266</c:v>
                </c:pt>
                <c:pt idx="6576">
                  <c:v>-2.4963643409729612E-2</c:v>
                </c:pt>
                <c:pt idx="6577">
                  <c:v>-2.9214238883057488E-2</c:v>
                </c:pt>
                <c:pt idx="6578">
                  <c:v>-1.5501781994995143E-2</c:v>
                </c:pt>
                <c:pt idx="6579">
                  <c:v>-7.1308272817485266E-3</c:v>
                </c:pt>
                <c:pt idx="6580">
                  <c:v>-1.4470157423169412E-2</c:v>
                </c:pt>
                <c:pt idx="6581">
                  <c:v>-1.3041325062831123E-2</c:v>
                </c:pt>
                <c:pt idx="6582">
                  <c:v>-7.983571696718008E-3</c:v>
                </c:pt>
                <c:pt idx="6583">
                  <c:v>-0.42237824399091811</c:v>
                </c:pt>
                <c:pt idx="6584">
                  <c:v>-0.89425998324181488</c:v>
                </c:pt>
                <c:pt idx="6585">
                  <c:v>-1.0570081497938904</c:v>
                </c:pt>
                <c:pt idx="6586">
                  <c:v>-1.0650921290178768</c:v>
                </c:pt>
                <c:pt idx="6587">
                  <c:v>-1.0604249895122599</c:v>
                </c:pt>
                <c:pt idx="6588">
                  <c:v>-1.2616611578901038</c:v>
                </c:pt>
                <c:pt idx="6589">
                  <c:v>-1.2525985871948682</c:v>
                </c:pt>
                <c:pt idx="6590">
                  <c:v>-1.2494102048006439</c:v>
                </c:pt>
                <c:pt idx="6591">
                  <c:v>-1.174918494576995</c:v>
                </c:pt>
                <c:pt idx="6592">
                  <c:v>-1.1504317070951162</c:v>
                </c:pt>
                <c:pt idx="6593">
                  <c:v>-1.0430219797242306</c:v>
                </c:pt>
                <c:pt idx="6594">
                  <c:v>-1.0149615735721531</c:v>
                </c:pt>
                <c:pt idx="6595">
                  <c:v>-0.69674213353686565</c:v>
                </c:pt>
                <c:pt idx="6596">
                  <c:v>-0.66061572447758921</c:v>
                </c:pt>
                <c:pt idx="6597">
                  <c:v>-0.62868166167574113</c:v>
                </c:pt>
                <c:pt idx="6598">
                  <c:v>-0.61282834236708184</c:v>
                </c:pt>
                <c:pt idx="6599">
                  <c:v>-0.55603496004524167</c:v>
                </c:pt>
                <c:pt idx="6600">
                  <c:v>-0.13610408660722426</c:v>
                </c:pt>
                <c:pt idx="6601">
                  <c:v>-0.14169569599522155</c:v>
                </c:pt>
                <c:pt idx="6602">
                  <c:v>-9.4499731944066315E-2</c:v>
                </c:pt>
                <c:pt idx="6603">
                  <c:v>-3.6570250776072344E-2</c:v>
                </c:pt>
                <c:pt idx="6604">
                  <c:v>1.4845229407301434E-3</c:v>
                </c:pt>
                <c:pt idx="6605">
                  <c:v>2.0604458529059563E-2</c:v>
                </c:pt>
                <c:pt idx="6606">
                  <c:v>4.0034296424874563E-2</c:v>
                </c:pt>
                <c:pt idx="6607">
                  <c:v>-0.3785394722804058</c:v>
                </c:pt>
                <c:pt idx="6608">
                  <c:v>-1.2075502039361847</c:v>
                </c:pt>
                <c:pt idx="6609">
                  <c:v>-1.3787116089459595</c:v>
                </c:pt>
                <c:pt idx="6610">
                  <c:v>-1.4101001423129944</c:v>
                </c:pt>
                <c:pt idx="6611">
                  <c:v>-1.6764003180638751</c:v>
                </c:pt>
                <c:pt idx="6612">
                  <c:v>-1.531042711321376</c:v>
                </c:pt>
                <c:pt idx="6613">
                  <c:v>-1.5308594320890587</c:v>
                </c:pt>
                <c:pt idx="6614">
                  <c:v>-1.6500193141478465</c:v>
                </c:pt>
                <c:pt idx="6615">
                  <c:v>-1.5626360237102099</c:v>
                </c:pt>
                <c:pt idx="6616">
                  <c:v>-1.5837865445506423</c:v>
                </c:pt>
                <c:pt idx="6617">
                  <c:v>-1.4323045065574695</c:v>
                </c:pt>
                <c:pt idx="6618">
                  <c:v>-1.5717676286935234</c:v>
                </c:pt>
                <c:pt idx="6619">
                  <c:v>-1.5430224880065682</c:v>
                </c:pt>
                <c:pt idx="6620">
                  <c:v>-1.4359181263643999</c:v>
                </c:pt>
                <c:pt idx="6621">
                  <c:v>-1.3295697117509728</c:v>
                </c:pt>
                <c:pt idx="6622">
                  <c:v>-1.2805269779775388</c:v>
                </c:pt>
                <c:pt idx="6623">
                  <c:v>-0.81244725519478855</c:v>
                </c:pt>
                <c:pt idx="6624">
                  <c:v>-0.25095440582452255</c:v>
                </c:pt>
                <c:pt idx="6625">
                  <c:v>-4.171219909340141E-2</c:v>
                </c:pt>
                <c:pt idx="6626">
                  <c:v>9.930665278246242E-3</c:v>
                </c:pt>
                <c:pt idx="6627">
                  <c:v>9.7520741587917379E-3</c:v>
                </c:pt>
                <c:pt idx="6628">
                  <c:v>2.3411689456209934E-2</c:v>
                </c:pt>
                <c:pt idx="6629">
                  <c:v>3.6877542823173397E-2</c:v>
                </c:pt>
                <c:pt idx="6630">
                  <c:v>5.9300248132874663E-2</c:v>
                </c:pt>
                <c:pt idx="6631">
                  <c:v>-0.3961168914359261</c:v>
                </c:pt>
                <c:pt idx="6632">
                  <c:v>-1.311675374134206</c:v>
                </c:pt>
                <c:pt idx="6633">
                  <c:v>-1.5808351964604714</c:v>
                </c:pt>
                <c:pt idx="6634">
                  <c:v>-1.5610029554090199</c:v>
                </c:pt>
                <c:pt idx="6635">
                  <c:v>-1.383369675230933</c:v>
                </c:pt>
                <c:pt idx="6636">
                  <c:v>-1.2939626050743647</c:v>
                </c:pt>
                <c:pt idx="6637">
                  <c:v>-1.090021799789757</c:v>
                </c:pt>
                <c:pt idx="6638">
                  <c:v>-1.1184341959482893</c:v>
                </c:pt>
                <c:pt idx="6639">
                  <c:v>-1.2965092483517389</c:v>
                </c:pt>
                <c:pt idx="6640">
                  <c:v>-1.5159162242285502</c:v>
                </c:pt>
                <c:pt idx="6641">
                  <c:v>-1.5837743024714117</c:v>
                </c:pt>
                <c:pt idx="6642">
                  <c:v>-1.636054879803718</c:v>
                </c:pt>
                <c:pt idx="6643">
                  <c:v>-1.4942438663839512</c:v>
                </c:pt>
                <c:pt idx="6644">
                  <c:v>-1.5014913561089374</c:v>
                </c:pt>
                <c:pt idx="6645">
                  <c:v>-1.3159276135425384</c:v>
                </c:pt>
                <c:pt idx="6646">
                  <c:v>-1.38243660436815</c:v>
                </c:pt>
                <c:pt idx="6647">
                  <c:v>-0.825968971948283</c:v>
                </c:pt>
                <c:pt idx="6648">
                  <c:v>-0.22378606760009315</c:v>
                </c:pt>
                <c:pt idx="6649">
                  <c:v>-8.994710446769745E-2</c:v>
                </c:pt>
                <c:pt idx="6650">
                  <c:v>5.4913290002453687E-2</c:v>
                </c:pt>
                <c:pt idx="6651">
                  <c:v>4.0068625167909801E-2</c:v>
                </c:pt>
                <c:pt idx="6652">
                  <c:v>4.5078327327820314E-2</c:v>
                </c:pt>
                <c:pt idx="6653">
                  <c:v>4.1630735996535148E-2</c:v>
                </c:pt>
                <c:pt idx="6654">
                  <c:v>5.0112152867382721E-2</c:v>
                </c:pt>
                <c:pt idx="6655">
                  <c:v>-0.37666517476921407</c:v>
                </c:pt>
                <c:pt idx="6656">
                  <c:v>-1.3218720078094126</c:v>
                </c:pt>
                <c:pt idx="6657">
                  <c:v>-1.3583779111656529</c:v>
                </c:pt>
                <c:pt idx="6658">
                  <c:v>-1.5777182082112871</c:v>
                </c:pt>
                <c:pt idx="6659">
                  <c:v>-1.697456774473312</c:v>
                </c:pt>
                <c:pt idx="6660">
                  <c:v>-1.9048147498291064</c:v>
                </c:pt>
                <c:pt idx="6661">
                  <c:v>-1.9862519533931846</c:v>
                </c:pt>
                <c:pt idx="6662">
                  <c:v>-1.9497488959122167</c:v>
                </c:pt>
                <c:pt idx="6663">
                  <c:v>-2.1565510085609749</c:v>
                </c:pt>
                <c:pt idx="6664">
                  <c:v>-2.1651212948640253</c:v>
                </c:pt>
                <c:pt idx="6665">
                  <c:v>-1.7024734663889594</c:v>
                </c:pt>
                <c:pt idx="6666">
                  <c:v>-1.6789809826807744</c:v>
                </c:pt>
                <c:pt idx="6667">
                  <c:v>-1.6235096480383009</c:v>
                </c:pt>
                <c:pt idx="6668">
                  <c:v>-1.6649435486420867</c:v>
                </c:pt>
                <c:pt idx="6669">
                  <c:v>-1.4920929150658342</c:v>
                </c:pt>
                <c:pt idx="6670">
                  <c:v>-1.5155117966075338</c:v>
                </c:pt>
                <c:pt idx="6671">
                  <c:v>-0.84636766760744575</c:v>
                </c:pt>
                <c:pt idx="6672">
                  <c:v>-0.36508328707798005</c:v>
                </c:pt>
                <c:pt idx="6673">
                  <c:v>-0.17404622105760248</c:v>
                </c:pt>
                <c:pt idx="6674">
                  <c:v>-6.5078330149425934E-2</c:v>
                </c:pt>
                <c:pt idx="6675">
                  <c:v>1.1752680092245817E-2</c:v>
                </c:pt>
                <c:pt idx="6676">
                  <c:v>4.5093533062038962E-2</c:v>
                </c:pt>
                <c:pt idx="6677">
                  <c:v>5.4569545387000075E-2</c:v>
                </c:pt>
                <c:pt idx="6678">
                  <c:v>4.9703269323648047E-2</c:v>
                </c:pt>
                <c:pt idx="6679">
                  <c:v>-0.71428543085224128</c:v>
                </c:pt>
                <c:pt idx="6680">
                  <c:v>-1.5207834078396041</c:v>
                </c:pt>
                <c:pt idx="6681">
                  <c:v>-1.5301052928046379</c:v>
                </c:pt>
                <c:pt idx="6682">
                  <c:v>-1.9858845400128071</c:v>
                </c:pt>
                <c:pt idx="6683">
                  <c:v>-2.196960055027366</c:v>
                </c:pt>
                <c:pt idx="6684">
                  <c:v>-2.0524983981694969</c:v>
                </c:pt>
                <c:pt idx="6685">
                  <c:v>-1.5754967076922524</c:v>
                </c:pt>
                <c:pt idx="6686">
                  <c:v>-2.3261872479820234</c:v>
                </c:pt>
                <c:pt idx="6687">
                  <c:v>-1.4361552095722987</c:v>
                </c:pt>
                <c:pt idx="6688">
                  <c:v>-1.5406594438934547</c:v>
                </c:pt>
                <c:pt idx="6689">
                  <c:v>-1.3875157453564151</c:v>
                </c:pt>
                <c:pt idx="6690">
                  <c:v>-1.6944109382779444</c:v>
                </c:pt>
                <c:pt idx="6691">
                  <c:v>-1.0923367380106992</c:v>
                </c:pt>
                <c:pt idx="6692">
                  <c:v>-1.4371208729195657</c:v>
                </c:pt>
                <c:pt idx="6693">
                  <c:v>-1.2654965927900848</c:v>
                </c:pt>
                <c:pt idx="6694">
                  <c:v>-1.2291467920203694</c:v>
                </c:pt>
                <c:pt idx="6695">
                  <c:v>-0.93081133379198944</c:v>
                </c:pt>
                <c:pt idx="6696">
                  <c:v>-0.3949262754326186</c:v>
                </c:pt>
                <c:pt idx="6697">
                  <c:v>-8.8682704265952345E-2</c:v>
                </c:pt>
                <c:pt idx="6698">
                  <c:v>-8.3508687261471364E-3</c:v>
                </c:pt>
                <c:pt idx="6699">
                  <c:v>1.101466125571539E-2</c:v>
                </c:pt>
                <c:pt idx="6700">
                  <c:v>3.3803242070408475E-2</c:v>
                </c:pt>
                <c:pt idx="6701">
                  <c:v>6.4327393576683115E-2</c:v>
                </c:pt>
                <c:pt idx="6702">
                  <c:v>-0.34265821194830198</c:v>
                </c:pt>
                <c:pt idx="6703">
                  <c:v>-1.1659109806722232</c:v>
                </c:pt>
                <c:pt idx="6704">
                  <c:v>-1.3459349422383584</c:v>
                </c:pt>
                <c:pt idx="6705">
                  <c:v>-1.0664212048261277</c:v>
                </c:pt>
                <c:pt idx="6706">
                  <c:v>-1.1740235959880354</c:v>
                </c:pt>
                <c:pt idx="6707">
                  <c:v>-1.3300929583225825</c:v>
                </c:pt>
                <c:pt idx="6708">
                  <c:v>-1.4945418137464501</c:v>
                </c:pt>
                <c:pt idx="6709">
                  <c:v>-1.3611026306368854</c:v>
                </c:pt>
                <c:pt idx="6710">
                  <c:v>-1.4415582037340822</c:v>
                </c:pt>
                <c:pt idx="6711">
                  <c:v>-1.6018167746514618</c:v>
                </c:pt>
                <c:pt idx="6712">
                  <c:v>-1.3233543877185383</c:v>
                </c:pt>
                <c:pt idx="6713">
                  <c:v>-1.3268367583767442</c:v>
                </c:pt>
                <c:pt idx="6714">
                  <c:v>-1.2751630355117647</c:v>
                </c:pt>
                <c:pt idx="6715">
                  <c:v>-1.1992214833547186</c:v>
                </c:pt>
                <c:pt idx="6716">
                  <c:v>-1.3323766228617142</c:v>
                </c:pt>
                <c:pt idx="6717">
                  <c:v>-1.0902506368422984</c:v>
                </c:pt>
                <c:pt idx="6718">
                  <c:v>-1.1502739128363191</c:v>
                </c:pt>
                <c:pt idx="6719">
                  <c:v>-0.6691124758623318</c:v>
                </c:pt>
                <c:pt idx="6720">
                  <c:v>-0.21923437517160191</c:v>
                </c:pt>
                <c:pt idx="6721">
                  <c:v>-0.17194645532882868</c:v>
                </c:pt>
                <c:pt idx="6722">
                  <c:v>-8.2998384512750017E-2</c:v>
                </c:pt>
                <c:pt idx="6723">
                  <c:v>-3.0692841588902581E-2</c:v>
                </c:pt>
                <c:pt idx="6724">
                  <c:v>1.6501690772351103E-2</c:v>
                </c:pt>
                <c:pt idx="6725">
                  <c:v>4.4449535554397276E-2</c:v>
                </c:pt>
                <c:pt idx="6726">
                  <c:v>4.7163813586934493E-2</c:v>
                </c:pt>
                <c:pt idx="6727">
                  <c:v>-0.46935673849894455</c:v>
                </c:pt>
                <c:pt idx="6728">
                  <c:v>-1.2921663610604721</c:v>
                </c:pt>
                <c:pt idx="6729">
                  <c:v>-1.3720825781536075</c:v>
                </c:pt>
                <c:pt idx="6730">
                  <c:v>-1.4345269161289078</c:v>
                </c:pt>
                <c:pt idx="6731">
                  <c:v>-1.5048840805308703</c:v>
                </c:pt>
                <c:pt idx="6732">
                  <c:v>-1.643572708528658</c:v>
                </c:pt>
                <c:pt idx="6733">
                  <c:v>-1.6784443604361949</c:v>
                </c:pt>
                <c:pt idx="6734">
                  <c:v>-1.7626515974490404</c:v>
                </c:pt>
                <c:pt idx="6735">
                  <c:v>-1.8032589394521203</c:v>
                </c:pt>
                <c:pt idx="6736">
                  <c:v>-1.641128008818945</c:v>
                </c:pt>
                <c:pt idx="6737">
                  <c:v>-1.5666806146044128</c:v>
                </c:pt>
                <c:pt idx="6738">
                  <c:v>-1.2246601526609535</c:v>
                </c:pt>
                <c:pt idx="6739">
                  <c:v>-1.003411422740274</c:v>
                </c:pt>
                <c:pt idx="6740">
                  <c:v>-1.2577709662441199</c:v>
                </c:pt>
                <c:pt idx="6741">
                  <c:v>-0.88335541408223928</c:v>
                </c:pt>
                <c:pt idx="6742">
                  <c:v>-1.1256699819201186</c:v>
                </c:pt>
                <c:pt idx="6743">
                  <c:v>-0.4420927274010118</c:v>
                </c:pt>
                <c:pt idx="6744">
                  <c:v>-0.13596851499785936</c:v>
                </c:pt>
                <c:pt idx="6745">
                  <c:v>-6.0071183953430404E-2</c:v>
                </c:pt>
                <c:pt idx="6746">
                  <c:v>-9.5924973218142508E-3</c:v>
                </c:pt>
                <c:pt idx="6747">
                  <c:v>1.2393179234878418E-2</c:v>
                </c:pt>
                <c:pt idx="6748">
                  <c:v>1.9514132022077704E-2</c:v>
                </c:pt>
                <c:pt idx="6749">
                  <c:v>2.7660731386535766E-2</c:v>
                </c:pt>
                <c:pt idx="6750">
                  <c:v>3.5846663381426309E-3</c:v>
                </c:pt>
                <c:pt idx="6751">
                  <c:v>-0.57573803471286134</c:v>
                </c:pt>
                <c:pt idx="6752">
                  <c:v>-1.0836351870140088</c:v>
                </c:pt>
                <c:pt idx="6753">
                  <c:v>-0.98722019051113219</c:v>
                </c:pt>
                <c:pt idx="6754">
                  <c:v>-0.94478660106987356</c:v>
                </c:pt>
                <c:pt idx="6755">
                  <c:v>-1.0137494263778075</c:v>
                </c:pt>
                <c:pt idx="6756">
                  <c:v>-0.91941834257805555</c:v>
                </c:pt>
                <c:pt idx="6757">
                  <c:v>-1.0094086961756377</c:v>
                </c:pt>
                <c:pt idx="6758">
                  <c:v>-1.0275339604981353</c:v>
                </c:pt>
                <c:pt idx="6759">
                  <c:v>-1.2134853364329461</c:v>
                </c:pt>
                <c:pt idx="6760">
                  <c:v>-1.1696952970973351</c:v>
                </c:pt>
                <c:pt idx="6761">
                  <c:v>-0.8627922320323298</c:v>
                </c:pt>
                <c:pt idx="6762">
                  <c:v>-0.82169695044911528</c:v>
                </c:pt>
                <c:pt idx="6763">
                  <c:v>-0.95904345615384623</c:v>
                </c:pt>
                <c:pt idx="6764">
                  <c:v>-0.85008785247852658</c:v>
                </c:pt>
                <c:pt idx="6765">
                  <c:v>-0.6466662418405521</c:v>
                </c:pt>
                <c:pt idx="6766">
                  <c:v>-0.547225284450234</c:v>
                </c:pt>
                <c:pt idx="6767">
                  <c:v>-0.52871794482446954</c:v>
                </c:pt>
                <c:pt idx="6768">
                  <c:v>-0.10924797403542393</c:v>
                </c:pt>
                <c:pt idx="6769">
                  <c:v>-6.3533363289853165E-2</c:v>
                </c:pt>
                <c:pt idx="6770">
                  <c:v>-3.4888470911132285E-2</c:v>
                </c:pt>
                <c:pt idx="6771">
                  <c:v>-1.8916772256167155E-2</c:v>
                </c:pt>
                <c:pt idx="6772">
                  <c:v>1.5361115591096544E-3</c:v>
                </c:pt>
                <c:pt idx="6773">
                  <c:v>-6.9734985754756789E-4</c:v>
                </c:pt>
                <c:pt idx="6774">
                  <c:v>1.2217350585570634E-2</c:v>
                </c:pt>
                <c:pt idx="6775">
                  <c:v>-0.25092413775545913</c:v>
                </c:pt>
                <c:pt idx="6776">
                  <c:v>-0.81432494761079788</c:v>
                </c:pt>
                <c:pt idx="6777">
                  <c:v>-0.75471559472816352</c:v>
                </c:pt>
                <c:pt idx="6778">
                  <c:v>-0.90218442469074211</c:v>
                </c:pt>
                <c:pt idx="6779">
                  <c:v>-0.98437959305879985</c:v>
                </c:pt>
                <c:pt idx="6780">
                  <c:v>-1.001323075965405</c:v>
                </c:pt>
                <c:pt idx="6781">
                  <c:v>-0.95777135763920795</c:v>
                </c:pt>
                <c:pt idx="6782">
                  <c:v>-0.90426942315609538</c:v>
                </c:pt>
                <c:pt idx="6783">
                  <c:v>-1.0089588854045872</c:v>
                </c:pt>
                <c:pt idx="6784">
                  <c:v>-0.93307301324220726</c:v>
                </c:pt>
                <c:pt idx="6785">
                  <c:v>-0.87787053062638098</c:v>
                </c:pt>
                <c:pt idx="6786">
                  <c:v>-0.9293184190455035</c:v>
                </c:pt>
                <c:pt idx="6787">
                  <c:v>-0.84303884811331808</c:v>
                </c:pt>
                <c:pt idx="6788">
                  <c:v>-0.82153209638763824</c:v>
                </c:pt>
                <c:pt idx="6789">
                  <c:v>-0.92201723234985122</c:v>
                </c:pt>
                <c:pt idx="6790">
                  <c:v>-0.79925118529351646</c:v>
                </c:pt>
                <c:pt idx="6791">
                  <c:v>-0.37248277210043096</c:v>
                </c:pt>
                <c:pt idx="6792">
                  <c:v>-7.409965049523673E-2</c:v>
                </c:pt>
                <c:pt idx="6793">
                  <c:v>-6.3364705784328956E-2</c:v>
                </c:pt>
                <c:pt idx="6794">
                  <c:v>-5.3141063333946241E-2</c:v>
                </c:pt>
                <c:pt idx="6795">
                  <c:v>-3.9637670719457986E-2</c:v>
                </c:pt>
                <c:pt idx="6796">
                  <c:v>-2.3588574973385623E-2</c:v>
                </c:pt>
                <c:pt idx="6797">
                  <c:v>-8.8936814999067849E-3</c:v>
                </c:pt>
                <c:pt idx="6798">
                  <c:v>-0.2565080598534526</c:v>
                </c:pt>
                <c:pt idx="6799">
                  <c:v>-0.78955606457565763</c:v>
                </c:pt>
                <c:pt idx="6800">
                  <c:v>-0.89783325164919281</c:v>
                </c:pt>
                <c:pt idx="6801">
                  <c:v>-0.91620508182905391</c:v>
                </c:pt>
                <c:pt idx="6802">
                  <c:v>-0.93074559248520805</c:v>
                </c:pt>
                <c:pt idx="6803">
                  <c:v>-1.1875967972323926</c:v>
                </c:pt>
                <c:pt idx="6804">
                  <c:v>-1.4870746967177977</c:v>
                </c:pt>
                <c:pt idx="6805">
                  <c:v>-1.509637646161061</c:v>
                </c:pt>
                <c:pt idx="6806">
                  <c:v>-1.7274723724796686</c:v>
                </c:pt>
                <c:pt idx="6807">
                  <c:v>-2.0293513515843173</c:v>
                </c:pt>
                <c:pt idx="6808">
                  <c:v>-1.8975752723314572</c:v>
                </c:pt>
                <c:pt idx="6809">
                  <c:v>-1.7178163319960233</c:v>
                </c:pt>
                <c:pt idx="6810">
                  <c:v>-1.6421367167253016</c:v>
                </c:pt>
                <c:pt idx="6811">
                  <c:v>-1.6451881227581999</c:v>
                </c:pt>
                <c:pt idx="6812">
                  <c:v>-1.3008605110085931</c:v>
                </c:pt>
                <c:pt idx="6813">
                  <c:v>-0.98383447773588129</c:v>
                </c:pt>
                <c:pt idx="6814">
                  <c:v>-1.1142515839400542</c:v>
                </c:pt>
                <c:pt idx="6815">
                  <c:v>-0.62756672642538591</c:v>
                </c:pt>
                <c:pt idx="6816">
                  <c:v>-0.16448513084359762</c:v>
                </c:pt>
                <c:pt idx="6817">
                  <c:v>-5.8557719188940954E-2</c:v>
                </c:pt>
                <c:pt idx="6818">
                  <c:v>2.3977576722777935E-2</c:v>
                </c:pt>
                <c:pt idx="6819">
                  <c:v>3.5811282953796798E-2</c:v>
                </c:pt>
                <c:pt idx="6820">
                  <c:v>3.1068335266561456E-2</c:v>
                </c:pt>
                <c:pt idx="6821">
                  <c:v>4.0053641789958794E-2</c:v>
                </c:pt>
                <c:pt idx="6822">
                  <c:v>-0.23758168934138182</c:v>
                </c:pt>
                <c:pt idx="6823">
                  <c:v>-0.90051512564107128</c:v>
                </c:pt>
                <c:pt idx="6824">
                  <c:v>-0.99845799714348216</c:v>
                </c:pt>
                <c:pt idx="6825">
                  <c:v>-1.087167098527529</c:v>
                </c:pt>
                <c:pt idx="6826">
                  <c:v>-1.5105327302050353</c:v>
                </c:pt>
                <c:pt idx="6827">
                  <c:v>-1.297396260474339</c:v>
                </c:pt>
                <c:pt idx="6828">
                  <c:v>-1.6989081652286175</c:v>
                </c:pt>
                <c:pt idx="6829">
                  <c:v>-1.6230475063833409</c:v>
                </c:pt>
                <c:pt idx="6830">
                  <c:v>-1.3540831266930971</c:v>
                </c:pt>
                <c:pt idx="6831">
                  <c:v>-1.2117225915864327</c:v>
                </c:pt>
                <c:pt idx="6832">
                  <c:v>-1.1648234178005519</c:v>
                </c:pt>
                <c:pt idx="6833">
                  <c:v>-1.1999427608340547</c:v>
                </c:pt>
                <c:pt idx="6834">
                  <c:v>-1.0910028119619373</c:v>
                </c:pt>
                <c:pt idx="6835">
                  <c:v>-1.0435242554872526</c:v>
                </c:pt>
                <c:pt idx="6836">
                  <c:v>-0.93683791734220923</c:v>
                </c:pt>
                <c:pt idx="6837">
                  <c:v>-0.71984694470385602</c:v>
                </c:pt>
                <c:pt idx="6838">
                  <c:v>-0.73933360096032996</c:v>
                </c:pt>
                <c:pt idx="6839">
                  <c:v>-8.9875861185567868E-2</c:v>
                </c:pt>
                <c:pt idx="6840">
                  <c:v>-3.3705659954150487E-2</c:v>
                </c:pt>
                <c:pt idx="6841">
                  <c:v>-4.0559772767571368E-2</c:v>
                </c:pt>
                <c:pt idx="6842">
                  <c:v>-8.778505358032063E-3</c:v>
                </c:pt>
                <c:pt idx="6843">
                  <c:v>2.8303103427831731E-2</c:v>
                </c:pt>
                <c:pt idx="6844">
                  <c:v>0.10136260659261817</c:v>
                </c:pt>
                <c:pt idx="6845">
                  <c:v>0.22767688703938374</c:v>
                </c:pt>
                <c:pt idx="6846">
                  <c:v>0.14616184875179861</c:v>
                </c:pt>
                <c:pt idx="6847">
                  <c:v>-0.24997883738900201</c:v>
                </c:pt>
                <c:pt idx="6848">
                  <c:v>-0.57139323880885418</c:v>
                </c:pt>
                <c:pt idx="6849">
                  <c:v>-0.67859181073262353</c:v>
                </c:pt>
                <c:pt idx="6850">
                  <c:v>-0.7780252307396136</c:v>
                </c:pt>
                <c:pt idx="6851">
                  <c:v>-0.79481992494857956</c:v>
                </c:pt>
                <c:pt idx="6852">
                  <c:v>-1.0935498977586942</c:v>
                </c:pt>
                <c:pt idx="6853">
                  <c:v>-1.2570802436587087</c:v>
                </c:pt>
                <c:pt idx="6854">
                  <c:v>-1.5508987890313124</c:v>
                </c:pt>
                <c:pt idx="6855">
                  <c:v>-1.7220323377524023</c:v>
                </c:pt>
                <c:pt idx="6856">
                  <c:v>-1.3261901043129998</c:v>
                </c:pt>
                <c:pt idx="6857">
                  <c:v>-1.0507231741536578</c:v>
                </c:pt>
                <c:pt idx="6858">
                  <c:v>-0.64446862898514179</c:v>
                </c:pt>
                <c:pt idx="6859">
                  <c:v>-0.98905192593728952</c:v>
                </c:pt>
                <c:pt idx="6860">
                  <c:v>-1.09520689235557</c:v>
                </c:pt>
                <c:pt idx="6861">
                  <c:v>-0.59570775325868597</c:v>
                </c:pt>
                <c:pt idx="6862">
                  <c:v>-0.71291062141917261</c:v>
                </c:pt>
                <c:pt idx="6863">
                  <c:v>-0.36045635256521169</c:v>
                </c:pt>
                <c:pt idx="6864">
                  <c:v>-0.19950919708702619</c:v>
                </c:pt>
                <c:pt idx="6865">
                  <c:v>-6.4834642666113301E-2</c:v>
                </c:pt>
                <c:pt idx="6866">
                  <c:v>-2.014387173206024E-2</c:v>
                </c:pt>
                <c:pt idx="6867">
                  <c:v>3.3798823961528286E-2</c:v>
                </c:pt>
                <c:pt idx="6868">
                  <c:v>4.2813235339139548E-2</c:v>
                </c:pt>
                <c:pt idx="6869">
                  <c:v>5.3016373146287959E-2</c:v>
                </c:pt>
                <c:pt idx="6870">
                  <c:v>4.8404756067498222E-2</c:v>
                </c:pt>
                <c:pt idx="6871">
                  <c:v>-0.21269167483175611</c:v>
                </c:pt>
                <c:pt idx="6872">
                  <c:v>-1.0769672011902993</c:v>
                </c:pt>
                <c:pt idx="6873">
                  <c:v>-1.0626447415749403</c:v>
                </c:pt>
                <c:pt idx="6874">
                  <c:v>-1.299138103465437</c:v>
                </c:pt>
                <c:pt idx="6875">
                  <c:v>-1.2760276161601243</c:v>
                </c:pt>
                <c:pt idx="6876">
                  <c:v>-1.3112520540693642</c:v>
                </c:pt>
                <c:pt idx="6877">
                  <c:v>-1.5004974368152724</c:v>
                </c:pt>
                <c:pt idx="6878">
                  <c:v>-1.5485745021329693</c:v>
                </c:pt>
                <c:pt idx="6879">
                  <c:v>-1.4473630095486725</c:v>
                </c:pt>
                <c:pt idx="6880">
                  <c:v>-1.2339792057477561</c:v>
                </c:pt>
                <c:pt idx="6881">
                  <c:v>-1.3304943151695852</c:v>
                </c:pt>
                <c:pt idx="6882">
                  <c:v>-1.2972667142795362</c:v>
                </c:pt>
                <c:pt idx="6883">
                  <c:v>-1.2072591547092952</c:v>
                </c:pt>
                <c:pt idx="6884">
                  <c:v>-1.3234107976362746</c:v>
                </c:pt>
                <c:pt idx="6885">
                  <c:v>-1.2433217028955954</c:v>
                </c:pt>
                <c:pt idx="6886">
                  <c:v>-1.2634192079032254</c:v>
                </c:pt>
                <c:pt idx="6887">
                  <c:v>-0.63670276558605166</c:v>
                </c:pt>
                <c:pt idx="6888">
                  <c:v>-0.17379324248684691</c:v>
                </c:pt>
                <c:pt idx="6889">
                  <c:v>-8.3378302817054301E-2</c:v>
                </c:pt>
                <c:pt idx="6890">
                  <c:v>-3.4630286322909674E-3</c:v>
                </c:pt>
                <c:pt idx="6891">
                  <c:v>2.8532424963163681E-2</c:v>
                </c:pt>
                <c:pt idx="6892">
                  <c:v>4.9430502848431201E-2</c:v>
                </c:pt>
                <c:pt idx="6893">
                  <c:v>6.1436926324503052E-2</c:v>
                </c:pt>
                <c:pt idx="6894">
                  <c:v>5.0638045764259981E-2</c:v>
                </c:pt>
                <c:pt idx="6895">
                  <c:v>-0.29428170908323054</c:v>
                </c:pt>
                <c:pt idx="6896">
                  <c:v>-1.0574184311177215</c:v>
                </c:pt>
                <c:pt idx="6897">
                  <c:v>-0.90040349209338311</c:v>
                </c:pt>
                <c:pt idx="6898">
                  <c:v>-1.2237149806131566</c:v>
                </c:pt>
                <c:pt idx="6899">
                  <c:v>-1.3969965341898645</c:v>
                </c:pt>
                <c:pt idx="6900">
                  <c:v>-1.4421114971215325</c:v>
                </c:pt>
                <c:pt idx="6901">
                  <c:v>-1.526761421524476</c:v>
                </c:pt>
                <c:pt idx="6902">
                  <c:v>-1.5638125169884822</c:v>
                </c:pt>
                <c:pt idx="6903">
                  <c:v>-1.5199287364731116</c:v>
                </c:pt>
                <c:pt idx="6904">
                  <c:v>-1.4933194349959809</c:v>
                </c:pt>
                <c:pt idx="6905">
                  <c:v>-1.4001905569550075</c:v>
                </c:pt>
                <c:pt idx="6906">
                  <c:v>-0.67287834243657596</c:v>
                </c:pt>
                <c:pt idx="6907">
                  <c:v>-1.4636705709652831</c:v>
                </c:pt>
                <c:pt idx="6908">
                  <c:v>-1.046226515598691</c:v>
                </c:pt>
                <c:pt idx="6909">
                  <c:v>-0.94553875604676607</c:v>
                </c:pt>
                <c:pt idx="6910">
                  <c:v>-1.1808944893534554</c:v>
                </c:pt>
                <c:pt idx="6911">
                  <c:v>-0.56766697369708685</c:v>
                </c:pt>
                <c:pt idx="6912">
                  <c:v>-0.14481062523858526</c:v>
                </c:pt>
                <c:pt idx="6913">
                  <c:v>6.0670080107902369E-2</c:v>
                </c:pt>
                <c:pt idx="6914">
                  <c:v>0.18898532559165299</c:v>
                </c:pt>
                <c:pt idx="6915">
                  <c:v>0.13817485569347526</c:v>
                </c:pt>
                <c:pt idx="6916">
                  <c:v>3.0719236681771449E-2</c:v>
                </c:pt>
                <c:pt idx="6917">
                  <c:v>3.5033050753829925E-2</c:v>
                </c:pt>
                <c:pt idx="6918">
                  <c:v>4.4860880810323099E-2</c:v>
                </c:pt>
                <c:pt idx="6919">
                  <c:v>-0.15053914235117541</c:v>
                </c:pt>
                <c:pt idx="6920">
                  <c:v>-0.91886287128253896</c:v>
                </c:pt>
                <c:pt idx="6921">
                  <c:v>-0.91746924815590791</c:v>
                </c:pt>
                <c:pt idx="6922">
                  <c:v>-0.94445327037239346</c:v>
                </c:pt>
                <c:pt idx="6923">
                  <c:v>-1.1418161984165496</c:v>
                </c:pt>
                <c:pt idx="6924">
                  <c:v>-1.2386857733764962</c:v>
                </c:pt>
                <c:pt idx="6925">
                  <c:v>-1.2470914330013902</c:v>
                </c:pt>
                <c:pt idx="6926">
                  <c:v>-1.5273338371948584</c:v>
                </c:pt>
                <c:pt idx="6927">
                  <c:v>-1.4029419390466389</c:v>
                </c:pt>
                <c:pt idx="6928">
                  <c:v>-1.3172362382106029</c:v>
                </c:pt>
                <c:pt idx="6929">
                  <c:v>-1.3937127914070588</c:v>
                </c:pt>
                <c:pt idx="6930">
                  <c:v>-1.4986005673424772</c:v>
                </c:pt>
                <c:pt idx="6931">
                  <c:v>-1.2389970098175671</c:v>
                </c:pt>
                <c:pt idx="6932">
                  <c:v>-1.2892656584288587</c:v>
                </c:pt>
                <c:pt idx="6933">
                  <c:v>-1.1987611755777194</c:v>
                </c:pt>
                <c:pt idx="6934">
                  <c:v>-1.1103622840725931</c:v>
                </c:pt>
                <c:pt idx="6935">
                  <c:v>-0.42258448273120602</c:v>
                </c:pt>
                <c:pt idx="6936">
                  <c:v>-0.18796113955189536</c:v>
                </c:pt>
                <c:pt idx="6937">
                  <c:v>-0.13535713971980026</c:v>
                </c:pt>
                <c:pt idx="6938">
                  <c:v>-8.1768438154343634E-2</c:v>
                </c:pt>
                <c:pt idx="6939">
                  <c:v>-6.7618357516488162E-2</c:v>
                </c:pt>
                <c:pt idx="6940">
                  <c:v>-1.2247826614686656E-3</c:v>
                </c:pt>
                <c:pt idx="6941">
                  <c:v>3.0029671805127025E-2</c:v>
                </c:pt>
                <c:pt idx="6942">
                  <c:v>-0.10742050872350047</c:v>
                </c:pt>
                <c:pt idx="6943">
                  <c:v>-0.92868444058265909</c:v>
                </c:pt>
                <c:pt idx="6944">
                  <c:v>-1.1479669575981248</c:v>
                </c:pt>
                <c:pt idx="6945">
                  <c:v>-1.2988617928709936</c:v>
                </c:pt>
                <c:pt idx="6946">
                  <c:v>-1.5820061478798286</c:v>
                </c:pt>
                <c:pt idx="6947">
                  <c:v>-1.5969908385495151</c:v>
                </c:pt>
                <c:pt idx="6948">
                  <c:v>-1.8977765486093352</c:v>
                </c:pt>
                <c:pt idx="6949">
                  <c:v>-1.9743518252280254</c:v>
                </c:pt>
                <c:pt idx="6950">
                  <c:v>-1.709701211927138</c:v>
                </c:pt>
                <c:pt idx="6951">
                  <c:v>-1.4875299088424658</c:v>
                </c:pt>
                <c:pt idx="6952">
                  <c:v>-1.8854459835523687</c:v>
                </c:pt>
                <c:pt idx="6953">
                  <c:v>-1.5039401116421474</c:v>
                </c:pt>
                <c:pt idx="6954">
                  <c:v>-1.3334749558737442</c:v>
                </c:pt>
                <c:pt idx="6955">
                  <c:v>-1.3003537062657369</c:v>
                </c:pt>
                <c:pt idx="6956">
                  <c:v>-1.1438025196210602</c:v>
                </c:pt>
                <c:pt idx="6957">
                  <c:v>-1.0461321137805117</c:v>
                </c:pt>
                <c:pt idx="6958">
                  <c:v>-0.94632822130753369</c:v>
                </c:pt>
                <c:pt idx="6959">
                  <c:v>-0.30249847038681893</c:v>
                </c:pt>
                <c:pt idx="6960">
                  <c:v>-5.3867302159661956E-2</c:v>
                </c:pt>
                <c:pt idx="6961">
                  <c:v>5.3843902722902244E-2</c:v>
                </c:pt>
                <c:pt idx="6962">
                  <c:v>5.2564994446163117E-2</c:v>
                </c:pt>
                <c:pt idx="6963">
                  <c:v>2.5537364116498561E-2</c:v>
                </c:pt>
                <c:pt idx="6964">
                  <c:v>5.1931913012194103E-2</c:v>
                </c:pt>
                <c:pt idx="6965">
                  <c:v>7.5305748123359967E-2</c:v>
                </c:pt>
                <c:pt idx="6966">
                  <c:v>-6.6448907175284511E-2</c:v>
                </c:pt>
                <c:pt idx="6967">
                  <c:v>-0.7428947037579493</c:v>
                </c:pt>
                <c:pt idx="6968">
                  <c:v>-0.64905601943415836</c:v>
                </c:pt>
                <c:pt idx="6969">
                  <c:v>-0.71102383221862753</c:v>
                </c:pt>
                <c:pt idx="6970">
                  <c:v>-1.1182403374563239</c:v>
                </c:pt>
                <c:pt idx="6971">
                  <c:v>-1.1826632488033189</c:v>
                </c:pt>
                <c:pt idx="6972">
                  <c:v>-1.3219614138476923</c:v>
                </c:pt>
                <c:pt idx="6973">
                  <c:v>-1.3358856359155136</c:v>
                </c:pt>
                <c:pt idx="6974">
                  <c:v>-1.2114937129784147</c:v>
                </c:pt>
                <c:pt idx="6975">
                  <c:v>-1.3807696346227274</c:v>
                </c:pt>
                <c:pt idx="6976">
                  <c:v>-1.2681641609702621</c:v>
                </c:pt>
                <c:pt idx="6977">
                  <c:v>-1.3842076168552979</c:v>
                </c:pt>
                <c:pt idx="6978">
                  <c:v>-1.4454149433448564</c:v>
                </c:pt>
                <c:pt idx="6979">
                  <c:v>-1.3343579212373828</c:v>
                </c:pt>
                <c:pt idx="6980">
                  <c:v>-1.2977581214384735</c:v>
                </c:pt>
                <c:pt idx="6981">
                  <c:v>-1.0685670064286144</c:v>
                </c:pt>
                <c:pt idx="6982">
                  <c:v>-1.0499306750441015</c:v>
                </c:pt>
                <c:pt idx="6983">
                  <c:v>-0.39300510342588918</c:v>
                </c:pt>
                <c:pt idx="6984">
                  <c:v>-0.27154223001083416</c:v>
                </c:pt>
                <c:pt idx="6985">
                  <c:v>-0.15651496844562066</c:v>
                </c:pt>
                <c:pt idx="6986">
                  <c:v>-5.2025493680927078E-2</c:v>
                </c:pt>
                <c:pt idx="6987">
                  <c:v>2.0090368954078657E-2</c:v>
                </c:pt>
                <c:pt idx="6988">
                  <c:v>4.5154730049345893E-2</c:v>
                </c:pt>
                <c:pt idx="6989">
                  <c:v>4.3842094438873463E-2</c:v>
                </c:pt>
                <c:pt idx="6990">
                  <c:v>-0.32444323007048925</c:v>
                </c:pt>
                <c:pt idx="6991">
                  <c:v>-0.95157605437401693</c:v>
                </c:pt>
                <c:pt idx="6992">
                  <c:v>-0.88285849958298557</c:v>
                </c:pt>
                <c:pt idx="6993">
                  <c:v>-1.3904473076175221</c:v>
                </c:pt>
                <c:pt idx="6994">
                  <c:v>-1.4833781961052748</c:v>
                </c:pt>
                <c:pt idx="6995">
                  <c:v>-1.5255414851529914</c:v>
                </c:pt>
                <c:pt idx="6996">
                  <c:v>-1.260984110765589</c:v>
                </c:pt>
                <c:pt idx="6997">
                  <c:v>-1.2470861059156824</c:v>
                </c:pt>
                <c:pt idx="6998">
                  <c:v>-1.154425536910783</c:v>
                </c:pt>
                <c:pt idx="6999">
                  <c:v>-1.1175658432267239</c:v>
                </c:pt>
                <c:pt idx="7000">
                  <c:v>-1.0866638085199842</c:v>
                </c:pt>
                <c:pt idx="7001">
                  <c:v>-1.1373568872185891</c:v>
                </c:pt>
                <c:pt idx="7002">
                  <c:v>-1.1003286882551488</c:v>
                </c:pt>
                <c:pt idx="7003">
                  <c:v>-1.0231166243845271</c:v>
                </c:pt>
                <c:pt idx="7004">
                  <c:v>-0.94820049652995453</c:v>
                </c:pt>
                <c:pt idx="7005">
                  <c:v>-0.90828848085831515</c:v>
                </c:pt>
                <c:pt idx="7006">
                  <c:v>-0.7334176385555109</c:v>
                </c:pt>
                <c:pt idx="7007">
                  <c:v>-0.28156328798177133</c:v>
                </c:pt>
                <c:pt idx="7008">
                  <c:v>-9.1225175553550517E-2</c:v>
                </c:pt>
                <c:pt idx="7009">
                  <c:v>-2.3623240979257762E-2</c:v>
                </c:pt>
                <c:pt idx="7010">
                  <c:v>-9.374204132503448E-3</c:v>
                </c:pt>
                <c:pt idx="7011">
                  <c:v>3.6880261553114517E-2</c:v>
                </c:pt>
                <c:pt idx="7012">
                  <c:v>4.199741391434815E-2</c:v>
                </c:pt>
                <c:pt idx="7013">
                  <c:v>5.014452690747416E-2</c:v>
                </c:pt>
                <c:pt idx="7014">
                  <c:v>-0.18030831047160006</c:v>
                </c:pt>
                <c:pt idx="7015">
                  <c:v>-1.0700698137970788</c:v>
                </c:pt>
                <c:pt idx="7016">
                  <c:v>-0.97306821530984267</c:v>
                </c:pt>
                <c:pt idx="7017">
                  <c:v>-0.9704661199299951</c:v>
                </c:pt>
                <c:pt idx="7018">
                  <c:v>-1.295255482769363</c:v>
                </c:pt>
                <c:pt idx="7019">
                  <c:v>-1.7086544761392453</c:v>
                </c:pt>
                <c:pt idx="7020">
                  <c:v>-1.270062728883433</c:v>
                </c:pt>
                <c:pt idx="7021">
                  <c:v>-1.3667705627138624</c:v>
                </c:pt>
                <c:pt idx="7022">
                  <c:v>-1.4088448690010895</c:v>
                </c:pt>
                <c:pt idx="7023">
                  <c:v>-1.1927457131995947</c:v>
                </c:pt>
                <c:pt idx="7024">
                  <c:v>-1.1897199771344935</c:v>
                </c:pt>
                <c:pt idx="7025">
                  <c:v>-1.0074127850657812</c:v>
                </c:pt>
                <c:pt idx="7026">
                  <c:v>-1.0972782215863162</c:v>
                </c:pt>
                <c:pt idx="7027">
                  <c:v>-0.99258461524111907</c:v>
                </c:pt>
                <c:pt idx="7028">
                  <c:v>-0.94583985849283847</c:v>
                </c:pt>
                <c:pt idx="7029">
                  <c:v>-0.86852747685506537</c:v>
                </c:pt>
                <c:pt idx="7030">
                  <c:v>-0.80400010247049603</c:v>
                </c:pt>
                <c:pt idx="7031">
                  <c:v>-0.285459095149032</c:v>
                </c:pt>
                <c:pt idx="7032">
                  <c:v>-2.6635589964876052E-2</c:v>
                </c:pt>
                <c:pt idx="7033">
                  <c:v>5.7969159804229245E-2</c:v>
                </c:pt>
                <c:pt idx="7034">
                  <c:v>2.9323087123188967E-2</c:v>
                </c:pt>
                <c:pt idx="7035">
                  <c:v>2.4591123666346179E-2</c:v>
                </c:pt>
                <c:pt idx="7036">
                  <c:v>4.5332755450305164E-2</c:v>
                </c:pt>
                <c:pt idx="7037">
                  <c:v>4.7171850863319181E-2</c:v>
                </c:pt>
                <c:pt idx="7038">
                  <c:v>7.9237258603111871E-2</c:v>
                </c:pt>
                <c:pt idx="7039">
                  <c:v>-0.58003446687952098</c:v>
                </c:pt>
                <c:pt idx="7040">
                  <c:v>-0.71477943626609308</c:v>
                </c:pt>
                <c:pt idx="7041">
                  <c:v>-0.4927672890463583</c:v>
                </c:pt>
                <c:pt idx="7042">
                  <c:v>-0.86462575726455515</c:v>
                </c:pt>
                <c:pt idx="7043">
                  <c:v>-1.0302420608508127</c:v>
                </c:pt>
                <c:pt idx="7044">
                  <c:v>-1.074507905805719</c:v>
                </c:pt>
                <c:pt idx="7045">
                  <c:v>-1.0612157411607079</c:v>
                </c:pt>
                <c:pt idx="7046">
                  <c:v>-1.0966002623498141</c:v>
                </c:pt>
                <c:pt idx="7047">
                  <c:v>-0.84879654039137531</c:v>
                </c:pt>
                <c:pt idx="7048">
                  <c:v>-0.81109764238961479</c:v>
                </c:pt>
                <c:pt idx="7049">
                  <c:v>-0.90500682369828944</c:v>
                </c:pt>
                <c:pt idx="7050">
                  <c:v>-1.0108727113369003</c:v>
                </c:pt>
                <c:pt idx="7051">
                  <c:v>-0.91452822602468686</c:v>
                </c:pt>
                <c:pt idx="7052">
                  <c:v>-0.89558731513994694</c:v>
                </c:pt>
                <c:pt idx="7053">
                  <c:v>-0.77851463255461195</c:v>
                </c:pt>
                <c:pt idx="7054">
                  <c:v>-0.3157168129517281</c:v>
                </c:pt>
                <c:pt idx="7055">
                  <c:v>-0.29406747707496839</c:v>
                </c:pt>
                <c:pt idx="7056">
                  <c:v>-9.9916701123465845E-2</c:v>
                </c:pt>
                <c:pt idx="7057">
                  <c:v>-7.8018384669999519E-3</c:v>
                </c:pt>
                <c:pt idx="7058">
                  <c:v>3.0044821686834849E-2</c:v>
                </c:pt>
                <c:pt idx="7059">
                  <c:v>3.359983215988465E-2</c:v>
                </c:pt>
                <c:pt idx="7060">
                  <c:v>4.9666177166136909E-2</c:v>
                </c:pt>
                <c:pt idx="7061">
                  <c:v>5.361634696499297E-2</c:v>
                </c:pt>
                <c:pt idx="7062">
                  <c:v>6.0729924093848711E-2</c:v>
                </c:pt>
                <c:pt idx="7063">
                  <c:v>-0.19755798404550504</c:v>
                </c:pt>
                <c:pt idx="7064">
                  <c:v>-0.86706071994304867</c:v>
                </c:pt>
                <c:pt idx="7065">
                  <c:v>-0.64861555085221301</c:v>
                </c:pt>
                <c:pt idx="7066">
                  <c:v>-0.28588034548803354</c:v>
                </c:pt>
                <c:pt idx="7067">
                  <c:v>-1.0247541164245602</c:v>
                </c:pt>
                <c:pt idx="7068">
                  <c:v>-0.94436432984625318</c:v>
                </c:pt>
                <c:pt idx="7069">
                  <c:v>-0.99216868296484506</c:v>
                </c:pt>
                <c:pt idx="7070">
                  <c:v>-1.1295960726756078</c:v>
                </c:pt>
                <c:pt idx="7071">
                  <c:v>-1.1130930060414732</c:v>
                </c:pt>
                <c:pt idx="7072">
                  <c:v>-1.1413861747505509</c:v>
                </c:pt>
                <c:pt idx="7073">
                  <c:v>-0.84330148951159234</c:v>
                </c:pt>
                <c:pt idx="7074">
                  <c:v>-0.98733830024785818</c:v>
                </c:pt>
                <c:pt idx="7075">
                  <c:v>-0.71400084705829203</c:v>
                </c:pt>
                <c:pt idx="7076">
                  <c:v>-0.99730013740112766</c:v>
                </c:pt>
                <c:pt idx="7077">
                  <c:v>-0.61715710467295148</c:v>
                </c:pt>
                <c:pt idx="7078">
                  <c:v>-0.88366273934377448</c:v>
                </c:pt>
                <c:pt idx="7079">
                  <c:v>-0.38578058016091027</c:v>
                </c:pt>
                <c:pt idx="7080">
                  <c:v>-0.11830418784296377</c:v>
                </c:pt>
                <c:pt idx="7081">
                  <c:v>-3.3793068760872402E-2</c:v>
                </c:pt>
                <c:pt idx="7082">
                  <c:v>4.1463989321741807E-3</c:v>
                </c:pt>
                <c:pt idx="7083">
                  <c:v>4.3556125135256724E-2</c:v>
                </c:pt>
                <c:pt idx="7084">
                  <c:v>4.6789708461868661E-2</c:v>
                </c:pt>
                <c:pt idx="7085">
                  <c:v>5.1809264430855408E-2</c:v>
                </c:pt>
                <c:pt idx="7086">
                  <c:v>3.5577209598067351E-2</c:v>
                </c:pt>
                <c:pt idx="7087">
                  <c:v>-0.27588443173113186</c:v>
                </c:pt>
                <c:pt idx="7088">
                  <c:v>-1.1467890746980143</c:v>
                </c:pt>
                <c:pt idx="7089">
                  <c:v>-0.97615884688648757</c:v>
                </c:pt>
                <c:pt idx="7090">
                  <c:v>-1.0568964167071944</c:v>
                </c:pt>
                <c:pt idx="7091">
                  <c:v>-1.0778051851776143</c:v>
                </c:pt>
                <c:pt idx="7092">
                  <c:v>-1.2872682867958931</c:v>
                </c:pt>
                <c:pt idx="7093">
                  <c:v>-1.3411221377609222</c:v>
                </c:pt>
                <c:pt idx="7094">
                  <c:v>-1.1661244086521714</c:v>
                </c:pt>
                <c:pt idx="7095">
                  <c:v>-1.1993966539441845</c:v>
                </c:pt>
                <c:pt idx="7096">
                  <c:v>-1.3982715772004977</c:v>
                </c:pt>
                <c:pt idx="7097">
                  <c:v>-1.1214331250612948</c:v>
                </c:pt>
                <c:pt idx="7098">
                  <c:v>-0.63770900199131597</c:v>
                </c:pt>
                <c:pt idx="7099">
                  <c:v>-1.2513558984137652</c:v>
                </c:pt>
                <c:pt idx="7100">
                  <c:v>-1.2712714212879221</c:v>
                </c:pt>
                <c:pt idx="7101">
                  <c:v>-0.99873059813983323</c:v>
                </c:pt>
                <c:pt idx="7102">
                  <c:v>-0.95571134657080747</c:v>
                </c:pt>
                <c:pt idx="7103">
                  <c:v>-1.0344510609892703</c:v>
                </c:pt>
                <c:pt idx="7104">
                  <c:v>-0.88690915800159087</c:v>
                </c:pt>
                <c:pt idx="7105">
                  <c:v>-0.49897951515910344</c:v>
                </c:pt>
                <c:pt idx="7106">
                  <c:v>-0.1806250154280048</c:v>
                </c:pt>
                <c:pt idx="7107">
                  <c:v>-4.3975232445799733E-2</c:v>
                </c:pt>
                <c:pt idx="7108">
                  <c:v>-6.183968441372297E-3</c:v>
                </c:pt>
                <c:pt idx="7109">
                  <c:v>1.8045651325003579E-2</c:v>
                </c:pt>
                <c:pt idx="7110">
                  <c:v>2.2605866286603733E-2</c:v>
                </c:pt>
                <c:pt idx="7111">
                  <c:v>-0.30858121436306041</c:v>
                </c:pt>
                <c:pt idx="7112">
                  <c:v>-1.2222049488861826</c:v>
                </c:pt>
                <c:pt idx="7113">
                  <c:v>-1.3637986651627723</c:v>
                </c:pt>
                <c:pt idx="7114">
                  <c:v>-1.3491265537522248</c:v>
                </c:pt>
                <c:pt idx="7115">
                  <c:v>-1.4538163113695854</c:v>
                </c:pt>
                <c:pt idx="7116">
                  <c:v>-1.5157978815459106</c:v>
                </c:pt>
                <c:pt idx="7117">
                  <c:v>-1.4598975148549627</c:v>
                </c:pt>
                <c:pt idx="7118">
                  <c:v>-1.3309098716178887</c:v>
                </c:pt>
                <c:pt idx="7119">
                  <c:v>-1.4072637385676283</c:v>
                </c:pt>
                <c:pt idx="7120">
                  <c:v>-1.2496382716677334</c:v>
                </c:pt>
                <c:pt idx="7121">
                  <c:v>-1.2375981435020542</c:v>
                </c:pt>
                <c:pt idx="7122">
                  <c:v>-1.102394716990331</c:v>
                </c:pt>
                <c:pt idx="7123">
                  <c:v>-0.95629820220313644</c:v>
                </c:pt>
                <c:pt idx="7124">
                  <c:v>-0.98689845933319098</c:v>
                </c:pt>
                <c:pt idx="7125">
                  <c:v>-0.86672911747022963</c:v>
                </c:pt>
                <c:pt idx="7126">
                  <c:v>-0.85819293110990114</c:v>
                </c:pt>
                <c:pt idx="7127">
                  <c:v>-0.81083529121548548</c:v>
                </c:pt>
                <c:pt idx="7128">
                  <c:v>-0.73144728320832175</c:v>
                </c:pt>
                <c:pt idx="7129">
                  <c:v>-0.35600842158503393</c:v>
                </c:pt>
                <c:pt idx="7130">
                  <c:v>-0.24788166787077628</c:v>
                </c:pt>
                <c:pt idx="7131">
                  <c:v>-0.13352035166786153</c:v>
                </c:pt>
                <c:pt idx="7132">
                  <c:v>-4.0600867091724682E-2</c:v>
                </c:pt>
                <c:pt idx="7133">
                  <c:v>-4.0303932434051642E-3</c:v>
                </c:pt>
                <c:pt idx="7134">
                  <c:v>2.2060622062100264E-2</c:v>
                </c:pt>
                <c:pt idx="7135">
                  <c:v>-0.25659577383949961</c:v>
                </c:pt>
                <c:pt idx="7136">
                  <c:v>-0.90820476715916953</c:v>
                </c:pt>
                <c:pt idx="7137">
                  <c:v>-1.0560227615177198</c:v>
                </c:pt>
                <c:pt idx="7138">
                  <c:v>-0.9731420118175621</c:v>
                </c:pt>
                <c:pt idx="7139">
                  <c:v>-1.2204362382128726</c:v>
                </c:pt>
                <c:pt idx="7140">
                  <c:v>-1.5055401903504178</c:v>
                </c:pt>
                <c:pt idx="7141">
                  <c:v>-1.3711418180862889</c:v>
                </c:pt>
                <c:pt idx="7142">
                  <c:v>-1.3998600529421881</c:v>
                </c:pt>
                <c:pt idx="7143">
                  <c:v>-1.4918736689404171</c:v>
                </c:pt>
                <c:pt idx="7144">
                  <c:v>-1.5568401059628429</c:v>
                </c:pt>
                <c:pt idx="7145">
                  <c:v>-1.2876228474964941</c:v>
                </c:pt>
                <c:pt idx="7146">
                  <c:v>-1.2328625860437179</c:v>
                </c:pt>
                <c:pt idx="7147">
                  <c:v>-1.2310026014724318</c:v>
                </c:pt>
                <c:pt idx="7148">
                  <c:v>-0.97323148678262705</c:v>
                </c:pt>
                <c:pt idx="7149">
                  <c:v>-0.76821788930674506</c:v>
                </c:pt>
                <c:pt idx="7150">
                  <c:v>-0.85090882183272376</c:v>
                </c:pt>
                <c:pt idx="7151">
                  <c:v>-0.79515229051414937</c:v>
                </c:pt>
                <c:pt idx="7152">
                  <c:v>-0.91423793574296142</c:v>
                </c:pt>
                <c:pt idx="7153">
                  <c:v>-0.79569185067944181</c:v>
                </c:pt>
                <c:pt idx="7154">
                  <c:v>-0.33852645917702995</c:v>
                </c:pt>
                <c:pt idx="7155">
                  <c:v>-8.7717280091101649E-2</c:v>
                </c:pt>
                <c:pt idx="7156">
                  <c:v>-6.445228762073923E-3</c:v>
                </c:pt>
                <c:pt idx="7157">
                  <c:v>2.2204249508161019E-2</c:v>
                </c:pt>
                <c:pt idx="7158">
                  <c:v>-0.57698591669379362</c:v>
                </c:pt>
                <c:pt idx="7159">
                  <c:v>-0.807179040838503</c:v>
                </c:pt>
                <c:pt idx="7160">
                  <c:v>-0.97486682545049153</c:v>
                </c:pt>
                <c:pt idx="7161">
                  <c:v>-1.1134993642392901</c:v>
                </c:pt>
                <c:pt idx="7162">
                  <c:v>-1.1911682245973012</c:v>
                </c:pt>
                <c:pt idx="7163">
                  <c:v>-1.5612122510536102</c:v>
                </c:pt>
                <c:pt idx="7164">
                  <c:v>-1.6543290272129554</c:v>
                </c:pt>
                <c:pt idx="7165">
                  <c:v>-1.5745154088985283</c:v>
                </c:pt>
                <c:pt idx="7166">
                  <c:v>-1.5082197506236792</c:v>
                </c:pt>
                <c:pt idx="7167">
                  <c:v>-1.3599634178535152</c:v>
                </c:pt>
                <c:pt idx="7168">
                  <c:v>-1.3776017064523423</c:v>
                </c:pt>
                <c:pt idx="7169">
                  <c:v>-1.2706756123341874</c:v>
                </c:pt>
                <c:pt idx="7170">
                  <c:v>-1.0723858106004123</c:v>
                </c:pt>
                <c:pt idx="7171">
                  <c:v>-1.034911855426885</c:v>
                </c:pt>
                <c:pt idx="7172">
                  <c:v>-1.0224041219398061</c:v>
                </c:pt>
                <c:pt idx="7173">
                  <c:v>-1.1026863388029666</c:v>
                </c:pt>
                <c:pt idx="7174">
                  <c:v>-1.0229729317347847</c:v>
                </c:pt>
                <c:pt idx="7175">
                  <c:v>-0.96666565089944612</c:v>
                </c:pt>
                <c:pt idx="7176">
                  <c:v>-0.90909040587024703</c:v>
                </c:pt>
                <c:pt idx="7177">
                  <c:v>-0.93352834752785196</c:v>
                </c:pt>
                <c:pt idx="7178">
                  <c:v>-0.86650877405510873</c:v>
                </c:pt>
                <c:pt idx="7179">
                  <c:v>-0.77349659765873535</c:v>
                </c:pt>
                <c:pt idx="7180">
                  <c:v>-0.76997452810016986</c:v>
                </c:pt>
                <c:pt idx="7181">
                  <c:v>-0.72952052530141809</c:v>
                </c:pt>
                <c:pt idx="7182">
                  <c:v>-0.70568500548432778</c:v>
                </c:pt>
                <c:pt idx="7183">
                  <c:v>-0.65045334648386344</c:v>
                </c:pt>
                <c:pt idx="7184">
                  <c:v>-0.609648986656954</c:v>
                </c:pt>
                <c:pt idx="7185">
                  <c:v>-0.7095064516704479</c:v>
                </c:pt>
                <c:pt idx="7186">
                  <c:v>-0.6611299874375538</c:v>
                </c:pt>
                <c:pt idx="7187">
                  <c:v>-0.66213665692755752</c:v>
                </c:pt>
                <c:pt idx="7188">
                  <c:v>-0.71598915927176665</c:v>
                </c:pt>
                <c:pt idx="7189">
                  <c:v>-0.65509141589423159</c:v>
                </c:pt>
                <c:pt idx="7190">
                  <c:v>-0.65314622199334882</c:v>
                </c:pt>
                <c:pt idx="7191">
                  <c:v>-0.74101168411465246</c:v>
                </c:pt>
                <c:pt idx="7192">
                  <c:v>-0.85617567212541112</c:v>
                </c:pt>
                <c:pt idx="7193">
                  <c:v>-0.97955758626596323</c:v>
                </c:pt>
                <c:pt idx="7194">
                  <c:v>-1.0366688474804682</c:v>
                </c:pt>
                <c:pt idx="7195">
                  <c:v>-1.0442802394591941</c:v>
                </c:pt>
                <c:pt idx="7196">
                  <c:v>-0.93530236769861519</c:v>
                </c:pt>
                <c:pt idx="7197">
                  <c:v>-0.89219301927901273</c:v>
                </c:pt>
                <c:pt idx="7198">
                  <c:v>-0.84952812127149824</c:v>
                </c:pt>
                <c:pt idx="7199">
                  <c:v>-0.82361487217619611</c:v>
                </c:pt>
                <c:pt idx="7200">
                  <c:v>-0.7722581584851913</c:v>
                </c:pt>
                <c:pt idx="7201">
                  <c:v>-0.7900151023949904</c:v>
                </c:pt>
                <c:pt idx="7202">
                  <c:v>-0.75125026552404239</c:v>
                </c:pt>
                <c:pt idx="7203">
                  <c:v>-0.67687624045993178</c:v>
                </c:pt>
                <c:pt idx="7204">
                  <c:v>-0.70882372862657528</c:v>
                </c:pt>
                <c:pt idx="7205">
                  <c:v>-0.70139514269858128</c:v>
                </c:pt>
                <c:pt idx="7206">
                  <c:v>-0.69169976523639509</c:v>
                </c:pt>
                <c:pt idx="7207">
                  <c:v>-0.68285736699302402</c:v>
                </c:pt>
                <c:pt idx="7208">
                  <c:v>-0.74835955565019829</c:v>
                </c:pt>
                <c:pt idx="7209">
                  <c:v>-0.74367334169936816</c:v>
                </c:pt>
                <c:pt idx="7210">
                  <c:v>-0.86796578280684422</c:v>
                </c:pt>
                <c:pt idx="7211">
                  <c:v>-1.1153827260956644</c:v>
                </c:pt>
                <c:pt idx="7212">
                  <c:v>-1.2311258588168763</c:v>
                </c:pt>
                <c:pt idx="7213">
                  <c:v>-1.1510124252578176</c:v>
                </c:pt>
                <c:pt idx="7214">
                  <c:v>-1.0611349861835522</c:v>
                </c:pt>
                <c:pt idx="7215">
                  <c:v>-1.1877657946707525</c:v>
                </c:pt>
                <c:pt idx="7216">
                  <c:v>-1.1787722748263645</c:v>
                </c:pt>
                <c:pt idx="7217">
                  <c:v>-1.0886802979049446</c:v>
                </c:pt>
                <c:pt idx="7218">
                  <c:v>-0.92000684061223315</c:v>
                </c:pt>
                <c:pt idx="7219">
                  <c:v>-0.85409762042985193</c:v>
                </c:pt>
                <c:pt idx="7220">
                  <c:v>-0.77140885202030607</c:v>
                </c:pt>
                <c:pt idx="7221">
                  <c:v>-0.76469738558009703</c:v>
                </c:pt>
                <c:pt idx="7222">
                  <c:v>-0.68485990652140083</c:v>
                </c:pt>
                <c:pt idx="7223">
                  <c:v>-0.67706688879438937</c:v>
                </c:pt>
                <c:pt idx="7224">
                  <c:v>-0.73228193159859223</c:v>
                </c:pt>
                <c:pt idx="7225">
                  <c:v>-0.7119268003385667</c:v>
                </c:pt>
                <c:pt idx="7226">
                  <c:v>-0.36720655313388634</c:v>
                </c:pt>
                <c:pt idx="7227">
                  <c:v>-0.59867000050336294</c:v>
                </c:pt>
                <c:pt idx="7228">
                  <c:v>-0.35597097680630313</c:v>
                </c:pt>
                <c:pt idx="7229">
                  <c:v>-0.27951925012287959</c:v>
                </c:pt>
                <c:pt idx="7230">
                  <c:v>-0.38158738815618487</c:v>
                </c:pt>
                <c:pt idx="7231">
                  <c:v>-0.22929780834576904</c:v>
                </c:pt>
                <c:pt idx="7232">
                  <c:v>-6.8196405261007426E-2</c:v>
                </c:pt>
                <c:pt idx="7233">
                  <c:v>-0.33055041543202185</c:v>
                </c:pt>
                <c:pt idx="7234">
                  <c:v>-0.24753143413669471</c:v>
                </c:pt>
                <c:pt idx="7235">
                  <c:v>-2.2570852975671345E-2</c:v>
                </c:pt>
                <c:pt idx="7236">
                  <c:v>-0.26190012983136668</c:v>
                </c:pt>
                <c:pt idx="7237">
                  <c:v>-0.28563008107751375</c:v>
                </c:pt>
                <c:pt idx="7238">
                  <c:v>-4.593722837213892E-2</c:v>
                </c:pt>
                <c:pt idx="7239">
                  <c:v>-0.21016039256776245</c:v>
                </c:pt>
                <c:pt idx="7240">
                  <c:v>-0.25441623641727329</c:v>
                </c:pt>
                <c:pt idx="7241">
                  <c:v>-0.10516962436909148</c:v>
                </c:pt>
                <c:pt idx="7242">
                  <c:v>-0.11108342368797457</c:v>
                </c:pt>
                <c:pt idx="7243">
                  <c:v>-0.34395352823324787</c:v>
                </c:pt>
                <c:pt idx="7244">
                  <c:v>-0.12922075612520173</c:v>
                </c:pt>
                <c:pt idx="7245">
                  <c:v>-0.12209798347435341</c:v>
                </c:pt>
                <c:pt idx="7246">
                  <c:v>-0.28055367371926482</c:v>
                </c:pt>
                <c:pt idx="7247">
                  <c:v>-0.24935428270334248</c:v>
                </c:pt>
                <c:pt idx="7248">
                  <c:v>-1.9284357488760746E-2</c:v>
                </c:pt>
                <c:pt idx="7249">
                  <c:v>-0.15340739105280354</c:v>
                </c:pt>
                <c:pt idx="7250">
                  <c:v>7.1289157642146508E-2</c:v>
                </c:pt>
                <c:pt idx="7251">
                  <c:v>7.2475309512325711E-2</c:v>
                </c:pt>
                <c:pt idx="7252">
                  <c:v>7.5149618606953072E-2</c:v>
                </c:pt>
                <c:pt idx="7253">
                  <c:v>6.9626800324040103E-2</c:v>
                </c:pt>
                <c:pt idx="7254">
                  <c:v>7.2989428809760032E-2</c:v>
                </c:pt>
                <c:pt idx="7255">
                  <c:v>4.5459941324406963E-2</c:v>
                </c:pt>
                <c:pt idx="7256">
                  <c:v>4.5818051737951213E-2</c:v>
                </c:pt>
                <c:pt idx="7257">
                  <c:v>4.04328600690501E-2</c:v>
                </c:pt>
                <c:pt idx="7258">
                  <c:v>-0.43739064702570873</c:v>
                </c:pt>
                <c:pt idx="7259">
                  <c:v>-0.44629465781915506</c:v>
                </c:pt>
                <c:pt idx="7260">
                  <c:v>-0.13487786487918293</c:v>
                </c:pt>
                <c:pt idx="7261">
                  <c:v>-0.99494616989715134</c:v>
                </c:pt>
                <c:pt idx="7262">
                  <c:v>-0.1909441117291257</c:v>
                </c:pt>
                <c:pt idx="7263">
                  <c:v>-1.2306659376669975</c:v>
                </c:pt>
                <c:pt idx="7264">
                  <c:v>-0.36573306050126675</c:v>
                </c:pt>
                <c:pt idx="7265">
                  <c:v>-1.1406401168756741</c:v>
                </c:pt>
                <c:pt idx="7266">
                  <c:v>-0.81658796647146847</c:v>
                </c:pt>
                <c:pt idx="7267">
                  <c:v>-0.65057795046905542</c:v>
                </c:pt>
                <c:pt idx="7268">
                  <c:v>-0.30501608281793885</c:v>
                </c:pt>
                <c:pt idx="7269">
                  <c:v>-0.16952959836696818</c:v>
                </c:pt>
                <c:pt idx="7270">
                  <c:v>-0.35725143702357454</c:v>
                </c:pt>
                <c:pt idx="7271">
                  <c:v>-0.45881806905242717</c:v>
                </c:pt>
                <c:pt idx="7272">
                  <c:v>-0.2917025193103146</c:v>
                </c:pt>
                <c:pt idx="7273">
                  <c:v>-0.33173319181114441</c:v>
                </c:pt>
                <c:pt idx="7274">
                  <c:v>-0.37239097521839182</c:v>
                </c:pt>
                <c:pt idx="7275">
                  <c:v>-0.35565534941158977</c:v>
                </c:pt>
                <c:pt idx="7276">
                  <c:v>-0.41741870612007465</c:v>
                </c:pt>
                <c:pt idx="7277">
                  <c:v>-0.32661751581946008</c:v>
                </c:pt>
                <c:pt idx="7278">
                  <c:v>-0.32660128851766673</c:v>
                </c:pt>
                <c:pt idx="7279">
                  <c:v>-0.34097956816402875</c:v>
                </c:pt>
                <c:pt idx="7280">
                  <c:v>-0.3669875173112368</c:v>
                </c:pt>
                <c:pt idx="7281">
                  <c:v>-0.66426930395663752</c:v>
                </c:pt>
                <c:pt idx="7282">
                  <c:v>-1.061294467082984</c:v>
                </c:pt>
                <c:pt idx="7283">
                  <c:v>-1.2523396064132766</c:v>
                </c:pt>
                <c:pt idx="7284">
                  <c:v>-1.2292447629711165</c:v>
                </c:pt>
                <c:pt idx="7285">
                  <c:v>-1.0905203068324076</c:v>
                </c:pt>
                <c:pt idx="7286">
                  <c:v>-0.8863739029028459</c:v>
                </c:pt>
                <c:pt idx="7287">
                  <c:v>-0.93687107357895494</c:v>
                </c:pt>
                <c:pt idx="7288">
                  <c:v>-1.0024185339381797</c:v>
                </c:pt>
                <c:pt idx="7289">
                  <c:v>-0.86096753172279528</c:v>
                </c:pt>
                <c:pt idx="7290">
                  <c:v>-0.73627431045021763</c:v>
                </c:pt>
                <c:pt idx="7291">
                  <c:v>-0.66068422342718247</c:v>
                </c:pt>
                <c:pt idx="7292">
                  <c:v>-0.47450462155238843</c:v>
                </c:pt>
                <c:pt idx="7293">
                  <c:v>-0.3460829473018342</c:v>
                </c:pt>
                <c:pt idx="7294">
                  <c:v>-0.25124411839470662</c:v>
                </c:pt>
                <c:pt idx="7295">
                  <c:v>-0.11190167514860762</c:v>
                </c:pt>
                <c:pt idx="7296">
                  <c:v>2.2411027093415529E-2</c:v>
                </c:pt>
                <c:pt idx="7297">
                  <c:v>9.9521826478271791E-2</c:v>
                </c:pt>
                <c:pt idx="7298">
                  <c:v>0.10893968300484311</c:v>
                </c:pt>
                <c:pt idx="7299">
                  <c:v>0.10891429149144467</c:v>
                </c:pt>
                <c:pt idx="7300">
                  <c:v>0.10591588033064209</c:v>
                </c:pt>
                <c:pt idx="7301">
                  <c:v>9.9005695668601706E-2</c:v>
                </c:pt>
                <c:pt idx="7302">
                  <c:v>0.10762181909007988</c:v>
                </c:pt>
                <c:pt idx="7303">
                  <c:v>0.1055422592197221</c:v>
                </c:pt>
                <c:pt idx="7304">
                  <c:v>8.0976817302880588E-2</c:v>
                </c:pt>
                <c:pt idx="7305">
                  <c:v>5.4257718889082131E-2</c:v>
                </c:pt>
                <c:pt idx="7306">
                  <c:v>-0.38159383433551003</c:v>
                </c:pt>
                <c:pt idx="7307">
                  <c:v>-0.38604617675438374</c:v>
                </c:pt>
                <c:pt idx="7308">
                  <c:v>-0.61394363897666016</c:v>
                </c:pt>
                <c:pt idx="7309">
                  <c:v>-0.11963816045146726</c:v>
                </c:pt>
                <c:pt idx="7310">
                  <c:v>-0.80570036679668955</c:v>
                </c:pt>
                <c:pt idx="7311">
                  <c:v>-0.77096656238809491</c:v>
                </c:pt>
                <c:pt idx="7312">
                  <c:v>-0.59021534705460255</c:v>
                </c:pt>
                <c:pt idx="7313">
                  <c:v>-0.60743308871314716</c:v>
                </c:pt>
                <c:pt idx="7314">
                  <c:v>-0.49656895407494323</c:v>
                </c:pt>
                <c:pt idx="7315">
                  <c:v>-0.45005495211469382</c:v>
                </c:pt>
                <c:pt idx="7316">
                  <c:v>-0.38262347748755743</c:v>
                </c:pt>
                <c:pt idx="7317">
                  <c:v>-0.27969108287103706</c:v>
                </c:pt>
                <c:pt idx="7318">
                  <c:v>-0.20064901541375074</c:v>
                </c:pt>
                <c:pt idx="7319">
                  <c:v>-0.15879234342479853</c:v>
                </c:pt>
                <c:pt idx="7320">
                  <c:v>-0.11567093646686602</c:v>
                </c:pt>
                <c:pt idx="7321">
                  <c:v>-7.4572423113789736E-4</c:v>
                </c:pt>
                <c:pt idx="7322">
                  <c:v>3.3819396394312818E-3</c:v>
                </c:pt>
                <c:pt idx="7323">
                  <c:v>6.3318895974404626E-2</c:v>
                </c:pt>
                <c:pt idx="7324">
                  <c:v>5.740852790042196E-2</c:v>
                </c:pt>
                <c:pt idx="7325">
                  <c:v>6.5074080367034395E-2</c:v>
                </c:pt>
                <c:pt idx="7326">
                  <c:v>5.9338024119571106E-2</c:v>
                </c:pt>
                <c:pt idx="7327">
                  <c:v>3.1164371160946756E-2</c:v>
                </c:pt>
                <c:pt idx="7328">
                  <c:v>-1.8270227284846805E-3</c:v>
                </c:pt>
                <c:pt idx="7329">
                  <c:v>-0.14942539257807783</c:v>
                </c:pt>
                <c:pt idx="7330">
                  <c:v>-0.96268007673948031</c:v>
                </c:pt>
                <c:pt idx="7331">
                  <c:v>-0.88173237111998004</c:v>
                </c:pt>
                <c:pt idx="7332">
                  <c:v>-0.63319295960418165</c:v>
                </c:pt>
                <c:pt idx="7333">
                  <c:v>-0.962749064769305</c:v>
                </c:pt>
                <c:pt idx="7334">
                  <c:v>-0.97323192159182903</c:v>
                </c:pt>
                <c:pt idx="7335">
                  <c:v>-0.96637115296101372</c:v>
                </c:pt>
                <c:pt idx="7336">
                  <c:v>-0.99315123741845446</c:v>
                </c:pt>
                <c:pt idx="7337">
                  <c:v>-0.9676170039570926</c:v>
                </c:pt>
                <c:pt idx="7338">
                  <c:v>-0.76540652200547399</c:v>
                </c:pt>
                <c:pt idx="7339">
                  <c:v>-0.66299751427082509</c:v>
                </c:pt>
                <c:pt idx="7340">
                  <c:v>-0.56086233828950449</c:v>
                </c:pt>
                <c:pt idx="7341">
                  <c:v>-0.44118473087357735</c:v>
                </c:pt>
                <c:pt idx="7342">
                  <c:v>-0.3610871145215041</c:v>
                </c:pt>
                <c:pt idx="7343">
                  <c:v>-0.36664845020808934</c:v>
                </c:pt>
                <c:pt idx="7344">
                  <c:v>-0.14974965299908194</c:v>
                </c:pt>
                <c:pt idx="7345">
                  <c:v>-0.22721844920328926</c:v>
                </c:pt>
                <c:pt idx="7346">
                  <c:v>-7.327682421839561E-3</c:v>
                </c:pt>
                <c:pt idx="7347">
                  <c:v>-0.29202998080117781</c:v>
                </c:pt>
                <c:pt idx="7348">
                  <c:v>5.177500070574894E-2</c:v>
                </c:pt>
                <c:pt idx="7349">
                  <c:v>5.9540601808004301E-2</c:v>
                </c:pt>
                <c:pt idx="7350">
                  <c:v>5.1268485686898915E-2</c:v>
                </c:pt>
                <c:pt idx="7351">
                  <c:v>-9.6125096467499879E-2</c:v>
                </c:pt>
                <c:pt idx="7352">
                  <c:v>-0.12261452925811966</c:v>
                </c:pt>
                <c:pt idx="7353">
                  <c:v>-0.2911692131901244</c:v>
                </c:pt>
                <c:pt idx="7354">
                  <c:v>-0.3554074154273959</c:v>
                </c:pt>
                <c:pt idx="7355">
                  <c:v>-0.74239668689234006</c:v>
                </c:pt>
                <c:pt idx="7356">
                  <c:v>-0.75865998224460962</c:v>
                </c:pt>
                <c:pt idx="7357">
                  <c:v>-0.84779799994497207</c:v>
                </c:pt>
                <c:pt idx="7358">
                  <c:v>-0.95309056477824861</c:v>
                </c:pt>
                <c:pt idx="7359">
                  <c:v>-0.97836631839799659</c:v>
                </c:pt>
                <c:pt idx="7360">
                  <c:v>-1.0383100503426648</c:v>
                </c:pt>
                <c:pt idx="7361">
                  <c:v>-1.0708456755297711</c:v>
                </c:pt>
                <c:pt idx="7362">
                  <c:v>-0.94523139912739529</c:v>
                </c:pt>
                <c:pt idx="7363">
                  <c:v>-0.89004967994526007</c:v>
                </c:pt>
                <c:pt idx="7364">
                  <c:v>-0.79002197920174555</c:v>
                </c:pt>
                <c:pt idx="7365">
                  <c:v>-0.51476267963408684</c:v>
                </c:pt>
                <c:pt idx="7366">
                  <c:v>-0.45785500372410082</c:v>
                </c:pt>
                <c:pt idx="7367">
                  <c:v>-0.26598699686978999</c:v>
                </c:pt>
                <c:pt idx="7368">
                  <c:v>-6.9778312089440436E-2</c:v>
                </c:pt>
                <c:pt idx="7369">
                  <c:v>-8.500045493614123E-3</c:v>
                </c:pt>
                <c:pt idx="7370">
                  <c:v>1.0175974531671097E-2</c:v>
                </c:pt>
                <c:pt idx="7371">
                  <c:v>2.8355865097168337E-2</c:v>
                </c:pt>
                <c:pt idx="7372">
                  <c:v>2.8698065994123775E-2</c:v>
                </c:pt>
                <c:pt idx="7373">
                  <c:v>4.1015354783212103E-2</c:v>
                </c:pt>
                <c:pt idx="7374">
                  <c:v>4.2764501022887841E-2</c:v>
                </c:pt>
                <c:pt idx="7375">
                  <c:v>-0.1391830870764981</c:v>
                </c:pt>
                <c:pt idx="7376">
                  <c:v>-0.63038120008130549</c:v>
                </c:pt>
                <c:pt idx="7377">
                  <c:v>-0.74269560023646075</c:v>
                </c:pt>
                <c:pt idx="7378">
                  <c:v>-0.95408034966134037</c:v>
                </c:pt>
                <c:pt idx="7379">
                  <c:v>-0.9526135179820403</c:v>
                </c:pt>
                <c:pt idx="7380">
                  <c:v>-0.93114297666251167</c:v>
                </c:pt>
                <c:pt idx="7381">
                  <c:v>-1.1096753374274291</c:v>
                </c:pt>
                <c:pt idx="7382">
                  <c:v>-1.2754345055533649</c:v>
                </c:pt>
                <c:pt idx="7383">
                  <c:v>-1.2491813418273632</c:v>
                </c:pt>
                <c:pt idx="7384">
                  <c:v>-1.389229581181991</c:v>
                </c:pt>
                <c:pt idx="7385">
                  <c:v>-1.2849352564773464</c:v>
                </c:pt>
                <c:pt idx="7386">
                  <c:v>-1.1513116176819025</c:v>
                </c:pt>
                <c:pt idx="7387">
                  <c:v>-0.85094828509618048</c:v>
                </c:pt>
                <c:pt idx="7388">
                  <c:v>-0.77377948794612261</c:v>
                </c:pt>
                <c:pt idx="7389">
                  <c:v>-0.78285367017417895</c:v>
                </c:pt>
                <c:pt idx="7390">
                  <c:v>-0.57114149048220841</c:v>
                </c:pt>
                <c:pt idx="7391">
                  <c:v>-0.82611840981983864</c:v>
                </c:pt>
                <c:pt idx="7392">
                  <c:v>-0.43789352107852431</c:v>
                </c:pt>
                <c:pt idx="7393">
                  <c:v>-0.18802691176842848</c:v>
                </c:pt>
                <c:pt idx="7394">
                  <c:v>-1.4701081415241004E-2</c:v>
                </c:pt>
                <c:pt idx="7395">
                  <c:v>2.6033663009955986E-2</c:v>
                </c:pt>
                <c:pt idx="7396">
                  <c:v>4.1240914450007056E-2</c:v>
                </c:pt>
                <c:pt idx="7397">
                  <c:v>6.5158191864332096E-2</c:v>
                </c:pt>
                <c:pt idx="7398">
                  <c:v>5.6168681485100402E-2</c:v>
                </c:pt>
                <c:pt idx="7399">
                  <c:v>-0.12018257273368639</c:v>
                </c:pt>
                <c:pt idx="7400">
                  <c:v>-0.14465980725905592</c:v>
                </c:pt>
                <c:pt idx="7401">
                  <c:v>-0.83874892692803671</c:v>
                </c:pt>
                <c:pt idx="7402">
                  <c:v>-0.43752757804310061</c:v>
                </c:pt>
                <c:pt idx="7403">
                  <c:v>-1.2029916393182565</c:v>
                </c:pt>
                <c:pt idx="7404">
                  <c:v>-0.93772214882437965</c:v>
                </c:pt>
                <c:pt idx="7405">
                  <c:v>-0.95892200273011763</c:v>
                </c:pt>
                <c:pt idx="7406">
                  <c:v>-1.0233860613517123</c:v>
                </c:pt>
                <c:pt idx="7407">
                  <c:v>-0.95845925794240905</c:v>
                </c:pt>
                <c:pt idx="7408">
                  <c:v>-1.1029815560492726</c:v>
                </c:pt>
                <c:pt idx="7409">
                  <c:v>-0.9660649613327067</c:v>
                </c:pt>
                <c:pt idx="7410">
                  <c:v>-0.9465155267416212</c:v>
                </c:pt>
                <c:pt idx="7411">
                  <c:v>-0.80302361274213296</c:v>
                </c:pt>
                <c:pt idx="7412">
                  <c:v>-0.69909458852293704</c:v>
                </c:pt>
                <c:pt idx="7413">
                  <c:v>-0.65409921975801055</c:v>
                </c:pt>
                <c:pt idx="7414">
                  <c:v>-0.61619563492835761</c:v>
                </c:pt>
                <c:pt idx="7415">
                  <c:v>-0.50936538976645096</c:v>
                </c:pt>
                <c:pt idx="7416">
                  <c:v>-0.49643340064003733</c:v>
                </c:pt>
                <c:pt idx="7417">
                  <c:v>-0.3455903382782996</c:v>
                </c:pt>
                <c:pt idx="7418">
                  <c:v>-5.8597546914474524E-2</c:v>
                </c:pt>
                <c:pt idx="7419">
                  <c:v>-0.31208763407870976</c:v>
                </c:pt>
                <c:pt idx="7420">
                  <c:v>4.3142020857537398E-2</c:v>
                </c:pt>
                <c:pt idx="7421">
                  <c:v>5.9737493484334062E-2</c:v>
                </c:pt>
                <c:pt idx="7422">
                  <c:v>4.8060530615570793E-2</c:v>
                </c:pt>
                <c:pt idx="7423">
                  <c:v>-0.2162956609796092</c:v>
                </c:pt>
                <c:pt idx="7424">
                  <c:v>-0.20171446867930651</c:v>
                </c:pt>
                <c:pt idx="7425">
                  <c:v>-0.98166931197158913</c:v>
                </c:pt>
                <c:pt idx="7426">
                  <c:v>-0.27009970854737453</c:v>
                </c:pt>
                <c:pt idx="7427">
                  <c:v>-1.4740247097251911</c:v>
                </c:pt>
                <c:pt idx="7428">
                  <c:v>-1.2337583578236559</c:v>
                </c:pt>
                <c:pt idx="7429">
                  <c:v>-1.2422634374493282</c:v>
                </c:pt>
                <c:pt idx="7430">
                  <c:v>-1.2714126507938319</c:v>
                </c:pt>
                <c:pt idx="7431">
                  <c:v>-1.2693323286419838</c:v>
                </c:pt>
                <c:pt idx="7432">
                  <c:v>-1.2783635599868988</c:v>
                </c:pt>
                <c:pt idx="7433">
                  <c:v>-1.1065984334894425</c:v>
                </c:pt>
                <c:pt idx="7434">
                  <c:v>-1.0142959168855561</c:v>
                </c:pt>
                <c:pt idx="7435">
                  <c:v>-0.92172050228936142</c:v>
                </c:pt>
                <c:pt idx="7436">
                  <c:v>-0.83459475866514288</c:v>
                </c:pt>
                <c:pt idx="7437">
                  <c:v>-0.70347872421313962</c:v>
                </c:pt>
                <c:pt idx="7438">
                  <c:v>-0.74187089706995213</c:v>
                </c:pt>
                <c:pt idx="7439">
                  <c:v>-0.68088884233329205</c:v>
                </c:pt>
                <c:pt idx="7440">
                  <c:v>-0.60675564088811407</c:v>
                </c:pt>
                <c:pt idx="7441">
                  <c:v>-0.55001795095145456</c:v>
                </c:pt>
                <c:pt idx="7442">
                  <c:v>-7.6858672946643961E-2</c:v>
                </c:pt>
                <c:pt idx="7443">
                  <c:v>-2.1315051718631416E-2</c:v>
                </c:pt>
                <c:pt idx="7444">
                  <c:v>3.5389570799541657E-2</c:v>
                </c:pt>
                <c:pt idx="7445">
                  <c:v>5.8746645222325138E-2</c:v>
                </c:pt>
                <c:pt idx="7446">
                  <c:v>6.4720095112658013E-2</c:v>
                </c:pt>
                <c:pt idx="7447">
                  <c:v>-0.25225742933560591</c:v>
                </c:pt>
                <c:pt idx="7448">
                  <c:v>-0.36562291070939751</c:v>
                </c:pt>
                <c:pt idx="7449">
                  <c:v>-0.56921852030412656</c:v>
                </c:pt>
                <c:pt idx="7450">
                  <c:v>-0.95603327022999329</c:v>
                </c:pt>
                <c:pt idx="7451">
                  <c:v>-0.59496337350770223</c:v>
                </c:pt>
                <c:pt idx="7452">
                  <c:v>-0.66879417643450245</c:v>
                </c:pt>
                <c:pt idx="7453">
                  <c:v>-0.63161632070662921</c:v>
                </c:pt>
                <c:pt idx="7454">
                  <c:v>-0.81768484921751783</c:v>
                </c:pt>
                <c:pt idx="7455">
                  <c:v>-0.88442951587220031</c:v>
                </c:pt>
                <c:pt idx="7456">
                  <c:v>-0.78965466860502209</c:v>
                </c:pt>
                <c:pt idx="7457">
                  <c:v>-0.65747620594253453</c:v>
                </c:pt>
                <c:pt idx="7458">
                  <c:v>-0.67009838369276153</c:v>
                </c:pt>
                <c:pt idx="7459">
                  <c:v>-0.6556005341432829</c:v>
                </c:pt>
                <c:pt idx="7460">
                  <c:v>-0.60119292604381214</c:v>
                </c:pt>
                <c:pt idx="7461">
                  <c:v>-0.58871966871127801</c:v>
                </c:pt>
                <c:pt idx="7462">
                  <c:v>-0.55744414735452819</c:v>
                </c:pt>
                <c:pt idx="7463">
                  <c:v>-0.54445728123157799</c:v>
                </c:pt>
                <c:pt idx="7464">
                  <c:v>-0.44743511379371942</c:v>
                </c:pt>
                <c:pt idx="7465">
                  <c:v>-0.36775030698750905</c:v>
                </c:pt>
                <c:pt idx="7466">
                  <c:v>-0.20901647505213777</c:v>
                </c:pt>
                <c:pt idx="7467">
                  <c:v>-0.38775474365051432</c:v>
                </c:pt>
                <c:pt idx="7468">
                  <c:v>-0.40754117154999087</c:v>
                </c:pt>
                <c:pt idx="7469">
                  <c:v>-0.17828908460421675</c:v>
                </c:pt>
                <c:pt idx="7470">
                  <c:v>-0.54537671756500017</c:v>
                </c:pt>
                <c:pt idx="7471">
                  <c:v>-0.58096772833185195</c:v>
                </c:pt>
                <c:pt idx="7472">
                  <c:v>-0.55739291161865689</c:v>
                </c:pt>
                <c:pt idx="7473">
                  <c:v>-0.63850825266467726</c:v>
                </c:pt>
                <c:pt idx="7474">
                  <c:v>-0.70471160548941947</c:v>
                </c:pt>
                <c:pt idx="7475">
                  <c:v>-0.69362177471486119</c:v>
                </c:pt>
                <c:pt idx="7476">
                  <c:v>-0.78327060434490992</c:v>
                </c:pt>
                <c:pt idx="7477">
                  <c:v>-0.9574158195476159</c:v>
                </c:pt>
                <c:pt idx="7478">
                  <c:v>-1.1917239945750731</c:v>
                </c:pt>
                <c:pt idx="7479">
                  <c:v>-1.1681933730636158</c:v>
                </c:pt>
                <c:pt idx="7480">
                  <c:v>-1.3694077292414837</c:v>
                </c:pt>
                <c:pt idx="7481">
                  <c:v>-1.2420755228354163</c:v>
                </c:pt>
                <c:pt idx="7482">
                  <c:v>-1.0754741656346247</c:v>
                </c:pt>
                <c:pt idx="7483">
                  <c:v>-0.95459554144562853</c:v>
                </c:pt>
                <c:pt idx="7484">
                  <c:v>-0.84314485006992179</c:v>
                </c:pt>
                <c:pt idx="7485">
                  <c:v>-0.78326898476048956</c:v>
                </c:pt>
                <c:pt idx="7486">
                  <c:v>-0.70157960065671554</c:v>
                </c:pt>
                <c:pt idx="7487">
                  <c:v>9.9954798538781378E-2</c:v>
                </c:pt>
                <c:pt idx="7488">
                  <c:v>0.19324333263936719</c:v>
                </c:pt>
                <c:pt idx="7489">
                  <c:v>0.18907537756851589</c:v>
                </c:pt>
                <c:pt idx="7490">
                  <c:v>0.18486749195484722</c:v>
                </c:pt>
                <c:pt idx="7491">
                  <c:v>0.18061967579836122</c:v>
                </c:pt>
                <c:pt idx="7492">
                  <c:v>0.17633192909905612</c:v>
                </c:pt>
                <c:pt idx="7493">
                  <c:v>0.17200425185693227</c:v>
                </c:pt>
                <c:pt idx="7494">
                  <c:v>0.16763664407199086</c:v>
                </c:pt>
                <c:pt idx="7495">
                  <c:v>0.16322910574423088</c:v>
                </c:pt>
                <c:pt idx="7496">
                  <c:v>0.15878163687365299</c:v>
                </c:pt>
                <c:pt idx="7497">
                  <c:v>0.15429423746025686</c:v>
                </c:pt>
                <c:pt idx="7498">
                  <c:v>0.14976690750404267</c:v>
                </c:pt>
                <c:pt idx="7499">
                  <c:v>0.14519964700501015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-1.3423585998850669</c:v>
                </c:pt>
                <c:pt idx="7697">
                  <c:v>-1.3086233184657503</c:v>
                </c:pt>
                <c:pt idx="7698">
                  <c:v>-1.1390519946010891</c:v>
                </c:pt>
                <c:pt idx="7699">
                  <c:v>-1.0982685584093019</c:v>
                </c:pt>
                <c:pt idx="7700">
                  <c:v>-1.0080729652186515</c:v>
                </c:pt>
                <c:pt idx="7701">
                  <c:v>-0.98689080459294087</c:v>
                </c:pt>
                <c:pt idx="7702">
                  <c:v>-0.8766554664811913</c:v>
                </c:pt>
                <c:pt idx="7703">
                  <c:v>-0.32993309102758372</c:v>
                </c:pt>
                <c:pt idx="7704">
                  <c:v>-0.20639625199580136</c:v>
                </c:pt>
                <c:pt idx="7705">
                  <c:v>-8.1192957765275089E-2</c:v>
                </c:pt>
                <c:pt idx="7706">
                  <c:v>-1.929319813412236E-2</c:v>
                </c:pt>
                <c:pt idx="7707">
                  <c:v>1.131458879318379E-2</c:v>
                </c:pt>
                <c:pt idx="7708">
                  <c:v>2.6840675162605316E-2</c:v>
                </c:pt>
                <c:pt idx="7709">
                  <c:v>3.6582535632650896E-2</c:v>
                </c:pt>
                <c:pt idx="7710">
                  <c:v>5.385870954793931E-2</c:v>
                </c:pt>
                <c:pt idx="7711">
                  <c:v>-0.56241447895988828</c:v>
                </c:pt>
                <c:pt idx="7712">
                  <c:v>-0.66149375615515205</c:v>
                </c:pt>
                <c:pt idx="7713">
                  <c:v>-0.72197438712207818</c:v>
                </c:pt>
                <c:pt idx="7714">
                  <c:v>-0.69700837152329753</c:v>
                </c:pt>
                <c:pt idx="7715">
                  <c:v>-1.1251205903203902</c:v>
                </c:pt>
                <c:pt idx="7716">
                  <c:v>-1.2425047802169966</c:v>
                </c:pt>
                <c:pt idx="7717">
                  <c:v>-1.0329203130533318</c:v>
                </c:pt>
                <c:pt idx="7718">
                  <c:v>-0.75931931950859022</c:v>
                </c:pt>
                <c:pt idx="7719">
                  <c:v>-1.2062219068389239</c:v>
                </c:pt>
                <c:pt idx="7720">
                  <c:v>-1.4167559542112214</c:v>
                </c:pt>
                <c:pt idx="7721">
                  <c:v>-1.138358566390639</c:v>
                </c:pt>
                <c:pt idx="7722">
                  <c:v>-0.37749241179029774</c:v>
                </c:pt>
                <c:pt idx="7723">
                  <c:v>-0.49086936577760398</c:v>
                </c:pt>
                <c:pt idx="7724">
                  <c:v>-0.27346421089926876</c:v>
                </c:pt>
                <c:pt idx="7725">
                  <c:v>1.6673674202494784E-2</c:v>
                </c:pt>
                <c:pt idx="7726">
                  <c:v>4.1665551068756121E-2</c:v>
                </c:pt>
                <c:pt idx="7727">
                  <c:v>5.1289941444405324E-2</c:v>
                </c:pt>
                <c:pt idx="7728">
                  <c:v>4.9916902851091044E-2</c:v>
                </c:pt>
                <c:pt idx="7729">
                  <c:v>6.8665548655007819E-2</c:v>
                </c:pt>
                <c:pt idx="7730">
                  <c:v>8.2857878733562304E-2</c:v>
                </c:pt>
                <c:pt idx="7731">
                  <c:v>7.9306276695066028E-2</c:v>
                </c:pt>
                <c:pt idx="7732">
                  <c:v>7.3498549625812593E-2</c:v>
                </c:pt>
                <c:pt idx="7733">
                  <c:v>7.9064519944741118E-2</c:v>
                </c:pt>
                <c:pt idx="7734">
                  <c:v>6.5821527121980902E-2</c:v>
                </c:pt>
                <c:pt idx="7735">
                  <c:v>5.3250666077311951E-2</c:v>
                </c:pt>
                <c:pt idx="7736">
                  <c:v>3.9958033130605239E-2</c:v>
                </c:pt>
                <c:pt idx="7737">
                  <c:v>6.906451916328453E-2</c:v>
                </c:pt>
                <c:pt idx="7738">
                  <c:v>8.7849474359032509E-2</c:v>
                </c:pt>
                <c:pt idx="7739">
                  <c:v>4.3052656927642007E-2</c:v>
                </c:pt>
                <c:pt idx="7740">
                  <c:v>5.8712030155748843E-2</c:v>
                </c:pt>
                <c:pt idx="7741">
                  <c:v>8.9693706771953707E-2</c:v>
                </c:pt>
                <c:pt idx="7742">
                  <c:v>8.5334985309953967E-2</c:v>
                </c:pt>
                <c:pt idx="7743">
                  <c:v>9.8799353878193219E-2</c:v>
                </c:pt>
                <c:pt idx="7744">
                  <c:v>7.8230421448391249E-2</c:v>
                </c:pt>
                <c:pt idx="7745">
                  <c:v>7.5470804124671165E-2</c:v>
                </c:pt>
                <c:pt idx="7746">
                  <c:v>7.648647930974177E-2</c:v>
                </c:pt>
                <c:pt idx="7747">
                  <c:v>7.0733074545663702E-2</c:v>
                </c:pt>
                <c:pt idx="7748">
                  <c:v>6.0690927774598245E-2</c:v>
                </c:pt>
                <c:pt idx="7749">
                  <c:v>7.5234154242814252E-2</c:v>
                </c:pt>
                <c:pt idx="7750">
                  <c:v>7.2074667524039307E-2</c:v>
                </c:pt>
                <c:pt idx="7751">
                  <c:v>6.7990182627545456E-2</c:v>
                </c:pt>
                <c:pt idx="7752">
                  <c:v>7.7774425937918154E-2</c:v>
                </c:pt>
                <c:pt idx="7753">
                  <c:v>7.5550225168440691E-2</c:v>
                </c:pt>
                <c:pt idx="7754">
                  <c:v>7.4253720810626547E-2</c:v>
                </c:pt>
                <c:pt idx="7755">
                  <c:v>6.9511795836007598E-2</c:v>
                </c:pt>
                <c:pt idx="7756">
                  <c:v>8.2984242849711662E-2</c:v>
                </c:pt>
                <c:pt idx="7757">
                  <c:v>7.7391676006879073E-2</c:v>
                </c:pt>
                <c:pt idx="7758">
                  <c:v>7.1378265200531005E-2</c:v>
                </c:pt>
                <c:pt idx="7759">
                  <c:v>5.1440746575067912E-2</c:v>
                </c:pt>
                <c:pt idx="7760">
                  <c:v>5.4077133282911277E-2</c:v>
                </c:pt>
                <c:pt idx="7761">
                  <c:v>6.2529744772302498E-2</c:v>
                </c:pt>
                <c:pt idx="7762">
                  <c:v>-0.23958199945524433</c:v>
                </c:pt>
                <c:pt idx="7763">
                  <c:v>-1.0565645168457727</c:v>
                </c:pt>
                <c:pt idx="7764">
                  <c:v>-0.86338931829916277</c:v>
                </c:pt>
                <c:pt idx="7765">
                  <c:v>-0.81196555720858432</c:v>
                </c:pt>
                <c:pt idx="7766">
                  <c:v>-1.2421183195511953</c:v>
                </c:pt>
                <c:pt idx="7767">
                  <c:v>-1.0351429549928268</c:v>
                </c:pt>
                <c:pt idx="7768">
                  <c:v>-1.0695729630862818</c:v>
                </c:pt>
                <c:pt idx="7769">
                  <c:v>-0.69045729893173591</c:v>
                </c:pt>
                <c:pt idx="7770">
                  <c:v>-0.70320853854266152</c:v>
                </c:pt>
                <c:pt idx="7771">
                  <c:v>-0.52992709808731486</c:v>
                </c:pt>
                <c:pt idx="7772">
                  <c:v>-0.5803288616042529</c:v>
                </c:pt>
                <c:pt idx="7773">
                  <c:v>-7.9625177362978319E-2</c:v>
                </c:pt>
                <c:pt idx="7774">
                  <c:v>-5.3594229029153657E-3</c:v>
                </c:pt>
                <c:pt idx="7775">
                  <c:v>1.813402117184001E-3</c:v>
                </c:pt>
                <c:pt idx="7776">
                  <c:v>1.4396529102450635E-2</c:v>
                </c:pt>
                <c:pt idx="7777">
                  <c:v>3.985442974932956E-2</c:v>
                </c:pt>
                <c:pt idx="7778">
                  <c:v>5.3573434143383211E-2</c:v>
                </c:pt>
                <c:pt idx="7779">
                  <c:v>6.0505994695391113E-2</c:v>
                </c:pt>
                <c:pt idx="7780">
                  <c:v>7.079718014269E-2</c:v>
                </c:pt>
                <c:pt idx="7781">
                  <c:v>7.6567884985667606E-2</c:v>
                </c:pt>
                <c:pt idx="7782">
                  <c:v>8.0651613353563939E-2</c:v>
                </c:pt>
                <c:pt idx="7783">
                  <c:v>-7.8539407036735634E-2</c:v>
                </c:pt>
                <c:pt idx="7784">
                  <c:v>-0.9271437736750392</c:v>
                </c:pt>
                <c:pt idx="7785">
                  <c:v>-0.66058746549211667</c:v>
                </c:pt>
                <c:pt idx="7786">
                  <c:v>-0.60830150200075561</c:v>
                </c:pt>
                <c:pt idx="7787">
                  <c:v>-0.60856262375460779</c:v>
                </c:pt>
                <c:pt idx="7788">
                  <c:v>-0.69254012600416937</c:v>
                </c:pt>
                <c:pt idx="7789">
                  <c:v>-0.74553446307178228</c:v>
                </c:pt>
                <c:pt idx="7790">
                  <c:v>-0.8732740300603975</c:v>
                </c:pt>
                <c:pt idx="7791">
                  <c:v>-0.87846388565411149</c:v>
                </c:pt>
                <c:pt idx="7792">
                  <c:v>-0.79319943252594982</c:v>
                </c:pt>
                <c:pt idx="7793">
                  <c:v>-0.71416880391710258</c:v>
                </c:pt>
                <c:pt idx="7794">
                  <c:v>-0.45733924186507302</c:v>
                </c:pt>
                <c:pt idx="7795">
                  <c:v>-8.5020800858933654E-2</c:v>
                </c:pt>
                <c:pt idx="7796">
                  <c:v>-0.73083866949114706</c:v>
                </c:pt>
                <c:pt idx="7797">
                  <c:v>-0.19302779544310072</c:v>
                </c:pt>
                <c:pt idx="7798">
                  <c:v>-0.31716362634155948</c:v>
                </c:pt>
                <c:pt idx="7799">
                  <c:v>2.0829049200796472E-2</c:v>
                </c:pt>
                <c:pt idx="7800">
                  <c:v>5.2690937335882898E-2</c:v>
                </c:pt>
                <c:pt idx="7801">
                  <c:v>4.8539110557418871E-2</c:v>
                </c:pt>
                <c:pt idx="7802">
                  <c:v>6.2849617961085458E-2</c:v>
                </c:pt>
                <c:pt idx="7803">
                  <c:v>8.2022554353299693E-2</c:v>
                </c:pt>
                <c:pt idx="7804">
                  <c:v>8.5889045961385441E-2</c:v>
                </c:pt>
                <c:pt idx="7805">
                  <c:v>6.5562656829600746E-2</c:v>
                </c:pt>
                <c:pt idx="7806">
                  <c:v>5.8956942624154858E-2</c:v>
                </c:pt>
                <c:pt idx="7807">
                  <c:v>4.3110807909338716E-2</c:v>
                </c:pt>
                <c:pt idx="7808">
                  <c:v>-0.68461068728188512</c:v>
                </c:pt>
                <c:pt idx="7809">
                  <c:v>-0.79564552989214021</c:v>
                </c:pt>
                <c:pt idx="7810">
                  <c:v>-9.2159771706793348E-2</c:v>
                </c:pt>
                <c:pt idx="7811">
                  <c:v>-1.198204762747211</c:v>
                </c:pt>
                <c:pt idx="7812">
                  <c:v>-1.0820203733046174</c:v>
                </c:pt>
                <c:pt idx="7813">
                  <c:v>-1.0718803899661988</c:v>
                </c:pt>
                <c:pt idx="7814">
                  <c:v>-1.1971972418591914</c:v>
                </c:pt>
                <c:pt idx="7815">
                  <c:v>-0.93220774249987937</c:v>
                </c:pt>
                <c:pt idx="7816">
                  <c:v>-0.96648086314923165</c:v>
                </c:pt>
                <c:pt idx="7817">
                  <c:v>-0.75109193453416856</c:v>
                </c:pt>
                <c:pt idx="7818">
                  <c:v>-0.70469096008509469</c:v>
                </c:pt>
                <c:pt idx="7819">
                  <c:v>-0.39629411582727248</c:v>
                </c:pt>
                <c:pt idx="7820">
                  <c:v>-0.39973710282929326</c:v>
                </c:pt>
                <c:pt idx="7821">
                  <c:v>-0.44118179391961615</c:v>
                </c:pt>
                <c:pt idx="7822">
                  <c:v>-0.55974194461079751</c:v>
                </c:pt>
                <c:pt idx="7823">
                  <c:v>-0.12803673291326423</c:v>
                </c:pt>
                <c:pt idx="7824">
                  <c:v>4.1718681786874663E-2</c:v>
                </c:pt>
                <c:pt idx="7825">
                  <c:v>4.4853953926921826E-2</c:v>
                </c:pt>
                <c:pt idx="7826">
                  <c:v>5.3091867422938817E-2</c:v>
                </c:pt>
                <c:pt idx="7827">
                  <c:v>4.7558329882168057E-2</c:v>
                </c:pt>
                <c:pt idx="7828">
                  <c:v>5.3582541281579146E-2</c:v>
                </c:pt>
                <c:pt idx="7829">
                  <c:v>5.222969102046908E-2</c:v>
                </c:pt>
                <c:pt idx="7830">
                  <c:v>6.142172506433393E-2</c:v>
                </c:pt>
                <c:pt idx="7831">
                  <c:v>-0.20428911459583277</c:v>
                </c:pt>
                <c:pt idx="7832">
                  <c:v>-0.6150645915336439</c:v>
                </c:pt>
                <c:pt idx="7833">
                  <c:v>-0.67578225264357772</c:v>
                </c:pt>
                <c:pt idx="7834">
                  <c:v>-1.3609016166568113</c:v>
                </c:pt>
                <c:pt idx="7835">
                  <c:v>-1.2668796632299568</c:v>
                </c:pt>
                <c:pt idx="7836">
                  <c:v>-1.2433409299215401</c:v>
                </c:pt>
                <c:pt idx="7837">
                  <c:v>-1.2361101932127585</c:v>
                </c:pt>
                <c:pt idx="7838">
                  <c:v>-1.3525450587257561</c:v>
                </c:pt>
                <c:pt idx="7839">
                  <c:v>-1.3964037136104852</c:v>
                </c:pt>
                <c:pt idx="7840">
                  <c:v>-1.4759983649150177</c:v>
                </c:pt>
                <c:pt idx="7841">
                  <c:v>-1.0406044473700236</c:v>
                </c:pt>
                <c:pt idx="7842">
                  <c:v>-0.76329679512224591</c:v>
                </c:pt>
                <c:pt idx="7843">
                  <c:v>-0.70155901785399022</c:v>
                </c:pt>
                <c:pt idx="7844">
                  <c:v>-0.65757130316713364</c:v>
                </c:pt>
                <c:pt idx="7845">
                  <c:v>-0.319770380082882</c:v>
                </c:pt>
                <c:pt idx="7846">
                  <c:v>-0.49965768871760041</c:v>
                </c:pt>
                <c:pt idx="7847">
                  <c:v>-0.24308891663769008</c:v>
                </c:pt>
                <c:pt idx="7848">
                  <c:v>1.3331976876658939E-2</c:v>
                </c:pt>
                <c:pt idx="7849">
                  <c:v>1.3224609771036476E-2</c:v>
                </c:pt>
                <c:pt idx="7850">
                  <c:v>4.2003239797555644E-2</c:v>
                </c:pt>
                <c:pt idx="7851">
                  <c:v>5.0458302889124264E-2</c:v>
                </c:pt>
                <c:pt idx="7852">
                  <c:v>6.0931265139013049E-2</c:v>
                </c:pt>
                <c:pt idx="7853">
                  <c:v>7.8891600926658104E-2</c:v>
                </c:pt>
                <c:pt idx="7854">
                  <c:v>7.8580480413424053E-2</c:v>
                </c:pt>
                <c:pt idx="7855">
                  <c:v>-7.3275944733228085E-2</c:v>
                </c:pt>
                <c:pt idx="7856">
                  <c:v>-0.68481725199435095</c:v>
                </c:pt>
                <c:pt idx="7857">
                  <c:v>-0.49626741390435114</c:v>
                </c:pt>
                <c:pt idx="7858">
                  <c:v>-0.9186422095583604</c:v>
                </c:pt>
                <c:pt idx="7859">
                  <c:v>-1.2600447101550489</c:v>
                </c:pt>
                <c:pt idx="7860">
                  <c:v>-1.3215124038047619</c:v>
                </c:pt>
                <c:pt idx="7861">
                  <c:v>-1.2162751252196671</c:v>
                </c:pt>
                <c:pt idx="7862">
                  <c:v>-1.1477959504819362</c:v>
                </c:pt>
                <c:pt idx="7863">
                  <c:v>-1.1484108381724587</c:v>
                </c:pt>
                <c:pt idx="7864">
                  <c:v>-1.0513881551536715</c:v>
                </c:pt>
                <c:pt idx="7865">
                  <c:v>-0.92428246854671281</c:v>
                </c:pt>
                <c:pt idx="7866">
                  <c:v>-0.61197611523319284</c:v>
                </c:pt>
                <c:pt idx="7867">
                  <c:v>-0.28920993998065991</c:v>
                </c:pt>
                <c:pt idx="7868">
                  <c:v>-0.16258349644883455</c:v>
                </c:pt>
                <c:pt idx="7869">
                  <c:v>-0.31541944864760418</c:v>
                </c:pt>
                <c:pt idx="7870">
                  <c:v>-0.15354694922688422</c:v>
                </c:pt>
                <c:pt idx="7871">
                  <c:v>-4.4916902182398973E-2</c:v>
                </c:pt>
                <c:pt idx="7872">
                  <c:v>4.1035457705251827E-2</c:v>
                </c:pt>
                <c:pt idx="7873">
                  <c:v>5.8636292532110994E-2</c:v>
                </c:pt>
                <c:pt idx="7874">
                  <c:v>6.0573352327628963E-2</c:v>
                </c:pt>
                <c:pt idx="7875">
                  <c:v>5.5554088111867891E-2</c:v>
                </c:pt>
                <c:pt idx="7876">
                  <c:v>5.7962220132210071E-2</c:v>
                </c:pt>
                <c:pt idx="7877">
                  <c:v>6.5373667373018987E-2</c:v>
                </c:pt>
                <c:pt idx="7878">
                  <c:v>6.8194915360959313E-2</c:v>
                </c:pt>
                <c:pt idx="7879">
                  <c:v>6.493416041375473E-2</c:v>
                </c:pt>
                <c:pt idx="7880">
                  <c:v>-1.4321137475574841E-2</c:v>
                </c:pt>
                <c:pt idx="7881">
                  <c:v>-0.49996246861659205</c:v>
                </c:pt>
                <c:pt idx="7882">
                  <c:v>-0.48055444378596984</c:v>
                </c:pt>
                <c:pt idx="7883">
                  <c:v>-0.42822809016387869</c:v>
                </c:pt>
                <c:pt idx="7884">
                  <c:v>-7.6726354311041162E-2</c:v>
                </c:pt>
                <c:pt idx="7885">
                  <c:v>-0.5169865418189441</c:v>
                </c:pt>
                <c:pt idx="7886">
                  <c:v>-0.61217875325472204</c:v>
                </c:pt>
                <c:pt idx="7887">
                  <c:v>-0.57750782642308407</c:v>
                </c:pt>
                <c:pt idx="7888">
                  <c:v>-0.67142286667035422</c:v>
                </c:pt>
                <c:pt idx="7889">
                  <c:v>-0.70429030921330038</c:v>
                </c:pt>
                <c:pt idx="7890">
                  <c:v>-0.66589805038342698</c:v>
                </c:pt>
                <c:pt idx="7891">
                  <c:v>-0.66969701908593082</c:v>
                </c:pt>
                <c:pt idx="7892">
                  <c:v>-0.45349272891643982</c:v>
                </c:pt>
                <c:pt idx="7893">
                  <c:v>-0.32486747482381617</c:v>
                </c:pt>
                <c:pt idx="7894">
                  <c:v>-0.35482364964831559</c:v>
                </c:pt>
                <c:pt idx="7895">
                  <c:v>-0.11260203706574193</c:v>
                </c:pt>
                <c:pt idx="7896">
                  <c:v>-9.3949692246973873E-2</c:v>
                </c:pt>
                <c:pt idx="7897">
                  <c:v>-4.3697459849336956E-2</c:v>
                </c:pt>
                <c:pt idx="7898">
                  <c:v>5.1038118156643752E-3</c:v>
                </c:pt>
                <c:pt idx="7899">
                  <c:v>1.5680636148399898E-2</c:v>
                </c:pt>
                <c:pt idx="7900">
                  <c:v>8.2954517231018689E-3</c:v>
                </c:pt>
                <c:pt idx="7901">
                  <c:v>2.9601516005517949E-2</c:v>
                </c:pt>
                <c:pt idx="7902">
                  <c:v>3.5378415384655151E-2</c:v>
                </c:pt>
                <c:pt idx="7903">
                  <c:v>-0.16263970519065701</c:v>
                </c:pt>
                <c:pt idx="7904">
                  <c:v>-0.19987277891131033</c:v>
                </c:pt>
                <c:pt idx="7905">
                  <c:v>-0.77405110610338146</c:v>
                </c:pt>
                <c:pt idx="7906">
                  <c:v>-0.80877329846458712</c:v>
                </c:pt>
                <c:pt idx="7907">
                  <c:v>-1.0651463469556663</c:v>
                </c:pt>
                <c:pt idx="7908">
                  <c:v>-1.1644422369459577</c:v>
                </c:pt>
                <c:pt idx="7909">
                  <c:v>-1.0569794261590242</c:v>
                </c:pt>
                <c:pt idx="7910">
                  <c:v>-0.89693291480548942</c:v>
                </c:pt>
                <c:pt idx="7911">
                  <c:v>-0.7839556655285711</c:v>
                </c:pt>
                <c:pt idx="7912">
                  <c:v>-0.96243505619531933</c:v>
                </c:pt>
                <c:pt idx="7913">
                  <c:v>-0.74690473933641355</c:v>
                </c:pt>
                <c:pt idx="7914">
                  <c:v>-0.44361153123452463</c:v>
                </c:pt>
                <c:pt idx="7915">
                  <c:v>-0.48390075452165793</c:v>
                </c:pt>
                <c:pt idx="7916">
                  <c:v>-0.19915219091484207</c:v>
                </c:pt>
                <c:pt idx="7917">
                  <c:v>-0.46300155374459906</c:v>
                </c:pt>
                <c:pt idx="7918">
                  <c:v>-0.30604764137274915</c:v>
                </c:pt>
                <c:pt idx="7919">
                  <c:v>-0.15805951372205418</c:v>
                </c:pt>
                <c:pt idx="7920">
                  <c:v>2.6337749647738693E-2</c:v>
                </c:pt>
                <c:pt idx="7921">
                  <c:v>4.333550946719076E-2</c:v>
                </c:pt>
                <c:pt idx="7922">
                  <c:v>4.1674109605547086E-2</c:v>
                </c:pt>
                <c:pt idx="7923">
                  <c:v>4.3214666627782672E-2</c:v>
                </c:pt>
                <c:pt idx="7924">
                  <c:v>4.9660712665006816E-2</c:v>
                </c:pt>
                <c:pt idx="7925">
                  <c:v>5.0747215796257066E-2</c:v>
                </c:pt>
                <c:pt idx="7926">
                  <c:v>6.0079616655508462E-2</c:v>
                </c:pt>
                <c:pt idx="7927">
                  <c:v>4.6236803541718483E-2</c:v>
                </c:pt>
                <c:pt idx="7928">
                  <c:v>4.1360431192705376E-2</c:v>
                </c:pt>
                <c:pt idx="7929">
                  <c:v>5.2082603592063938E-2</c:v>
                </c:pt>
                <c:pt idx="7930">
                  <c:v>-0.5148548516182283</c:v>
                </c:pt>
                <c:pt idx="7931">
                  <c:v>-0.72237237402246546</c:v>
                </c:pt>
                <c:pt idx="7932">
                  <c:v>-0.92171074865698721</c:v>
                </c:pt>
                <c:pt idx="7933">
                  <c:v>-0.82949565416315096</c:v>
                </c:pt>
                <c:pt idx="7934">
                  <c:v>-0.59742019327152984</c:v>
                </c:pt>
                <c:pt idx="7935">
                  <c:v>-0.57574447474870771</c:v>
                </c:pt>
                <c:pt idx="7936">
                  <c:v>-0.62031692846868502</c:v>
                </c:pt>
                <c:pt idx="7937">
                  <c:v>-0.22010643564146171</c:v>
                </c:pt>
                <c:pt idx="7938">
                  <c:v>-0.60746867411446781</c:v>
                </c:pt>
                <c:pt idx="7939">
                  <c:v>-0.36747076993571653</c:v>
                </c:pt>
                <c:pt idx="7940">
                  <c:v>-0.21230249257277134</c:v>
                </c:pt>
                <c:pt idx="7941">
                  <c:v>-0.33489708791982614</c:v>
                </c:pt>
                <c:pt idx="7942">
                  <c:v>-0.38606277183501081</c:v>
                </c:pt>
                <c:pt idx="7943">
                  <c:v>-1.243670827664286E-3</c:v>
                </c:pt>
                <c:pt idx="7944">
                  <c:v>3.4036034951725476E-2</c:v>
                </c:pt>
                <c:pt idx="7945">
                  <c:v>3.5605366402868398E-2</c:v>
                </c:pt>
                <c:pt idx="7946">
                  <c:v>2.0100210673876736E-2</c:v>
                </c:pt>
                <c:pt idx="7947">
                  <c:v>3.1357237759607498E-2</c:v>
                </c:pt>
                <c:pt idx="7948">
                  <c:v>4.0884221017461676E-2</c:v>
                </c:pt>
                <c:pt idx="7949">
                  <c:v>6.0960893395420324E-2</c:v>
                </c:pt>
                <c:pt idx="7950">
                  <c:v>5.8403702730155327E-2</c:v>
                </c:pt>
                <c:pt idx="7951">
                  <c:v>4.9780653391316251E-2</c:v>
                </c:pt>
                <c:pt idx="7952">
                  <c:v>-0.54844702692432601</c:v>
                </c:pt>
                <c:pt idx="7953">
                  <c:v>-0.82921741083087208</c:v>
                </c:pt>
                <c:pt idx="7954">
                  <c:v>-0.64655896134192281</c:v>
                </c:pt>
                <c:pt idx="7955">
                  <c:v>-1.0459551664496296</c:v>
                </c:pt>
                <c:pt idx="7956">
                  <c:v>-1.0548075402447854</c:v>
                </c:pt>
                <c:pt idx="7957">
                  <c:v>-0.77617320377653487</c:v>
                </c:pt>
                <c:pt idx="7958">
                  <c:v>-0.85841677283234707</c:v>
                </c:pt>
                <c:pt idx="7959">
                  <c:v>-1.1080075258217317</c:v>
                </c:pt>
                <c:pt idx="7960">
                  <c:v>-0.96060056379614367</c:v>
                </c:pt>
                <c:pt idx="7961">
                  <c:v>-0.79729361335470827</c:v>
                </c:pt>
                <c:pt idx="7962">
                  <c:v>-0.79628138040878393</c:v>
                </c:pt>
                <c:pt idx="7963">
                  <c:v>-0.74109271788690867</c:v>
                </c:pt>
                <c:pt idx="7964">
                  <c:v>-0.63425506089869788</c:v>
                </c:pt>
                <c:pt idx="7965">
                  <c:v>-0.53549754448526554</c:v>
                </c:pt>
                <c:pt idx="7966">
                  <c:v>-0.59549245726798283</c:v>
                </c:pt>
                <c:pt idx="7967">
                  <c:v>-0.19098988138256753</c:v>
                </c:pt>
                <c:pt idx="7968">
                  <c:v>-4.6730478276641493E-2</c:v>
                </c:pt>
                <c:pt idx="7969">
                  <c:v>-1.1194813893976415E-2</c:v>
                </c:pt>
                <c:pt idx="7970">
                  <c:v>1.3421213822297593E-3</c:v>
                </c:pt>
                <c:pt idx="7971">
                  <c:v>1.9816990989448141E-2</c:v>
                </c:pt>
                <c:pt idx="7972">
                  <c:v>4.8394855439460246E-2</c:v>
                </c:pt>
                <c:pt idx="7973">
                  <c:v>6.2080379385814011E-2</c:v>
                </c:pt>
                <c:pt idx="7974">
                  <c:v>6.5445797034232076E-2</c:v>
                </c:pt>
                <c:pt idx="7975">
                  <c:v>-0.16662313762723271</c:v>
                </c:pt>
                <c:pt idx="7976">
                  <c:v>-0.88496171372945753</c:v>
                </c:pt>
                <c:pt idx="7977">
                  <c:v>-0.96937136541585101</c:v>
                </c:pt>
                <c:pt idx="7978">
                  <c:v>-0.76058973370246763</c:v>
                </c:pt>
                <c:pt idx="7979">
                  <c:v>-0.87877252666820038</c:v>
                </c:pt>
                <c:pt idx="7980">
                  <c:v>-0.9466333071025782</c:v>
                </c:pt>
                <c:pt idx="7981">
                  <c:v>-1.120904313366168</c:v>
                </c:pt>
                <c:pt idx="7982">
                  <c:v>-1.2707797656602779</c:v>
                </c:pt>
                <c:pt idx="7983">
                  <c:v>-1.249837469534187</c:v>
                </c:pt>
                <c:pt idx="7984">
                  <c:v>-1.1794768737216257</c:v>
                </c:pt>
                <c:pt idx="7985">
                  <c:v>-1.0586049713939232</c:v>
                </c:pt>
                <c:pt idx="7986">
                  <c:v>-0.85741913112309209</c:v>
                </c:pt>
                <c:pt idx="7987">
                  <c:v>-0.84755664772024786</c:v>
                </c:pt>
                <c:pt idx="7988">
                  <c:v>-0.78437575390172343</c:v>
                </c:pt>
                <c:pt idx="7989">
                  <c:v>-0.81417786277670268</c:v>
                </c:pt>
                <c:pt idx="7990">
                  <c:v>-0.79461900937509045</c:v>
                </c:pt>
                <c:pt idx="7991">
                  <c:v>-0.26334472859410796</c:v>
                </c:pt>
                <c:pt idx="7992">
                  <c:v>-0.14890999451127937</c:v>
                </c:pt>
                <c:pt idx="7993">
                  <c:v>-0.14044683959147983</c:v>
                </c:pt>
                <c:pt idx="7994">
                  <c:v>-7.4776299693402354E-2</c:v>
                </c:pt>
                <c:pt idx="7995">
                  <c:v>-3.0899286540759734E-2</c:v>
                </c:pt>
                <c:pt idx="7996">
                  <c:v>-3.7033603958614601E-3</c:v>
                </c:pt>
                <c:pt idx="7997">
                  <c:v>1.268319326715762E-2</c:v>
                </c:pt>
                <c:pt idx="7998">
                  <c:v>3.1501594380161972E-2</c:v>
                </c:pt>
                <c:pt idx="7999">
                  <c:v>-6.6716185995445945E-2</c:v>
                </c:pt>
                <c:pt idx="8000">
                  <c:v>-0.65170044614821709</c:v>
                </c:pt>
                <c:pt idx="8001">
                  <c:v>-0.77052046640437011</c:v>
                </c:pt>
                <c:pt idx="8002">
                  <c:v>-0.78646537170317921</c:v>
                </c:pt>
                <c:pt idx="8003">
                  <c:v>-0.77161207606558146</c:v>
                </c:pt>
                <c:pt idx="8004">
                  <c:v>-0.78997913321490787</c:v>
                </c:pt>
                <c:pt idx="8005">
                  <c:v>-0.72240810762854391</c:v>
                </c:pt>
                <c:pt idx="8006">
                  <c:v>-0.69913221989490859</c:v>
                </c:pt>
                <c:pt idx="8007">
                  <c:v>-0.70877665330324713</c:v>
                </c:pt>
                <c:pt idx="8008">
                  <c:v>-0.85621252085514943</c:v>
                </c:pt>
                <c:pt idx="8009">
                  <c:v>-0.83074538671396392</c:v>
                </c:pt>
                <c:pt idx="8010">
                  <c:v>-0.74623522966501044</c:v>
                </c:pt>
                <c:pt idx="8011">
                  <c:v>-0.52670348866095784</c:v>
                </c:pt>
                <c:pt idx="8012">
                  <c:v>-0.27086451319536436</c:v>
                </c:pt>
                <c:pt idx="8013">
                  <c:v>-0.40780217333113067</c:v>
                </c:pt>
                <c:pt idx="8014">
                  <c:v>-0.22813490097454442</c:v>
                </c:pt>
                <c:pt idx="8015">
                  <c:v>-3.9232630577668293E-2</c:v>
                </c:pt>
                <c:pt idx="8016">
                  <c:v>3.2227476027850976E-2</c:v>
                </c:pt>
                <c:pt idx="8017">
                  <c:v>5.1393000781707547E-2</c:v>
                </c:pt>
                <c:pt idx="8018">
                  <c:v>5.978398351750315E-2</c:v>
                </c:pt>
                <c:pt idx="8019">
                  <c:v>7.4834615089654222E-2</c:v>
                </c:pt>
                <c:pt idx="8020">
                  <c:v>6.3915751689480702E-2</c:v>
                </c:pt>
                <c:pt idx="8021">
                  <c:v>6.6318575211282094E-2</c:v>
                </c:pt>
                <c:pt idx="8022">
                  <c:v>0.23232194164496792</c:v>
                </c:pt>
                <c:pt idx="8023">
                  <c:v>0.15856677881347192</c:v>
                </c:pt>
                <c:pt idx="8024">
                  <c:v>9.7628256970034355E-2</c:v>
                </c:pt>
                <c:pt idx="8025">
                  <c:v>0.12653404250679609</c:v>
                </c:pt>
                <c:pt idx="8026">
                  <c:v>7.1725888828470474E-2</c:v>
                </c:pt>
                <c:pt idx="8027">
                  <c:v>4.6138069598524199E-2</c:v>
                </c:pt>
                <c:pt idx="8028">
                  <c:v>5.4690347122199412E-3</c:v>
                </c:pt>
                <c:pt idx="8029">
                  <c:v>-0.15380707035973529</c:v>
                </c:pt>
                <c:pt idx="8030">
                  <c:v>-0.82185487472156293</c:v>
                </c:pt>
                <c:pt idx="8031">
                  <c:v>-0.723002141264387</c:v>
                </c:pt>
                <c:pt idx="8032">
                  <c:v>-0.65024552179666362</c:v>
                </c:pt>
                <c:pt idx="8033">
                  <c:v>-0.45792904369220849</c:v>
                </c:pt>
                <c:pt idx="8034">
                  <c:v>-0.19170408838381675</c:v>
                </c:pt>
                <c:pt idx="8035">
                  <c:v>-0.38004661209549018</c:v>
                </c:pt>
                <c:pt idx="8036">
                  <c:v>-0.24382623253076879</c:v>
                </c:pt>
                <c:pt idx="8037">
                  <c:v>-0.23829726201421103</c:v>
                </c:pt>
                <c:pt idx="8038">
                  <c:v>-0.19998838751331252</c:v>
                </c:pt>
                <c:pt idx="8039">
                  <c:v>-1.146691427600404E-4</c:v>
                </c:pt>
                <c:pt idx="8040">
                  <c:v>3.1342486064734554E-2</c:v>
                </c:pt>
                <c:pt idx="8041">
                  <c:v>4.6009674276173411E-2</c:v>
                </c:pt>
                <c:pt idx="8042">
                  <c:v>7.7487704146198086E-2</c:v>
                </c:pt>
                <c:pt idx="8043">
                  <c:v>4.5651213388398094E-2</c:v>
                </c:pt>
                <c:pt idx="8044">
                  <c:v>3.0141443755567141E-2</c:v>
                </c:pt>
                <c:pt idx="8045">
                  <c:v>5.1107320205742518E-2</c:v>
                </c:pt>
                <c:pt idx="8046">
                  <c:v>5.2539024817847266E-2</c:v>
                </c:pt>
                <c:pt idx="8047">
                  <c:v>5.7164159526812128E-2</c:v>
                </c:pt>
                <c:pt idx="8048">
                  <c:v>3.917383093933427E-3</c:v>
                </c:pt>
                <c:pt idx="8049">
                  <c:v>-0.41259562643908154</c:v>
                </c:pt>
                <c:pt idx="8050">
                  <c:v>-0.93780640035509233</c:v>
                </c:pt>
                <c:pt idx="8051">
                  <c:v>-0.97681666494457464</c:v>
                </c:pt>
                <c:pt idx="8052">
                  <c:v>-0.85622973489640486</c:v>
                </c:pt>
                <c:pt idx="8053">
                  <c:v>-0.79247562613419686</c:v>
                </c:pt>
                <c:pt idx="8054">
                  <c:v>-0.79303479079515637</c:v>
                </c:pt>
                <c:pt idx="8055">
                  <c:v>-0.87865973117971752</c:v>
                </c:pt>
                <c:pt idx="8056">
                  <c:v>-0.81245042519691479</c:v>
                </c:pt>
                <c:pt idx="8057">
                  <c:v>-0.66481414549427076</c:v>
                </c:pt>
                <c:pt idx="8058">
                  <c:v>-0.55305018772756653</c:v>
                </c:pt>
                <c:pt idx="8059">
                  <c:v>-0.39800361342046298</c:v>
                </c:pt>
                <c:pt idx="8060">
                  <c:v>-0.25529205342641076</c:v>
                </c:pt>
                <c:pt idx="8061">
                  <c:v>-0.29339615534113933</c:v>
                </c:pt>
                <c:pt idx="8062">
                  <c:v>-0.24209796160164723</c:v>
                </c:pt>
                <c:pt idx="8063">
                  <c:v>-0.20811854632320329</c:v>
                </c:pt>
                <c:pt idx="8064">
                  <c:v>3.3787820102265578E-4</c:v>
                </c:pt>
                <c:pt idx="8065">
                  <c:v>1.6655232772157465E-2</c:v>
                </c:pt>
                <c:pt idx="8066">
                  <c:v>4.1451458893919775E-2</c:v>
                </c:pt>
                <c:pt idx="8067">
                  <c:v>4.9110645859071503E-2</c:v>
                </c:pt>
                <c:pt idx="8068">
                  <c:v>4.8499036464792714E-2</c:v>
                </c:pt>
                <c:pt idx="8069">
                  <c:v>5.1689250703812008E-2</c:v>
                </c:pt>
                <c:pt idx="8070">
                  <c:v>5.422731490442944E-2</c:v>
                </c:pt>
                <c:pt idx="8071">
                  <c:v>4.9359453772065999E-2</c:v>
                </c:pt>
                <c:pt idx="8072">
                  <c:v>-0.37303137962859506</c:v>
                </c:pt>
                <c:pt idx="8073">
                  <c:v>-0.39418825388292633</c:v>
                </c:pt>
                <c:pt idx="8074">
                  <c:v>-0.63734159015826908</c:v>
                </c:pt>
                <c:pt idx="8075">
                  <c:v>-0.42031219892376442</c:v>
                </c:pt>
                <c:pt idx="8076">
                  <c:v>-1.0112296765310571</c:v>
                </c:pt>
                <c:pt idx="8077">
                  <c:v>-0.88959394457797003</c:v>
                </c:pt>
                <c:pt idx="8078">
                  <c:v>-0.90680086899349333</c:v>
                </c:pt>
                <c:pt idx="8079">
                  <c:v>-0.79393741115508309</c:v>
                </c:pt>
                <c:pt idx="8080">
                  <c:v>-0.79091979762644293</c:v>
                </c:pt>
                <c:pt idx="8081">
                  <c:v>-0.50768112294083345</c:v>
                </c:pt>
                <c:pt idx="8082">
                  <c:v>-0.47039235612592123</c:v>
                </c:pt>
                <c:pt idx="8083">
                  <c:v>-0.4741400085807202</c:v>
                </c:pt>
                <c:pt idx="8084">
                  <c:v>-0.1909915609921555</c:v>
                </c:pt>
                <c:pt idx="8085">
                  <c:v>-8.4101490592303624E-3</c:v>
                </c:pt>
                <c:pt idx="8086">
                  <c:v>-1.7069633376376198E-2</c:v>
                </c:pt>
                <c:pt idx="8087">
                  <c:v>-1.6660662961102614E-2</c:v>
                </c:pt>
                <c:pt idx="8088">
                  <c:v>-2.0226164272170062E-3</c:v>
                </c:pt>
                <c:pt idx="8089">
                  <c:v>1.8750019553689212E-2</c:v>
                </c:pt>
                <c:pt idx="8090">
                  <c:v>2.8122486122626713E-2</c:v>
                </c:pt>
                <c:pt idx="8091">
                  <c:v>2.8262911868083909E-2</c:v>
                </c:pt>
                <c:pt idx="8092">
                  <c:v>3.6220348835972312E-2</c:v>
                </c:pt>
                <c:pt idx="8093">
                  <c:v>4.1802332002255776E-2</c:v>
                </c:pt>
                <c:pt idx="8094">
                  <c:v>4.5519285313439808E-2</c:v>
                </c:pt>
                <c:pt idx="8095">
                  <c:v>4.7952949028886242E-2</c:v>
                </c:pt>
                <c:pt idx="8096">
                  <c:v>3.8207881990094388E-2</c:v>
                </c:pt>
                <c:pt idx="8097">
                  <c:v>2.4042661337419374E-2</c:v>
                </c:pt>
                <c:pt idx="8098">
                  <c:v>2.418288405473145E-2</c:v>
                </c:pt>
                <c:pt idx="8099">
                  <c:v>3.4545535264341926E-2</c:v>
                </c:pt>
                <c:pt idx="8100">
                  <c:v>2.1546611389583664E-2</c:v>
                </c:pt>
                <c:pt idx="8101">
                  <c:v>-0.69597521553456099</c:v>
                </c:pt>
                <c:pt idx="8102">
                  <c:v>-1.2690490273958905</c:v>
                </c:pt>
                <c:pt idx="8103">
                  <c:v>-1.3428732943055843</c:v>
                </c:pt>
                <c:pt idx="8104">
                  <c:v>-1.3417075258499429</c:v>
                </c:pt>
                <c:pt idx="8105">
                  <c:v>-0.91421590749068515</c:v>
                </c:pt>
                <c:pt idx="8106">
                  <c:v>-0.89766915600634811</c:v>
                </c:pt>
                <c:pt idx="8107">
                  <c:v>-0.87970459909537513</c:v>
                </c:pt>
                <c:pt idx="8108">
                  <c:v>-0.69783743939137466</c:v>
                </c:pt>
                <c:pt idx="8109">
                  <c:v>-0.80138731073475766</c:v>
                </c:pt>
                <c:pt idx="8110">
                  <c:v>-0.73008977819917553</c:v>
                </c:pt>
                <c:pt idx="8111">
                  <c:v>-0.30751221459724637</c:v>
                </c:pt>
                <c:pt idx="8112">
                  <c:v>-0.18741118858838521</c:v>
                </c:pt>
                <c:pt idx="8113">
                  <c:v>-7.9570151427688002E-2</c:v>
                </c:pt>
                <c:pt idx="8114">
                  <c:v>-3.0288394868286161E-2</c:v>
                </c:pt>
                <c:pt idx="8115">
                  <c:v>1.3443574494329064E-2</c:v>
                </c:pt>
                <c:pt idx="8116">
                  <c:v>2.8995878826746636E-2</c:v>
                </c:pt>
                <c:pt idx="8117">
                  <c:v>3.4172420810532192E-2</c:v>
                </c:pt>
                <c:pt idx="8118">
                  <c:v>4.1362365883913454E-2</c:v>
                </c:pt>
                <c:pt idx="8119">
                  <c:v>-0.33676144655347462</c:v>
                </c:pt>
                <c:pt idx="8120">
                  <c:v>-1.0366404028833094</c:v>
                </c:pt>
                <c:pt idx="8121">
                  <c:v>-1.2130866552095083</c:v>
                </c:pt>
                <c:pt idx="8122">
                  <c:v>-1.2703703077645609</c:v>
                </c:pt>
                <c:pt idx="8123">
                  <c:v>-1.3157185845430539</c:v>
                </c:pt>
                <c:pt idx="8124">
                  <c:v>-1.3115102474769078</c:v>
                </c:pt>
                <c:pt idx="8125">
                  <c:v>-1.3531249474885978</c:v>
                </c:pt>
                <c:pt idx="8126">
                  <c:v>-1.3471995196696476</c:v>
                </c:pt>
                <c:pt idx="8127">
                  <c:v>-1.346700887627907</c:v>
                </c:pt>
                <c:pt idx="8128">
                  <c:v>-1.3592389882211215</c:v>
                </c:pt>
                <c:pt idx="8129">
                  <c:v>-1.3475985143606326</c:v>
                </c:pt>
                <c:pt idx="8130">
                  <c:v>-1.2236620909714646</c:v>
                </c:pt>
                <c:pt idx="8131">
                  <c:v>-0.98999393754156628</c:v>
                </c:pt>
                <c:pt idx="8132">
                  <c:v>-0.90002942212190462</c:v>
                </c:pt>
                <c:pt idx="8133">
                  <c:v>-0.85132850379987579</c:v>
                </c:pt>
                <c:pt idx="8134">
                  <c:v>-0.78621807687550405</c:v>
                </c:pt>
                <c:pt idx="8135">
                  <c:v>-0.52961859024422431</c:v>
                </c:pt>
                <c:pt idx="8136">
                  <c:v>-0.28189784959116482</c:v>
                </c:pt>
                <c:pt idx="8137">
                  <c:v>-0.15881624039329326</c:v>
                </c:pt>
                <c:pt idx="8138">
                  <c:v>-5.5639799482521922E-2</c:v>
                </c:pt>
                <c:pt idx="8139">
                  <c:v>-1.2396277841076664E-2</c:v>
                </c:pt>
                <c:pt idx="8140">
                  <c:v>2.7922403893660682E-2</c:v>
                </c:pt>
                <c:pt idx="8141">
                  <c:v>3.3540119074711119E-2</c:v>
                </c:pt>
                <c:pt idx="8142">
                  <c:v>-0.49031356483261629</c:v>
                </c:pt>
                <c:pt idx="8143">
                  <c:v>-0.92773325453047162</c:v>
                </c:pt>
                <c:pt idx="8144">
                  <c:v>-1.0230079967325094</c:v>
                </c:pt>
                <c:pt idx="8145">
                  <c:v>-1.3064024473790481</c:v>
                </c:pt>
                <c:pt idx="8146">
                  <c:v>-1.3195067129540121</c:v>
                </c:pt>
                <c:pt idx="8147">
                  <c:v>-1.4700178940571955</c:v>
                </c:pt>
                <c:pt idx="8148">
                  <c:v>-1.5527077564171381</c:v>
                </c:pt>
                <c:pt idx="8149">
                  <c:v>-1.7748946579662488</c:v>
                </c:pt>
                <c:pt idx="8150">
                  <c:v>-1.9965560161578122</c:v>
                </c:pt>
                <c:pt idx="8151">
                  <c:v>-2.2480852162279756</c:v>
                </c:pt>
                <c:pt idx="8152">
                  <c:v>-2.0222757596110763</c:v>
                </c:pt>
                <c:pt idx="8153">
                  <c:v>-1.6518485583419211</c:v>
                </c:pt>
                <c:pt idx="8154">
                  <c:v>-1.5270121370141005</c:v>
                </c:pt>
                <c:pt idx="8155">
                  <c:v>-1.4267545859698942</c:v>
                </c:pt>
                <c:pt idx="8156">
                  <c:v>-1.2841990794269642</c:v>
                </c:pt>
                <c:pt idx="8157">
                  <c:v>-1.3071984372591245</c:v>
                </c:pt>
                <c:pt idx="8158">
                  <c:v>-1.2040714457125878</c:v>
                </c:pt>
                <c:pt idx="8159">
                  <c:v>-0.60543602569816279</c:v>
                </c:pt>
                <c:pt idx="8160">
                  <c:v>-0.31780846210587982</c:v>
                </c:pt>
                <c:pt idx="8161">
                  <c:v>-0.13748376769631224</c:v>
                </c:pt>
                <c:pt idx="8162">
                  <c:v>-5.6401314703619643E-2</c:v>
                </c:pt>
                <c:pt idx="8163">
                  <c:v>9.518179682295382E-4</c:v>
                </c:pt>
                <c:pt idx="8164">
                  <c:v>4.3991138218625644E-2</c:v>
                </c:pt>
                <c:pt idx="8165">
                  <c:v>4.9538384992334913E-2</c:v>
                </c:pt>
                <c:pt idx="8166">
                  <c:v>-0.22215146084611195</c:v>
                </c:pt>
                <c:pt idx="8167">
                  <c:v>-1.0127317240428322</c:v>
                </c:pt>
                <c:pt idx="8168">
                  <c:v>-1.0833503670357909</c:v>
                </c:pt>
                <c:pt idx="8169">
                  <c:v>-1.2642341769373566</c:v>
                </c:pt>
                <c:pt idx="8170">
                  <c:v>-1.5348007057608113</c:v>
                </c:pt>
                <c:pt idx="8171">
                  <c:v>-1.79049594503281</c:v>
                </c:pt>
                <c:pt idx="8172">
                  <c:v>-1.6016353887258243</c:v>
                </c:pt>
                <c:pt idx="8173">
                  <c:v>-1.6103421944670053</c:v>
                </c:pt>
                <c:pt idx="8174">
                  <c:v>-1.6211374317786382</c:v>
                </c:pt>
                <c:pt idx="8175">
                  <c:v>-1.8819124262829645</c:v>
                </c:pt>
                <c:pt idx="8176">
                  <c:v>-1.7582721874053722</c:v>
                </c:pt>
                <c:pt idx="8177">
                  <c:v>-1.5990252874981621</c:v>
                </c:pt>
                <c:pt idx="8178">
                  <c:v>-1.5151054514055617</c:v>
                </c:pt>
                <c:pt idx="8179">
                  <c:v>-1.3979553434083247</c:v>
                </c:pt>
                <c:pt idx="8180">
                  <c:v>-1.2668410192435093</c:v>
                </c:pt>
                <c:pt idx="8181">
                  <c:v>-1.3446675394835241</c:v>
                </c:pt>
                <c:pt idx="8182">
                  <c:v>-1.2108585080524317</c:v>
                </c:pt>
                <c:pt idx="8183">
                  <c:v>-1.1593932613519053</c:v>
                </c:pt>
                <c:pt idx="8184">
                  <c:v>-1.0548909098339656</c:v>
                </c:pt>
                <c:pt idx="8185">
                  <c:v>-0.56184108896039708</c:v>
                </c:pt>
                <c:pt idx="8186">
                  <c:v>-0.26845256901931414</c:v>
                </c:pt>
                <c:pt idx="8187">
                  <c:v>-0.21263043751150615</c:v>
                </c:pt>
                <c:pt idx="8188">
                  <c:v>-0.94586141977703797</c:v>
                </c:pt>
                <c:pt idx="8189">
                  <c:v>-1.0911445624247134</c:v>
                </c:pt>
                <c:pt idx="8190">
                  <c:v>-0.98131007712436891</c:v>
                </c:pt>
                <c:pt idx="8191">
                  <c:v>-0.93434376588675616</c:v>
                </c:pt>
                <c:pt idx="8192">
                  <c:v>-1.141751179893884</c:v>
                </c:pt>
                <c:pt idx="8193">
                  <c:v>-1.2492317941838833</c:v>
                </c:pt>
                <c:pt idx="8194">
                  <c:v>-1.5021972527512175</c:v>
                </c:pt>
                <c:pt idx="8195">
                  <c:v>-1.4331580500782879</c:v>
                </c:pt>
                <c:pt idx="8196">
                  <c:v>-0.87382030586688775</c:v>
                </c:pt>
                <c:pt idx="8197">
                  <c:v>-0.47562006931657547</c:v>
                </c:pt>
                <c:pt idx="8198">
                  <c:v>-6.4320825842649407E-2</c:v>
                </c:pt>
                <c:pt idx="8199">
                  <c:v>0.30105528346629423</c:v>
                </c:pt>
                <c:pt idx="8200">
                  <c:v>-1.3989907001444084</c:v>
                </c:pt>
                <c:pt idx="8201">
                  <c:v>-1.458106778079874</c:v>
                </c:pt>
                <c:pt idx="8202">
                  <c:v>-0.99212947680265184</c:v>
                </c:pt>
                <c:pt idx="8203">
                  <c:v>-0.88257165052106978</c:v>
                </c:pt>
                <c:pt idx="8204">
                  <c:v>-0.80501281668529578</c:v>
                </c:pt>
                <c:pt idx="8205">
                  <c:v>-0.87626569012716848</c:v>
                </c:pt>
                <c:pt idx="8206">
                  <c:v>-0.89590664963689548</c:v>
                </c:pt>
                <c:pt idx="8207">
                  <c:v>-0.31439141976395396</c:v>
                </c:pt>
                <c:pt idx="8208">
                  <c:v>-0.16796830408736979</c:v>
                </c:pt>
                <c:pt idx="8209">
                  <c:v>-0.11667494168420947</c:v>
                </c:pt>
                <c:pt idx="8210">
                  <c:v>-0.11287040832018627</c:v>
                </c:pt>
                <c:pt idx="8211">
                  <c:v>-9.2217056215858254E-2</c:v>
                </c:pt>
                <c:pt idx="8212">
                  <c:v>-5.1808253561055111E-2</c:v>
                </c:pt>
                <c:pt idx="8213">
                  <c:v>-1.7353800635840237E-2</c:v>
                </c:pt>
                <c:pt idx="8214">
                  <c:v>5.4054775717654281E-3</c:v>
                </c:pt>
                <c:pt idx="8215">
                  <c:v>-0.61364302088103917</c:v>
                </c:pt>
                <c:pt idx="8216">
                  <c:v>-0.88839520301826558</c:v>
                </c:pt>
                <c:pt idx="8217">
                  <c:v>-0.90763752592018854</c:v>
                </c:pt>
                <c:pt idx="8218">
                  <c:v>-0.97293720965959007</c:v>
                </c:pt>
                <c:pt idx="8219">
                  <c:v>-1.1130527308063352</c:v>
                </c:pt>
                <c:pt idx="8220">
                  <c:v>-1.4512154759220317</c:v>
                </c:pt>
                <c:pt idx="8221">
                  <c:v>-1.5142113814230704</c:v>
                </c:pt>
                <c:pt idx="8222">
                  <c:v>-1.2060742643021416</c:v>
                </c:pt>
                <c:pt idx="8223">
                  <c:v>-1.3093765365515591</c:v>
                </c:pt>
                <c:pt idx="8224">
                  <c:v>-1.339519316181442</c:v>
                </c:pt>
                <c:pt idx="8225">
                  <c:v>-1.2324294787802184</c:v>
                </c:pt>
                <c:pt idx="8226">
                  <c:v>-1.0693015982018057</c:v>
                </c:pt>
                <c:pt idx="8227">
                  <c:v>-0.44992899064550357</c:v>
                </c:pt>
                <c:pt idx="8228">
                  <c:v>-0.56893414191583058</c:v>
                </c:pt>
                <c:pt idx="8229">
                  <c:v>-0.57357303073499866</c:v>
                </c:pt>
                <c:pt idx="8230">
                  <c:v>-0.57940004481813023</c:v>
                </c:pt>
                <c:pt idx="8231">
                  <c:v>-0.27981933502447515</c:v>
                </c:pt>
                <c:pt idx="8232">
                  <c:v>-0.31569297660116574</c:v>
                </c:pt>
                <c:pt idx="8233">
                  <c:v>-0.34592436016177336</c:v>
                </c:pt>
                <c:pt idx="8234">
                  <c:v>-0.37051348570629655</c:v>
                </c:pt>
                <c:pt idx="8235">
                  <c:v>-0.3894603532347376</c:v>
                </c:pt>
                <c:pt idx="8236">
                  <c:v>-0.4027649627470945</c:v>
                </c:pt>
                <c:pt idx="8237">
                  <c:v>-0.41042731424336748</c:v>
                </c:pt>
                <c:pt idx="8238">
                  <c:v>-0.41244740772355704</c:v>
                </c:pt>
                <c:pt idx="8239">
                  <c:v>-0.40882524318766267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-1.6420016466631181E-2</c:v>
                </c:pt>
                <c:pt idx="8290">
                  <c:v>-3.3170215869335072E-2</c:v>
                </c:pt>
                <c:pt idx="8291">
                  <c:v>-0.18038746494385732</c:v>
                </c:pt>
                <c:pt idx="8292">
                  <c:v>-0.22171471177509469</c:v>
                </c:pt>
                <c:pt idx="8293">
                  <c:v>-0.22486295237877862</c:v>
                </c:pt>
                <c:pt idx="8294">
                  <c:v>-0.16850912495323103</c:v>
                </c:pt>
                <c:pt idx="8295">
                  <c:v>-0.19520267416826348</c:v>
                </c:pt>
                <c:pt idx="8296">
                  <c:v>-0.20544141130590279</c:v>
                </c:pt>
                <c:pt idx="8297">
                  <c:v>-0.18954778016031662</c:v>
                </c:pt>
                <c:pt idx="8298">
                  <c:v>-0.20566904339153244</c:v>
                </c:pt>
                <c:pt idx="8299">
                  <c:v>-0.1498011289786676</c:v>
                </c:pt>
                <c:pt idx="8300">
                  <c:v>-0.14968246722326742</c:v>
                </c:pt>
                <c:pt idx="8301">
                  <c:v>-0.13468188378991278</c:v>
                </c:pt>
                <c:pt idx="8302">
                  <c:v>-8.4632581735484005E-2</c:v>
                </c:pt>
                <c:pt idx="8303">
                  <c:v>-2.6686227873383438E-2</c:v>
                </c:pt>
                <c:pt idx="8304">
                  <c:v>-2.0948777369525249E-2</c:v>
                </c:pt>
                <c:pt idx="8305">
                  <c:v>-2.4202704071973766E-2</c:v>
                </c:pt>
                <c:pt idx="8306">
                  <c:v>-1.8099185887708136E-2</c:v>
                </c:pt>
                <c:pt idx="8307">
                  <c:v>-1.1478568358852786E-2</c:v>
                </c:pt>
                <c:pt idx="8308">
                  <c:v>-4.9495700098946488E-3</c:v>
                </c:pt>
                <c:pt idx="8309">
                  <c:v>-1.2226207558963932E-3</c:v>
                </c:pt>
                <c:pt idx="8310">
                  <c:v>3.5757459139198981E-3</c:v>
                </c:pt>
                <c:pt idx="8311">
                  <c:v>-2.367239524335044E-4</c:v>
                </c:pt>
                <c:pt idx="8312">
                  <c:v>-6.0980482233868403E-3</c:v>
                </c:pt>
                <c:pt idx="8313">
                  <c:v>-8.7321598313321851E-3</c:v>
                </c:pt>
                <c:pt idx="8314">
                  <c:v>-6.7143608624410017E-2</c:v>
                </c:pt>
                <c:pt idx="8315">
                  <c:v>-0.16672982086414939</c:v>
                </c:pt>
                <c:pt idx="8316">
                  <c:v>-0.16632278189046845</c:v>
                </c:pt>
                <c:pt idx="8317">
                  <c:v>-0.16732541757947569</c:v>
                </c:pt>
                <c:pt idx="8318">
                  <c:v>-0.1678138868356269</c:v>
                </c:pt>
                <c:pt idx="8319">
                  <c:v>-0.39025964774774857</c:v>
                </c:pt>
                <c:pt idx="8320">
                  <c:v>-0.3703440183424242</c:v>
                </c:pt>
                <c:pt idx="8321">
                  <c:v>-0.44041902023046103</c:v>
                </c:pt>
                <c:pt idx="8322">
                  <c:v>-0.4904197723843034</c:v>
                </c:pt>
                <c:pt idx="8323">
                  <c:v>-0.49887641283468093</c:v>
                </c:pt>
                <c:pt idx="8324">
                  <c:v>-0.45692310069613845</c:v>
                </c:pt>
                <c:pt idx="8325">
                  <c:v>-0.48399887802926689</c:v>
                </c:pt>
                <c:pt idx="8326">
                  <c:v>-0.46716375208098904</c:v>
                </c:pt>
                <c:pt idx="8327">
                  <c:v>-0.2931930444205002</c:v>
                </c:pt>
                <c:pt idx="8328">
                  <c:v>-0.19493095431079924</c:v>
                </c:pt>
                <c:pt idx="8329">
                  <c:v>-0.16106743365761966</c:v>
                </c:pt>
                <c:pt idx="8330">
                  <c:v>-0.13716219004180075</c:v>
                </c:pt>
                <c:pt idx="8331">
                  <c:v>-0.10302749700165112</c:v>
                </c:pt>
                <c:pt idx="8332">
                  <c:v>-6.9435072259412117E-2</c:v>
                </c:pt>
                <c:pt idx="8333">
                  <c:v>-3.9470627428641193E-2</c:v>
                </c:pt>
                <c:pt idx="8334">
                  <c:v>-1.3741069630976824E-2</c:v>
                </c:pt>
                <c:pt idx="8335">
                  <c:v>-0.14023305580544074</c:v>
                </c:pt>
                <c:pt idx="8336">
                  <c:v>-0.46553435210114374</c:v>
                </c:pt>
                <c:pt idx="8337">
                  <c:v>-0.45436140976067074</c:v>
                </c:pt>
                <c:pt idx="8338">
                  <c:v>-0.44466831850389787</c:v>
                </c:pt>
                <c:pt idx="8339">
                  <c:v>-0.44377772707023339</c:v>
                </c:pt>
                <c:pt idx="8340">
                  <c:v>-0.51624995737820933</c:v>
                </c:pt>
                <c:pt idx="8341">
                  <c:v>-0.65889705096271634</c:v>
                </c:pt>
                <c:pt idx="8342">
                  <c:v>-0.73160382081192143</c:v>
                </c:pt>
                <c:pt idx="8343">
                  <c:v>-0.75283163566962041</c:v>
                </c:pt>
                <c:pt idx="8344">
                  <c:v>-0.70870601429392943</c:v>
                </c:pt>
                <c:pt idx="8345">
                  <c:v>-0.58134033401315</c:v>
                </c:pt>
                <c:pt idx="8346">
                  <c:v>-0.40242944344229059</c:v>
                </c:pt>
                <c:pt idx="8347">
                  <c:v>-0.31090638505912277</c:v>
                </c:pt>
                <c:pt idx="8348">
                  <c:v>-0.2114078909283692</c:v>
                </c:pt>
                <c:pt idx="8349">
                  <c:v>-0.14034927602625552</c:v>
                </c:pt>
                <c:pt idx="8350">
                  <c:v>-0.17956473746827234</c:v>
                </c:pt>
                <c:pt idx="8351">
                  <c:v>-1.6291780548419324E-3</c:v>
                </c:pt>
                <c:pt idx="8352">
                  <c:v>2.3592529929166727E-4</c:v>
                </c:pt>
                <c:pt idx="8353">
                  <c:v>1.9370666529025832E-2</c:v>
                </c:pt>
                <c:pt idx="8354">
                  <c:v>2.0433330722512948E-2</c:v>
                </c:pt>
                <c:pt idx="8355">
                  <c:v>2.2892061208491705E-2</c:v>
                </c:pt>
                <c:pt idx="8356">
                  <c:v>2.4858133982133129E-2</c:v>
                </c:pt>
                <c:pt idx="8357">
                  <c:v>2.6584368117327624E-2</c:v>
                </c:pt>
                <c:pt idx="8358">
                  <c:v>2.7433105872865432E-2</c:v>
                </c:pt>
                <c:pt idx="8359">
                  <c:v>2.0581315303408718E-2</c:v>
                </c:pt>
                <c:pt idx="8360">
                  <c:v>1.3743604576466088E-2</c:v>
                </c:pt>
                <c:pt idx="8361">
                  <c:v>-1.5012329747172519E-3</c:v>
                </c:pt>
                <c:pt idx="8362">
                  <c:v>1.0301135190758055E-2</c:v>
                </c:pt>
                <c:pt idx="8363">
                  <c:v>-2.4073634264123395E-3</c:v>
                </c:pt>
                <c:pt idx="8364">
                  <c:v>4.9849339798020108E-3</c:v>
                </c:pt>
                <c:pt idx="8365">
                  <c:v>1.1771008431091098E-2</c:v>
                </c:pt>
                <c:pt idx="8366">
                  <c:v>2.0826768338526223E-3</c:v>
                </c:pt>
                <c:pt idx="8367">
                  <c:v>3.6910493815693374E-3</c:v>
                </c:pt>
                <c:pt idx="8368">
                  <c:v>1.6533835004064121E-2</c:v>
                </c:pt>
                <c:pt idx="8369">
                  <c:v>2.7638755221628182E-2</c:v>
                </c:pt>
                <c:pt idx="8370">
                  <c:v>2.6870873499938174E-2</c:v>
                </c:pt>
                <c:pt idx="8371">
                  <c:v>2.8676118165848547E-2</c:v>
                </c:pt>
                <c:pt idx="8372">
                  <c:v>2.1449409674682198E-2</c:v>
                </c:pt>
                <c:pt idx="8373">
                  <c:v>2.9813153404030606E-2</c:v>
                </c:pt>
                <c:pt idx="8374">
                  <c:v>2.851733892112843E-2</c:v>
                </c:pt>
                <c:pt idx="8375">
                  <c:v>3.1336056687178648E-2</c:v>
                </c:pt>
                <c:pt idx="8376">
                  <c:v>3.1418140267736712E-2</c:v>
                </c:pt>
                <c:pt idx="8377">
                  <c:v>3.2059306097234889E-2</c:v>
                </c:pt>
                <c:pt idx="8378">
                  <c:v>2.6097573712209922E-2</c:v>
                </c:pt>
                <c:pt idx="8379">
                  <c:v>2.6859346073307241E-2</c:v>
                </c:pt>
                <c:pt idx="8380">
                  <c:v>2.6628229512498311E-2</c:v>
                </c:pt>
                <c:pt idx="8381">
                  <c:v>2.9130166594604261E-2</c:v>
                </c:pt>
                <c:pt idx="8382">
                  <c:v>0.22513457334389325</c:v>
                </c:pt>
                <c:pt idx="8383">
                  <c:v>0.1422535688382833</c:v>
                </c:pt>
                <c:pt idx="8384">
                  <c:v>-8.5829227332296348E-3</c:v>
                </c:pt>
                <c:pt idx="8385">
                  <c:v>-2.6339587545872588E-2</c:v>
                </c:pt>
                <c:pt idx="8386">
                  <c:v>-0.34432093639870631</c:v>
                </c:pt>
                <c:pt idx="8387">
                  <c:v>-0.38633952164858387</c:v>
                </c:pt>
                <c:pt idx="8388">
                  <c:v>-0.44329813768538817</c:v>
                </c:pt>
                <c:pt idx="8389">
                  <c:v>-0.43594318582950453</c:v>
                </c:pt>
                <c:pt idx="8390">
                  <c:v>-0.5102195193691389</c:v>
                </c:pt>
                <c:pt idx="8391">
                  <c:v>-0.53783176283416201</c:v>
                </c:pt>
                <c:pt idx="8392">
                  <c:v>-0.51954828285735322</c:v>
                </c:pt>
                <c:pt idx="8393">
                  <c:v>-0.48867772883768584</c:v>
                </c:pt>
                <c:pt idx="8394">
                  <c:v>-0.34158869641883693</c:v>
                </c:pt>
                <c:pt idx="8395">
                  <c:v>-0.11735862814199494</c:v>
                </c:pt>
                <c:pt idx="8396">
                  <c:v>-0.35706380591953668</c:v>
                </c:pt>
                <c:pt idx="8397">
                  <c:v>-0.16775814322823654</c:v>
                </c:pt>
                <c:pt idx="8398">
                  <c:v>-0.10084817520968622</c:v>
                </c:pt>
                <c:pt idx="8399">
                  <c:v>-5.0802020349861247E-2</c:v>
                </c:pt>
                <c:pt idx="8400">
                  <c:v>-1.398189172422991E-2</c:v>
                </c:pt>
                <c:pt idx="8401">
                  <c:v>-3.0164761878908623E-3</c:v>
                </c:pt>
                <c:pt idx="8402">
                  <c:v>8.5917385510020042E-3</c:v>
                </c:pt>
                <c:pt idx="8403">
                  <c:v>2.5149283353189781E-2</c:v>
                </c:pt>
                <c:pt idx="8404">
                  <c:v>2.2102040599583463E-2</c:v>
                </c:pt>
                <c:pt idx="8405">
                  <c:v>2.2190813290560732E-2</c:v>
                </c:pt>
                <c:pt idx="8406">
                  <c:v>1.9676813927287165E-2</c:v>
                </c:pt>
                <c:pt idx="8407">
                  <c:v>1.4807981512974799E-2</c:v>
                </c:pt>
                <c:pt idx="8408">
                  <c:v>6.2569515799345667E-3</c:v>
                </c:pt>
                <c:pt idx="8409">
                  <c:v>4.0962750419756338E-3</c:v>
                </c:pt>
                <c:pt idx="8410">
                  <c:v>-1.0176560937201049E-2</c:v>
                </c:pt>
                <c:pt idx="8411">
                  <c:v>-0.13450539097734424</c:v>
                </c:pt>
                <c:pt idx="8412">
                  <c:v>-0.30670335387099501</c:v>
                </c:pt>
                <c:pt idx="8413">
                  <c:v>-0.6410684169650761</c:v>
                </c:pt>
                <c:pt idx="8414">
                  <c:v>-0.21848518114716489</c:v>
                </c:pt>
                <c:pt idx="8415">
                  <c:v>-0.831690056938578</c:v>
                </c:pt>
                <c:pt idx="8416">
                  <c:v>-0.60682943683145119</c:v>
                </c:pt>
                <c:pt idx="8417">
                  <c:v>-0.30339723389144962</c:v>
                </c:pt>
                <c:pt idx="8418">
                  <c:v>-0.51696679201239659</c:v>
                </c:pt>
                <c:pt idx="8419">
                  <c:v>-0.34898006322616015</c:v>
                </c:pt>
                <c:pt idx="8420">
                  <c:v>-0.24598393655537421</c:v>
                </c:pt>
                <c:pt idx="8421">
                  <c:v>-0.25159920338111708</c:v>
                </c:pt>
                <c:pt idx="8422">
                  <c:v>-0.1756848771062674</c:v>
                </c:pt>
                <c:pt idx="8423">
                  <c:v>-4.8082984186929391E-2</c:v>
                </c:pt>
                <c:pt idx="8424">
                  <c:v>-3.8787245236733596E-2</c:v>
                </c:pt>
                <c:pt idx="8425">
                  <c:v>-2.3412756551711683E-2</c:v>
                </c:pt>
                <c:pt idx="8426">
                  <c:v>-7.973919432084484E-3</c:v>
                </c:pt>
                <c:pt idx="8427">
                  <c:v>6.0226407713059749E-3</c:v>
                </c:pt>
                <c:pt idx="8428">
                  <c:v>1.9945386908594962E-2</c:v>
                </c:pt>
                <c:pt idx="8429">
                  <c:v>2.2440010882693533E-2</c:v>
                </c:pt>
                <c:pt idx="8430">
                  <c:v>2.7193341537329659E-2</c:v>
                </c:pt>
                <c:pt idx="8431">
                  <c:v>1.6312600008634826E-2</c:v>
                </c:pt>
                <c:pt idx="8432">
                  <c:v>-6.1955251785818346E-3</c:v>
                </c:pt>
                <c:pt idx="8433">
                  <c:v>-6.9565019051499338E-2</c:v>
                </c:pt>
                <c:pt idx="8434">
                  <c:v>-0.38010241132299089</c:v>
                </c:pt>
                <c:pt idx="8435">
                  <c:v>-0.18091754933617105</c:v>
                </c:pt>
                <c:pt idx="8436">
                  <c:v>-0.69969792643285456</c:v>
                </c:pt>
                <c:pt idx="8437">
                  <c:v>-0.26083699667525212</c:v>
                </c:pt>
                <c:pt idx="8438">
                  <c:v>-0.75114944593045663</c:v>
                </c:pt>
                <c:pt idx="8439">
                  <c:v>-0.54422995959214648</c:v>
                </c:pt>
                <c:pt idx="8440">
                  <c:v>-0.47464161867077093</c:v>
                </c:pt>
                <c:pt idx="8441">
                  <c:v>-0.26435344405053812</c:v>
                </c:pt>
                <c:pt idx="8442">
                  <c:v>-0.54797509184326176</c:v>
                </c:pt>
                <c:pt idx="8443">
                  <c:v>-0.37874290825053197</c:v>
                </c:pt>
                <c:pt idx="8444">
                  <c:v>-0.23787155041016292</c:v>
                </c:pt>
                <c:pt idx="8445">
                  <c:v>-0.35772989636891095</c:v>
                </c:pt>
                <c:pt idx="8446">
                  <c:v>-0.30727810813970358</c:v>
                </c:pt>
                <c:pt idx="8447">
                  <c:v>-0.1063082320247886</c:v>
                </c:pt>
                <c:pt idx="8448">
                  <c:v>-8.2754476109580505E-2</c:v>
                </c:pt>
                <c:pt idx="8449">
                  <c:v>-5.0502610736750594E-2</c:v>
                </c:pt>
                <c:pt idx="8450">
                  <c:v>-2.6077579339649222E-2</c:v>
                </c:pt>
                <c:pt idx="8451">
                  <c:v>-1.3112928998444042E-2</c:v>
                </c:pt>
                <c:pt idx="8452">
                  <c:v>3.6678035449456913E-3</c:v>
                </c:pt>
                <c:pt idx="8453">
                  <c:v>1.3946641984697658E-2</c:v>
                </c:pt>
                <c:pt idx="8454">
                  <c:v>1.4225543287322794E-2</c:v>
                </c:pt>
                <c:pt idx="8455">
                  <c:v>1.2330772629462677E-2</c:v>
                </c:pt>
                <c:pt idx="8456">
                  <c:v>-0.18627037376385974</c:v>
                </c:pt>
                <c:pt idx="8457">
                  <c:v>-0.18829739432479245</c:v>
                </c:pt>
                <c:pt idx="8458">
                  <c:v>-0.25784171499514363</c:v>
                </c:pt>
                <c:pt idx="8459">
                  <c:v>-0.17329990532562212</c:v>
                </c:pt>
                <c:pt idx="8460">
                  <c:v>-7.6689884216197976E-2</c:v>
                </c:pt>
                <c:pt idx="8461">
                  <c:v>-7.7397297166575091E-2</c:v>
                </c:pt>
                <c:pt idx="8462">
                  <c:v>-4.7241031347406072E-2</c:v>
                </c:pt>
                <c:pt idx="8463">
                  <c:v>-7.7928345838732954E-2</c:v>
                </c:pt>
                <c:pt idx="8464">
                  <c:v>-0.10393902432568083</c:v>
                </c:pt>
                <c:pt idx="8465">
                  <c:v>-9.4253724147984372E-2</c:v>
                </c:pt>
                <c:pt idx="8466">
                  <c:v>-5.6650031595368633E-2</c:v>
                </c:pt>
                <c:pt idx="8467">
                  <c:v>-3.7727688270328075E-2</c:v>
                </c:pt>
                <c:pt idx="8468">
                  <c:v>-7.9751759216623724E-2</c:v>
                </c:pt>
                <c:pt idx="8469">
                  <c:v>-6.2235680972581413E-2</c:v>
                </c:pt>
                <c:pt idx="8470">
                  <c:v>8.7003982160546191E-4</c:v>
                </c:pt>
                <c:pt idx="8471">
                  <c:v>1.9246063103357088E-2</c:v>
                </c:pt>
                <c:pt idx="8472">
                  <c:v>1.8465780921333521E-2</c:v>
                </c:pt>
                <c:pt idx="8473">
                  <c:v>2.8514936136869135E-2</c:v>
                </c:pt>
                <c:pt idx="8474">
                  <c:v>2.2975081237767789E-2</c:v>
                </c:pt>
                <c:pt idx="8475">
                  <c:v>1.8239079006643961E-2</c:v>
                </c:pt>
                <c:pt idx="8476">
                  <c:v>2.2102117704131712E-2</c:v>
                </c:pt>
                <c:pt idx="8477">
                  <c:v>2.1211760286261212E-2</c:v>
                </c:pt>
                <c:pt idx="8478">
                  <c:v>1.9430241935719302E-2</c:v>
                </c:pt>
                <c:pt idx="8479">
                  <c:v>1.9896204165350723E-2</c:v>
                </c:pt>
                <c:pt idx="8480">
                  <c:v>1.9272029900777518E-2</c:v>
                </c:pt>
                <c:pt idx="8481">
                  <c:v>-7.0205901391052344E-3</c:v>
                </c:pt>
                <c:pt idx="8482">
                  <c:v>-1.8063447056444119E-3</c:v>
                </c:pt>
                <c:pt idx="8483">
                  <c:v>-1.6047459945368668E-3</c:v>
                </c:pt>
                <c:pt idx="8484">
                  <c:v>-5.4139402401922089E-3</c:v>
                </c:pt>
                <c:pt idx="8485">
                  <c:v>8.7093923636721664E-4</c:v>
                </c:pt>
                <c:pt idx="8486">
                  <c:v>6.8881007194652333E-3</c:v>
                </c:pt>
                <c:pt idx="8487">
                  <c:v>7.3695372122514194E-3</c:v>
                </c:pt>
                <c:pt idx="8488">
                  <c:v>3.1389418329337121E-3</c:v>
                </c:pt>
                <c:pt idx="8489">
                  <c:v>6.8785285035095709E-3</c:v>
                </c:pt>
                <c:pt idx="8490">
                  <c:v>6.3071437065517141E-3</c:v>
                </c:pt>
                <c:pt idx="8491">
                  <c:v>8.755990403084753E-3</c:v>
                </c:pt>
                <c:pt idx="8492">
                  <c:v>9.5786022954390936E-3</c:v>
                </c:pt>
                <c:pt idx="8493">
                  <c:v>9.9435992106614909E-3</c:v>
                </c:pt>
                <c:pt idx="8494">
                  <c:v>2.0047596569847118E-2</c:v>
                </c:pt>
                <c:pt idx="8495">
                  <c:v>2.0789674625022344E-2</c:v>
                </c:pt>
                <c:pt idx="8496">
                  <c:v>2.0273403464132787E-2</c:v>
                </c:pt>
                <c:pt idx="8497">
                  <c:v>2.2064040693568526E-2</c:v>
                </c:pt>
                <c:pt idx="8498">
                  <c:v>3.0816580104332199E-2</c:v>
                </c:pt>
                <c:pt idx="8499">
                  <c:v>2.9933003651482139E-2</c:v>
                </c:pt>
                <c:pt idx="8500">
                  <c:v>2.6740200908405998E-2</c:v>
                </c:pt>
                <c:pt idx="8501">
                  <c:v>2.6311384444637261E-2</c:v>
                </c:pt>
                <c:pt idx="8502">
                  <c:v>3.4932385665372684E-2</c:v>
                </c:pt>
                <c:pt idx="8503">
                  <c:v>3.0838447885232594E-2</c:v>
                </c:pt>
                <c:pt idx="8504">
                  <c:v>-3.5371470977782434E-3</c:v>
                </c:pt>
                <c:pt idx="8505">
                  <c:v>-1.8882650312706511E-2</c:v>
                </c:pt>
                <c:pt idx="8506">
                  <c:v>-2.1699857162180473E-2</c:v>
                </c:pt>
                <c:pt idx="8507">
                  <c:v>-1.3600096208680317E-2</c:v>
                </c:pt>
                <c:pt idx="8508">
                  <c:v>-2.9547279682527678E-3</c:v>
                </c:pt>
                <c:pt idx="8509">
                  <c:v>-0.16002810097607981</c:v>
                </c:pt>
                <c:pt idx="8510">
                  <c:v>-0.67883076879055204</c:v>
                </c:pt>
                <c:pt idx="8511">
                  <c:v>-0.40094147074086733</c:v>
                </c:pt>
                <c:pt idx="8512">
                  <c:v>-0.35979790560057101</c:v>
                </c:pt>
                <c:pt idx="8513">
                  <c:v>-0.3375764655445434</c:v>
                </c:pt>
                <c:pt idx="8514">
                  <c:v>-0.21128190564510091</c:v>
                </c:pt>
                <c:pt idx="8515">
                  <c:v>-0.11319234621165686</c:v>
                </c:pt>
                <c:pt idx="8516">
                  <c:v>-4.1763507073683377E-2</c:v>
                </c:pt>
                <c:pt idx="8517">
                  <c:v>-3.7844078608165972E-2</c:v>
                </c:pt>
                <c:pt idx="8518">
                  <c:v>1.2495783383053741E-2</c:v>
                </c:pt>
                <c:pt idx="8519">
                  <c:v>1.8892265420202999E-2</c:v>
                </c:pt>
                <c:pt idx="8520">
                  <c:v>2.1290102686030994E-2</c:v>
                </c:pt>
                <c:pt idx="8521">
                  <c:v>2.6702338272393034E-2</c:v>
                </c:pt>
                <c:pt idx="8522">
                  <c:v>2.8850456858263571E-2</c:v>
                </c:pt>
                <c:pt idx="8523">
                  <c:v>2.8213484010615224E-2</c:v>
                </c:pt>
                <c:pt idx="8524">
                  <c:v>2.8882506079628424E-2</c:v>
                </c:pt>
                <c:pt idx="8525">
                  <c:v>3.4704703043153755E-2</c:v>
                </c:pt>
                <c:pt idx="8526">
                  <c:v>3.1234197765718823E-2</c:v>
                </c:pt>
                <c:pt idx="8527">
                  <c:v>7.6949577733645648E-3</c:v>
                </c:pt>
                <c:pt idx="8528">
                  <c:v>-3.2099842219346648E-2</c:v>
                </c:pt>
                <c:pt idx="8529">
                  <c:v>-3.0152650492317287E-2</c:v>
                </c:pt>
                <c:pt idx="8530">
                  <c:v>-3.9744108724610136E-2</c:v>
                </c:pt>
                <c:pt idx="8531">
                  <c:v>-0.10117864908803749</c:v>
                </c:pt>
                <c:pt idx="8532">
                  <c:v>-0.66191886903808417</c:v>
                </c:pt>
                <c:pt idx="8533">
                  <c:v>-0.45135866310905587</c:v>
                </c:pt>
                <c:pt idx="8534">
                  <c:v>-0.38269089872056777</c:v>
                </c:pt>
                <c:pt idx="8535">
                  <c:v>-0.38070796918277083</c:v>
                </c:pt>
                <c:pt idx="8536">
                  <c:v>-0.44620155228175845</c:v>
                </c:pt>
                <c:pt idx="8537">
                  <c:v>-0.47037235571595049</c:v>
                </c:pt>
                <c:pt idx="8538">
                  <c:v>-0.33586951083862016</c:v>
                </c:pt>
                <c:pt idx="8539">
                  <c:v>-0.19961862094805119</c:v>
                </c:pt>
                <c:pt idx="8540">
                  <c:v>-0.12375522955696874</c:v>
                </c:pt>
                <c:pt idx="8541">
                  <c:v>-0.17335825575743022</c:v>
                </c:pt>
                <c:pt idx="8542">
                  <c:v>-4.4195865965538171E-2</c:v>
                </c:pt>
                <c:pt idx="8543">
                  <c:v>-0.12719939151830501</c:v>
                </c:pt>
                <c:pt idx="8544">
                  <c:v>-1.8128427025535278E-2</c:v>
                </c:pt>
                <c:pt idx="8545">
                  <c:v>-2.6372669300642755E-2</c:v>
                </c:pt>
                <c:pt idx="8546">
                  <c:v>-1.4950670098701095E-2</c:v>
                </c:pt>
                <c:pt idx="8547">
                  <c:v>5.4058949553277471E-3</c:v>
                </c:pt>
                <c:pt idx="8548">
                  <c:v>2.5729114901663564E-2</c:v>
                </c:pt>
                <c:pt idx="8549">
                  <c:v>3.0381115838127262E-2</c:v>
                </c:pt>
                <c:pt idx="8550">
                  <c:v>2.8303084346873293E-2</c:v>
                </c:pt>
                <c:pt idx="8551">
                  <c:v>2.0743527081541618E-2</c:v>
                </c:pt>
                <c:pt idx="8552">
                  <c:v>-1.5363220699916158E-2</c:v>
                </c:pt>
                <c:pt idx="8553">
                  <c:v>-1.9585633085853701E-2</c:v>
                </c:pt>
                <c:pt idx="8554">
                  <c:v>-5.3728156336461302E-2</c:v>
                </c:pt>
                <c:pt idx="8555">
                  <c:v>-0.49237658467965112</c:v>
                </c:pt>
                <c:pt idx="8556">
                  <c:v>-0.41235075294858681</c:v>
                </c:pt>
                <c:pt idx="8557">
                  <c:v>-0.4080914459859511</c:v>
                </c:pt>
                <c:pt idx="8558">
                  <c:v>-0.47959556002867559</c:v>
                </c:pt>
                <c:pt idx="8559">
                  <c:v>-0.47233890560996056</c:v>
                </c:pt>
                <c:pt idx="8560">
                  <c:v>-0.53998247255276333</c:v>
                </c:pt>
                <c:pt idx="8561">
                  <c:v>-0.46711760200762487</c:v>
                </c:pt>
                <c:pt idx="8562">
                  <c:v>-0.44924236739219986</c:v>
                </c:pt>
                <c:pt idx="8563">
                  <c:v>-0.21896129452010765</c:v>
                </c:pt>
                <c:pt idx="8564">
                  <c:v>-0.19459765461717141</c:v>
                </c:pt>
                <c:pt idx="8565">
                  <c:v>-0.22226378568924554</c:v>
                </c:pt>
                <c:pt idx="8566">
                  <c:v>-0.24937143958031169</c:v>
                </c:pt>
                <c:pt idx="8567">
                  <c:v>-6.409183068272406E-2</c:v>
                </c:pt>
                <c:pt idx="8568">
                  <c:v>-3.9106703385661711E-2</c:v>
                </c:pt>
                <c:pt idx="8569">
                  <c:v>-1.4284221121502554E-2</c:v>
                </c:pt>
                <c:pt idx="8570">
                  <c:v>3.0611996508368767E-3</c:v>
                </c:pt>
                <c:pt idx="8571">
                  <c:v>3.0199946704103021E-2</c:v>
                </c:pt>
                <c:pt idx="8572">
                  <c:v>2.8186350235827239E-2</c:v>
                </c:pt>
                <c:pt idx="8573">
                  <c:v>2.1819468351666871E-2</c:v>
                </c:pt>
                <c:pt idx="8574">
                  <c:v>2.4944625170436999E-2</c:v>
                </c:pt>
                <c:pt idx="8575">
                  <c:v>1.9857567129575041E-2</c:v>
                </c:pt>
                <c:pt idx="8576">
                  <c:v>-1.0256146057500174E-3</c:v>
                </c:pt>
                <c:pt idx="8577">
                  <c:v>-1.0469239480209572E-2</c:v>
                </c:pt>
                <c:pt idx="8578">
                  <c:v>-0.12400021047282156</c:v>
                </c:pt>
                <c:pt idx="8579">
                  <c:v>-0.28361948397434306</c:v>
                </c:pt>
                <c:pt idx="8580">
                  <c:v>-0.20245820368373085</c:v>
                </c:pt>
                <c:pt idx="8581">
                  <c:v>-0.42087129771737597</c:v>
                </c:pt>
                <c:pt idx="8582">
                  <c:v>-0.46612877311398354</c:v>
                </c:pt>
                <c:pt idx="8583">
                  <c:v>-0.26231534972342441</c:v>
                </c:pt>
                <c:pt idx="8584">
                  <c:v>-0.40109496010079304</c:v>
                </c:pt>
                <c:pt idx="8585">
                  <c:v>-0.31026910811739572</c:v>
                </c:pt>
                <c:pt idx="8586">
                  <c:v>-0.37930194588223182</c:v>
                </c:pt>
                <c:pt idx="8587">
                  <c:v>-0.24502332952977846</c:v>
                </c:pt>
                <c:pt idx="8588">
                  <c:v>-0.18087770436509892</c:v>
                </c:pt>
                <c:pt idx="8589">
                  <c:v>-0.29279394876430442</c:v>
                </c:pt>
                <c:pt idx="8590">
                  <c:v>-0.14900748725957788</c:v>
                </c:pt>
                <c:pt idx="8591">
                  <c:v>-3.0919421244933607E-2</c:v>
                </c:pt>
                <c:pt idx="8592">
                  <c:v>-1.991720173341225E-2</c:v>
                </c:pt>
                <c:pt idx="8593">
                  <c:v>-1.9065235989043E-2</c:v>
                </c:pt>
                <c:pt idx="8594">
                  <c:v>-1.4549622476784197E-2</c:v>
                </c:pt>
                <c:pt idx="8595">
                  <c:v>-4.6029364931681463E-3</c:v>
                </c:pt>
                <c:pt idx="8596">
                  <c:v>1.2636258133659562E-2</c:v>
                </c:pt>
                <c:pt idx="8597">
                  <c:v>2.0318187115544274E-2</c:v>
                </c:pt>
                <c:pt idx="8598">
                  <c:v>2.7047449803246075E-2</c:v>
                </c:pt>
                <c:pt idx="8599">
                  <c:v>2.3863562252912737E-2</c:v>
                </c:pt>
                <c:pt idx="8600">
                  <c:v>5.9130701578990353E-3</c:v>
                </c:pt>
                <c:pt idx="8601">
                  <c:v>-1.9047243560904266E-2</c:v>
                </c:pt>
                <c:pt idx="8602">
                  <c:v>-8.7281266191900006E-2</c:v>
                </c:pt>
                <c:pt idx="8603">
                  <c:v>-0.57465783083552446</c:v>
                </c:pt>
                <c:pt idx="8604">
                  <c:v>-0.30637447588086264</c:v>
                </c:pt>
                <c:pt idx="8605">
                  <c:v>-0.61051485772221381</c:v>
                </c:pt>
                <c:pt idx="8606">
                  <c:v>-0.54028919031654254</c:v>
                </c:pt>
                <c:pt idx="8607">
                  <c:v>-0.55626896759679156</c:v>
                </c:pt>
                <c:pt idx="8608">
                  <c:v>-0.52939430416631306</c:v>
                </c:pt>
                <c:pt idx="8609">
                  <c:v>-0.32594788157035637</c:v>
                </c:pt>
                <c:pt idx="8610">
                  <c:v>-0.49822469648253576</c:v>
                </c:pt>
                <c:pt idx="8611">
                  <c:v>-0.3367065603896966</c:v>
                </c:pt>
                <c:pt idx="8612">
                  <c:v>-0.19955808237401637</c:v>
                </c:pt>
                <c:pt idx="8613">
                  <c:v>-0.27153764199812613</c:v>
                </c:pt>
                <c:pt idx="8614">
                  <c:v>-0.18051982661140226</c:v>
                </c:pt>
                <c:pt idx="8615">
                  <c:v>-3.7625352031553427E-2</c:v>
                </c:pt>
                <c:pt idx="8616">
                  <c:v>-2.7779284396396143E-2</c:v>
                </c:pt>
                <c:pt idx="8617">
                  <c:v>2.8132833685821719E-3</c:v>
                </c:pt>
                <c:pt idx="8618">
                  <c:v>2.6115250421220978E-2</c:v>
                </c:pt>
                <c:pt idx="8619">
                  <c:v>3.452491513340699E-2</c:v>
                </c:pt>
                <c:pt idx="8620">
                  <c:v>3.0411999174037023E-2</c:v>
                </c:pt>
                <c:pt idx="8621">
                  <c:v>3.1927929667848083E-2</c:v>
                </c:pt>
                <c:pt idx="8622">
                  <c:v>3.4661539875018792E-2</c:v>
                </c:pt>
                <c:pt idx="8623">
                  <c:v>2.7988569453062943E-2</c:v>
                </c:pt>
                <c:pt idx="8624">
                  <c:v>-4.9544645472748231E-3</c:v>
                </c:pt>
                <c:pt idx="8625">
                  <c:v>-8.0954811516988981E-3</c:v>
                </c:pt>
                <c:pt idx="8626">
                  <c:v>-2.8517008930086661E-3</c:v>
                </c:pt>
                <c:pt idx="8627">
                  <c:v>-7.6600951750531374E-3</c:v>
                </c:pt>
                <c:pt idx="8628">
                  <c:v>-0.27023771325295132</c:v>
                </c:pt>
                <c:pt idx="8629">
                  <c:v>-0.44724365144401029</c:v>
                </c:pt>
                <c:pt idx="8630">
                  <c:v>-0.35485310495912609</c:v>
                </c:pt>
                <c:pt idx="8631">
                  <c:v>-0.36537762585789868</c:v>
                </c:pt>
                <c:pt idx="8632">
                  <c:v>-0.28239240052272546</c:v>
                </c:pt>
                <c:pt idx="8633">
                  <c:v>-0.26161526097521437</c:v>
                </c:pt>
                <c:pt idx="8634">
                  <c:v>-0.12137543755202282</c:v>
                </c:pt>
                <c:pt idx="8635">
                  <c:v>-2.5967478736055139E-2</c:v>
                </c:pt>
                <c:pt idx="8636">
                  <c:v>1.5998700225405813E-2</c:v>
                </c:pt>
                <c:pt idx="8637">
                  <c:v>3.0835704500334449E-2</c:v>
                </c:pt>
                <c:pt idx="8638">
                  <c:v>3.7317096479147153E-2</c:v>
                </c:pt>
                <c:pt idx="8639">
                  <c:v>3.794761368257054E-2</c:v>
                </c:pt>
                <c:pt idx="8640">
                  <c:v>3.0342124603250739E-2</c:v>
                </c:pt>
                <c:pt idx="8641">
                  <c:v>2.9036386996005678E-2</c:v>
                </c:pt>
                <c:pt idx="8642">
                  <c:v>3.2646838196653399E-2</c:v>
                </c:pt>
                <c:pt idx="8643">
                  <c:v>0.24947544998455681</c:v>
                </c:pt>
                <c:pt idx="8644">
                  <c:v>0.16885100599394393</c:v>
                </c:pt>
                <c:pt idx="8645">
                  <c:v>0.18336030082233293</c:v>
                </c:pt>
                <c:pt idx="8646">
                  <c:v>0.14656451353671682</c:v>
                </c:pt>
                <c:pt idx="8647">
                  <c:v>9.9614938994160615E-2</c:v>
                </c:pt>
                <c:pt idx="8648">
                  <c:v>0.11805911378574672</c:v>
                </c:pt>
                <c:pt idx="8649">
                  <c:v>6.3477570200665329E-2</c:v>
                </c:pt>
                <c:pt idx="8650">
                  <c:v>3.1515732412311509E-2</c:v>
                </c:pt>
                <c:pt idx="8651">
                  <c:v>-7.5851845500373074E-3</c:v>
                </c:pt>
                <c:pt idx="8652">
                  <c:v>1.0581369753818196E-2</c:v>
                </c:pt>
                <c:pt idx="8653">
                  <c:v>9.8625252836364464E-3</c:v>
                </c:pt>
                <c:pt idx="8654">
                  <c:v>-0.42686438022762097</c:v>
                </c:pt>
                <c:pt idx="8655">
                  <c:v>-0.13521030031442069</c:v>
                </c:pt>
                <c:pt idx="8656">
                  <c:v>-0.29923038765749327</c:v>
                </c:pt>
                <c:pt idx="8657">
                  <c:v>-0.14203646134582593</c:v>
                </c:pt>
                <c:pt idx="8658">
                  <c:v>-7.3610712925619506E-2</c:v>
                </c:pt>
                <c:pt idx="8659">
                  <c:v>-0.10155175000243022</c:v>
                </c:pt>
                <c:pt idx="8660">
                  <c:v>3.0035968015980795E-3</c:v>
                </c:pt>
                <c:pt idx="8661">
                  <c:v>8.4300113549151279E-3</c:v>
                </c:pt>
                <c:pt idx="8662">
                  <c:v>1.2794835415425353E-2</c:v>
                </c:pt>
                <c:pt idx="8663">
                  <c:v>3.4431531227706515E-2</c:v>
                </c:pt>
                <c:pt idx="8664">
                  <c:v>4.21552754439629E-2</c:v>
                </c:pt>
                <c:pt idx="8665">
                  <c:v>3.8293244942436327E-2</c:v>
                </c:pt>
                <c:pt idx="8666">
                  <c:v>3.4007220354130292E-2</c:v>
                </c:pt>
                <c:pt idx="8667">
                  <c:v>5.4165834608399861E-2</c:v>
                </c:pt>
                <c:pt idx="8668">
                  <c:v>0.23071767867511528</c:v>
                </c:pt>
                <c:pt idx="8669">
                  <c:v>0.1670007572059628</c:v>
                </c:pt>
                <c:pt idx="8670">
                  <c:v>0.15060096829724931</c:v>
                </c:pt>
                <c:pt idx="8671">
                  <c:v>0.14688392636814682</c:v>
                </c:pt>
                <c:pt idx="8672">
                  <c:v>8.6178740890710856E-2</c:v>
                </c:pt>
                <c:pt idx="8673">
                  <c:v>7.9042513625717459E-2</c:v>
                </c:pt>
                <c:pt idx="8674">
                  <c:v>-1.5028841925781072E-3</c:v>
                </c:pt>
                <c:pt idx="8675">
                  <c:v>-3.2971554649341053E-2</c:v>
                </c:pt>
                <c:pt idx="8676">
                  <c:v>-1.0576591362514775E-2</c:v>
                </c:pt>
                <c:pt idx="8677">
                  <c:v>-0.13768262201774017</c:v>
                </c:pt>
                <c:pt idx="8678">
                  <c:v>-0.50640820413533627</c:v>
                </c:pt>
                <c:pt idx="8679">
                  <c:v>-0.29675567658618207</c:v>
                </c:pt>
                <c:pt idx="8680">
                  <c:v>-0.33730652803046834</c:v>
                </c:pt>
                <c:pt idx="8681">
                  <c:v>-0.31772632116768862</c:v>
                </c:pt>
                <c:pt idx="8682">
                  <c:v>-0.18878118020559947</c:v>
                </c:pt>
                <c:pt idx="8683">
                  <c:v>-0.23760368395595566</c:v>
                </c:pt>
                <c:pt idx="8684">
                  <c:v>-9.6507598432220801E-2</c:v>
                </c:pt>
                <c:pt idx="8685">
                  <c:v>-0.21230213300729919</c:v>
                </c:pt>
                <c:pt idx="8686">
                  <c:v>-5.1436032217047331E-2</c:v>
                </c:pt>
                <c:pt idx="8687">
                  <c:v>-0.12423259718822401</c:v>
                </c:pt>
                <c:pt idx="8688">
                  <c:v>6.1966053328219202E-3</c:v>
                </c:pt>
                <c:pt idx="8689">
                  <c:v>1.5927779972322774E-2</c:v>
                </c:pt>
                <c:pt idx="8690">
                  <c:v>2.7593471060307774E-2</c:v>
                </c:pt>
                <c:pt idx="8691">
                  <c:v>2.9931325777473133E-2</c:v>
                </c:pt>
                <c:pt idx="8692">
                  <c:v>3.1979784635057178E-2</c:v>
                </c:pt>
                <c:pt idx="8693">
                  <c:v>3.0586481957493597E-2</c:v>
                </c:pt>
                <c:pt idx="8694">
                  <c:v>2.9486301554010771E-2</c:v>
                </c:pt>
                <c:pt idx="8695">
                  <c:v>2.8501629256820388E-2</c:v>
                </c:pt>
                <c:pt idx="8696">
                  <c:v>5.0142971248017271E-3</c:v>
                </c:pt>
                <c:pt idx="8697">
                  <c:v>7.432130960316489E-3</c:v>
                </c:pt>
                <c:pt idx="8698">
                  <c:v>0.11582972904535388</c:v>
                </c:pt>
                <c:pt idx="8699">
                  <c:v>3.896200291605445E-2</c:v>
                </c:pt>
                <c:pt idx="8700">
                  <c:v>-0.16587400353619139</c:v>
                </c:pt>
                <c:pt idx="8701">
                  <c:v>-0.71871143030060181</c:v>
                </c:pt>
                <c:pt idx="8702">
                  <c:v>-0.43426494670237864</c:v>
                </c:pt>
                <c:pt idx="8703">
                  <c:v>-0.38922805052586035</c:v>
                </c:pt>
                <c:pt idx="8704">
                  <c:v>-0.33313011877232723</c:v>
                </c:pt>
                <c:pt idx="8705">
                  <c:v>-0.31103855000669944</c:v>
                </c:pt>
                <c:pt idx="8706">
                  <c:v>-0.39573379903963807</c:v>
                </c:pt>
                <c:pt idx="8707">
                  <c:v>-0.23087364792850043</c:v>
                </c:pt>
                <c:pt idx="8708">
                  <c:v>-4.589681029451232E-2</c:v>
                </c:pt>
                <c:pt idx="8709">
                  <c:v>-0.15702382494982733</c:v>
                </c:pt>
                <c:pt idx="8710">
                  <c:v>-0.16794394059183984</c:v>
                </c:pt>
                <c:pt idx="8711">
                  <c:v>-4.9770078053078155E-3</c:v>
                </c:pt>
                <c:pt idx="8712">
                  <c:v>2.6787772572942032E-2</c:v>
                </c:pt>
                <c:pt idx="8713">
                  <c:v>4.5055482980971118E-2</c:v>
                </c:pt>
                <c:pt idx="8714">
                  <c:v>4.2610424656666736E-2</c:v>
                </c:pt>
                <c:pt idx="8715">
                  <c:v>3.7938922093069413E-2</c:v>
                </c:pt>
                <c:pt idx="8716">
                  <c:v>5.7565313719091973E-2</c:v>
                </c:pt>
                <c:pt idx="8717">
                  <c:v>7.8981267543379169E-2</c:v>
                </c:pt>
                <c:pt idx="8718">
                  <c:v>6.8804924143557586E-2</c:v>
                </c:pt>
                <c:pt idx="8719">
                  <c:v>5.3478820919172512E-2</c:v>
                </c:pt>
                <c:pt idx="8720">
                  <c:v>3.1308904653321611E-2</c:v>
                </c:pt>
                <c:pt idx="8721">
                  <c:v>-1.5590029558687759E-2</c:v>
                </c:pt>
                <c:pt idx="8722">
                  <c:v>5.6142965714197593E-2</c:v>
                </c:pt>
                <c:pt idx="8723">
                  <c:v>-4.868098819912562E-2</c:v>
                </c:pt>
                <c:pt idx="8724">
                  <c:v>-8.7078884076248059E-2</c:v>
                </c:pt>
                <c:pt idx="8725">
                  <c:v>-0.25420405198013762</c:v>
                </c:pt>
                <c:pt idx="8726">
                  <c:v>-0.12013423645493893</c:v>
                </c:pt>
                <c:pt idx="8727">
                  <c:v>-0.30436965070579614</c:v>
                </c:pt>
                <c:pt idx="8728">
                  <c:v>-0.41674470295748323</c:v>
                </c:pt>
                <c:pt idx="8729">
                  <c:v>-8.2705981330294376E-4</c:v>
                </c:pt>
                <c:pt idx="8730">
                  <c:v>-2.8324476428421039E-2</c:v>
                </c:pt>
                <c:pt idx="8731">
                  <c:v>-2.9502241782306798E-2</c:v>
                </c:pt>
                <c:pt idx="8732">
                  <c:v>1.517766826717057E-2</c:v>
                </c:pt>
                <c:pt idx="8733">
                  <c:v>-0.21908329699109388</c:v>
                </c:pt>
                <c:pt idx="8734">
                  <c:v>-0.46095579336696779</c:v>
                </c:pt>
                <c:pt idx="8735">
                  <c:v>3.7760792920798064E-2</c:v>
                </c:pt>
                <c:pt idx="8736">
                  <c:v>7.8805993806541547E-2</c:v>
                </c:pt>
                <c:pt idx="8737">
                  <c:v>5.9935443184104736E-2</c:v>
                </c:pt>
                <c:pt idx="8738">
                  <c:v>1.7955432416316093E-2</c:v>
                </c:pt>
                <c:pt idx="8739">
                  <c:v>-1.1671942092931015E-2</c:v>
                </c:pt>
                <c:pt idx="8740">
                  <c:v>-1.9142867329084757E-2</c:v>
                </c:pt>
                <c:pt idx="8741">
                  <c:v>5.9852688834098619E-3</c:v>
                </c:pt>
                <c:pt idx="8742">
                  <c:v>5.7905543269258959E-2</c:v>
                </c:pt>
                <c:pt idx="8743">
                  <c:v>3.7391261414354671E-2</c:v>
                </c:pt>
                <c:pt idx="8744">
                  <c:v>5.7282977681391484E-2</c:v>
                </c:pt>
                <c:pt idx="8745">
                  <c:v>5.5890899647768125E-2</c:v>
                </c:pt>
                <c:pt idx="8746">
                  <c:v>2.4174208013712541E-2</c:v>
                </c:pt>
                <c:pt idx="8747">
                  <c:v>-0.11228763199761244</c:v>
                </c:pt>
                <c:pt idx="8748">
                  <c:v>-0.10155773996167433</c:v>
                </c:pt>
                <c:pt idx="8749">
                  <c:v>-0.72626743772047953</c:v>
                </c:pt>
                <c:pt idx="8750">
                  <c:v>-0.22233950225294527</c:v>
                </c:pt>
                <c:pt idx="8751">
                  <c:v>-0.9611899798961373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7497-488B-BA96-B6D9E43CB1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Time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high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 val="autoZero"/>
        <c:crossBetween val="midCat"/>
        <c:majorUnit val="60"/>
      </c:valAx>
      <c:valAx>
        <c:axId val="2005114831"/>
        <c:scaling>
          <c:orientation val="minMax"/>
          <c:max val="0"/>
          <c:min val="-3.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AHU_cooling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 val="autoZero"/>
        <c:crossBetween val="midCat"/>
        <c:majorUnit val="0.5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Sheet2!$G$1</c:f>
              <c:strCache>
                <c:ptCount val="1"/>
                <c:pt idx="0">
                  <c:v>Q_1035-01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Sheet2!$G$2:$G$8753</c:f>
              <c:numCache>
                <c:formatCode>General</c:formatCode>
                <c:ptCount val="8752"/>
                <c:pt idx="0">
                  <c:v>2.1626075753712778E-2</c:v>
                </c:pt>
                <c:pt idx="1">
                  <c:v>2.3153816628925933E-2</c:v>
                </c:pt>
                <c:pt idx="2">
                  <c:v>2.4177004751099157E-2</c:v>
                </c:pt>
                <c:pt idx="3">
                  <c:v>8.7687649277114948E-2</c:v>
                </c:pt>
                <c:pt idx="4">
                  <c:v>8.2673647623749819E-2</c:v>
                </c:pt>
                <c:pt idx="5">
                  <c:v>6.4164724273593751E-2</c:v>
                </c:pt>
                <c:pt idx="6">
                  <c:v>6.1367099263049604E-2</c:v>
                </c:pt>
                <c:pt idx="7">
                  <c:v>6.1616760892289582E-2</c:v>
                </c:pt>
                <c:pt idx="8">
                  <c:v>5.4207713154717847E-2</c:v>
                </c:pt>
                <c:pt idx="9">
                  <c:v>5.301619476608125E-2</c:v>
                </c:pt>
                <c:pt idx="10">
                  <c:v>2.2735467530242661E-2</c:v>
                </c:pt>
                <c:pt idx="11">
                  <c:v>2.235628467241341E-2</c:v>
                </c:pt>
                <c:pt idx="12">
                  <c:v>2.0054031306869592E-2</c:v>
                </c:pt>
                <c:pt idx="13">
                  <c:v>1.9692725716464625E-2</c:v>
                </c:pt>
                <c:pt idx="14">
                  <c:v>2.3452103641243158E-2</c:v>
                </c:pt>
                <c:pt idx="15">
                  <c:v>2.3146157842725716E-2</c:v>
                </c:pt>
                <c:pt idx="16">
                  <c:v>2.1598207156376354E-2</c:v>
                </c:pt>
                <c:pt idx="17">
                  <c:v>2.0585942581649246E-2</c:v>
                </c:pt>
                <c:pt idx="18">
                  <c:v>2.533121208244685E-2</c:v>
                </c:pt>
                <c:pt idx="19">
                  <c:v>2.2572176359471459E-2</c:v>
                </c:pt>
                <c:pt idx="20">
                  <c:v>2.0675859378220762E-2</c:v>
                </c:pt>
                <c:pt idx="21">
                  <c:v>2.2216043270986918E-2</c:v>
                </c:pt>
                <c:pt idx="22">
                  <c:v>7.3509386330450191E-2</c:v>
                </c:pt>
                <c:pt idx="23">
                  <c:v>0.10274420546957468</c:v>
                </c:pt>
                <c:pt idx="24">
                  <c:v>6.9582923067223051E-2</c:v>
                </c:pt>
                <c:pt idx="25">
                  <c:v>5.6120453752042901E-2</c:v>
                </c:pt>
                <c:pt idx="26">
                  <c:v>7.6521064375756856E-2</c:v>
                </c:pt>
                <c:pt idx="27">
                  <c:v>0.10757883909361095</c:v>
                </c:pt>
                <c:pt idx="28">
                  <c:v>0.10632961812439304</c:v>
                </c:pt>
                <c:pt idx="29">
                  <c:v>0.1131337558915954</c:v>
                </c:pt>
                <c:pt idx="30">
                  <c:v>0.13064405617332769</c:v>
                </c:pt>
                <c:pt idx="31">
                  <c:v>0.13334863602815258</c:v>
                </c:pt>
                <c:pt idx="32">
                  <c:v>0.12362612832071465</c:v>
                </c:pt>
                <c:pt idx="33">
                  <c:v>0.13086956642426592</c:v>
                </c:pt>
                <c:pt idx="34">
                  <c:v>0.12965640428086356</c:v>
                </c:pt>
                <c:pt idx="35">
                  <c:v>0.13679070153053552</c:v>
                </c:pt>
                <c:pt idx="36">
                  <c:v>0.13811222271869197</c:v>
                </c:pt>
                <c:pt idx="37">
                  <c:v>0.12359993501063517</c:v>
                </c:pt>
                <c:pt idx="38">
                  <c:v>0.10255821539960409</c:v>
                </c:pt>
                <c:pt idx="39">
                  <c:v>0.10493952108862571</c:v>
                </c:pt>
                <c:pt idx="40">
                  <c:v>5.5871317720223294E-2</c:v>
                </c:pt>
                <c:pt idx="41">
                  <c:v>6.2172646761834094E-2</c:v>
                </c:pt>
                <c:pt idx="42">
                  <c:v>0.19332213836367676</c:v>
                </c:pt>
                <c:pt idx="43">
                  <c:v>0.10793569920209509</c:v>
                </c:pt>
                <c:pt idx="44">
                  <c:v>0.10125870220223689</c:v>
                </c:pt>
                <c:pt idx="45">
                  <c:v>0.10262797118319844</c:v>
                </c:pt>
                <c:pt idx="46">
                  <c:v>0.10012790775445508</c:v>
                </c:pt>
                <c:pt idx="47">
                  <c:v>0.10368702117510437</c:v>
                </c:pt>
                <c:pt idx="48">
                  <c:v>0.10646274119476531</c:v>
                </c:pt>
                <c:pt idx="49">
                  <c:v>0.11031657706515648</c:v>
                </c:pt>
                <c:pt idx="50">
                  <c:v>0.11168502423619817</c:v>
                </c:pt>
                <c:pt idx="51">
                  <c:v>0.11227929249681749</c:v>
                </c:pt>
                <c:pt idx="52">
                  <c:v>0.10874433974496224</c:v>
                </c:pt>
                <c:pt idx="53">
                  <c:v>0.10966251415981196</c:v>
                </c:pt>
                <c:pt idx="54">
                  <c:v>0.10744791481361665</c:v>
                </c:pt>
                <c:pt idx="55">
                  <c:v>0.10911330881701017</c:v>
                </c:pt>
                <c:pt idx="56">
                  <c:v>9.369401289051954E-2</c:v>
                </c:pt>
                <c:pt idx="57">
                  <c:v>0.10281165122090412</c:v>
                </c:pt>
                <c:pt idx="58">
                  <c:v>8.5889135093482893E-2</c:v>
                </c:pt>
                <c:pt idx="59">
                  <c:v>0.1060114309800682</c:v>
                </c:pt>
                <c:pt idx="60">
                  <c:v>0.15537275780999427</c:v>
                </c:pt>
                <c:pt idx="61">
                  <c:v>0.11825871115165303</c:v>
                </c:pt>
                <c:pt idx="62">
                  <c:v>8.2473689199636588E-2</c:v>
                </c:pt>
                <c:pt idx="63">
                  <c:v>5.9337230329336209E-2</c:v>
                </c:pt>
                <c:pt idx="64">
                  <c:v>6.3010023878341162E-2</c:v>
                </c:pt>
                <c:pt idx="65">
                  <c:v>6.3719371126631952E-2</c:v>
                </c:pt>
                <c:pt idx="66">
                  <c:v>6.3483811294166512E-2</c:v>
                </c:pt>
                <c:pt idx="67">
                  <c:v>0.1332089147047997</c:v>
                </c:pt>
                <c:pt idx="68">
                  <c:v>0.18306532295549569</c:v>
                </c:pt>
                <c:pt idx="69">
                  <c:v>0.10656388613058704</c:v>
                </c:pt>
                <c:pt idx="70">
                  <c:v>0.10525340733609696</c:v>
                </c:pt>
                <c:pt idx="71">
                  <c:v>0.10352035726486962</c:v>
                </c:pt>
                <c:pt idx="72">
                  <c:v>0.11046705292795907</c:v>
                </c:pt>
                <c:pt idx="73">
                  <c:v>0.10810893730980485</c:v>
                </c:pt>
                <c:pt idx="74">
                  <c:v>0.10451210620491792</c:v>
                </c:pt>
                <c:pt idx="75">
                  <c:v>7.9319619320870421E-2</c:v>
                </c:pt>
                <c:pt idx="76">
                  <c:v>0.10493907389005143</c:v>
                </c:pt>
                <c:pt idx="77">
                  <c:v>0.11353517688262231</c:v>
                </c:pt>
                <c:pt idx="78">
                  <c:v>0.11459460475491269</c:v>
                </c:pt>
                <c:pt idx="79">
                  <c:v>0.11736622235644487</c:v>
                </c:pt>
                <c:pt idx="80">
                  <c:v>0.10277279979649513</c:v>
                </c:pt>
                <c:pt idx="81">
                  <c:v>0.10499810070082177</c:v>
                </c:pt>
                <c:pt idx="82">
                  <c:v>9.2672813961518261E-2</c:v>
                </c:pt>
                <c:pt idx="83">
                  <c:v>9.1040657914936166E-2</c:v>
                </c:pt>
                <c:pt idx="84">
                  <c:v>8.2144875545251475E-2</c:v>
                </c:pt>
                <c:pt idx="85">
                  <c:v>6.1205786966474572E-2</c:v>
                </c:pt>
                <c:pt idx="86">
                  <c:v>5.9233183199543453E-2</c:v>
                </c:pt>
                <c:pt idx="87">
                  <c:v>5.1380662407345012E-2</c:v>
                </c:pt>
                <c:pt idx="88">
                  <c:v>5.555813101958898E-2</c:v>
                </c:pt>
                <c:pt idx="89">
                  <c:v>5.9366964287093628E-2</c:v>
                </c:pt>
                <c:pt idx="90">
                  <c:v>5.6159545037486068E-2</c:v>
                </c:pt>
                <c:pt idx="91">
                  <c:v>5.3885816439330832E-2</c:v>
                </c:pt>
                <c:pt idx="92">
                  <c:v>6.0109241982473902E-2</c:v>
                </c:pt>
                <c:pt idx="93">
                  <c:v>6.5761907344593806E-2</c:v>
                </c:pt>
                <c:pt idx="94">
                  <c:v>7.0415872255546283E-2</c:v>
                </c:pt>
                <c:pt idx="95">
                  <c:v>7.3714026900338653E-2</c:v>
                </c:pt>
                <c:pt idx="96">
                  <c:v>6.7113733352834479E-2</c:v>
                </c:pt>
                <c:pt idx="97">
                  <c:v>0.11736283263207405</c:v>
                </c:pt>
                <c:pt idx="98">
                  <c:v>0.17161056114878168</c:v>
                </c:pt>
                <c:pt idx="99">
                  <c:v>0.11139082572535534</c:v>
                </c:pt>
                <c:pt idx="100">
                  <c:v>0.11013160645232663</c:v>
                </c:pt>
                <c:pt idx="101">
                  <c:v>0.10168934558785499</c:v>
                </c:pt>
                <c:pt idx="102">
                  <c:v>9.8620053751653738E-2</c:v>
                </c:pt>
                <c:pt idx="103">
                  <c:v>0.1038375035268858</c:v>
                </c:pt>
                <c:pt idx="104">
                  <c:v>6.613103321882019E-2</c:v>
                </c:pt>
                <c:pt idx="105">
                  <c:v>0.10078348462449833</c:v>
                </c:pt>
                <c:pt idx="106">
                  <c:v>7.7691906865115193E-2</c:v>
                </c:pt>
                <c:pt idx="107">
                  <c:v>6.014910391567195E-2</c:v>
                </c:pt>
                <c:pt idx="108">
                  <c:v>6.394538021330988E-2</c:v>
                </c:pt>
                <c:pt idx="109">
                  <c:v>5.3155653141653603E-2</c:v>
                </c:pt>
                <c:pt idx="110">
                  <c:v>4.5133661164466286E-2</c:v>
                </c:pt>
                <c:pt idx="111">
                  <c:v>4.8436801840304654E-2</c:v>
                </c:pt>
                <c:pt idx="112">
                  <c:v>5.0768858405124372E-2</c:v>
                </c:pt>
                <c:pt idx="113">
                  <c:v>5.218999022028302E-2</c:v>
                </c:pt>
                <c:pt idx="114">
                  <c:v>4.6532234582185278E-2</c:v>
                </c:pt>
                <c:pt idx="115">
                  <c:v>5.3331440571754943E-2</c:v>
                </c:pt>
                <c:pt idx="116">
                  <c:v>5.3593006952892833E-2</c:v>
                </c:pt>
                <c:pt idx="117">
                  <c:v>4.6632474028572561E-2</c:v>
                </c:pt>
                <c:pt idx="118">
                  <c:v>5.2897908245466939E-2</c:v>
                </c:pt>
                <c:pt idx="119">
                  <c:v>5.9653479098633409E-2</c:v>
                </c:pt>
                <c:pt idx="120">
                  <c:v>5.5749547632664154E-2</c:v>
                </c:pt>
                <c:pt idx="121">
                  <c:v>5.0255887925574338E-2</c:v>
                </c:pt>
                <c:pt idx="122">
                  <c:v>5.1140596279671754E-2</c:v>
                </c:pt>
                <c:pt idx="123">
                  <c:v>5.0458409037848394E-2</c:v>
                </c:pt>
                <c:pt idx="124">
                  <c:v>6.2224407832166373E-2</c:v>
                </c:pt>
                <c:pt idx="125">
                  <c:v>6.2192668296620471E-2</c:v>
                </c:pt>
                <c:pt idx="126">
                  <c:v>6.3640998563047349E-2</c:v>
                </c:pt>
                <c:pt idx="127">
                  <c:v>6.8520166665402574E-2</c:v>
                </c:pt>
                <c:pt idx="128">
                  <c:v>5.9714892263962482E-2</c:v>
                </c:pt>
                <c:pt idx="129">
                  <c:v>5.34665980996408E-2</c:v>
                </c:pt>
                <c:pt idx="130">
                  <c:v>5.0691692621275347E-2</c:v>
                </c:pt>
                <c:pt idx="131">
                  <c:v>4.538095888794997E-2</c:v>
                </c:pt>
                <c:pt idx="132">
                  <c:v>-0.19215628883211394</c:v>
                </c:pt>
                <c:pt idx="133">
                  <c:v>-0.21779429761130725</c:v>
                </c:pt>
                <c:pt idx="134">
                  <c:v>-0.26373492418994415</c:v>
                </c:pt>
                <c:pt idx="135">
                  <c:v>-0.27700802989933221</c:v>
                </c:pt>
                <c:pt idx="136">
                  <c:v>-0.22396101426897086</c:v>
                </c:pt>
                <c:pt idx="137">
                  <c:v>-0.19937792265240131</c:v>
                </c:pt>
                <c:pt idx="138">
                  <c:v>-0.16136557685277086</c:v>
                </c:pt>
                <c:pt idx="139">
                  <c:v>-0.12578606550225957</c:v>
                </c:pt>
                <c:pt idx="140">
                  <c:v>-2.290085088134786E-2</c:v>
                </c:pt>
                <c:pt idx="141">
                  <c:v>-0.11913355883083432</c:v>
                </c:pt>
                <c:pt idx="142">
                  <c:v>-0.11809299785906312</c:v>
                </c:pt>
                <c:pt idx="143">
                  <c:v>-4.5826116593492262E-2</c:v>
                </c:pt>
                <c:pt idx="144">
                  <c:v>-4.0199531668017895E-2</c:v>
                </c:pt>
                <c:pt idx="145">
                  <c:v>4.6790271535705905E-2</c:v>
                </c:pt>
                <c:pt idx="146">
                  <c:v>5.1595509346308584E-2</c:v>
                </c:pt>
                <c:pt idx="147">
                  <c:v>5.1570060844171185E-2</c:v>
                </c:pt>
                <c:pt idx="148">
                  <c:v>5.3386793156593025E-2</c:v>
                </c:pt>
                <c:pt idx="149">
                  <c:v>5.1280744602084517E-2</c:v>
                </c:pt>
                <c:pt idx="150">
                  <c:v>6.0181341975742798E-2</c:v>
                </c:pt>
                <c:pt idx="151">
                  <c:v>6.1546995048746202E-2</c:v>
                </c:pt>
                <c:pt idx="152">
                  <c:v>6.3186937519514638E-2</c:v>
                </c:pt>
                <c:pt idx="153">
                  <c:v>6.1468689805369035E-2</c:v>
                </c:pt>
                <c:pt idx="154">
                  <c:v>5.7990531796591922E-2</c:v>
                </c:pt>
                <c:pt idx="155">
                  <c:v>5.6107416188616144E-2</c:v>
                </c:pt>
                <c:pt idx="156">
                  <c:v>5.9308979832065067E-2</c:v>
                </c:pt>
                <c:pt idx="157">
                  <c:v>6.3774499649485547E-2</c:v>
                </c:pt>
                <c:pt idx="158">
                  <c:v>6.708041863196211E-2</c:v>
                </c:pt>
                <c:pt idx="159">
                  <c:v>6.2694493725762718E-2</c:v>
                </c:pt>
                <c:pt idx="160">
                  <c:v>7.0836132059669862E-2</c:v>
                </c:pt>
                <c:pt idx="161">
                  <c:v>0.14223630607520804</c:v>
                </c:pt>
                <c:pt idx="162">
                  <c:v>0.1152855492479868</c:v>
                </c:pt>
                <c:pt idx="163">
                  <c:v>0.25921870836283628</c:v>
                </c:pt>
                <c:pt idx="164">
                  <c:v>0.33325327983873182</c:v>
                </c:pt>
                <c:pt idx="165">
                  <c:v>0.41894906538567755</c:v>
                </c:pt>
                <c:pt idx="166">
                  <c:v>0.36859663573156098</c:v>
                </c:pt>
                <c:pt idx="167">
                  <c:v>0.27661404662010908</c:v>
                </c:pt>
                <c:pt idx="168">
                  <c:v>0.29570770508446059</c:v>
                </c:pt>
                <c:pt idx="169">
                  <c:v>0.29537320441866621</c:v>
                </c:pt>
                <c:pt idx="170">
                  <c:v>0.31644746766548948</c:v>
                </c:pt>
                <c:pt idx="171">
                  <c:v>0.33008707844406304</c:v>
                </c:pt>
                <c:pt idx="172">
                  <c:v>0.34896416815897946</c:v>
                </c:pt>
                <c:pt idx="173">
                  <c:v>0.35982201728431989</c:v>
                </c:pt>
                <c:pt idx="174">
                  <c:v>0.37087588742129179</c:v>
                </c:pt>
                <c:pt idx="175">
                  <c:v>0.36415605884293989</c:v>
                </c:pt>
                <c:pt idx="176">
                  <c:v>0.32828518847929999</c:v>
                </c:pt>
                <c:pt idx="177">
                  <c:v>0.27161381840813781</c:v>
                </c:pt>
                <c:pt idx="178">
                  <c:v>0.25559852698697388</c:v>
                </c:pt>
                <c:pt idx="179">
                  <c:v>0.25034589908805527</c:v>
                </c:pt>
                <c:pt idx="180">
                  <c:v>0.27019368407580874</c:v>
                </c:pt>
                <c:pt idx="181">
                  <c:v>0.27639565065519911</c:v>
                </c:pt>
                <c:pt idx="182">
                  <c:v>0.30945961174330389</c:v>
                </c:pt>
                <c:pt idx="183">
                  <c:v>0.29470050699108336</c:v>
                </c:pt>
                <c:pt idx="184">
                  <c:v>0.26396921369647008</c:v>
                </c:pt>
                <c:pt idx="185">
                  <c:v>0.23665821793537084</c:v>
                </c:pt>
                <c:pt idx="186">
                  <c:v>0.30548288662354528</c:v>
                </c:pt>
                <c:pt idx="187">
                  <c:v>0.27345275110159367</c:v>
                </c:pt>
                <c:pt idx="188">
                  <c:v>0.26235097080166098</c:v>
                </c:pt>
                <c:pt idx="189">
                  <c:v>0.27844937733418818</c:v>
                </c:pt>
                <c:pt idx="190">
                  <c:v>0.27963143899151793</c:v>
                </c:pt>
                <c:pt idx="191">
                  <c:v>0.28778658244309724</c:v>
                </c:pt>
                <c:pt idx="192">
                  <c:v>0.27170567421044906</c:v>
                </c:pt>
                <c:pt idx="193">
                  <c:v>0.25965322449717287</c:v>
                </c:pt>
                <c:pt idx="194">
                  <c:v>0.24855452794726535</c:v>
                </c:pt>
                <c:pt idx="195">
                  <c:v>0.26212057080253331</c:v>
                </c:pt>
                <c:pt idx="196">
                  <c:v>0.2693177960247804</c:v>
                </c:pt>
                <c:pt idx="197">
                  <c:v>0.24804213072450912</c:v>
                </c:pt>
                <c:pt idx="198">
                  <c:v>0.24256979262612002</c:v>
                </c:pt>
                <c:pt idx="199">
                  <c:v>0.27026996362192929</c:v>
                </c:pt>
                <c:pt idx="200">
                  <c:v>0.26390452210188525</c:v>
                </c:pt>
                <c:pt idx="201">
                  <c:v>0.26845381398266233</c:v>
                </c:pt>
                <c:pt idx="202">
                  <c:v>0.26368237379385551</c:v>
                </c:pt>
                <c:pt idx="203">
                  <c:v>0.2578396425905593</c:v>
                </c:pt>
                <c:pt idx="204">
                  <c:v>0.2544559586817603</c:v>
                </c:pt>
                <c:pt idx="205">
                  <c:v>0.23301445588902675</c:v>
                </c:pt>
                <c:pt idx="206">
                  <c:v>0.21521680183281269</c:v>
                </c:pt>
                <c:pt idx="207">
                  <c:v>0.13779389081919369</c:v>
                </c:pt>
                <c:pt idx="208">
                  <c:v>0.13972507062597583</c:v>
                </c:pt>
                <c:pt idx="209">
                  <c:v>0.16434684111410325</c:v>
                </c:pt>
                <c:pt idx="210">
                  <c:v>0.10233993223548836</c:v>
                </c:pt>
                <c:pt idx="211">
                  <c:v>0.47982606347980872</c:v>
                </c:pt>
                <c:pt idx="212">
                  <c:v>0.44523614093900615</c:v>
                </c:pt>
                <c:pt idx="213">
                  <c:v>0.27782189497665677</c:v>
                </c:pt>
                <c:pt idx="214">
                  <c:v>0.26449929443094056</c:v>
                </c:pt>
                <c:pt idx="215">
                  <c:v>0.27431443154888746</c:v>
                </c:pt>
                <c:pt idx="216">
                  <c:v>0.27809762750224226</c:v>
                </c:pt>
                <c:pt idx="217">
                  <c:v>0.2869931045674261</c:v>
                </c:pt>
                <c:pt idx="218">
                  <c:v>0.28598788577824574</c:v>
                </c:pt>
                <c:pt idx="219">
                  <c:v>0.27725646322842273</c:v>
                </c:pt>
                <c:pt idx="220">
                  <c:v>0.25976671464787332</c:v>
                </c:pt>
                <c:pt idx="221">
                  <c:v>0.26536641814554879</c:v>
                </c:pt>
                <c:pt idx="222">
                  <c:v>0.26045966816099259</c:v>
                </c:pt>
                <c:pt idx="223">
                  <c:v>0.27819649987252371</c:v>
                </c:pt>
                <c:pt idx="224">
                  <c:v>0.25928490932338655</c:v>
                </c:pt>
                <c:pt idx="225">
                  <c:v>0.22202411131894692</c:v>
                </c:pt>
                <c:pt idx="226">
                  <c:v>0.26646490503349679</c:v>
                </c:pt>
                <c:pt idx="227">
                  <c:v>0.25325906916876656</c:v>
                </c:pt>
                <c:pt idx="228">
                  <c:v>0.20434741052991498</c:v>
                </c:pt>
                <c:pt idx="229">
                  <c:v>0.19072317864146854</c:v>
                </c:pt>
                <c:pt idx="230">
                  <c:v>0.21300266922100611</c:v>
                </c:pt>
                <c:pt idx="231">
                  <c:v>0.21593385971374013</c:v>
                </c:pt>
                <c:pt idx="232">
                  <c:v>0.19620709111103293</c:v>
                </c:pt>
                <c:pt idx="233">
                  <c:v>0.2374262072037566</c:v>
                </c:pt>
                <c:pt idx="234">
                  <c:v>0.26425029710980358</c:v>
                </c:pt>
                <c:pt idx="235">
                  <c:v>0.2856911949442858</c:v>
                </c:pt>
                <c:pt idx="236">
                  <c:v>0.26579293180461722</c:v>
                </c:pt>
                <c:pt idx="237">
                  <c:v>0.25897806619221386</c:v>
                </c:pt>
                <c:pt idx="238">
                  <c:v>0.25683709809390093</c:v>
                </c:pt>
                <c:pt idx="239">
                  <c:v>0.26379066250304833</c:v>
                </c:pt>
                <c:pt idx="240">
                  <c:v>0.25666381361225776</c:v>
                </c:pt>
                <c:pt idx="241">
                  <c:v>0.26623598506538165</c:v>
                </c:pt>
                <c:pt idx="242">
                  <c:v>0.2490090661334568</c:v>
                </c:pt>
                <c:pt idx="243">
                  <c:v>0.26212054457700024</c:v>
                </c:pt>
                <c:pt idx="244">
                  <c:v>0.27957087883590331</c:v>
                </c:pt>
                <c:pt idx="245">
                  <c:v>0.27382779167038729</c:v>
                </c:pt>
                <c:pt idx="246">
                  <c:v>0.26691834398073772</c:v>
                </c:pt>
                <c:pt idx="247">
                  <c:v>0.26860445389450116</c:v>
                </c:pt>
                <c:pt idx="248">
                  <c:v>0.25409830008482909</c:v>
                </c:pt>
                <c:pt idx="249">
                  <c:v>0.25029577617274146</c:v>
                </c:pt>
                <c:pt idx="250">
                  <c:v>0.24012158500988418</c:v>
                </c:pt>
                <c:pt idx="251">
                  <c:v>0.18507425398140037</c:v>
                </c:pt>
                <c:pt idx="252">
                  <c:v>0.12213821900284719</c:v>
                </c:pt>
                <c:pt idx="253">
                  <c:v>7.6078223982942103E-2</c:v>
                </c:pt>
                <c:pt idx="254">
                  <c:v>5.6640386540271204E-2</c:v>
                </c:pt>
                <c:pt idx="255">
                  <c:v>5.4722483691584251E-2</c:v>
                </c:pt>
                <c:pt idx="256">
                  <c:v>5.5107762240427925E-2</c:v>
                </c:pt>
                <c:pt idx="257">
                  <c:v>5.7693517032841805E-2</c:v>
                </c:pt>
                <c:pt idx="258">
                  <c:v>5.8401323536963437E-2</c:v>
                </c:pt>
                <c:pt idx="259">
                  <c:v>5.3102358093230294E-2</c:v>
                </c:pt>
                <c:pt idx="260">
                  <c:v>5.9242395441114599E-2</c:v>
                </c:pt>
                <c:pt idx="261">
                  <c:v>5.3865449688771376E-2</c:v>
                </c:pt>
                <c:pt idx="262">
                  <c:v>5.6130236979155937E-2</c:v>
                </c:pt>
                <c:pt idx="263">
                  <c:v>6.6071698630507408E-2</c:v>
                </c:pt>
                <c:pt idx="264">
                  <c:v>0.19600594280743189</c:v>
                </c:pt>
                <c:pt idx="265">
                  <c:v>0.12004759573198363</c:v>
                </c:pt>
                <c:pt idx="266">
                  <c:v>0.16071046615010029</c:v>
                </c:pt>
                <c:pt idx="267">
                  <c:v>0.53905951619203307</c:v>
                </c:pt>
                <c:pt idx="268">
                  <c:v>0.33784572027916354</c:v>
                </c:pt>
                <c:pt idx="269">
                  <c:v>0.27911938289678828</c:v>
                </c:pt>
                <c:pt idx="270">
                  <c:v>0.29570355579859769</c:v>
                </c:pt>
                <c:pt idx="271">
                  <c:v>0.27062401343440651</c:v>
                </c:pt>
                <c:pt idx="272">
                  <c:v>0.25203239216187395</c:v>
                </c:pt>
                <c:pt idx="273">
                  <c:v>0.15608235813806998</c:v>
                </c:pt>
                <c:pt idx="274">
                  <c:v>6.411382207088441E-2</c:v>
                </c:pt>
                <c:pt idx="275">
                  <c:v>7.2535440242202237E-2</c:v>
                </c:pt>
                <c:pt idx="276">
                  <c:v>6.0558464592106009E-2</c:v>
                </c:pt>
                <c:pt idx="277">
                  <c:v>6.1208775033774317E-2</c:v>
                </c:pt>
                <c:pt idx="278">
                  <c:v>4.8481877937081565E-2</c:v>
                </c:pt>
                <c:pt idx="279">
                  <c:v>5.0658305156501965E-2</c:v>
                </c:pt>
                <c:pt idx="280">
                  <c:v>5.1658632625055212E-2</c:v>
                </c:pt>
                <c:pt idx="281">
                  <c:v>5.251711785141909E-2</c:v>
                </c:pt>
                <c:pt idx="282">
                  <c:v>5.2198668380434875E-2</c:v>
                </c:pt>
                <c:pt idx="283">
                  <c:v>5.3925518842151528E-2</c:v>
                </c:pt>
                <c:pt idx="284">
                  <c:v>5.4081974937148822E-2</c:v>
                </c:pt>
                <c:pt idx="285">
                  <c:v>5.1591602917781809E-2</c:v>
                </c:pt>
                <c:pt idx="286">
                  <c:v>5.0896050472566172E-2</c:v>
                </c:pt>
                <c:pt idx="287">
                  <c:v>5.8656486963705325E-2</c:v>
                </c:pt>
                <c:pt idx="288">
                  <c:v>5.5886671581207262E-2</c:v>
                </c:pt>
                <c:pt idx="289">
                  <c:v>5.6599505698673606E-2</c:v>
                </c:pt>
                <c:pt idx="290">
                  <c:v>5.4846749463597709E-2</c:v>
                </c:pt>
                <c:pt idx="291">
                  <c:v>5.6139376052679754E-2</c:v>
                </c:pt>
                <c:pt idx="292">
                  <c:v>5.621549192562459E-2</c:v>
                </c:pt>
                <c:pt idx="293">
                  <c:v>5.6740141535934527E-2</c:v>
                </c:pt>
                <c:pt idx="294">
                  <c:v>5.5895940760088053E-2</c:v>
                </c:pt>
                <c:pt idx="295">
                  <c:v>5.805148543553252E-2</c:v>
                </c:pt>
                <c:pt idx="296">
                  <c:v>5.8960609938144115E-2</c:v>
                </c:pt>
                <c:pt idx="297">
                  <c:v>5.1629924304399881E-2</c:v>
                </c:pt>
                <c:pt idx="298">
                  <c:v>5.5080490988542688E-2</c:v>
                </c:pt>
                <c:pt idx="299">
                  <c:v>5.5504546222453856E-2</c:v>
                </c:pt>
                <c:pt idx="300">
                  <c:v>5.4049003888757712E-2</c:v>
                </c:pt>
                <c:pt idx="301">
                  <c:v>5.830266449707671E-2</c:v>
                </c:pt>
                <c:pt idx="302">
                  <c:v>5.3702386474341009E-2</c:v>
                </c:pt>
                <c:pt idx="303">
                  <c:v>5.4885362614043087E-2</c:v>
                </c:pt>
                <c:pt idx="304">
                  <c:v>5.8796716387591763E-2</c:v>
                </c:pt>
                <c:pt idx="305">
                  <c:v>0.10079752442042585</c:v>
                </c:pt>
                <c:pt idx="306">
                  <c:v>5.9857222418635468E-2</c:v>
                </c:pt>
                <c:pt idx="307">
                  <c:v>6.3952854684093577E-2</c:v>
                </c:pt>
                <c:pt idx="308">
                  <c:v>7.1590823640064721E-2</c:v>
                </c:pt>
                <c:pt idx="309">
                  <c:v>6.8988954224275589E-2</c:v>
                </c:pt>
                <c:pt idx="310">
                  <c:v>6.477139901848121E-2</c:v>
                </c:pt>
                <c:pt idx="311">
                  <c:v>6.438318068259262E-2</c:v>
                </c:pt>
                <c:pt idx="312">
                  <c:v>6.5945629999534378E-2</c:v>
                </c:pt>
                <c:pt idx="313">
                  <c:v>6.1459748123741761E-2</c:v>
                </c:pt>
                <c:pt idx="314">
                  <c:v>0.22481200030722803</c:v>
                </c:pt>
                <c:pt idx="315">
                  <c:v>0.36022269128581547</c:v>
                </c:pt>
                <c:pt idx="316">
                  <c:v>0.34313314249161581</c:v>
                </c:pt>
                <c:pt idx="317">
                  <c:v>0.32330756665172494</c:v>
                </c:pt>
                <c:pt idx="318">
                  <c:v>0.30635485037316634</c:v>
                </c:pt>
                <c:pt idx="319">
                  <c:v>0.29429323827564435</c:v>
                </c:pt>
                <c:pt idx="320">
                  <c:v>0.2996924727959</c:v>
                </c:pt>
                <c:pt idx="321">
                  <c:v>0.2845067850542945</c:v>
                </c:pt>
                <c:pt idx="322">
                  <c:v>0.29509279129611266</c:v>
                </c:pt>
                <c:pt idx="323">
                  <c:v>0.14669182560934105</c:v>
                </c:pt>
                <c:pt idx="324">
                  <c:v>7.5853667165587418E-2</c:v>
                </c:pt>
                <c:pt idx="325">
                  <c:v>6.9066831322991101E-2</c:v>
                </c:pt>
                <c:pt idx="326">
                  <c:v>5.6789974531284204E-2</c:v>
                </c:pt>
                <c:pt idx="327">
                  <c:v>6.5587461320163035E-2</c:v>
                </c:pt>
                <c:pt idx="328">
                  <c:v>5.1517879479778213E-2</c:v>
                </c:pt>
                <c:pt idx="329">
                  <c:v>4.856446400402905E-2</c:v>
                </c:pt>
                <c:pt idx="330">
                  <c:v>6.0217056203354907E-2</c:v>
                </c:pt>
                <c:pt idx="331">
                  <c:v>6.4251474026363858E-2</c:v>
                </c:pt>
                <c:pt idx="332">
                  <c:v>6.8527851046232449E-2</c:v>
                </c:pt>
                <c:pt idx="333">
                  <c:v>7.4053090313977776E-2</c:v>
                </c:pt>
                <c:pt idx="334">
                  <c:v>6.4563668799013998E-2</c:v>
                </c:pt>
                <c:pt idx="335">
                  <c:v>6.7051058815266087E-2</c:v>
                </c:pt>
                <c:pt idx="336">
                  <c:v>0.18637080816214865</c:v>
                </c:pt>
                <c:pt idx="337">
                  <c:v>0.3001576217378899</c:v>
                </c:pt>
                <c:pt idx="338">
                  <c:v>0.36983995520535168</c:v>
                </c:pt>
                <c:pt idx="339">
                  <c:v>0.41369821913204397</c:v>
                </c:pt>
                <c:pt idx="340">
                  <c:v>0.40979349894648887</c:v>
                </c:pt>
                <c:pt idx="341">
                  <c:v>0.40208568595576466</c:v>
                </c:pt>
                <c:pt idx="342">
                  <c:v>0.38953541848233103</c:v>
                </c:pt>
                <c:pt idx="343">
                  <c:v>0.37418798663025227</c:v>
                </c:pt>
                <c:pt idx="344">
                  <c:v>0.33385220146447281</c:v>
                </c:pt>
                <c:pt idx="345">
                  <c:v>0.31019974471861889</c:v>
                </c:pt>
                <c:pt idx="346">
                  <c:v>0.33908414706341811</c:v>
                </c:pt>
                <c:pt idx="347">
                  <c:v>0.34075776689714049</c:v>
                </c:pt>
                <c:pt idx="348">
                  <c:v>0.13643541745658766</c:v>
                </c:pt>
                <c:pt idx="349">
                  <c:v>4.8212317525101973E-2</c:v>
                </c:pt>
                <c:pt idx="350">
                  <c:v>5.5193444805986119E-2</c:v>
                </c:pt>
                <c:pt idx="351">
                  <c:v>5.7428161973687851E-2</c:v>
                </c:pt>
                <c:pt idx="352">
                  <c:v>5.531487338703707E-2</c:v>
                </c:pt>
                <c:pt idx="353">
                  <c:v>5.2533574616051279E-2</c:v>
                </c:pt>
                <c:pt idx="354">
                  <c:v>4.2329006194436421E-2</c:v>
                </c:pt>
                <c:pt idx="355">
                  <c:v>6.2858185555595969E-2</c:v>
                </c:pt>
                <c:pt idx="356">
                  <c:v>5.9837570357419677E-2</c:v>
                </c:pt>
                <c:pt idx="357">
                  <c:v>6.4765856917676376E-2</c:v>
                </c:pt>
                <c:pt idx="358">
                  <c:v>7.0852774086654899E-2</c:v>
                </c:pt>
                <c:pt idx="359">
                  <c:v>0.23754268564886302</c:v>
                </c:pt>
                <c:pt idx="360">
                  <c:v>0.37506811226094217</c:v>
                </c:pt>
                <c:pt idx="361">
                  <c:v>0.39773805619633407</c:v>
                </c:pt>
                <c:pt idx="362">
                  <c:v>0.40679625198958952</c:v>
                </c:pt>
                <c:pt idx="363">
                  <c:v>0.40658100069543845</c:v>
                </c:pt>
                <c:pt idx="364">
                  <c:v>0.35957694628732556</c:v>
                </c:pt>
                <c:pt idx="365">
                  <c:v>0.34118307828700895</c:v>
                </c:pt>
                <c:pt idx="366">
                  <c:v>0.33104942064861381</c:v>
                </c:pt>
                <c:pt idx="367">
                  <c:v>0.32199464547141804</c:v>
                </c:pt>
                <c:pt idx="368">
                  <c:v>0.29978206733518725</c:v>
                </c:pt>
                <c:pt idx="369">
                  <c:v>0.26219154980158021</c:v>
                </c:pt>
                <c:pt idx="370">
                  <c:v>0.25451388412145987</c:v>
                </c:pt>
                <c:pt idx="371">
                  <c:v>0.28154344579496415</c:v>
                </c:pt>
                <c:pt idx="372">
                  <c:v>0.19607370364739413</c:v>
                </c:pt>
                <c:pt idx="373">
                  <c:v>6.350141592193391E-2</c:v>
                </c:pt>
                <c:pt idx="374">
                  <c:v>5.9738905916115047E-2</c:v>
                </c:pt>
                <c:pt idx="375">
                  <c:v>5.6897437004016539E-2</c:v>
                </c:pt>
                <c:pt idx="376">
                  <c:v>6.0143124803362771E-2</c:v>
                </c:pt>
                <c:pt idx="377">
                  <c:v>6.2318633026920901E-2</c:v>
                </c:pt>
                <c:pt idx="378">
                  <c:v>6.6398337968216675E-2</c:v>
                </c:pt>
                <c:pt idx="379">
                  <c:v>6.4303058002407959E-2</c:v>
                </c:pt>
                <c:pt idx="380">
                  <c:v>6.0935469564955248E-2</c:v>
                </c:pt>
                <c:pt idx="381">
                  <c:v>6.439245069320379E-2</c:v>
                </c:pt>
                <c:pt idx="382">
                  <c:v>0.1787121005444656</c:v>
                </c:pt>
                <c:pt idx="383">
                  <c:v>0.37636017941203748</c:v>
                </c:pt>
                <c:pt idx="384">
                  <c:v>0.39414283622677937</c:v>
                </c:pt>
                <c:pt idx="385">
                  <c:v>0.3986219695366936</c:v>
                </c:pt>
                <c:pt idx="386">
                  <c:v>0.40731032176462378</c:v>
                </c:pt>
                <c:pt idx="387">
                  <c:v>0.38899632389956618</c:v>
                </c:pt>
                <c:pt idx="388">
                  <c:v>0.36086218520933211</c:v>
                </c:pt>
                <c:pt idx="389">
                  <c:v>0.34259706549306851</c:v>
                </c:pt>
                <c:pt idx="390">
                  <c:v>0.33538996349223998</c:v>
                </c:pt>
                <c:pt idx="391">
                  <c:v>0.32995696305119382</c:v>
                </c:pt>
                <c:pt idx="392">
                  <c:v>0.3117158876594972</c:v>
                </c:pt>
                <c:pt idx="393">
                  <c:v>0.30937990571550994</c:v>
                </c:pt>
                <c:pt idx="394">
                  <c:v>0.33704007182107676</c:v>
                </c:pt>
                <c:pt idx="395">
                  <c:v>0.25348715644726538</c:v>
                </c:pt>
                <c:pt idx="396">
                  <c:v>6.6023536502334723E-2</c:v>
                </c:pt>
                <c:pt idx="397">
                  <c:v>5.8165233775919013E-2</c:v>
                </c:pt>
                <c:pt idx="398">
                  <c:v>5.8563842869072395E-2</c:v>
                </c:pt>
                <c:pt idx="399">
                  <c:v>6.5569558053406252E-2</c:v>
                </c:pt>
                <c:pt idx="400">
                  <c:v>6.5317742416446861E-2</c:v>
                </c:pt>
                <c:pt idx="401">
                  <c:v>7.8559922703164212E-2</c:v>
                </c:pt>
                <c:pt idx="402">
                  <c:v>6.7686534102240653E-2</c:v>
                </c:pt>
                <c:pt idx="403">
                  <c:v>7.1144223465873527E-2</c:v>
                </c:pt>
                <c:pt idx="404">
                  <c:v>6.6433784209509045E-2</c:v>
                </c:pt>
                <c:pt idx="405">
                  <c:v>0.28721109557694041</c:v>
                </c:pt>
                <c:pt idx="406">
                  <c:v>0.43806865667417216</c:v>
                </c:pt>
                <c:pt idx="407">
                  <c:v>0.44832636047141433</c:v>
                </c:pt>
                <c:pt idx="408">
                  <c:v>0.4372115464711297</c:v>
                </c:pt>
                <c:pt idx="409">
                  <c:v>0.4340776871948846</c:v>
                </c:pt>
                <c:pt idx="410">
                  <c:v>0.41742774290215606</c:v>
                </c:pt>
                <c:pt idx="411">
                  <c:v>0.40463833457502352</c:v>
                </c:pt>
                <c:pt idx="412">
                  <c:v>0.37778302279897247</c:v>
                </c:pt>
                <c:pt idx="413">
                  <c:v>0.36914758422159333</c:v>
                </c:pt>
                <c:pt idx="414">
                  <c:v>0.36490842405557705</c:v>
                </c:pt>
                <c:pt idx="415">
                  <c:v>0.34990852251112253</c:v>
                </c:pt>
                <c:pt idx="416">
                  <c:v>0.32240167356898924</c:v>
                </c:pt>
                <c:pt idx="417">
                  <c:v>0.29846163866787351</c:v>
                </c:pt>
                <c:pt idx="418">
                  <c:v>0.25706432274933172</c:v>
                </c:pt>
                <c:pt idx="419">
                  <c:v>0.24320393379833119</c:v>
                </c:pt>
                <c:pt idx="420">
                  <c:v>0.18955926967571388</c:v>
                </c:pt>
                <c:pt idx="421">
                  <c:v>0.19807526316007579</c:v>
                </c:pt>
                <c:pt idx="422">
                  <c:v>0.18389950457072718</c:v>
                </c:pt>
                <c:pt idx="423">
                  <c:v>0.12601505480408662</c:v>
                </c:pt>
                <c:pt idx="424">
                  <c:v>3.3264049490742777E-2</c:v>
                </c:pt>
                <c:pt idx="425">
                  <c:v>0.12639282287983353</c:v>
                </c:pt>
                <c:pt idx="426">
                  <c:v>0.27781173229986755</c:v>
                </c:pt>
                <c:pt idx="427">
                  <c:v>0.26691219382554915</c:v>
                </c:pt>
                <c:pt idx="428">
                  <c:v>0.21187594811805319</c:v>
                </c:pt>
                <c:pt idx="429">
                  <c:v>0.18137610883552785</c:v>
                </c:pt>
                <c:pt idx="430">
                  <c:v>0.17614012112997046</c:v>
                </c:pt>
                <c:pt idx="431">
                  <c:v>0.19117178603712165</c:v>
                </c:pt>
                <c:pt idx="432">
                  <c:v>0.18923618979277934</c:v>
                </c:pt>
                <c:pt idx="433">
                  <c:v>0.18700467427644818</c:v>
                </c:pt>
                <c:pt idx="434">
                  <c:v>0.1851063227467229</c:v>
                </c:pt>
                <c:pt idx="435">
                  <c:v>0.16997285429678347</c:v>
                </c:pt>
                <c:pt idx="436">
                  <c:v>0.17997997292672127</c:v>
                </c:pt>
                <c:pt idx="437">
                  <c:v>0.17494783537353276</c:v>
                </c:pt>
                <c:pt idx="438">
                  <c:v>0.18040563524678585</c:v>
                </c:pt>
                <c:pt idx="439">
                  <c:v>0.1771243684565213</c:v>
                </c:pt>
                <c:pt idx="440">
                  <c:v>0.17225337764508358</c:v>
                </c:pt>
                <c:pt idx="441">
                  <c:v>0.1738459234490336</c:v>
                </c:pt>
                <c:pt idx="442">
                  <c:v>0.17901090344388859</c:v>
                </c:pt>
                <c:pt idx="443">
                  <c:v>0.19526297884969118</c:v>
                </c:pt>
                <c:pt idx="444">
                  <c:v>0.17500423487236091</c:v>
                </c:pt>
                <c:pt idx="445">
                  <c:v>0.1774158917584169</c:v>
                </c:pt>
                <c:pt idx="446">
                  <c:v>0.19339305753223804</c:v>
                </c:pt>
                <c:pt idx="447">
                  <c:v>0.19505138923759116</c:v>
                </c:pt>
                <c:pt idx="448">
                  <c:v>0.19006815837888411</c:v>
                </c:pt>
                <c:pt idx="449">
                  <c:v>0.19172025158172021</c:v>
                </c:pt>
                <c:pt idx="450">
                  <c:v>0.17265799566727824</c:v>
                </c:pt>
                <c:pt idx="451">
                  <c:v>0.16973755707738211</c:v>
                </c:pt>
                <c:pt idx="452">
                  <c:v>0.17965214399781368</c:v>
                </c:pt>
                <c:pt idx="453">
                  <c:v>0.16969980148652586</c:v>
                </c:pt>
                <c:pt idx="454">
                  <c:v>0.17273566368915938</c:v>
                </c:pt>
                <c:pt idx="455">
                  <c:v>0.17687981877660489</c:v>
                </c:pt>
                <c:pt idx="456">
                  <c:v>0.17355316646024421</c:v>
                </c:pt>
                <c:pt idx="457">
                  <c:v>0.17302836499180493</c:v>
                </c:pt>
                <c:pt idx="458">
                  <c:v>0.16381059283099153</c:v>
                </c:pt>
                <c:pt idx="459">
                  <c:v>0.17302657046513364</c:v>
                </c:pt>
                <c:pt idx="460">
                  <c:v>0.16457956898524795</c:v>
                </c:pt>
                <c:pt idx="461">
                  <c:v>0.16642597963511788</c:v>
                </c:pt>
                <c:pt idx="462">
                  <c:v>0.16241108645380092</c:v>
                </c:pt>
                <c:pt idx="463">
                  <c:v>0.16269393450906244</c:v>
                </c:pt>
                <c:pt idx="464">
                  <c:v>0.17457858758718939</c:v>
                </c:pt>
                <c:pt idx="465">
                  <c:v>0.15992396991905714</c:v>
                </c:pt>
                <c:pt idx="466">
                  <c:v>0.18764613926290966</c:v>
                </c:pt>
                <c:pt idx="467">
                  <c:v>0.18371048781546004</c:v>
                </c:pt>
                <c:pt idx="468">
                  <c:v>0.17790737248610025</c:v>
                </c:pt>
                <c:pt idx="469">
                  <c:v>0.20666721420253126</c:v>
                </c:pt>
                <c:pt idx="470">
                  <c:v>0.16497905885204883</c:v>
                </c:pt>
                <c:pt idx="471">
                  <c:v>0.17267284430958854</c:v>
                </c:pt>
                <c:pt idx="472">
                  <c:v>0.18042910777139298</c:v>
                </c:pt>
                <c:pt idx="473">
                  <c:v>0.17710460989949692</c:v>
                </c:pt>
                <c:pt idx="474">
                  <c:v>0.1768932260256553</c:v>
                </c:pt>
                <c:pt idx="475">
                  <c:v>0.16357009822940424</c:v>
                </c:pt>
                <c:pt idx="476">
                  <c:v>0.16743476746243974</c:v>
                </c:pt>
                <c:pt idx="477">
                  <c:v>0.16791826480481203</c:v>
                </c:pt>
                <c:pt idx="478">
                  <c:v>0.16801941409108342</c:v>
                </c:pt>
                <c:pt idx="479">
                  <c:v>0.16709431528595137</c:v>
                </c:pt>
                <c:pt idx="480">
                  <c:v>0.1711622583509893</c:v>
                </c:pt>
                <c:pt idx="481">
                  <c:v>0.17110234923814102</c:v>
                </c:pt>
                <c:pt idx="482">
                  <c:v>0.16724640076286332</c:v>
                </c:pt>
                <c:pt idx="483">
                  <c:v>0.1803654709093323</c:v>
                </c:pt>
                <c:pt idx="484">
                  <c:v>0.17453910357093055</c:v>
                </c:pt>
                <c:pt idx="485">
                  <c:v>0.17137842002738377</c:v>
                </c:pt>
                <c:pt idx="486">
                  <c:v>0.16529366872537424</c:v>
                </c:pt>
                <c:pt idx="487">
                  <c:v>0.1740935239072251</c:v>
                </c:pt>
                <c:pt idx="488">
                  <c:v>0.17059059285212175</c:v>
                </c:pt>
                <c:pt idx="489">
                  <c:v>0.22651127728399104</c:v>
                </c:pt>
                <c:pt idx="490">
                  <c:v>0.23432450525991069</c:v>
                </c:pt>
                <c:pt idx="491">
                  <c:v>0.22032098411583562</c:v>
                </c:pt>
                <c:pt idx="492">
                  <c:v>0.12870484620037473</c:v>
                </c:pt>
                <c:pt idx="493">
                  <c:v>6.8528789681474744E-2</c:v>
                </c:pt>
                <c:pt idx="494">
                  <c:v>2.330162389634928E-2</c:v>
                </c:pt>
                <c:pt idx="495">
                  <c:v>3.6298506452226806E-2</c:v>
                </c:pt>
                <c:pt idx="496">
                  <c:v>2.3614647292371598E-2</c:v>
                </c:pt>
                <c:pt idx="497">
                  <c:v>2.0860147711727776E-2</c:v>
                </c:pt>
                <c:pt idx="498">
                  <c:v>2.2974003434178436E-2</c:v>
                </c:pt>
                <c:pt idx="499">
                  <c:v>2.4540904052771789E-2</c:v>
                </c:pt>
                <c:pt idx="500">
                  <c:v>0.15804599519349599</c:v>
                </c:pt>
                <c:pt idx="501">
                  <c:v>0.12008511654714309</c:v>
                </c:pt>
                <c:pt idx="502">
                  <c:v>7.3167991563168291E-2</c:v>
                </c:pt>
                <c:pt idx="503">
                  <c:v>7.0222647586446016E-2</c:v>
                </c:pt>
                <c:pt idx="504">
                  <c:v>6.5273076115307666E-2</c:v>
                </c:pt>
                <c:pt idx="505">
                  <c:v>6.4794155504863588E-2</c:v>
                </c:pt>
                <c:pt idx="506">
                  <c:v>5.5801012164106191E-2</c:v>
                </c:pt>
                <c:pt idx="507">
                  <c:v>5.6076404655884232E-2</c:v>
                </c:pt>
                <c:pt idx="508">
                  <c:v>0.26853925983505617</c:v>
                </c:pt>
                <c:pt idx="509">
                  <c:v>0.37520645612184295</c:v>
                </c:pt>
                <c:pt idx="510">
                  <c:v>0.23417941400177453</c:v>
                </c:pt>
                <c:pt idx="511">
                  <c:v>0.19526884149637658</c:v>
                </c:pt>
                <c:pt idx="512">
                  <c:v>0.17945706945170592</c:v>
                </c:pt>
                <c:pt idx="513">
                  <c:v>0.11092422551975395</c:v>
                </c:pt>
                <c:pt idx="514">
                  <c:v>4.8787138218202353E-2</c:v>
                </c:pt>
                <c:pt idx="515">
                  <c:v>2.3756806513071577E-2</c:v>
                </c:pt>
                <c:pt idx="516">
                  <c:v>1.1971649543432272E-2</c:v>
                </c:pt>
                <c:pt idx="517">
                  <c:v>1.825915289671081E-2</c:v>
                </c:pt>
                <c:pt idx="518">
                  <c:v>2.0772506489679318E-2</c:v>
                </c:pt>
                <c:pt idx="519">
                  <c:v>2.0425357835335303E-2</c:v>
                </c:pt>
                <c:pt idx="520">
                  <c:v>2.0680056349529807E-2</c:v>
                </c:pt>
                <c:pt idx="521">
                  <c:v>2.2160803600144802E-2</c:v>
                </c:pt>
                <c:pt idx="522">
                  <c:v>2.1561306259617653E-2</c:v>
                </c:pt>
                <c:pt idx="523">
                  <c:v>2.1503195063224515E-2</c:v>
                </c:pt>
                <c:pt idx="524">
                  <c:v>1.6404070383205044E-2</c:v>
                </c:pt>
                <c:pt idx="525">
                  <c:v>2.1288253187119587E-2</c:v>
                </c:pt>
                <c:pt idx="526">
                  <c:v>1.8779103555036838E-2</c:v>
                </c:pt>
                <c:pt idx="527">
                  <c:v>2.0412641267113601E-2</c:v>
                </c:pt>
                <c:pt idx="528">
                  <c:v>1.925279997839523E-2</c:v>
                </c:pt>
                <c:pt idx="529">
                  <c:v>2.0471444968859852E-2</c:v>
                </c:pt>
                <c:pt idx="530">
                  <c:v>1.9452755645612524E-2</c:v>
                </c:pt>
                <c:pt idx="531">
                  <c:v>2.1853344254392809E-2</c:v>
                </c:pt>
                <c:pt idx="532">
                  <c:v>2.0036367953694147E-2</c:v>
                </c:pt>
                <c:pt idx="533">
                  <c:v>2.1058713834733355E-2</c:v>
                </c:pt>
                <c:pt idx="534">
                  <c:v>6.6075390278705445E-2</c:v>
                </c:pt>
                <c:pt idx="535">
                  <c:v>0.11978466469358852</c:v>
                </c:pt>
                <c:pt idx="536">
                  <c:v>5.9906366839314107E-2</c:v>
                </c:pt>
                <c:pt idx="537">
                  <c:v>2.3213195626058628E-2</c:v>
                </c:pt>
                <c:pt idx="538">
                  <c:v>1.8845978210337219E-2</c:v>
                </c:pt>
                <c:pt idx="539">
                  <c:v>2.3337634582743447E-2</c:v>
                </c:pt>
                <c:pt idx="540">
                  <c:v>1.4237448052903719E-2</c:v>
                </c:pt>
                <c:pt idx="541">
                  <c:v>2.1095895235018761E-2</c:v>
                </c:pt>
                <c:pt idx="542">
                  <c:v>2.1822070602556271E-2</c:v>
                </c:pt>
                <c:pt idx="543">
                  <c:v>1.9852838123747524E-2</c:v>
                </c:pt>
                <c:pt idx="544">
                  <c:v>2.1439321132571246E-2</c:v>
                </c:pt>
                <c:pt idx="545">
                  <c:v>2.0590752351334757E-2</c:v>
                </c:pt>
                <c:pt idx="546">
                  <c:v>2.2055626341552923E-2</c:v>
                </c:pt>
                <c:pt idx="547">
                  <c:v>1.9534512711087498E-2</c:v>
                </c:pt>
                <c:pt idx="548">
                  <c:v>2.0241463689571512E-2</c:v>
                </c:pt>
                <c:pt idx="549">
                  <c:v>2.3480854012981073E-2</c:v>
                </c:pt>
                <c:pt idx="550">
                  <c:v>2.1261339390440663E-2</c:v>
                </c:pt>
                <c:pt idx="551">
                  <c:v>1.706291804332552E-2</c:v>
                </c:pt>
                <c:pt idx="552">
                  <c:v>1.8240825543811175E-2</c:v>
                </c:pt>
                <c:pt idx="553">
                  <c:v>1.8596880224702787E-2</c:v>
                </c:pt>
                <c:pt idx="554">
                  <c:v>2.3625992757683064E-2</c:v>
                </c:pt>
                <c:pt idx="555">
                  <c:v>2.6272496079533973E-2</c:v>
                </c:pt>
                <c:pt idx="556">
                  <c:v>2.1367767475224127E-2</c:v>
                </c:pt>
                <c:pt idx="557">
                  <c:v>2.230156004998152E-2</c:v>
                </c:pt>
                <c:pt idx="558">
                  <c:v>2.4921722335034629E-2</c:v>
                </c:pt>
                <c:pt idx="559">
                  <c:v>2.5535871751244318E-2</c:v>
                </c:pt>
                <c:pt idx="560">
                  <c:v>1.9299551512112358E-2</c:v>
                </c:pt>
                <c:pt idx="561">
                  <c:v>1.2322516413679771E-2</c:v>
                </c:pt>
                <c:pt idx="562">
                  <c:v>3.0260829594272575E-2</c:v>
                </c:pt>
                <c:pt idx="563">
                  <c:v>2.0082096004741215E-2</c:v>
                </c:pt>
                <c:pt idx="564">
                  <c:v>1.9993824356157298E-2</c:v>
                </c:pt>
                <c:pt idx="565">
                  <c:v>2.585489106261846E-2</c:v>
                </c:pt>
                <c:pt idx="566">
                  <c:v>2.3268865450497257E-2</c:v>
                </c:pt>
                <c:pt idx="567">
                  <c:v>1.8540127391206737E-2</c:v>
                </c:pt>
                <c:pt idx="568">
                  <c:v>2.3028331252819449E-2</c:v>
                </c:pt>
                <c:pt idx="569">
                  <c:v>2.3268272933756884E-2</c:v>
                </c:pt>
                <c:pt idx="570">
                  <c:v>2.2511558873676171E-2</c:v>
                </c:pt>
                <c:pt idx="571">
                  <c:v>2.2205921151608691E-2</c:v>
                </c:pt>
                <c:pt idx="572">
                  <c:v>2.2575957171116618E-2</c:v>
                </c:pt>
                <c:pt idx="573">
                  <c:v>2.2584769071637912E-2</c:v>
                </c:pt>
                <c:pt idx="574">
                  <c:v>2.4252895032625999E-2</c:v>
                </c:pt>
                <c:pt idx="575">
                  <c:v>2.1654192008773006E-2</c:v>
                </c:pt>
                <c:pt idx="576">
                  <c:v>2.1948208635331229E-2</c:v>
                </c:pt>
                <c:pt idx="577">
                  <c:v>2.1832457277754323E-2</c:v>
                </c:pt>
                <c:pt idx="578">
                  <c:v>2.1171481895063512E-2</c:v>
                </c:pt>
                <c:pt idx="579">
                  <c:v>2.0702904766942948E-2</c:v>
                </c:pt>
                <c:pt idx="580">
                  <c:v>2.1226975483107029E-2</c:v>
                </c:pt>
                <c:pt idx="581">
                  <c:v>1.985420439284908E-2</c:v>
                </c:pt>
                <c:pt idx="582">
                  <c:v>2.1721148208215527E-2</c:v>
                </c:pt>
                <c:pt idx="583">
                  <c:v>2.3567865667184763E-2</c:v>
                </c:pt>
                <c:pt idx="584">
                  <c:v>2.591467556928433E-2</c:v>
                </c:pt>
                <c:pt idx="585">
                  <c:v>2.517456094817333E-2</c:v>
                </c:pt>
                <c:pt idx="586">
                  <c:v>2.5204081116612671E-2</c:v>
                </c:pt>
                <c:pt idx="587">
                  <c:v>1.73093715749334E-2</c:v>
                </c:pt>
                <c:pt idx="588">
                  <c:v>1.6978225759886605E-2</c:v>
                </c:pt>
                <c:pt idx="589">
                  <c:v>-5.399164775626641E-4</c:v>
                </c:pt>
                <c:pt idx="590">
                  <c:v>3.198607574462449E-2</c:v>
                </c:pt>
                <c:pt idx="591">
                  <c:v>9.1697006119818791E-2</c:v>
                </c:pt>
                <c:pt idx="592">
                  <c:v>9.2569012647351803E-2</c:v>
                </c:pt>
                <c:pt idx="593">
                  <c:v>9.6775900707127466E-2</c:v>
                </c:pt>
                <c:pt idx="594">
                  <c:v>7.9405782486330359E-2</c:v>
                </c:pt>
                <c:pt idx="595">
                  <c:v>7.223082461117282E-2</c:v>
                </c:pt>
                <c:pt idx="596">
                  <c:v>5.7242408167528208E-2</c:v>
                </c:pt>
                <c:pt idx="597">
                  <c:v>7.2597466306775701E-2</c:v>
                </c:pt>
                <c:pt idx="598">
                  <c:v>6.7679242317318325E-2</c:v>
                </c:pt>
                <c:pt idx="599">
                  <c:v>6.9280683386583622E-2</c:v>
                </c:pt>
                <c:pt idx="600">
                  <c:v>5.9509002337084185E-2</c:v>
                </c:pt>
                <c:pt idx="601">
                  <c:v>5.8619815633597694E-2</c:v>
                </c:pt>
                <c:pt idx="602">
                  <c:v>4.9864690241830781E-2</c:v>
                </c:pt>
                <c:pt idx="603">
                  <c:v>4.2136767734296143E-2</c:v>
                </c:pt>
                <c:pt idx="604">
                  <c:v>3.5810980298983296E-2</c:v>
                </c:pt>
                <c:pt idx="605">
                  <c:v>3.1412553099867492E-2</c:v>
                </c:pt>
                <c:pt idx="606">
                  <c:v>2.5122382531022596E-2</c:v>
                </c:pt>
                <c:pt idx="607">
                  <c:v>2.324533859312921E-2</c:v>
                </c:pt>
                <c:pt idx="608">
                  <c:v>2.1031756369887682E-2</c:v>
                </c:pt>
                <c:pt idx="609">
                  <c:v>2.3313928568026825E-2</c:v>
                </c:pt>
                <c:pt idx="610">
                  <c:v>3.3045205699643483E-2</c:v>
                </c:pt>
                <c:pt idx="611">
                  <c:v>2.3133999228882197E-2</c:v>
                </c:pt>
                <c:pt idx="612">
                  <c:v>3.2415059043964412E-2</c:v>
                </c:pt>
                <c:pt idx="613">
                  <c:v>4.0134927133566582E-2</c:v>
                </c:pt>
                <c:pt idx="614">
                  <c:v>7.0396771683226847E-2</c:v>
                </c:pt>
                <c:pt idx="615">
                  <c:v>7.8969641703190749E-2</c:v>
                </c:pt>
                <c:pt idx="616">
                  <c:v>7.3497063313280916E-2</c:v>
                </c:pt>
                <c:pt idx="617">
                  <c:v>7.2224019828683192E-2</c:v>
                </c:pt>
                <c:pt idx="618">
                  <c:v>8.4215540390842392E-2</c:v>
                </c:pt>
                <c:pt idx="619">
                  <c:v>4.142326046274046E-2</c:v>
                </c:pt>
                <c:pt idx="620">
                  <c:v>8.2767882973869139E-2</c:v>
                </c:pt>
                <c:pt idx="621">
                  <c:v>7.1825064722720516E-2</c:v>
                </c:pt>
                <c:pt idx="622">
                  <c:v>7.0157967550601497E-2</c:v>
                </c:pt>
                <c:pt idx="623">
                  <c:v>7.1486350467375059E-2</c:v>
                </c:pt>
                <c:pt idx="624">
                  <c:v>7.3770841283903155E-2</c:v>
                </c:pt>
                <c:pt idx="625">
                  <c:v>6.539801054024276E-2</c:v>
                </c:pt>
                <c:pt idx="626">
                  <c:v>6.3213456115682062E-2</c:v>
                </c:pt>
                <c:pt idx="627">
                  <c:v>6.9731700247216033E-2</c:v>
                </c:pt>
                <c:pt idx="628">
                  <c:v>6.1012894787020273E-2</c:v>
                </c:pt>
                <c:pt idx="629">
                  <c:v>7.3697741181688467E-2</c:v>
                </c:pt>
                <c:pt idx="630">
                  <c:v>8.1626791482335967E-2</c:v>
                </c:pt>
                <c:pt idx="631">
                  <c:v>0.24334240605920252</c:v>
                </c:pt>
                <c:pt idx="632">
                  <c:v>0.39791219436139008</c:v>
                </c:pt>
                <c:pt idx="633">
                  <c:v>0.36541713395870007</c:v>
                </c:pt>
                <c:pt idx="634">
                  <c:v>0.3802378114433117</c:v>
                </c:pt>
                <c:pt idx="635">
                  <c:v>0.36845717011846729</c:v>
                </c:pt>
                <c:pt idx="636">
                  <c:v>0.34456994459897272</c:v>
                </c:pt>
                <c:pt idx="637">
                  <c:v>0.3468353281055363</c:v>
                </c:pt>
                <c:pt idx="638">
                  <c:v>0.25996055520172201</c:v>
                </c:pt>
                <c:pt idx="639">
                  <c:v>0.23054821436637465</c:v>
                </c:pt>
                <c:pt idx="640">
                  <c:v>0.23804781715138576</c:v>
                </c:pt>
                <c:pt idx="641">
                  <c:v>0.25165834031062878</c:v>
                </c:pt>
                <c:pt idx="642">
                  <c:v>0.25152155966028211</c:v>
                </c:pt>
                <c:pt idx="643">
                  <c:v>0.20268829374118949</c:v>
                </c:pt>
                <c:pt idx="644">
                  <c:v>0.20335655344784528</c:v>
                </c:pt>
                <c:pt idx="645">
                  <c:v>0.19243467630361383</c:v>
                </c:pt>
                <c:pt idx="646">
                  <c:v>0.17578204315496174</c:v>
                </c:pt>
                <c:pt idx="647">
                  <c:v>0.16750278218290116</c:v>
                </c:pt>
                <c:pt idx="648">
                  <c:v>0.16625353445729771</c:v>
                </c:pt>
                <c:pt idx="649">
                  <c:v>0.16457765590699366</c:v>
                </c:pt>
                <c:pt idx="650">
                  <c:v>0.15968648712565972</c:v>
                </c:pt>
                <c:pt idx="651">
                  <c:v>0.16877988563862364</c:v>
                </c:pt>
                <c:pt idx="652">
                  <c:v>0.17018976823435503</c:v>
                </c:pt>
                <c:pt idx="653">
                  <c:v>0.17826311165258316</c:v>
                </c:pt>
                <c:pt idx="654">
                  <c:v>0.17501388523383554</c:v>
                </c:pt>
                <c:pt idx="655">
                  <c:v>0.18165569852960897</c:v>
                </c:pt>
                <c:pt idx="656">
                  <c:v>0.17602934912288198</c:v>
                </c:pt>
                <c:pt idx="657">
                  <c:v>0.12663607914704353</c:v>
                </c:pt>
                <c:pt idx="658">
                  <c:v>0.12759410365533758</c:v>
                </c:pt>
                <c:pt idx="659">
                  <c:v>0.17991691637216861</c:v>
                </c:pt>
                <c:pt idx="660">
                  <c:v>0.17083748625979273</c:v>
                </c:pt>
                <c:pt idx="661">
                  <c:v>0.19551470710286545</c:v>
                </c:pt>
                <c:pt idx="662">
                  <c:v>0.2452413675224267</c:v>
                </c:pt>
                <c:pt idx="663">
                  <c:v>0.2162571691511401</c:v>
                </c:pt>
                <c:pt idx="664">
                  <c:v>0.20003101945966906</c:v>
                </c:pt>
                <c:pt idx="665">
                  <c:v>0.17447837539446354</c:v>
                </c:pt>
                <c:pt idx="666">
                  <c:v>0.1704568699171114</c:v>
                </c:pt>
                <c:pt idx="667">
                  <c:v>0.17984260674266128</c:v>
                </c:pt>
                <c:pt idx="668">
                  <c:v>0.19388735020879355</c:v>
                </c:pt>
                <c:pt idx="669">
                  <c:v>0.17762997962430468</c:v>
                </c:pt>
                <c:pt idx="670">
                  <c:v>0.16874539474043687</c:v>
                </c:pt>
                <c:pt idx="671">
                  <c:v>0.16688083906700477</c:v>
                </c:pt>
                <c:pt idx="672">
                  <c:v>0.17107935557351103</c:v>
                </c:pt>
                <c:pt idx="673">
                  <c:v>0.17399282088347864</c:v>
                </c:pt>
                <c:pt idx="674">
                  <c:v>0.17145937418867135</c:v>
                </c:pt>
                <c:pt idx="675">
                  <c:v>0.16079314946116235</c:v>
                </c:pt>
                <c:pt idx="676">
                  <c:v>0.17744213478410703</c:v>
                </c:pt>
                <c:pt idx="677">
                  <c:v>0.16918693572134416</c:v>
                </c:pt>
                <c:pt idx="678">
                  <c:v>0.17894755867755532</c:v>
                </c:pt>
                <c:pt idx="679">
                  <c:v>0.1757649058221305</c:v>
                </c:pt>
                <c:pt idx="680">
                  <c:v>0.16700478326389959</c:v>
                </c:pt>
                <c:pt idx="681">
                  <c:v>0.1313034585666632</c:v>
                </c:pt>
                <c:pt idx="682">
                  <c:v>0.10866941836355831</c:v>
                </c:pt>
                <c:pt idx="683">
                  <c:v>0.1329955346726589</c:v>
                </c:pt>
                <c:pt idx="684">
                  <c:v>0.11255966653505167</c:v>
                </c:pt>
                <c:pt idx="685">
                  <c:v>8.1770058381093177E-2</c:v>
                </c:pt>
                <c:pt idx="686">
                  <c:v>6.1724303873652686E-2</c:v>
                </c:pt>
                <c:pt idx="687">
                  <c:v>4.2685051414324E-2</c:v>
                </c:pt>
                <c:pt idx="688">
                  <c:v>1.9067122622742433E-2</c:v>
                </c:pt>
                <c:pt idx="689">
                  <c:v>2.0862651930624566E-2</c:v>
                </c:pt>
                <c:pt idx="690">
                  <c:v>2.3243614737409889E-2</c:v>
                </c:pt>
                <c:pt idx="691">
                  <c:v>0.15066529391925546</c:v>
                </c:pt>
                <c:pt idx="692">
                  <c:v>9.801292122558114E-2</c:v>
                </c:pt>
                <c:pt idx="693">
                  <c:v>6.7134115752499474E-2</c:v>
                </c:pt>
                <c:pt idx="694">
                  <c:v>6.4198066778079321E-2</c:v>
                </c:pt>
                <c:pt idx="695">
                  <c:v>6.8193589433619653E-2</c:v>
                </c:pt>
                <c:pt idx="696">
                  <c:v>7.2276919388369346E-2</c:v>
                </c:pt>
                <c:pt idx="697">
                  <c:v>6.7042481335196372E-2</c:v>
                </c:pt>
                <c:pt idx="698">
                  <c:v>7.6509938098275748E-2</c:v>
                </c:pt>
                <c:pt idx="699">
                  <c:v>0.12428758451123824</c:v>
                </c:pt>
                <c:pt idx="700">
                  <c:v>0.3633089143255458</c:v>
                </c:pt>
                <c:pt idx="701">
                  <c:v>0.38329877772100845</c:v>
                </c:pt>
                <c:pt idx="702">
                  <c:v>0.29518902743695152</c:v>
                </c:pt>
                <c:pt idx="703">
                  <c:v>0.26082962950591093</c:v>
                </c:pt>
                <c:pt idx="704">
                  <c:v>0.19770420470261932</c:v>
                </c:pt>
                <c:pt idx="705">
                  <c:v>0.18965991780017477</c:v>
                </c:pt>
                <c:pt idx="706">
                  <c:v>0.10961898387850477</c:v>
                </c:pt>
                <c:pt idx="707">
                  <c:v>6.1434570386801265E-2</c:v>
                </c:pt>
                <c:pt idx="708">
                  <c:v>3.7445487225408317E-2</c:v>
                </c:pt>
                <c:pt idx="709">
                  <c:v>1.7532505776846233E-2</c:v>
                </c:pt>
                <c:pt idx="710">
                  <c:v>2.5252847305247076E-2</c:v>
                </c:pt>
                <c:pt idx="711">
                  <c:v>1.6427637773402663E-2</c:v>
                </c:pt>
                <c:pt idx="712">
                  <c:v>1.9751186775514375E-2</c:v>
                </c:pt>
                <c:pt idx="713">
                  <c:v>2.0548466599460094E-2</c:v>
                </c:pt>
                <c:pt idx="714">
                  <c:v>1.9566886603700002E-2</c:v>
                </c:pt>
                <c:pt idx="715">
                  <c:v>1.9356341021185025E-2</c:v>
                </c:pt>
                <c:pt idx="716">
                  <c:v>1.9750313858989031E-2</c:v>
                </c:pt>
                <c:pt idx="717">
                  <c:v>2.2257575045169002E-2</c:v>
                </c:pt>
                <c:pt idx="718">
                  <c:v>7.4768017245975024E-2</c:v>
                </c:pt>
                <c:pt idx="719">
                  <c:v>0.15774593860169892</c:v>
                </c:pt>
                <c:pt idx="720">
                  <c:v>8.5571530099571011E-2</c:v>
                </c:pt>
                <c:pt idx="721">
                  <c:v>7.7752471151663449E-2</c:v>
                </c:pt>
                <c:pt idx="722">
                  <c:v>6.7900923595650711E-2</c:v>
                </c:pt>
                <c:pt idx="723">
                  <c:v>6.6469301667260464E-2</c:v>
                </c:pt>
                <c:pt idx="724">
                  <c:v>0.24384915609549937</c:v>
                </c:pt>
                <c:pt idx="725">
                  <c:v>0.35201560887978744</c:v>
                </c:pt>
                <c:pt idx="726">
                  <c:v>0.27522035159614744</c:v>
                </c:pt>
                <c:pt idx="727">
                  <c:v>0.22245092412622738</c:v>
                </c:pt>
                <c:pt idx="728">
                  <c:v>0.2208602549186689</c:v>
                </c:pt>
                <c:pt idx="729">
                  <c:v>0.18503428042331493</c:v>
                </c:pt>
                <c:pt idx="730">
                  <c:v>0.11193965721701396</c:v>
                </c:pt>
                <c:pt idx="731">
                  <c:v>2.9220541047294268E-2</c:v>
                </c:pt>
                <c:pt idx="732">
                  <c:v>1.8568178411381787E-2</c:v>
                </c:pt>
                <c:pt idx="733">
                  <c:v>2.0471740118386279E-2</c:v>
                </c:pt>
                <c:pt idx="734">
                  <c:v>2.2809053846804313E-2</c:v>
                </c:pt>
                <c:pt idx="735">
                  <c:v>1.8608582270634565E-2</c:v>
                </c:pt>
                <c:pt idx="736">
                  <c:v>2.1829642384788999E-2</c:v>
                </c:pt>
                <c:pt idx="737">
                  <c:v>2.3126698913665616E-2</c:v>
                </c:pt>
                <c:pt idx="738">
                  <c:v>2.2325209812402748E-2</c:v>
                </c:pt>
                <c:pt idx="739">
                  <c:v>2.0685881034046325E-2</c:v>
                </c:pt>
                <c:pt idx="740">
                  <c:v>1.8805495935211462E-2</c:v>
                </c:pt>
                <c:pt idx="741">
                  <c:v>2.1149392748635074E-2</c:v>
                </c:pt>
                <c:pt idx="742">
                  <c:v>2.2988305091226808E-2</c:v>
                </c:pt>
                <c:pt idx="743">
                  <c:v>2.4255626229010115E-2</c:v>
                </c:pt>
                <c:pt idx="744">
                  <c:v>2.135669407673613E-2</c:v>
                </c:pt>
                <c:pt idx="745">
                  <c:v>2.3157741602894341E-2</c:v>
                </c:pt>
                <c:pt idx="746">
                  <c:v>2.1217796431209027E-2</c:v>
                </c:pt>
                <c:pt idx="747">
                  <c:v>2.3347592382086925E-2</c:v>
                </c:pt>
                <c:pt idx="748">
                  <c:v>2.0821193972302605E-2</c:v>
                </c:pt>
                <c:pt idx="749">
                  <c:v>0.35953871483373095</c:v>
                </c:pt>
                <c:pt idx="750">
                  <c:v>0.41058432958627783</c:v>
                </c:pt>
                <c:pt idx="751">
                  <c:v>0.24981773516780187</c:v>
                </c:pt>
                <c:pt idx="752">
                  <c:v>0.20406182160377997</c:v>
                </c:pt>
                <c:pt idx="753">
                  <c:v>0.16842755601968423</c:v>
                </c:pt>
                <c:pt idx="754">
                  <c:v>0.13393454991843159</c:v>
                </c:pt>
                <c:pt idx="755">
                  <c:v>0.13046248357517851</c:v>
                </c:pt>
                <c:pt idx="756">
                  <c:v>8.2651634092791346E-2</c:v>
                </c:pt>
                <c:pt idx="757">
                  <c:v>2.1074609215993422E-2</c:v>
                </c:pt>
                <c:pt idx="758">
                  <c:v>2.1653173456632174E-2</c:v>
                </c:pt>
                <c:pt idx="759">
                  <c:v>2.1085286266204661E-2</c:v>
                </c:pt>
                <c:pt idx="760">
                  <c:v>2.0283981636015382E-2</c:v>
                </c:pt>
                <c:pt idx="761">
                  <c:v>2.0352335421628984E-2</c:v>
                </c:pt>
                <c:pt idx="762">
                  <c:v>2.3415917890987348E-2</c:v>
                </c:pt>
                <c:pt idx="763">
                  <c:v>2.3156679504496104E-2</c:v>
                </c:pt>
                <c:pt idx="764">
                  <c:v>2.1849848455234588E-2</c:v>
                </c:pt>
                <c:pt idx="765">
                  <c:v>2.4390558505920073E-2</c:v>
                </c:pt>
                <c:pt idx="766">
                  <c:v>2.2370662416599348E-2</c:v>
                </c:pt>
                <c:pt idx="767">
                  <c:v>0.3638524169542996</c:v>
                </c:pt>
                <c:pt idx="768">
                  <c:v>0.29844543257913347</c:v>
                </c:pt>
                <c:pt idx="769">
                  <c:v>0.21876829994528368</c:v>
                </c:pt>
                <c:pt idx="770">
                  <c:v>0.20819559632650766</c:v>
                </c:pt>
                <c:pt idx="771">
                  <c:v>0.21159099315778609</c:v>
                </c:pt>
                <c:pt idx="772">
                  <c:v>0.20818345574515429</c:v>
                </c:pt>
                <c:pt idx="773">
                  <c:v>0.16972870228879955</c:v>
                </c:pt>
                <c:pt idx="774">
                  <c:v>0.16290354666272142</c:v>
                </c:pt>
                <c:pt idx="775">
                  <c:v>0.17332848340506116</c:v>
                </c:pt>
                <c:pt idx="776">
                  <c:v>0.15984652520622958</c:v>
                </c:pt>
                <c:pt idx="777">
                  <c:v>0.11625700030402798</c:v>
                </c:pt>
                <c:pt idx="778">
                  <c:v>8.2008616601043305E-2</c:v>
                </c:pt>
                <c:pt idx="779">
                  <c:v>6.9126464717920971E-2</c:v>
                </c:pt>
                <c:pt idx="780">
                  <c:v>5.6853545727745702E-2</c:v>
                </c:pt>
                <c:pt idx="781">
                  <c:v>7.7359016540920117E-2</c:v>
                </c:pt>
                <c:pt idx="782">
                  <c:v>3.1687043928898248E-2</c:v>
                </c:pt>
                <c:pt idx="783">
                  <c:v>2.3591436174162105E-2</c:v>
                </c:pt>
                <c:pt idx="784">
                  <c:v>2.1811140244973874E-2</c:v>
                </c:pt>
                <c:pt idx="785">
                  <c:v>1.690565885467581E-2</c:v>
                </c:pt>
                <c:pt idx="786">
                  <c:v>2.1816435598960945E-2</c:v>
                </c:pt>
                <c:pt idx="787">
                  <c:v>2.4651348163578585E-2</c:v>
                </c:pt>
                <c:pt idx="788">
                  <c:v>0.13028055520069101</c:v>
                </c:pt>
                <c:pt idx="789">
                  <c:v>0.10413794416214035</c:v>
                </c:pt>
                <c:pt idx="790">
                  <c:v>7.7373403189897008E-2</c:v>
                </c:pt>
                <c:pt idx="791">
                  <c:v>7.0052998632134295E-2</c:v>
                </c:pt>
                <c:pt idx="792">
                  <c:v>6.7289601919393746E-2</c:v>
                </c:pt>
                <c:pt idx="793">
                  <c:v>6.323341979531534E-2</c:v>
                </c:pt>
                <c:pt idx="794">
                  <c:v>7.0063421410460097E-2</c:v>
                </c:pt>
                <c:pt idx="795">
                  <c:v>0.43257314587888801</c:v>
                </c:pt>
                <c:pt idx="796">
                  <c:v>0.38328187371808564</c:v>
                </c:pt>
                <c:pt idx="797">
                  <c:v>0.30009706644089096</c:v>
                </c:pt>
                <c:pt idx="798">
                  <c:v>0.26522811255763479</c:v>
                </c:pt>
                <c:pt idx="799">
                  <c:v>0.23330749841432619</c:v>
                </c:pt>
                <c:pt idx="800">
                  <c:v>0.19757828281634804</c:v>
                </c:pt>
                <c:pt idx="801">
                  <c:v>0.15149937486211756</c:v>
                </c:pt>
                <c:pt idx="802">
                  <c:v>0.13017801995018774</c:v>
                </c:pt>
                <c:pt idx="803">
                  <c:v>7.6456215366226543E-2</c:v>
                </c:pt>
                <c:pt idx="804">
                  <c:v>2.4231079817693964E-2</c:v>
                </c:pt>
                <c:pt idx="805">
                  <c:v>1.9902680259968358E-2</c:v>
                </c:pt>
                <c:pt idx="806">
                  <c:v>1.7698663801974331E-2</c:v>
                </c:pt>
                <c:pt idx="807">
                  <c:v>2.3434353107590185E-2</c:v>
                </c:pt>
                <c:pt idx="808">
                  <c:v>2.4546784627058182E-2</c:v>
                </c:pt>
                <c:pt idx="809">
                  <c:v>2.1483594662698776E-2</c:v>
                </c:pt>
                <c:pt idx="810">
                  <c:v>1.8808738580906325E-2</c:v>
                </c:pt>
                <c:pt idx="811">
                  <c:v>2.1796696301713964E-2</c:v>
                </c:pt>
                <c:pt idx="812">
                  <c:v>1.891401625017021E-2</c:v>
                </c:pt>
                <c:pt idx="813">
                  <c:v>2.0309654607896136E-2</c:v>
                </c:pt>
                <c:pt idx="814">
                  <c:v>2.0613930307569809E-2</c:v>
                </c:pt>
                <c:pt idx="815">
                  <c:v>2.5046377064452691E-2</c:v>
                </c:pt>
                <c:pt idx="816">
                  <c:v>2.8775554029414532E-2</c:v>
                </c:pt>
                <c:pt idx="817">
                  <c:v>2.5003371947834502E-2</c:v>
                </c:pt>
                <c:pt idx="818">
                  <c:v>2.2494025926105467E-2</c:v>
                </c:pt>
                <c:pt idx="819">
                  <c:v>2.2476277152896781E-2</c:v>
                </c:pt>
                <c:pt idx="820">
                  <c:v>0.12449261590002798</c:v>
                </c:pt>
                <c:pt idx="821">
                  <c:v>0.31698100486200653</c:v>
                </c:pt>
                <c:pt idx="822">
                  <c:v>0.24282116526342923</c:v>
                </c:pt>
                <c:pt idx="823">
                  <c:v>0.19141829544672484</c:v>
                </c:pt>
                <c:pt idx="824">
                  <c:v>0.16959885811041411</c:v>
                </c:pt>
                <c:pt idx="825">
                  <c:v>0.12002442368021601</c:v>
                </c:pt>
                <c:pt idx="826">
                  <c:v>6.137877860333471E-2</c:v>
                </c:pt>
                <c:pt idx="827">
                  <c:v>1.419040498433617E-2</c:v>
                </c:pt>
                <c:pt idx="828">
                  <c:v>1.6582591283474689E-2</c:v>
                </c:pt>
                <c:pt idx="829">
                  <c:v>2.0061014001851483E-2</c:v>
                </c:pt>
                <c:pt idx="830">
                  <c:v>2.3096791723512419E-2</c:v>
                </c:pt>
                <c:pt idx="831">
                  <c:v>2.5329592505971252E-2</c:v>
                </c:pt>
                <c:pt idx="832">
                  <c:v>3.1322513566549456E-2</c:v>
                </c:pt>
                <c:pt idx="833">
                  <c:v>2.6928229162093167E-2</c:v>
                </c:pt>
                <c:pt idx="834">
                  <c:v>1.9973943941549256E-2</c:v>
                </c:pt>
                <c:pt idx="835">
                  <c:v>2.1648798726475495E-2</c:v>
                </c:pt>
                <c:pt idx="836">
                  <c:v>2.1916852830529975E-2</c:v>
                </c:pt>
                <c:pt idx="837">
                  <c:v>2.2827034138893702E-2</c:v>
                </c:pt>
                <c:pt idx="838">
                  <c:v>1.961532836914805E-2</c:v>
                </c:pt>
                <c:pt idx="839">
                  <c:v>2.0010015552179804E-2</c:v>
                </c:pt>
                <c:pt idx="840">
                  <c:v>1.8617532853900724E-2</c:v>
                </c:pt>
                <c:pt idx="841">
                  <c:v>1.846818993762132E-2</c:v>
                </c:pt>
                <c:pt idx="842">
                  <c:v>2.1042603889078672E-2</c:v>
                </c:pt>
                <c:pt idx="843">
                  <c:v>2.2796072607140293E-2</c:v>
                </c:pt>
                <c:pt idx="844">
                  <c:v>2.1013696742213251E-2</c:v>
                </c:pt>
                <c:pt idx="845">
                  <c:v>2.0517107603961256E-2</c:v>
                </c:pt>
                <c:pt idx="846">
                  <c:v>2.0489512060428334E-2</c:v>
                </c:pt>
                <c:pt idx="847">
                  <c:v>1.8514559570083255E-2</c:v>
                </c:pt>
                <c:pt idx="848">
                  <c:v>1.4280718858912933E-2</c:v>
                </c:pt>
                <c:pt idx="849">
                  <c:v>1.1840711818605409E-2</c:v>
                </c:pt>
                <c:pt idx="850">
                  <c:v>7.3898599881114749E-3</c:v>
                </c:pt>
                <c:pt idx="851">
                  <c:v>2.3863346113256394E-3</c:v>
                </c:pt>
                <c:pt idx="852">
                  <c:v>1.9531043725012326E-2</c:v>
                </c:pt>
                <c:pt idx="853">
                  <c:v>1.928921333670347E-2</c:v>
                </c:pt>
                <c:pt idx="854">
                  <c:v>3.8281658705554375E-2</c:v>
                </c:pt>
                <c:pt idx="855">
                  <c:v>3.8056668125640167E-2</c:v>
                </c:pt>
                <c:pt idx="856">
                  <c:v>4.4217963676918472E-2</c:v>
                </c:pt>
                <c:pt idx="857">
                  <c:v>4.6656045529285317E-2</c:v>
                </c:pt>
                <c:pt idx="858">
                  <c:v>4.4575536728826796E-2</c:v>
                </c:pt>
                <c:pt idx="859">
                  <c:v>4.1789983204547465E-2</c:v>
                </c:pt>
                <c:pt idx="860">
                  <c:v>4.0485061254895691E-2</c:v>
                </c:pt>
                <c:pt idx="861">
                  <c:v>4.0596298195695137E-2</c:v>
                </c:pt>
                <c:pt idx="862">
                  <c:v>4.0454397681629055E-2</c:v>
                </c:pt>
                <c:pt idx="863">
                  <c:v>3.9885039049150313E-2</c:v>
                </c:pt>
                <c:pt idx="864">
                  <c:v>4.2150208092587092E-2</c:v>
                </c:pt>
                <c:pt idx="865">
                  <c:v>4.1406506741134608E-2</c:v>
                </c:pt>
                <c:pt idx="866">
                  <c:v>3.9861917354936813E-2</c:v>
                </c:pt>
                <c:pt idx="867">
                  <c:v>3.7710500052901844E-2</c:v>
                </c:pt>
                <c:pt idx="868">
                  <c:v>3.7506150741870907E-2</c:v>
                </c:pt>
                <c:pt idx="869">
                  <c:v>3.6462175391492928E-2</c:v>
                </c:pt>
                <c:pt idx="870">
                  <c:v>3.8298452372080523E-2</c:v>
                </c:pt>
                <c:pt idx="871">
                  <c:v>4.4905385895237356E-2</c:v>
                </c:pt>
                <c:pt idx="872">
                  <c:v>3.9982571569460827E-2</c:v>
                </c:pt>
                <c:pt idx="873">
                  <c:v>2.8418687401648737E-2</c:v>
                </c:pt>
                <c:pt idx="874">
                  <c:v>2.9143782557335268E-2</c:v>
                </c:pt>
                <c:pt idx="875">
                  <c:v>2.5962206868234142E-2</c:v>
                </c:pt>
                <c:pt idx="876">
                  <c:v>2.4910372878953386E-2</c:v>
                </c:pt>
                <c:pt idx="877">
                  <c:v>1.9669350792657646E-2</c:v>
                </c:pt>
                <c:pt idx="878">
                  <c:v>2.6182296550202433E-2</c:v>
                </c:pt>
                <c:pt idx="879">
                  <c:v>2.9233544039938514E-2</c:v>
                </c:pt>
                <c:pt idx="880">
                  <c:v>2.8706539119512854E-2</c:v>
                </c:pt>
                <c:pt idx="881">
                  <c:v>2.6624778782709201E-2</c:v>
                </c:pt>
                <c:pt idx="882">
                  <c:v>2.4552786107139513E-2</c:v>
                </c:pt>
                <c:pt idx="883">
                  <c:v>2.4714833127169055E-2</c:v>
                </c:pt>
                <c:pt idx="884">
                  <c:v>2.1176368584027983E-2</c:v>
                </c:pt>
                <c:pt idx="885">
                  <c:v>2.1537495310515572E-2</c:v>
                </c:pt>
                <c:pt idx="886">
                  <c:v>1.9546429708779452E-2</c:v>
                </c:pt>
                <c:pt idx="887">
                  <c:v>2.1361300711553337E-2</c:v>
                </c:pt>
                <c:pt idx="888">
                  <c:v>2.0688088958239925E-2</c:v>
                </c:pt>
                <c:pt idx="889">
                  <c:v>2.2044903927553802E-2</c:v>
                </c:pt>
                <c:pt idx="890">
                  <c:v>2.1977841108316635E-2</c:v>
                </c:pt>
                <c:pt idx="891">
                  <c:v>2.1727671640293669E-2</c:v>
                </c:pt>
                <c:pt idx="892">
                  <c:v>2.2526592638691417E-2</c:v>
                </c:pt>
                <c:pt idx="893">
                  <c:v>2.1138067558443274E-2</c:v>
                </c:pt>
                <c:pt idx="894">
                  <c:v>2.5828598363177441E-2</c:v>
                </c:pt>
                <c:pt idx="895">
                  <c:v>2.2970321583274958E-2</c:v>
                </c:pt>
                <c:pt idx="896">
                  <c:v>1.6645561987604848E-2</c:v>
                </c:pt>
                <c:pt idx="897">
                  <c:v>2.2215190093142698E-2</c:v>
                </c:pt>
                <c:pt idx="898">
                  <c:v>2.4809361682721933E-2</c:v>
                </c:pt>
                <c:pt idx="899">
                  <c:v>2.3117469827014979E-2</c:v>
                </c:pt>
                <c:pt idx="900">
                  <c:v>2.8158188369607661E-2</c:v>
                </c:pt>
                <c:pt idx="901">
                  <c:v>3.169344311787467E-2</c:v>
                </c:pt>
                <c:pt idx="902">
                  <c:v>2.6809041785512102E-2</c:v>
                </c:pt>
                <c:pt idx="903">
                  <c:v>2.4513558330255349E-2</c:v>
                </c:pt>
                <c:pt idx="904">
                  <c:v>0.11421436478447967</c:v>
                </c:pt>
                <c:pt idx="905">
                  <c:v>0.20896617059422798</c:v>
                </c:pt>
                <c:pt idx="906">
                  <c:v>0.26788042523740546</c:v>
                </c:pt>
                <c:pt idx="907">
                  <c:v>0.22460172628720643</c:v>
                </c:pt>
                <c:pt idx="908">
                  <c:v>0.19076107242870824</c:v>
                </c:pt>
                <c:pt idx="909">
                  <c:v>0.18128578178946456</c:v>
                </c:pt>
                <c:pt idx="910">
                  <c:v>0.19469589103493509</c:v>
                </c:pt>
                <c:pt idx="911">
                  <c:v>0.19646727007621112</c:v>
                </c:pt>
                <c:pt idx="912">
                  <c:v>0.18575928477455239</c:v>
                </c:pt>
                <c:pt idx="913">
                  <c:v>0.18267265212828068</c:v>
                </c:pt>
                <c:pt idx="914">
                  <c:v>0.17304109454222272</c:v>
                </c:pt>
                <c:pt idx="915">
                  <c:v>0.17015982467516391</c:v>
                </c:pt>
                <c:pt idx="916">
                  <c:v>0.17048418687704506</c:v>
                </c:pt>
                <c:pt idx="917">
                  <c:v>0.16716473132928422</c:v>
                </c:pt>
                <c:pt idx="918">
                  <c:v>0.17152564093267642</c:v>
                </c:pt>
                <c:pt idx="919">
                  <c:v>0.17998756686203973</c:v>
                </c:pt>
                <c:pt idx="920">
                  <c:v>0.16189807067469622</c:v>
                </c:pt>
                <c:pt idx="921">
                  <c:v>0.14563108647555567</c:v>
                </c:pt>
                <c:pt idx="922">
                  <c:v>0.14971367725876192</c:v>
                </c:pt>
                <c:pt idx="923">
                  <c:v>0.18478564772646472</c:v>
                </c:pt>
                <c:pt idx="924">
                  <c:v>0.18443780461289155</c:v>
                </c:pt>
                <c:pt idx="925">
                  <c:v>0.21462337150559008</c:v>
                </c:pt>
                <c:pt idx="926">
                  <c:v>0.22465512319814288</c:v>
                </c:pt>
                <c:pt idx="927">
                  <c:v>0.22296479019321688</c:v>
                </c:pt>
                <c:pt idx="928">
                  <c:v>0.20170781361704054</c:v>
                </c:pt>
                <c:pt idx="929">
                  <c:v>0.18625906320717575</c:v>
                </c:pt>
                <c:pt idx="930">
                  <c:v>0.16576265263247675</c:v>
                </c:pt>
                <c:pt idx="931">
                  <c:v>0.16978234707720574</c:v>
                </c:pt>
                <c:pt idx="932">
                  <c:v>0.17125050122574301</c:v>
                </c:pt>
                <c:pt idx="933">
                  <c:v>0.17022180556628946</c:v>
                </c:pt>
                <c:pt idx="934">
                  <c:v>0.17653175408009836</c:v>
                </c:pt>
                <c:pt idx="935">
                  <c:v>0.18293814667824204</c:v>
                </c:pt>
                <c:pt idx="936">
                  <c:v>0.1968136034567099</c:v>
                </c:pt>
                <c:pt idx="937">
                  <c:v>0.19199101071645852</c:v>
                </c:pt>
                <c:pt idx="938">
                  <c:v>0.18846730028548817</c:v>
                </c:pt>
                <c:pt idx="939">
                  <c:v>0.19062459903832774</c:v>
                </c:pt>
                <c:pt idx="940">
                  <c:v>0.19813341065974699</c:v>
                </c:pt>
                <c:pt idx="941">
                  <c:v>0.22127415823288343</c:v>
                </c:pt>
                <c:pt idx="942">
                  <c:v>0.22945032820143929</c:v>
                </c:pt>
                <c:pt idx="943">
                  <c:v>0.21252246568058136</c:v>
                </c:pt>
                <c:pt idx="944">
                  <c:v>0.20752656859232382</c:v>
                </c:pt>
                <c:pt idx="945">
                  <c:v>0.2002058910229044</c:v>
                </c:pt>
                <c:pt idx="946">
                  <c:v>0.17196043747127518</c:v>
                </c:pt>
                <c:pt idx="947">
                  <c:v>0.15046205970195989</c:v>
                </c:pt>
                <c:pt idx="948">
                  <c:v>0.11718216742810522</c:v>
                </c:pt>
                <c:pt idx="949">
                  <c:v>8.5654602035263441E-2</c:v>
                </c:pt>
                <c:pt idx="950">
                  <c:v>0.12995265132157752</c:v>
                </c:pt>
                <c:pt idx="951">
                  <c:v>0.20512939827301135</c:v>
                </c:pt>
                <c:pt idx="952">
                  <c:v>0.20261984558477175</c:v>
                </c:pt>
                <c:pt idx="953">
                  <c:v>0.17698370907568606</c:v>
                </c:pt>
                <c:pt idx="954">
                  <c:v>0.17134670967887483</c:v>
                </c:pt>
                <c:pt idx="955">
                  <c:v>0.19698995082807244</c:v>
                </c:pt>
                <c:pt idx="956">
                  <c:v>0.19265951409518128</c:v>
                </c:pt>
                <c:pt idx="957">
                  <c:v>0.1780375218462843</c:v>
                </c:pt>
                <c:pt idx="958">
                  <c:v>0.18399923419207348</c:v>
                </c:pt>
                <c:pt idx="959">
                  <c:v>0.17398470502872801</c:v>
                </c:pt>
                <c:pt idx="960">
                  <c:v>0.17902724199065748</c:v>
                </c:pt>
                <c:pt idx="961">
                  <c:v>0.19105653439813641</c:v>
                </c:pt>
                <c:pt idx="962">
                  <c:v>0.17210681591533444</c:v>
                </c:pt>
                <c:pt idx="963">
                  <c:v>0.17042943227167923</c:v>
                </c:pt>
                <c:pt idx="964">
                  <c:v>0.19264084965103309</c:v>
                </c:pt>
                <c:pt idx="965">
                  <c:v>0.18485957803918784</c:v>
                </c:pt>
                <c:pt idx="966">
                  <c:v>0.18015177346378977</c:v>
                </c:pt>
                <c:pt idx="967">
                  <c:v>0.17622401253204714</c:v>
                </c:pt>
                <c:pt idx="968">
                  <c:v>0.20362958301741568</c:v>
                </c:pt>
                <c:pt idx="969">
                  <c:v>0.19470796310259914</c:v>
                </c:pt>
                <c:pt idx="970">
                  <c:v>0.17735754778614646</c:v>
                </c:pt>
                <c:pt idx="971">
                  <c:v>0.14237643730632016</c:v>
                </c:pt>
                <c:pt idx="972">
                  <c:v>5.0813815991145123E-2</c:v>
                </c:pt>
                <c:pt idx="973">
                  <c:v>2.142730646828709E-2</c:v>
                </c:pt>
                <c:pt idx="974">
                  <c:v>1.9909353842410476E-2</c:v>
                </c:pt>
                <c:pt idx="975">
                  <c:v>2.0833621822157929E-2</c:v>
                </c:pt>
                <c:pt idx="976">
                  <c:v>1.7511645932989303E-2</c:v>
                </c:pt>
                <c:pt idx="977">
                  <c:v>2.0767767852010892E-2</c:v>
                </c:pt>
                <c:pt idx="978">
                  <c:v>2.0490059993068705E-2</c:v>
                </c:pt>
                <c:pt idx="979">
                  <c:v>2.0472112311569167E-2</c:v>
                </c:pt>
                <c:pt idx="980">
                  <c:v>2.2171056913466575E-2</c:v>
                </c:pt>
                <c:pt idx="981">
                  <c:v>2.3726150426521448E-2</c:v>
                </c:pt>
                <c:pt idx="982">
                  <c:v>2.1131075053284602E-2</c:v>
                </c:pt>
                <c:pt idx="983">
                  <c:v>2.6226940636793542E-2</c:v>
                </c:pt>
                <c:pt idx="984">
                  <c:v>2.442132768403002E-2</c:v>
                </c:pt>
                <c:pt idx="985">
                  <c:v>7.1897856461038218E-2</c:v>
                </c:pt>
                <c:pt idx="986">
                  <c:v>0.43552395704859642</c:v>
                </c:pt>
                <c:pt idx="987">
                  <c:v>0.25269739223779675</c:v>
                </c:pt>
                <c:pt idx="988">
                  <c:v>0.17345418994488804</c:v>
                </c:pt>
                <c:pt idx="989">
                  <c:v>0.14637337721730373</c:v>
                </c:pt>
                <c:pt idx="990">
                  <c:v>0.13952973546570654</c:v>
                </c:pt>
                <c:pt idx="991">
                  <c:v>0.13409774071725786</c:v>
                </c:pt>
                <c:pt idx="992">
                  <c:v>0.11655032209158674</c:v>
                </c:pt>
                <c:pt idx="993">
                  <c:v>8.163205999642191E-2</c:v>
                </c:pt>
                <c:pt idx="994">
                  <c:v>5.0265620727158428E-2</c:v>
                </c:pt>
                <c:pt idx="995">
                  <c:v>2.3338251429531855E-2</c:v>
                </c:pt>
                <c:pt idx="996">
                  <c:v>2.0161725096661812E-2</c:v>
                </c:pt>
                <c:pt idx="997">
                  <c:v>2.3432871622604656E-2</c:v>
                </c:pt>
                <c:pt idx="998">
                  <c:v>2.0229882511320622E-2</c:v>
                </c:pt>
                <c:pt idx="999">
                  <c:v>1.9205342909454172E-2</c:v>
                </c:pt>
                <c:pt idx="1000">
                  <c:v>1.8962713421980824E-2</c:v>
                </c:pt>
                <c:pt idx="1001">
                  <c:v>2.3196672742239542E-2</c:v>
                </c:pt>
                <c:pt idx="1002">
                  <c:v>2.334587327842217E-2</c:v>
                </c:pt>
                <c:pt idx="1003">
                  <c:v>2.4020448823218354E-2</c:v>
                </c:pt>
                <c:pt idx="1004">
                  <c:v>2.2037699078438115E-2</c:v>
                </c:pt>
                <c:pt idx="1005">
                  <c:v>2.3971782408040793E-2</c:v>
                </c:pt>
                <c:pt idx="1006">
                  <c:v>2.2643384623146409E-2</c:v>
                </c:pt>
                <c:pt idx="1007">
                  <c:v>2.0590688400278428E-2</c:v>
                </c:pt>
                <c:pt idx="1008">
                  <c:v>1.913284618297046E-2</c:v>
                </c:pt>
                <c:pt idx="1009">
                  <c:v>2.8503517476058917E-2</c:v>
                </c:pt>
                <c:pt idx="1010">
                  <c:v>0.22820496370170545</c:v>
                </c:pt>
                <c:pt idx="1011">
                  <c:v>0.30652360343013713</c:v>
                </c:pt>
                <c:pt idx="1012">
                  <c:v>0.24470062903132003</c:v>
                </c:pt>
                <c:pt idx="1013">
                  <c:v>0.19876099740680972</c:v>
                </c:pt>
                <c:pt idx="1014">
                  <c:v>0.19502342364077405</c:v>
                </c:pt>
                <c:pt idx="1015">
                  <c:v>0.17607520213164984</c:v>
                </c:pt>
                <c:pt idx="1016">
                  <c:v>0.19088540674731064</c:v>
                </c:pt>
                <c:pt idx="1017">
                  <c:v>0.16389891055578418</c:v>
                </c:pt>
                <c:pt idx="1018">
                  <c:v>0.17741594630138802</c:v>
                </c:pt>
                <c:pt idx="1019">
                  <c:v>0.16804429839003024</c:v>
                </c:pt>
                <c:pt idx="1020">
                  <c:v>0.12284078869255596</c:v>
                </c:pt>
                <c:pt idx="1021">
                  <c:v>2.4194903436311005E-2</c:v>
                </c:pt>
                <c:pt idx="1022">
                  <c:v>2.7351137557473582E-2</c:v>
                </c:pt>
                <c:pt idx="1023">
                  <c:v>0.11132442987462829</c:v>
                </c:pt>
                <c:pt idx="1024">
                  <c:v>0.14524172512350217</c:v>
                </c:pt>
                <c:pt idx="1025">
                  <c:v>9.339981345125796E-2</c:v>
                </c:pt>
                <c:pt idx="1026">
                  <c:v>0.24761638920842</c:v>
                </c:pt>
                <c:pt idx="1027">
                  <c:v>0.3943946679444118</c:v>
                </c:pt>
                <c:pt idx="1028">
                  <c:v>0.26726459450032225</c:v>
                </c:pt>
                <c:pt idx="1029">
                  <c:v>0.21973957953267481</c:v>
                </c:pt>
                <c:pt idx="1030">
                  <c:v>0.20582695331062759</c:v>
                </c:pt>
                <c:pt idx="1031">
                  <c:v>0.18987447944070698</c:v>
                </c:pt>
                <c:pt idx="1032">
                  <c:v>0.1902143180791934</c:v>
                </c:pt>
                <c:pt idx="1033">
                  <c:v>0.18424350776897541</c:v>
                </c:pt>
                <c:pt idx="1034">
                  <c:v>0.17370471478749711</c:v>
                </c:pt>
                <c:pt idx="1035">
                  <c:v>0.17981015919728005</c:v>
                </c:pt>
                <c:pt idx="1036">
                  <c:v>0.17344471396624644</c:v>
                </c:pt>
                <c:pt idx="1037">
                  <c:v>0.17291107936263181</c:v>
                </c:pt>
                <c:pt idx="1038">
                  <c:v>0.16784725688008037</c:v>
                </c:pt>
                <c:pt idx="1039">
                  <c:v>0.16566617064386072</c:v>
                </c:pt>
                <c:pt idx="1040">
                  <c:v>0.16313375239436367</c:v>
                </c:pt>
                <c:pt idx="1041">
                  <c:v>0.16509192556772587</c:v>
                </c:pt>
                <c:pt idx="1042">
                  <c:v>0.15886221090897992</c:v>
                </c:pt>
                <c:pt idx="1043">
                  <c:v>0.16999845101133856</c:v>
                </c:pt>
                <c:pt idx="1044">
                  <c:v>0.17164599310705048</c:v>
                </c:pt>
                <c:pt idx="1045">
                  <c:v>0.17029106704991875</c:v>
                </c:pt>
                <c:pt idx="1046">
                  <c:v>0.16398502488064862</c:v>
                </c:pt>
                <c:pt idx="1047">
                  <c:v>0.16870089089507873</c:v>
                </c:pt>
                <c:pt idx="1048">
                  <c:v>0.16255171176944599</c:v>
                </c:pt>
                <c:pt idx="1049">
                  <c:v>0.19188645910897023</c:v>
                </c:pt>
                <c:pt idx="1050">
                  <c:v>0.20517132288866169</c:v>
                </c:pt>
                <c:pt idx="1051">
                  <c:v>0.21208908455653802</c:v>
                </c:pt>
                <c:pt idx="1052">
                  <c:v>0.22322434824773649</c:v>
                </c:pt>
                <c:pt idx="1053">
                  <c:v>0.22294323301663416</c:v>
                </c:pt>
                <c:pt idx="1054">
                  <c:v>0.21735344310982777</c:v>
                </c:pt>
                <c:pt idx="1055">
                  <c:v>0.23288100325643923</c:v>
                </c:pt>
                <c:pt idx="1056">
                  <c:v>0.23674169073936832</c:v>
                </c:pt>
                <c:pt idx="1057">
                  <c:v>0.23092640350600721</c:v>
                </c:pt>
                <c:pt idx="1058">
                  <c:v>0.24872047429080821</c:v>
                </c:pt>
                <c:pt idx="1059">
                  <c:v>0.24615945525584315</c:v>
                </c:pt>
                <c:pt idx="1060">
                  <c:v>0.25028127247014548</c:v>
                </c:pt>
                <c:pt idx="1061">
                  <c:v>0.25996971771674704</c:v>
                </c:pt>
                <c:pt idx="1062">
                  <c:v>0.25772925678205161</c:v>
                </c:pt>
                <c:pt idx="1063">
                  <c:v>0.24517541989715994</c:v>
                </c:pt>
                <c:pt idx="1064">
                  <c:v>0.24661888976472857</c:v>
                </c:pt>
                <c:pt idx="1065">
                  <c:v>0.23069409945698482</c:v>
                </c:pt>
                <c:pt idx="1066">
                  <c:v>0.21674034873530956</c:v>
                </c:pt>
                <c:pt idx="1067">
                  <c:v>0.18380629366054574</c:v>
                </c:pt>
                <c:pt idx="1068">
                  <c:v>0.16718813918035569</c:v>
                </c:pt>
                <c:pt idx="1069">
                  <c:v>0.16943355857032047</c:v>
                </c:pt>
                <c:pt idx="1070">
                  <c:v>0.18105059023843603</c:v>
                </c:pt>
                <c:pt idx="1071">
                  <c:v>0.18167516230204295</c:v>
                </c:pt>
                <c:pt idx="1072">
                  <c:v>0.18720850592109906</c:v>
                </c:pt>
                <c:pt idx="1073">
                  <c:v>0.18462049080525159</c:v>
                </c:pt>
                <c:pt idx="1074">
                  <c:v>0.19069259615464743</c:v>
                </c:pt>
                <c:pt idx="1075">
                  <c:v>0.18244542760062987</c:v>
                </c:pt>
                <c:pt idx="1076">
                  <c:v>0.18996409077543991</c:v>
                </c:pt>
                <c:pt idx="1077">
                  <c:v>0.1898874916551683</c:v>
                </c:pt>
                <c:pt idx="1078">
                  <c:v>0.19575131077358948</c:v>
                </c:pt>
                <c:pt idx="1079">
                  <c:v>0.19042299528235299</c:v>
                </c:pt>
                <c:pt idx="1080">
                  <c:v>0.2060695409478506</c:v>
                </c:pt>
                <c:pt idx="1081">
                  <c:v>0.20868816669026655</c:v>
                </c:pt>
                <c:pt idx="1082">
                  <c:v>0.21179399164279034</c:v>
                </c:pt>
                <c:pt idx="1083">
                  <c:v>0.20977565311176632</c:v>
                </c:pt>
                <c:pt idx="1084">
                  <c:v>0.2252580964500249</c:v>
                </c:pt>
                <c:pt idx="1085">
                  <c:v>0.23496577341348321</c:v>
                </c:pt>
                <c:pt idx="1086">
                  <c:v>0.25004805137057018</c:v>
                </c:pt>
                <c:pt idx="1087">
                  <c:v>0.25611222417361129</c:v>
                </c:pt>
                <c:pt idx="1088">
                  <c:v>0.21660155408664927</c:v>
                </c:pt>
                <c:pt idx="1089">
                  <c:v>0.19480863530690828</c:v>
                </c:pt>
                <c:pt idx="1090">
                  <c:v>0.18503653756346883</c:v>
                </c:pt>
                <c:pt idx="1091">
                  <c:v>0.19649525386344124</c:v>
                </c:pt>
                <c:pt idx="1092">
                  <c:v>0.18801096869822306</c:v>
                </c:pt>
                <c:pt idx="1093">
                  <c:v>0.21515062722532741</c:v>
                </c:pt>
                <c:pt idx="1094">
                  <c:v>0.23098823114280051</c:v>
                </c:pt>
                <c:pt idx="1095">
                  <c:v>0.2142781430179132</c:v>
                </c:pt>
                <c:pt idx="1096">
                  <c:v>0.21010164852544361</c:v>
                </c:pt>
                <c:pt idx="1097">
                  <c:v>0.20835754097714493</c:v>
                </c:pt>
                <c:pt idx="1098">
                  <c:v>0.202014142900073</c:v>
                </c:pt>
                <c:pt idx="1099">
                  <c:v>0.206404880400822</c:v>
                </c:pt>
                <c:pt idx="1100">
                  <c:v>0.21062470009957696</c:v>
                </c:pt>
                <c:pt idx="1101">
                  <c:v>0.18530668417905574</c:v>
                </c:pt>
                <c:pt idx="1102">
                  <c:v>0.18742979809157492</c:v>
                </c:pt>
                <c:pt idx="1103">
                  <c:v>0.20017461032889763</c:v>
                </c:pt>
                <c:pt idx="1104">
                  <c:v>0.2115556928397484</c:v>
                </c:pt>
                <c:pt idx="1105">
                  <c:v>0.21785433637564516</c:v>
                </c:pt>
                <c:pt idx="1106">
                  <c:v>0.22440294778755532</c:v>
                </c:pt>
                <c:pt idx="1107">
                  <c:v>0.22951002826227831</c:v>
                </c:pt>
                <c:pt idx="1108">
                  <c:v>0.24281236388745814</c:v>
                </c:pt>
                <c:pt idx="1109">
                  <c:v>0.24858688782276897</c:v>
                </c:pt>
                <c:pt idx="1110">
                  <c:v>0.23791510066353452</c:v>
                </c:pt>
                <c:pt idx="1111">
                  <c:v>0.23604701287509713</c:v>
                </c:pt>
                <c:pt idx="1112">
                  <c:v>0.25597178817783522</c:v>
                </c:pt>
                <c:pt idx="1113">
                  <c:v>0.25318229907401574</c:v>
                </c:pt>
                <c:pt idx="1114">
                  <c:v>0.26879879226359227</c:v>
                </c:pt>
                <c:pt idx="1115">
                  <c:v>0.24328213503900362</c:v>
                </c:pt>
                <c:pt idx="1116">
                  <c:v>0.23207761938754634</c:v>
                </c:pt>
                <c:pt idx="1117">
                  <c:v>0.21487710245042371</c:v>
                </c:pt>
                <c:pt idx="1118">
                  <c:v>0.22299264604884489</c:v>
                </c:pt>
                <c:pt idx="1119">
                  <c:v>0.20197490788263339</c:v>
                </c:pt>
                <c:pt idx="1120">
                  <c:v>0.21059791665050287</c:v>
                </c:pt>
                <c:pt idx="1121">
                  <c:v>0.20803444364425805</c:v>
                </c:pt>
                <c:pt idx="1122">
                  <c:v>0.19014302913025682</c:v>
                </c:pt>
                <c:pt idx="1123">
                  <c:v>0.20735026703059867</c:v>
                </c:pt>
                <c:pt idx="1124">
                  <c:v>0.19695643635190269</c:v>
                </c:pt>
                <c:pt idx="1125">
                  <c:v>0.2051016510691008</c:v>
                </c:pt>
                <c:pt idx="1126">
                  <c:v>0.21461271852933866</c:v>
                </c:pt>
                <c:pt idx="1127">
                  <c:v>0.20808264218476019</c:v>
                </c:pt>
                <c:pt idx="1128">
                  <c:v>0.21852789411359738</c:v>
                </c:pt>
                <c:pt idx="1129">
                  <c:v>0.22368897687328615</c:v>
                </c:pt>
                <c:pt idx="1130">
                  <c:v>0.23451666359472406</c:v>
                </c:pt>
                <c:pt idx="1131">
                  <c:v>0.2452906540254591</c:v>
                </c:pt>
                <c:pt idx="1132">
                  <c:v>0.24789879345412241</c:v>
                </c:pt>
                <c:pt idx="1133">
                  <c:v>0.24711925564192122</c:v>
                </c:pt>
                <c:pt idx="1134">
                  <c:v>0.23650363457829549</c:v>
                </c:pt>
                <c:pt idx="1135">
                  <c:v>0.24009219649786809</c:v>
                </c:pt>
                <c:pt idx="1136">
                  <c:v>0.26358681134642059</c:v>
                </c:pt>
                <c:pt idx="1137">
                  <c:v>0.2331174600820991</c:v>
                </c:pt>
                <c:pt idx="1138">
                  <c:v>0.24870499735483476</c:v>
                </c:pt>
                <c:pt idx="1139">
                  <c:v>0.23784889820646052</c:v>
                </c:pt>
                <c:pt idx="1140">
                  <c:v>0.23649218546459833</c:v>
                </c:pt>
                <c:pt idx="1141">
                  <c:v>0.22929253940876357</c:v>
                </c:pt>
                <c:pt idx="1142">
                  <c:v>0.2381617379857065</c:v>
                </c:pt>
                <c:pt idx="1143">
                  <c:v>0.22908011388008004</c:v>
                </c:pt>
                <c:pt idx="1144">
                  <c:v>0.21674374792921419</c:v>
                </c:pt>
                <c:pt idx="1145">
                  <c:v>0.20543228507614014</c:v>
                </c:pt>
                <c:pt idx="1146">
                  <c:v>0.22531568723721107</c:v>
                </c:pt>
                <c:pt idx="1147">
                  <c:v>0.22374889613113205</c:v>
                </c:pt>
                <c:pt idx="1148">
                  <c:v>0.25803855213053095</c:v>
                </c:pt>
                <c:pt idx="1149">
                  <c:v>0.27215398992393858</c:v>
                </c:pt>
                <c:pt idx="1150">
                  <c:v>0.2660924327530414</c:v>
                </c:pt>
                <c:pt idx="1151">
                  <c:v>0.26866430925850993</c:v>
                </c:pt>
                <c:pt idx="1152">
                  <c:v>0.29045602061806775</c:v>
                </c:pt>
                <c:pt idx="1153">
                  <c:v>0.2784519855000927</c:v>
                </c:pt>
                <c:pt idx="1154">
                  <c:v>0.29667319769293421</c:v>
                </c:pt>
                <c:pt idx="1155">
                  <c:v>0.3195130303431703</c:v>
                </c:pt>
                <c:pt idx="1156">
                  <c:v>0.32463588142115823</c:v>
                </c:pt>
                <c:pt idx="1157">
                  <c:v>0.31870844794560527</c:v>
                </c:pt>
                <c:pt idx="1158">
                  <c:v>0.30690174570038192</c:v>
                </c:pt>
                <c:pt idx="1159">
                  <c:v>0.2989844857289356</c:v>
                </c:pt>
                <c:pt idx="1160">
                  <c:v>0.29244913180218068</c:v>
                </c:pt>
                <c:pt idx="1161">
                  <c:v>0.29796945761521854</c:v>
                </c:pt>
                <c:pt idx="1162">
                  <c:v>0.30053400330421104</c:v>
                </c:pt>
                <c:pt idx="1163">
                  <c:v>0.28630090600307501</c:v>
                </c:pt>
                <c:pt idx="1164">
                  <c:v>0.27751942245065742</c:v>
                </c:pt>
                <c:pt idx="1165">
                  <c:v>0.26543043746613676</c:v>
                </c:pt>
                <c:pt idx="1166">
                  <c:v>0.27316924450059094</c:v>
                </c:pt>
                <c:pt idx="1167">
                  <c:v>0.26261502542461057</c:v>
                </c:pt>
                <c:pt idx="1168">
                  <c:v>0.27671511310144714</c:v>
                </c:pt>
                <c:pt idx="1169">
                  <c:v>0.2736964561180758</c:v>
                </c:pt>
                <c:pt idx="1170">
                  <c:v>0.25778928466271167</c:v>
                </c:pt>
                <c:pt idx="1171">
                  <c:v>0.26291335846344777</c:v>
                </c:pt>
                <c:pt idx="1172">
                  <c:v>0.24333705110113482</c:v>
                </c:pt>
                <c:pt idx="1173">
                  <c:v>0.24028569257656288</c:v>
                </c:pt>
                <c:pt idx="1174">
                  <c:v>0.24759263810011845</c:v>
                </c:pt>
                <c:pt idx="1175">
                  <c:v>0.24597755331747273</c:v>
                </c:pt>
                <c:pt idx="1176">
                  <c:v>0.25255771035595503</c:v>
                </c:pt>
                <c:pt idx="1177">
                  <c:v>0.256178897793227</c:v>
                </c:pt>
                <c:pt idx="1178">
                  <c:v>0.26606577626033134</c:v>
                </c:pt>
                <c:pt idx="1179">
                  <c:v>0.24432213857975552</c:v>
                </c:pt>
                <c:pt idx="1180">
                  <c:v>0.24660185759730269</c:v>
                </c:pt>
                <c:pt idx="1181">
                  <c:v>0.24921470753139474</c:v>
                </c:pt>
                <c:pt idx="1182">
                  <c:v>0.22742999427456045</c:v>
                </c:pt>
                <c:pt idx="1183">
                  <c:v>0.215278934767831</c:v>
                </c:pt>
                <c:pt idx="1184">
                  <c:v>0.20410916443460919</c:v>
                </c:pt>
                <c:pt idx="1185">
                  <c:v>0.21457136744246039</c:v>
                </c:pt>
                <c:pt idx="1186">
                  <c:v>0.21579521299739657</c:v>
                </c:pt>
                <c:pt idx="1187">
                  <c:v>0.21132970596949149</c:v>
                </c:pt>
                <c:pt idx="1188">
                  <c:v>0.18274843252317202</c:v>
                </c:pt>
                <c:pt idx="1189">
                  <c:v>0.17998659660459768</c:v>
                </c:pt>
                <c:pt idx="1190">
                  <c:v>0.18298086157287308</c:v>
                </c:pt>
                <c:pt idx="1191">
                  <c:v>0.18676072070482197</c:v>
                </c:pt>
                <c:pt idx="1192">
                  <c:v>0.20193054808135963</c:v>
                </c:pt>
                <c:pt idx="1193">
                  <c:v>0.19518370625460879</c:v>
                </c:pt>
                <c:pt idx="1194">
                  <c:v>0.20310135762958684</c:v>
                </c:pt>
                <c:pt idx="1195">
                  <c:v>0.20791681351673041</c:v>
                </c:pt>
                <c:pt idx="1196">
                  <c:v>0.21996923923372447</c:v>
                </c:pt>
                <c:pt idx="1197">
                  <c:v>0.22621876036162655</c:v>
                </c:pt>
                <c:pt idx="1198">
                  <c:v>0.22270430366577351</c:v>
                </c:pt>
                <c:pt idx="1199">
                  <c:v>0.21107742934425627</c:v>
                </c:pt>
                <c:pt idx="1200">
                  <c:v>0.22327671839247529</c:v>
                </c:pt>
                <c:pt idx="1201">
                  <c:v>0.22242081250122944</c:v>
                </c:pt>
                <c:pt idx="1202">
                  <c:v>0.23158863479864078</c:v>
                </c:pt>
                <c:pt idx="1203">
                  <c:v>0.23462955695758098</c:v>
                </c:pt>
                <c:pt idx="1204">
                  <c:v>0.23611825606598097</c:v>
                </c:pt>
                <c:pt idx="1205">
                  <c:v>0.25603517936532205</c:v>
                </c:pt>
                <c:pt idx="1206">
                  <c:v>0.24273769767478931</c:v>
                </c:pt>
                <c:pt idx="1207">
                  <c:v>0.25218134679462983</c:v>
                </c:pt>
                <c:pt idx="1208">
                  <c:v>0.25831317507722196</c:v>
                </c:pt>
                <c:pt idx="1209">
                  <c:v>0.26959218557030495</c:v>
                </c:pt>
                <c:pt idx="1210">
                  <c:v>0.26486076320929852</c:v>
                </c:pt>
                <c:pt idx="1211">
                  <c:v>0.24572913062421389</c:v>
                </c:pt>
                <c:pt idx="1212">
                  <c:v>0.23145984959135293</c:v>
                </c:pt>
                <c:pt idx="1213">
                  <c:v>0.22579730327702266</c:v>
                </c:pt>
                <c:pt idx="1214">
                  <c:v>0.23354276910430929</c:v>
                </c:pt>
                <c:pt idx="1215">
                  <c:v>0.25247712106757625</c:v>
                </c:pt>
                <c:pt idx="1216">
                  <c:v>0.28664235795299381</c:v>
                </c:pt>
                <c:pt idx="1217">
                  <c:v>0.27539779846004264</c:v>
                </c:pt>
                <c:pt idx="1218">
                  <c:v>0.27870410928983641</c:v>
                </c:pt>
                <c:pt idx="1219">
                  <c:v>0.29224398284952463</c:v>
                </c:pt>
                <c:pt idx="1220">
                  <c:v>0.31035416468330673</c:v>
                </c:pt>
                <c:pt idx="1221">
                  <c:v>0.32930297329750363</c:v>
                </c:pt>
                <c:pt idx="1222">
                  <c:v>0.34964346146824615</c:v>
                </c:pt>
                <c:pt idx="1223">
                  <c:v>0.34494722251777687</c:v>
                </c:pt>
                <c:pt idx="1224">
                  <c:v>0.35373286818126409</c:v>
                </c:pt>
                <c:pt idx="1225">
                  <c:v>0.38306712923235675</c:v>
                </c:pt>
                <c:pt idx="1226">
                  <c:v>0.37495669694413503</c:v>
                </c:pt>
                <c:pt idx="1227">
                  <c:v>0.364078624375275</c:v>
                </c:pt>
                <c:pt idx="1228">
                  <c:v>0.36918991884271579</c:v>
                </c:pt>
                <c:pt idx="1229">
                  <c:v>0.37763878179282923</c:v>
                </c:pt>
                <c:pt idx="1230">
                  <c:v>0.35402478487027716</c:v>
                </c:pt>
                <c:pt idx="1231">
                  <c:v>0.34631685123442324</c:v>
                </c:pt>
                <c:pt idx="1232">
                  <c:v>0.3544199058769319</c:v>
                </c:pt>
                <c:pt idx="1233">
                  <c:v>0.30624729761109709</c:v>
                </c:pt>
                <c:pt idx="1234">
                  <c:v>0.29094453802966191</c:v>
                </c:pt>
                <c:pt idx="1235">
                  <c:v>0.27288556968399819</c:v>
                </c:pt>
                <c:pt idx="1236">
                  <c:v>0.24864588483336528</c:v>
                </c:pt>
                <c:pt idx="1237">
                  <c:v>0.24241893659618172</c:v>
                </c:pt>
                <c:pt idx="1238">
                  <c:v>0.25247642921016783</c:v>
                </c:pt>
                <c:pt idx="1239">
                  <c:v>0.24740948566383603</c:v>
                </c:pt>
                <c:pt idx="1240">
                  <c:v>0.24046139942408487</c:v>
                </c:pt>
                <c:pt idx="1241">
                  <c:v>0.22854181492330192</c:v>
                </c:pt>
                <c:pt idx="1242">
                  <c:v>0.2226395144783401</c:v>
                </c:pt>
                <c:pt idx="1243">
                  <c:v>0.20860553220672354</c:v>
                </c:pt>
                <c:pt idx="1244">
                  <c:v>0.18056580677378301</c:v>
                </c:pt>
                <c:pt idx="1245">
                  <c:v>0.16817337093166848</c:v>
                </c:pt>
                <c:pt idx="1246">
                  <c:v>0.16276533866723661</c:v>
                </c:pt>
                <c:pt idx="1247">
                  <c:v>0.17361814735348247</c:v>
                </c:pt>
                <c:pt idx="1248">
                  <c:v>0.18706281392836632</c:v>
                </c:pt>
                <c:pt idx="1249">
                  <c:v>0.21654580589023778</c:v>
                </c:pt>
                <c:pt idx="1250">
                  <c:v>0.23750332848204139</c:v>
                </c:pt>
                <c:pt idx="1251">
                  <c:v>0.27138650746086723</c:v>
                </c:pt>
                <c:pt idx="1252">
                  <c:v>0.28702342357403521</c:v>
                </c:pt>
                <c:pt idx="1253">
                  <c:v>0.31816899624126938</c:v>
                </c:pt>
                <c:pt idx="1254">
                  <c:v>0.32191144557569618</c:v>
                </c:pt>
                <c:pt idx="1255">
                  <c:v>0.31923808143378862</c:v>
                </c:pt>
                <c:pt idx="1256">
                  <c:v>0.28389074894434824</c:v>
                </c:pt>
                <c:pt idx="1257">
                  <c:v>0.24532650245764923</c:v>
                </c:pt>
                <c:pt idx="1258">
                  <c:v>0.2343623614130658</c:v>
                </c:pt>
                <c:pt idx="1259">
                  <c:v>0.24002483753418663</c:v>
                </c:pt>
                <c:pt idx="1260">
                  <c:v>0.22663139847494576</c:v>
                </c:pt>
                <c:pt idx="1261">
                  <c:v>0.22696505419328425</c:v>
                </c:pt>
                <c:pt idx="1262">
                  <c:v>0.22679171285977925</c:v>
                </c:pt>
                <c:pt idx="1263">
                  <c:v>0.21651677278430118</c:v>
                </c:pt>
                <c:pt idx="1264">
                  <c:v>0.21398371147563314</c:v>
                </c:pt>
                <c:pt idx="1265">
                  <c:v>0.22009887479585705</c:v>
                </c:pt>
                <c:pt idx="1266">
                  <c:v>0.21327315083958823</c:v>
                </c:pt>
                <c:pt idx="1267">
                  <c:v>0.22029714291686422</c:v>
                </c:pt>
                <c:pt idx="1268">
                  <c:v>0.22679491254858478</c:v>
                </c:pt>
                <c:pt idx="1269">
                  <c:v>0.2091213352286021</c:v>
                </c:pt>
                <c:pt idx="1270">
                  <c:v>0.217823277427204</c:v>
                </c:pt>
                <c:pt idx="1271">
                  <c:v>0.19859805278783627</c:v>
                </c:pt>
                <c:pt idx="1272">
                  <c:v>0.21017086885485914</c:v>
                </c:pt>
                <c:pt idx="1273">
                  <c:v>0.23152938171093529</c:v>
                </c:pt>
                <c:pt idx="1274">
                  <c:v>0.23414801218751824</c:v>
                </c:pt>
                <c:pt idx="1275">
                  <c:v>0.24146032331370976</c:v>
                </c:pt>
                <c:pt idx="1276">
                  <c:v>0.22546713707414742</c:v>
                </c:pt>
                <c:pt idx="1277">
                  <c:v>0.23345805720505117</c:v>
                </c:pt>
                <c:pt idx="1278">
                  <c:v>0.22948750178405328</c:v>
                </c:pt>
                <c:pt idx="1279">
                  <c:v>0.23647715982395417</c:v>
                </c:pt>
                <c:pt idx="1280">
                  <c:v>0.13519155336388167</c:v>
                </c:pt>
                <c:pt idx="1281">
                  <c:v>0.18884832604264698</c:v>
                </c:pt>
                <c:pt idx="1282">
                  <c:v>0.20952781346316354</c:v>
                </c:pt>
                <c:pt idx="1283">
                  <c:v>0.20303857262994576</c:v>
                </c:pt>
                <c:pt idx="1284">
                  <c:v>0.20846895231771204</c:v>
                </c:pt>
                <c:pt idx="1285">
                  <c:v>0.19715239763372946</c:v>
                </c:pt>
                <c:pt idx="1286">
                  <c:v>0.20339845372837256</c:v>
                </c:pt>
                <c:pt idx="1287">
                  <c:v>0.2151040062554691</c:v>
                </c:pt>
                <c:pt idx="1288">
                  <c:v>0.2108384123633476</c:v>
                </c:pt>
                <c:pt idx="1289">
                  <c:v>0.2044232364689646</c:v>
                </c:pt>
                <c:pt idx="1290">
                  <c:v>0.197607886699257</c:v>
                </c:pt>
                <c:pt idx="1291">
                  <c:v>0.20495455516043226</c:v>
                </c:pt>
                <c:pt idx="1292">
                  <c:v>0.21383838409020775</c:v>
                </c:pt>
                <c:pt idx="1293">
                  <c:v>0.23687274161673372</c:v>
                </c:pt>
                <c:pt idx="1294">
                  <c:v>0.256712330000962</c:v>
                </c:pt>
                <c:pt idx="1295">
                  <c:v>0.25177025511237877</c:v>
                </c:pt>
                <c:pt idx="1296">
                  <c:v>0.23799989936821628</c:v>
                </c:pt>
                <c:pt idx="1297">
                  <c:v>0.24468831251795994</c:v>
                </c:pt>
                <c:pt idx="1298">
                  <c:v>0.24114442707768952</c:v>
                </c:pt>
                <c:pt idx="1299">
                  <c:v>0.23664518691398811</c:v>
                </c:pt>
                <c:pt idx="1300">
                  <c:v>0.24057362621654449</c:v>
                </c:pt>
                <c:pt idx="1301">
                  <c:v>0.22353586725899732</c:v>
                </c:pt>
                <c:pt idx="1302">
                  <c:v>0.21152573625539828</c:v>
                </c:pt>
                <c:pt idx="1303">
                  <c:v>0.22023843843182669</c:v>
                </c:pt>
                <c:pt idx="1304">
                  <c:v>0.25521625817911414</c:v>
                </c:pt>
                <c:pt idx="1305">
                  <c:v>0.23353440372629233</c:v>
                </c:pt>
                <c:pt idx="1306">
                  <c:v>0.22263069423148785</c:v>
                </c:pt>
                <c:pt idx="1307">
                  <c:v>0.21897361133067123</c:v>
                </c:pt>
                <c:pt idx="1308">
                  <c:v>0.21011852541294448</c:v>
                </c:pt>
                <c:pt idx="1309">
                  <c:v>0.21243501699275186</c:v>
                </c:pt>
                <c:pt idx="1310">
                  <c:v>0.23443422837304334</c:v>
                </c:pt>
                <c:pt idx="1311">
                  <c:v>0.21073530042208405</c:v>
                </c:pt>
                <c:pt idx="1312">
                  <c:v>0.18948281981077902</c:v>
                </c:pt>
                <c:pt idx="1313">
                  <c:v>0.17419466343995166</c:v>
                </c:pt>
                <c:pt idx="1314">
                  <c:v>0.16760226305679765</c:v>
                </c:pt>
                <c:pt idx="1315">
                  <c:v>0.15581387481026007</c:v>
                </c:pt>
                <c:pt idx="1316">
                  <c:v>0.16085332548276679</c:v>
                </c:pt>
                <c:pt idx="1317">
                  <c:v>0.18050050864052442</c:v>
                </c:pt>
                <c:pt idx="1318">
                  <c:v>0.18749290628941265</c:v>
                </c:pt>
                <c:pt idx="1319">
                  <c:v>0.18829830337753278</c:v>
                </c:pt>
                <c:pt idx="1320">
                  <c:v>0.17632124373064947</c:v>
                </c:pt>
                <c:pt idx="1321">
                  <c:v>0.1743556714388875</c:v>
                </c:pt>
                <c:pt idx="1322">
                  <c:v>0.16366729837352181</c:v>
                </c:pt>
                <c:pt idx="1323">
                  <c:v>0.16630098449395203</c:v>
                </c:pt>
                <c:pt idx="1324">
                  <c:v>0.15824042736626853</c:v>
                </c:pt>
                <c:pt idx="1325">
                  <c:v>0.15910023198908979</c:v>
                </c:pt>
                <c:pt idx="1326">
                  <c:v>0.15330442390203819</c:v>
                </c:pt>
                <c:pt idx="1327">
                  <c:v>0.15835882107902646</c:v>
                </c:pt>
                <c:pt idx="1328">
                  <c:v>0.15808897549487258</c:v>
                </c:pt>
                <c:pt idx="1329">
                  <c:v>0.17588248911864895</c:v>
                </c:pt>
                <c:pt idx="1330">
                  <c:v>0.19261076947606476</c:v>
                </c:pt>
                <c:pt idx="1331">
                  <c:v>0.18847590121406219</c:v>
                </c:pt>
                <c:pt idx="1332">
                  <c:v>0.15631587857129306</c:v>
                </c:pt>
                <c:pt idx="1333">
                  <c:v>0.14832360752103049</c:v>
                </c:pt>
                <c:pt idx="1334">
                  <c:v>0.14400913049828332</c:v>
                </c:pt>
                <c:pt idx="1335">
                  <c:v>0.13763035873515525</c:v>
                </c:pt>
                <c:pt idx="1336">
                  <c:v>0.14288418460751554</c:v>
                </c:pt>
                <c:pt idx="1337">
                  <c:v>0.12917198088817089</c:v>
                </c:pt>
                <c:pt idx="1338">
                  <c:v>0.14834530449202685</c:v>
                </c:pt>
                <c:pt idx="1339">
                  <c:v>0.15057886490575134</c:v>
                </c:pt>
                <c:pt idx="1340">
                  <c:v>0.15430842040320072</c:v>
                </c:pt>
                <c:pt idx="1341">
                  <c:v>0.16360181290485357</c:v>
                </c:pt>
                <c:pt idx="1342">
                  <c:v>0.17224455044935544</c:v>
                </c:pt>
                <c:pt idx="1343">
                  <c:v>0.17094780626727371</c:v>
                </c:pt>
                <c:pt idx="1344">
                  <c:v>0.17302550073593362</c:v>
                </c:pt>
                <c:pt idx="1345">
                  <c:v>0.17674991611587157</c:v>
                </c:pt>
                <c:pt idx="1346">
                  <c:v>0.18010461724046242</c:v>
                </c:pt>
                <c:pt idx="1347">
                  <c:v>0.18113266717437124</c:v>
                </c:pt>
                <c:pt idx="1348">
                  <c:v>0.18345241539654911</c:v>
                </c:pt>
                <c:pt idx="1349">
                  <c:v>0.1906550331474095</c:v>
                </c:pt>
                <c:pt idx="1350">
                  <c:v>0.1908035705506507</c:v>
                </c:pt>
                <c:pt idx="1351">
                  <c:v>0.19092798923823984</c:v>
                </c:pt>
                <c:pt idx="1352">
                  <c:v>0.18099696117232392</c:v>
                </c:pt>
                <c:pt idx="1353">
                  <c:v>0.18277702381175945</c:v>
                </c:pt>
                <c:pt idx="1354">
                  <c:v>0.15664784598212272</c:v>
                </c:pt>
                <c:pt idx="1355">
                  <c:v>0.13169887718486425</c:v>
                </c:pt>
                <c:pt idx="1356">
                  <c:v>0.10675059365704037</c:v>
                </c:pt>
                <c:pt idx="1357">
                  <c:v>9.0869550106902106E-2</c:v>
                </c:pt>
                <c:pt idx="1358">
                  <c:v>7.9002737575381385E-2</c:v>
                </c:pt>
                <c:pt idx="1359">
                  <c:v>0.12211036704657913</c:v>
                </c:pt>
                <c:pt idx="1360">
                  <c:v>0.15510967358498592</c:v>
                </c:pt>
                <c:pt idx="1361">
                  <c:v>0.15110251875674652</c:v>
                </c:pt>
                <c:pt idx="1362">
                  <c:v>0.14584397987893666</c:v>
                </c:pt>
                <c:pt idx="1363">
                  <c:v>0.14602108675701062</c:v>
                </c:pt>
                <c:pt idx="1364">
                  <c:v>0.13809271474243992</c:v>
                </c:pt>
                <c:pt idx="1365">
                  <c:v>0.14730575675101787</c:v>
                </c:pt>
                <c:pt idx="1366">
                  <c:v>0.15094979338809353</c:v>
                </c:pt>
                <c:pt idx="1367">
                  <c:v>0.15713605236202577</c:v>
                </c:pt>
                <c:pt idx="1368">
                  <c:v>0.15798247929384521</c:v>
                </c:pt>
                <c:pt idx="1369">
                  <c:v>0.14370865733953825</c:v>
                </c:pt>
                <c:pt idx="1370">
                  <c:v>0.14615743080839763</c:v>
                </c:pt>
                <c:pt idx="1371">
                  <c:v>0.14568632425905598</c:v>
                </c:pt>
                <c:pt idx="1372">
                  <c:v>0.13322175536292252</c:v>
                </c:pt>
                <c:pt idx="1373">
                  <c:v>0.13627419802669102</c:v>
                </c:pt>
                <c:pt idx="1374">
                  <c:v>0.14813157392263618</c:v>
                </c:pt>
                <c:pt idx="1375">
                  <c:v>0.14391478836640784</c:v>
                </c:pt>
                <c:pt idx="1376">
                  <c:v>0.1490386897845235</c:v>
                </c:pt>
                <c:pt idx="1377">
                  <c:v>0.13185087683130906</c:v>
                </c:pt>
                <c:pt idx="1378">
                  <c:v>0.14432697501390951</c:v>
                </c:pt>
                <c:pt idx="1379">
                  <c:v>0.16280454917194229</c:v>
                </c:pt>
                <c:pt idx="1380">
                  <c:v>0.14964284660167432</c:v>
                </c:pt>
                <c:pt idx="1381">
                  <c:v>0.13876281649506442</c:v>
                </c:pt>
                <c:pt idx="1382">
                  <c:v>0.15264713262631285</c:v>
                </c:pt>
                <c:pt idx="1383">
                  <c:v>0.16092883949271833</c:v>
                </c:pt>
                <c:pt idx="1384">
                  <c:v>0.1345081917570069</c:v>
                </c:pt>
                <c:pt idx="1385">
                  <c:v>0.1666176765546076</c:v>
                </c:pt>
                <c:pt idx="1386">
                  <c:v>0.14489672135273204</c:v>
                </c:pt>
                <c:pt idx="1387">
                  <c:v>0.15458330235562437</c:v>
                </c:pt>
                <c:pt idx="1388">
                  <c:v>0.14152107445564988</c:v>
                </c:pt>
                <c:pt idx="1389">
                  <c:v>0.1390194066794706</c:v>
                </c:pt>
                <c:pt idx="1390">
                  <c:v>0.14070658976973321</c:v>
                </c:pt>
                <c:pt idx="1391">
                  <c:v>0.1442825272902527</c:v>
                </c:pt>
                <c:pt idx="1392">
                  <c:v>0.14613538662531977</c:v>
                </c:pt>
                <c:pt idx="1393">
                  <c:v>0.15122110268684005</c:v>
                </c:pt>
                <c:pt idx="1394">
                  <c:v>0.15544680688167323</c:v>
                </c:pt>
                <c:pt idx="1395">
                  <c:v>0.15913837168689679</c:v>
                </c:pt>
                <c:pt idx="1396">
                  <c:v>0.15941501394602392</c:v>
                </c:pt>
                <c:pt idx="1397">
                  <c:v>0.1551941597182098</c:v>
                </c:pt>
                <c:pt idx="1398">
                  <c:v>0.14968517269530401</c:v>
                </c:pt>
                <c:pt idx="1399">
                  <c:v>0.15773266324467813</c:v>
                </c:pt>
                <c:pt idx="1400">
                  <c:v>0.1486905409854101</c:v>
                </c:pt>
                <c:pt idx="1401">
                  <c:v>0.1434433479982648</c:v>
                </c:pt>
                <c:pt idx="1402">
                  <c:v>0.12973487116354412</c:v>
                </c:pt>
                <c:pt idx="1403">
                  <c:v>0.14141906893601486</c:v>
                </c:pt>
                <c:pt idx="1404">
                  <c:v>0.12634338142785803</c:v>
                </c:pt>
                <c:pt idx="1405">
                  <c:v>0.14614118018349628</c:v>
                </c:pt>
                <c:pt idx="1406">
                  <c:v>0.16340455759463671</c:v>
                </c:pt>
                <c:pt idx="1407">
                  <c:v>0.16842135670903832</c:v>
                </c:pt>
                <c:pt idx="1408">
                  <c:v>0.18124369250808722</c:v>
                </c:pt>
                <c:pt idx="1409">
                  <c:v>0.1834300365692339</c:v>
                </c:pt>
                <c:pt idx="1410">
                  <c:v>0.17573244100977675</c:v>
                </c:pt>
                <c:pt idx="1411">
                  <c:v>0.18936401219109422</c:v>
                </c:pt>
                <c:pt idx="1412">
                  <c:v>0.21352097361086397</c:v>
                </c:pt>
                <c:pt idx="1413">
                  <c:v>0.22356802148037136</c:v>
                </c:pt>
                <c:pt idx="1414">
                  <c:v>0.22631542194732251</c:v>
                </c:pt>
                <c:pt idx="1415">
                  <c:v>0.2255356646765527</c:v>
                </c:pt>
                <c:pt idx="1416">
                  <c:v>0.23371285301565992</c:v>
                </c:pt>
                <c:pt idx="1417">
                  <c:v>0.24781367505842811</c:v>
                </c:pt>
                <c:pt idx="1418">
                  <c:v>0.25818755938444393</c:v>
                </c:pt>
                <c:pt idx="1419">
                  <c:v>0.25931878410274078</c:v>
                </c:pt>
                <c:pt idx="1420">
                  <c:v>0.2644469791164864</c:v>
                </c:pt>
                <c:pt idx="1421">
                  <c:v>0.26708903225782626</c:v>
                </c:pt>
                <c:pt idx="1422">
                  <c:v>0.26750255634953429</c:v>
                </c:pt>
                <c:pt idx="1423">
                  <c:v>0.27147256712291573</c:v>
                </c:pt>
                <c:pt idx="1424">
                  <c:v>0.27407225762294513</c:v>
                </c:pt>
                <c:pt idx="1425">
                  <c:v>0.27416139296478315</c:v>
                </c:pt>
                <c:pt idx="1426">
                  <c:v>0.28054591673947354</c:v>
                </c:pt>
                <c:pt idx="1427">
                  <c:v>0.28181895194692158</c:v>
                </c:pt>
                <c:pt idx="1428">
                  <c:v>0.26249018440201666</c:v>
                </c:pt>
                <c:pt idx="1429">
                  <c:v>0.25893522946681485</c:v>
                </c:pt>
                <c:pt idx="1430">
                  <c:v>0.25479455441211912</c:v>
                </c:pt>
                <c:pt idx="1431">
                  <c:v>0.23598978040014665</c:v>
                </c:pt>
                <c:pt idx="1432">
                  <c:v>0.22996838593491531</c:v>
                </c:pt>
                <c:pt idx="1433">
                  <c:v>0.19845813621592132</c:v>
                </c:pt>
                <c:pt idx="1434">
                  <c:v>0.20704913430734009</c:v>
                </c:pt>
                <c:pt idx="1435">
                  <c:v>0.20507035234758189</c:v>
                </c:pt>
                <c:pt idx="1436">
                  <c:v>0.20254707145770995</c:v>
                </c:pt>
                <c:pt idx="1437">
                  <c:v>0.19906274173100794</c:v>
                </c:pt>
                <c:pt idx="1438">
                  <c:v>0.1964097144622691</c:v>
                </c:pt>
                <c:pt idx="1439">
                  <c:v>0.20734978774003782</c:v>
                </c:pt>
                <c:pt idx="1440">
                  <c:v>0.20645078395904709</c:v>
                </c:pt>
                <c:pt idx="1441">
                  <c:v>0.20508172540007849</c:v>
                </c:pt>
                <c:pt idx="1442">
                  <c:v>0.21323229328809273</c:v>
                </c:pt>
                <c:pt idx="1443">
                  <c:v>0.21701969662079038</c:v>
                </c:pt>
                <c:pt idx="1444">
                  <c:v>0.21534702315485887</c:v>
                </c:pt>
                <c:pt idx="1445">
                  <c:v>0.20640993771547339</c:v>
                </c:pt>
                <c:pt idx="1446">
                  <c:v>0.20109006795933568</c:v>
                </c:pt>
                <c:pt idx="1447">
                  <c:v>0.18722637066617875</c:v>
                </c:pt>
                <c:pt idx="1448">
                  <c:v>0.181993443100294</c:v>
                </c:pt>
                <c:pt idx="1449">
                  <c:v>0.17675811317388959</c:v>
                </c:pt>
                <c:pt idx="1450">
                  <c:v>0.16413908275739364</c:v>
                </c:pt>
                <c:pt idx="1451">
                  <c:v>0.17433443119359704</c:v>
                </c:pt>
                <c:pt idx="1452">
                  <c:v>0.17110177916915717</c:v>
                </c:pt>
                <c:pt idx="1453">
                  <c:v>0.16812606228501184</c:v>
                </c:pt>
                <c:pt idx="1454">
                  <c:v>0.14464609956296179</c:v>
                </c:pt>
                <c:pt idx="1455">
                  <c:v>0.14356647392046348</c:v>
                </c:pt>
                <c:pt idx="1456">
                  <c:v>0.11990222830565625</c:v>
                </c:pt>
                <c:pt idx="1457">
                  <c:v>8.535339020523465E-2</c:v>
                </c:pt>
                <c:pt idx="1458">
                  <c:v>0.1040277335638265</c:v>
                </c:pt>
                <c:pt idx="1459">
                  <c:v>0.13248708239085635</c:v>
                </c:pt>
                <c:pt idx="1460">
                  <c:v>0.14503998984461436</c:v>
                </c:pt>
                <c:pt idx="1461">
                  <c:v>0.15574186158087153</c:v>
                </c:pt>
                <c:pt idx="1462">
                  <c:v>0.15414969101533102</c:v>
                </c:pt>
                <c:pt idx="1463">
                  <c:v>0.17400021948009653</c:v>
                </c:pt>
                <c:pt idx="1464">
                  <c:v>0.16764653209257305</c:v>
                </c:pt>
                <c:pt idx="1465">
                  <c:v>0.17289073326107854</c:v>
                </c:pt>
                <c:pt idx="1466">
                  <c:v>0.19938203175629188</c:v>
                </c:pt>
                <c:pt idx="1467">
                  <c:v>0.21169047107476824</c:v>
                </c:pt>
                <c:pt idx="1468">
                  <c:v>0.21942061460040624</c:v>
                </c:pt>
                <c:pt idx="1469">
                  <c:v>0.2182562488751455</c:v>
                </c:pt>
                <c:pt idx="1470">
                  <c:v>0.22140825392279639</c:v>
                </c:pt>
                <c:pt idx="1471">
                  <c:v>0.26542940088576816</c:v>
                </c:pt>
                <c:pt idx="1472">
                  <c:v>0.39214615839988076</c:v>
                </c:pt>
                <c:pt idx="1473">
                  <c:v>0.37698128026491878</c:v>
                </c:pt>
                <c:pt idx="1474">
                  <c:v>0.36121585875115908</c:v>
                </c:pt>
                <c:pt idx="1475">
                  <c:v>0.31033872651700378</c:v>
                </c:pt>
                <c:pt idx="1476">
                  <c:v>0.30935355562103395</c:v>
                </c:pt>
                <c:pt idx="1477">
                  <c:v>0.33307047847401017</c:v>
                </c:pt>
                <c:pt idx="1478">
                  <c:v>0.32626910356875199</c:v>
                </c:pt>
                <c:pt idx="1479">
                  <c:v>0.34196674909036584</c:v>
                </c:pt>
                <c:pt idx="1480">
                  <c:v>0.35827443247047719</c:v>
                </c:pt>
                <c:pt idx="1481">
                  <c:v>0.36955361679709792</c:v>
                </c:pt>
                <c:pt idx="1482">
                  <c:v>0.37943689143250603</c:v>
                </c:pt>
                <c:pt idx="1483">
                  <c:v>0.38922796600421072</c:v>
                </c:pt>
                <c:pt idx="1484">
                  <c:v>0.39417268109799625</c:v>
                </c:pt>
                <c:pt idx="1485">
                  <c:v>0.40790367915589193</c:v>
                </c:pt>
                <c:pt idx="1486">
                  <c:v>0.40659056079014705</c:v>
                </c:pt>
                <c:pt idx="1487">
                  <c:v>0.41121575901310992</c:v>
                </c:pt>
                <c:pt idx="1488">
                  <c:v>0.42469622040028221</c:v>
                </c:pt>
                <c:pt idx="1489">
                  <c:v>0.41725631146133529</c:v>
                </c:pt>
                <c:pt idx="1490">
                  <c:v>0.42642338923655637</c:v>
                </c:pt>
                <c:pt idx="1491">
                  <c:v>0.42905210624203827</c:v>
                </c:pt>
                <c:pt idx="1492">
                  <c:v>0.43869687516297723</c:v>
                </c:pt>
                <c:pt idx="1493">
                  <c:v>0.44719202494458016</c:v>
                </c:pt>
                <c:pt idx="1494">
                  <c:v>0.45984747161649431</c:v>
                </c:pt>
                <c:pt idx="1495">
                  <c:v>0.45489083332574404</c:v>
                </c:pt>
                <c:pt idx="1496">
                  <c:v>0.42826545738860966</c:v>
                </c:pt>
                <c:pt idx="1497">
                  <c:v>0.40583912392098376</c:v>
                </c:pt>
                <c:pt idx="1498">
                  <c:v>0.38263456663803802</c:v>
                </c:pt>
                <c:pt idx="1499">
                  <c:v>0.33544286966199516</c:v>
                </c:pt>
                <c:pt idx="1500">
                  <c:v>0.32259184881653352</c:v>
                </c:pt>
                <c:pt idx="1501">
                  <c:v>0.30863481072951582</c:v>
                </c:pt>
                <c:pt idx="1502">
                  <c:v>0.31702688146852032</c:v>
                </c:pt>
                <c:pt idx="1503">
                  <c:v>0.31904844894455098</c:v>
                </c:pt>
                <c:pt idx="1504">
                  <c:v>0.2734388802608797</c:v>
                </c:pt>
                <c:pt idx="1505">
                  <c:v>0.16420472465234079</c:v>
                </c:pt>
                <c:pt idx="1506">
                  <c:v>0.16440396214926664</c:v>
                </c:pt>
                <c:pt idx="1507">
                  <c:v>0.17653997569733668</c:v>
                </c:pt>
                <c:pt idx="1508">
                  <c:v>0.16470071365840044</c:v>
                </c:pt>
                <c:pt idx="1509">
                  <c:v>0.15816259386032266</c:v>
                </c:pt>
                <c:pt idx="1510">
                  <c:v>0.15849668582026666</c:v>
                </c:pt>
                <c:pt idx="1511">
                  <c:v>0.155551494273828</c:v>
                </c:pt>
                <c:pt idx="1512">
                  <c:v>0.15607558256649878</c:v>
                </c:pt>
                <c:pt idx="1513">
                  <c:v>0.1525465561246214</c:v>
                </c:pt>
                <c:pt idx="1514">
                  <c:v>0.1532887749679519</c:v>
                </c:pt>
                <c:pt idx="1515">
                  <c:v>0.15028898140492383</c:v>
                </c:pt>
                <c:pt idx="1516">
                  <c:v>0.15165261037199745</c:v>
                </c:pt>
                <c:pt idx="1517">
                  <c:v>0.1473416086184412</c:v>
                </c:pt>
                <c:pt idx="1518">
                  <c:v>0.14623864757476454</c:v>
                </c:pt>
                <c:pt idx="1519">
                  <c:v>0.13377153829808228</c:v>
                </c:pt>
                <c:pt idx="1520">
                  <c:v>0.14763015892231288</c:v>
                </c:pt>
                <c:pt idx="1521">
                  <c:v>0.16050254892220014</c:v>
                </c:pt>
                <c:pt idx="1522">
                  <c:v>0.15549467951760595</c:v>
                </c:pt>
                <c:pt idx="1523">
                  <c:v>0.15216665754091616</c:v>
                </c:pt>
                <c:pt idx="1524">
                  <c:v>0.1426923873015809</c:v>
                </c:pt>
                <c:pt idx="1525">
                  <c:v>0.13143622767597296</c:v>
                </c:pt>
                <c:pt idx="1526">
                  <c:v>0.10980097490944996</c:v>
                </c:pt>
                <c:pt idx="1527">
                  <c:v>0.10342192456620125</c:v>
                </c:pt>
                <c:pt idx="1528">
                  <c:v>9.6980580294173779E-2</c:v>
                </c:pt>
                <c:pt idx="1529">
                  <c:v>0.18244442218327767</c:v>
                </c:pt>
                <c:pt idx="1530">
                  <c:v>0.15285732530327167</c:v>
                </c:pt>
                <c:pt idx="1531">
                  <c:v>0.15904503341382337</c:v>
                </c:pt>
                <c:pt idx="1532">
                  <c:v>0.15516020158114122</c:v>
                </c:pt>
                <c:pt idx="1533">
                  <c:v>0.15561729784342229</c:v>
                </c:pt>
                <c:pt idx="1534">
                  <c:v>0.18103029546438346</c:v>
                </c:pt>
                <c:pt idx="1535">
                  <c:v>0.19426977800412004</c:v>
                </c:pt>
                <c:pt idx="1536">
                  <c:v>0.21706166287587947</c:v>
                </c:pt>
                <c:pt idx="1537">
                  <c:v>0.229322009837399</c:v>
                </c:pt>
                <c:pt idx="1538">
                  <c:v>0.2400697505549142</c:v>
                </c:pt>
                <c:pt idx="1539">
                  <c:v>0.25737546162463792</c:v>
                </c:pt>
                <c:pt idx="1540">
                  <c:v>0.26864237190473422</c:v>
                </c:pt>
                <c:pt idx="1541">
                  <c:v>0.27498507967955416</c:v>
                </c:pt>
                <c:pt idx="1542">
                  <c:v>0.277529152954687</c:v>
                </c:pt>
                <c:pt idx="1543">
                  <c:v>0.29161313554864904</c:v>
                </c:pt>
                <c:pt idx="1544">
                  <c:v>0.27819288861939478</c:v>
                </c:pt>
                <c:pt idx="1545">
                  <c:v>0.25945352412071609</c:v>
                </c:pt>
                <c:pt idx="1546">
                  <c:v>0.24285577208556916</c:v>
                </c:pt>
                <c:pt idx="1547">
                  <c:v>0.22698849925070178</c:v>
                </c:pt>
                <c:pt idx="1548">
                  <c:v>0.24099363029249887</c:v>
                </c:pt>
                <c:pt idx="1549">
                  <c:v>0.23888697026467295</c:v>
                </c:pt>
                <c:pt idx="1550">
                  <c:v>0.23888069696844982</c:v>
                </c:pt>
                <c:pt idx="1551">
                  <c:v>0.24572292841433868</c:v>
                </c:pt>
                <c:pt idx="1552">
                  <c:v>0.24408999056016542</c:v>
                </c:pt>
                <c:pt idx="1553">
                  <c:v>0.24206660092760809</c:v>
                </c:pt>
                <c:pt idx="1554">
                  <c:v>0.23481248965470364</c:v>
                </c:pt>
                <c:pt idx="1555">
                  <c:v>0.22038818863140144</c:v>
                </c:pt>
                <c:pt idx="1556">
                  <c:v>0.21439648570486813</c:v>
                </c:pt>
                <c:pt idx="1557">
                  <c:v>0.21728992342174955</c:v>
                </c:pt>
                <c:pt idx="1558">
                  <c:v>0.21768621874838573</c:v>
                </c:pt>
                <c:pt idx="1559">
                  <c:v>0.21022016095675045</c:v>
                </c:pt>
                <c:pt idx="1560">
                  <c:v>0.2068148119622589</c:v>
                </c:pt>
                <c:pt idx="1561">
                  <c:v>0.21186461395535441</c:v>
                </c:pt>
                <c:pt idx="1562">
                  <c:v>0.20939548722420281</c:v>
                </c:pt>
                <c:pt idx="1563">
                  <c:v>0.20888270413744536</c:v>
                </c:pt>
                <c:pt idx="1564">
                  <c:v>0.21135452862243626</c:v>
                </c:pt>
                <c:pt idx="1565">
                  <c:v>0.21433271213614355</c:v>
                </c:pt>
                <c:pt idx="1566">
                  <c:v>0.37549578004264988</c:v>
                </c:pt>
                <c:pt idx="1567">
                  <c:v>0.40524711645952183</c:v>
                </c:pt>
                <c:pt idx="1568">
                  <c:v>0.36668231818605479</c:v>
                </c:pt>
                <c:pt idx="1569">
                  <c:v>0.32992519169166273</c:v>
                </c:pt>
                <c:pt idx="1570">
                  <c:v>0.27091131997970125</c:v>
                </c:pt>
                <c:pt idx="1571">
                  <c:v>0.23255623056818236</c:v>
                </c:pt>
                <c:pt idx="1572">
                  <c:v>0.20922433569353374</c:v>
                </c:pt>
                <c:pt idx="1573">
                  <c:v>0.21728731258494838</c:v>
                </c:pt>
                <c:pt idx="1574">
                  <c:v>0.22210183073249964</c:v>
                </c:pt>
                <c:pt idx="1575">
                  <c:v>0.211340310270238</c:v>
                </c:pt>
                <c:pt idx="1576">
                  <c:v>0.22818207599406312</c:v>
                </c:pt>
                <c:pt idx="1577">
                  <c:v>0.24406568614721025</c:v>
                </c:pt>
                <c:pt idx="1578">
                  <c:v>0.25393080185868561</c:v>
                </c:pt>
                <c:pt idx="1579">
                  <c:v>0.26221911004389442</c:v>
                </c:pt>
                <c:pt idx="1580">
                  <c:v>0.25870633950865696</c:v>
                </c:pt>
                <c:pt idx="1581">
                  <c:v>0.26468508299455051</c:v>
                </c:pt>
                <c:pt idx="1582">
                  <c:v>0.2709642452711416</c:v>
                </c:pt>
                <c:pt idx="1583">
                  <c:v>0.26971362354459</c:v>
                </c:pt>
                <c:pt idx="1584">
                  <c:v>0.28759197527892355</c:v>
                </c:pt>
                <c:pt idx="1585">
                  <c:v>0.29101745505171434</c:v>
                </c:pt>
                <c:pt idx="1586">
                  <c:v>0.29109992608225271</c:v>
                </c:pt>
                <c:pt idx="1587">
                  <c:v>0.28419684891753244</c:v>
                </c:pt>
                <c:pt idx="1588">
                  <c:v>0.29633059207803469</c:v>
                </c:pt>
                <c:pt idx="1589">
                  <c:v>0.28664348652874233</c:v>
                </c:pt>
                <c:pt idx="1590">
                  <c:v>0.28233681073620387</c:v>
                </c:pt>
                <c:pt idx="1591">
                  <c:v>0.28112477489425547</c:v>
                </c:pt>
                <c:pt idx="1592">
                  <c:v>0.25703713072198353</c:v>
                </c:pt>
                <c:pt idx="1593">
                  <c:v>0.22382239735649667</c:v>
                </c:pt>
                <c:pt idx="1594">
                  <c:v>0.19078965687451482</c:v>
                </c:pt>
                <c:pt idx="1595">
                  <c:v>0.18676028358181504</c:v>
                </c:pt>
                <c:pt idx="1596">
                  <c:v>0.18144591317445674</c:v>
                </c:pt>
                <c:pt idx="1597">
                  <c:v>0.20662887079881764</c:v>
                </c:pt>
                <c:pt idx="1598">
                  <c:v>0.23064877541359569</c:v>
                </c:pt>
                <c:pt idx="1599">
                  <c:v>0.23640449201998417</c:v>
                </c:pt>
                <c:pt idx="1600">
                  <c:v>0.25962223794739631</c:v>
                </c:pt>
                <c:pt idx="1601">
                  <c:v>0.27501793909667416</c:v>
                </c:pt>
                <c:pt idx="1602">
                  <c:v>0.28269277477497606</c:v>
                </c:pt>
                <c:pt idx="1603">
                  <c:v>0.28520876674691559</c:v>
                </c:pt>
                <c:pt idx="1604">
                  <c:v>0.27976144788025337</c:v>
                </c:pt>
                <c:pt idx="1605">
                  <c:v>0.22988881224283725</c:v>
                </c:pt>
                <c:pt idx="1606">
                  <c:v>0.21496940892467081</c:v>
                </c:pt>
                <c:pt idx="1607">
                  <c:v>0.20673793924111469</c:v>
                </c:pt>
                <c:pt idx="1608">
                  <c:v>0.19710204070983056</c:v>
                </c:pt>
                <c:pt idx="1609">
                  <c:v>0.19539359823059552</c:v>
                </c:pt>
                <c:pt idx="1610">
                  <c:v>0.20057701586405471</c:v>
                </c:pt>
                <c:pt idx="1611">
                  <c:v>0.21833572691809383</c:v>
                </c:pt>
                <c:pt idx="1612">
                  <c:v>0.26503778092148272</c:v>
                </c:pt>
                <c:pt idx="1613">
                  <c:v>0.29307898307696817</c:v>
                </c:pt>
                <c:pt idx="1614">
                  <c:v>0.28705166671373894</c:v>
                </c:pt>
                <c:pt idx="1615">
                  <c:v>0.26669685471813398</c:v>
                </c:pt>
                <c:pt idx="1616">
                  <c:v>0.23976542968233758</c:v>
                </c:pt>
                <c:pt idx="1617">
                  <c:v>0.22226341909240563</c:v>
                </c:pt>
                <c:pt idx="1618">
                  <c:v>0.22594851132450536</c:v>
                </c:pt>
                <c:pt idx="1619">
                  <c:v>0.27506975529004318</c:v>
                </c:pt>
                <c:pt idx="1620">
                  <c:v>0.33174040668904037</c:v>
                </c:pt>
                <c:pt idx="1621">
                  <c:v>0.2890532497960247</c:v>
                </c:pt>
                <c:pt idx="1622">
                  <c:v>0.24057124048939776</c:v>
                </c:pt>
                <c:pt idx="1623">
                  <c:v>0.26413417747781098</c:v>
                </c:pt>
                <c:pt idx="1624">
                  <c:v>0.24106105093445329</c:v>
                </c:pt>
                <c:pt idx="1625">
                  <c:v>0.25990831481247628</c:v>
                </c:pt>
                <c:pt idx="1626">
                  <c:v>0.26431231936930216</c:v>
                </c:pt>
                <c:pt idx="1627">
                  <c:v>0.26350516350621767</c:v>
                </c:pt>
                <c:pt idx="1628">
                  <c:v>0.26437072203133394</c:v>
                </c:pt>
                <c:pt idx="1629">
                  <c:v>0.26337381440073226</c:v>
                </c:pt>
                <c:pt idx="1630">
                  <c:v>0.27582477200852074</c:v>
                </c:pt>
                <c:pt idx="1631">
                  <c:v>0.26830000194826453</c:v>
                </c:pt>
                <c:pt idx="1632">
                  <c:v>0.26765038357426801</c:v>
                </c:pt>
                <c:pt idx="1633">
                  <c:v>0.27226174139195403</c:v>
                </c:pt>
                <c:pt idx="1634">
                  <c:v>0.27336792226444745</c:v>
                </c:pt>
                <c:pt idx="1635">
                  <c:v>0.28147605643983725</c:v>
                </c:pt>
                <c:pt idx="1636">
                  <c:v>0.28098586745192533</c:v>
                </c:pt>
                <c:pt idx="1637">
                  <c:v>0.27701144411029377</c:v>
                </c:pt>
                <c:pt idx="1638">
                  <c:v>0.27454996994371322</c:v>
                </c:pt>
                <c:pt idx="1639">
                  <c:v>0.28519390356479646</c:v>
                </c:pt>
                <c:pt idx="1640">
                  <c:v>0.30110677586623996</c:v>
                </c:pt>
                <c:pt idx="1641">
                  <c:v>0.30382827685682468</c:v>
                </c:pt>
                <c:pt idx="1642">
                  <c:v>0.25622835377487596</c:v>
                </c:pt>
                <c:pt idx="1643">
                  <c:v>0.17786371767158721</c:v>
                </c:pt>
                <c:pt idx="1644">
                  <c:v>0.13854887333038254</c:v>
                </c:pt>
                <c:pt idx="1645">
                  <c:v>0.11418030845206981</c:v>
                </c:pt>
                <c:pt idx="1646">
                  <c:v>0.11442034883154012</c:v>
                </c:pt>
                <c:pt idx="1647">
                  <c:v>0.11903671525627249</c:v>
                </c:pt>
                <c:pt idx="1648">
                  <c:v>0.13605353731887695</c:v>
                </c:pt>
                <c:pt idx="1649">
                  <c:v>7.1116182616640419E-2</c:v>
                </c:pt>
                <c:pt idx="1650">
                  <c:v>0.15880664042961398</c:v>
                </c:pt>
                <c:pt idx="1651">
                  <c:v>0.1756499318112397</c:v>
                </c:pt>
                <c:pt idx="1652">
                  <c:v>0.18486787253755682</c:v>
                </c:pt>
                <c:pt idx="1653">
                  <c:v>0.21015281629373497</c:v>
                </c:pt>
                <c:pt idx="1654">
                  <c:v>0.33568559092575101</c:v>
                </c:pt>
                <c:pt idx="1655">
                  <c:v>0.41991330665890031</c:v>
                </c:pt>
                <c:pt idx="1656">
                  <c:v>0.43545080747893994</c:v>
                </c:pt>
                <c:pt idx="1657">
                  <c:v>0.4592689673886467</c:v>
                </c:pt>
                <c:pt idx="1658">
                  <c:v>0.47604122799187154</c:v>
                </c:pt>
                <c:pt idx="1659">
                  <c:v>0.4938281459645088</c:v>
                </c:pt>
                <c:pt idx="1660">
                  <c:v>0.50358770982990597</c:v>
                </c:pt>
                <c:pt idx="1661">
                  <c:v>0.52575014441656864</c:v>
                </c:pt>
                <c:pt idx="1662">
                  <c:v>0.5502481250591218</c:v>
                </c:pt>
                <c:pt idx="1663">
                  <c:v>0.56878868713651165</c:v>
                </c:pt>
                <c:pt idx="1664">
                  <c:v>0.51563964122455663</c:v>
                </c:pt>
                <c:pt idx="1665">
                  <c:v>0.49925845794825358</c:v>
                </c:pt>
                <c:pt idx="1666">
                  <c:v>0.49375767030493822</c:v>
                </c:pt>
                <c:pt idx="1667">
                  <c:v>0.46187716145330859</c:v>
                </c:pt>
                <c:pt idx="1668">
                  <c:v>0.41252612099297403</c:v>
                </c:pt>
                <c:pt idx="1669">
                  <c:v>0.39668701158876829</c:v>
                </c:pt>
                <c:pt idx="1670">
                  <c:v>0.40266226705075719</c:v>
                </c:pt>
                <c:pt idx="1671">
                  <c:v>0.40529257182748868</c:v>
                </c:pt>
                <c:pt idx="1672">
                  <c:v>0.40942392425686391</c:v>
                </c:pt>
                <c:pt idx="1673">
                  <c:v>0.46067062844053824</c:v>
                </c:pt>
                <c:pt idx="1674">
                  <c:v>0.5252797448127301</c:v>
                </c:pt>
                <c:pt idx="1675">
                  <c:v>0.56841431777531848</c:v>
                </c:pt>
                <c:pt idx="1676">
                  <c:v>0.63110514071341883</c:v>
                </c:pt>
                <c:pt idx="1677">
                  <c:v>0.66258799287447101</c:v>
                </c:pt>
                <c:pt idx="1678">
                  <c:v>0.68124402234907078</c:v>
                </c:pt>
                <c:pt idx="1679">
                  <c:v>0.68076189870715254</c:v>
                </c:pt>
                <c:pt idx="1680">
                  <c:v>0.71294460334150456</c:v>
                </c:pt>
                <c:pt idx="1681">
                  <c:v>0.7390310704623787</c:v>
                </c:pt>
                <c:pt idx="1682">
                  <c:v>0.71338405544310879</c:v>
                </c:pt>
                <c:pt idx="1683">
                  <c:v>0.72168234136468368</c:v>
                </c:pt>
                <c:pt idx="1684">
                  <c:v>0.74312186124743251</c:v>
                </c:pt>
                <c:pt idx="1685">
                  <c:v>0.74479323169480249</c:v>
                </c:pt>
                <c:pt idx="1686">
                  <c:v>0.73872346711792547</c:v>
                </c:pt>
                <c:pt idx="1687">
                  <c:v>0.73791313622090782</c:v>
                </c:pt>
                <c:pt idx="1688">
                  <c:v>0.72846226026603644</c:v>
                </c:pt>
                <c:pt idx="1689">
                  <c:v>0.69703253034394386</c:v>
                </c:pt>
                <c:pt idx="1690">
                  <c:v>0.63841558487127459</c:v>
                </c:pt>
                <c:pt idx="1691">
                  <c:v>0.60439076072420483</c:v>
                </c:pt>
                <c:pt idx="1692">
                  <c:v>0.56303107137057484</c:v>
                </c:pt>
                <c:pt idx="1693">
                  <c:v>0.51918464293981303</c:v>
                </c:pt>
                <c:pt idx="1694">
                  <c:v>0.51104150236702917</c:v>
                </c:pt>
                <c:pt idx="1695">
                  <c:v>0.50359270880278351</c:v>
                </c:pt>
                <c:pt idx="1696">
                  <c:v>0.51645498427940928</c:v>
                </c:pt>
                <c:pt idx="1697">
                  <c:v>0.57290279237443198</c:v>
                </c:pt>
                <c:pt idx="1698">
                  <c:v>0.59295208097482044</c:v>
                </c:pt>
                <c:pt idx="1699">
                  <c:v>0.62290627961027933</c:v>
                </c:pt>
                <c:pt idx="1700">
                  <c:v>0.6670044974342223</c:v>
                </c:pt>
                <c:pt idx="1701">
                  <c:v>0.6816459388787266</c:v>
                </c:pt>
                <c:pt idx="1702">
                  <c:v>0.68383141202457354</c:v>
                </c:pt>
                <c:pt idx="1703">
                  <c:v>0.68107215985693725</c:v>
                </c:pt>
                <c:pt idx="1704">
                  <c:v>0.68933631514807114</c:v>
                </c:pt>
                <c:pt idx="1705">
                  <c:v>0.6964522259030258</c:v>
                </c:pt>
                <c:pt idx="1706">
                  <c:v>0.70945976254986787</c:v>
                </c:pt>
                <c:pt idx="1707">
                  <c:v>0.71174398588341092</c:v>
                </c:pt>
                <c:pt idx="1708">
                  <c:v>0.71319313589996325</c:v>
                </c:pt>
                <c:pt idx="1709">
                  <c:v>0.70513287690871707</c:v>
                </c:pt>
                <c:pt idx="1710">
                  <c:v>0.70574203037045435</c:v>
                </c:pt>
                <c:pt idx="1711">
                  <c:v>0.69463696522430374</c:v>
                </c:pt>
                <c:pt idx="1712">
                  <c:v>0.67821099094635207</c:v>
                </c:pt>
                <c:pt idx="1713">
                  <c:v>0.68293559883932642</c:v>
                </c:pt>
                <c:pt idx="1714">
                  <c:v>0.65230698488752936</c:v>
                </c:pt>
                <c:pt idx="1715">
                  <c:v>0.64688970563883375</c:v>
                </c:pt>
                <c:pt idx="1716">
                  <c:v>0.64221969137132273</c:v>
                </c:pt>
                <c:pt idx="1717">
                  <c:v>0.62405387078230112</c:v>
                </c:pt>
                <c:pt idx="1718">
                  <c:v>0.6022722303731104</c:v>
                </c:pt>
                <c:pt idx="1719">
                  <c:v>0.56280873061339176</c:v>
                </c:pt>
                <c:pt idx="1720">
                  <c:v>0.5986342686522218</c:v>
                </c:pt>
                <c:pt idx="1721">
                  <c:v>0.59650356156923789</c:v>
                </c:pt>
                <c:pt idx="1722">
                  <c:v>0.59698667462132249</c:v>
                </c:pt>
                <c:pt idx="1723">
                  <c:v>0.6031159954118489</c:v>
                </c:pt>
                <c:pt idx="1724">
                  <c:v>0.60066376100644381</c:v>
                </c:pt>
                <c:pt idx="1725">
                  <c:v>0.58502538337507692</c:v>
                </c:pt>
                <c:pt idx="1726">
                  <c:v>0.59208792403962796</c:v>
                </c:pt>
                <c:pt idx="1727">
                  <c:v>0.60942955813833999</c:v>
                </c:pt>
                <c:pt idx="1728">
                  <c:v>0.6315364367689551</c:v>
                </c:pt>
                <c:pt idx="1729">
                  <c:v>0.63470763973809807</c:v>
                </c:pt>
                <c:pt idx="1730">
                  <c:v>0.65419796281856535</c:v>
                </c:pt>
                <c:pt idx="1731">
                  <c:v>0.68597526229808781</c:v>
                </c:pt>
                <c:pt idx="1732">
                  <c:v>0.70497550489298333</c:v>
                </c:pt>
                <c:pt idx="1733">
                  <c:v>0.70289535075929477</c:v>
                </c:pt>
                <c:pt idx="1734">
                  <c:v>0.69948875576299829</c:v>
                </c:pt>
                <c:pt idx="1735">
                  <c:v>0.72990876718985742</c:v>
                </c:pt>
                <c:pt idx="1736">
                  <c:v>0.69953886144018063</c:v>
                </c:pt>
                <c:pt idx="1737">
                  <c:v>0.63757141828324515</c:v>
                </c:pt>
                <c:pt idx="1738">
                  <c:v>0.58840671294019598</c:v>
                </c:pt>
                <c:pt idx="1739">
                  <c:v>0.55539375669650115</c:v>
                </c:pt>
                <c:pt idx="1740">
                  <c:v>0.51603479574593347</c:v>
                </c:pt>
                <c:pt idx="1741">
                  <c:v>0.46331849070248765</c:v>
                </c:pt>
                <c:pt idx="1742">
                  <c:v>0.44930009618508038</c:v>
                </c:pt>
                <c:pt idx="1743">
                  <c:v>0.45580713851326182</c:v>
                </c:pt>
                <c:pt idx="1744">
                  <c:v>0.44278608005927889</c:v>
                </c:pt>
                <c:pt idx="1745">
                  <c:v>0.47062017774657444</c:v>
                </c:pt>
                <c:pt idx="1746">
                  <c:v>0.48901606585157142</c:v>
                </c:pt>
                <c:pt idx="1747">
                  <c:v>0.51096044407561059</c:v>
                </c:pt>
                <c:pt idx="1748">
                  <c:v>0.54010546865323728</c:v>
                </c:pt>
                <c:pt idx="1749">
                  <c:v>0.57087499012605003</c:v>
                </c:pt>
                <c:pt idx="1750">
                  <c:v>0.5792804605982097</c:v>
                </c:pt>
                <c:pt idx="1751">
                  <c:v>0.58472718702196447</c:v>
                </c:pt>
                <c:pt idx="1752">
                  <c:v>0.60110135293232003</c:v>
                </c:pt>
                <c:pt idx="1753">
                  <c:v>0.60861563175315836</c:v>
                </c:pt>
                <c:pt idx="1754">
                  <c:v>0.63770974845517903</c:v>
                </c:pt>
                <c:pt idx="1755">
                  <c:v>0.63458168403529724</c:v>
                </c:pt>
                <c:pt idx="1756">
                  <c:v>0.65771352280744499</c:v>
                </c:pt>
                <c:pt idx="1757">
                  <c:v>0.64993801743004642</c:v>
                </c:pt>
                <c:pt idx="1758">
                  <c:v>0.65534013988528406</c:v>
                </c:pt>
                <c:pt idx="1759">
                  <c:v>0.67935437107614283</c:v>
                </c:pt>
                <c:pt idx="1760">
                  <c:v>0.6787164451384311</c:v>
                </c:pt>
                <c:pt idx="1761">
                  <c:v>0.5928537014237939</c:v>
                </c:pt>
                <c:pt idx="1762">
                  <c:v>0.51595049134885351</c:v>
                </c:pt>
                <c:pt idx="1763">
                  <c:v>0.50190191260788186</c:v>
                </c:pt>
                <c:pt idx="1764">
                  <c:v>0.42637792188681078</c:v>
                </c:pt>
                <c:pt idx="1765">
                  <c:v>0.39708898435418016</c:v>
                </c:pt>
                <c:pt idx="1766">
                  <c:v>0.36157471679911418</c:v>
                </c:pt>
                <c:pt idx="1767">
                  <c:v>0.3455058972840172</c:v>
                </c:pt>
                <c:pt idx="1768">
                  <c:v>0.37679107931185984</c:v>
                </c:pt>
                <c:pt idx="1769">
                  <c:v>0.40367344650446713</c:v>
                </c:pt>
                <c:pt idx="1770">
                  <c:v>0.44308991679258958</c:v>
                </c:pt>
                <c:pt idx="1771">
                  <c:v>0.48303302407652376</c:v>
                </c:pt>
                <c:pt idx="1772">
                  <c:v>0.50692627499734266</c:v>
                </c:pt>
                <c:pt idx="1773">
                  <c:v>0.56881556791279442</c:v>
                </c:pt>
                <c:pt idx="1774">
                  <c:v>0.644377759149387</c:v>
                </c:pt>
                <c:pt idx="1775">
                  <c:v>0.63214953305210841</c:v>
                </c:pt>
                <c:pt idx="1776">
                  <c:v>0.64951038548101447</c:v>
                </c:pt>
                <c:pt idx="1777">
                  <c:v>0.67580787812528476</c:v>
                </c:pt>
                <c:pt idx="1778">
                  <c:v>0.67242357532462327</c:v>
                </c:pt>
                <c:pt idx="1779">
                  <c:v>0.65833741809403057</c:v>
                </c:pt>
                <c:pt idx="1780">
                  <c:v>0.67632500934409057</c:v>
                </c:pt>
                <c:pt idx="1781">
                  <c:v>0.68460120261033552</c:v>
                </c:pt>
                <c:pt idx="1782">
                  <c:v>0.66009957762818117</c:v>
                </c:pt>
                <c:pt idx="1783">
                  <c:v>0.86256079338943314</c:v>
                </c:pt>
                <c:pt idx="1784">
                  <c:v>0.38516992958415452</c:v>
                </c:pt>
                <c:pt idx="1785">
                  <c:v>0.28746723334710728</c:v>
                </c:pt>
                <c:pt idx="1786">
                  <c:v>0.28906925593932264</c:v>
                </c:pt>
                <c:pt idx="1787">
                  <c:v>0.27124803692083332</c:v>
                </c:pt>
                <c:pt idx="1788">
                  <c:v>0.22929088795449154</c:v>
                </c:pt>
                <c:pt idx="1789">
                  <c:v>0.18919265999257676</c:v>
                </c:pt>
                <c:pt idx="1790">
                  <c:v>0.18127402803020817</c:v>
                </c:pt>
                <c:pt idx="1791">
                  <c:v>0.17731515807115311</c:v>
                </c:pt>
                <c:pt idx="1792">
                  <c:v>0.19841281153414109</c:v>
                </c:pt>
                <c:pt idx="1793">
                  <c:v>0.18268547211085262</c:v>
                </c:pt>
                <c:pt idx="1794">
                  <c:v>0.17067417622315301</c:v>
                </c:pt>
                <c:pt idx="1795">
                  <c:v>0.15379914655812515</c:v>
                </c:pt>
                <c:pt idx="1796">
                  <c:v>0.16193257084520116</c:v>
                </c:pt>
                <c:pt idx="1797">
                  <c:v>0.16231901005285487</c:v>
                </c:pt>
                <c:pt idx="1798">
                  <c:v>0.15691893625108499</c:v>
                </c:pt>
                <c:pt idx="1799">
                  <c:v>0.14757722524214295</c:v>
                </c:pt>
                <c:pt idx="1800">
                  <c:v>0.15966572186094605</c:v>
                </c:pt>
                <c:pt idx="1801">
                  <c:v>0.17702905293292559</c:v>
                </c:pt>
                <c:pt idx="1802">
                  <c:v>0.18509627326029801</c:v>
                </c:pt>
                <c:pt idx="1803">
                  <c:v>0.18811476702510907</c:v>
                </c:pt>
                <c:pt idx="1804">
                  <c:v>0.18813503830475939</c:v>
                </c:pt>
                <c:pt idx="1805">
                  <c:v>0.1933136033222618</c:v>
                </c:pt>
                <c:pt idx="1806">
                  <c:v>0.20921369597129222</c:v>
                </c:pt>
                <c:pt idx="1807">
                  <c:v>0.23565030589307301</c:v>
                </c:pt>
                <c:pt idx="1808">
                  <c:v>0.19862789204764567</c:v>
                </c:pt>
                <c:pt idx="1809">
                  <c:v>0.18488001997994161</c:v>
                </c:pt>
                <c:pt idx="1810">
                  <c:v>0.17334211076140196</c:v>
                </c:pt>
                <c:pt idx="1811">
                  <c:v>0.15292313750650982</c:v>
                </c:pt>
                <c:pt idx="1812">
                  <c:v>0.13961637300000931</c:v>
                </c:pt>
                <c:pt idx="1813">
                  <c:v>0.14203994654947202</c:v>
                </c:pt>
                <c:pt idx="1814">
                  <c:v>0.1247323754718776</c:v>
                </c:pt>
                <c:pt idx="1815">
                  <c:v>0.1361354112339265</c:v>
                </c:pt>
                <c:pt idx="1816">
                  <c:v>0.13779209672702816</c:v>
                </c:pt>
                <c:pt idx="1817">
                  <c:v>0.14869783166947867</c:v>
                </c:pt>
                <c:pt idx="1818">
                  <c:v>0.16463429192992882</c:v>
                </c:pt>
                <c:pt idx="1819">
                  <c:v>0.17384649388928528</c:v>
                </c:pt>
                <c:pt idx="1820">
                  <c:v>0.17806870949797218</c:v>
                </c:pt>
                <c:pt idx="1821">
                  <c:v>0.18241875188770126</c:v>
                </c:pt>
                <c:pt idx="1822">
                  <c:v>0.18014767958971448</c:v>
                </c:pt>
                <c:pt idx="1823">
                  <c:v>0.176171583039962</c:v>
                </c:pt>
                <c:pt idx="1824">
                  <c:v>0.18417477049017592</c:v>
                </c:pt>
                <c:pt idx="1825">
                  <c:v>0.18809142778050067</c:v>
                </c:pt>
                <c:pt idx="1826">
                  <c:v>0.18958692713477646</c:v>
                </c:pt>
                <c:pt idx="1827">
                  <c:v>0.18984464384865812</c:v>
                </c:pt>
                <c:pt idx="1828">
                  <c:v>0.19333829055829008</c:v>
                </c:pt>
                <c:pt idx="1829">
                  <c:v>0.19418393594949954</c:v>
                </c:pt>
                <c:pt idx="1830">
                  <c:v>0.1942434974019325</c:v>
                </c:pt>
                <c:pt idx="1831">
                  <c:v>0.20584945662018794</c:v>
                </c:pt>
                <c:pt idx="1832">
                  <c:v>0.2292467247502897</c:v>
                </c:pt>
                <c:pt idx="1833">
                  <c:v>0.237957122783549</c:v>
                </c:pt>
                <c:pt idx="1834">
                  <c:v>0.2342358301456742</c:v>
                </c:pt>
                <c:pt idx="1835">
                  <c:v>0.23824809276660197</c:v>
                </c:pt>
                <c:pt idx="1836">
                  <c:v>0.22729374789205342</c:v>
                </c:pt>
                <c:pt idx="1837">
                  <c:v>0.21980801438370429</c:v>
                </c:pt>
                <c:pt idx="1838">
                  <c:v>0.21674779046155496</c:v>
                </c:pt>
                <c:pt idx="1839">
                  <c:v>0.19370540131095271</c:v>
                </c:pt>
                <c:pt idx="1840">
                  <c:v>0.20514748867598329</c:v>
                </c:pt>
                <c:pt idx="1841">
                  <c:v>0.21210494923620715</c:v>
                </c:pt>
                <c:pt idx="1842">
                  <c:v>0.2142317960648355</c:v>
                </c:pt>
                <c:pt idx="1843">
                  <c:v>0.21106605296114547</c:v>
                </c:pt>
                <c:pt idx="1844">
                  <c:v>0.21890677634747863</c:v>
                </c:pt>
                <c:pt idx="1845">
                  <c:v>0.22249921837690306</c:v>
                </c:pt>
                <c:pt idx="1846">
                  <c:v>0.22673115812828917</c:v>
                </c:pt>
                <c:pt idx="1847">
                  <c:v>0.22385479042910425</c:v>
                </c:pt>
                <c:pt idx="1848">
                  <c:v>0.22877104158205686</c:v>
                </c:pt>
                <c:pt idx="1849">
                  <c:v>0.23244126558685133</c:v>
                </c:pt>
                <c:pt idx="1850">
                  <c:v>0.23408334782604681</c:v>
                </c:pt>
                <c:pt idx="1851">
                  <c:v>0.22713502108756409</c:v>
                </c:pt>
                <c:pt idx="1852">
                  <c:v>0.23079093913870755</c:v>
                </c:pt>
                <c:pt idx="1853">
                  <c:v>0.23190269204348679</c:v>
                </c:pt>
                <c:pt idx="1854">
                  <c:v>0.23456363595535856</c:v>
                </c:pt>
                <c:pt idx="1855">
                  <c:v>0.23948557035932855</c:v>
                </c:pt>
                <c:pt idx="1856">
                  <c:v>0.23461795149169409</c:v>
                </c:pt>
                <c:pt idx="1857">
                  <c:v>0.23027000846049872</c:v>
                </c:pt>
                <c:pt idx="1858">
                  <c:v>0.22143815664450128</c:v>
                </c:pt>
                <c:pt idx="1859">
                  <c:v>0.22165432804035934</c:v>
                </c:pt>
                <c:pt idx="1860">
                  <c:v>0.21787961400115852</c:v>
                </c:pt>
                <c:pt idx="1861">
                  <c:v>0.22103538428892364</c:v>
                </c:pt>
                <c:pt idx="1862">
                  <c:v>0.21139806070668332</c:v>
                </c:pt>
                <c:pt idx="1863">
                  <c:v>0.20992265546137082</c:v>
                </c:pt>
                <c:pt idx="1864">
                  <c:v>0.21844229649991903</c:v>
                </c:pt>
                <c:pt idx="1865">
                  <c:v>0.21514554911403047</c:v>
                </c:pt>
                <c:pt idx="1866">
                  <c:v>0.20874468894581949</c:v>
                </c:pt>
                <c:pt idx="1867">
                  <c:v>0.21557348956712294</c:v>
                </c:pt>
                <c:pt idx="1868">
                  <c:v>0.218595450689749</c:v>
                </c:pt>
                <c:pt idx="1869">
                  <c:v>0.21420522909244369</c:v>
                </c:pt>
                <c:pt idx="1870">
                  <c:v>0.2112764795303346</c:v>
                </c:pt>
                <c:pt idx="1871">
                  <c:v>0.21277591216959124</c:v>
                </c:pt>
                <c:pt idx="1872">
                  <c:v>0.21295238777235484</c:v>
                </c:pt>
                <c:pt idx="1873">
                  <c:v>0.21356055387832848</c:v>
                </c:pt>
                <c:pt idx="1874">
                  <c:v>0.21183812082513187</c:v>
                </c:pt>
                <c:pt idx="1875">
                  <c:v>0.21959466958996499</c:v>
                </c:pt>
                <c:pt idx="1876">
                  <c:v>0.22276837515857137</c:v>
                </c:pt>
                <c:pt idx="1877">
                  <c:v>0.21785514188316846</c:v>
                </c:pt>
                <c:pt idx="1878">
                  <c:v>0.2214414494043089</c:v>
                </c:pt>
                <c:pt idx="1879">
                  <c:v>0.22425237146332999</c:v>
                </c:pt>
                <c:pt idx="1880">
                  <c:v>0.22973313672983142</c:v>
                </c:pt>
                <c:pt idx="1881">
                  <c:v>0.2374217602482688</c:v>
                </c:pt>
                <c:pt idx="1882">
                  <c:v>0.22443028805989657</c:v>
                </c:pt>
                <c:pt idx="1883">
                  <c:v>0.20841562063406474</c:v>
                </c:pt>
                <c:pt idx="1884">
                  <c:v>0.19796743875553016</c:v>
                </c:pt>
                <c:pt idx="1885">
                  <c:v>0.17741362911384659</c:v>
                </c:pt>
                <c:pt idx="1886">
                  <c:v>0.1697945621584783</c:v>
                </c:pt>
                <c:pt idx="1887">
                  <c:v>0.17233977072295834</c:v>
                </c:pt>
                <c:pt idx="1888">
                  <c:v>0.18919957409947785</c:v>
                </c:pt>
                <c:pt idx="1889">
                  <c:v>0.18962085884920535</c:v>
                </c:pt>
                <c:pt idx="1890">
                  <c:v>0.19748554353226072</c:v>
                </c:pt>
                <c:pt idx="1891">
                  <c:v>0.21124224933049757</c:v>
                </c:pt>
                <c:pt idx="1892">
                  <c:v>0.20483578537747665</c:v>
                </c:pt>
                <c:pt idx="1893">
                  <c:v>0.23194645228040428</c:v>
                </c:pt>
                <c:pt idx="1894">
                  <c:v>0.238007965500102</c:v>
                </c:pt>
                <c:pt idx="1895">
                  <c:v>0.23830282183200979</c:v>
                </c:pt>
                <c:pt idx="1896">
                  <c:v>0.23639559593018011</c:v>
                </c:pt>
                <c:pt idx="1897">
                  <c:v>0.23682879371080501</c:v>
                </c:pt>
                <c:pt idx="1898">
                  <c:v>0.2352904057540334</c:v>
                </c:pt>
                <c:pt idx="1899">
                  <c:v>0.24221460320416538</c:v>
                </c:pt>
                <c:pt idx="1900">
                  <c:v>0.2385244134157441</c:v>
                </c:pt>
                <c:pt idx="1901">
                  <c:v>0.25025621801185416</c:v>
                </c:pt>
                <c:pt idx="1902">
                  <c:v>0.2496746312414572</c:v>
                </c:pt>
                <c:pt idx="1903">
                  <c:v>0.24515232222861408</c:v>
                </c:pt>
                <c:pt idx="1904">
                  <c:v>0.25510799161181508</c:v>
                </c:pt>
                <c:pt idx="1905">
                  <c:v>0.23169815603329513</c:v>
                </c:pt>
                <c:pt idx="1906">
                  <c:v>0.23655768157146187</c:v>
                </c:pt>
                <c:pt idx="1907">
                  <c:v>0.22288117983447553</c:v>
                </c:pt>
                <c:pt idx="1908">
                  <c:v>0.21390476687476859</c:v>
                </c:pt>
                <c:pt idx="1909">
                  <c:v>0.19460952385136362</c:v>
                </c:pt>
                <c:pt idx="1910">
                  <c:v>0.17839904012029947</c:v>
                </c:pt>
                <c:pt idx="1911">
                  <c:v>0.19438382252707037</c:v>
                </c:pt>
                <c:pt idx="1912">
                  <c:v>0.17786801539296196</c:v>
                </c:pt>
                <c:pt idx="1913">
                  <c:v>0.17946027706050846</c:v>
                </c:pt>
                <c:pt idx="1914">
                  <c:v>0.18330221188232543</c:v>
                </c:pt>
                <c:pt idx="1915">
                  <c:v>0.18826980059444373</c:v>
                </c:pt>
                <c:pt idx="1916">
                  <c:v>0.19150804325800397</c:v>
                </c:pt>
                <c:pt idx="1917">
                  <c:v>0.21732454725094502</c:v>
                </c:pt>
                <c:pt idx="1918">
                  <c:v>0.22172511651428334</c:v>
                </c:pt>
                <c:pt idx="1919">
                  <c:v>0.22510123942015983</c:v>
                </c:pt>
                <c:pt idx="1920">
                  <c:v>0.21963025641104267</c:v>
                </c:pt>
                <c:pt idx="1921">
                  <c:v>0.22103388937619514</c:v>
                </c:pt>
                <c:pt idx="1922">
                  <c:v>0.21948419650659748</c:v>
                </c:pt>
                <c:pt idx="1923">
                  <c:v>0.24329834823991697</c:v>
                </c:pt>
                <c:pt idx="1924">
                  <c:v>0.25953544420897839</c:v>
                </c:pt>
                <c:pt idx="1925">
                  <c:v>0.25784699896301022</c:v>
                </c:pt>
                <c:pt idx="1926">
                  <c:v>0.25417513025244726</c:v>
                </c:pt>
                <c:pt idx="1927">
                  <c:v>0.25048827554462216</c:v>
                </c:pt>
                <c:pt idx="1928">
                  <c:v>0.24922984572744095</c:v>
                </c:pt>
                <c:pt idx="1929">
                  <c:v>0.26220576903359016</c:v>
                </c:pt>
                <c:pt idx="1930">
                  <c:v>0.26019488534947161</c:v>
                </c:pt>
                <c:pt idx="1931">
                  <c:v>0.25210420956433899</c:v>
                </c:pt>
                <c:pt idx="1932">
                  <c:v>0.24615095798312892</c:v>
                </c:pt>
                <c:pt idx="1933">
                  <c:v>0.21888829308788885</c:v>
                </c:pt>
                <c:pt idx="1934">
                  <c:v>0.26373120207534501</c:v>
                </c:pt>
                <c:pt idx="1935">
                  <c:v>0.24448727310283885</c:v>
                </c:pt>
                <c:pt idx="1936">
                  <c:v>0.23520603709783194</c:v>
                </c:pt>
                <c:pt idx="1937">
                  <c:v>0.22354788010392718</c:v>
                </c:pt>
                <c:pt idx="1938">
                  <c:v>0.24345204357608663</c:v>
                </c:pt>
                <c:pt idx="1939">
                  <c:v>0.22872793879433059</c:v>
                </c:pt>
                <c:pt idx="1940">
                  <c:v>0.23630612120070305</c:v>
                </c:pt>
                <c:pt idx="1941">
                  <c:v>0.27660733790733649</c:v>
                </c:pt>
                <c:pt idx="1942">
                  <c:v>0.29194679939915302</c:v>
                </c:pt>
                <c:pt idx="1943">
                  <c:v>0.28677454889434656</c:v>
                </c:pt>
                <c:pt idx="1944">
                  <c:v>0.29417040797815519</c:v>
                </c:pt>
                <c:pt idx="1945">
                  <c:v>0.28396396157683768</c:v>
                </c:pt>
                <c:pt idx="1946">
                  <c:v>0.28679042912029068</c:v>
                </c:pt>
                <c:pt idx="1947">
                  <c:v>0.30624547171858268</c:v>
                </c:pt>
                <c:pt idx="1948">
                  <c:v>0.31357905642115796</c:v>
                </c:pt>
                <c:pt idx="1949">
                  <c:v>0.31839002883894385</c:v>
                </c:pt>
                <c:pt idx="1950">
                  <c:v>0.30446480715200586</c:v>
                </c:pt>
                <c:pt idx="1951">
                  <c:v>0.29187561642409687</c:v>
                </c:pt>
                <c:pt idx="1952">
                  <c:v>0.27829674221084072</c:v>
                </c:pt>
                <c:pt idx="1953">
                  <c:v>0.28346078586600187</c:v>
                </c:pt>
                <c:pt idx="1954">
                  <c:v>0.25130226921220827</c:v>
                </c:pt>
                <c:pt idx="1955">
                  <c:v>0.21923208870181105</c:v>
                </c:pt>
                <c:pt idx="1956">
                  <c:v>0.2186126421173907</c:v>
                </c:pt>
                <c:pt idx="1957">
                  <c:v>0.23517852125103492</c:v>
                </c:pt>
                <c:pt idx="1958">
                  <c:v>0.20975825469077541</c:v>
                </c:pt>
                <c:pt idx="1959">
                  <c:v>0.19704927658630086</c:v>
                </c:pt>
                <c:pt idx="1960">
                  <c:v>0.19006960106648563</c:v>
                </c:pt>
                <c:pt idx="1961">
                  <c:v>0.19540151045648302</c:v>
                </c:pt>
                <c:pt idx="1962">
                  <c:v>0.20500679375294703</c:v>
                </c:pt>
                <c:pt idx="1963">
                  <c:v>0.21595918703717537</c:v>
                </c:pt>
                <c:pt idx="1964">
                  <c:v>0.23778251188344382</c:v>
                </c:pt>
                <c:pt idx="1965">
                  <c:v>0.24452558443007655</c:v>
                </c:pt>
                <c:pt idx="1966">
                  <c:v>0.26009243240787089</c:v>
                </c:pt>
                <c:pt idx="1967">
                  <c:v>0.27851197111914372</c:v>
                </c:pt>
                <c:pt idx="1968">
                  <c:v>0.28151840317996052</c:v>
                </c:pt>
                <c:pt idx="1969">
                  <c:v>0.29188768198856735</c:v>
                </c:pt>
                <c:pt idx="1970">
                  <c:v>0.28639160933179392</c:v>
                </c:pt>
                <c:pt idx="1971">
                  <c:v>0.29618328614898093</c:v>
                </c:pt>
                <c:pt idx="1972">
                  <c:v>0.31835555679849553</c:v>
                </c:pt>
                <c:pt idx="1973">
                  <c:v>0.31891242950090593</c:v>
                </c:pt>
                <c:pt idx="1974">
                  <c:v>0.31248479200762691</c:v>
                </c:pt>
                <c:pt idx="1975">
                  <c:v>0.33085153953060897</c:v>
                </c:pt>
                <c:pt idx="1976">
                  <c:v>0.34228824736016239</c:v>
                </c:pt>
                <c:pt idx="1977">
                  <c:v>0.34862282501133574</c:v>
                </c:pt>
                <c:pt idx="1978">
                  <c:v>0.31106869649775415</c:v>
                </c:pt>
                <c:pt idx="1979">
                  <c:v>0.31999169223629964</c:v>
                </c:pt>
                <c:pt idx="1980">
                  <c:v>0.2829537396836434</c:v>
                </c:pt>
                <c:pt idx="1981">
                  <c:v>0.29029774739238368</c:v>
                </c:pt>
                <c:pt idx="1982">
                  <c:v>0.2756309517447913</c:v>
                </c:pt>
                <c:pt idx="1983">
                  <c:v>0.2586516372215944</c:v>
                </c:pt>
                <c:pt idx="1984">
                  <c:v>0.28060409673260578</c:v>
                </c:pt>
                <c:pt idx="1985">
                  <c:v>0.26621454865185606</c:v>
                </c:pt>
                <c:pt idx="1986">
                  <c:v>0.27576355755480186</c:v>
                </c:pt>
                <c:pt idx="1987">
                  <c:v>0.28099846599794204</c:v>
                </c:pt>
                <c:pt idx="1988">
                  <c:v>0.2683762320234343</c:v>
                </c:pt>
                <c:pt idx="1989">
                  <c:v>0.24970412548853393</c:v>
                </c:pt>
                <c:pt idx="1990">
                  <c:v>0.24430679818919387</c:v>
                </c:pt>
                <c:pt idx="1991">
                  <c:v>0.24056683916719546</c:v>
                </c:pt>
                <c:pt idx="1992">
                  <c:v>0.24325340699946504</c:v>
                </c:pt>
                <c:pt idx="1993">
                  <c:v>0.26414513376443999</c:v>
                </c:pt>
                <c:pt idx="1994">
                  <c:v>0.23673457250274901</c:v>
                </c:pt>
                <c:pt idx="1995">
                  <c:v>0.21872221970626032</c:v>
                </c:pt>
                <c:pt idx="1996">
                  <c:v>0.20658286448263535</c:v>
                </c:pt>
                <c:pt idx="1997">
                  <c:v>0.21544235206667256</c:v>
                </c:pt>
                <c:pt idx="1998">
                  <c:v>0.21870173101398899</c:v>
                </c:pt>
                <c:pt idx="1999">
                  <c:v>0.20262603691359002</c:v>
                </c:pt>
                <c:pt idx="2000">
                  <c:v>0.19308428679000053</c:v>
                </c:pt>
                <c:pt idx="2001">
                  <c:v>0.1864755578316141</c:v>
                </c:pt>
                <c:pt idx="2002">
                  <c:v>0.15062217702412642</c:v>
                </c:pt>
                <c:pt idx="2003">
                  <c:v>0.11219725594188408</c:v>
                </c:pt>
                <c:pt idx="2004">
                  <c:v>0.10845198103691014</c:v>
                </c:pt>
                <c:pt idx="2005">
                  <c:v>0.1083272254411078</c:v>
                </c:pt>
                <c:pt idx="2006">
                  <c:v>0.1092336895178392</c:v>
                </c:pt>
                <c:pt idx="2007">
                  <c:v>0.14794145872445044</c:v>
                </c:pt>
                <c:pt idx="2008">
                  <c:v>0.20149397800876845</c:v>
                </c:pt>
                <c:pt idx="2009">
                  <c:v>0.23560217198705022</c:v>
                </c:pt>
                <c:pt idx="2010">
                  <c:v>0.26820444096706364</c:v>
                </c:pt>
                <c:pt idx="2011">
                  <c:v>0.28652971139561112</c:v>
                </c:pt>
                <c:pt idx="2012">
                  <c:v>0.32238682968947197</c:v>
                </c:pt>
                <c:pt idx="2013">
                  <c:v>0.33563500841809762</c:v>
                </c:pt>
                <c:pt idx="2014">
                  <c:v>0.36984637911299539</c:v>
                </c:pt>
                <c:pt idx="2015">
                  <c:v>0.37482822387322123</c:v>
                </c:pt>
                <c:pt idx="2016">
                  <c:v>0.39490171032070126</c:v>
                </c:pt>
                <c:pt idx="2017">
                  <c:v>0.39776171369953112</c:v>
                </c:pt>
                <c:pt idx="2018">
                  <c:v>0.3958374152939072</c:v>
                </c:pt>
                <c:pt idx="2019">
                  <c:v>0.38633352473800564</c:v>
                </c:pt>
                <c:pt idx="2020">
                  <c:v>0.38772069497837991</c:v>
                </c:pt>
                <c:pt idx="2021">
                  <c:v>0.38913516136030363</c:v>
                </c:pt>
                <c:pt idx="2022">
                  <c:v>0.37706114556030329</c:v>
                </c:pt>
                <c:pt idx="2023">
                  <c:v>0.3965148285413323</c:v>
                </c:pt>
                <c:pt idx="2024">
                  <c:v>0.39924657679134229</c:v>
                </c:pt>
                <c:pt idx="2025">
                  <c:v>0.39244114007900105</c:v>
                </c:pt>
                <c:pt idx="2026">
                  <c:v>0.38756144392291519</c:v>
                </c:pt>
                <c:pt idx="2027">
                  <c:v>0.37340272053670776</c:v>
                </c:pt>
                <c:pt idx="2028">
                  <c:v>0.38666922560873063</c:v>
                </c:pt>
                <c:pt idx="2029">
                  <c:v>0.32347206305507675</c:v>
                </c:pt>
                <c:pt idx="2030">
                  <c:v>0.3127623982601237</c:v>
                </c:pt>
                <c:pt idx="2031">
                  <c:v>0.32716049665634589</c:v>
                </c:pt>
                <c:pt idx="2032">
                  <c:v>0.37130262605601155</c:v>
                </c:pt>
                <c:pt idx="2033">
                  <c:v>0.37550540281158901</c:v>
                </c:pt>
                <c:pt idx="2034">
                  <c:v>0.37009655268033437</c:v>
                </c:pt>
                <c:pt idx="2035">
                  <c:v>0.36193523155269014</c:v>
                </c:pt>
                <c:pt idx="2036">
                  <c:v>0.36801696797445688</c:v>
                </c:pt>
                <c:pt idx="2037">
                  <c:v>0.37320499658010409</c:v>
                </c:pt>
                <c:pt idx="2038">
                  <c:v>0.36478437914440492</c:v>
                </c:pt>
                <c:pt idx="2039">
                  <c:v>0.38127750515619674</c:v>
                </c:pt>
                <c:pt idx="2040">
                  <c:v>0.37919375596440186</c:v>
                </c:pt>
                <c:pt idx="2041">
                  <c:v>0.36729389240699606</c:v>
                </c:pt>
                <c:pt idx="2042">
                  <c:v>0.36608157220140547</c:v>
                </c:pt>
                <c:pt idx="2043">
                  <c:v>0.35912201127343046</c:v>
                </c:pt>
                <c:pt idx="2044">
                  <c:v>0.35824534190994539</c:v>
                </c:pt>
                <c:pt idx="2045">
                  <c:v>0.35632409627860595</c:v>
                </c:pt>
                <c:pt idx="2046">
                  <c:v>0.36305173688392955</c:v>
                </c:pt>
                <c:pt idx="2047">
                  <c:v>0.34447488026066958</c:v>
                </c:pt>
                <c:pt idx="2048">
                  <c:v>0.34697550424030787</c:v>
                </c:pt>
                <c:pt idx="2049">
                  <c:v>0.35310092129294107</c:v>
                </c:pt>
                <c:pt idx="2050">
                  <c:v>0.31634338793290967</c:v>
                </c:pt>
                <c:pt idx="2051">
                  <c:v>0.27711411129025093</c:v>
                </c:pt>
                <c:pt idx="2052">
                  <c:v>0.2740339158216995</c:v>
                </c:pt>
                <c:pt idx="2053">
                  <c:v>0.29667711812833947</c:v>
                </c:pt>
                <c:pt idx="2054">
                  <c:v>0.29515059616316164</c:v>
                </c:pt>
                <c:pt idx="2055">
                  <c:v>0.2935624389207302</c:v>
                </c:pt>
                <c:pt idx="2056">
                  <c:v>0.30635100724721709</c:v>
                </c:pt>
                <c:pt idx="2057">
                  <c:v>0.31806069383570168</c:v>
                </c:pt>
                <c:pt idx="2058">
                  <c:v>0.32285415746412738</c:v>
                </c:pt>
                <c:pt idx="2059">
                  <c:v>0.31306853604605722</c:v>
                </c:pt>
                <c:pt idx="2060">
                  <c:v>0.30421569008555976</c:v>
                </c:pt>
                <c:pt idx="2061">
                  <c:v>0.30322508141076332</c:v>
                </c:pt>
                <c:pt idx="2062">
                  <c:v>0.31290909509387749</c:v>
                </c:pt>
                <c:pt idx="2063">
                  <c:v>0.33340216866661665</c:v>
                </c:pt>
                <c:pt idx="2064">
                  <c:v>0.33194464123641271</c:v>
                </c:pt>
                <c:pt idx="2065">
                  <c:v>0.33211796777496139</c:v>
                </c:pt>
                <c:pt idx="2066">
                  <c:v>0.3440101032604187</c:v>
                </c:pt>
                <c:pt idx="2067">
                  <c:v>0.34789742216380587</c:v>
                </c:pt>
                <c:pt idx="2068">
                  <c:v>0.34517397697627611</c:v>
                </c:pt>
                <c:pt idx="2069">
                  <c:v>0.35691597709218797</c:v>
                </c:pt>
                <c:pt idx="2070">
                  <c:v>0.35697248955642119</c:v>
                </c:pt>
                <c:pt idx="2071">
                  <c:v>0.36100173685454434</c:v>
                </c:pt>
                <c:pt idx="2072">
                  <c:v>0.36837347573326479</c:v>
                </c:pt>
                <c:pt idx="2073">
                  <c:v>0.41757861415081238</c:v>
                </c:pt>
                <c:pt idx="2074">
                  <c:v>0.42929431379642835</c:v>
                </c:pt>
                <c:pt idx="2075">
                  <c:v>0.32839450607539461</c:v>
                </c:pt>
                <c:pt idx="2076">
                  <c:v>0.31436924654082843</c:v>
                </c:pt>
                <c:pt idx="2077">
                  <c:v>0.30700208566412024</c:v>
                </c:pt>
                <c:pt idx="2078">
                  <c:v>0.2995769703276086</c:v>
                </c:pt>
                <c:pt idx="2079">
                  <c:v>0.29079751815091992</c:v>
                </c:pt>
                <c:pt idx="2080">
                  <c:v>0.28049077070585049</c:v>
                </c:pt>
                <c:pt idx="2081">
                  <c:v>0.27765054723392196</c:v>
                </c:pt>
                <c:pt idx="2082">
                  <c:v>0.27775441844565202</c:v>
                </c:pt>
                <c:pt idx="2083">
                  <c:v>0.28809194315875231</c:v>
                </c:pt>
                <c:pt idx="2084">
                  <c:v>0.29383433009063875</c:v>
                </c:pt>
                <c:pt idx="2085">
                  <c:v>0.29775929127035883</c:v>
                </c:pt>
                <c:pt idx="2086">
                  <c:v>0.30263371857680554</c:v>
                </c:pt>
                <c:pt idx="2087">
                  <c:v>0.30517625760084044</c:v>
                </c:pt>
                <c:pt idx="2088">
                  <c:v>0.30151769478879581</c:v>
                </c:pt>
                <c:pt idx="2089">
                  <c:v>0.29965741794131201</c:v>
                </c:pt>
                <c:pt idx="2090">
                  <c:v>0.31042013727222723</c:v>
                </c:pt>
                <c:pt idx="2091">
                  <c:v>0.31506053683599083</c:v>
                </c:pt>
                <c:pt idx="2092">
                  <c:v>0.31342265641890871</c:v>
                </c:pt>
                <c:pt idx="2093">
                  <c:v>0.31617346261357926</c:v>
                </c:pt>
                <c:pt idx="2094">
                  <c:v>0.32073419813526066</c:v>
                </c:pt>
                <c:pt idx="2095">
                  <c:v>0.32377227036153955</c:v>
                </c:pt>
                <c:pt idx="2096">
                  <c:v>0.34229812259500803</c:v>
                </c:pt>
                <c:pt idx="2097">
                  <c:v>0.36230711830081297</c:v>
                </c:pt>
                <c:pt idx="2098">
                  <c:v>0.35066216991376231</c:v>
                </c:pt>
                <c:pt idx="2099">
                  <c:v>0.33222700132765404</c:v>
                </c:pt>
                <c:pt idx="2100">
                  <c:v>0.30847178338208187</c:v>
                </c:pt>
                <c:pt idx="2101">
                  <c:v>0.30969897244183242</c:v>
                </c:pt>
                <c:pt idx="2102">
                  <c:v>0.2897947705296583</c:v>
                </c:pt>
                <c:pt idx="2103">
                  <c:v>0.29266206836165354</c:v>
                </c:pt>
                <c:pt idx="2104">
                  <c:v>0.28429987533967621</c:v>
                </c:pt>
                <c:pt idx="2105">
                  <c:v>0.26989794327341105</c:v>
                </c:pt>
                <c:pt idx="2106">
                  <c:v>0.28267593684584508</c:v>
                </c:pt>
                <c:pt idx="2107">
                  <c:v>0.31461059360914301</c:v>
                </c:pt>
                <c:pt idx="2108">
                  <c:v>0.32923287569789134</c:v>
                </c:pt>
                <c:pt idx="2109">
                  <c:v>0.31859273327779924</c:v>
                </c:pt>
                <c:pt idx="2110">
                  <c:v>0.32204910576874612</c:v>
                </c:pt>
                <c:pt idx="2111">
                  <c:v>0.31071830221815649</c:v>
                </c:pt>
                <c:pt idx="2112">
                  <c:v>0.29982837113064981</c:v>
                </c:pt>
                <c:pt idx="2113">
                  <c:v>0.29582162880511681</c:v>
                </c:pt>
                <c:pt idx="2114">
                  <c:v>0.28802897248749071</c:v>
                </c:pt>
                <c:pt idx="2115">
                  <c:v>0.28917522694295378</c:v>
                </c:pt>
                <c:pt idx="2116">
                  <c:v>0.29311503325077165</c:v>
                </c:pt>
                <c:pt idx="2117">
                  <c:v>0.29568673936383677</c:v>
                </c:pt>
                <c:pt idx="2118">
                  <c:v>0.29992346518188007</c:v>
                </c:pt>
                <c:pt idx="2119">
                  <c:v>0.29560181219508008</c:v>
                </c:pt>
                <c:pt idx="2120">
                  <c:v>0.29885684637570586</c:v>
                </c:pt>
                <c:pt idx="2121">
                  <c:v>0.28995802515361641</c:v>
                </c:pt>
                <c:pt idx="2122">
                  <c:v>0.27300728314090283</c:v>
                </c:pt>
                <c:pt idx="2123">
                  <c:v>0.26712715127809344</c:v>
                </c:pt>
                <c:pt idx="2124">
                  <c:v>0.24002111510028987</c:v>
                </c:pt>
                <c:pt idx="2125">
                  <c:v>0.25036332057072469</c:v>
                </c:pt>
                <c:pt idx="2126">
                  <c:v>0.25812807098390878</c:v>
                </c:pt>
                <c:pt idx="2127">
                  <c:v>0.25844676627436136</c:v>
                </c:pt>
                <c:pt idx="2128">
                  <c:v>0.24139642697556976</c:v>
                </c:pt>
                <c:pt idx="2129">
                  <c:v>0.24312328050470991</c:v>
                </c:pt>
                <c:pt idx="2130">
                  <c:v>0.23845969772080303</c:v>
                </c:pt>
                <c:pt idx="2131">
                  <c:v>0.23944963836258509</c:v>
                </c:pt>
                <c:pt idx="2132">
                  <c:v>0.23717337708121303</c:v>
                </c:pt>
                <c:pt idx="2133">
                  <c:v>0.23576134741611413</c:v>
                </c:pt>
                <c:pt idx="2134">
                  <c:v>0.23228248139054203</c:v>
                </c:pt>
                <c:pt idx="2135">
                  <c:v>0.22873440398714182</c:v>
                </c:pt>
                <c:pt idx="2136">
                  <c:v>0.23057731498761513</c:v>
                </c:pt>
                <c:pt idx="2137">
                  <c:v>0.22740817423568951</c:v>
                </c:pt>
                <c:pt idx="2138">
                  <c:v>0.21958920481985861</c:v>
                </c:pt>
                <c:pt idx="2139">
                  <c:v>0.21795473637900578</c:v>
                </c:pt>
                <c:pt idx="2140">
                  <c:v>0.21834458688869876</c:v>
                </c:pt>
                <c:pt idx="2141">
                  <c:v>0.20992793501724588</c:v>
                </c:pt>
                <c:pt idx="2142">
                  <c:v>0.2110295011692141</c:v>
                </c:pt>
                <c:pt idx="2143">
                  <c:v>0.20455739404719825</c:v>
                </c:pt>
                <c:pt idx="2144">
                  <c:v>0.20347733367673584</c:v>
                </c:pt>
                <c:pt idx="2145">
                  <c:v>0.19160980889653875</c:v>
                </c:pt>
                <c:pt idx="2146">
                  <c:v>0.15990332694816761</c:v>
                </c:pt>
                <c:pt idx="2147">
                  <c:v>0.14323621539268169</c:v>
                </c:pt>
                <c:pt idx="2148">
                  <c:v>0.1205031844811101</c:v>
                </c:pt>
                <c:pt idx="2149">
                  <c:v>0.10123604532491598</c:v>
                </c:pt>
                <c:pt idx="2150">
                  <c:v>9.6132597593887953E-2</c:v>
                </c:pt>
                <c:pt idx="2151">
                  <c:v>0.1202818181324726</c:v>
                </c:pt>
                <c:pt idx="2152">
                  <c:v>0.14648351515349939</c:v>
                </c:pt>
                <c:pt idx="2153">
                  <c:v>0.14251854290575064</c:v>
                </c:pt>
                <c:pt idx="2154">
                  <c:v>0.13244411891004709</c:v>
                </c:pt>
                <c:pt idx="2155">
                  <c:v>0.13487214891296243</c:v>
                </c:pt>
                <c:pt idx="2156">
                  <c:v>0.14178067018350654</c:v>
                </c:pt>
                <c:pt idx="2157">
                  <c:v>0.13838675140229253</c:v>
                </c:pt>
                <c:pt idx="2158">
                  <c:v>0.15290927819701799</c:v>
                </c:pt>
                <c:pt idx="2159">
                  <c:v>0.14878637862241625</c:v>
                </c:pt>
                <c:pt idx="2160">
                  <c:v>0.12621702419343558</c:v>
                </c:pt>
                <c:pt idx="2161">
                  <c:v>0.14102253427616104</c:v>
                </c:pt>
                <c:pt idx="2162">
                  <c:v>0.1570946922104719</c:v>
                </c:pt>
                <c:pt idx="2163">
                  <c:v>0.14122294666396873</c:v>
                </c:pt>
                <c:pt idx="2164">
                  <c:v>0.14236033772818835</c:v>
                </c:pt>
                <c:pt idx="2165">
                  <c:v>0.14286705920372522</c:v>
                </c:pt>
                <c:pt idx="2166">
                  <c:v>0.13637169534891894</c:v>
                </c:pt>
                <c:pt idx="2167">
                  <c:v>0.13811192978988532</c:v>
                </c:pt>
                <c:pt idx="2168">
                  <c:v>0.13829265024860132</c:v>
                </c:pt>
                <c:pt idx="2169">
                  <c:v>0.14185645795263555</c:v>
                </c:pt>
                <c:pt idx="2170">
                  <c:v>0.14516596910836235</c:v>
                </c:pt>
                <c:pt idx="2171">
                  <c:v>0.14533598176154133</c:v>
                </c:pt>
                <c:pt idx="2172">
                  <c:v>0.16541543095540567</c:v>
                </c:pt>
                <c:pt idx="2173">
                  <c:v>0.15829449331679862</c:v>
                </c:pt>
                <c:pt idx="2174">
                  <c:v>0.15147209519978011</c:v>
                </c:pt>
                <c:pt idx="2175">
                  <c:v>0.13788906633894224</c:v>
                </c:pt>
                <c:pt idx="2176">
                  <c:v>0.13747985012350722</c:v>
                </c:pt>
                <c:pt idx="2177">
                  <c:v>0.17820595354796806</c:v>
                </c:pt>
                <c:pt idx="2178">
                  <c:v>0.14359437551465909</c:v>
                </c:pt>
                <c:pt idx="2179">
                  <c:v>0.15184265341710668</c:v>
                </c:pt>
                <c:pt idx="2180">
                  <c:v>0.15920350448946935</c:v>
                </c:pt>
                <c:pt idx="2181">
                  <c:v>0.16094501050857304</c:v>
                </c:pt>
                <c:pt idx="2182">
                  <c:v>0.15599676690723091</c:v>
                </c:pt>
                <c:pt idx="2183">
                  <c:v>0.1577546897181146</c:v>
                </c:pt>
                <c:pt idx="2184">
                  <c:v>0.17556550774758459</c:v>
                </c:pt>
                <c:pt idx="2185">
                  <c:v>0.1481896068050978</c:v>
                </c:pt>
                <c:pt idx="2186">
                  <c:v>0.15467298207389057</c:v>
                </c:pt>
                <c:pt idx="2187">
                  <c:v>0.16468471597699927</c:v>
                </c:pt>
                <c:pt idx="2188">
                  <c:v>0.16509770589480002</c:v>
                </c:pt>
                <c:pt idx="2189">
                  <c:v>0.16204133292734735</c:v>
                </c:pt>
                <c:pt idx="2190">
                  <c:v>0.16390049454963543</c:v>
                </c:pt>
                <c:pt idx="2191">
                  <c:v>0.16366854306537906</c:v>
                </c:pt>
                <c:pt idx="2192">
                  <c:v>0.16709548191431534</c:v>
                </c:pt>
                <c:pt idx="2193">
                  <c:v>0.14803444229360316</c:v>
                </c:pt>
                <c:pt idx="2194">
                  <c:v>0.15484149616803586</c:v>
                </c:pt>
                <c:pt idx="2195">
                  <c:v>0.13459740969551703</c:v>
                </c:pt>
                <c:pt idx="2196">
                  <c:v>0.17373088021020222</c:v>
                </c:pt>
                <c:pt idx="2197">
                  <c:v>0.14841897702307427</c:v>
                </c:pt>
                <c:pt idx="2198">
                  <c:v>0.17378273078630549</c:v>
                </c:pt>
                <c:pt idx="2199">
                  <c:v>0.14935279180956332</c:v>
                </c:pt>
                <c:pt idx="2200">
                  <c:v>0.14373634654623449</c:v>
                </c:pt>
                <c:pt idx="2201">
                  <c:v>0.15748923320708141</c:v>
                </c:pt>
                <c:pt idx="2202">
                  <c:v>0.16517264533517875</c:v>
                </c:pt>
                <c:pt idx="2203">
                  <c:v>0.14754255404668298</c:v>
                </c:pt>
                <c:pt idx="2204">
                  <c:v>0.14293680717166143</c:v>
                </c:pt>
                <c:pt idx="2205">
                  <c:v>0.14350048749545066</c:v>
                </c:pt>
                <c:pt idx="2206">
                  <c:v>0.14383126287953826</c:v>
                </c:pt>
                <c:pt idx="2207">
                  <c:v>0.15603812004225609</c:v>
                </c:pt>
                <c:pt idx="2208">
                  <c:v>0.14882173616563432</c:v>
                </c:pt>
                <c:pt idx="2209">
                  <c:v>0.14513969084700667</c:v>
                </c:pt>
                <c:pt idx="2210">
                  <c:v>0.13339278490815457</c:v>
                </c:pt>
                <c:pt idx="2211">
                  <c:v>0.1337870075312281</c:v>
                </c:pt>
                <c:pt idx="2212">
                  <c:v>0.13332820961548841</c:v>
                </c:pt>
                <c:pt idx="2213">
                  <c:v>0.14146682971232527</c:v>
                </c:pt>
                <c:pt idx="2214">
                  <c:v>0.14355438556595279</c:v>
                </c:pt>
                <c:pt idx="2215">
                  <c:v>0.1478720263250142</c:v>
                </c:pt>
                <c:pt idx="2216">
                  <c:v>0.13908623523392252</c:v>
                </c:pt>
                <c:pt idx="2217">
                  <c:v>0.13884949452444137</c:v>
                </c:pt>
                <c:pt idx="2218">
                  <c:v>0.14184020513990153</c:v>
                </c:pt>
                <c:pt idx="2219">
                  <c:v>0.13977321563819708</c:v>
                </c:pt>
                <c:pt idx="2220">
                  <c:v>0.14460254496155842</c:v>
                </c:pt>
                <c:pt idx="2221">
                  <c:v>0.14306688517840971</c:v>
                </c:pt>
                <c:pt idx="2222">
                  <c:v>0.1435249760423789</c:v>
                </c:pt>
                <c:pt idx="2223">
                  <c:v>0.1431028498020713</c:v>
                </c:pt>
                <c:pt idx="2224">
                  <c:v>0.14248624151821088</c:v>
                </c:pt>
                <c:pt idx="2225">
                  <c:v>0.14562129534801016</c:v>
                </c:pt>
                <c:pt idx="2226">
                  <c:v>0.14763798056886865</c:v>
                </c:pt>
                <c:pt idx="2227">
                  <c:v>0.15333693581025562</c:v>
                </c:pt>
                <c:pt idx="2228">
                  <c:v>0.15754281720247873</c:v>
                </c:pt>
                <c:pt idx="2229">
                  <c:v>0.177862162264286</c:v>
                </c:pt>
                <c:pt idx="2230">
                  <c:v>0.18137158350586466</c:v>
                </c:pt>
                <c:pt idx="2231">
                  <c:v>0.18560982440268844</c:v>
                </c:pt>
                <c:pt idx="2232">
                  <c:v>0.19208423913814254</c:v>
                </c:pt>
                <c:pt idx="2233">
                  <c:v>0.19428846662186033</c:v>
                </c:pt>
                <c:pt idx="2234">
                  <c:v>0.19449988102444987</c:v>
                </c:pt>
                <c:pt idx="2235">
                  <c:v>0.19356205945996607</c:v>
                </c:pt>
                <c:pt idx="2236">
                  <c:v>0.19240731716509055</c:v>
                </c:pt>
                <c:pt idx="2237">
                  <c:v>0.19491057907244469</c:v>
                </c:pt>
                <c:pt idx="2238">
                  <c:v>0.19501985457391666</c:v>
                </c:pt>
                <c:pt idx="2239">
                  <c:v>0.19263104222623514</c:v>
                </c:pt>
                <c:pt idx="2240">
                  <c:v>0.19371188272027218</c:v>
                </c:pt>
                <c:pt idx="2241">
                  <c:v>0.20288315867753451</c:v>
                </c:pt>
                <c:pt idx="2242">
                  <c:v>0.18962392940544662</c:v>
                </c:pt>
                <c:pt idx="2243">
                  <c:v>0.17780929513745192</c:v>
                </c:pt>
                <c:pt idx="2244">
                  <c:v>0.1615722023062586</c:v>
                </c:pt>
                <c:pt idx="2245">
                  <c:v>0.14553836065941669</c:v>
                </c:pt>
                <c:pt idx="2246">
                  <c:v>0.13943069181509896</c:v>
                </c:pt>
                <c:pt idx="2247">
                  <c:v>0.13098010915661329</c:v>
                </c:pt>
                <c:pt idx="2248">
                  <c:v>0.13559200205252117</c:v>
                </c:pt>
                <c:pt idx="2249">
                  <c:v>0.1329678034657881</c:v>
                </c:pt>
                <c:pt idx="2250">
                  <c:v>0.14068750039860461</c:v>
                </c:pt>
                <c:pt idx="2251">
                  <c:v>0.13883484168049884</c:v>
                </c:pt>
                <c:pt idx="2252">
                  <c:v>0.14411000384647124</c:v>
                </c:pt>
                <c:pt idx="2253">
                  <c:v>0.15656569929543593</c:v>
                </c:pt>
                <c:pt idx="2254">
                  <c:v>0.15760918568511664</c:v>
                </c:pt>
                <c:pt idx="2255">
                  <c:v>0.16352736758382438</c:v>
                </c:pt>
                <c:pt idx="2256">
                  <c:v>0.16721724469730506</c:v>
                </c:pt>
                <c:pt idx="2257">
                  <c:v>0.17053756589612376</c:v>
                </c:pt>
                <c:pt idx="2258">
                  <c:v>0.16892526929192753</c:v>
                </c:pt>
                <c:pt idx="2259">
                  <c:v>0.17062072256626137</c:v>
                </c:pt>
                <c:pt idx="2260">
                  <c:v>0.17235912451842272</c:v>
                </c:pt>
                <c:pt idx="2261">
                  <c:v>0.16516529848298075</c:v>
                </c:pt>
                <c:pt idx="2262">
                  <c:v>0.16399567790294201</c:v>
                </c:pt>
                <c:pt idx="2263">
                  <c:v>0.16173361773017209</c:v>
                </c:pt>
                <c:pt idx="2264">
                  <c:v>0.1620919132352403</c:v>
                </c:pt>
                <c:pt idx="2265">
                  <c:v>0.17853838152011497</c:v>
                </c:pt>
                <c:pt idx="2266">
                  <c:v>0.18550926942038093</c:v>
                </c:pt>
                <c:pt idx="2267">
                  <c:v>0.18002357502495892</c:v>
                </c:pt>
                <c:pt idx="2268">
                  <c:v>0.1782576595926616</c:v>
                </c:pt>
                <c:pt idx="2269">
                  <c:v>0.1702686675032149</c:v>
                </c:pt>
                <c:pt idx="2270">
                  <c:v>0.15711640171258487</c:v>
                </c:pt>
                <c:pt idx="2271">
                  <c:v>0.14962168037971935</c:v>
                </c:pt>
                <c:pt idx="2272">
                  <c:v>0.16505813017152057</c:v>
                </c:pt>
                <c:pt idx="2273">
                  <c:v>0.17230620608460767</c:v>
                </c:pt>
                <c:pt idx="2274">
                  <c:v>0.17538455694197772</c:v>
                </c:pt>
                <c:pt idx="2275">
                  <c:v>0.18571318619936375</c:v>
                </c:pt>
                <c:pt idx="2276">
                  <c:v>0.17988556475207756</c:v>
                </c:pt>
                <c:pt idx="2277">
                  <c:v>0.17960933218691819</c:v>
                </c:pt>
                <c:pt idx="2278">
                  <c:v>0.18150173883264897</c:v>
                </c:pt>
                <c:pt idx="2279">
                  <c:v>0.18554157039246036</c:v>
                </c:pt>
                <c:pt idx="2280">
                  <c:v>0.18211791665542421</c:v>
                </c:pt>
                <c:pt idx="2281">
                  <c:v>0.18706383431000412</c:v>
                </c:pt>
                <c:pt idx="2282">
                  <c:v>0.19234526592072151</c:v>
                </c:pt>
                <c:pt idx="2283">
                  <c:v>0.19087107920368687</c:v>
                </c:pt>
                <c:pt idx="2284">
                  <c:v>0.19789454980945226</c:v>
                </c:pt>
                <c:pt idx="2285">
                  <c:v>0.18745288393301227</c:v>
                </c:pt>
                <c:pt idx="2286">
                  <c:v>0.199819446334533</c:v>
                </c:pt>
                <c:pt idx="2287">
                  <c:v>0.18895501160784395</c:v>
                </c:pt>
                <c:pt idx="2288">
                  <c:v>0.18592160603528704</c:v>
                </c:pt>
                <c:pt idx="2289">
                  <c:v>0.17811270648158931</c:v>
                </c:pt>
                <c:pt idx="2290">
                  <c:v>0.17441806579877767</c:v>
                </c:pt>
                <c:pt idx="2291">
                  <c:v>0.17521875226458594</c:v>
                </c:pt>
                <c:pt idx="2292">
                  <c:v>0.18040209306062335</c:v>
                </c:pt>
                <c:pt idx="2293">
                  <c:v>0.17812819981148637</c:v>
                </c:pt>
                <c:pt idx="2294">
                  <c:v>0.17042597258751399</c:v>
                </c:pt>
                <c:pt idx="2295">
                  <c:v>0.16805060650399867</c:v>
                </c:pt>
                <c:pt idx="2296">
                  <c:v>0.18671914767891612</c:v>
                </c:pt>
                <c:pt idx="2297">
                  <c:v>0.1893405091381887</c:v>
                </c:pt>
                <c:pt idx="2298">
                  <c:v>0.1962300216539071</c:v>
                </c:pt>
                <c:pt idx="2299">
                  <c:v>0.20084917097750241</c:v>
                </c:pt>
                <c:pt idx="2300">
                  <c:v>0.22518992119381012</c:v>
                </c:pt>
                <c:pt idx="2301">
                  <c:v>0.25020787249584375</c:v>
                </c:pt>
                <c:pt idx="2302">
                  <c:v>0.26905072780683731</c:v>
                </c:pt>
                <c:pt idx="2303">
                  <c:v>0.28430173794359032</c:v>
                </c:pt>
                <c:pt idx="2304">
                  <c:v>0.30074898332462385</c:v>
                </c:pt>
                <c:pt idx="2305">
                  <c:v>0.30138247995000206</c:v>
                </c:pt>
                <c:pt idx="2306">
                  <c:v>0.29566455189099544</c:v>
                </c:pt>
                <c:pt idx="2307">
                  <c:v>0.29203135369901495</c:v>
                </c:pt>
                <c:pt idx="2308">
                  <c:v>0.28533555039919445</c:v>
                </c:pt>
                <c:pt idx="2309">
                  <c:v>0.28025406414629045</c:v>
                </c:pt>
                <c:pt idx="2310">
                  <c:v>0.27741788163569742</c:v>
                </c:pt>
                <c:pt idx="2311">
                  <c:v>0.27712053765205324</c:v>
                </c:pt>
                <c:pt idx="2312">
                  <c:v>0.28012664582401914</c:v>
                </c:pt>
                <c:pt idx="2313">
                  <c:v>0.27940671478465884</c:v>
                </c:pt>
                <c:pt idx="2314">
                  <c:v>0.2777698961353004</c:v>
                </c:pt>
                <c:pt idx="2315">
                  <c:v>0.28586295202176598</c:v>
                </c:pt>
                <c:pt idx="2316">
                  <c:v>0.29769741216424445</c:v>
                </c:pt>
                <c:pt idx="2317">
                  <c:v>0.30362758424700953</c:v>
                </c:pt>
                <c:pt idx="2318">
                  <c:v>0.30696178550587322</c:v>
                </c:pt>
                <c:pt idx="2319">
                  <c:v>0.30035150921208875</c:v>
                </c:pt>
                <c:pt idx="2320">
                  <c:v>0.30191449374380058</c:v>
                </c:pt>
                <c:pt idx="2321">
                  <c:v>0.29489829504127257</c:v>
                </c:pt>
                <c:pt idx="2322">
                  <c:v>0.29589822747954608</c:v>
                </c:pt>
                <c:pt idx="2323">
                  <c:v>0.29878505346437051</c:v>
                </c:pt>
                <c:pt idx="2324">
                  <c:v>0.296219087330096</c:v>
                </c:pt>
                <c:pt idx="2325">
                  <c:v>0.29280612311973886</c:v>
                </c:pt>
                <c:pt idx="2326">
                  <c:v>0.2885411306376196</c:v>
                </c:pt>
                <c:pt idx="2327">
                  <c:v>0.28937612679070962</c:v>
                </c:pt>
                <c:pt idx="2328">
                  <c:v>0.29571576685152046</c:v>
                </c:pt>
                <c:pt idx="2329">
                  <c:v>0.29692644617548386</c:v>
                </c:pt>
                <c:pt idx="2330">
                  <c:v>0.29644428439776027</c:v>
                </c:pt>
                <c:pt idx="2331">
                  <c:v>0.28901136183176312</c:v>
                </c:pt>
                <c:pt idx="2332">
                  <c:v>0.28412975050194705</c:v>
                </c:pt>
                <c:pt idx="2333">
                  <c:v>0.29230917595166994</c:v>
                </c:pt>
                <c:pt idx="2334">
                  <c:v>0.28958181491536494</c:v>
                </c:pt>
                <c:pt idx="2335">
                  <c:v>0.27802730749582338</c:v>
                </c:pt>
                <c:pt idx="2336">
                  <c:v>0.27370887201713762</c:v>
                </c:pt>
                <c:pt idx="2337">
                  <c:v>0.26838632384197419</c:v>
                </c:pt>
                <c:pt idx="2338">
                  <c:v>0.25293445728846548</c:v>
                </c:pt>
                <c:pt idx="2339">
                  <c:v>0.24145608141512298</c:v>
                </c:pt>
                <c:pt idx="2340">
                  <c:v>0.223393677785302</c:v>
                </c:pt>
                <c:pt idx="2341">
                  <c:v>0.21324008001897921</c:v>
                </c:pt>
                <c:pt idx="2342">
                  <c:v>0.21399352031308688</c:v>
                </c:pt>
                <c:pt idx="2343">
                  <c:v>0.22342439240042342</c:v>
                </c:pt>
                <c:pt idx="2344">
                  <c:v>0.22834688931072072</c:v>
                </c:pt>
                <c:pt idx="2345">
                  <c:v>0.21714535325779197</c:v>
                </c:pt>
                <c:pt idx="2346">
                  <c:v>0.20564779744458819</c:v>
                </c:pt>
                <c:pt idx="2347">
                  <c:v>0.21273939895531591</c:v>
                </c:pt>
                <c:pt idx="2348">
                  <c:v>0.19084673550629461</c:v>
                </c:pt>
                <c:pt idx="2349">
                  <c:v>0.20146487589608097</c:v>
                </c:pt>
                <c:pt idx="2350">
                  <c:v>0.19132308463868811</c:v>
                </c:pt>
                <c:pt idx="2351">
                  <c:v>0.19163465854957618</c:v>
                </c:pt>
                <c:pt idx="2352">
                  <c:v>0.1916192825458897</c:v>
                </c:pt>
                <c:pt idx="2353">
                  <c:v>0.19419324444526198</c:v>
                </c:pt>
                <c:pt idx="2354">
                  <c:v>0.20989281893436154</c:v>
                </c:pt>
                <c:pt idx="2355">
                  <c:v>0.18834436689364242</c:v>
                </c:pt>
                <c:pt idx="2356">
                  <c:v>0.19344203574749552</c:v>
                </c:pt>
                <c:pt idx="2357">
                  <c:v>0.20205214349790396</c:v>
                </c:pt>
                <c:pt idx="2358">
                  <c:v>0.24746203773384584</c:v>
                </c:pt>
                <c:pt idx="2359">
                  <c:v>0.26192252669737504</c:v>
                </c:pt>
                <c:pt idx="2360">
                  <c:v>0.26772781125887668</c:v>
                </c:pt>
                <c:pt idx="2361">
                  <c:v>0.2623909119881549</c:v>
                </c:pt>
                <c:pt idx="2362">
                  <c:v>0.27354799709131078</c:v>
                </c:pt>
                <c:pt idx="2363">
                  <c:v>0.27319458495338056</c:v>
                </c:pt>
                <c:pt idx="2364">
                  <c:v>0.27051740864643437</c:v>
                </c:pt>
                <c:pt idx="2365">
                  <c:v>0.26810529825528551</c:v>
                </c:pt>
                <c:pt idx="2366">
                  <c:v>0.27558673279113521</c:v>
                </c:pt>
                <c:pt idx="2367">
                  <c:v>0.28418796851279127</c:v>
                </c:pt>
                <c:pt idx="2368">
                  <c:v>0.28587433433749343</c:v>
                </c:pt>
                <c:pt idx="2369">
                  <c:v>0.2915349935321323</c:v>
                </c:pt>
                <c:pt idx="2370">
                  <c:v>0.30811507344277311</c:v>
                </c:pt>
                <c:pt idx="2371">
                  <c:v>0.33499772510475501</c:v>
                </c:pt>
                <c:pt idx="2372">
                  <c:v>0.34577482278034621</c:v>
                </c:pt>
                <c:pt idx="2373">
                  <c:v>0.34783564873612849</c:v>
                </c:pt>
                <c:pt idx="2374">
                  <c:v>0.34509638024548794</c:v>
                </c:pt>
                <c:pt idx="2375">
                  <c:v>0.35575430650136858</c:v>
                </c:pt>
                <c:pt idx="2376">
                  <c:v>0.35188361429614162</c:v>
                </c:pt>
                <c:pt idx="2377">
                  <c:v>0.36341124568161065</c:v>
                </c:pt>
                <c:pt idx="2378">
                  <c:v>0.35771214109220167</c:v>
                </c:pt>
                <c:pt idx="2379">
                  <c:v>0.3677850439587782</c:v>
                </c:pt>
                <c:pt idx="2380">
                  <c:v>0.36868287480397294</c:v>
                </c:pt>
                <c:pt idx="2381">
                  <c:v>0.36937074321247443</c:v>
                </c:pt>
                <c:pt idx="2382">
                  <c:v>0.37637991543563043</c:v>
                </c:pt>
                <c:pt idx="2383">
                  <c:v>0.37053142923929094</c:v>
                </c:pt>
                <c:pt idx="2384">
                  <c:v>0.38055452991239758</c:v>
                </c:pt>
                <c:pt idx="2385">
                  <c:v>0.37133000024593349</c:v>
                </c:pt>
                <c:pt idx="2386">
                  <c:v>0.35940143990875228</c:v>
                </c:pt>
                <c:pt idx="2387">
                  <c:v>0.33620627445727713</c:v>
                </c:pt>
                <c:pt idx="2388">
                  <c:v>0.33365234152032519</c:v>
                </c:pt>
                <c:pt idx="2389">
                  <c:v>0.32768330776720805</c:v>
                </c:pt>
                <c:pt idx="2390">
                  <c:v>0.32408030600962989</c:v>
                </c:pt>
                <c:pt idx="2391">
                  <c:v>0.32217990312580841</c:v>
                </c:pt>
                <c:pt idx="2392">
                  <c:v>0.32505743601075837</c:v>
                </c:pt>
                <c:pt idx="2393">
                  <c:v>0.31008736095472983</c:v>
                </c:pt>
                <c:pt idx="2394">
                  <c:v>0.30122399760968821</c:v>
                </c:pt>
                <c:pt idx="2395">
                  <c:v>0.3046808996427165</c:v>
                </c:pt>
                <c:pt idx="2396">
                  <c:v>0.2945291864018959</c:v>
                </c:pt>
                <c:pt idx="2397">
                  <c:v>0.29440276131280185</c:v>
                </c:pt>
                <c:pt idx="2398">
                  <c:v>0.29018861329462531</c:v>
                </c:pt>
                <c:pt idx="2399">
                  <c:v>0.28255191484341813</c:v>
                </c:pt>
                <c:pt idx="2400">
                  <c:v>0.27972203886847335</c:v>
                </c:pt>
                <c:pt idx="2401">
                  <c:v>0.28948218507199086</c:v>
                </c:pt>
                <c:pt idx="2402">
                  <c:v>0.28491727020289626</c:v>
                </c:pt>
                <c:pt idx="2403">
                  <c:v>0.29415221211874715</c:v>
                </c:pt>
                <c:pt idx="2404">
                  <c:v>0.29363180015475393</c:v>
                </c:pt>
                <c:pt idx="2405">
                  <c:v>0.29357468812529097</c:v>
                </c:pt>
                <c:pt idx="2406">
                  <c:v>0.29459608414017152</c:v>
                </c:pt>
                <c:pt idx="2407">
                  <c:v>0.28660772827684955</c:v>
                </c:pt>
                <c:pt idx="2408">
                  <c:v>0.28967682895287622</c:v>
                </c:pt>
                <c:pt idx="2409">
                  <c:v>0.29233761387363055</c:v>
                </c:pt>
                <c:pt idx="2410">
                  <c:v>0.2924561026119234</c:v>
                </c:pt>
                <c:pt idx="2411">
                  <c:v>0.26443926795851208</c:v>
                </c:pt>
                <c:pt idx="2412">
                  <c:v>0.23496926067371718</c:v>
                </c:pt>
                <c:pt idx="2413">
                  <c:v>0.24387844337370668</c:v>
                </c:pt>
                <c:pt idx="2414">
                  <c:v>0.26075996241952637</c:v>
                </c:pt>
                <c:pt idx="2415">
                  <c:v>0.23619685724176695</c:v>
                </c:pt>
                <c:pt idx="2416">
                  <c:v>0.22886081643413966</c:v>
                </c:pt>
                <c:pt idx="2417">
                  <c:v>0.22648560607457285</c:v>
                </c:pt>
                <c:pt idx="2418">
                  <c:v>0.2149433715831254</c:v>
                </c:pt>
                <c:pt idx="2419">
                  <c:v>0.22543170486842545</c:v>
                </c:pt>
                <c:pt idx="2420">
                  <c:v>0.2260413442334209</c:v>
                </c:pt>
                <c:pt idx="2421">
                  <c:v>0.2274870940888393</c:v>
                </c:pt>
                <c:pt idx="2422">
                  <c:v>0.22068125396369709</c:v>
                </c:pt>
                <c:pt idx="2423">
                  <c:v>0.2213838226993084</c:v>
                </c:pt>
                <c:pt idx="2424">
                  <c:v>0.24948830114009835</c:v>
                </c:pt>
                <c:pt idx="2425">
                  <c:v>0.26664309483791632</c:v>
                </c:pt>
                <c:pt idx="2426">
                  <c:v>0.28316795735303302</c:v>
                </c:pt>
                <c:pt idx="2427">
                  <c:v>0.29248719168455184</c:v>
                </c:pt>
                <c:pt idx="2428">
                  <c:v>0.31560582892901873</c:v>
                </c:pt>
                <c:pt idx="2429">
                  <c:v>0.33801948071072235</c:v>
                </c:pt>
                <c:pt idx="2430">
                  <c:v>0.36260166721063691</c:v>
                </c:pt>
                <c:pt idx="2431">
                  <c:v>0.3656172688934386</c:v>
                </c:pt>
                <c:pt idx="2432">
                  <c:v>0.35282655228541138</c:v>
                </c:pt>
                <c:pt idx="2433">
                  <c:v>0.33451136911588231</c:v>
                </c:pt>
                <c:pt idx="2434">
                  <c:v>0.31845920165419345</c:v>
                </c:pt>
                <c:pt idx="2435">
                  <c:v>0.2914329865262949</c:v>
                </c:pt>
                <c:pt idx="2436">
                  <c:v>0.26253671619341318</c:v>
                </c:pt>
                <c:pt idx="2437">
                  <c:v>0.24093037487299077</c:v>
                </c:pt>
                <c:pt idx="2438">
                  <c:v>0.25038888612601939</c:v>
                </c:pt>
                <c:pt idx="2439">
                  <c:v>0.25013262009162657</c:v>
                </c:pt>
                <c:pt idx="2440">
                  <c:v>0.25620484894378426</c:v>
                </c:pt>
                <c:pt idx="2441">
                  <c:v>0.26189560805007783</c:v>
                </c:pt>
                <c:pt idx="2442">
                  <c:v>0.26938852123072521</c:v>
                </c:pt>
                <c:pt idx="2443">
                  <c:v>0.28908635774681335</c:v>
                </c:pt>
                <c:pt idx="2444">
                  <c:v>0.30729567190980372</c:v>
                </c:pt>
                <c:pt idx="2445">
                  <c:v>0.30351632954188851</c:v>
                </c:pt>
                <c:pt idx="2446">
                  <c:v>0.32959080307005845</c:v>
                </c:pt>
                <c:pt idx="2447">
                  <c:v>0.3635689978380463</c:v>
                </c:pt>
                <c:pt idx="2448">
                  <c:v>0.36855404786379348</c:v>
                </c:pt>
                <c:pt idx="2449">
                  <c:v>0.38568947227521733</c:v>
                </c:pt>
                <c:pt idx="2450">
                  <c:v>0.37908774803467171</c:v>
                </c:pt>
                <c:pt idx="2451">
                  <c:v>0.38718658542155338</c:v>
                </c:pt>
                <c:pt idx="2452">
                  <c:v>0.39941719641480911</c:v>
                </c:pt>
                <c:pt idx="2453">
                  <c:v>0.40944746396548026</c:v>
                </c:pt>
                <c:pt idx="2454">
                  <c:v>0.40315765484401228</c:v>
                </c:pt>
                <c:pt idx="2455">
                  <c:v>0.40544055869543594</c:v>
                </c:pt>
                <c:pt idx="2456">
                  <c:v>0.39012749796483803</c:v>
                </c:pt>
                <c:pt idx="2457">
                  <c:v>0.39147446356892734</c:v>
                </c:pt>
                <c:pt idx="2458">
                  <c:v>0.37677371552253058</c:v>
                </c:pt>
                <c:pt idx="2459">
                  <c:v>0.33076433217740864</c:v>
                </c:pt>
                <c:pt idx="2460">
                  <c:v>0.29214427054771941</c:v>
                </c:pt>
                <c:pt idx="2461">
                  <c:v>0.29402748835777848</c:v>
                </c:pt>
                <c:pt idx="2462">
                  <c:v>0.33249241026574305</c:v>
                </c:pt>
                <c:pt idx="2463">
                  <c:v>0.2969537845677277</c:v>
                </c:pt>
                <c:pt idx="2464">
                  <c:v>0.28474010147549966</c:v>
                </c:pt>
                <c:pt idx="2465">
                  <c:v>0.28754820247041329</c:v>
                </c:pt>
                <c:pt idx="2466">
                  <c:v>0.27535348361394668</c:v>
                </c:pt>
                <c:pt idx="2467">
                  <c:v>0.2800168237675324</c:v>
                </c:pt>
                <c:pt idx="2468">
                  <c:v>0.26286648765008158</c:v>
                </c:pt>
                <c:pt idx="2469">
                  <c:v>0.24954170920332164</c:v>
                </c:pt>
                <c:pt idx="2470">
                  <c:v>0.28401469841409233</c:v>
                </c:pt>
                <c:pt idx="2471">
                  <c:v>0.30662083261768969</c:v>
                </c:pt>
                <c:pt idx="2472">
                  <c:v>0.30853663333199771</c:v>
                </c:pt>
                <c:pt idx="2473">
                  <c:v>0.31825954318064187</c:v>
                </c:pt>
                <c:pt idx="2474">
                  <c:v>0.34356667520163375</c:v>
                </c:pt>
                <c:pt idx="2475">
                  <c:v>0.33842456193045017</c:v>
                </c:pt>
                <c:pt idx="2476">
                  <c:v>0.33282977607487901</c:v>
                </c:pt>
                <c:pt idx="2477">
                  <c:v>0.34212754206796475</c:v>
                </c:pt>
                <c:pt idx="2478">
                  <c:v>0.33578723045942693</c:v>
                </c:pt>
                <c:pt idx="2479">
                  <c:v>0.24495396056252619</c:v>
                </c:pt>
                <c:pt idx="2480">
                  <c:v>0.28880454241678111</c:v>
                </c:pt>
                <c:pt idx="2481">
                  <c:v>0.35510170587657086</c:v>
                </c:pt>
                <c:pt idx="2482">
                  <c:v>0.24568085972875867</c:v>
                </c:pt>
                <c:pt idx="2483">
                  <c:v>0.24152882592361521</c:v>
                </c:pt>
                <c:pt idx="2484">
                  <c:v>0.2266642588645546</c:v>
                </c:pt>
                <c:pt idx="2485">
                  <c:v>0.22035922029411262</c:v>
                </c:pt>
                <c:pt idx="2486">
                  <c:v>0.20746079530688602</c:v>
                </c:pt>
                <c:pt idx="2487">
                  <c:v>0.18728021911399217</c:v>
                </c:pt>
                <c:pt idx="2488">
                  <c:v>0.1670167527874849</c:v>
                </c:pt>
                <c:pt idx="2489">
                  <c:v>0.17491711548861058</c:v>
                </c:pt>
                <c:pt idx="2490">
                  <c:v>0.19038266328209691</c:v>
                </c:pt>
                <c:pt idx="2491">
                  <c:v>0.18229807512990298</c:v>
                </c:pt>
                <c:pt idx="2492">
                  <c:v>0.17343338700749658</c:v>
                </c:pt>
                <c:pt idx="2493">
                  <c:v>0.16910049145537195</c:v>
                </c:pt>
                <c:pt idx="2494">
                  <c:v>0.17779702841824205</c:v>
                </c:pt>
                <c:pt idx="2495">
                  <c:v>0.17297735018431717</c:v>
                </c:pt>
                <c:pt idx="2496">
                  <c:v>0.18408123597009049</c:v>
                </c:pt>
                <c:pt idx="2497">
                  <c:v>0.19987172936607511</c:v>
                </c:pt>
                <c:pt idx="2498">
                  <c:v>0.21416068542727668</c:v>
                </c:pt>
                <c:pt idx="2499">
                  <c:v>0.23180584640252641</c:v>
                </c:pt>
                <c:pt idx="2500">
                  <c:v>0.23512423990018302</c:v>
                </c:pt>
                <c:pt idx="2501">
                  <c:v>0.24101375851454113</c:v>
                </c:pt>
                <c:pt idx="2502">
                  <c:v>0.24378806989912058</c:v>
                </c:pt>
                <c:pt idx="2503">
                  <c:v>0.24064355891809616</c:v>
                </c:pt>
                <c:pt idx="2504">
                  <c:v>0.23601091493739973</c:v>
                </c:pt>
                <c:pt idx="2505">
                  <c:v>0.23155275069157635</c:v>
                </c:pt>
                <c:pt idx="2506">
                  <c:v>0.22314003446342962</c:v>
                </c:pt>
                <c:pt idx="2507">
                  <c:v>0.23318316454307242</c:v>
                </c:pt>
                <c:pt idx="2508">
                  <c:v>0.24474379924778764</c:v>
                </c:pt>
                <c:pt idx="2509">
                  <c:v>0.25964747009572425</c:v>
                </c:pt>
                <c:pt idx="2510">
                  <c:v>0.26689464178689581</c:v>
                </c:pt>
                <c:pt idx="2511">
                  <c:v>0.26000402930317534</c:v>
                </c:pt>
                <c:pt idx="2512">
                  <c:v>0.26650733624007561</c:v>
                </c:pt>
                <c:pt idx="2513">
                  <c:v>0.25139366041400124</c:v>
                </c:pt>
                <c:pt idx="2514">
                  <c:v>0.25769605378496285</c:v>
                </c:pt>
                <c:pt idx="2515">
                  <c:v>0.25936807763201353</c:v>
                </c:pt>
                <c:pt idx="2516">
                  <c:v>0.26035483341597665</c:v>
                </c:pt>
                <c:pt idx="2517">
                  <c:v>0.25949054247517728</c:v>
                </c:pt>
                <c:pt idx="2518">
                  <c:v>0.27854567744813774</c:v>
                </c:pt>
                <c:pt idx="2519">
                  <c:v>0.28711615213005298</c:v>
                </c:pt>
                <c:pt idx="2520">
                  <c:v>0.29079277578669832</c:v>
                </c:pt>
                <c:pt idx="2521">
                  <c:v>0.29536434243338755</c:v>
                </c:pt>
                <c:pt idx="2522">
                  <c:v>0.29794719832236016</c:v>
                </c:pt>
                <c:pt idx="2523">
                  <c:v>0.29563125302486981</c:v>
                </c:pt>
                <c:pt idx="2524">
                  <c:v>0.30348649931085514</c:v>
                </c:pt>
                <c:pt idx="2525">
                  <c:v>0.31554195928640327</c:v>
                </c:pt>
                <c:pt idx="2526">
                  <c:v>0.31096553810040389</c:v>
                </c:pt>
                <c:pt idx="2527">
                  <c:v>0.31278014343230909</c:v>
                </c:pt>
                <c:pt idx="2528">
                  <c:v>0.31397599892540862</c:v>
                </c:pt>
                <c:pt idx="2529">
                  <c:v>0.31476643374085511</c:v>
                </c:pt>
                <c:pt idx="2530">
                  <c:v>0.31554724581187105</c:v>
                </c:pt>
                <c:pt idx="2531">
                  <c:v>0.28589424503048927</c:v>
                </c:pt>
                <c:pt idx="2532">
                  <c:v>0.26999599061263119</c:v>
                </c:pt>
                <c:pt idx="2533">
                  <c:v>0.27779717596724263</c:v>
                </c:pt>
                <c:pt idx="2534">
                  <c:v>0.25565889207343517</c:v>
                </c:pt>
                <c:pt idx="2535">
                  <c:v>0.24748738062253908</c:v>
                </c:pt>
                <c:pt idx="2536">
                  <c:v>0.25817022479055007</c:v>
                </c:pt>
                <c:pt idx="2537">
                  <c:v>0.28649346812685311</c:v>
                </c:pt>
                <c:pt idx="2538">
                  <c:v>0.30423679710540991</c:v>
                </c:pt>
                <c:pt idx="2539">
                  <c:v>0.31736607432093672</c:v>
                </c:pt>
                <c:pt idx="2540">
                  <c:v>0.31150563903671208</c:v>
                </c:pt>
                <c:pt idx="2541">
                  <c:v>0.31699647574151912</c:v>
                </c:pt>
                <c:pt idx="2542">
                  <c:v>0.34001326918952379</c:v>
                </c:pt>
                <c:pt idx="2543">
                  <c:v>0.33681914083470615</c:v>
                </c:pt>
                <c:pt idx="2544">
                  <c:v>0.33923166602477717</c:v>
                </c:pt>
                <c:pt idx="2545">
                  <c:v>0.34089325317104197</c:v>
                </c:pt>
                <c:pt idx="2546">
                  <c:v>0.34771686208147101</c:v>
                </c:pt>
                <c:pt idx="2547">
                  <c:v>0.33947185993528933</c:v>
                </c:pt>
                <c:pt idx="2548">
                  <c:v>0.33148089607142533</c:v>
                </c:pt>
                <c:pt idx="2549">
                  <c:v>0.34362452155576551</c:v>
                </c:pt>
                <c:pt idx="2550">
                  <c:v>0.34910450557146211</c:v>
                </c:pt>
                <c:pt idx="2551">
                  <c:v>0.34063629824431763</c:v>
                </c:pt>
                <c:pt idx="2552">
                  <c:v>0.33279652329358833</c:v>
                </c:pt>
                <c:pt idx="2553">
                  <c:v>0.31850347532184337</c:v>
                </c:pt>
                <c:pt idx="2554">
                  <c:v>0.27670725054104239</c:v>
                </c:pt>
                <c:pt idx="2555">
                  <c:v>0.26687147041605391</c:v>
                </c:pt>
                <c:pt idx="2556">
                  <c:v>0.23760705749259553</c:v>
                </c:pt>
                <c:pt idx="2557">
                  <c:v>0.23299523621298981</c:v>
                </c:pt>
                <c:pt idx="2558">
                  <c:v>0.21332298977876615</c:v>
                </c:pt>
                <c:pt idx="2559">
                  <c:v>0.221226852741047</c:v>
                </c:pt>
                <c:pt idx="2560">
                  <c:v>0.21285108491810636</c:v>
                </c:pt>
                <c:pt idx="2561">
                  <c:v>0.21170638220434979</c:v>
                </c:pt>
                <c:pt idx="2562">
                  <c:v>0.22117806941993315</c:v>
                </c:pt>
                <c:pt idx="2563">
                  <c:v>0.24134345260126019</c:v>
                </c:pt>
                <c:pt idx="2564">
                  <c:v>0.25740183094535685</c:v>
                </c:pt>
                <c:pt idx="2565">
                  <c:v>0.25401975594636617</c:v>
                </c:pt>
                <c:pt idx="2566">
                  <c:v>0.26522124398640851</c:v>
                </c:pt>
                <c:pt idx="2567">
                  <c:v>0.27117840344676186</c:v>
                </c:pt>
                <c:pt idx="2568">
                  <c:v>0.29664324438458872</c:v>
                </c:pt>
                <c:pt idx="2569">
                  <c:v>0.31339679935951614</c:v>
                </c:pt>
                <c:pt idx="2570">
                  <c:v>0.31113679701740588</c:v>
                </c:pt>
                <c:pt idx="2571">
                  <c:v>0.31617415721436826</c:v>
                </c:pt>
                <c:pt idx="2572">
                  <c:v>0.32189505389664164</c:v>
                </c:pt>
                <c:pt idx="2573">
                  <c:v>0.32445701626363516</c:v>
                </c:pt>
                <c:pt idx="2574">
                  <c:v>0.32378966170530005</c:v>
                </c:pt>
                <c:pt idx="2575">
                  <c:v>0.3286790966226022</c:v>
                </c:pt>
                <c:pt idx="2576">
                  <c:v>0.37066858677882236</c:v>
                </c:pt>
                <c:pt idx="2577">
                  <c:v>0.35307847989383562</c:v>
                </c:pt>
                <c:pt idx="2578">
                  <c:v>0.30910066316552121</c:v>
                </c:pt>
                <c:pt idx="2579">
                  <c:v>0.28636217426770216</c:v>
                </c:pt>
                <c:pt idx="2580">
                  <c:v>0.26574188723788167</c:v>
                </c:pt>
                <c:pt idx="2581">
                  <c:v>0.24905151471907863</c:v>
                </c:pt>
                <c:pt idx="2582">
                  <c:v>0.22339286108285084</c:v>
                </c:pt>
                <c:pt idx="2583">
                  <c:v>0.23479986454643256</c:v>
                </c:pt>
                <c:pt idx="2584">
                  <c:v>0.23550879621764831</c:v>
                </c:pt>
                <c:pt idx="2585">
                  <c:v>0.24932769407698388</c:v>
                </c:pt>
                <c:pt idx="2586">
                  <c:v>0.25296627514605868</c:v>
                </c:pt>
                <c:pt idx="2587">
                  <c:v>0.25630605248985622</c:v>
                </c:pt>
                <c:pt idx="2588">
                  <c:v>0.25197814129929375</c:v>
                </c:pt>
                <c:pt idx="2589">
                  <c:v>0.25033275700405661</c:v>
                </c:pt>
                <c:pt idx="2590">
                  <c:v>0.26443515035117071</c:v>
                </c:pt>
                <c:pt idx="2591">
                  <c:v>0.23833144183348928</c:v>
                </c:pt>
                <c:pt idx="2592">
                  <c:v>0.25912292552476474</c:v>
                </c:pt>
                <c:pt idx="2593">
                  <c:v>0.27071460638508099</c:v>
                </c:pt>
                <c:pt idx="2594">
                  <c:v>0.29527099626175557</c:v>
                </c:pt>
                <c:pt idx="2595">
                  <c:v>0.28533949960153204</c:v>
                </c:pt>
                <c:pt idx="2596">
                  <c:v>0.29644837121905776</c:v>
                </c:pt>
                <c:pt idx="2597">
                  <c:v>0.31424580456578977</c:v>
                </c:pt>
                <c:pt idx="2598">
                  <c:v>0.31016495025930813</c:v>
                </c:pt>
                <c:pt idx="2599">
                  <c:v>0.2962840791987093</c:v>
                </c:pt>
                <c:pt idx="2600">
                  <c:v>0.29357967332159268</c:v>
                </c:pt>
                <c:pt idx="2601">
                  <c:v>0.26889227892842588</c:v>
                </c:pt>
                <c:pt idx="2602">
                  <c:v>0.24606027348603732</c:v>
                </c:pt>
                <c:pt idx="2603">
                  <c:v>0.22651278409906209</c:v>
                </c:pt>
                <c:pt idx="2604">
                  <c:v>0.20431341741219719</c:v>
                </c:pt>
                <c:pt idx="2605">
                  <c:v>0.18487246240608288</c:v>
                </c:pt>
                <c:pt idx="2606">
                  <c:v>0.19368097139463011</c:v>
                </c:pt>
                <c:pt idx="2607">
                  <c:v>0.19681783643011533</c:v>
                </c:pt>
                <c:pt idx="2608">
                  <c:v>0.20103574069829638</c:v>
                </c:pt>
                <c:pt idx="2609">
                  <c:v>0.20207100395347169</c:v>
                </c:pt>
                <c:pt idx="2610">
                  <c:v>0.18856970851635438</c:v>
                </c:pt>
                <c:pt idx="2611">
                  <c:v>0.1965225420913049</c:v>
                </c:pt>
                <c:pt idx="2612">
                  <c:v>0.18074310246855332</c:v>
                </c:pt>
                <c:pt idx="2613">
                  <c:v>0.18917934027012867</c:v>
                </c:pt>
                <c:pt idx="2614">
                  <c:v>0.19467970498915843</c:v>
                </c:pt>
                <c:pt idx="2615">
                  <c:v>0.18988224645058707</c:v>
                </c:pt>
                <c:pt idx="2616">
                  <c:v>0.19360818548234918</c:v>
                </c:pt>
                <c:pt idx="2617">
                  <c:v>0.18577052999063715</c:v>
                </c:pt>
                <c:pt idx="2618">
                  <c:v>0.19464955225117331</c:v>
                </c:pt>
                <c:pt idx="2619">
                  <c:v>0.20662609194718254</c:v>
                </c:pt>
                <c:pt idx="2620">
                  <c:v>0.20769505041404304</c:v>
                </c:pt>
                <c:pt idx="2621">
                  <c:v>0.20206980076247444</c:v>
                </c:pt>
                <c:pt idx="2622">
                  <c:v>0.19738722550378154</c:v>
                </c:pt>
                <c:pt idx="2623">
                  <c:v>0.19481977667093087</c:v>
                </c:pt>
                <c:pt idx="2624">
                  <c:v>0.19498089287555614</c:v>
                </c:pt>
                <c:pt idx="2625">
                  <c:v>0.19436278574215768</c:v>
                </c:pt>
                <c:pt idx="2626">
                  <c:v>0.19242719168143765</c:v>
                </c:pt>
                <c:pt idx="2627">
                  <c:v>0.18729141543952896</c:v>
                </c:pt>
                <c:pt idx="2628">
                  <c:v>0.18789810648406186</c:v>
                </c:pt>
                <c:pt idx="2629">
                  <c:v>0.17657468336376078</c:v>
                </c:pt>
                <c:pt idx="2630">
                  <c:v>0.16543524539219859</c:v>
                </c:pt>
                <c:pt idx="2631">
                  <c:v>0.17379385227835201</c:v>
                </c:pt>
                <c:pt idx="2632">
                  <c:v>0.16555969865887357</c:v>
                </c:pt>
                <c:pt idx="2633">
                  <c:v>0.1722065153413419</c:v>
                </c:pt>
                <c:pt idx="2634">
                  <c:v>0.15937903790783409</c:v>
                </c:pt>
                <c:pt idx="2635">
                  <c:v>0.17334548814483267</c:v>
                </c:pt>
                <c:pt idx="2636">
                  <c:v>0.1835977560423403</c:v>
                </c:pt>
                <c:pt idx="2637">
                  <c:v>0.1852188010596042</c:v>
                </c:pt>
                <c:pt idx="2638">
                  <c:v>0.18806089022303588</c:v>
                </c:pt>
                <c:pt idx="2639">
                  <c:v>0.19443761273226923</c:v>
                </c:pt>
                <c:pt idx="2640">
                  <c:v>0.21552584704987435</c:v>
                </c:pt>
                <c:pt idx="2641">
                  <c:v>0.23025603933743166</c:v>
                </c:pt>
                <c:pt idx="2642">
                  <c:v>0.23545817968823607</c:v>
                </c:pt>
                <c:pt idx="2643">
                  <c:v>0.22465932508902364</c:v>
                </c:pt>
                <c:pt idx="2644">
                  <c:v>0.22472174251848753</c:v>
                </c:pt>
                <c:pt idx="2645">
                  <c:v>0.22800759048311561</c:v>
                </c:pt>
                <c:pt idx="2646">
                  <c:v>0.22826132014416067</c:v>
                </c:pt>
                <c:pt idx="2647">
                  <c:v>0.22496261509990059</c:v>
                </c:pt>
                <c:pt idx="2648">
                  <c:v>0.2217506368654108</c:v>
                </c:pt>
                <c:pt idx="2649">
                  <c:v>0.22466914054847589</c:v>
                </c:pt>
                <c:pt idx="2650">
                  <c:v>0.23316304956665401</c:v>
                </c:pt>
                <c:pt idx="2651">
                  <c:v>0.24280332462158016</c:v>
                </c:pt>
                <c:pt idx="2652">
                  <c:v>0.22061845522111412</c:v>
                </c:pt>
                <c:pt idx="2653">
                  <c:v>0.24158936500540859</c:v>
                </c:pt>
                <c:pt idx="2654">
                  <c:v>0.24189790984159826</c:v>
                </c:pt>
                <c:pt idx="2655">
                  <c:v>0.22826527333640184</c:v>
                </c:pt>
                <c:pt idx="2656">
                  <c:v>0.24236916194777355</c:v>
                </c:pt>
                <c:pt idx="2657">
                  <c:v>0.22639735471749234</c:v>
                </c:pt>
                <c:pt idx="2658">
                  <c:v>0.23155163973203224</c:v>
                </c:pt>
                <c:pt idx="2659">
                  <c:v>0.24276581680559325</c:v>
                </c:pt>
                <c:pt idx="2660">
                  <c:v>0.24693364746625385</c:v>
                </c:pt>
                <c:pt idx="2661">
                  <c:v>0.24700951179355923</c:v>
                </c:pt>
                <c:pt idx="2662">
                  <c:v>0.25617562182232778</c:v>
                </c:pt>
                <c:pt idx="2663">
                  <c:v>0.26503085339628607</c:v>
                </c:pt>
                <c:pt idx="2664">
                  <c:v>0.2571239330644628</c:v>
                </c:pt>
                <c:pt idx="2665">
                  <c:v>0.26238235391395109</c:v>
                </c:pt>
                <c:pt idx="2666">
                  <c:v>0.24887233989844407</c:v>
                </c:pt>
                <c:pt idx="2667">
                  <c:v>0.24844648998767518</c:v>
                </c:pt>
                <c:pt idx="2668">
                  <c:v>0.24378667406684482</c:v>
                </c:pt>
                <c:pt idx="2669">
                  <c:v>0.24118684192276132</c:v>
                </c:pt>
                <c:pt idx="2670">
                  <c:v>0.24023673910695831</c:v>
                </c:pt>
                <c:pt idx="2671">
                  <c:v>0.24251620277580452</c:v>
                </c:pt>
                <c:pt idx="2672">
                  <c:v>0.24274364334641707</c:v>
                </c:pt>
                <c:pt idx="2673">
                  <c:v>0.27518709003396546</c:v>
                </c:pt>
                <c:pt idx="2674">
                  <c:v>0.27119733183430161</c:v>
                </c:pt>
                <c:pt idx="2675">
                  <c:v>0.28358139600736287</c:v>
                </c:pt>
                <c:pt idx="2676">
                  <c:v>0.23854560061800625</c:v>
                </c:pt>
                <c:pt idx="2677">
                  <c:v>0.27219489349454445</c:v>
                </c:pt>
                <c:pt idx="2678">
                  <c:v>0.27743000101544846</c:v>
                </c:pt>
                <c:pt idx="2679">
                  <c:v>0.24671640434586009</c:v>
                </c:pt>
                <c:pt idx="2680">
                  <c:v>0.26206752661114069</c:v>
                </c:pt>
                <c:pt idx="2681">
                  <c:v>0.24564876769067195</c:v>
                </c:pt>
                <c:pt idx="2682">
                  <c:v>0.24365156464293403</c:v>
                </c:pt>
                <c:pt idx="2683">
                  <c:v>0.25987997966512066</c:v>
                </c:pt>
                <c:pt idx="2684">
                  <c:v>0.26222172219969625</c:v>
                </c:pt>
                <c:pt idx="2685">
                  <c:v>0.26760335042940497</c:v>
                </c:pt>
                <c:pt idx="2686">
                  <c:v>0.275317463777701</c:v>
                </c:pt>
                <c:pt idx="2687">
                  <c:v>0.25861521668844356</c:v>
                </c:pt>
                <c:pt idx="2688">
                  <c:v>0.2623829685067352</c:v>
                </c:pt>
                <c:pt idx="2689">
                  <c:v>0.25405701664195296</c:v>
                </c:pt>
                <c:pt idx="2690">
                  <c:v>0.27641669517926881</c:v>
                </c:pt>
                <c:pt idx="2691">
                  <c:v>0.28753079680190796</c:v>
                </c:pt>
                <c:pt idx="2692">
                  <c:v>0.28866413112099293</c:v>
                </c:pt>
                <c:pt idx="2693">
                  <c:v>0.27721299570320318</c:v>
                </c:pt>
                <c:pt idx="2694">
                  <c:v>0.28922352057454342</c:v>
                </c:pt>
                <c:pt idx="2695">
                  <c:v>0.30028077761989524</c:v>
                </c:pt>
                <c:pt idx="2696">
                  <c:v>0.30185336099407151</c:v>
                </c:pt>
                <c:pt idx="2697">
                  <c:v>0.30407422482118945</c:v>
                </c:pt>
                <c:pt idx="2698">
                  <c:v>0.29420655311006483</c:v>
                </c:pt>
                <c:pt idx="2699">
                  <c:v>0.25318369580493744</c:v>
                </c:pt>
                <c:pt idx="2700">
                  <c:v>0.25600047113759544</c:v>
                </c:pt>
                <c:pt idx="2701">
                  <c:v>0.26229863191637903</c:v>
                </c:pt>
                <c:pt idx="2702">
                  <c:v>0.25827993784940101</c:v>
                </c:pt>
                <c:pt idx="2703">
                  <c:v>0.24409494431964796</c:v>
                </c:pt>
                <c:pt idx="2704">
                  <c:v>0.24313887615530658</c:v>
                </c:pt>
                <c:pt idx="2705">
                  <c:v>0.25359856384727797</c:v>
                </c:pt>
                <c:pt idx="2706">
                  <c:v>0.26829620044165842</c:v>
                </c:pt>
                <c:pt idx="2707">
                  <c:v>0.26217850989826091</c:v>
                </c:pt>
                <c:pt idx="2708">
                  <c:v>0.25899925251638445</c:v>
                </c:pt>
                <c:pt idx="2709">
                  <c:v>0.25726445961241218</c:v>
                </c:pt>
                <c:pt idx="2710">
                  <c:v>0.25270735729735905</c:v>
                </c:pt>
                <c:pt idx="2711">
                  <c:v>0.25622597970562039</c:v>
                </c:pt>
                <c:pt idx="2712">
                  <c:v>0.25701857396032268</c:v>
                </c:pt>
                <c:pt idx="2713">
                  <c:v>0.25210910725758817</c:v>
                </c:pt>
                <c:pt idx="2714">
                  <c:v>0.26415411115777576</c:v>
                </c:pt>
                <c:pt idx="2715">
                  <c:v>0.26703488642406198</c:v>
                </c:pt>
                <c:pt idx="2716">
                  <c:v>0.26858690651065542</c:v>
                </c:pt>
                <c:pt idx="2717">
                  <c:v>0.25528212393629135</c:v>
                </c:pt>
                <c:pt idx="2718">
                  <c:v>0.26494747891922976</c:v>
                </c:pt>
                <c:pt idx="2719">
                  <c:v>0.25689205757359057</c:v>
                </c:pt>
                <c:pt idx="2720">
                  <c:v>0.26476133652893807</c:v>
                </c:pt>
                <c:pt idx="2721">
                  <c:v>0.24256822240503487</c:v>
                </c:pt>
                <c:pt idx="2722">
                  <c:v>0.25162844209477331</c:v>
                </c:pt>
                <c:pt idx="2723">
                  <c:v>0.24970880745412444</c:v>
                </c:pt>
                <c:pt idx="2724">
                  <c:v>0.2411791425086747</c:v>
                </c:pt>
                <c:pt idx="2725">
                  <c:v>0.24589872113519437</c:v>
                </c:pt>
                <c:pt idx="2726">
                  <c:v>0.24120547240765366</c:v>
                </c:pt>
                <c:pt idx="2727">
                  <c:v>0.22148432231635415</c:v>
                </c:pt>
                <c:pt idx="2728">
                  <c:v>0.22267718100774975</c:v>
                </c:pt>
                <c:pt idx="2729">
                  <c:v>0.22776452671331179</c:v>
                </c:pt>
                <c:pt idx="2730">
                  <c:v>0.23142261358046384</c:v>
                </c:pt>
                <c:pt idx="2731">
                  <c:v>0.22971850870226151</c:v>
                </c:pt>
                <c:pt idx="2732">
                  <c:v>0.24140429825872145</c:v>
                </c:pt>
                <c:pt idx="2733">
                  <c:v>0.24942181945695235</c:v>
                </c:pt>
                <c:pt idx="2734">
                  <c:v>0.23972468697345542</c:v>
                </c:pt>
                <c:pt idx="2735">
                  <c:v>0.24628373458703082</c:v>
                </c:pt>
                <c:pt idx="2736">
                  <c:v>0.23055809424550044</c:v>
                </c:pt>
                <c:pt idx="2737">
                  <c:v>0.23232662590794956</c:v>
                </c:pt>
                <c:pt idx="2738">
                  <c:v>0.2346061809539923</c:v>
                </c:pt>
                <c:pt idx="2739">
                  <c:v>0.24338776099758833</c:v>
                </c:pt>
                <c:pt idx="2740">
                  <c:v>0.23936348473217425</c:v>
                </c:pt>
                <c:pt idx="2741">
                  <c:v>0.24856107682597584</c:v>
                </c:pt>
                <c:pt idx="2742">
                  <c:v>0.24711429860742953</c:v>
                </c:pt>
                <c:pt idx="2743">
                  <c:v>0.24675755543804115</c:v>
                </c:pt>
                <c:pt idx="2744">
                  <c:v>0.25305050216310504</c:v>
                </c:pt>
                <c:pt idx="2745">
                  <c:v>0.25126087961866689</c:v>
                </c:pt>
                <c:pt idx="2746">
                  <c:v>0.26740644108299549</c:v>
                </c:pt>
                <c:pt idx="2747">
                  <c:v>0.27865499024128698</c:v>
                </c:pt>
                <c:pt idx="2748">
                  <c:v>0.22985115187192817</c:v>
                </c:pt>
                <c:pt idx="2749">
                  <c:v>0.20588823879037704</c:v>
                </c:pt>
                <c:pt idx="2750">
                  <c:v>0.18298486887153814</c:v>
                </c:pt>
                <c:pt idx="2751">
                  <c:v>0.18461664596654698</c:v>
                </c:pt>
                <c:pt idx="2752">
                  <c:v>0.18405765314615599</c:v>
                </c:pt>
                <c:pt idx="2753">
                  <c:v>0.1798622622437766</c:v>
                </c:pt>
                <c:pt idx="2754">
                  <c:v>0.17744480081281055</c:v>
                </c:pt>
                <c:pt idx="2755">
                  <c:v>0.19069733886310791</c:v>
                </c:pt>
                <c:pt idx="2756">
                  <c:v>0.20475570114382177</c:v>
                </c:pt>
                <c:pt idx="2757">
                  <c:v>0.21506186080549</c:v>
                </c:pt>
                <c:pt idx="2758">
                  <c:v>0.21535825199152592</c:v>
                </c:pt>
                <c:pt idx="2759">
                  <c:v>0.20827286890419705</c:v>
                </c:pt>
                <c:pt idx="2760">
                  <c:v>0.20460126999131195</c:v>
                </c:pt>
                <c:pt idx="2761">
                  <c:v>0.20827104005993519</c:v>
                </c:pt>
                <c:pt idx="2762">
                  <c:v>0.21332300840638271</c:v>
                </c:pt>
                <c:pt idx="2763">
                  <c:v>0.215775125301962</c:v>
                </c:pt>
                <c:pt idx="2764">
                  <c:v>0.20691905139637257</c:v>
                </c:pt>
                <c:pt idx="2765">
                  <c:v>0.21294257852081733</c:v>
                </c:pt>
                <c:pt idx="2766">
                  <c:v>0.21172602294716722</c:v>
                </c:pt>
                <c:pt idx="2767">
                  <c:v>0.21199525150313581</c:v>
                </c:pt>
                <c:pt idx="2768">
                  <c:v>0.22433321537498135</c:v>
                </c:pt>
                <c:pt idx="2769">
                  <c:v>0.22268481214916988</c:v>
                </c:pt>
                <c:pt idx="2770">
                  <c:v>0.20265591486463128</c:v>
                </c:pt>
                <c:pt idx="2771">
                  <c:v>0.19626824334115436</c:v>
                </c:pt>
                <c:pt idx="2772">
                  <c:v>0.17633268637144869</c:v>
                </c:pt>
                <c:pt idx="2773">
                  <c:v>0.17773870294921643</c:v>
                </c:pt>
                <c:pt idx="2774">
                  <c:v>0.17542234445243016</c:v>
                </c:pt>
                <c:pt idx="2775">
                  <c:v>0.16833435158368676</c:v>
                </c:pt>
                <c:pt idx="2776">
                  <c:v>0.18075973434665937</c:v>
                </c:pt>
                <c:pt idx="2777">
                  <c:v>0.18043035969733393</c:v>
                </c:pt>
                <c:pt idx="2778">
                  <c:v>0.19543661413039506</c:v>
                </c:pt>
                <c:pt idx="2779">
                  <c:v>0.21368214638658029</c:v>
                </c:pt>
                <c:pt idx="2780">
                  <c:v>0.23439193843671921</c:v>
                </c:pt>
                <c:pt idx="2781">
                  <c:v>0.26181582425756916</c:v>
                </c:pt>
                <c:pt idx="2782">
                  <c:v>0.27105133377798074</c:v>
                </c:pt>
                <c:pt idx="2783">
                  <c:v>0.2873130630531443</c:v>
                </c:pt>
                <c:pt idx="2784">
                  <c:v>0.30386823182001604</c:v>
                </c:pt>
                <c:pt idx="2785">
                  <c:v>0.31892765413806051</c:v>
                </c:pt>
                <c:pt idx="2786">
                  <c:v>0.34975739404726292</c:v>
                </c:pt>
                <c:pt idx="2787">
                  <c:v>0.35610847220362857</c:v>
                </c:pt>
                <c:pt idx="2788">
                  <c:v>0.36409833477425019</c:v>
                </c:pt>
                <c:pt idx="2789">
                  <c:v>0.39231398903815667</c:v>
                </c:pt>
                <c:pt idx="2790">
                  <c:v>0.39848847326305781</c:v>
                </c:pt>
                <c:pt idx="2791">
                  <c:v>0.40393669551085332</c:v>
                </c:pt>
                <c:pt idx="2792">
                  <c:v>0.41784470470876789</c:v>
                </c:pt>
                <c:pt idx="2793">
                  <c:v>0.42151661379824235</c:v>
                </c:pt>
                <c:pt idx="2794">
                  <c:v>0.40017131107176779</c:v>
                </c:pt>
                <c:pt idx="2795">
                  <c:v>0.39670705017983215</c:v>
                </c:pt>
                <c:pt idx="2796">
                  <c:v>0.36010865869453873</c:v>
                </c:pt>
                <c:pt idx="2797">
                  <c:v>0.39477643178243604</c:v>
                </c:pt>
                <c:pt idx="2798">
                  <c:v>0.38994867108100378</c:v>
                </c:pt>
                <c:pt idx="2799">
                  <c:v>0.38246562315399163</c:v>
                </c:pt>
                <c:pt idx="2800">
                  <c:v>0.39278743197607646</c:v>
                </c:pt>
                <c:pt idx="2801">
                  <c:v>0.3701290484029876</c:v>
                </c:pt>
                <c:pt idx="2802">
                  <c:v>0.34335975887420211</c:v>
                </c:pt>
                <c:pt idx="2803">
                  <c:v>0.34681743593741926</c:v>
                </c:pt>
                <c:pt idx="2804">
                  <c:v>0.36588565606586221</c:v>
                </c:pt>
                <c:pt idx="2805">
                  <c:v>0.34403079063196601</c:v>
                </c:pt>
                <c:pt idx="2806">
                  <c:v>0.33437709203647692</c:v>
                </c:pt>
                <c:pt idx="2807">
                  <c:v>0.33074903802310596</c:v>
                </c:pt>
                <c:pt idx="2808">
                  <c:v>0.31983646122030956</c:v>
                </c:pt>
                <c:pt idx="2809">
                  <c:v>0.29821192470099339</c:v>
                </c:pt>
                <c:pt idx="2810">
                  <c:v>0.28861088222595177</c:v>
                </c:pt>
                <c:pt idx="2811">
                  <c:v>0.28366562904808745</c:v>
                </c:pt>
                <c:pt idx="2812">
                  <c:v>0.28492558656748246</c:v>
                </c:pt>
                <c:pt idx="2813">
                  <c:v>0.28600028683049689</c:v>
                </c:pt>
                <c:pt idx="2814">
                  <c:v>0.29401238954343867</c:v>
                </c:pt>
                <c:pt idx="2815">
                  <c:v>0.30380296249924615</c:v>
                </c:pt>
                <c:pt idx="2816">
                  <c:v>0.32047067726064471</c:v>
                </c:pt>
                <c:pt idx="2817">
                  <c:v>0.31662575967901729</c:v>
                </c:pt>
                <c:pt idx="2818">
                  <c:v>0.32201051150746535</c:v>
                </c:pt>
                <c:pt idx="2819">
                  <c:v>0.3255647058805699</c:v>
                </c:pt>
                <c:pt idx="2820">
                  <c:v>0.29048482079911148</c:v>
                </c:pt>
                <c:pt idx="2821">
                  <c:v>0.27862664869496173</c:v>
                </c:pt>
                <c:pt idx="2822">
                  <c:v>0.27650743535133726</c:v>
                </c:pt>
                <c:pt idx="2823">
                  <c:v>0.27317898653035355</c:v>
                </c:pt>
                <c:pt idx="2824">
                  <c:v>0.27993154857557162</c:v>
                </c:pt>
                <c:pt idx="2825">
                  <c:v>0.26446345612035027</c:v>
                </c:pt>
                <c:pt idx="2826">
                  <c:v>0.27863206116766986</c:v>
                </c:pt>
                <c:pt idx="2827">
                  <c:v>0.27544138323955097</c:v>
                </c:pt>
                <c:pt idx="2828">
                  <c:v>0.28376433241243576</c:v>
                </c:pt>
                <c:pt idx="2829">
                  <c:v>0.2812185545766962</c:v>
                </c:pt>
                <c:pt idx="2830">
                  <c:v>0.2813396954367528</c:v>
                </c:pt>
                <c:pt idx="2831">
                  <c:v>0.28291670864866492</c:v>
                </c:pt>
                <c:pt idx="2832">
                  <c:v>0.29682772622403997</c:v>
                </c:pt>
                <c:pt idx="2833">
                  <c:v>0.29363194438712409</c:v>
                </c:pt>
                <c:pt idx="2834">
                  <c:v>0.2943074617310939</c:v>
                </c:pt>
                <c:pt idx="2835">
                  <c:v>0.31435304474004827</c:v>
                </c:pt>
                <c:pt idx="2836">
                  <c:v>0.33057171550142189</c:v>
                </c:pt>
                <c:pt idx="2837">
                  <c:v>0.3494587899335127</c:v>
                </c:pt>
                <c:pt idx="2838">
                  <c:v>0.33749743216447115</c:v>
                </c:pt>
                <c:pt idx="2839">
                  <c:v>0.34842578627249365</c:v>
                </c:pt>
                <c:pt idx="2840">
                  <c:v>0.33966507463872503</c:v>
                </c:pt>
                <c:pt idx="2841">
                  <c:v>0.3246975846345147</c:v>
                </c:pt>
                <c:pt idx="2842">
                  <c:v>0.29559436628264768</c:v>
                </c:pt>
                <c:pt idx="2843">
                  <c:v>0.25823410581090933</c:v>
                </c:pt>
                <c:pt idx="2844">
                  <c:v>0.23848188159038841</c:v>
                </c:pt>
                <c:pt idx="2845">
                  <c:v>0.22246224592964747</c:v>
                </c:pt>
                <c:pt idx="2846">
                  <c:v>0.25208383460414818</c:v>
                </c:pt>
                <c:pt idx="2847">
                  <c:v>0.26372739499744485</c:v>
                </c:pt>
                <c:pt idx="2848">
                  <c:v>0.25389026722237618</c:v>
                </c:pt>
                <c:pt idx="2849">
                  <c:v>0.26214855797826464</c:v>
                </c:pt>
                <c:pt idx="2850">
                  <c:v>0.25311976095398359</c:v>
                </c:pt>
                <c:pt idx="2851">
                  <c:v>0.25071337030126711</c:v>
                </c:pt>
                <c:pt idx="2852">
                  <c:v>0.24950461383349445</c:v>
                </c:pt>
                <c:pt idx="2853">
                  <c:v>0.24247694976626985</c:v>
                </c:pt>
                <c:pt idx="2854">
                  <c:v>0.23614923182851916</c:v>
                </c:pt>
                <c:pt idx="2855">
                  <c:v>0.22971803124566437</c:v>
                </c:pt>
                <c:pt idx="2856">
                  <c:v>0.24113125630062832</c:v>
                </c:pt>
                <c:pt idx="2857">
                  <c:v>0.24015543329468778</c:v>
                </c:pt>
                <c:pt idx="2858">
                  <c:v>0.23704227130937519</c:v>
                </c:pt>
                <c:pt idx="2859">
                  <c:v>0.23369249193708261</c:v>
                </c:pt>
                <c:pt idx="2860">
                  <c:v>0.21557669682352212</c:v>
                </c:pt>
                <c:pt idx="2861">
                  <c:v>0.23757520633969853</c:v>
                </c:pt>
                <c:pt idx="2862">
                  <c:v>0.23881496060640406</c:v>
                </c:pt>
                <c:pt idx="2863">
                  <c:v>0.2513556040071015</c:v>
                </c:pt>
                <c:pt idx="2864">
                  <c:v>0.23432004111148047</c:v>
                </c:pt>
                <c:pt idx="2865">
                  <c:v>0.19880914047094597</c:v>
                </c:pt>
                <c:pt idx="2866">
                  <c:v>0.17563958608655739</c:v>
                </c:pt>
                <c:pt idx="2867">
                  <c:v>0.16568832838237865</c:v>
                </c:pt>
                <c:pt idx="2868">
                  <c:v>0.17181039112232974</c:v>
                </c:pt>
                <c:pt idx="2869">
                  <c:v>0.16331125630279134</c:v>
                </c:pt>
                <c:pt idx="2870">
                  <c:v>0.16133372786687594</c:v>
                </c:pt>
                <c:pt idx="2871">
                  <c:v>0.16295906831390153</c:v>
                </c:pt>
                <c:pt idx="2872">
                  <c:v>0.16920546247426241</c:v>
                </c:pt>
                <c:pt idx="2873">
                  <c:v>0.19523081638139583</c:v>
                </c:pt>
                <c:pt idx="2874">
                  <c:v>0.20951548756252653</c:v>
                </c:pt>
                <c:pt idx="2875">
                  <c:v>0.20434342238736025</c:v>
                </c:pt>
                <c:pt idx="2876">
                  <c:v>0.22138260832041387</c:v>
                </c:pt>
                <c:pt idx="2877">
                  <c:v>0.2224963498842335</c:v>
                </c:pt>
                <c:pt idx="2878">
                  <c:v>0.2350210500592966</c:v>
                </c:pt>
                <c:pt idx="2879">
                  <c:v>0.24974329422369923</c:v>
                </c:pt>
                <c:pt idx="2880">
                  <c:v>0.24597047613712422</c:v>
                </c:pt>
                <c:pt idx="2881">
                  <c:v>0.25176957249995385</c:v>
                </c:pt>
                <c:pt idx="2882">
                  <c:v>0.25322414411222743</c:v>
                </c:pt>
                <c:pt idx="2883">
                  <c:v>0.28271361444948312</c:v>
                </c:pt>
                <c:pt idx="2884">
                  <c:v>0.31546332930028426</c:v>
                </c:pt>
                <c:pt idx="2885">
                  <c:v>0.33863190866917853</c:v>
                </c:pt>
                <c:pt idx="2886">
                  <c:v>0.31968884449791796</c:v>
                </c:pt>
                <c:pt idx="2887">
                  <c:v>0.32730840473466333</c:v>
                </c:pt>
                <c:pt idx="2888">
                  <c:v>0.33896122010593371</c:v>
                </c:pt>
                <c:pt idx="2889">
                  <c:v>0.35083926694324513</c:v>
                </c:pt>
                <c:pt idx="2890">
                  <c:v>0.36966631490266222</c:v>
                </c:pt>
                <c:pt idx="2891">
                  <c:v>0.36975124494703238</c:v>
                </c:pt>
                <c:pt idx="2892">
                  <c:v>0.35666662695175583</c:v>
                </c:pt>
                <c:pt idx="2893">
                  <c:v>0.36941300770554258</c:v>
                </c:pt>
                <c:pt idx="2894">
                  <c:v>0.36237686058900864</c:v>
                </c:pt>
                <c:pt idx="2895">
                  <c:v>0.35573649347990505</c:v>
                </c:pt>
                <c:pt idx="2896">
                  <c:v>0.36627083313526809</c:v>
                </c:pt>
                <c:pt idx="2897">
                  <c:v>0.35082788549228666</c:v>
                </c:pt>
                <c:pt idx="2898">
                  <c:v>0.35945906580962211</c:v>
                </c:pt>
                <c:pt idx="2899">
                  <c:v>0.35741251647588834</c:v>
                </c:pt>
                <c:pt idx="2900">
                  <c:v>0.35076274868734281</c:v>
                </c:pt>
                <c:pt idx="2901">
                  <c:v>0.34692212632358022</c:v>
                </c:pt>
                <c:pt idx="2902">
                  <c:v>0.33733656081969476</c:v>
                </c:pt>
                <c:pt idx="2903">
                  <c:v>0.34296347865992305</c:v>
                </c:pt>
                <c:pt idx="2904">
                  <c:v>0.33962997832631142</c:v>
                </c:pt>
                <c:pt idx="2905">
                  <c:v>0.34050414551262803</c:v>
                </c:pt>
                <c:pt idx="2906">
                  <c:v>0.34397702948371695</c:v>
                </c:pt>
                <c:pt idx="2907">
                  <c:v>0.33546327474160009</c:v>
                </c:pt>
                <c:pt idx="2908">
                  <c:v>0.32893566764781379</c:v>
                </c:pt>
                <c:pt idx="2909">
                  <c:v>0.33391315734089694</c:v>
                </c:pt>
                <c:pt idx="2910">
                  <c:v>0.33006585345097333</c:v>
                </c:pt>
                <c:pt idx="2911">
                  <c:v>0.32669809779544828</c:v>
                </c:pt>
                <c:pt idx="2912">
                  <c:v>0.33192296294961715</c:v>
                </c:pt>
                <c:pt idx="2913">
                  <c:v>0.34798125020886739</c:v>
                </c:pt>
                <c:pt idx="2914">
                  <c:v>0.35206430819475937</c:v>
                </c:pt>
                <c:pt idx="2915">
                  <c:v>0.34573071647368719</c:v>
                </c:pt>
                <c:pt idx="2916">
                  <c:v>0.3590253123619167</c:v>
                </c:pt>
                <c:pt idx="2917">
                  <c:v>0.37847618769391722</c:v>
                </c:pt>
                <c:pt idx="2918">
                  <c:v>0.38513122893584723</c:v>
                </c:pt>
                <c:pt idx="2919">
                  <c:v>0.38072794452764841</c:v>
                </c:pt>
                <c:pt idx="2920">
                  <c:v>0.37539198171876925</c:v>
                </c:pt>
                <c:pt idx="2921">
                  <c:v>0.35805713257435579</c:v>
                </c:pt>
                <c:pt idx="2922">
                  <c:v>0.36298449281110629</c:v>
                </c:pt>
                <c:pt idx="2923">
                  <c:v>0.37526452244134645</c:v>
                </c:pt>
                <c:pt idx="2924">
                  <c:v>0.38302416844986498</c:v>
                </c:pt>
                <c:pt idx="2925">
                  <c:v>0.38251128850702609</c:v>
                </c:pt>
                <c:pt idx="2926">
                  <c:v>0.36658868597540895</c:v>
                </c:pt>
                <c:pt idx="2927">
                  <c:v>0.35714183614806599</c:v>
                </c:pt>
                <c:pt idx="2928">
                  <c:v>0.3609395831343884</c:v>
                </c:pt>
                <c:pt idx="2929">
                  <c:v>0.34652254030846158</c:v>
                </c:pt>
                <c:pt idx="2930">
                  <c:v>0.33537981876282397</c:v>
                </c:pt>
                <c:pt idx="2931">
                  <c:v>0.34773710855313311</c:v>
                </c:pt>
                <c:pt idx="2932">
                  <c:v>0.35391817594556491</c:v>
                </c:pt>
                <c:pt idx="2933">
                  <c:v>0.37017585934876118</c:v>
                </c:pt>
                <c:pt idx="2934">
                  <c:v>0.39524561350033727</c:v>
                </c:pt>
                <c:pt idx="2935">
                  <c:v>0.42426662282338079</c:v>
                </c:pt>
                <c:pt idx="2936">
                  <c:v>0.4139112225392868</c:v>
                </c:pt>
                <c:pt idx="2937">
                  <c:v>0.41784699779307838</c:v>
                </c:pt>
                <c:pt idx="2938">
                  <c:v>0.38788326552056795</c:v>
                </c:pt>
                <c:pt idx="2939">
                  <c:v>0.36171414817062192</c:v>
                </c:pt>
                <c:pt idx="2940">
                  <c:v>0.31914637215674757</c:v>
                </c:pt>
                <c:pt idx="2941">
                  <c:v>0.20950641388089661</c:v>
                </c:pt>
                <c:pt idx="2942">
                  <c:v>0.33216969251166889</c:v>
                </c:pt>
                <c:pt idx="2943">
                  <c:v>0.41082613707403942</c:v>
                </c:pt>
                <c:pt idx="2944">
                  <c:v>0.32567531275439748</c:v>
                </c:pt>
                <c:pt idx="2945">
                  <c:v>0.31943979972996694</c:v>
                </c:pt>
                <c:pt idx="2946">
                  <c:v>0.3073489688370894</c:v>
                </c:pt>
                <c:pt idx="2947">
                  <c:v>0.31417483785642658</c:v>
                </c:pt>
                <c:pt idx="2948">
                  <c:v>0.32500346613039471</c:v>
                </c:pt>
                <c:pt idx="2949">
                  <c:v>0.33973812910934387</c:v>
                </c:pt>
                <c:pt idx="2950">
                  <c:v>0.35241064189240229</c:v>
                </c:pt>
                <c:pt idx="2951">
                  <c:v>0.33809554216701337</c:v>
                </c:pt>
                <c:pt idx="2952">
                  <c:v>0.34752014489000543</c:v>
                </c:pt>
                <c:pt idx="2953">
                  <c:v>0.38098571159435601</c:v>
                </c:pt>
                <c:pt idx="2954">
                  <c:v>0.40318849586748229</c:v>
                </c:pt>
                <c:pt idx="2955">
                  <c:v>0.39408532279845515</c:v>
                </c:pt>
                <c:pt idx="2956">
                  <c:v>0.39469154370140452</c:v>
                </c:pt>
                <c:pt idx="2957">
                  <c:v>0.39852035750715326</c:v>
                </c:pt>
                <c:pt idx="2958">
                  <c:v>0.38875401553026379</c:v>
                </c:pt>
                <c:pt idx="2959">
                  <c:v>0.38088803469817079</c:v>
                </c:pt>
                <c:pt idx="2960">
                  <c:v>0.36277097099976302</c:v>
                </c:pt>
                <c:pt idx="2961">
                  <c:v>0.36736804884599555</c:v>
                </c:pt>
                <c:pt idx="2962">
                  <c:v>0.40439865832114885</c:v>
                </c:pt>
                <c:pt idx="2963">
                  <c:v>0.4221108552495747</c:v>
                </c:pt>
                <c:pt idx="2964">
                  <c:v>0.39281766572176585</c:v>
                </c:pt>
                <c:pt idx="2965">
                  <c:v>0.36199250566214952</c:v>
                </c:pt>
                <c:pt idx="2966">
                  <c:v>0.32026236896971322</c:v>
                </c:pt>
                <c:pt idx="2967">
                  <c:v>0.3149065207256187</c:v>
                </c:pt>
                <c:pt idx="2968">
                  <c:v>0.308275566148355</c:v>
                </c:pt>
                <c:pt idx="2969">
                  <c:v>0.3297241826193556</c:v>
                </c:pt>
                <c:pt idx="2970">
                  <c:v>0.31532504216605495</c:v>
                </c:pt>
                <c:pt idx="2971">
                  <c:v>0.31942865807451926</c:v>
                </c:pt>
                <c:pt idx="2972">
                  <c:v>0.32149294621972052</c:v>
                </c:pt>
                <c:pt idx="2973">
                  <c:v>0.3277888094540739</c:v>
                </c:pt>
                <c:pt idx="2974">
                  <c:v>0.30472775699407323</c:v>
                </c:pt>
                <c:pt idx="2975">
                  <c:v>0.30652636961535529</c:v>
                </c:pt>
                <c:pt idx="2976">
                  <c:v>0.31077705376727266</c:v>
                </c:pt>
                <c:pt idx="2977">
                  <c:v>0.30656789865960071</c:v>
                </c:pt>
                <c:pt idx="2978">
                  <c:v>0.29769583739144995</c:v>
                </c:pt>
                <c:pt idx="2979">
                  <c:v>0.28974491099616023</c:v>
                </c:pt>
                <c:pt idx="2980">
                  <c:v>0.28945731477865189</c:v>
                </c:pt>
                <c:pt idx="2981">
                  <c:v>0.28971069849881609</c:v>
                </c:pt>
                <c:pt idx="2982">
                  <c:v>0.28621926872001757</c:v>
                </c:pt>
                <c:pt idx="2983">
                  <c:v>0.28304592457417938</c:v>
                </c:pt>
                <c:pt idx="2984">
                  <c:v>0.29534657295245303</c:v>
                </c:pt>
                <c:pt idx="2985">
                  <c:v>0.29667151737845887</c:v>
                </c:pt>
                <c:pt idx="2986">
                  <c:v>0.25927031959585617</c:v>
                </c:pt>
                <c:pt idx="2987">
                  <c:v>0.28183898230691601</c:v>
                </c:pt>
                <c:pt idx="2988">
                  <c:v>0.26017077585904719</c:v>
                </c:pt>
                <c:pt idx="2989">
                  <c:v>0.24457335208529546</c:v>
                </c:pt>
                <c:pt idx="2990">
                  <c:v>0.24714347168757367</c:v>
                </c:pt>
                <c:pt idx="2991">
                  <c:v>0.23759651683080665</c:v>
                </c:pt>
                <c:pt idx="2992">
                  <c:v>0.26162510965269947</c:v>
                </c:pt>
                <c:pt idx="2993">
                  <c:v>0.22133718084158452</c:v>
                </c:pt>
                <c:pt idx="2994">
                  <c:v>0.23008763939837706</c:v>
                </c:pt>
                <c:pt idx="2995">
                  <c:v>0.24814722626763785</c:v>
                </c:pt>
                <c:pt idx="2996">
                  <c:v>0.24237021189689828</c:v>
                </c:pt>
                <c:pt idx="2997">
                  <c:v>0.2508503665798571</c:v>
                </c:pt>
                <c:pt idx="2998">
                  <c:v>0.27649891115367042</c:v>
                </c:pt>
                <c:pt idx="2999">
                  <c:v>0.33594362984618192</c:v>
                </c:pt>
                <c:pt idx="3000">
                  <c:v>0.38197025861006317</c:v>
                </c:pt>
                <c:pt idx="3001">
                  <c:v>0.63219914794005472</c:v>
                </c:pt>
                <c:pt idx="3002">
                  <c:v>0.80859863271289689</c:v>
                </c:pt>
                <c:pt idx="3003">
                  <c:v>0.84296872518162647</c:v>
                </c:pt>
                <c:pt idx="3004">
                  <c:v>0.88642864980519043</c:v>
                </c:pt>
                <c:pt idx="3005">
                  <c:v>0.91841654831923647</c:v>
                </c:pt>
                <c:pt idx="3006">
                  <c:v>0.97450487930039265</c:v>
                </c:pt>
                <c:pt idx="3007">
                  <c:v>1.0258240190953294</c:v>
                </c:pt>
                <c:pt idx="3008">
                  <c:v>1.0423653654117007</c:v>
                </c:pt>
                <c:pt idx="3009">
                  <c:v>1.0787767020674084</c:v>
                </c:pt>
                <c:pt idx="3010">
                  <c:v>1.218948175700781</c:v>
                </c:pt>
                <c:pt idx="3011">
                  <c:v>0.91434896009451982</c:v>
                </c:pt>
                <c:pt idx="3012">
                  <c:v>0.90037047858443542</c:v>
                </c:pt>
                <c:pt idx="3013">
                  <c:v>0.83600355879043498</c:v>
                </c:pt>
                <c:pt idx="3014">
                  <c:v>0.82421343901022048</c:v>
                </c:pt>
                <c:pt idx="3015">
                  <c:v>0.56460953541772951</c:v>
                </c:pt>
                <c:pt idx="3016">
                  <c:v>1.5266141357517539E-2</c:v>
                </c:pt>
                <c:pt idx="3017">
                  <c:v>7.5399948163602671E-3</c:v>
                </c:pt>
                <c:pt idx="3018">
                  <c:v>2.6157932848463782E-3</c:v>
                </c:pt>
                <c:pt idx="3019">
                  <c:v>1.1134882516126118E-3</c:v>
                </c:pt>
                <c:pt idx="3020">
                  <c:v>7.7198477416290975E-4</c:v>
                </c:pt>
                <c:pt idx="3021">
                  <c:v>3.8852698897540893E-4</c:v>
                </c:pt>
                <c:pt idx="3022">
                  <c:v>5.6006143940051385E-4</c:v>
                </c:pt>
                <c:pt idx="3023">
                  <c:v>8.3331640375839235E-4</c:v>
                </c:pt>
                <c:pt idx="3024">
                  <c:v>5.3886674846711168E-4</c:v>
                </c:pt>
                <c:pt idx="3025">
                  <c:v>3.8777181975163937E-4</c:v>
                </c:pt>
                <c:pt idx="3026">
                  <c:v>2.6687974930278549E-4</c:v>
                </c:pt>
                <c:pt idx="3027">
                  <c:v>2.0631832512937913E-4</c:v>
                </c:pt>
                <c:pt idx="3028">
                  <c:v>1.4295897615141184E-4</c:v>
                </c:pt>
                <c:pt idx="3029">
                  <c:v>1.034753692940232E-4</c:v>
                </c:pt>
                <c:pt idx="3030">
                  <c:v>-7.3309418771515365E-6</c:v>
                </c:pt>
                <c:pt idx="3031">
                  <c:v>-1.471117968529364E-4</c:v>
                </c:pt>
                <c:pt idx="3032">
                  <c:v>-1.6990792606781391E-3</c:v>
                </c:pt>
                <c:pt idx="3033">
                  <c:v>-3.257868188373128E-3</c:v>
                </c:pt>
                <c:pt idx="3034">
                  <c:v>-3.1195773308956391E-3</c:v>
                </c:pt>
                <c:pt idx="3035">
                  <c:v>-2.9269456218305435E-3</c:v>
                </c:pt>
                <c:pt idx="3036">
                  <c:v>-2.8067464183301259E-3</c:v>
                </c:pt>
                <c:pt idx="3037">
                  <c:v>-2.7763409916855136E-3</c:v>
                </c:pt>
                <c:pt idx="3038">
                  <c:v>-2.517540289481892E-3</c:v>
                </c:pt>
                <c:pt idx="3039">
                  <c:v>-2.2738816897593219E-3</c:v>
                </c:pt>
                <c:pt idx="3040">
                  <c:v>-2.1621660182686905E-3</c:v>
                </c:pt>
                <c:pt idx="3041">
                  <c:v>5.5341228234502017E-4</c:v>
                </c:pt>
                <c:pt idx="3042">
                  <c:v>8.6416568684882431E-4</c:v>
                </c:pt>
                <c:pt idx="3043">
                  <c:v>5.7394862001208932E-4</c:v>
                </c:pt>
                <c:pt idx="3044">
                  <c:v>3.990901318084872E-4</c:v>
                </c:pt>
                <c:pt idx="3045">
                  <c:v>2.8525892074305308E-4</c:v>
                </c:pt>
                <c:pt idx="3046">
                  <c:v>2.7280001954749493E-4</c:v>
                </c:pt>
                <c:pt idx="3047">
                  <c:v>2.15975963959881E-4</c:v>
                </c:pt>
                <c:pt idx="3048">
                  <c:v>2.3372977935893352E-4</c:v>
                </c:pt>
                <c:pt idx="3049">
                  <c:v>2.5060776410898243E-4</c:v>
                </c:pt>
                <c:pt idx="3050">
                  <c:v>2.1081080012879419E-4</c:v>
                </c:pt>
                <c:pt idx="3051">
                  <c:v>2.3468357074275941E-4</c:v>
                </c:pt>
                <c:pt idx="3052">
                  <c:v>1.8570999889834221E-4</c:v>
                </c:pt>
                <c:pt idx="3053">
                  <c:v>2.0679432946091726E-4</c:v>
                </c:pt>
                <c:pt idx="3054">
                  <c:v>2.5323224450393521E-4</c:v>
                </c:pt>
                <c:pt idx="3055">
                  <c:v>2.2798090680774326E-4</c:v>
                </c:pt>
                <c:pt idx="3056">
                  <c:v>-3.9239166349210649E-4</c:v>
                </c:pt>
                <c:pt idx="3057">
                  <c:v>-1.8686807210166112E-3</c:v>
                </c:pt>
                <c:pt idx="3058">
                  <c:v>-1.7611996909060327E-3</c:v>
                </c:pt>
                <c:pt idx="3059">
                  <c:v>-1.68165042593671E-3</c:v>
                </c:pt>
                <c:pt idx="3060">
                  <c:v>-1.7110506102562268E-3</c:v>
                </c:pt>
                <c:pt idx="3061">
                  <c:v>-2.0565429184915408E-3</c:v>
                </c:pt>
                <c:pt idx="3062">
                  <c:v>-1.6394983230316538E-3</c:v>
                </c:pt>
                <c:pt idx="3063">
                  <c:v>-1.5612200882837422E-3</c:v>
                </c:pt>
                <c:pt idx="3064">
                  <c:v>-1.5698181764399149E-3</c:v>
                </c:pt>
                <c:pt idx="3065">
                  <c:v>2.6478258399883857E-4</c:v>
                </c:pt>
                <c:pt idx="3066">
                  <c:v>4.3613049193429914E-4</c:v>
                </c:pt>
                <c:pt idx="3067">
                  <c:v>2.9278365280408658E-4</c:v>
                </c:pt>
                <c:pt idx="3068">
                  <c:v>2.5736559623638851E-4</c:v>
                </c:pt>
                <c:pt idx="3069">
                  <c:v>2.4604585185950673E-4</c:v>
                </c:pt>
                <c:pt idx="3070">
                  <c:v>1.5370902029257643E-4</c:v>
                </c:pt>
                <c:pt idx="3071">
                  <c:v>2.0504246945549467E-4</c:v>
                </c:pt>
                <c:pt idx="3072">
                  <c:v>1.5623881566973212E-4</c:v>
                </c:pt>
                <c:pt idx="3073">
                  <c:v>2.2365970504377691E-4</c:v>
                </c:pt>
                <c:pt idx="3074">
                  <c:v>1.5014480143133791E-4</c:v>
                </c:pt>
                <c:pt idx="3075">
                  <c:v>2.1259168662842061E-4</c:v>
                </c:pt>
                <c:pt idx="3076">
                  <c:v>1.7992225783108759E-4</c:v>
                </c:pt>
                <c:pt idx="3077">
                  <c:v>1.8472991098176101E-4</c:v>
                </c:pt>
                <c:pt idx="3078">
                  <c:v>1.7004070560020066E-4</c:v>
                </c:pt>
                <c:pt idx="3079">
                  <c:v>7.3850863699100066E-5</c:v>
                </c:pt>
                <c:pt idx="3080">
                  <c:v>-3.211788898335323E-4</c:v>
                </c:pt>
                <c:pt idx="3081">
                  <c:v>4.0351246882214817E-4</c:v>
                </c:pt>
                <c:pt idx="3082">
                  <c:v>-4.7291739210715409E-4</c:v>
                </c:pt>
                <c:pt idx="3083">
                  <c:v>-2.8465013622255749E-4</c:v>
                </c:pt>
                <c:pt idx="3084">
                  <c:v>4.3111079078556631E-5</c:v>
                </c:pt>
                <c:pt idx="3085">
                  <c:v>3.5223143143056092E-4</c:v>
                </c:pt>
                <c:pt idx="3086">
                  <c:v>3.8833681012222752E-4</c:v>
                </c:pt>
                <c:pt idx="3087">
                  <c:v>5.8885090277677871E-4</c:v>
                </c:pt>
                <c:pt idx="3088">
                  <c:v>6.9587465216669855E-4</c:v>
                </c:pt>
                <c:pt idx="3089">
                  <c:v>4.099643758630331E-4</c:v>
                </c:pt>
                <c:pt idx="3090">
                  <c:v>9.3922357596735033E-5</c:v>
                </c:pt>
                <c:pt idx="3091">
                  <c:v>-9.8280342110869672E-4</c:v>
                </c:pt>
                <c:pt idx="3092">
                  <c:v>-1.5242872182513964E-3</c:v>
                </c:pt>
                <c:pt idx="3093">
                  <c:v>-1.6969693662293327E-3</c:v>
                </c:pt>
                <c:pt idx="3094">
                  <c:v>-1.727192361625583E-3</c:v>
                </c:pt>
                <c:pt idx="3095">
                  <c:v>5.9710886355379483E-5</c:v>
                </c:pt>
                <c:pt idx="3096">
                  <c:v>3.2718757574882172E-4</c:v>
                </c:pt>
                <c:pt idx="3097">
                  <c:v>2.6094684828449144E-4</c:v>
                </c:pt>
                <c:pt idx="3098">
                  <c:v>2.8254921980892502E-4</c:v>
                </c:pt>
                <c:pt idx="3099">
                  <c:v>2.4123936315314441E-4</c:v>
                </c:pt>
                <c:pt idx="3100">
                  <c:v>2.3600092428502337E-4</c:v>
                </c:pt>
                <c:pt idx="3101">
                  <c:v>2.2483133285162903E-4</c:v>
                </c:pt>
                <c:pt idx="3102">
                  <c:v>2.4646650792184432E-4</c:v>
                </c:pt>
                <c:pt idx="3103">
                  <c:v>1.8573461950115497E-4</c:v>
                </c:pt>
                <c:pt idx="3104">
                  <c:v>-6.1981638541431887E-4</c:v>
                </c:pt>
                <c:pt idx="3105">
                  <c:v>-1.7865085600945324E-3</c:v>
                </c:pt>
                <c:pt idx="3106">
                  <c:v>-1.7432712319930808E-3</c:v>
                </c:pt>
                <c:pt idx="3107">
                  <c:v>-1.1997829516373168E-3</c:v>
                </c:pt>
                <c:pt idx="3108">
                  <c:v>-4.3762523199565622E-4</c:v>
                </c:pt>
                <c:pt idx="3109">
                  <c:v>-2.4208841596017999E-4</c:v>
                </c:pt>
                <c:pt idx="3110">
                  <c:v>2.9349290734979397E-2</c:v>
                </c:pt>
                <c:pt idx="3111">
                  <c:v>0.36465068148001162</c:v>
                </c:pt>
                <c:pt idx="3112">
                  <c:v>0.15962177924594784</c:v>
                </c:pt>
                <c:pt idx="3113">
                  <c:v>0.17381376627455372</c:v>
                </c:pt>
                <c:pt idx="3114">
                  <c:v>0.18755115495371422</c:v>
                </c:pt>
                <c:pt idx="3115">
                  <c:v>0.17544348743201191</c:v>
                </c:pt>
                <c:pt idx="3116">
                  <c:v>0.17560122833934952</c:v>
                </c:pt>
                <c:pt idx="3117">
                  <c:v>0.1696519162988368</c:v>
                </c:pt>
                <c:pt idx="3118">
                  <c:v>0.16902961825942101</c:v>
                </c:pt>
                <c:pt idx="3119">
                  <c:v>0.1556472694311784</c:v>
                </c:pt>
                <c:pt idx="3120">
                  <c:v>0.15683540090376741</c:v>
                </c:pt>
                <c:pt idx="3121">
                  <c:v>0.15994256338350726</c:v>
                </c:pt>
                <c:pt idx="3122">
                  <c:v>0.15987998837118375</c:v>
                </c:pt>
                <c:pt idx="3123">
                  <c:v>0.16381165119894395</c:v>
                </c:pt>
                <c:pt idx="3124">
                  <c:v>0.1611225512646326</c:v>
                </c:pt>
                <c:pt idx="3125">
                  <c:v>0.17142915682490933</c:v>
                </c:pt>
                <c:pt idx="3126">
                  <c:v>0.17264121313253267</c:v>
                </c:pt>
                <c:pt idx="3127">
                  <c:v>0.178108942893731</c:v>
                </c:pt>
                <c:pt idx="3128">
                  <c:v>0.23479501779466946</c:v>
                </c:pt>
                <c:pt idx="3129">
                  <c:v>0.13823875887812268</c:v>
                </c:pt>
                <c:pt idx="3130">
                  <c:v>0.12914474413448093</c:v>
                </c:pt>
                <c:pt idx="3131">
                  <c:v>0.10882084734708457</c:v>
                </c:pt>
                <c:pt idx="3132">
                  <c:v>0.11565619878585288</c:v>
                </c:pt>
                <c:pt idx="3133">
                  <c:v>0.13060409714348578</c:v>
                </c:pt>
                <c:pt idx="3134">
                  <c:v>0.13725003862889415</c:v>
                </c:pt>
                <c:pt idx="3135">
                  <c:v>0.15873524617768917</c:v>
                </c:pt>
                <c:pt idx="3136">
                  <c:v>0.14954820314684916</c:v>
                </c:pt>
                <c:pt idx="3137">
                  <c:v>0.15009420862673969</c:v>
                </c:pt>
                <c:pt idx="3138">
                  <c:v>0.14534121566522812</c:v>
                </c:pt>
                <c:pt idx="3139">
                  <c:v>0.14812147555610666</c:v>
                </c:pt>
                <c:pt idx="3140">
                  <c:v>0.15079814297764549</c:v>
                </c:pt>
                <c:pt idx="3141">
                  <c:v>0.15028239855056733</c:v>
                </c:pt>
                <c:pt idx="3142">
                  <c:v>0.14667793645897992</c:v>
                </c:pt>
                <c:pt idx="3143">
                  <c:v>0.1540213819910963</c:v>
                </c:pt>
                <c:pt idx="3144">
                  <c:v>0.16469704359439338</c:v>
                </c:pt>
                <c:pt idx="3145">
                  <c:v>0.18919203166395918</c:v>
                </c:pt>
                <c:pt idx="3146">
                  <c:v>0.20181544167075693</c:v>
                </c:pt>
                <c:pt idx="3147">
                  <c:v>0.20256503167810391</c:v>
                </c:pt>
                <c:pt idx="3148">
                  <c:v>0.20419033350145882</c:v>
                </c:pt>
                <c:pt idx="3149">
                  <c:v>0.20468268894821726</c:v>
                </c:pt>
                <c:pt idx="3150">
                  <c:v>0.22071363635299523</c:v>
                </c:pt>
                <c:pt idx="3151">
                  <c:v>0.22011268323983552</c:v>
                </c:pt>
                <c:pt idx="3152">
                  <c:v>0.23523514275187757</c:v>
                </c:pt>
                <c:pt idx="3153">
                  <c:v>0.24259177602382132</c:v>
                </c:pt>
                <c:pt idx="3154">
                  <c:v>0.21398456442643066</c:v>
                </c:pt>
                <c:pt idx="3155">
                  <c:v>0.17651663695606856</c:v>
                </c:pt>
                <c:pt idx="3156">
                  <c:v>0.18240565182769966</c:v>
                </c:pt>
                <c:pt idx="3157">
                  <c:v>0.19752582893351156</c:v>
                </c:pt>
                <c:pt idx="3158">
                  <c:v>0.18994693185740941</c:v>
                </c:pt>
                <c:pt idx="3159">
                  <c:v>0.20765040075564448</c:v>
                </c:pt>
                <c:pt idx="3160">
                  <c:v>0.21025280029930318</c:v>
                </c:pt>
                <c:pt idx="3161">
                  <c:v>0.20294709041465711</c:v>
                </c:pt>
                <c:pt idx="3162">
                  <c:v>0.19688695451963423</c:v>
                </c:pt>
                <c:pt idx="3163">
                  <c:v>0.18753900729403497</c:v>
                </c:pt>
                <c:pt idx="3164">
                  <c:v>0.18779991166457652</c:v>
                </c:pt>
                <c:pt idx="3165">
                  <c:v>0.17578837325778895</c:v>
                </c:pt>
                <c:pt idx="3166">
                  <c:v>0.16645841019394478</c:v>
                </c:pt>
                <c:pt idx="3167">
                  <c:v>0.16640682411242919</c:v>
                </c:pt>
                <c:pt idx="3168">
                  <c:v>0.17036214675772127</c:v>
                </c:pt>
                <c:pt idx="3169">
                  <c:v>0.16632269045758524</c:v>
                </c:pt>
                <c:pt idx="3170">
                  <c:v>0.14906778955670705</c:v>
                </c:pt>
                <c:pt idx="3171">
                  <c:v>0.13982652098297971</c:v>
                </c:pt>
                <c:pt idx="3172">
                  <c:v>0.13822095880632682</c:v>
                </c:pt>
                <c:pt idx="3173">
                  <c:v>0.12946064609211716</c:v>
                </c:pt>
                <c:pt idx="3174">
                  <c:v>0.12380889317727137</c:v>
                </c:pt>
                <c:pt idx="3175">
                  <c:v>0.12716832361266714</c:v>
                </c:pt>
                <c:pt idx="3176">
                  <c:v>0.13155403642347779</c:v>
                </c:pt>
                <c:pt idx="3177">
                  <c:v>0.14180151703283111</c:v>
                </c:pt>
                <c:pt idx="3178">
                  <c:v>0.16503269711548971</c:v>
                </c:pt>
                <c:pt idx="3179">
                  <c:v>0.17126566134179982</c:v>
                </c:pt>
                <c:pt idx="3180">
                  <c:v>0.16275961812729919</c:v>
                </c:pt>
                <c:pt idx="3181">
                  <c:v>0.15821780627865265</c:v>
                </c:pt>
                <c:pt idx="3182">
                  <c:v>0.14741810306077249</c:v>
                </c:pt>
                <c:pt idx="3183">
                  <c:v>0.15546080777685839</c:v>
                </c:pt>
                <c:pt idx="3184">
                  <c:v>0.17219014510765479</c:v>
                </c:pt>
                <c:pt idx="3185">
                  <c:v>0.15670507069457543</c:v>
                </c:pt>
                <c:pt idx="3186">
                  <c:v>0.17959380370384989</c:v>
                </c:pt>
                <c:pt idx="3187">
                  <c:v>0.17699099319059108</c:v>
                </c:pt>
                <c:pt idx="3188">
                  <c:v>0.18629652985047099</c:v>
                </c:pt>
                <c:pt idx="3189">
                  <c:v>0.20827020323437073</c:v>
                </c:pt>
                <c:pt idx="3190">
                  <c:v>0.22209305928519046</c:v>
                </c:pt>
                <c:pt idx="3191">
                  <c:v>0.23522608067698805</c:v>
                </c:pt>
                <c:pt idx="3192">
                  <c:v>0.24378619871752261</c:v>
                </c:pt>
                <c:pt idx="3193">
                  <c:v>0.25441287597831258</c:v>
                </c:pt>
                <c:pt idx="3194">
                  <c:v>0.26039982736703166</c:v>
                </c:pt>
                <c:pt idx="3195">
                  <c:v>0.26555115961292552</c:v>
                </c:pt>
                <c:pt idx="3196">
                  <c:v>0.27704515121067458</c:v>
                </c:pt>
                <c:pt idx="3197">
                  <c:v>0.28573147342155808</c:v>
                </c:pt>
                <c:pt idx="3198">
                  <c:v>0.2999148450768872</c:v>
                </c:pt>
                <c:pt idx="3199">
                  <c:v>0.31686630238070279</c:v>
                </c:pt>
                <c:pt idx="3200">
                  <c:v>0.27834286527403684</c:v>
                </c:pt>
                <c:pt idx="3201">
                  <c:v>0.262671837476327</c:v>
                </c:pt>
                <c:pt idx="3202">
                  <c:v>0.24471091257320335</c:v>
                </c:pt>
                <c:pt idx="3203">
                  <c:v>0.2325548071059145</c:v>
                </c:pt>
                <c:pt idx="3204">
                  <c:v>0.21463118486349725</c:v>
                </c:pt>
                <c:pt idx="3205">
                  <c:v>0.2167397811505192</c:v>
                </c:pt>
                <c:pt idx="3206">
                  <c:v>0.20868665446035647</c:v>
                </c:pt>
                <c:pt idx="3207">
                  <c:v>0.20307959130564757</c:v>
                </c:pt>
                <c:pt idx="3208">
                  <c:v>0.20244199151400183</c:v>
                </c:pt>
                <c:pt idx="3209">
                  <c:v>0.20364089156032261</c:v>
                </c:pt>
                <c:pt idx="3210">
                  <c:v>0.19755841980962643</c:v>
                </c:pt>
                <c:pt idx="3211">
                  <c:v>0.19079652502206745</c:v>
                </c:pt>
                <c:pt idx="3212">
                  <c:v>0.1873821637647681</c:v>
                </c:pt>
                <c:pt idx="3213">
                  <c:v>0.21472053639742381</c:v>
                </c:pt>
                <c:pt idx="3214">
                  <c:v>0.23221047578489706</c:v>
                </c:pt>
                <c:pt idx="3215">
                  <c:v>0.23533080650152155</c:v>
                </c:pt>
                <c:pt idx="3216">
                  <c:v>0.24209804915225319</c:v>
                </c:pt>
                <c:pt idx="3217">
                  <c:v>0.24519587806837859</c:v>
                </c:pt>
                <c:pt idx="3218">
                  <c:v>0.24238239130730896</c:v>
                </c:pt>
                <c:pt idx="3219">
                  <c:v>0.22253805691729575</c:v>
                </c:pt>
                <c:pt idx="3220">
                  <c:v>0.21811932756603014</c:v>
                </c:pt>
                <c:pt idx="3221">
                  <c:v>0.21894318270508326</c:v>
                </c:pt>
                <c:pt idx="3222">
                  <c:v>0.22057246017036075</c:v>
                </c:pt>
                <c:pt idx="3223">
                  <c:v>0.21769690355375015</c:v>
                </c:pt>
                <c:pt idx="3224">
                  <c:v>0.20929712994102215</c:v>
                </c:pt>
                <c:pt idx="3225">
                  <c:v>0.20418609841946211</c:v>
                </c:pt>
                <c:pt idx="3226">
                  <c:v>0.20055008060817614</c:v>
                </c:pt>
                <c:pt idx="3227">
                  <c:v>0.19548154169035001</c:v>
                </c:pt>
                <c:pt idx="3228">
                  <c:v>0.18553042493021266</c:v>
                </c:pt>
                <c:pt idx="3229">
                  <c:v>0.17302571034333017</c:v>
                </c:pt>
                <c:pt idx="3230">
                  <c:v>0.17372477805705208</c:v>
                </c:pt>
                <c:pt idx="3231">
                  <c:v>0.17246644414846043</c:v>
                </c:pt>
                <c:pt idx="3232">
                  <c:v>0.16925437932676959</c:v>
                </c:pt>
                <c:pt idx="3233">
                  <c:v>0.17877101375583274</c:v>
                </c:pt>
                <c:pt idx="3234">
                  <c:v>0.17410352856194039</c:v>
                </c:pt>
                <c:pt idx="3235">
                  <c:v>0.18473548466391104</c:v>
                </c:pt>
                <c:pt idx="3236">
                  <c:v>0.1785040557143823</c:v>
                </c:pt>
                <c:pt idx="3237">
                  <c:v>0.17708070766507553</c:v>
                </c:pt>
                <c:pt idx="3238">
                  <c:v>0.19335343747481545</c:v>
                </c:pt>
                <c:pt idx="3239">
                  <c:v>0.19283383376655022</c:v>
                </c:pt>
                <c:pt idx="3240">
                  <c:v>0.19014677864545998</c:v>
                </c:pt>
                <c:pt idx="3241">
                  <c:v>0.20311040493672974</c:v>
                </c:pt>
                <c:pt idx="3242">
                  <c:v>0.20314744787103561</c:v>
                </c:pt>
                <c:pt idx="3243">
                  <c:v>0.21048757353246461</c:v>
                </c:pt>
                <c:pt idx="3244">
                  <c:v>0.21759071571178965</c:v>
                </c:pt>
                <c:pt idx="3245">
                  <c:v>0.22252325731318975</c:v>
                </c:pt>
                <c:pt idx="3246">
                  <c:v>0.22001370009104906</c:v>
                </c:pt>
                <c:pt idx="3247">
                  <c:v>0.21194475763310089</c:v>
                </c:pt>
                <c:pt idx="3248">
                  <c:v>0.19552957645190969</c:v>
                </c:pt>
                <c:pt idx="3249">
                  <c:v>0.18377738424835141</c:v>
                </c:pt>
                <c:pt idx="3250">
                  <c:v>0.15794792355144582</c:v>
                </c:pt>
                <c:pt idx="3251">
                  <c:v>0.13558852326596155</c:v>
                </c:pt>
                <c:pt idx="3252">
                  <c:v>0.10200795478219432</c:v>
                </c:pt>
                <c:pt idx="3253">
                  <c:v>7.8344204641001683E-2</c:v>
                </c:pt>
                <c:pt idx="3254">
                  <c:v>9.6343073491214765E-2</c:v>
                </c:pt>
                <c:pt idx="3255">
                  <c:v>0.12402659715924115</c:v>
                </c:pt>
                <c:pt idx="3256">
                  <c:v>0.12802966242924119</c:v>
                </c:pt>
                <c:pt idx="3257">
                  <c:v>0.13628375447451468</c:v>
                </c:pt>
                <c:pt idx="3258">
                  <c:v>0.13920533877263266</c:v>
                </c:pt>
                <c:pt idx="3259">
                  <c:v>0.15698735884198264</c:v>
                </c:pt>
                <c:pt idx="3260">
                  <c:v>0.1670620355626046</c:v>
                </c:pt>
                <c:pt idx="3261">
                  <c:v>0.17671357484367556</c:v>
                </c:pt>
                <c:pt idx="3262">
                  <c:v>0.17741252212797537</c:v>
                </c:pt>
                <c:pt idx="3263">
                  <c:v>0.18282828085320613</c:v>
                </c:pt>
                <c:pt idx="3264">
                  <c:v>0.20819725010259824</c:v>
                </c:pt>
                <c:pt idx="3265">
                  <c:v>0.22502740101701477</c:v>
                </c:pt>
                <c:pt idx="3266">
                  <c:v>0.21459746883654141</c:v>
                </c:pt>
                <c:pt idx="3267">
                  <c:v>0.20877538710398727</c:v>
                </c:pt>
                <c:pt idx="3268">
                  <c:v>0.19663733610534237</c:v>
                </c:pt>
                <c:pt idx="3269">
                  <c:v>0.18105491459198181</c:v>
                </c:pt>
                <c:pt idx="3270">
                  <c:v>0.16904172136560427</c:v>
                </c:pt>
                <c:pt idx="3271">
                  <c:v>0.1596931830668942</c:v>
                </c:pt>
                <c:pt idx="3272">
                  <c:v>0.17384166544916846</c:v>
                </c:pt>
                <c:pt idx="3273">
                  <c:v>0.15975305598097175</c:v>
                </c:pt>
                <c:pt idx="3274">
                  <c:v>0.10135925927703454</c:v>
                </c:pt>
                <c:pt idx="3275">
                  <c:v>8.2565818312969941E-2</c:v>
                </c:pt>
                <c:pt idx="3276">
                  <c:v>7.8198919961634264E-2</c:v>
                </c:pt>
                <c:pt idx="3277">
                  <c:v>0.14019559693686276</c:v>
                </c:pt>
                <c:pt idx="3278">
                  <c:v>0.14093696740781414</c:v>
                </c:pt>
                <c:pt idx="3279">
                  <c:v>0.12198578264143475</c:v>
                </c:pt>
                <c:pt idx="3280">
                  <c:v>0.12644137972928951</c:v>
                </c:pt>
                <c:pt idx="3281">
                  <c:v>0.1344415217919408</c:v>
                </c:pt>
                <c:pt idx="3282">
                  <c:v>0.13924510848959273</c:v>
                </c:pt>
                <c:pt idx="3283">
                  <c:v>0.1259069720181667</c:v>
                </c:pt>
                <c:pt idx="3284">
                  <c:v>0.132114627912019</c:v>
                </c:pt>
                <c:pt idx="3285">
                  <c:v>0.14096601201401299</c:v>
                </c:pt>
                <c:pt idx="3286">
                  <c:v>0.14870156979280763</c:v>
                </c:pt>
                <c:pt idx="3287">
                  <c:v>0.15067605313143578</c:v>
                </c:pt>
                <c:pt idx="3288">
                  <c:v>0.14612930321370363</c:v>
                </c:pt>
                <c:pt idx="3289">
                  <c:v>0.1642153984130108</c:v>
                </c:pt>
                <c:pt idx="3290">
                  <c:v>0.17960703183284302</c:v>
                </c:pt>
                <c:pt idx="3291">
                  <c:v>0.19126770408570093</c:v>
                </c:pt>
                <c:pt idx="3292">
                  <c:v>0.18958994136388427</c:v>
                </c:pt>
                <c:pt idx="3293">
                  <c:v>0.18326558783147781</c:v>
                </c:pt>
                <c:pt idx="3294">
                  <c:v>0.17777916858087506</c:v>
                </c:pt>
                <c:pt idx="3295">
                  <c:v>0.16663397459577525</c:v>
                </c:pt>
                <c:pt idx="3296">
                  <c:v>0.157956360773434</c:v>
                </c:pt>
                <c:pt idx="3297">
                  <c:v>0.13605472337209293</c:v>
                </c:pt>
                <c:pt idx="3298">
                  <c:v>0.13278380499761833</c:v>
                </c:pt>
                <c:pt idx="3299">
                  <c:v>0.11278447548656946</c:v>
                </c:pt>
                <c:pt idx="3300">
                  <c:v>0.10009810005558953</c:v>
                </c:pt>
                <c:pt idx="3301">
                  <c:v>0.11861791375574673</c:v>
                </c:pt>
                <c:pt idx="3302">
                  <c:v>0.14910293112960721</c:v>
                </c:pt>
                <c:pt idx="3303">
                  <c:v>0.16830635435817173</c:v>
                </c:pt>
                <c:pt idx="3304">
                  <c:v>0.20287401066898642</c:v>
                </c:pt>
                <c:pt idx="3305">
                  <c:v>0.16137709407422443</c:v>
                </c:pt>
                <c:pt idx="3306">
                  <c:v>0.14686471519280705</c:v>
                </c:pt>
                <c:pt idx="3307">
                  <c:v>0.1398857058211487</c:v>
                </c:pt>
                <c:pt idx="3308">
                  <c:v>0.13725236650402411</c:v>
                </c:pt>
                <c:pt idx="3309">
                  <c:v>0.12424543223493795</c:v>
                </c:pt>
                <c:pt idx="3310">
                  <c:v>0.12281155153567644</c:v>
                </c:pt>
                <c:pt idx="3311">
                  <c:v>0.17884022273062097</c:v>
                </c:pt>
                <c:pt idx="3312">
                  <c:v>0.15039276091610113</c:v>
                </c:pt>
                <c:pt idx="3313">
                  <c:v>0.16035190319093634</c:v>
                </c:pt>
                <c:pt idx="3314">
                  <c:v>0.14905912613699918</c:v>
                </c:pt>
                <c:pt idx="3315">
                  <c:v>0.14593109880799557</c:v>
                </c:pt>
                <c:pt idx="3316">
                  <c:v>0.14508922759503973</c:v>
                </c:pt>
                <c:pt idx="3317">
                  <c:v>0.14285823451487342</c:v>
                </c:pt>
                <c:pt idx="3318">
                  <c:v>0.14240828806855227</c:v>
                </c:pt>
                <c:pt idx="3319">
                  <c:v>0.14246852558276532</c:v>
                </c:pt>
                <c:pt idx="3320">
                  <c:v>0.14652815880975015</c:v>
                </c:pt>
                <c:pt idx="3321">
                  <c:v>0.15251549351087559</c:v>
                </c:pt>
                <c:pt idx="3322">
                  <c:v>0.15115169928932021</c:v>
                </c:pt>
                <c:pt idx="3323">
                  <c:v>0.15852722191907817</c:v>
                </c:pt>
                <c:pt idx="3324">
                  <c:v>0.15509797515488249</c:v>
                </c:pt>
                <c:pt idx="3325">
                  <c:v>0.15424685685814651</c:v>
                </c:pt>
                <c:pt idx="3326">
                  <c:v>0.16365747820676377</c:v>
                </c:pt>
                <c:pt idx="3327">
                  <c:v>0.16154510988617701</c:v>
                </c:pt>
                <c:pt idx="3328">
                  <c:v>0.16470676153141106</c:v>
                </c:pt>
                <c:pt idx="3329">
                  <c:v>0.17064664103548879</c:v>
                </c:pt>
                <c:pt idx="3330">
                  <c:v>0.1674217504128695</c:v>
                </c:pt>
                <c:pt idx="3331">
                  <c:v>0.17446061486095968</c:v>
                </c:pt>
                <c:pt idx="3332">
                  <c:v>0.17438409610773001</c:v>
                </c:pt>
                <c:pt idx="3333">
                  <c:v>0.17966881869552848</c:v>
                </c:pt>
                <c:pt idx="3334">
                  <c:v>0.18539554490400226</c:v>
                </c:pt>
                <c:pt idx="3335">
                  <c:v>0.11920600771527953</c:v>
                </c:pt>
                <c:pt idx="3336">
                  <c:v>2.9203274347967823E-2</c:v>
                </c:pt>
                <c:pt idx="3337">
                  <c:v>6.9691208790790692E-4</c:v>
                </c:pt>
                <c:pt idx="3338">
                  <c:v>9.1662707137445051E-3</c:v>
                </c:pt>
                <c:pt idx="3339">
                  <c:v>8.6557325242659321E-3</c:v>
                </c:pt>
                <c:pt idx="3340">
                  <c:v>9.1666825096549213E-3</c:v>
                </c:pt>
                <c:pt idx="3341">
                  <c:v>1.6133485751866416E-2</c:v>
                </c:pt>
                <c:pt idx="3342">
                  <c:v>-1.415061414433783E-2</c:v>
                </c:pt>
                <c:pt idx="3343">
                  <c:v>1.6699067197849155E-2</c:v>
                </c:pt>
                <c:pt idx="3344">
                  <c:v>7.7003977774264811E-3</c:v>
                </c:pt>
                <c:pt idx="3345">
                  <c:v>5.9380962836019738E-3</c:v>
                </c:pt>
                <c:pt idx="3346">
                  <c:v>6.3744245016277845E-3</c:v>
                </c:pt>
                <c:pt idx="3347">
                  <c:v>5.5380953656212232E-3</c:v>
                </c:pt>
                <c:pt idx="3348">
                  <c:v>1.140509887161353E-2</c:v>
                </c:pt>
                <c:pt idx="3349">
                  <c:v>1.374416610061766E-2</c:v>
                </c:pt>
                <c:pt idx="3350">
                  <c:v>6.143398245027052E-3</c:v>
                </c:pt>
                <c:pt idx="3351">
                  <c:v>8.6101168098673443E-3</c:v>
                </c:pt>
                <c:pt idx="3352">
                  <c:v>6.9826005986917969E-3</c:v>
                </c:pt>
                <c:pt idx="3353">
                  <c:v>4.6705438807129006E-4</c:v>
                </c:pt>
                <c:pt idx="3354">
                  <c:v>-8.2909041180877965E-3</c:v>
                </c:pt>
                <c:pt idx="3355">
                  <c:v>-1.5562751382782703E-2</c:v>
                </c:pt>
                <c:pt idx="3356">
                  <c:v>-1.738072335335215E-2</c:v>
                </c:pt>
                <c:pt idx="3357">
                  <c:v>-2.1285709070289701E-2</c:v>
                </c:pt>
                <c:pt idx="3358">
                  <c:v>-2.1571405707864727E-2</c:v>
                </c:pt>
                <c:pt idx="3359">
                  <c:v>-1.0271965244572497E-2</c:v>
                </c:pt>
                <c:pt idx="3360">
                  <c:v>-1.205441839597581E-2</c:v>
                </c:pt>
                <c:pt idx="3361">
                  <c:v>-1.2756099847042169E-2</c:v>
                </c:pt>
                <c:pt idx="3362">
                  <c:v>-1.2283090504664118E-2</c:v>
                </c:pt>
                <c:pt idx="3363">
                  <c:v>-1.4664683879378174E-2</c:v>
                </c:pt>
                <c:pt idx="3364">
                  <c:v>-1.3392980284648246E-2</c:v>
                </c:pt>
                <c:pt idx="3365">
                  <c:v>-1.1637815940601912E-2</c:v>
                </c:pt>
                <c:pt idx="3366">
                  <c:v>-1.0975218601919388E-2</c:v>
                </c:pt>
                <c:pt idx="3367">
                  <c:v>-7.6711761043270245E-3</c:v>
                </c:pt>
                <c:pt idx="3368">
                  <c:v>-4.6215297165316076E-3</c:v>
                </c:pt>
                <c:pt idx="3369">
                  <c:v>-6.6004471855112979E-3</c:v>
                </c:pt>
                <c:pt idx="3370">
                  <c:v>-3.2966564108319538E-2</c:v>
                </c:pt>
                <c:pt idx="3371">
                  <c:v>-2.6312747835549787E-2</c:v>
                </c:pt>
                <c:pt idx="3372">
                  <c:v>-2.4947569414026965E-2</c:v>
                </c:pt>
                <c:pt idx="3373">
                  <c:v>-3.0877297811079289E-2</c:v>
                </c:pt>
                <c:pt idx="3374">
                  <c:v>-2.6634391045802137E-2</c:v>
                </c:pt>
                <c:pt idx="3375">
                  <c:v>-7.6704010454305728E-3</c:v>
                </c:pt>
                <c:pt idx="3376">
                  <c:v>-1.6640576889345973E-2</c:v>
                </c:pt>
                <c:pt idx="3377">
                  <c:v>-2.819356552126635E-2</c:v>
                </c:pt>
                <c:pt idx="3378">
                  <c:v>-8.4260820207853696E-3</c:v>
                </c:pt>
                <c:pt idx="3379">
                  <c:v>-1.6188030844469261E-2</c:v>
                </c:pt>
                <c:pt idx="3380">
                  <c:v>-1.4529147076425691E-2</c:v>
                </c:pt>
                <c:pt idx="3381">
                  <c:v>-2.0767357736577115E-2</c:v>
                </c:pt>
                <c:pt idx="3382">
                  <c:v>-1.6474332685391013E-2</c:v>
                </c:pt>
                <c:pt idx="3383">
                  <c:v>-1.4565257463435797E-2</c:v>
                </c:pt>
                <c:pt idx="3384">
                  <c:v>-2.5998676719633202E-2</c:v>
                </c:pt>
                <c:pt idx="3385">
                  <c:v>-1.3586135992558349E-2</c:v>
                </c:pt>
                <c:pt idx="3386">
                  <c:v>-3.2549378732226894E-2</c:v>
                </c:pt>
                <c:pt idx="3387">
                  <c:v>-1.6428663222777363E-5</c:v>
                </c:pt>
                <c:pt idx="3388">
                  <c:v>-2.9435831929219055E-2</c:v>
                </c:pt>
                <c:pt idx="3389">
                  <c:v>-1.9327396308102797E-2</c:v>
                </c:pt>
                <c:pt idx="3390">
                  <c:v>-6.1416902084057024E-3</c:v>
                </c:pt>
                <c:pt idx="3391">
                  <c:v>-1.8058665046403521E-2</c:v>
                </c:pt>
                <c:pt idx="3392">
                  <c:v>-1.7440445011875371E-2</c:v>
                </c:pt>
                <c:pt idx="3393">
                  <c:v>-2.1473293681275377E-2</c:v>
                </c:pt>
                <c:pt idx="3394">
                  <c:v>-1.9649378370101826E-2</c:v>
                </c:pt>
                <c:pt idx="3395">
                  <c:v>-1.5461910861261693E-2</c:v>
                </c:pt>
                <c:pt idx="3396">
                  <c:v>-1.5088121813724866E-2</c:v>
                </c:pt>
                <c:pt idx="3397">
                  <c:v>-2.0537597185411184E-2</c:v>
                </c:pt>
                <c:pt idx="3398">
                  <c:v>-1.4146113848123061E-2</c:v>
                </c:pt>
                <c:pt idx="3399">
                  <c:v>-1.8597544426159032E-2</c:v>
                </c:pt>
                <c:pt idx="3400">
                  <c:v>-1.8397905152465487E-2</c:v>
                </c:pt>
                <c:pt idx="3401">
                  <c:v>-8.8091659006982355E-3</c:v>
                </c:pt>
                <c:pt idx="3402">
                  <c:v>-7.3528201116842742E-3</c:v>
                </c:pt>
                <c:pt idx="3403">
                  <c:v>-1.531432375474719E-2</c:v>
                </c:pt>
                <c:pt idx="3404">
                  <c:v>-1.4047990362960356E-2</c:v>
                </c:pt>
                <c:pt idx="3405">
                  <c:v>-1.0617764583455218E-2</c:v>
                </c:pt>
                <c:pt idx="3406">
                  <c:v>-9.4568009638700493E-3</c:v>
                </c:pt>
                <c:pt idx="3407">
                  <c:v>-1.2563787365193367E-2</c:v>
                </c:pt>
                <c:pt idx="3408">
                  <c:v>-8.8814021186088745E-3</c:v>
                </c:pt>
                <c:pt idx="3409">
                  <c:v>-7.1375906573946579E-3</c:v>
                </c:pt>
                <c:pt idx="3410">
                  <c:v>1.4213392484862838E-3</c:v>
                </c:pt>
                <c:pt idx="3411">
                  <c:v>-9.7400579989029689E-3</c:v>
                </c:pt>
                <c:pt idx="3412">
                  <c:v>-1.0460900502439674E-2</c:v>
                </c:pt>
                <c:pt idx="3413">
                  <c:v>-1.4246659228407611E-2</c:v>
                </c:pt>
                <c:pt idx="3414">
                  <c:v>-1.7504968980566415E-2</c:v>
                </c:pt>
                <c:pt idx="3415">
                  <c:v>-1.1736692955977956E-2</c:v>
                </c:pt>
                <c:pt idx="3416">
                  <c:v>-1.5061109424650086E-2</c:v>
                </c:pt>
                <c:pt idx="3417">
                  <c:v>5.0391077669358041E-3</c:v>
                </c:pt>
                <c:pt idx="3418">
                  <c:v>5.8502113766646918E-3</c:v>
                </c:pt>
                <c:pt idx="3419">
                  <c:v>-5.0053200619226846E-3</c:v>
                </c:pt>
                <c:pt idx="3420">
                  <c:v>-2.0178417539907904E-2</c:v>
                </c:pt>
                <c:pt idx="3421">
                  <c:v>-1.3934845096654434E-2</c:v>
                </c:pt>
                <c:pt idx="3422">
                  <c:v>-4.004566031010711E-2</c:v>
                </c:pt>
                <c:pt idx="3423">
                  <c:v>-9.8766869964183497E-3</c:v>
                </c:pt>
                <c:pt idx="3424">
                  <c:v>-1.5109700249052773E-2</c:v>
                </c:pt>
                <c:pt idx="3425">
                  <c:v>-1.9018423511461768E-2</c:v>
                </c:pt>
                <c:pt idx="3426">
                  <c:v>-1.48973043314009E-2</c:v>
                </c:pt>
                <c:pt idx="3427">
                  <c:v>-1.4224384384303006E-2</c:v>
                </c:pt>
                <c:pt idx="3428">
                  <c:v>-1.7152535415595603E-2</c:v>
                </c:pt>
                <c:pt idx="3429">
                  <c:v>-1.3958751057631391E-2</c:v>
                </c:pt>
                <c:pt idx="3430">
                  <c:v>-1.7599173604108089E-2</c:v>
                </c:pt>
                <c:pt idx="3431">
                  <c:v>-1.0551031508361149E-2</c:v>
                </c:pt>
                <c:pt idx="3432">
                  <c:v>-7.1196101816937574E-3</c:v>
                </c:pt>
                <c:pt idx="3433">
                  <c:v>2.355865164163065E-3</c:v>
                </c:pt>
                <c:pt idx="3434">
                  <c:v>5.8803547987802398E-3</c:v>
                </c:pt>
                <c:pt idx="3435">
                  <c:v>6.0267345003129835E-3</c:v>
                </c:pt>
                <c:pt idx="3436">
                  <c:v>4.8026562863764553E-3</c:v>
                </c:pt>
                <c:pt idx="3437">
                  <c:v>4.4462071608227611E-3</c:v>
                </c:pt>
                <c:pt idx="3438">
                  <c:v>2.6704439394221631E-3</c:v>
                </c:pt>
                <c:pt idx="3439">
                  <c:v>3.2218892886639321E-3</c:v>
                </c:pt>
                <c:pt idx="3440">
                  <c:v>1.1105173816787075E-2</c:v>
                </c:pt>
                <c:pt idx="3441">
                  <c:v>8.4525356722935634E-3</c:v>
                </c:pt>
                <c:pt idx="3442">
                  <c:v>1.3187269860298419E-2</c:v>
                </c:pt>
                <c:pt idx="3443">
                  <c:v>1.5987350567650299E-2</c:v>
                </c:pt>
                <c:pt idx="3444">
                  <c:v>1.3619084562650922E-2</c:v>
                </c:pt>
                <c:pt idx="3445">
                  <c:v>1.6556156386349167E-2</c:v>
                </c:pt>
                <c:pt idx="3446">
                  <c:v>1.4667200621055245E-2</c:v>
                </c:pt>
                <c:pt idx="3447">
                  <c:v>1.6735396308050696E-2</c:v>
                </c:pt>
                <c:pt idx="3448">
                  <c:v>1.5834141440761066E-2</c:v>
                </c:pt>
                <c:pt idx="3449">
                  <c:v>1.2891741707942715E-2</c:v>
                </c:pt>
                <c:pt idx="3450">
                  <c:v>1.2515507830584392E-2</c:v>
                </c:pt>
                <c:pt idx="3451">
                  <c:v>-1.6590493781801489E-2</c:v>
                </c:pt>
                <c:pt idx="3452">
                  <c:v>-1.6609259273671469E-2</c:v>
                </c:pt>
                <c:pt idx="3453">
                  <c:v>-1.6618812814064642E-2</c:v>
                </c:pt>
                <c:pt idx="3454">
                  <c:v>-1.4781250473735885E-2</c:v>
                </c:pt>
                <c:pt idx="3455">
                  <c:v>-1.3550814804544989E-2</c:v>
                </c:pt>
                <c:pt idx="3456">
                  <c:v>-2.4406625427686887E-2</c:v>
                </c:pt>
                <c:pt idx="3457">
                  <c:v>-2.1816058867881401E-2</c:v>
                </c:pt>
                <c:pt idx="3458">
                  <c:v>-2.6418041552927568E-2</c:v>
                </c:pt>
                <c:pt idx="3459">
                  <c:v>-2.0207913674082614E-2</c:v>
                </c:pt>
                <c:pt idx="3460">
                  <c:v>-1.9698460846156778E-2</c:v>
                </c:pt>
                <c:pt idx="3461">
                  <c:v>-1.9336554090507708E-2</c:v>
                </c:pt>
                <c:pt idx="3462">
                  <c:v>-2.3412094815425565E-2</c:v>
                </c:pt>
                <c:pt idx="3463">
                  <c:v>-2.8759721304086362E-2</c:v>
                </c:pt>
                <c:pt idx="3464">
                  <c:v>-1.9627333795830895E-2</c:v>
                </c:pt>
                <c:pt idx="3465">
                  <c:v>-1.5860690971718508E-2</c:v>
                </c:pt>
                <c:pt idx="3466">
                  <c:v>-1.5410779559246425E-2</c:v>
                </c:pt>
                <c:pt idx="3467">
                  <c:v>-2.0157946646198664E-2</c:v>
                </c:pt>
                <c:pt idx="3468">
                  <c:v>-1.6315715426806553E-2</c:v>
                </c:pt>
                <c:pt idx="3469">
                  <c:v>-1.0306101799577683E-2</c:v>
                </c:pt>
                <c:pt idx="3470">
                  <c:v>-2.9670350161679255E-2</c:v>
                </c:pt>
                <c:pt idx="3471">
                  <c:v>-1.7286274494541357E-2</c:v>
                </c:pt>
                <c:pt idx="3472">
                  <c:v>-1.4275716721489223E-2</c:v>
                </c:pt>
                <c:pt idx="3473">
                  <c:v>-1.4801491592324689E-2</c:v>
                </c:pt>
                <c:pt idx="3474">
                  <c:v>-1.6921323733671313E-2</c:v>
                </c:pt>
                <c:pt idx="3475">
                  <c:v>-2.0213850152507481E-2</c:v>
                </c:pt>
                <c:pt idx="3476">
                  <c:v>-2.156006436906489E-2</c:v>
                </c:pt>
                <c:pt idx="3477">
                  <c:v>-2.220278436564645E-2</c:v>
                </c:pt>
                <c:pt idx="3478">
                  <c:v>-1.7881360429544416E-2</c:v>
                </c:pt>
                <c:pt idx="3479">
                  <c:v>-1.9169451690333378E-2</c:v>
                </c:pt>
                <c:pt idx="3480">
                  <c:v>-1.7549085609854589E-2</c:v>
                </c:pt>
                <c:pt idx="3481">
                  <c:v>-1.8392910661332602E-2</c:v>
                </c:pt>
                <c:pt idx="3482">
                  <c:v>-1.8870676026766394E-2</c:v>
                </c:pt>
                <c:pt idx="3483">
                  <c:v>-2.0326728569296178E-2</c:v>
                </c:pt>
                <c:pt idx="3484">
                  <c:v>-1.8572134378112729E-2</c:v>
                </c:pt>
                <c:pt idx="3485">
                  <c:v>-1.7387466889306202E-2</c:v>
                </c:pt>
                <c:pt idx="3486">
                  <c:v>-1.5152594334990697E-2</c:v>
                </c:pt>
                <c:pt idx="3487">
                  <c:v>-2.4061216445479486E-2</c:v>
                </c:pt>
                <c:pt idx="3488">
                  <c:v>-2.6013149574579987E-2</c:v>
                </c:pt>
                <c:pt idx="3489">
                  <c:v>-5.9679717656722642E-3</c:v>
                </c:pt>
                <c:pt idx="3490">
                  <c:v>8.7116198399050521E-3</c:v>
                </c:pt>
                <c:pt idx="3491">
                  <c:v>1.1573439412047368E-2</c:v>
                </c:pt>
                <c:pt idx="3492">
                  <c:v>1.7217437474561176E-3</c:v>
                </c:pt>
                <c:pt idx="3493">
                  <c:v>-7.9001171626907479E-3</c:v>
                </c:pt>
                <c:pt idx="3494">
                  <c:v>-2.1268779468799806E-2</c:v>
                </c:pt>
                <c:pt idx="3495">
                  <c:v>-2.3972093025398863E-2</c:v>
                </c:pt>
                <c:pt idx="3496">
                  <c:v>-2.651909760885883E-2</c:v>
                </c:pt>
                <c:pt idx="3497">
                  <c:v>-2.6044415421149922E-2</c:v>
                </c:pt>
                <c:pt idx="3498">
                  <c:v>-2.8145833811555568E-2</c:v>
                </c:pt>
                <c:pt idx="3499">
                  <c:v>-2.940140152441802E-2</c:v>
                </c:pt>
                <c:pt idx="3500">
                  <c:v>-2.7321184392141106E-2</c:v>
                </c:pt>
                <c:pt idx="3501">
                  <c:v>-2.6270538319072306E-2</c:v>
                </c:pt>
                <c:pt idx="3502">
                  <c:v>-2.527053514669297E-2</c:v>
                </c:pt>
                <c:pt idx="3503">
                  <c:v>-2.4050264817000261E-2</c:v>
                </c:pt>
                <c:pt idx="3504">
                  <c:v>-1.9931377038282419E-2</c:v>
                </c:pt>
                <c:pt idx="3505">
                  <c:v>-1.9653152379671412E-2</c:v>
                </c:pt>
                <c:pt idx="3506">
                  <c:v>-1.9432232412332814E-2</c:v>
                </c:pt>
                <c:pt idx="3507">
                  <c:v>-2.0451379115376343E-2</c:v>
                </c:pt>
                <c:pt idx="3508">
                  <c:v>-2.006930670624648E-2</c:v>
                </c:pt>
                <c:pt idx="3509">
                  <c:v>-2.1568607077348249E-2</c:v>
                </c:pt>
                <c:pt idx="3510">
                  <c:v>-1.8344470812891478E-2</c:v>
                </c:pt>
                <c:pt idx="3511">
                  <c:v>-2.5286350404015102E-2</c:v>
                </c:pt>
                <c:pt idx="3512">
                  <c:v>-2.004462773312311E-2</c:v>
                </c:pt>
                <c:pt idx="3513">
                  <c:v>-2.8305582296254576E-2</c:v>
                </c:pt>
                <c:pt idx="3514">
                  <c:v>-2.6614055135415957E-2</c:v>
                </c:pt>
                <c:pt idx="3515">
                  <c:v>-2.0956047885690159E-2</c:v>
                </c:pt>
                <c:pt idx="3516">
                  <c:v>-2.2765573960597554E-2</c:v>
                </c:pt>
                <c:pt idx="3517">
                  <c:v>-2.1811896186653048E-2</c:v>
                </c:pt>
                <c:pt idx="3518">
                  <c:v>-1.7578685977610808E-2</c:v>
                </c:pt>
                <c:pt idx="3519">
                  <c:v>-1.844559564147133E-2</c:v>
                </c:pt>
                <c:pt idx="3520">
                  <c:v>-1.8376035659289053E-2</c:v>
                </c:pt>
                <c:pt idx="3521">
                  <c:v>-2.2169395483029458E-2</c:v>
                </c:pt>
                <c:pt idx="3522">
                  <c:v>-2.4441984325158383E-2</c:v>
                </c:pt>
                <c:pt idx="3523">
                  <c:v>-2.6087229254093118E-2</c:v>
                </c:pt>
                <c:pt idx="3524">
                  <c:v>-2.3263678357917032E-2</c:v>
                </c:pt>
                <c:pt idx="3525">
                  <c:v>-2.1252407596100441E-2</c:v>
                </c:pt>
                <c:pt idx="3526">
                  <c:v>-1.7745123729056463E-2</c:v>
                </c:pt>
                <c:pt idx="3527">
                  <c:v>-1.8706957025209119E-2</c:v>
                </c:pt>
                <c:pt idx="3528">
                  <c:v>-1.9024254364730368E-2</c:v>
                </c:pt>
                <c:pt idx="3529">
                  <c:v>-2.1069018248693776E-2</c:v>
                </c:pt>
                <c:pt idx="3530">
                  <c:v>-2.4066522659572244E-2</c:v>
                </c:pt>
                <c:pt idx="3531">
                  <c:v>-2.729155872164557E-2</c:v>
                </c:pt>
                <c:pt idx="3532">
                  <c:v>-2.4849276012921834E-2</c:v>
                </c:pt>
                <c:pt idx="3533">
                  <c:v>-2.0168307539404448E-2</c:v>
                </c:pt>
                <c:pt idx="3534">
                  <c:v>-2.0268822770796568E-2</c:v>
                </c:pt>
                <c:pt idx="3535">
                  <c:v>-1.9399554274245331E-2</c:v>
                </c:pt>
                <c:pt idx="3536">
                  <c:v>-2.0171069042676834E-2</c:v>
                </c:pt>
                <c:pt idx="3537">
                  <c:v>-2.2907913724066097E-2</c:v>
                </c:pt>
                <c:pt idx="3538">
                  <c:v>-2.2889390071527838E-2</c:v>
                </c:pt>
                <c:pt idx="3539">
                  <c:v>-2.1775844528924823E-2</c:v>
                </c:pt>
                <c:pt idx="3540">
                  <c:v>-2.2829512184584923E-2</c:v>
                </c:pt>
                <c:pt idx="3541">
                  <c:v>-2.424774702783767E-2</c:v>
                </c:pt>
                <c:pt idx="3542">
                  <c:v>-1.9667717390064923E-2</c:v>
                </c:pt>
                <c:pt idx="3543">
                  <c:v>-2.2029255433230074E-2</c:v>
                </c:pt>
                <c:pt idx="3544">
                  <c:v>-2.1510192677195245E-2</c:v>
                </c:pt>
                <c:pt idx="3545">
                  <c:v>-1.6341839821590983E-2</c:v>
                </c:pt>
                <c:pt idx="3546">
                  <c:v>-1.7986595804857671E-2</c:v>
                </c:pt>
                <c:pt idx="3547">
                  <c:v>-1.542293237847484E-2</c:v>
                </c:pt>
                <c:pt idx="3548">
                  <c:v>-1.5338679265088513E-2</c:v>
                </c:pt>
                <c:pt idx="3549">
                  <c:v>-2.2095732715058922E-2</c:v>
                </c:pt>
                <c:pt idx="3550">
                  <c:v>-3.0843435965919552E-2</c:v>
                </c:pt>
                <c:pt idx="3551">
                  <c:v>-2.19960483530682E-2</c:v>
                </c:pt>
                <c:pt idx="3552">
                  <c:v>-1.9549205422187847E-2</c:v>
                </c:pt>
                <c:pt idx="3553">
                  <c:v>-2.3412251093828811E-2</c:v>
                </c:pt>
                <c:pt idx="3554">
                  <c:v>-2.4214583631267841E-2</c:v>
                </c:pt>
                <c:pt idx="3555">
                  <c:v>-1.9627829292125393E-2</c:v>
                </c:pt>
                <c:pt idx="3556">
                  <c:v>-4.1571594790022787E-2</c:v>
                </c:pt>
                <c:pt idx="3557">
                  <c:v>-2.2186008787769714E-2</c:v>
                </c:pt>
                <c:pt idx="3558">
                  <c:v>6.9384657238759416E-4</c:v>
                </c:pt>
                <c:pt idx="3559">
                  <c:v>1.5054212933213243E-3</c:v>
                </c:pt>
                <c:pt idx="3560">
                  <c:v>6.0207561301383761E-3</c:v>
                </c:pt>
                <c:pt idx="3561">
                  <c:v>7.3537055517763038E-3</c:v>
                </c:pt>
                <c:pt idx="3562">
                  <c:v>5.1381528029567905E-3</c:v>
                </c:pt>
                <c:pt idx="3563">
                  <c:v>4.3259108225517226E-3</c:v>
                </c:pt>
                <c:pt idx="3564">
                  <c:v>3.065520767544387E-3</c:v>
                </c:pt>
                <c:pt idx="3565">
                  <c:v>2.6347274335166608E-3</c:v>
                </c:pt>
                <c:pt idx="3566">
                  <c:v>2.066458486880602E-3</c:v>
                </c:pt>
                <c:pt idx="3567">
                  <c:v>1.5148895576622421E-3</c:v>
                </c:pt>
                <c:pt idx="3568">
                  <c:v>1.3697858210690076E-3</c:v>
                </c:pt>
                <c:pt idx="3569">
                  <c:v>1.8003513527316654E-3</c:v>
                </c:pt>
                <c:pt idx="3570">
                  <c:v>1.0624924069493457E-3</c:v>
                </c:pt>
                <c:pt idx="3571">
                  <c:v>9.4228219177712219E-4</c:v>
                </c:pt>
                <c:pt idx="3572">
                  <c:v>6.7158092455802049E-4</c:v>
                </c:pt>
                <c:pt idx="3573">
                  <c:v>6.0958476045106869E-4</c:v>
                </c:pt>
                <c:pt idx="3574">
                  <c:v>3.6386263462817662E-4</c:v>
                </c:pt>
                <c:pt idx="3575">
                  <c:v>2.4844259367068567E-4</c:v>
                </c:pt>
                <c:pt idx="3576">
                  <c:v>1.5512807659856859E-4</c:v>
                </c:pt>
                <c:pt idx="3577">
                  <c:v>2.9516448696395619E-4</c:v>
                </c:pt>
                <c:pt idx="3578">
                  <c:v>2.8568114049079367E-4</c:v>
                </c:pt>
                <c:pt idx="3579">
                  <c:v>2.2763904015186823E-4</c:v>
                </c:pt>
                <c:pt idx="3580">
                  <c:v>-3.4302736956461966E-2</c:v>
                </c:pt>
                <c:pt idx="3581">
                  <c:v>-4.4478500232848515E-2</c:v>
                </c:pt>
                <c:pt idx="3582">
                  <c:v>-4.3534866204809668E-2</c:v>
                </c:pt>
                <c:pt idx="3583">
                  <c:v>-5.2383616998626946E-2</c:v>
                </c:pt>
                <c:pt idx="3584">
                  <c:v>-3.9521345450775562E-2</c:v>
                </c:pt>
                <c:pt idx="3585">
                  <c:v>-5.0840789886251847E-2</c:v>
                </c:pt>
                <c:pt idx="3586">
                  <c:v>1.0455422668224761E-2</c:v>
                </c:pt>
                <c:pt idx="3587">
                  <c:v>-4.5163888385456208E-2</c:v>
                </c:pt>
                <c:pt idx="3588">
                  <c:v>4.2037952634831196E-3</c:v>
                </c:pt>
                <c:pt idx="3589">
                  <c:v>-3.7115032788494129E-3</c:v>
                </c:pt>
                <c:pt idx="3590">
                  <c:v>-5.0217592645012313E-2</c:v>
                </c:pt>
                <c:pt idx="3591">
                  <c:v>-6.4896462959755132E-3</c:v>
                </c:pt>
                <c:pt idx="3592">
                  <c:v>-5.2820578114205742E-2</c:v>
                </c:pt>
                <c:pt idx="3593">
                  <c:v>-6.8819237983722007E-3</c:v>
                </c:pt>
                <c:pt idx="3594">
                  <c:v>1.6492428056923865E-2</c:v>
                </c:pt>
                <c:pt idx="3595">
                  <c:v>1.7968364239340586E-2</c:v>
                </c:pt>
                <c:pt idx="3596">
                  <c:v>-2.8207564420130313E-2</c:v>
                </c:pt>
                <c:pt idx="3597">
                  <c:v>-1.720700237475397E-2</c:v>
                </c:pt>
                <c:pt idx="3598">
                  <c:v>-5.3726247246139558E-2</c:v>
                </c:pt>
                <c:pt idx="3599">
                  <c:v>-1.401113433950351E-2</c:v>
                </c:pt>
                <c:pt idx="3600">
                  <c:v>-4.0556148400761487E-2</c:v>
                </c:pt>
                <c:pt idx="3601">
                  <c:v>-4.2778355343416612E-2</c:v>
                </c:pt>
                <c:pt idx="3602">
                  <c:v>-2.110466953733996E-2</c:v>
                </c:pt>
                <c:pt idx="3603">
                  <c:v>-1.9036152123660364E-2</c:v>
                </c:pt>
                <c:pt idx="3604">
                  <c:v>1.8827794503652232E-3</c:v>
                </c:pt>
                <c:pt idx="3605">
                  <c:v>-2.0811295826722392E-2</c:v>
                </c:pt>
                <c:pt idx="3606">
                  <c:v>-2.7600507964984471E-3</c:v>
                </c:pt>
                <c:pt idx="3607">
                  <c:v>-2.7337230011158342E-2</c:v>
                </c:pt>
                <c:pt idx="3608">
                  <c:v>-4.5696115020487448E-2</c:v>
                </c:pt>
                <c:pt idx="3609">
                  <c:v>-2.1349990291052598E-2</c:v>
                </c:pt>
                <c:pt idx="3610">
                  <c:v>-7.0417526697077095E-3</c:v>
                </c:pt>
                <c:pt idx="3611">
                  <c:v>-2.7804036252694501E-2</c:v>
                </c:pt>
                <c:pt idx="3612">
                  <c:v>-2.7120533574950846E-2</c:v>
                </c:pt>
                <c:pt idx="3613">
                  <c:v>4.0412190873512471E-4</c:v>
                </c:pt>
                <c:pt idx="3614">
                  <c:v>-3.5547833890646849E-2</c:v>
                </c:pt>
                <c:pt idx="3615">
                  <c:v>1.0227027237348418E-2</c:v>
                </c:pt>
                <c:pt idx="3616">
                  <c:v>-7.4303435313395842E-3</c:v>
                </c:pt>
                <c:pt idx="3617">
                  <c:v>-8.5138520576356277E-3</c:v>
                </c:pt>
                <c:pt idx="3618">
                  <c:v>-1.3258869108518175E-2</c:v>
                </c:pt>
                <c:pt idx="3619">
                  <c:v>-3.3077129976302716E-2</c:v>
                </c:pt>
                <c:pt idx="3620">
                  <c:v>-2.2169712135533929E-2</c:v>
                </c:pt>
                <c:pt idx="3621">
                  <c:v>-1.3448243629889627E-2</c:v>
                </c:pt>
                <c:pt idx="3622">
                  <c:v>-1.0229638100349674E-2</c:v>
                </c:pt>
                <c:pt idx="3623">
                  <c:v>-1.1424464574848476E-3</c:v>
                </c:pt>
                <c:pt idx="3624">
                  <c:v>-1.8319658147428121E-2</c:v>
                </c:pt>
                <c:pt idx="3625">
                  <c:v>-1.8015180093554701E-2</c:v>
                </c:pt>
                <c:pt idx="3626">
                  <c:v>-2.2159417499752105E-2</c:v>
                </c:pt>
                <c:pt idx="3627">
                  <c:v>-2.0991305230286344E-2</c:v>
                </c:pt>
                <c:pt idx="3628">
                  <c:v>-2.3538677303260473E-2</c:v>
                </c:pt>
                <c:pt idx="3629">
                  <c:v>-2.2648793580855347E-2</c:v>
                </c:pt>
                <c:pt idx="3630">
                  <c:v>-2.2244967312048038E-2</c:v>
                </c:pt>
                <c:pt idx="3631">
                  <c:v>-1.7136823373408046E-2</c:v>
                </c:pt>
                <c:pt idx="3632">
                  <c:v>-2.6024463524900482E-2</c:v>
                </c:pt>
                <c:pt idx="3633">
                  <c:v>-1.1857406135774603E-2</c:v>
                </c:pt>
                <c:pt idx="3634">
                  <c:v>8.807559231137102E-3</c:v>
                </c:pt>
                <c:pt idx="3635">
                  <c:v>8.6171443518782836E-3</c:v>
                </c:pt>
                <c:pt idx="3636">
                  <c:v>-1.1490225254188602E-2</c:v>
                </c:pt>
                <c:pt idx="3637">
                  <c:v>-6.5749618151361164E-3</c:v>
                </c:pt>
                <c:pt idx="3638">
                  <c:v>2.3844372359816076E-3</c:v>
                </c:pt>
                <c:pt idx="3639">
                  <c:v>-8.4677376619950659E-3</c:v>
                </c:pt>
                <c:pt idx="3640">
                  <c:v>-1.0531088142961399E-2</c:v>
                </c:pt>
                <c:pt idx="3641">
                  <c:v>2.5288090426957605E-3</c:v>
                </c:pt>
                <c:pt idx="3642">
                  <c:v>-1.1991775354189035E-2</c:v>
                </c:pt>
                <c:pt idx="3643">
                  <c:v>-2.5476660456746153E-2</c:v>
                </c:pt>
                <c:pt idx="3644">
                  <c:v>-2.426172988438292E-2</c:v>
                </c:pt>
                <c:pt idx="3645">
                  <c:v>-7.5503185300979546E-3</c:v>
                </c:pt>
                <c:pt idx="3646">
                  <c:v>-3.9850225797012882E-3</c:v>
                </c:pt>
                <c:pt idx="3647">
                  <c:v>-1.8368120635219715E-2</c:v>
                </c:pt>
                <c:pt idx="3648">
                  <c:v>-1.7614215619563448E-2</c:v>
                </c:pt>
                <c:pt idx="3649">
                  <c:v>-1.5420196550092493E-2</c:v>
                </c:pt>
                <c:pt idx="3650">
                  <c:v>-1.5096523958746591E-2</c:v>
                </c:pt>
                <c:pt idx="3651">
                  <c:v>-1.6598117714870082E-2</c:v>
                </c:pt>
                <c:pt idx="3652">
                  <c:v>-1.69248036952445E-2</c:v>
                </c:pt>
                <c:pt idx="3653">
                  <c:v>-1.7471438044021952E-2</c:v>
                </c:pt>
                <c:pt idx="3654">
                  <c:v>-1.9333678467677612E-2</c:v>
                </c:pt>
                <c:pt idx="3655">
                  <c:v>-2.7745025178216781E-2</c:v>
                </c:pt>
                <c:pt idx="3656">
                  <c:v>-4.23406230167994E-3</c:v>
                </c:pt>
                <c:pt idx="3657">
                  <c:v>-2.1394217199876244E-2</c:v>
                </c:pt>
                <c:pt idx="3658">
                  <c:v>-3.6970643270300648E-3</c:v>
                </c:pt>
                <c:pt idx="3659">
                  <c:v>-2.9914089217602517E-2</c:v>
                </c:pt>
                <c:pt idx="3660">
                  <c:v>2.0177864542798685E-2</c:v>
                </c:pt>
                <c:pt idx="3661">
                  <c:v>-4.6174582999355882E-3</c:v>
                </c:pt>
                <c:pt idx="3662">
                  <c:v>-8.8450393531102397E-3</c:v>
                </c:pt>
                <c:pt idx="3663">
                  <c:v>-1.3369578124787429E-2</c:v>
                </c:pt>
                <c:pt idx="3664">
                  <c:v>3.5798475397594184E-4</c:v>
                </c:pt>
                <c:pt idx="3665">
                  <c:v>3.938045440096025E-3</c:v>
                </c:pt>
                <c:pt idx="3666">
                  <c:v>-2.173602580227783E-2</c:v>
                </c:pt>
                <c:pt idx="3667">
                  <c:v>-1.8186941248449908E-2</c:v>
                </c:pt>
                <c:pt idx="3668">
                  <c:v>-9.1819326962841261E-3</c:v>
                </c:pt>
                <c:pt idx="3669">
                  <c:v>-4.8950539240844235E-3</c:v>
                </c:pt>
                <c:pt idx="3670">
                  <c:v>-2.1168899957174771E-2</c:v>
                </c:pt>
                <c:pt idx="3671">
                  <c:v>-1.4139896531766859E-2</c:v>
                </c:pt>
                <c:pt idx="3672">
                  <c:v>-2.1651164922665979E-2</c:v>
                </c:pt>
                <c:pt idx="3673">
                  <c:v>-3.0248813014348008E-2</c:v>
                </c:pt>
                <c:pt idx="3674">
                  <c:v>-2.4678878891129213E-2</c:v>
                </c:pt>
                <c:pt idx="3675">
                  <c:v>-1.7631760575988001E-3</c:v>
                </c:pt>
                <c:pt idx="3676">
                  <c:v>-4.9632797071215713E-2</c:v>
                </c:pt>
                <c:pt idx="3677">
                  <c:v>-5.406057205121173E-2</c:v>
                </c:pt>
                <c:pt idx="3678">
                  <c:v>-5.034402170912302E-2</c:v>
                </c:pt>
                <c:pt idx="3679">
                  <c:v>-3.1328178404050187E-2</c:v>
                </c:pt>
                <c:pt idx="3680">
                  <c:v>6.1510861781717953E-4</c:v>
                </c:pt>
                <c:pt idx="3681">
                  <c:v>3.8902874994717561E-3</c:v>
                </c:pt>
                <c:pt idx="3682">
                  <c:v>-8.9055334229317935E-5</c:v>
                </c:pt>
                <c:pt idx="3683">
                  <c:v>-3.11703529799106E-3</c:v>
                </c:pt>
                <c:pt idx="3684">
                  <c:v>-4.3678749907655407E-3</c:v>
                </c:pt>
                <c:pt idx="3685">
                  <c:v>-3.9665523087065453E-2</c:v>
                </c:pt>
                <c:pt idx="3686">
                  <c:v>-4.49967072127547E-2</c:v>
                </c:pt>
                <c:pt idx="3687">
                  <c:v>-2.9312526460427892E-2</c:v>
                </c:pt>
                <c:pt idx="3688">
                  <c:v>-3.7959198784294414E-2</c:v>
                </c:pt>
                <c:pt idx="3689">
                  <c:v>-8.204030211729791E-3</c:v>
                </c:pt>
                <c:pt idx="3690">
                  <c:v>3.5783275543235737E-3</c:v>
                </c:pt>
                <c:pt idx="3691">
                  <c:v>7.4080968347096767E-3</c:v>
                </c:pt>
                <c:pt idx="3692">
                  <c:v>7.0660555550148838E-3</c:v>
                </c:pt>
                <c:pt idx="3693">
                  <c:v>5.5835264231344044E-3</c:v>
                </c:pt>
                <c:pt idx="3694">
                  <c:v>4.4297748547700274E-3</c:v>
                </c:pt>
                <c:pt idx="3695">
                  <c:v>1.3156520507957344E-3</c:v>
                </c:pt>
                <c:pt idx="3696">
                  <c:v>3.8586830064003721E-4</c:v>
                </c:pt>
                <c:pt idx="3697">
                  <c:v>1.6703311888045699E-4</c:v>
                </c:pt>
                <c:pt idx="3698">
                  <c:v>7.833776562983364E-5</c:v>
                </c:pt>
                <c:pt idx="3699">
                  <c:v>8.2358398801484295E-5</c:v>
                </c:pt>
                <c:pt idx="3700">
                  <c:v>3.1033720298953658E-4</c:v>
                </c:pt>
                <c:pt idx="3701">
                  <c:v>2.9279353009177631E-4</c:v>
                </c:pt>
                <c:pt idx="3702">
                  <c:v>1.1149340662875238E-3</c:v>
                </c:pt>
                <c:pt idx="3703">
                  <c:v>6.0575178029941847E-4</c:v>
                </c:pt>
                <c:pt idx="3704">
                  <c:v>2.2064626357997949E-3</c:v>
                </c:pt>
                <c:pt idx="3705">
                  <c:v>1.4911181152390367E-3</c:v>
                </c:pt>
                <c:pt idx="3706">
                  <c:v>7.364429727247751E-4</c:v>
                </c:pt>
                <c:pt idx="3707">
                  <c:v>2.9048195188672351E-4</c:v>
                </c:pt>
                <c:pt idx="3708">
                  <c:v>1.4720266992729626E-4</c:v>
                </c:pt>
                <c:pt idx="3709">
                  <c:v>2.2341665203968238E-4</c:v>
                </c:pt>
                <c:pt idx="3710">
                  <c:v>2.8109937938807384E-4</c:v>
                </c:pt>
                <c:pt idx="3711">
                  <c:v>3.3802294827814508E-4</c:v>
                </c:pt>
                <c:pt idx="3712">
                  <c:v>2.3223199711190301E-4</c:v>
                </c:pt>
                <c:pt idx="3713">
                  <c:v>9.1793740574753482E-4</c:v>
                </c:pt>
                <c:pt idx="3714">
                  <c:v>4.5357185558772789E-4</c:v>
                </c:pt>
                <c:pt idx="3715">
                  <c:v>1.6875748854014273E-4</c:v>
                </c:pt>
                <c:pt idx="3716">
                  <c:v>6.4366100057260058E-5</c:v>
                </c:pt>
                <c:pt idx="3717">
                  <c:v>1.531590371508137E-5</c:v>
                </c:pt>
                <c:pt idx="3718">
                  <c:v>-7.6237347756031703E-5</c:v>
                </c:pt>
                <c:pt idx="3719">
                  <c:v>-1.3450335853171951E-4</c:v>
                </c:pt>
                <c:pt idx="3720">
                  <c:v>-1.0852727736720712E-4</c:v>
                </c:pt>
                <c:pt idx="3721">
                  <c:v>-1.3065108469117659E-4</c:v>
                </c:pt>
                <c:pt idx="3722">
                  <c:v>-1.4283665055572783E-4</c:v>
                </c:pt>
                <c:pt idx="3723">
                  <c:v>-8.8258854806882322E-5</c:v>
                </c:pt>
                <c:pt idx="3724">
                  <c:v>-5.6966169728931081E-5</c:v>
                </c:pt>
                <c:pt idx="3725">
                  <c:v>-7.8299016450476022E-5</c:v>
                </c:pt>
                <c:pt idx="3726">
                  <c:v>-1.1333834770156418E-5</c:v>
                </c:pt>
                <c:pt idx="3727">
                  <c:v>1.9756011968170258E-5</c:v>
                </c:pt>
                <c:pt idx="3728">
                  <c:v>-7.5136049888458755E-5</c:v>
                </c:pt>
                <c:pt idx="3729">
                  <c:v>-2.960777000183869E-4</c:v>
                </c:pt>
                <c:pt idx="3730">
                  <c:v>-4.3718714623963581E-4</c:v>
                </c:pt>
                <c:pt idx="3731">
                  <c:v>-5.4843025255934402E-4</c:v>
                </c:pt>
                <c:pt idx="3732">
                  <c:v>-4.9480106121160047E-4</c:v>
                </c:pt>
                <c:pt idx="3733">
                  <c:v>-3.929710040192058E-4</c:v>
                </c:pt>
                <c:pt idx="3734">
                  <c:v>-3.6077405097814278E-4</c:v>
                </c:pt>
                <c:pt idx="3735">
                  <c:v>-4.6036794745715211E-4</c:v>
                </c:pt>
                <c:pt idx="3736">
                  <c:v>-4.0868709521076513E-4</c:v>
                </c:pt>
                <c:pt idx="3737">
                  <c:v>4.1685759334863885E-4</c:v>
                </c:pt>
                <c:pt idx="3738">
                  <c:v>1.2506704747568194E-4</c:v>
                </c:pt>
                <c:pt idx="3739">
                  <c:v>2.7503683168176381E-4</c:v>
                </c:pt>
                <c:pt idx="3740">
                  <c:v>6.4374238868650314E-5</c:v>
                </c:pt>
                <c:pt idx="3741">
                  <c:v>1.5142926628037188E-5</c:v>
                </c:pt>
                <c:pt idx="3742">
                  <c:v>-8.9041529129431429E-6</c:v>
                </c:pt>
                <c:pt idx="3743">
                  <c:v>7.4279158854484264E-6</c:v>
                </c:pt>
                <c:pt idx="3744">
                  <c:v>2.2548822810436977E-5</c:v>
                </c:pt>
                <c:pt idx="3745">
                  <c:v>1.2247656657085688E-5</c:v>
                </c:pt>
                <c:pt idx="3746">
                  <c:v>1.5847273594751624E-5</c:v>
                </c:pt>
                <c:pt idx="3747">
                  <c:v>1.8973039237038534E-5</c:v>
                </c:pt>
                <c:pt idx="3748">
                  <c:v>1.4847110013822178E-5</c:v>
                </c:pt>
                <c:pt idx="3749">
                  <c:v>1.2271959201592606E-5</c:v>
                </c:pt>
                <c:pt idx="3750">
                  <c:v>2.277434738361176E-5</c:v>
                </c:pt>
                <c:pt idx="3751">
                  <c:v>8.751197048578281E-5</c:v>
                </c:pt>
                <c:pt idx="3752">
                  <c:v>-2.0139603908082436E-4</c:v>
                </c:pt>
                <c:pt idx="3753">
                  <c:v>-6.3059340530750504E-4</c:v>
                </c:pt>
                <c:pt idx="3754">
                  <c:v>-9.3848670568813064E-4</c:v>
                </c:pt>
                <c:pt idx="3755">
                  <c:v>-8.6064220365018136E-4</c:v>
                </c:pt>
                <c:pt idx="3756">
                  <c:v>-9.2442538452233226E-4</c:v>
                </c:pt>
                <c:pt idx="3757">
                  <c:v>-7.880699271296161E-4</c:v>
                </c:pt>
                <c:pt idx="3758">
                  <c:v>-4.9320237567368149E-4</c:v>
                </c:pt>
                <c:pt idx="3759">
                  <c:v>-4.7316444927109915E-4</c:v>
                </c:pt>
                <c:pt idx="3760">
                  <c:v>-5.4622786611604264E-4</c:v>
                </c:pt>
                <c:pt idx="3761">
                  <c:v>-5.7043714037859875E-4</c:v>
                </c:pt>
                <c:pt idx="3762">
                  <c:v>-6.2803620988838402E-4</c:v>
                </c:pt>
                <c:pt idx="3763">
                  <c:v>-8.141967622166277E-4</c:v>
                </c:pt>
                <c:pt idx="3764">
                  <c:v>-8.0648110771493718E-4</c:v>
                </c:pt>
                <c:pt idx="3765">
                  <c:v>-7.0743277371167505E-4</c:v>
                </c:pt>
                <c:pt idx="3766">
                  <c:v>-8.5394829024860617E-4</c:v>
                </c:pt>
                <c:pt idx="3767">
                  <c:v>5.6396371049190696E-4</c:v>
                </c:pt>
                <c:pt idx="3768">
                  <c:v>2.1370956714573356E-4</c:v>
                </c:pt>
                <c:pt idx="3769">
                  <c:v>1.4763784463280372E-4</c:v>
                </c:pt>
                <c:pt idx="3770">
                  <c:v>1.4350479111160681E-4</c:v>
                </c:pt>
                <c:pt idx="3771">
                  <c:v>5.97332566890785E-5</c:v>
                </c:pt>
                <c:pt idx="3772">
                  <c:v>7.782854440025994E-5</c:v>
                </c:pt>
                <c:pt idx="3773">
                  <c:v>5.7039981934722105E-5</c:v>
                </c:pt>
                <c:pt idx="3774">
                  <c:v>3.3568802849699897E-5</c:v>
                </c:pt>
                <c:pt idx="3775">
                  <c:v>2.0760438272709038E-4</c:v>
                </c:pt>
                <c:pt idx="3776">
                  <c:v>5.9123411962043069E-4</c:v>
                </c:pt>
                <c:pt idx="3777">
                  <c:v>3.9917442996011297E-5</c:v>
                </c:pt>
                <c:pt idx="3778">
                  <c:v>-3.5696975214287349E-4</c:v>
                </c:pt>
                <c:pt idx="3779">
                  <c:v>-3.5812374569228761E-4</c:v>
                </c:pt>
                <c:pt idx="3780">
                  <c:v>-2.7202587397531298E-4</c:v>
                </c:pt>
                <c:pt idx="3781">
                  <c:v>-2.8429041316203586E-4</c:v>
                </c:pt>
                <c:pt idx="3782">
                  <c:v>-3.6842313703474091E-4</c:v>
                </c:pt>
                <c:pt idx="3783">
                  <c:v>-4.4733800278820866E-4</c:v>
                </c:pt>
                <c:pt idx="3784">
                  <c:v>-4.2086895673462319E-4</c:v>
                </c:pt>
                <c:pt idx="3785">
                  <c:v>-3.4255783225040185E-4</c:v>
                </c:pt>
                <c:pt idx="3786">
                  <c:v>-3.5129623707032097E-4</c:v>
                </c:pt>
                <c:pt idx="3787">
                  <c:v>-3.0286739990353819E-4</c:v>
                </c:pt>
                <c:pt idx="3788">
                  <c:v>-3.5882234485416108E-4</c:v>
                </c:pt>
                <c:pt idx="3789">
                  <c:v>-4.6397876246056006E-4</c:v>
                </c:pt>
                <c:pt idx="3790">
                  <c:v>-4.8795162781916854E-4</c:v>
                </c:pt>
                <c:pt idx="3791">
                  <c:v>6.6889196569906869E-4</c:v>
                </c:pt>
                <c:pt idx="3792">
                  <c:v>2.4185397277749543E-4</c:v>
                </c:pt>
                <c:pt idx="3793">
                  <c:v>8.5302862757219227E-5</c:v>
                </c:pt>
                <c:pt idx="3794">
                  <c:v>8.4762413364695283E-5</c:v>
                </c:pt>
                <c:pt idx="3795">
                  <c:v>-1.8919954216699598E-2</c:v>
                </c:pt>
                <c:pt idx="3796">
                  <c:v>-4.7927352437086138E-2</c:v>
                </c:pt>
                <c:pt idx="3797">
                  <c:v>-6.9424383249672511E-2</c:v>
                </c:pt>
                <c:pt idx="3798">
                  <c:v>-2.8390071334614651E-2</c:v>
                </c:pt>
                <c:pt idx="3799">
                  <c:v>-4.249685609194457E-2</c:v>
                </c:pt>
                <c:pt idx="3800">
                  <c:v>2.2549068091262956E-3</c:v>
                </c:pt>
                <c:pt idx="3801">
                  <c:v>-4.9181072558882717E-2</c:v>
                </c:pt>
                <c:pt idx="3802">
                  <c:v>-4.5535207477767285E-2</c:v>
                </c:pt>
                <c:pt idx="3803">
                  <c:v>-3.2791138137996535E-2</c:v>
                </c:pt>
                <c:pt idx="3804">
                  <c:v>-3.8671194472796377E-2</c:v>
                </c:pt>
                <c:pt idx="3805">
                  <c:v>-5.6551216757014522E-2</c:v>
                </c:pt>
                <c:pt idx="3806">
                  <c:v>-6.8378333243213144E-2</c:v>
                </c:pt>
                <c:pt idx="3807">
                  <c:v>-5.8761536606658192E-2</c:v>
                </c:pt>
                <c:pt idx="3808">
                  <c:v>-5.682649940166095E-2</c:v>
                </c:pt>
                <c:pt idx="3809">
                  <c:v>-2.5102183604683505E-2</c:v>
                </c:pt>
                <c:pt idx="3810">
                  <c:v>-2.9828244943189343E-2</c:v>
                </c:pt>
                <c:pt idx="3811">
                  <c:v>-3.9816316174108343E-2</c:v>
                </c:pt>
                <c:pt idx="3812">
                  <c:v>-4.0115479326581729E-2</c:v>
                </c:pt>
                <c:pt idx="3813">
                  <c:v>-2.0806236609667218E-2</c:v>
                </c:pt>
                <c:pt idx="3814">
                  <c:v>-4.8331186235814512E-2</c:v>
                </c:pt>
                <c:pt idx="3815">
                  <c:v>-3.9486254394521095E-2</c:v>
                </c:pt>
                <c:pt idx="3816">
                  <c:v>-1.0420038589540022E-2</c:v>
                </c:pt>
                <c:pt idx="3817">
                  <c:v>-2.8936596632310227E-2</c:v>
                </c:pt>
                <c:pt idx="3818">
                  <c:v>-1.9136100370796466E-2</c:v>
                </c:pt>
                <c:pt idx="3819">
                  <c:v>-2.1571570629591721E-2</c:v>
                </c:pt>
                <c:pt idx="3820">
                  <c:v>-3.8045862822048776E-2</c:v>
                </c:pt>
                <c:pt idx="3821">
                  <c:v>-1.5246648539291027E-2</c:v>
                </c:pt>
                <c:pt idx="3822">
                  <c:v>-5.6810965570708152E-2</c:v>
                </c:pt>
                <c:pt idx="3823">
                  <c:v>-2.3253925374134603E-2</c:v>
                </c:pt>
                <c:pt idx="3824">
                  <c:v>-4.2198894803674482E-2</c:v>
                </c:pt>
                <c:pt idx="3825">
                  <c:v>-5.0530103324804301E-2</c:v>
                </c:pt>
                <c:pt idx="3826">
                  <c:v>-4.3331407032253175E-2</c:v>
                </c:pt>
                <c:pt idx="3827">
                  <c:v>-1.1959080115507153E-2</c:v>
                </c:pt>
                <c:pt idx="3828">
                  <c:v>-1.7318682750784672E-2</c:v>
                </c:pt>
                <c:pt idx="3829">
                  <c:v>-4.7560146289721113E-2</c:v>
                </c:pt>
                <c:pt idx="3830">
                  <c:v>-4.2864645311878238E-2</c:v>
                </c:pt>
                <c:pt idx="3831">
                  <c:v>-7.2567830358041027E-2</c:v>
                </c:pt>
                <c:pt idx="3832">
                  <c:v>-3.0643452895310796E-2</c:v>
                </c:pt>
                <c:pt idx="3833">
                  <c:v>-3.5731093174753398E-2</c:v>
                </c:pt>
                <c:pt idx="3834">
                  <c:v>-2.2581869836590881E-2</c:v>
                </c:pt>
                <c:pt idx="3835">
                  <c:v>-7.9070764343289173E-3</c:v>
                </c:pt>
                <c:pt idx="3836">
                  <c:v>1.345674826881393E-2</c:v>
                </c:pt>
                <c:pt idx="3837">
                  <c:v>-5.6888090949281704E-2</c:v>
                </c:pt>
                <c:pt idx="3838">
                  <c:v>-2.675709270694563E-2</c:v>
                </c:pt>
                <c:pt idx="3839">
                  <c:v>-1.929060180878011E-2</c:v>
                </c:pt>
                <c:pt idx="3840">
                  <c:v>-1.6551249326348078E-2</c:v>
                </c:pt>
                <c:pt idx="3841">
                  <c:v>-3.560589848721734E-2</c:v>
                </c:pt>
                <c:pt idx="3842">
                  <c:v>-3.4508196821490929E-2</c:v>
                </c:pt>
                <c:pt idx="3843">
                  <c:v>-2.7920389749377481E-2</c:v>
                </c:pt>
                <c:pt idx="3844">
                  <c:v>-2.7786262505806E-2</c:v>
                </c:pt>
                <c:pt idx="3845">
                  <c:v>-2.4302484325446978E-2</c:v>
                </c:pt>
                <c:pt idx="3846">
                  <c:v>-2.0937025124733923E-2</c:v>
                </c:pt>
                <c:pt idx="3847">
                  <c:v>-2.777022127010409E-2</c:v>
                </c:pt>
                <c:pt idx="3848">
                  <c:v>-3.0741472467032752E-2</c:v>
                </c:pt>
                <c:pt idx="3849">
                  <c:v>-2.5839010161982184E-2</c:v>
                </c:pt>
                <c:pt idx="3850">
                  <c:v>-2.2011566115882938E-2</c:v>
                </c:pt>
                <c:pt idx="3851">
                  <c:v>-2.5110642660645933E-2</c:v>
                </c:pt>
                <c:pt idx="3852">
                  <c:v>-2.2035038163920606E-2</c:v>
                </c:pt>
                <c:pt idx="3853">
                  <c:v>-1.7305302524957773E-2</c:v>
                </c:pt>
                <c:pt idx="3854">
                  <c:v>-2.218902793852703E-2</c:v>
                </c:pt>
                <c:pt idx="3855">
                  <c:v>-3.2155712839901714E-2</c:v>
                </c:pt>
                <c:pt idx="3856">
                  <c:v>-3.833745232003654E-2</c:v>
                </c:pt>
                <c:pt idx="3857">
                  <c:v>-3.6228297347157511E-2</c:v>
                </c:pt>
                <c:pt idx="3858">
                  <c:v>-2.7674916169353869E-2</c:v>
                </c:pt>
                <c:pt idx="3859">
                  <c:v>-2.1636104240111483E-2</c:v>
                </c:pt>
                <c:pt idx="3860">
                  <c:v>-1.8915558164852148E-2</c:v>
                </c:pt>
                <c:pt idx="3861">
                  <c:v>-1.9490303961540646E-2</c:v>
                </c:pt>
                <c:pt idx="3862">
                  <c:v>-1.7467602239869751E-2</c:v>
                </c:pt>
                <c:pt idx="3863">
                  <c:v>-1.2605941991850358E-2</c:v>
                </c:pt>
                <c:pt idx="3864">
                  <c:v>-2.4741341608111925E-2</c:v>
                </c:pt>
                <c:pt idx="3865">
                  <c:v>-1.7217289190985998E-2</c:v>
                </c:pt>
                <c:pt idx="3866">
                  <c:v>-1.5739928922352559E-2</c:v>
                </c:pt>
                <c:pt idx="3867">
                  <c:v>-1.3186661957555235E-2</c:v>
                </c:pt>
                <c:pt idx="3868">
                  <c:v>-1.5997572373639891E-2</c:v>
                </c:pt>
                <c:pt idx="3869">
                  <c:v>-1.7420365523929865E-2</c:v>
                </c:pt>
                <c:pt idx="3870">
                  <c:v>-2.6448743283738627E-2</c:v>
                </c:pt>
                <c:pt idx="3871">
                  <c:v>-2.2868077404693495E-2</c:v>
                </c:pt>
                <c:pt idx="3872">
                  <c:v>-3.6302571032267264E-2</c:v>
                </c:pt>
                <c:pt idx="3873">
                  <c:v>-3.913387718982532E-2</c:v>
                </c:pt>
                <c:pt idx="3874">
                  <c:v>-1.0739348525816813E-2</c:v>
                </c:pt>
                <c:pt idx="3875">
                  <c:v>-2.6752929210845978E-2</c:v>
                </c:pt>
                <c:pt idx="3876">
                  <c:v>-4.1958553333034367E-2</c:v>
                </c:pt>
                <c:pt idx="3877">
                  <c:v>-2.0557604108520092E-2</c:v>
                </c:pt>
                <c:pt idx="3878">
                  <c:v>-4.4634398863096614E-2</c:v>
                </c:pt>
                <c:pt idx="3879">
                  <c:v>-3.4595680009188623E-3</c:v>
                </c:pt>
                <c:pt idx="3880">
                  <c:v>-5.5673127389553295E-2</c:v>
                </c:pt>
                <c:pt idx="3881">
                  <c:v>-1.0793289139168182E-2</c:v>
                </c:pt>
                <c:pt idx="3882">
                  <c:v>-2.1116461850823245E-2</c:v>
                </c:pt>
                <c:pt idx="3883">
                  <c:v>-2.3920682419609079E-2</c:v>
                </c:pt>
                <c:pt idx="3884">
                  <c:v>7.7970901370560714E-4</c:v>
                </c:pt>
                <c:pt idx="3885">
                  <c:v>-3.6240271964574224E-2</c:v>
                </c:pt>
                <c:pt idx="3886">
                  <c:v>-2.9800938146506983E-2</c:v>
                </c:pt>
                <c:pt idx="3887">
                  <c:v>-8.2006698806989364E-3</c:v>
                </c:pt>
                <c:pt idx="3888">
                  <c:v>-3.8360113578831657E-2</c:v>
                </c:pt>
                <c:pt idx="3889">
                  <c:v>-2.6150372412388458E-2</c:v>
                </c:pt>
                <c:pt idx="3890">
                  <c:v>-3.3064056747560827E-2</c:v>
                </c:pt>
                <c:pt idx="3891">
                  <c:v>-3.9876917880751053E-2</c:v>
                </c:pt>
                <c:pt idx="3892">
                  <c:v>-3.5752757736345835E-2</c:v>
                </c:pt>
                <c:pt idx="3893">
                  <c:v>-5.7476161716052604E-2</c:v>
                </c:pt>
                <c:pt idx="3894">
                  <c:v>-3.1046900980337445E-2</c:v>
                </c:pt>
                <c:pt idx="3895">
                  <c:v>-3.4533321826293019E-2</c:v>
                </c:pt>
                <c:pt idx="3896">
                  <c:v>-2.3549748159630495E-2</c:v>
                </c:pt>
                <c:pt idx="3897">
                  <c:v>-2.3281475116838205E-2</c:v>
                </c:pt>
                <c:pt idx="3898">
                  <c:v>-1.2986633512497741E-2</c:v>
                </c:pt>
                <c:pt idx="3899">
                  <c:v>-4.6944794790433654E-2</c:v>
                </c:pt>
                <c:pt idx="3900">
                  <c:v>-4.9910850579973499E-2</c:v>
                </c:pt>
                <c:pt idx="3901">
                  <c:v>3.7467509947301239E-4</c:v>
                </c:pt>
                <c:pt idx="3902">
                  <c:v>-3.3421992150886599E-2</c:v>
                </c:pt>
                <c:pt idx="3903">
                  <c:v>-1.3079924198685302E-2</c:v>
                </c:pt>
                <c:pt idx="3904">
                  <c:v>-5.0766823295565068E-2</c:v>
                </c:pt>
                <c:pt idx="3905">
                  <c:v>-1.6894188972784014E-3</c:v>
                </c:pt>
                <c:pt idx="3906">
                  <c:v>-1.2076294357325525E-3</c:v>
                </c:pt>
                <c:pt idx="3907">
                  <c:v>-2.8736819069954209E-2</c:v>
                </c:pt>
                <c:pt idx="3908">
                  <c:v>-1.938692520793486E-2</c:v>
                </c:pt>
                <c:pt idx="3909">
                  <c:v>-1.5740250484796065E-2</c:v>
                </c:pt>
                <c:pt idx="3910">
                  <c:v>-2.6077374004530657E-2</c:v>
                </c:pt>
                <c:pt idx="3911">
                  <c:v>-2.3702384867342184E-2</c:v>
                </c:pt>
                <c:pt idx="3912">
                  <c:v>-1.7011276474497496E-2</c:v>
                </c:pt>
                <c:pt idx="3913">
                  <c:v>-2.7188925475764205E-2</c:v>
                </c:pt>
                <c:pt idx="3914">
                  <c:v>-3.0865247874964367E-2</c:v>
                </c:pt>
                <c:pt idx="3915">
                  <c:v>-5.1755705421969731E-3</c:v>
                </c:pt>
                <c:pt idx="3916">
                  <c:v>-4.2359345067360499E-2</c:v>
                </c:pt>
                <c:pt idx="3917">
                  <c:v>4.6215668049693339E-3</c:v>
                </c:pt>
                <c:pt idx="3918">
                  <c:v>-4.6047944028979923E-2</c:v>
                </c:pt>
                <c:pt idx="3919">
                  <c:v>-3.5088260078506198E-2</c:v>
                </c:pt>
                <c:pt idx="3920">
                  <c:v>-5.5659425038875388E-2</c:v>
                </c:pt>
                <c:pt idx="3921">
                  <c:v>-6.1513314297835679E-2</c:v>
                </c:pt>
                <c:pt idx="3922">
                  <c:v>-6.5534796798049508E-2</c:v>
                </c:pt>
                <c:pt idx="3923">
                  <c:v>-6.6347249906144296E-2</c:v>
                </c:pt>
                <c:pt idx="3924">
                  <c:v>-5.4150681822732853E-2</c:v>
                </c:pt>
                <c:pt idx="3925">
                  <c:v>-3.4264571650573991E-2</c:v>
                </c:pt>
                <c:pt idx="3926">
                  <c:v>-3.0077162683536014E-2</c:v>
                </c:pt>
                <c:pt idx="3927">
                  <c:v>-3.5568594257212043E-3</c:v>
                </c:pt>
                <c:pt idx="3928">
                  <c:v>-2.4409253890153519E-2</c:v>
                </c:pt>
                <c:pt idx="3929">
                  <c:v>-5.7474009350263019E-2</c:v>
                </c:pt>
                <c:pt idx="3930">
                  <c:v>-4.4275337758288437E-2</c:v>
                </c:pt>
                <c:pt idx="3931">
                  <c:v>-2.8223751663430323E-2</c:v>
                </c:pt>
                <c:pt idx="3932">
                  <c:v>-1.0337122678245428E-2</c:v>
                </c:pt>
                <c:pt idx="3933">
                  <c:v>-2.2700308863918651E-2</c:v>
                </c:pt>
                <c:pt idx="3934">
                  <c:v>-2.2481215057481147E-2</c:v>
                </c:pt>
                <c:pt idx="3935">
                  <c:v>-1.0672619055110539E-2</c:v>
                </c:pt>
                <c:pt idx="3936">
                  <c:v>-5.2246977737028688E-2</c:v>
                </c:pt>
                <c:pt idx="3937">
                  <c:v>-2.1097168037207351E-2</c:v>
                </c:pt>
                <c:pt idx="3938">
                  <c:v>-3.6911541312465518E-2</c:v>
                </c:pt>
                <c:pt idx="3939">
                  <c:v>-5.7872409887979578E-2</c:v>
                </c:pt>
                <c:pt idx="3940">
                  <c:v>-2.1489985155671673E-2</c:v>
                </c:pt>
                <c:pt idx="3941">
                  <c:v>-8.8135225454360321E-3</c:v>
                </c:pt>
                <c:pt idx="3942">
                  <c:v>-3.3875346847024826E-2</c:v>
                </c:pt>
                <c:pt idx="3943">
                  <c:v>-6.2814248838286638E-2</c:v>
                </c:pt>
                <c:pt idx="3944">
                  <c:v>-6.2550729390404916E-2</c:v>
                </c:pt>
                <c:pt idx="3945">
                  <c:v>-2.5745138215966419E-2</c:v>
                </c:pt>
                <c:pt idx="3946">
                  <c:v>-1.6563490860434987E-2</c:v>
                </c:pt>
                <c:pt idx="3947">
                  <c:v>-2.9780694819412114E-2</c:v>
                </c:pt>
                <c:pt idx="3948">
                  <c:v>-7.2524084184090551E-2</c:v>
                </c:pt>
                <c:pt idx="3949">
                  <c:v>-7.2734280129561665E-2</c:v>
                </c:pt>
                <c:pt idx="3950">
                  <c:v>-3.3020997872131599E-2</c:v>
                </c:pt>
                <c:pt idx="3951">
                  <c:v>-2.4542824330519776E-2</c:v>
                </c:pt>
                <c:pt idx="3952">
                  <c:v>-2.2284295441457984E-2</c:v>
                </c:pt>
                <c:pt idx="3953">
                  <c:v>1.4055556383360422E-2</c:v>
                </c:pt>
                <c:pt idx="3954">
                  <c:v>-1.9366073121782231E-2</c:v>
                </c:pt>
                <c:pt idx="3955">
                  <c:v>-3.7210824798158376E-2</c:v>
                </c:pt>
                <c:pt idx="3956">
                  <c:v>-5.5254042742506358E-2</c:v>
                </c:pt>
                <c:pt idx="3957">
                  <c:v>-4.3429315553380719E-2</c:v>
                </c:pt>
                <c:pt idx="3958">
                  <c:v>-4.9889235529918374E-3</c:v>
                </c:pt>
                <c:pt idx="3959">
                  <c:v>-3.4265918881805628E-2</c:v>
                </c:pt>
                <c:pt idx="3960">
                  <c:v>-3.3023954005665386E-2</c:v>
                </c:pt>
                <c:pt idx="3961">
                  <c:v>-3.1775007383613142E-2</c:v>
                </c:pt>
                <c:pt idx="3962">
                  <c:v>-2.6306514459936849E-2</c:v>
                </c:pt>
                <c:pt idx="3963">
                  <c:v>-1.5486294584904954E-2</c:v>
                </c:pt>
                <c:pt idx="3964">
                  <c:v>-2.9709571952470468E-2</c:v>
                </c:pt>
                <c:pt idx="3965">
                  <c:v>-2.014832726841039E-3</c:v>
                </c:pt>
                <c:pt idx="3966">
                  <c:v>-2.3245408908723571E-2</c:v>
                </c:pt>
                <c:pt idx="3967">
                  <c:v>-5.1829003410403141E-2</c:v>
                </c:pt>
                <c:pt idx="3968">
                  <c:v>-5.6956005588695791E-2</c:v>
                </c:pt>
                <c:pt idx="3969">
                  <c:v>-7.4283340965271616E-2</c:v>
                </c:pt>
                <c:pt idx="3970">
                  <c:v>-3.0746781656911727E-2</c:v>
                </c:pt>
                <c:pt idx="3971">
                  <c:v>-2.4918462949826796E-2</c:v>
                </c:pt>
                <c:pt idx="3972">
                  <c:v>1.456417919768509E-3</c:v>
                </c:pt>
                <c:pt idx="3973">
                  <c:v>-1.6726490303969759E-2</c:v>
                </c:pt>
                <c:pt idx="3974">
                  <c:v>-2.5118792328324403E-2</c:v>
                </c:pt>
                <c:pt idx="3975">
                  <c:v>-3.3646597496866153E-2</c:v>
                </c:pt>
                <c:pt idx="3976">
                  <c:v>-2.9254547806806468E-2</c:v>
                </c:pt>
                <c:pt idx="3977">
                  <c:v>-2.6329231856430785E-2</c:v>
                </c:pt>
                <c:pt idx="3978">
                  <c:v>-1.8447676038521595E-2</c:v>
                </c:pt>
                <c:pt idx="3979">
                  <c:v>-2.0624602749621728E-2</c:v>
                </c:pt>
                <c:pt idx="3980">
                  <c:v>-1.9757929627936557E-2</c:v>
                </c:pt>
                <c:pt idx="3981">
                  <c:v>-2.6577400133575846E-2</c:v>
                </c:pt>
                <c:pt idx="3982">
                  <c:v>-1.5799395997498911E-2</c:v>
                </c:pt>
                <c:pt idx="3983">
                  <c:v>-2.5104539466593495E-2</c:v>
                </c:pt>
                <c:pt idx="3984">
                  <c:v>-3.9067684420074876E-3</c:v>
                </c:pt>
                <c:pt idx="3985">
                  <c:v>-3.9546822234240907E-2</c:v>
                </c:pt>
                <c:pt idx="3986">
                  <c:v>-4.1394312023487083E-2</c:v>
                </c:pt>
                <c:pt idx="3987">
                  <c:v>-3.0803077665176617E-2</c:v>
                </c:pt>
                <c:pt idx="3988">
                  <c:v>-7.3053549341267187E-4</c:v>
                </c:pt>
                <c:pt idx="3989">
                  <c:v>6.4736927796307754E-3</c:v>
                </c:pt>
                <c:pt idx="3990">
                  <c:v>-3.0924485782318146E-2</c:v>
                </c:pt>
                <c:pt idx="3991">
                  <c:v>-5.2001039084838219E-2</c:v>
                </c:pt>
                <c:pt idx="3992">
                  <c:v>-6.5445976002103237E-2</c:v>
                </c:pt>
                <c:pt idx="3993">
                  <c:v>-8.4809239492013452E-2</c:v>
                </c:pt>
                <c:pt idx="3994">
                  <c:v>-6.4756024931046041E-2</c:v>
                </c:pt>
                <c:pt idx="3995">
                  <c:v>-3.6072228435393476E-2</c:v>
                </c:pt>
                <c:pt idx="3996">
                  <c:v>-3.1996392581563546E-2</c:v>
                </c:pt>
                <c:pt idx="3997">
                  <c:v>-3.767369269354845E-2</c:v>
                </c:pt>
                <c:pt idx="3998">
                  <c:v>-5.0944225305770752E-2</c:v>
                </c:pt>
                <c:pt idx="3999">
                  <c:v>-3.913765126952741E-2</c:v>
                </c:pt>
                <c:pt idx="4000">
                  <c:v>7.241891452359722E-3</c:v>
                </c:pt>
                <c:pt idx="4001">
                  <c:v>9.6875109788741585E-4</c:v>
                </c:pt>
                <c:pt idx="4002">
                  <c:v>-3.0444191866159202E-2</c:v>
                </c:pt>
                <c:pt idx="4003">
                  <c:v>-1.9588988408436838E-2</c:v>
                </c:pt>
                <c:pt idx="4004">
                  <c:v>-9.332388658875642E-3</c:v>
                </c:pt>
                <c:pt idx="4005">
                  <c:v>-1.9409452275840578E-3</c:v>
                </c:pt>
                <c:pt idx="4006">
                  <c:v>-1.5571740011368011E-2</c:v>
                </c:pt>
                <c:pt idx="4007">
                  <c:v>-9.0206347179210087E-3</c:v>
                </c:pt>
                <c:pt idx="4008">
                  <c:v>-2.1723202318231782E-2</c:v>
                </c:pt>
                <c:pt idx="4009">
                  <c:v>-5.6135239161782091E-2</c:v>
                </c:pt>
                <c:pt idx="4010">
                  <c:v>-1.6691247298612443E-2</c:v>
                </c:pt>
                <c:pt idx="4011">
                  <c:v>-5.534553950306606E-2</c:v>
                </c:pt>
                <c:pt idx="4012">
                  <c:v>-1.9326883255631071E-2</c:v>
                </c:pt>
                <c:pt idx="4013">
                  <c:v>-2.9970049303721404E-2</c:v>
                </c:pt>
                <c:pt idx="4014">
                  <c:v>1.508283305480103E-5</c:v>
                </c:pt>
                <c:pt idx="4015">
                  <c:v>-5.3595084305995896E-2</c:v>
                </c:pt>
                <c:pt idx="4016">
                  <c:v>-5.7861950712175654E-2</c:v>
                </c:pt>
                <c:pt idx="4017">
                  <c:v>-2.4002627525721482E-2</c:v>
                </c:pt>
                <c:pt idx="4018">
                  <c:v>-3.4435841096138634E-2</c:v>
                </c:pt>
                <c:pt idx="4019">
                  <c:v>1.8033011210497156E-2</c:v>
                </c:pt>
                <c:pt idx="4020">
                  <c:v>7.2932403130280656E-3</c:v>
                </c:pt>
                <c:pt idx="4021">
                  <c:v>1.765599476635544E-3</c:v>
                </c:pt>
                <c:pt idx="4022">
                  <c:v>-2.9607283359825719E-2</c:v>
                </c:pt>
                <c:pt idx="4023">
                  <c:v>-3.1687101441338517E-2</c:v>
                </c:pt>
                <c:pt idx="4024">
                  <c:v>-2.1431610270658999E-2</c:v>
                </c:pt>
                <c:pt idx="4025">
                  <c:v>2.1720824105309917E-2</c:v>
                </c:pt>
                <c:pt idx="4026">
                  <c:v>-2.5395641601214422E-2</c:v>
                </c:pt>
                <c:pt idx="4027">
                  <c:v>-4.0890410445375426E-2</c:v>
                </c:pt>
                <c:pt idx="4028">
                  <c:v>-6.3535310009733463E-3</c:v>
                </c:pt>
                <c:pt idx="4029">
                  <c:v>-3.0159881856153387E-2</c:v>
                </c:pt>
                <c:pt idx="4030">
                  <c:v>1.0042266027756477E-3</c:v>
                </c:pt>
                <c:pt idx="4031">
                  <c:v>-1.2467935678515131E-2</c:v>
                </c:pt>
                <c:pt idx="4032">
                  <c:v>-2.0234671753241135E-2</c:v>
                </c:pt>
                <c:pt idx="4033">
                  <c:v>-1.5096224262760008E-2</c:v>
                </c:pt>
                <c:pt idx="4034">
                  <c:v>-3.8789533112685198E-4</c:v>
                </c:pt>
                <c:pt idx="4035">
                  <c:v>-3.5999805234222866E-2</c:v>
                </c:pt>
                <c:pt idx="4036">
                  <c:v>-7.8220728345315786E-3</c:v>
                </c:pt>
                <c:pt idx="4037">
                  <c:v>-4.3662817006321866E-2</c:v>
                </c:pt>
                <c:pt idx="4038">
                  <c:v>-2.8021911857658472E-2</c:v>
                </c:pt>
                <c:pt idx="4039">
                  <c:v>-2.3498854537786881E-3</c:v>
                </c:pt>
                <c:pt idx="4040">
                  <c:v>-5.3756337123627096E-2</c:v>
                </c:pt>
                <c:pt idx="4041">
                  <c:v>-3.1932858841100302E-2</c:v>
                </c:pt>
                <c:pt idx="4042">
                  <c:v>-1.2627004503689783E-2</c:v>
                </c:pt>
                <c:pt idx="4043">
                  <c:v>-9.8106004768015106E-3</c:v>
                </c:pt>
                <c:pt idx="4044">
                  <c:v>-4.0493995871906309E-2</c:v>
                </c:pt>
                <c:pt idx="4045">
                  <c:v>-1.3659227369051168E-2</c:v>
                </c:pt>
                <c:pt idx="4046">
                  <c:v>-2.5055178318590703E-2</c:v>
                </c:pt>
                <c:pt idx="4047">
                  <c:v>-1.9983852731307955E-2</c:v>
                </c:pt>
                <c:pt idx="4048">
                  <c:v>-1.6949044588983848E-2</c:v>
                </c:pt>
                <c:pt idx="4049">
                  <c:v>-3.0960414902492777E-3</c:v>
                </c:pt>
                <c:pt idx="4050">
                  <c:v>-1.4235512718666856E-2</c:v>
                </c:pt>
                <c:pt idx="4051">
                  <c:v>-4.511255557637462E-2</c:v>
                </c:pt>
                <c:pt idx="4052">
                  <c:v>-1.3236604329543451E-2</c:v>
                </c:pt>
                <c:pt idx="4053">
                  <c:v>-5.0887735963906805E-2</c:v>
                </c:pt>
                <c:pt idx="4054">
                  <c:v>-9.1356167176241346E-3</c:v>
                </c:pt>
                <c:pt idx="4055">
                  <c:v>-1.021784975838992E-2</c:v>
                </c:pt>
                <c:pt idx="4056">
                  <c:v>-4.5354962373828349E-2</c:v>
                </c:pt>
                <c:pt idx="4057">
                  <c:v>-3.249680041649964E-2</c:v>
                </c:pt>
                <c:pt idx="4058">
                  <c:v>-3.9797703540298247E-2</c:v>
                </c:pt>
                <c:pt idx="4059">
                  <c:v>-2.0324883674334489E-2</c:v>
                </c:pt>
                <c:pt idx="4060">
                  <c:v>-1.7032884622817105E-2</c:v>
                </c:pt>
                <c:pt idx="4061">
                  <c:v>-1.8647422715231007E-2</c:v>
                </c:pt>
                <c:pt idx="4062">
                  <c:v>-1.9354243295325559E-2</c:v>
                </c:pt>
                <c:pt idx="4063">
                  <c:v>-1.8465753312496773E-2</c:v>
                </c:pt>
                <c:pt idx="4064">
                  <c:v>-1.5212547576453779E-2</c:v>
                </c:pt>
                <c:pt idx="4065">
                  <c:v>-2.3677170708601359E-2</c:v>
                </c:pt>
                <c:pt idx="4066">
                  <c:v>-1.9656382952818668E-2</c:v>
                </c:pt>
                <c:pt idx="4067">
                  <c:v>-1.680264772062014E-2</c:v>
                </c:pt>
                <c:pt idx="4068">
                  <c:v>-2.9585732326792426E-2</c:v>
                </c:pt>
                <c:pt idx="4069">
                  <c:v>-2.3084332269071185E-2</c:v>
                </c:pt>
                <c:pt idx="4070">
                  <c:v>-2.9141084028797035E-2</c:v>
                </c:pt>
                <c:pt idx="4071">
                  <c:v>-2.9974186251947633E-2</c:v>
                </c:pt>
                <c:pt idx="4072">
                  <c:v>-2.5224997442391914E-2</c:v>
                </c:pt>
                <c:pt idx="4073">
                  <c:v>-1.5368833616224103E-2</c:v>
                </c:pt>
                <c:pt idx="4074">
                  <c:v>-3.7374733880677774E-2</c:v>
                </c:pt>
                <c:pt idx="4075">
                  <c:v>-3.9987076282315841E-2</c:v>
                </c:pt>
                <c:pt idx="4076">
                  <c:v>-3.4511555511037864E-2</c:v>
                </c:pt>
                <c:pt idx="4077">
                  <c:v>-2.291925523073687E-2</c:v>
                </c:pt>
                <c:pt idx="4078">
                  <c:v>-2.3152053881566239E-2</c:v>
                </c:pt>
                <c:pt idx="4079">
                  <c:v>-1.9637710094551834E-2</c:v>
                </c:pt>
                <c:pt idx="4080">
                  <c:v>-1.5784117570344817E-2</c:v>
                </c:pt>
                <c:pt idx="4081">
                  <c:v>-1.7280392666155699E-2</c:v>
                </c:pt>
                <c:pt idx="4082">
                  <c:v>-1.7605049293456163E-2</c:v>
                </c:pt>
                <c:pt idx="4083">
                  <c:v>-2.0755154550090624E-2</c:v>
                </c:pt>
                <c:pt idx="4084">
                  <c:v>-1.9907412059571975E-2</c:v>
                </c:pt>
                <c:pt idx="4085">
                  <c:v>-1.2945508756001305E-2</c:v>
                </c:pt>
                <c:pt idx="4086">
                  <c:v>-5.0171923327447722E-2</c:v>
                </c:pt>
                <c:pt idx="4087">
                  <c:v>-2.9762693339892277E-2</c:v>
                </c:pt>
                <c:pt idx="4088">
                  <c:v>6.8611062773693918E-3</c:v>
                </c:pt>
                <c:pt idx="4089">
                  <c:v>1.5098070294314226E-2</c:v>
                </c:pt>
                <c:pt idx="4090">
                  <c:v>-2.8428366344766264E-2</c:v>
                </c:pt>
                <c:pt idx="4091">
                  <c:v>-4.0562735877497386E-3</c:v>
                </c:pt>
                <c:pt idx="4092">
                  <c:v>1.0098861615652734E-2</c:v>
                </c:pt>
                <c:pt idx="4093">
                  <c:v>-2.6967240931791325E-2</c:v>
                </c:pt>
                <c:pt idx="4094">
                  <c:v>-4.8455708300744913E-3</c:v>
                </c:pt>
                <c:pt idx="4095">
                  <c:v>-2.1595065467914717E-2</c:v>
                </c:pt>
                <c:pt idx="4096">
                  <c:v>-1.2318079987090448E-2</c:v>
                </c:pt>
                <c:pt idx="4097">
                  <c:v>-2.0484142938824019E-2</c:v>
                </c:pt>
                <c:pt idx="4098">
                  <c:v>-9.2328179281845613E-3</c:v>
                </c:pt>
                <c:pt idx="4099">
                  <c:v>-4.4417828204489737E-2</c:v>
                </c:pt>
                <c:pt idx="4100">
                  <c:v>-2.4595359035599125E-2</c:v>
                </c:pt>
                <c:pt idx="4101">
                  <c:v>-4.8440275047951439E-2</c:v>
                </c:pt>
                <c:pt idx="4102">
                  <c:v>-1.0973179302347001E-2</c:v>
                </c:pt>
                <c:pt idx="4103">
                  <c:v>-3.5050192165279485E-2</c:v>
                </c:pt>
                <c:pt idx="4104">
                  <c:v>-3.4903243368923065E-3</c:v>
                </c:pt>
                <c:pt idx="4105">
                  <c:v>-2.647408586166489E-2</c:v>
                </c:pt>
                <c:pt idx="4106">
                  <c:v>-2.5420506152094634E-2</c:v>
                </c:pt>
                <c:pt idx="4107">
                  <c:v>7.721841888746648E-5</c:v>
                </c:pt>
                <c:pt idx="4108">
                  <c:v>-4.1803576939373414E-2</c:v>
                </c:pt>
                <c:pt idx="4109">
                  <c:v>-1.4044381557814418E-2</c:v>
                </c:pt>
                <c:pt idx="4110">
                  <c:v>-1.2763913928682178E-2</c:v>
                </c:pt>
                <c:pt idx="4111">
                  <c:v>-3.7617357140739792E-2</c:v>
                </c:pt>
                <c:pt idx="4112">
                  <c:v>-8.8090501368090889E-3</c:v>
                </c:pt>
                <c:pt idx="4113">
                  <c:v>-4.0871488620184922E-2</c:v>
                </c:pt>
                <c:pt idx="4114">
                  <c:v>-1.5736594527150309E-2</c:v>
                </c:pt>
                <c:pt idx="4115">
                  <c:v>-2.7800595607937083E-2</c:v>
                </c:pt>
                <c:pt idx="4116">
                  <c:v>-2.9302090575816946E-2</c:v>
                </c:pt>
                <c:pt idx="4117">
                  <c:v>-4.0168575111684257E-2</c:v>
                </c:pt>
                <c:pt idx="4118">
                  <c:v>-2.804684317604508E-2</c:v>
                </c:pt>
                <c:pt idx="4119">
                  <c:v>3.5515732133931232E-3</c:v>
                </c:pt>
                <c:pt idx="4120">
                  <c:v>-2.3923903213650299E-2</c:v>
                </c:pt>
                <c:pt idx="4121">
                  <c:v>-2.0490846153627597E-2</c:v>
                </c:pt>
                <c:pt idx="4122">
                  <c:v>-1.1568548813932667E-2</c:v>
                </c:pt>
                <c:pt idx="4123">
                  <c:v>-1.6432979334402159E-2</c:v>
                </c:pt>
                <c:pt idx="4124">
                  <c:v>-3.3255792362580826E-2</c:v>
                </c:pt>
                <c:pt idx="4125">
                  <c:v>-3.7249613272484695E-2</c:v>
                </c:pt>
                <c:pt idx="4126">
                  <c:v>-2.898885300814541E-2</c:v>
                </c:pt>
                <c:pt idx="4127">
                  <c:v>-3.1904118903611563E-2</c:v>
                </c:pt>
                <c:pt idx="4128">
                  <c:v>-3.3356656732927939E-2</c:v>
                </c:pt>
                <c:pt idx="4129">
                  <c:v>-2.7792193114009364E-2</c:v>
                </c:pt>
                <c:pt idx="4130">
                  <c:v>-4.715133033582556E-2</c:v>
                </c:pt>
                <c:pt idx="4131">
                  <c:v>-5.2747617446145728E-2</c:v>
                </c:pt>
                <c:pt idx="4132">
                  <c:v>-3.3670519608573361E-2</c:v>
                </c:pt>
                <c:pt idx="4133">
                  <c:v>-2.1640573554457535E-2</c:v>
                </c:pt>
                <c:pt idx="4134">
                  <c:v>-2.1206343822845405E-2</c:v>
                </c:pt>
                <c:pt idx="4135">
                  <c:v>-1.9357522795986161E-2</c:v>
                </c:pt>
                <c:pt idx="4136">
                  <c:v>-2.2100988579381441E-2</c:v>
                </c:pt>
                <c:pt idx="4137">
                  <c:v>-2.3181974011283628E-2</c:v>
                </c:pt>
                <c:pt idx="4138">
                  <c:v>-1.8372881202924653E-2</c:v>
                </c:pt>
                <c:pt idx="4139">
                  <c:v>-2.7526329137361638E-2</c:v>
                </c:pt>
                <c:pt idx="4140">
                  <c:v>-7.3834447994539192E-3</c:v>
                </c:pt>
                <c:pt idx="4141">
                  <c:v>-1.5640587762769449E-2</c:v>
                </c:pt>
                <c:pt idx="4142">
                  <c:v>-4.6429928173584559E-2</c:v>
                </c:pt>
                <c:pt idx="4143">
                  <c:v>-3.457865011471585E-2</c:v>
                </c:pt>
                <c:pt idx="4144">
                  <c:v>-2.418119454157263E-2</c:v>
                </c:pt>
                <c:pt idx="4145">
                  <c:v>-2.6449872131699258E-2</c:v>
                </c:pt>
                <c:pt idx="4146">
                  <c:v>-6.1890332596673319E-3</c:v>
                </c:pt>
                <c:pt idx="4147">
                  <c:v>-4.4729744833461059E-2</c:v>
                </c:pt>
                <c:pt idx="4148">
                  <c:v>-3.68399477872388E-2</c:v>
                </c:pt>
                <c:pt idx="4149">
                  <c:v>-1.7527518967381812E-2</c:v>
                </c:pt>
                <c:pt idx="4150">
                  <c:v>-3.4221340454138161E-2</c:v>
                </c:pt>
                <c:pt idx="4151">
                  <c:v>-2.4592731181802611E-2</c:v>
                </c:pt>
                <c:pt idx="4152">
                  <c:v>-4.1236892419144737E-2</c:v>
                </c:pt>
                <c:pt idx="4153">
                  <c:v>-2.3316921178876102E-2</c:v>
                </c:pt>
                <c:pt idx="4154">
                  <c:v>-5.2975512949423688E-2</c:v>
                </c:pt>
                <c:pt idx="4155">
                  <c:v>-1.601389966802581E-2</c:v>
                </c:pt>
                <c:pt idx="4156">
                  <c:v>-4.4508374942359215E-2</c:v>
                </c:pt>
                <c:pt idx="4157">
                  <c:v>-4.4570768154112178E-2</c:v>
                </c:pt>
                <c:pt idx="4158">
                  <c:v>-1.4793214415524225E-2</c:v>
                </c:pt>
                <c:pt idx="4159">
                  <c:v>-5.2765408543666618E-2</c:v>
                </c:pt>
                <c:pt idx="4160">
                  <c:v>-4.1039521123116859E-2</c:v>
                </c:pt>
                <c:pt idx="4161">
                  <c:v>-5.496606047993334E-2</c:v>
                </c:pt>
                <c:pt idx="4162">
                  <c:v>-3.6345702891988095E-2</c:v>
                </c:pt>
                <c:pt idx="4163">
                  <c:v>-1.9450320908673015E-2</c:v>
                </c:pt>
                <c:pt idx="4164">
                  <c:v>-3.6680996061412917E-2</c:v>
                </c:pt>
                <c:pt idx="4165">
                  <c:v>-4.9778303183149415E-2</c:v>
                </c:pt>
                <c:pt idx="4166">
                  <c:v>-5.1741363381896437E-2</c:v>
                </c:pt>
                <c:pt idx="4167">
                  <c:v>-6.4473701323208288E-2</c:v>
                </c:pt>
                <c:pt idx="4168">
                  <c:v>-2.1479882435436162E-2</c:v>
                </c:pt>
                <c:pt idx="4169">
                  <c:v>3.9732972903065347E-3</c:v>
                </c:pt>
                <c:pt idx="4170">
                  <c:v>1.1494627930527799E-2</c:v>
                </c:pt>
                <c:pt idx="4171">
                  <c:v>-4.7930455792392052E-2</c:v>
                </c:pt>
                <c:pt idx="4172">
                  <c:v>-2.3506321910246732E-2</c:v>
                </c:pt>
                <c:pt idx="4173">
                  <c:v>3.2862142377040682E-3</c:v>
                </c:pt>
                <c:pt idx="4174">
                  <c:v>-2.6036362095461705E-2</c:v>
                </c:pt>
                <c:pt idx="4175">
                  <c:v>-6.972206437628521E-3</c:v>
                </c:pt>
                <c:pt idx="4176">
                  <c:v>-2.5599590520049204E-2</c:v>
                </c:pt>
                <c:pt idx="4177">
                  <c:v>-2.3193838522789303E-2</c:v>
                </c:pt>
                <c:pt idx="4178">
                  <c:v>-1.963834718141854E-2</c:v>
                </c:pt>
                <c:pt idx="4179">
                  <c:v>-2.7989419160992113E-3</c:v>
                </c:pt>
                <c:pt idx="4180">
                  <c:v>-5.0708589632442944E-2</c:v>
                </c:pt>
                <c:pt idx="4181">
                  <c:v>-9.0431095891632483E-3</c:v>
                </c:pt>
                <c:pt idx="4182">
                  <c:v>-6.2432006969167543E-3</c:v>
                </c:pt>
                <c:pt idx="4183">
                  <c:v>-4.3436815080568028E-2</c:v>
                </c:pt>
                <c:pt idx="4184">
                  <c:v>-4.6205837064507163E-2</c:v>
                </c:pt>
                <c:pt idx="4185">
                  <c:v>-2.6686458800474853E-2</c:v>
                </c:pt>
                <c:pt idx="4186">
                  <c:v>2.1927930801882586E-2</c:v>
                </c:pt>
                <c:pt idx="4187">
                  <c:v>-1.5062032004626483E-2</c:v>
                </c:pt>
                <c:pt idx="4188">
                  <c:v>-2.3442288147002527E-2</c:v>
                </c:pt>
                <c:pt idx="4189">
                  <c:v>-2.5343440123973566E-2</c:v>
                </c:pt>
                <c:pt idx="4190">
                  <c:v>-2.3230761932146904E-2</c:v>
                </c:pt>
                <c:pt idx="4191">
                  <c:v>-1.2750322739695553E-2</c:v>
                </c:pt>
                <c:pt idx="4192">
                  <c:v>-1.1313031739016583E-2</c:v>
                </c:pt>
                <c:pt idx="4193">
                  <c:v>-2.3131492424978261E-2</c:v>
                </c:pt>
                <c:pt idx="4194">
                  <c:v>6.7456358995521383E-3</c:v>
                </c:pt>
                <c:pt idx="4195">
                  <c:v>-4.1280588036065727E-2</c:v>
                </c:pt>
                <c:pt idx="4196">
                  <c:v>-1.2020722808687942E-2</c:v>
                </c:pt>
                <c:pt idx="4197">
                  <c:v>-5.027028896664968E-2</c:v>
                </c:pt>
                <c:pt idx="4198">
                  <c:v>-3.1994431897406507E-2</c:v>
                </c:pt>
                <c:pt idx="4199">
                  <c:v>-3.3838590763789221E-2</c:v>
                </c:pt>
                <c:pt idx="4200">
                  <c:v>-1.9282599496217231E-2</c:v>
                </c:pt>
                <c:pt idx="4201">
                  <c:v>-3.014682764112633E-2</c:v>
                </c:pt>
                <c:pt idx="4202">
                  <c:v>-4.0325110332276967E-2</c:v>
                </c:pt>
                <c:pt idx="4203">
                  <c:v>-4.130180131934269E-2</c:v>
                </c:pt>
                <c:pt idx="4204">
                  <c:v>-2.5286945037760012E-2</c:v>
                </c:pt>
                <c:pt idx="4205">
                  <c:v>-5.0304788175089828E-2</c:v>
                </c:pt>
                <c:pt idx="4206">
                  <c:v>-2.5646028504920357E-2</c:v>
                </c:pt>
                <c:pt idx="4207">
                  <c:v>-2.8984183228168644E-2</c:v>
                </c:pt>
                <c:pt idx="4208">
                  <c:v>-3.6248106568106002E-2</c:v>
                </c:pt>
                <c:pt idx="4209">
                  <c:v>-2.3947332673244028E-2</c:v>
                </c:pt>
                <c:pt idx="4210">
                  <c:v>-4.0193403079114037E-2</c:v>
                </c:pt>
                <c:pt idx="4211">
                  <c:v>-1.8459720237075743E-2</c:v>
                </c:pt>
                <c:pt idx="4212">
                  <c:v>-3.3293747905355775E-2</c:v>
                </c:pt>
                <c:pt idx="4213">
                  <c:v>-1.207636703169788E-2</c:v>
                </c:pt>
                <c:pt idx="4214">
                  <c:v>-1.919206761901401E-2</c:v>
                </c:pt>
                <c:pt idx="4215">
                  <c:v>-4.6303738112834197E-2</c:v>
                </c:pt>
                <c:pt idx="4216">
                  <c:v>-2.0235155123844679E-2</c:v>
                </c:pt>
                <c:pt idx="4217">
                  <c:v>4.8582588059526925E-3</c:v>
                </c:pt>
                <c:pt idx="4218">
                  <c:v>-3.5101723559546903E-2</c:v>
                </c:pt>
                <c:pt idx="4219">
                  <c:v>-3.2903770679012838E-2</c:v>
                </c:pt>
                <c:pt idx="4220">
                  <c:v>-4.7131239180717349E-2</c:v>
                </c:pt>
                <c:pt idx="4221">
                  <c:v>-5.5848743445525199E-2</c:v>
                </c:pt>
                <c:pt idx="4222">
                  <c:v>-1.242341935896576E-2</c:v>
                </c:pt>
                <c:pt idx="4223">
                  <c:v>-3.8524858438997209E-2</c:v>
                </c:pt>
                <c:pt idx="4224">
                  <c:v>-1.0167077276796704E-2</c:v>
                </c:pt>
                <c:pt idx="4225">
                  <c:v>-5.2880034572370525E-2</c:v>
                </c:pt>
                <c:pt idx="4226">
                  <c:v>-2.8478566658084663E-2</c:v>
                </c:pt>
                <c:pt idx="4227">
                  <c:v>-2.4250130092416861E-2</c:v>
                </c:pt>
                <c:pt idx="4228">
                  <c:v>-1.2548426801012402E-3</c:v>
                </c:pt>
                <c:pt idx="4229">
                  <c:v>-9.6681467646802313E-3</c:v>
                </c:pt>
                <c:pt idx="4230">
                  <c:v>-2.7955564348807763E-2</c:v>
                </c:pt>
                <c:pt idx="4231">
                  <c:v>-3.0310013847350627E-2</c:v>
                </c:pt>
                <c:pt idx="4232">
                  <c:v>-3.2194954408035693E-2</c:v>
                </c:pt>
                <c:pt idx="4233">
                  <c:v>-1.6367228346185231E-2</c:v>
                </c:pt>
                <c:pt idx="4234">
                  <c:v>-2.5313463147796894E-2</c:v>
                </c:pt>
                <c:pt idx="4235">
                  <c:v>8.7145204309835758E-2</c:v>
                </c:pt>
                <c:pt idx="4236">
                  <c:v>-2.890485658281104E-3</c:v>
                </c:pt>
                <c:pt idx="4237">
                  <c:v>1.4228148330593405E-2</c:v>
                </c:pt>
                <c:pt idx="4238">
                  <c:v>-2.2568612676982035E-2</c:v>
                </c:pt>
                <c:pt idx="4239">
                  <c:v>-2.9449323462400773E-2</c:v>
                </c:pt>
                <c:pt idx="4240">
                  <c:v>-2.1441174467415464E-2</c:v>
                </c:pt>
                <c:pt idx="4241">
                  <c:v>-1.5349028109153324E-2</c:v>
                </c:pt>
                <c:pt idx="4242">
                  <c:v>-9.0145307672086436E-3</c:v>
                </c:pt>
                <c:pt idx="4243">
                  <c:v>-2.5409312953608119E-2</c:v>
                </c:pt>
                <c:pt idx="4244">
                  <c:v>-1.8492122833855287E-2</c:v>
                </c:pt>
                <c:pt idx="4245">
                  <c:v>-1.4519301341023264E-2</c:v>
                </c:pt>
                <c:pt idx="4246">
                  <c:v>-2.603725226980767E-2</c:v>
                </c:pt>
                <c:pt idx="4247">
                  <c:v>-6.5227226217522772E-3</c:v>
                </c:pt>
                <c:pt idx="4248">
                  <c:v>-4.2438603655038695E-2</c:v>
                </c:pt>
                <c:pt idx="4249">
                  <c:v>-3.1649990506700969E-2</c:v>
                </c:pt>
                <c:pt idx="4250">
                  <c:v>-9.1929390378433368E-3</c:v>
                </c:pt>
                <c:pt idx="4251">
                  <c:v>-2.1987811645217341E-2</c:v>
                </c:pt>
                <c:pt idx="4252">
                  <c:v>-5.8854437382981264E-3</c:v>
                </c:pt>
                <c:pt idx="4253">
                  <c:v>-4.8534633998714216E-2</c:v>
                </c:pt>
                <c:pt idx="4254">
                  <c:v>-4.8908644604840748E-2</c:v>
                </c:pt>
                <c:pt idx="4255">
                  <c:v>-7.5054785568517855E-3</c:v>
                </c:pt>
                <c:pt idx="4256">
                  <c:v>-3.6226031687203911E-2</c:v>
                </c:pt>
                <c:pt idx="4257">
                  <c:v>-2.0819963948662701E-2</c:v>
                </c:pt>
                <c:pt idx="4258">
                  <c:v>-3.5430540814494246E-2</c:v>
                </c:pt>
                <c:pt idx="4259">
                  <c:v>-1.4974059886999399E-2</c:v>
                </c:pt>
                <c:pt idx="4260">
                  <c:v>-2.5933400193370933E-2</c:v>
                </c:pt>
                <c:pt idx="4261">
                  <c:v>-2.6449709715901704E-2</c:v>
                </c:pt>
                <c:pt idx="4262">
                  <c:v>-2.9018142121069821E-2</c:v>
                </c:pt>
                <c:pt idx="4263">
                  <c:v>-3.0822789567424295E-2</c:v>
                </c:pt>
                <c:pt idx="4264">
                  <c:v>-2.6697242851846485E-2</c:v>
                </c:pt>
                <c:pt idx="4265">
                  <c:v>-2.5378361500268731E-2</c:v>
                </c:pt>
                <c:pt idx="4266">
                  <c:v>1.6488140485563169E-3</c:v>
                </c:pt>
                <c:pt idx="4267">
                  <c:v>-2.8582514948317633E-2</c:v>
                </c:pt>
                <c:pt idx="4268">
                  <c:v>-3.5621406945379533E-2</c:v>
                </c:pt>
                <c:pt idx="4269">
                  <c:v>-1.2775901398376619E-2</c:v>
                </c:pt>
                <c:pt idx="4270">
                  <c:v>-3.1225592896302716E-2</c:v>
                </c:pt>
                <c:pt idx="4271">
                  <c:v>-7.3520029699006527E-3</c:v>
                </c:pt>
                <c:pt idx="4272">
                  <c:v>-3.0080412054287145E-2</c:v>
                </c:pt>
                <c:pt idx="4273">
                  <c:v>-2.2051366749423016E-2</c:v>
                </c:pt>
                <c:pt idx="4274">
                  <c:v>-4.2347275785822439E-2</c:v>
                </c:pt>
                <c:pt idx="4275">
                  <c:v>1.3483212404712088E-2</c:v>
                </c:pt>
                <c:pt idx="4276">
                  <c:v>-3.1303782064020645E-2</c:v>
                </c:pt>
                <c:pt idx="4277">
                  <c:v>-1.3732276178599432E-2</c:v>
                </c:pt>
                <c:pt idx="4278">
                  <c:v>-3.2629657262051838E-2</c:v>
                </c:pt>
                <c:pt idx="4279">
                  <c:v>-6.6650625875676259E-2</c:v>
                </c:pt>
                <c:pt idx="4280">
                  <c:v>-2.5954958402081698E-2</c:v>
                </c:pt>
                <c:pt idx="4281">
                  <c:v>-2.4099366914867529E-2</c:v>
                </c:pt>
                <c:pt idx="4282">
                  <c:v>-3.1727145691754166E-2</c:v>
                </c:pt>
                <c:pt idx="4283">
                  <c:v>-3.4312050745632802E-2</c:v>
                </c:pt>
                <c:pt idx="4284">
                  <c:v>-1.0800008064884459E-2</c:v>
                </c:pt>
                <c:pt idx="4285">
                  <c:v>-6.5503101029587372E-3</c:v>
                </c:pt>
                <c:pt idx="4286">
                  <c:v>-4.6983534044118855E-2</c:v>
                </c:pt>
                <c:pt idx="4287">
                  <c:v>-2.6861439623940511E-2</c:v>
                </c:pt>
                <c:pt idx="4288">
                  <c:v>-2.8061389664816243E-2</c:v>
                </c:pt>
                <c:pt idx="4289">
                  <c:v>-5.4196361426125349E-3</c:v>
                </c:pt>
                <c:pt idx="4290">
                  <c:v>-4.5668878179570917E-2</c:v>
                </c:pt>
                <c:pt idx="4291">
                  <c:v>3.021930767219609E-3</c:v>
                </c:pt>
                <c:pt idx="4292">
                  <c:v>-4.4503648412924895E-2</c:v>
                </c:pt>
                <c:pt idx="4293">
                  <c:v>-2.6520755305174649E-2</c:v>
                </c:pt>
                <c:pt idx="4294">
                  <c:v>-4.1589963530838672E-2</c:v>
                </c:pt>
                <c:pt idx="4295">
                  <c:v>-3.1993966053559884E-2</c:v>
                </c:pt>
                <c:pt idx="4296">
                  <c:v>-1.3506533756790402E-2</c:v>
                </c:pt>
                <c:pt idx="4297">
                  <c:v>-2.6359098042552657E-2</c:v>
                </c:pt>
                <c:pt idx="4298">
                  <c:v>-1.1768329579503953E-2</c:v>
                </c:pt>
                <c:pt idx="4299">
                  <c:v>-4.0158063336475688E-2</c:v>
                </c:pt>
                <c:pt idx="4300">
                  <c:v>-4.6723468217030446E-2</c:v>
                </c:pt>
                <c:pt idx="4301">
                  <c:v>-4.6307550995305244E-2</c:v>
                </c:pt>
                <c:pt idx="4302">
                  <c:v>-2.7180214487700059E-2</c:v>
                </c:pt>
                <c:pt idx="4303">
                  <c:v>-2.267783257818037E-2</c:v>
                </c:pt>
                <c:pt idx="4304">
                  <c:v>-3.6729104922597428E-2</c:v>
                </c:pt>
                <c:pt idx="4305">
                  <c:v>-2.1722766420446706E-2</c:v>
                </c:pt>
                <c:pt idx="4306">
                  <c:v>5.821100138033687E-3</c:v>
                </c:pt>
                <c:pt idx="4307">
                  <c:v>-2.6439103347417996E-2</c:v>
                </c:pt>
                <c:pt idx="4308">
                  <c:v>-2.3729310283846457E-2</c:v>
                </c:pt>
                <c:pt idx="4309">
                  <c:v>-2.432947112471693E-2</c:v>
                </c:pt>
                <c:pt idx="4310">
                  <c:v>-2.5228570482752857E-2</c:v>
                </c:pt>
                <c:pt idx="4311">
                  <c:v>-2.5308839993493485E-2</c:v>
                </c:pt>
                <c:pt idx="4312">
                  <c:v>-2.2607790232509181E-2</c:v>
                </c:pt>
                <c:pt idx="4313">
                  <c:v>-2.3244135326412955E-2</c:v>
                </c:pt>
                <c:pt idx="4314">
                  <c:v>-2.0169822238224961E-2</c:v>
                </c:pt>
                <c:pt idx="4315">
                  <c:v>-2.1299173735845691E-2</c:v>
                </c:pt>
                <c:pt idx="4316">
                  <c:v>-1.6393253009061078E-2</c:v>
                </c:pt>
                <c:pt idx="4317">
                  <c:v>-6.8114687147100922E-2</c:v>
                </c:pt>
                <c:pt idx="4318">
                  <c:v>-7.8952648609478621E-2</c:v>
                </c:pt>
                <c:pt idx="4319">
                  <c:v>-3.161369956227654E-2</c:v>
                </c:pt>
                <c:pt idx="4320">
                  <c:v>-1.9537031855013244E-2</c:v>
                </c:pt>
                <c:pt idx="4321">
                  <c:v>-3.0527357443848612E-2</c:v>
                </c:pt>
                <c:pt idx="4322">
                  <c:v>-2.8906870111594513E-2</c:v>
                </c:pt>
                <c:pt idx="4323">
                  <c:v>-3.6273911768428549E-2</c:v>
                </c:pt>
                <c:pt idx="4324">
                  <c:v>-1.6784280551643365E-2</c:v>
                </c:pt>
                <c:pt idx="4325">
                  <c:v>-8.3073847457718116E-3</c:v>
                </c:pt>
                <c:pt idx="4326">
                  <c:v>-1.5023987285610154E-2</c:v>
                </c:pt>
                <c:pt idx="4327">
                  <c:v>-9.3590354707439993E-3</c:v>
                </c:pt>
                <c:pt idx="4328">
                  <c:v>-2.5789987685339945E-2</c:v>
                </c:pt>
                <c:pt idx="4329">
                  <c:v>-2.1703448118099294E-2</c:v>
                </c:pt>
                <c:pt idx="4330">
                  <c:v>-2.0064768151889109E-2</c:v>
                </c:pt>
                <c:pt idx="4331">
                  <c:v>-1.7826562293279006E-2</c:v>
                </c:pt>
                <c:pt idx="4332">
                  <c:v>-1.8599509835837653E-2</c:v>
                </c:pt>
                <c:pt idx="4333">
                  <c:v>-2.4802698401946169E-2</c:v>
                </c:pt>
                <c:pt idx="4334">
                  <c:v>-1.9072767071129884E-2</c:v>
                </c:pt>
                <c:pt idx="4335">
                  <c:v>-1.3488567375633115E-2</c:v>
                </c:pt>
                <c:pt idx="4336">
                  <c:v>6.1451125896525276E-3</c:v>
                </c:pt>
                <c:pt idx="4337">
                  <c:v>-1.3736836121803762E-2</c:v>
                </c:pt>
                <c:pt idx="4338">
                  <c:v>-2.1269004691679697E-2</c:v>
                </c:pt>
                <c:pt idx="4339">
                  <c:v>-2.2563231447774092E-2</c:v>
                </c:pt>
                <c:pt idx="4340">
                  <c:v>-3.2470666088483931E-2</c:v>
                </c:pt>
                <c:pt idx="4341">
                  <c:v>-1.6567177350629736E-2</c:v>
                </c:pt>
                <c:pt idx="4342">
                  <c:v>-1.5023048234330427E-2</c:v>
                </c:pt>
                <c:pt idx="4343">
                  <c:v>-5.058774631863442E-3</c:v>
                </c:pt>
                <c:pt idx="4344">
                  <c:v>-1.0681375438009027E-2</c:v>
                </c:pt>
                <c:pt idx="4345">
                  <c:v>-1.3589111487199846E-2</c:v>
                </c:pt>
                <c:pt idx="4346">
                  <c:v>-1.535985599393047E-2</c:v>
                </c:pt>
                <c:pt idx="4347">
                  <c:v>-2.4912294106974511E-2</c:v>
                </c:pt>
                <c:pt idx="4348">
                  <c:v>-3.7582343724319694E-3</c:v>
                </c:pt>
                <c:pt idx="4349">
                  <c:v>-3.2722943726236776E-2</c:v>
                </c:pt>
                <c:pt idx="4350">
                  <c:v>-2.0577473309112124E-2</c:v>
                </c:pt>
                <c:pt idx="4351">
                  <c:v>-4.9646509662225639E-3</c:v>
                </c:pt>
                <c:pt idx="4352">
                  <c:v>-3.6468337251118359E-2</c:v>
                </c:pt>
                <c:pt idx="4353">
                  <c:v>-2.865916508072984E-2</c:v>
                </c:pt>
                <c:pt idx="4354">
                  <c:v>-2.7401071295587581E-2</c:v>
                </c:pt>
                <c:pt idx="4355">
                  <c:v>-2.9681395780043484E-2</c:v>
                </c:pt>
                <c:pt idx="4356">
                  <c:v>-4.247804916387473E-2</c:v>
                </c:pt>
                <c:pt idx="4357">
                  <c:v>-2.8082498334937835E-2</c:v>
                </c:pt>
                <c:pt idx="4358">
                  <c:v>-2.5487065897198541E-2</c:v>
                </c:pt>
                <c:pt idx="4359">
                  <c:v>-1.6023332109984391E-2</c:v>
                </c:pt>
                <c:pt idx="4360">
                  <c:v>2.0556256954201439E-2</c:v>
                </c:pt>
                <c:pt idx="4361">
                  <c:v>-1.0759583599120683E-2</c:v>
                </c:pt>
                <c:pt idx="4362">
                  <c:v>-3.7997791268976601E-2</c:v>
                </c:pt>
                <c:pt idx="4363">
                  <c:v>-5.259752670480352E-2</c:v>
                </c:pt>
                <c:pt idx="4364">
                  <c:v>-1.1233804248093861E-2</c:v>
                </c:pt>
                <c:pt idx="4365">
                  <c:v>-9.8420537608817759E-3</c:v>
                </c:pt>
                <c:pt idx="4366">
                  <c:v>-9.229071105809292E-3</c:v>
                </c:pt>
                <c:pt idx="4367">
                  <c:v>-2.4385255385859051E-2</c:v>
                </c:pt>
                <c:pt idx="4368">
                  <c:v>-5.8582688225980971E-3</c:v>
                </c:pt>
                <c:pt idx="4369">
                  <c:v>-1.5148939921964664E-2</c:v>
                </c:pt>
                <c:pt idx="4370">
                  <c:v>-2.6589446272489183E-2</c:v>
                </c:pt>
                <c:pt idx="4371">
                  <c:v>4.079508215749662E-3</c:v>
                </c:pt>
                <c:pt idx="4372">
                  <c:v>-1.1524618877827906E-2</c:v>
                </c:pt>
                <c:pt idx="4373">
                  <c:v>-4.0833400705371926E-2</c:v>
                </c:pt>
                <c:pt idx="4374">
                  <c:v>-1.038774996295946E-3</c:v>
                </c:pt>
                <c:pt idx="4375">
                  <c:v>-1.3352323943884487E-2</c:v>
                </c:pt>
                <c:pt idx="4376">
                  <c:v>-5.0646296552935274E-2</c:v>
                </c:pt>
                <c:pt idx="4377">
                  <c:v>-1.3384830433410129E-2</c:v>
                </c:pt>
                <c:pt idx="4378">
                  <c:v>-5.4358025297522932E-3</c:v>
                </c:pt>
                <c:pt idx="4379">
                  <c:v>-2.8730447241817839E-2</c:v>
                </c:pt>
                <c:pt idx="4380">
                  <c:v>-1.9975855034095765E-2</c:v>
                </c:pt>
                <c:pt idx="4381">
                  <c:v>-1.7753775594345253E-2</c:v>
                </c:pt>
                <c:pt idx="4382">
                  <c:v>-2.1278892108355364E-2</c:v>
                </c:pt>
                <c:pt idx="4383">
                  <c:v>-1.7791523148621577E-2</c:v>
                </c:pt>
                <c:pt idx="4384">
                  <c:v>-1.3564701336721427E-2</c:v>
                </c:pt>
                <c:pt idx="4385">
                  <c:v>-5.4651421604931076E-3</c:v>
                </c:pt>
                <c:pt idx="4386">
                  <c:v>-1.1395750595022737E-2</c:v>
                </c:pt>
                <c:pt idx="4387">
                  <c:v>-1.4393053777319156E-2</c:v>
                </c:pt>
                <c:pt idx="4388">
                  <c:v>-1.6434708763862944E-2</c:v>
                </c:pt>
                <c:pt idx="4389">
                  <c:v>-1.2101675508524304E-2</c:v>
                </c:pt>
                <c:pt idx="4390">
                  <c:v>-2.3644130812510565E-2</c:v>
                </c:pt>
                <c:pt idx="4391">
                  <c:v>-3.0267329991648762E-2</c:v>
                </c:pt>
                <c:pt idx="4392">
                  <c:v>-8.1931437792860246E-3</c:v>
                </c:pt>
                <c:pt idx="4393">
                  <c:v>-2.7574958851402327E-2</c:v>
                </c:pt>
                <c:pt idx="4394">
                  <c:v>-3.9736032566580079E-2</c:v>
                </c:pt>
                <c:pt idx="4395">
                  <c:v>-1.0208086112988384E-2</c:v>
                </c:pt>
                <c:pt idx="4396">
                  <c:v>-2.2246194132856445E-2</c:v>
                </c:pt>
                <c:pt idx="4397">
                  <c:v>-1.1762421175970131E-2</c:v>
                </c:pt>
                <c:pt idx="4398">
                  <c:v>-1.7286199574146531E-2</c:v>
                </c:pt>
                <c:pt idx="4399">
                  <c:v>-1.2940923881606375E-2</c:v>
                </c:pt>
                <c:pt idx="4400">
                  <c:v>-1.4727969501452727E-2</c:v>
                </c:pt>
                <c:pt idx="4401">
                  <c:v>-1.9922602045383573E-2</c:v>
                </c:pt>
                <c:pt idx="4402">
                  <c:v>-1.8250998201501469E-2</c:v>
                </c:pt>
                <c:pt idx="4403">
                  <c:v>-1.5367666916399113E-2</c:v>
                </c:pt>
                <c:pt idx="4404">
                  <c:v>-2.4857702831840772E-2</c:v>
                </c:pt>
                <c:pt idx="4405">
                  <c:v>-3.0701749044182162E-2</c:v>
                </c:pt>
                <c:pt idx="4406">
                  <c:v>-1.4659654351009601E-2</c:v>
                </c:pt>
                <c:pt idx="4407">
                  <c:v>-4.8348633228880909E-2</c:v>
                </c:pt>
                <c:pt idx="4408">
                  <c:v>-1.7861376455272394E-2</c:v>
                </c:pt>
                <c:pt idx="4409">
                  <c:v>1.373186224051311E-2</c:v>
                </c:pt>
                <c:pt idx="4410">
                  <c:v>-1.6435788603500655E-2</c:v>
                </c:pt>
                <c:pt idx="4411">
                  <c:v>-1.344282859644848E-2</c:v>
                </c:pt>
                <c:pt idx="4412">
                  <c:v>-3.0398294136667173E-2</c:v>
                </c:pt>
                <c:pt idx="4413">
                  <c:v>-1.9210002718315494E-2</c:v>
                </c:pt>
                <c:pt idx="4414">
                  <c:v>4.890462507386048E-3</c:v>
                </c:pt>
                <c:pt idx="4415">
                  <c:v>-4.2978245179479908E-2</c:v>
                </c:pt>
                <c:pt idx="4416">
                  <c:v>-1.3770909552461824E-2</c:v>
                </c:pt>
                <c:pt idx="4417">
                  <c:v>-1.6341477693676568E-2</c:v>
                </c:pt>
                <c:pt idx="4418">
                  <c:v>-1.6604898916885664E-2</c:v>
                </c:pt>
                <c:pt idx="4419">
                  <c:v>-2.199796120493239E-2</c:v>
                </c:pt>
                <c:pt idx="4420">
                  <c:v>-1.5424095082065927E-2</c:v>
                </c:pt>
                <c:pt idx="4421">
                  <c:v>-2.3507457774807287E-2</c:v>
                </c:pt>
                <c:pt idx="4422">
                  <c:v>-1.8474208143303632E-2</c:v>
                </c:pt>
                <c:pt idx="4423">
                  <c:v>-5.5917802491369682E-3</c:v>
                </c:pt>
                <c:pt idx="4424">
                  <c:v>-1.3362976370876823E-2</c:v>
                </c:pt>
                <c:pt idx="4425">
                  <c:v>-2.090641503925391E-2</c:v>
                </c:pt>
                <c:pt idx="4426">
                  <c:v>-2.1165039973866987E-2</c:v>
                </c:pt>
                <c:pt idx="4427">
                  <c:v>-2.737821854656183E-2</c:v>
                </c:pt>
                <c:pt idx="4428">
                  <c:v>-4.3680580802024756E-2</c:v>
                </c:pt>
                <c:pt idx="4429">
                  <c:v>-3.7656352068948261E-2</c:v>
                </c:pt>
                <c:pt idx="4430">
                  <c:v>-3.561409922844154E-2</c:v>
                </c:pt>
                <c:pt idx="4431">
                  <c:v>-2.3184736724533282E-2</c:v>
                </c:pt>
                <c:pt idx="4432">
                  <c:v>-3.5673934937279252E-2</c:v>
                </c:pt>
                <c:pt idx="4433">
                  <c:v>-2.7731970007508055E-2</c:v>
                </c:pt>
                <c:pt idx="4434">
                  <c:v>-2.9769906035005102E-2</c:v>
                </c:pt>
                <c:pt idx="4435">
                  <c:v>-2.1723929491817482E-2</c:v>
                </c:pt>
                <c:pt idx="4436">
                  <c:v>-2.5359952700901953E-2</c:v>
                </c:pt>
                <c:pt idx="4437">
                  <c:v>-2.4388856409855015E-2</c:v>
                </c:pt>
                <c:pt idx="4438">
                  <c:v>-2.3075503437702344E-2</c:v>
                </c:pt>
                <c:pt idx="4439">
                  <c:v>-2.1002256048839506E-2</c:v>
                </c:pt>
                <c:pt idx="4440">
                  <c:v>-1.4517839288191987E-2</c:v>
                </c:pt>
                <c:pt idx="4441">
                  <c:v>-2.7316658509571295E-2</c:v>
                </c:pt>
                <c:pt idx="4442">
                  <c:v>-1.4199672125830794E-2</c:v>
                </c:pt>
                <c:pt idx="4443">
                  <c:v>-2.2447462388670215E-2</c:v>
                </c:pt>
                <c:pt idx="4444">
                  <c:v>-2.7498190011520852E-2</c:v>
                </c:pt>
                <c:pt idx="4445">
                  <c:v>-6.9556705605017576E-3</c:v>
                </c:pt>
                <c:pt idx="4446">
                  <c:v>-3.9425932798259948E-2</c:v>
                </c:pt>
                <c:pt idx="4447">
                  <c:v>-2.2941162850820027E-2</c:v>
                </c:pt>
                <c:pt idx="4448">
                  <c:v>-1.4171543075858018E-2</c:v>
                </c:pt>
                <c:pt idx="4449">
                  <c:v>-2.2631298970032715E-2</c:v>
                </c:pt>
                <c:pt idx="4450">
                  <c:v>-2.491735970492312E-2</c:v>
                </c:pt>
                <c:pt idx="4451">
                  <c:v>-2.5462381890560534E-2</c:v>
                </c:pt>
                <c:pt idx="4452">
                  <c:v>-1.8298070753034107E-2</c:v>
                </c:pt>
                <c:pt idx="4453">
                  <c:v>-1.6840601258528955E-2</c:v>
                </c:pt>
                <c:pt idx="4454">
                  <c:v>-2.0368113184967226E-2</c:v>
                </c:pt>
                <c:pt idx="4455">
                  <c:v>-2.2476546127547039E-2</c:v>
                </c:pt>
                <c:pt idx="4456">
                  <c:v>-2.1850963335869247E-2</c:v>
                </c:pt>
                <c:pt idx="4457">
                  <c:v>-2.4151474504130594E-2</c:v>
                </c:pt>
                <c:pt idx="4458">
                  <c:v>-3.0642935890698365E-2</c:v>
                </c:pt>
                <c:pt idx="4459">
                  <c:v>-1.7550442330753063E-2</c:v>
                </c:pt>
                <c:pt idx="4460">
                  <c:v>-1.860693847816066E-2</c:v>
                </c:pt>
                <c:pt idx="4461">
                  <c:v>-2.4372938180232655E-2</c:v>
                </c:pt>
                <c:pt idx="4462">
                  <c:v>-3.8653517117566588E-3</c:v>
                </c:pt>
                <c:pt idx="4463">
                  <c:v>-2.3573296502708556E-2</c:v>
                </c:pt>
                <c:pt idx="4464">
                  <c:v>-7.0006945429174489E-2</c:v>
                </c:pt>
                <c:pt idx="4465">
                  <c:v>-3.0217969864472703E-2</c:v>
                </c:pt>
                <c:pt idx="4466">
                  <c:v>-4.028675514426279E-2</c:v>
                </c:pt>
                <c:pt idx="4467">
                  <c:v>-3.4585564558069305E-2</c:v>
                </c:pt>
                <c:pt idx="4468">
                  <c:v>-4.6781732553294583E-2</c:v>
                </c:pt>
                <c:pt idx="4469">
                  <c:v>-1.9005065388121658E-2</c:v>
                </c:pt>
                <c:pt idx="4470">
                  <c:v>-3.4728009334105997E-2</c:v>
                </c:pt>
                <c:pt idx="4471">
                  <c:v>-1.4361275328800794E-2</c:v>
                </c:pt>
                <c:pt idx="4472">
                  <c:v>-3.5993976311503667E-2</c:v>
                </c:pt>
                <c:pt idx="4473">
                  <c:v>-1.4163304230783354E-2</c:v>
                </c:pt>
                <c:pt idx="4474">
                  <c:v>-2.1751505539391564E-2</c:v>
                </c:pt>
                <c:pt idx="4475">
                  <c:v>-5.4348173498422895E-3</c:v>
                </c:pt>
                <c:pt idx="4476">
                  <c:v>-2.6152954322253889E-2</c:v>
                </c:pt>
                <c:pt idx="4477">
                  <c:v>-7.8022511183608007E-2</c:v>
                </c:pt>
                <c:pt idx="4478">
                  <c:v>-4.4687469571029981E-2</c:v>
                </c:pt>
                <c:pt idx="4479">
                  <c:v>-1.2154419059831332E-2</c:v>
                </c:pt>
                <c:pt idx="4480">
                  <c:v>-3.666429273784827E-2</c:v>
                </c:pt>
                <c:pt idx="4481">
                  <c:v>-7.3831297831902315E-2</c:v>
                </c:pt>
                <c:pt idx="4482">
                  <c:v>-4.0070366238060345E-2</c:v>
                </c:pt>
                <c:pt idx="4483">
                  <c:v>-3.4321812139171549E-2</c:v>
                </c:pt>
                <c:pt idx="4484">
                  <c:v>-2.7832644101070635E-2</c:v>
                </c:pt>
                <c:pt idx="4485">
                  <c:v>-2.0446863032592889E-2</c:v>
                </c:pt>
                <c:pt idx="4486">
                  <c:v>-1.7796478135648608E-2</c:v>
                </c:pt>
                <c:pt idx="4487">
                  <c:v>-2.7835940538820264E-3</c:v>
                </c:pt>
                <c:pt idx="4488">
                  <c:v>-3.3175645236101184E-2</c:v>
                </c:pt>
                <c:pt idx="4489">
                  <c:v>-2.5370236073995418E-2</c:v>
                </c:pt>
                <c:pt idx="4490">
                  <c:v>-4.4754006014314777E-2</c:v>
                </c:pt>
                <c:pt idx="4491">
                  <c:v>-2.8866926531792431E-3</c:v>
                </c:pt>
                <c:pt idx="4492">
                  <c:v>-3.5428852827862359E-2</c:v>
                </c:pt>
                <c:pt idx="4493">
                  <c:v>-1.7076497734661189E-2</c:v>
                </c:pt>
                <c:pt idx="4494">
                  <c:v>-1.5507091901956519E-2</c:v>
                </c:pt>
                <c:pt idx="4495">
                  <c:v>-4.4453564892679275E-3</c:v>
                </c:pt>
                <c:pt idx="4496">
                  <c:v>3.6787130055940573E-4</c:v>
                </c:pt>
                <c:pt idx="4497">
                  <c:v>-2.0740318455368154E-2</c:v>
                </c:pt>
                <c:pt idx="4498">
                  <c:v>-2.3127917083936762E-2</c:v>
                </c:pt>
                <c:pt idx="4499">
                  <c:v>-3.0846151309263891E-2</c:v>
                </c:pt>
                <c:pt idx="4500">
                  <c:v>5.3993497089709318E-3</c:v>
                </c:pt>
                <c:pt idx="4501">
                  <c:v>-2.6508770898281291E-2</c:v>
                </c:pt>
                <c:pt idx="4502">
                  <c:v>-2.2680220903524215E-2</c:v>
                </c:pt>
                <c:pt idx="4503">
                  <c:v>-2.5639861025466316E-2</c:v>
                </c:pt>
                <c:pt idx="4504">
                  <c:v>-1.9993044911924308E-2</c:v>
                </c:pt>
                <c:pt idx="4505">
                  <c:v>-1.3049206042898226E-2</c:v>
                </c:pt>
                <c:pt idx="4506">
                  <c:v>-1.7089061258581877E-2</c:v>
                </c:pt>
                <c:pt idx="4507">
                  <c:v>-1.3813932469823211E-2</c:v>
                </c:pt>
                <c:pt idx="4508">
                  <c:v>-1.2421940934911549E-2</c:v>
                </c:pt>
                <c:pt idx="4509">
                  <c:v>-1.9029419293459006E-2</c:v>
                </c:pt>
                <c:pt idx="4510">
                  <c:v>-1.9751727949691218E-2</c:v>
                </c:pt>
                <c:pt idx="4511">
                  <c:v>-7.7008909236515035E-3</c:v>
                </c:pt>
                <c:pt idx="4512">
                  <c:v>-1.7272851752101481E-2</c:v>
                </c:pt>
                <c:pt idx="4513">
                  <c:v>-1.6792677596350832E-2</c:v>
                </c:pt>
                <c:pt idx="4514">
                  <c:v>-8.6707683524929156E-3</c:v>
                </c:pt>
                <c:pt idx="4515">
                  <c:v>-1.3744539334398011E-2</c:v>
                </c:pt>
                <c:pt idx="4516">
                  <c:v>-1.9966642427742029E-2</c:v>
                </c:pt>
                <c:pt idx="4517">
                  <c:v>-1.1978317348180601E-2</c:v>
                </c:pt>
                <c:pt idx="4518">
                  <c:v>-1.4842762090209103E-2</c:v>
                </c:pt>
                <c:pt idx="4519">
                  <c:v>-3.1408618098043219E-2</c:v>
                </c:pt>
                <c:pt idx="4520">
                  <c:v>-5.2258648392451805E-3</c:v>
                </c:pt>
                <c:pt idx="4521">
                  <c:v>-1.6558657139255417E-2</c:v>
                </c:pt>
                <c:pt idx="4522">
                  <c:v>-1.3621791214102032E-2</c:v>
                </c:pt>
                <c:pt idx="4523">
                  <c:v>-1.8862254409996053E-2</c:v>
                </c:pt>
                <c:pt idx="4524">
                  <c:v>-1.7253167666056692E-2</c:v>
                </c:pt>
                <c:pt idx="4525">
                  <c:v>-9.5285575876374214E-3</c:v>
                </c:pt>
                <c:pt idx="4526">
                  <c:v>-2.8997602786980832E-3</c:v>
                </c:pt>
                <c:pt idx="4527">
                  <c:v>-2.0133424705941254E-2</c:v>
                </c:pt>
                <c:pt idx="4528">
                  <c:v>1.5278537867654315E-3</c:v>
                </c:pt>
                <c:pt idx="4529">
                  <c:v>-1.9312849667764691E-2</c:v>
                </c:pt>
                <c:pt idx="4530">
                  <c:v>-2.4346080755170363E-2</c:v>
                </c:pt>
                <c:pt idx="4531">
                  <c:v>-2.1937809093555301E-2</c:v>
                </c:pt>
                <c:pt idx="4532">
                  <c:v>-2.1488059126266657E-2</c:v>
                </c:pt>
                <c:pt idx="4533">
                  <c:v>-3.9277247764205069E-2</c:v>
                </c:pt>
                <c:pt idx="4534">
                  <c:v>-3.7817170576267406E-2</c:v>
                </c:pt>
                <c:pt idx="4535">
                  <c:v>-1.466588711647044E-2</c:v>
                </c:pt>
                <c:pt idx="4536">
                  <c:v>-3.3019343263596054E-2</c:v>
                </c:pt>
                <c:pt idx="4537">
                  <c:v>-2.3482522907587275E-2</c:v>
                </c:pt>
                <c:pt idx="4538">
                  <c:v>-2.0523224727500438E-2</c:v>
                </c:pt>
                <c:pt idx="4539">
                  <c:v>-1.5669778827257248E-2</c:v>
                </c:pt>
                <c:pt idx="4540">
                  <c:v>-5.0126575969754644E-2</c:v>
                </c:pt>
                <c:pt idx="4541">
                  <c:v>-3.3777792469934467E-2</c:v>
                </c:pt>
                <c:pt idx="4542">
                  <c:v>-2.9689271191754296E-2</c:v>
                </c:pt>
                <c:pt idx="4543">
                  <c:v>-1.7765290702611545E-2</c:v>
                </c:pt>
                <c:pt idx="4544">
                  <c:v>-2.11995794902652E-2</c:v>
                </c:pt>
                <c:pt idx="4545">
                  <c:v>-3.5234204197810953E-2</c:v>
                </c:pt>
                <c:pt idx="4546">
                  <c:v>-3.2440784035373198E-2</c:v>
                </c:pt>
                <c:pt idx="4547">
                  <c:v>-1.5716326388009173E-2</c:v>
                </c:pt>
                <c:pt idx="4548">
                  <c:v>-2.2940506266200981E-2</c:v>
                </c:pt>
                <c:pt idx="4549">
                  <c:v>-2.2549729431922384E-2</c:v>
                </c:pt>
                <c:pt idx="4550">
                  <c:v>-1.8613085776956584E-2</c:v>
                </c:pt>
                <c:pt idx="4551">
                  <c:v>-1.4935926173064664E-2</c:v>
                </c:pt>
                <c:pt idx="4552">
                  <c:v>-1.814785157561933E-2</c:v>
                </c:pt>
                <c:pt idx="4553">
                  <c:v>-1.8623805742895863E-2</c:v>
                </c:pt>
                <c:pt idx="4554">
                  <c:v>-1.3656496985414846E-2</c:v>
                </c:pt>
                <c:pt idx="4555">
                  <c:v>-1.2562981687759154E-2</c:v>
                </c:pt>
                <c:pt idx="4556">
                  <c:v>-6.7141231713351412E-3</c:v>
                </c:pt>
                <c:pt idx="4557">
                  <c:v>-1.8220598032286837E-2</c:v>
                </c:pt>
                <c:pt idx="4558">
                  <c:v>-1.0158862888171992E-2</c:v>
                </c:pt>
                <c:pt idx="4559">
                  <c:v>-2.0513133370623934E-2</c:v>
                </c:pt>
                <c:pt idx="4560">
                  <c:v>-4.2874376627807943E-2</c:v>
                </c:pt>
                <c:pt idx="4561">
                  <c:v>-1.5301914178922306E-2</c:v>
                </c:pt>
                <c:pt idx="4562">
                  <c:v>-1.6618663435951284E-2</c:v>
                </c:pt>
                <c:pt idx="4563">
                  <c:v>-3.3424586724428884E-2</c:v>
                </c:pt>
                <c:pt idx="4564">
                  <c:v>-1.376128918975366E-2</c:v>
                </c:pt>
                <c:pt idx="4565">
                  <c:v>-3.926025109307809E-2</c:v>
                </c:pt>
                <c:pt idx="4566">
                  <c:v>-6.0213487369535999E-3</c:v>
                </c:pt>
                <c:pt idx="4567">
                  <c:v>-1.6574772041268768E-2</c:v>
                </c:pt>
                <c:pt idx="4568">
                  <c:v>-1.1173765713820907E-2</c:v>
                </c:pt>
                <c:pt idx="4569">
                  <c:v>-1.1175045024828722E-2</c:v>
                </c:pt>
                <c:pt idx="4570">
                  <c:v>-2.0875392859214338E-2</c:v>
                </c:pt>
                <c:pt idx="4571">
                  <c:v>-1.5343942690676004E-2</c:v>
                </c:pt>
                <c:pt idx="4572">
                  <c:v>-1.4535872337475747E-2</c:v>
                </c:pt>
                <c:pt idx="4573">
                  <c:v>-1.5065439940759489E-2</c:v>
                </c:pt>
                <c:pt idx="4574">
                  <c:v>-1.4520102184455435E-2</c:v>
                </c:pt>
                <c:pt idx="4575">
                  <c:v>-1.569212807550166E-2</c:v>
                </c:pt>
                <c:pt idx="4576">
                  <c:v>-1.4060071862960164E-2</c:v>
                </c:pt>
                <c:pt idx="4577">
                  <c:v>-3.3214217109096937E-3</c:v>
                </c:pt>
                <c:pt idx="4578">
                  <c:v>-1.338782806635032E-2</c:v>
                </c:pt>
                <c:pt idx="4579">
                  <c:v>-1.4069835779934106E-2</c:v>
                </c:pt>
                <c:pt idx="4580">
                  <c:v>-1.5794997097173111E-2</c:v>
                </c:pt>
                <c:pt idx="4581">
                  <c:v>-1.6740329076946812E-2</c:v>
                </c:pt>
                <c:pt idx="4582">
                  <c:v>-2.1376222914957669E-2</c:v>
                </c:pt>
                <c:pt idx="4583">
                  <c:v>-2.0225637740208375E-2</c:v>
                </c:pt>
                <c:pt idx="4584">
                  <c:v>-2.3338438658767023E-2</c:v>
                </c:pt>
                <c:pt idx="4585">
                  <c:v>-2.3358945335636592E-3</c:v>
                </c:pt>
                <c:pt idx="4586">
                  <c:v>-1.2433754077807181E-2</c:v>
                </c:pt>
                <c:pt idx="4587">
                  <c:v>-1.3908520643472283E-2</c:v>
                </c:pt>
                <c:pt idx="4588">
                  <c:v>-1.8604736157583547E-2</c:v>
                </c:pt>
                <c:pt idx="4589">
                  <c:v>-1.9732138475644371E-2</c:v>
                </c:pt>
                <c:pt idx="4590">
                  <c:v>-2.9783991629538358E-2</c:v>
                </c:pt>
                <c:pt idx="4591">
                  <c:v>-2.2468362880022734E-2</c:v>
                </c:pt>
                <c:pt idx="4592">
                  <c:v>-2.2135393502396874E-2</c:v>
                </c:pt>
                <c:pt idx="4593">
                  <c:v>-1.6497543606247708E-2</c:v>
                </c:pt>
                <c:pt idx="4594">
                  <c:v>-1.167246276704902E-2</c:v>
                </c:pt>
                <c:pt idx="4595">
                  <c:v>-7.9765673277341891E-3</c:v>
                </c:pt>
                <c:pt idx="4596">
                  <c:v>-2.4560567247904966E-3</c:v>
                </c:pt>
                <c:pt idx="4597">
                  <c:v>1.7363227869288207E-3</c:v>
                </c:pt>
                <c:pt idx="4598">
                  <c:v>5.5911990929920382E-4</c:v>
                </c:pt>
                <c:pt idx="4599">
                  <c:v>2.9780998821678536E-3</c:v>
                </c:pt>
                <c:pt idx="4600">
                  <c:v>3.1397847284621336E-3</c:v>
                </c:pt>
                <c:pt idx="4601">
                  <c:v>2.7949625573575158E-3</c:v>
                </c:pt>
                <c:pt idx="4602">
                  <c:v>-2.7142896264531924E-4</c:v>
                </c:pt>
                <c:pt idx="4603">
                  <c:v>-2.5079920371107677E-3</c:v>
                </c:pt>
                <c:pt idx="4604">
                  <c:v>-2.8374877507636306E-3</c:v>
                </c:pt>
                <c:pt idx="4605">
                  <c:v>-5.4811736027487882E-3</c:v>
                </c:pt>
                <c:pt idx="4606">
                  <c:v>-7.1024234295275993E-3</c:v>
                </c:pt>
                <c:pt idx="4607">
                  <c:v>7.02106512650139E-4</c:v>
                </c:pt>
                <c:pt idx="4608">
                  <c:v>-5.108246913344763E-3</c:v>
                </c:pt>
                <c:pt idx="4609">
                  <c:v>-7.1919846826769933E-3</c:v>
                </c:pt>
                <c:pt idx="4610">
                  <c:v>-4.8292527430985289E-3</c:v>
                </c:pt>
                <c:pt idx="4611">
                  <c:v>-6.1139427886865274E-3</c:v>
                </c:pt>
                <c:pt idx="4612">
                  <c:v>-7.9569046438709122E-3</c:v>
                </c:pt>
                <c:pt idx="4613">
                  <c:v>-9.1839688301511308E-3</c:v>
                </c:pt>
                <c:pt idx="4614">
                  <c:v>-8.6602494121976389E-3</c:v>
                </c:pt>
                <c:pt idx="4615">
                  <c:v>-1.3251402706048245E-2</c:v>
                </c:pt>
                <c:pt idx="4616">
                  <c:v>-8.9201809696972806E-3</c:v>
                </c:pt>
                <c:pt idx="4617">
                  <c:v>-7.5842154353702651E-3</c:v>
                </c:pt>
                <c:pt idx="4618">
                  <c:v>-6.5112477635799583E-3</c:v>
                </c:pt>
                <c:pt idx="4619">
                  <c:v>-3.329526867277879E-3</c:v>
                </c:pt>
                <c:pt idx="4620">
                  <c:v>-2.9753432149595639E-4</c:v>
                </c:pt>
                <c:pt idx="4621">
                  <c:v>2.317473729441162E-3</c:v>
                </c:pt>
                <c:pt idx="4622">
                  <c:v>3.7442054667929259E-3</c:v>
                </c:pt>
                <c:pt idx="4623">
                  <c:v>-4.6996035573140674E-4</c:v>
                </c:pt>
                <c:pt idx="4624">
                  <c:v>3.398329643258995E-3</c:v>
                </c:pt>
                <c:pt idx="4625">
                  <c:v>4.7172677247893271E-4</c:v>
                </c:pt>
                <c:pt idx="4626">
                  <c:v>3.6698334485470478E-4</c:v>
                </c:pt>
                <c:pt idx="4627">
                  <c:v>2.1508594414215272E-5</c:v>
                </c:pt>
                <c:pt idx="4628">
                  <c:v>4.4411459078812259E-4</c:v>
                </c:pt>
                <c:pt idx="4629">
                  <c:v>-7.7697989826077513E-4</c:v>
                </c:pt>
                <c:pt idx="4630">
                  <c:v>-2.4039170044999527E-3</c:v>
                </c:pt>
                <c:pt idx="4631">
                  <c:v>4.1288557417087776E-3</c:v>
                </c:pt>
                <c:pt idx="4632">
                  <c:v>-1.6894003832043048E-3</c:v>
                </c:pt>
                <c:pt idx="4633">
                  <c:v>-6.4981491069953379E-3</c:v>
                </c:pt>
                <c:pt idx="4634">
                  <c:v>-1.1370492348473957E-2</c:v>
                </c:pt>
                <c:pt idx="4635">
                  <c:v>-1.1659779586418126E-2</c:v>
                </c:pt>
                <c:pt idx="4636">
                  <c:v>-1.3320287716656642E-2</c:v>
                </c:pt>
                <c:pt idx="4637">
                  <c:v>-1.468606621037041E-2</c:v>
                </c:pt>
                <c:pt idx="4638">
                  <c:v>-1.8795094578445855E-2</c:v>
                </c:pt>
                <c:pt idx="4639">
                  <c:v>-1.4060714208676326E-2</c:v>
                </c:pt>
                <c:pt idx="4640">
                  <c:v>-2.0152766415497573E-2</c:v>
                </c:pt>
                <c:pt idx="4641">
                  <c:v>-2.3231722808840508E-2</c:v>
                </c:pt>
                <c:pt idx="4642">
                  <c:v>-2.5760538325955786E-2</c:v>
                </c:pt>
                <c:pt idx="4643">
                  <c:v>-2.0387730055697113E-2</c:v>
                </c:pt>
                <c:pt idx="4644">
                  <c:v>-1.7992181226415317E-2</c:v>
                </c:pt>
                <c:pt idx="4645">
                  <c:v>-9.5888705402309964E-3</c:v>
                </c:pt>
                <c:pt idx="4646">
                  <c:v>-5.2198932521413379E-3</c:v>
                </c:pt>
                <c:pt idx="4647">
                  <c:v>-1.9999513126426173E-3</c:v>
                </c:pt>
                <c:pt idx="4648">
                  <c:v>-4.5546622721692256E-3</c:v>
                </c:pt>
                <c:pt idx="4649">
                  <c:v>-2.0080084771235342E-3</c:v>
                </c:pt>
                <c:pt idx="4650">
                  <c:v>-2.3609218019036054E-3</c:v>
                </c:pt>
                <c:pt idx="4651">
                  <c:v>-2.5773086636848063E-3</c:v>
                </c:pt>
                <c:pt idx="4652">
                  <c:v>-3.1429788617757799E-3</c:v>
                </c:pt>
                <c:pt idx="4653">
                  <c:v>-6.6093609707120332E-3</c:v>
                </c:pt>
                <c:pt idx="4654">
                  <c:v>-5.8273008651490467E-3</c:v>
                </c:pt>
                <c:pt idx="4655">
                  <c:v>-9.6606601257740322E-4</c:v>
                </c:pt>
                <c:pt idx="4656">
                  <c:v>-7.8729226803731251E-3</c:v>
                </c:pt>
                <c:pt idx="4657">
                  <c:v>-5.3245594279212414E-3</c:v>
                </c:pt>
                <c:pt idx="4658">
                  <c:v>-7.6546311190863131E-3</c:v>
                </c:pt>
                <c:pt idx="4659">
                  <c:v>-6.7221431273703537E-3</c:v>
                </c:pt>
                <c:pt idx="4660">
                  <c:v>-1.3387151462526647E-2</c:v>
                </c:pt>
                <c:pt idx="4661">
                  <c:v>-1.8258678657927307E-2</c:v>
                </c:pt>
                <c:pt idx="4662">
                  <c:v>-1.4380912634374776E-2</c:v>
                </c:pt>
                <c:pt idx="4663">
                  <c:v>-1.205958567845525E-2</c:v>
                </c:pt>
                <c:pt idx="4664">
                  <c:v>-1.3529885672168685E-2</c:v>
                </c:pt>
                <c:pt idx="4665">
                  <c:v>4.7790743029099518E-3</c:v>
                </c:pt>
                <c:pt idx="4666">
                  <c:v>8.6779597568501631E-3</c:v>
                </c:pt>
                <c:pt idx="4667">
                  <c:v>-5.2277908122446849E-2</c:v>
                </c:pt>
                <c:pt idx="4668">
                  <c:v>2.0222596208847983E-2</c:v>
                </c:pt>
                <c:pt idx="4669">
                  <c:v>3.7741629648825582E-2</c:v>
                </c:pt>
                <c:pt idx="4670">
                  <c:v>5.5938210646774233E-2</c:v>
                </c:pt>
                <c:pt idx="4671">
                  <c:v>0.12113658061524168</c:v>
                </c:pt>
                <c:pt idx="4672">
                  <c:v>0.17143226366749514</c:v>
                </c:pt>
                <c:pt idx="4673">
                  <c:v>0.16716379174363138</c:v>
                </c:pt>
                <c:pt idx="4674">
                  <c:v>0.15546262861625354</c:v>
                </c:pt>
                <c:pt idx="4675">
                  <c:v>0.14822552303865424</c:v>
                </c:pt>
                <c:pt idx="4676">
                  <c:v>0.14202020242206123</c:v>
                </c:pt>
                <c:pt idx="4677">
                  <c:v>0.13883204673164279</c:v>
                </c:pt>
                <c:pt idx="4678">
                  <c:v>0.13470368080076525</c:v>
                </c:pt>
                <c:pt idx="4679">
                  <c:v>0.1384599445414238</c:v>
                </c:pt>
                <c:pt idx="4680">
                  <c:v>0.14360345069269487</c:v>
                </c:pt>
                <c:pt idx="4681">
                  <c:v>8.2156523543496368E-2</c:v>
                </c:pt>
                <c:pt idx="4682">
                  <c:v>8.3063255889629956E-2</c:v>
                </c:pt>
                <c:pt idx="4683">
                  <c:v>0.11950598929860672</c:v>
                </c:pt>
                <c:pt idx="4684">
                  <c:v>0.10196574730378735</c:v>
                </c:pt>
                <c:pt idx="4685">
                  <c:v>6.3821359597222141E-2</c:v>
                </c:pt>
                <c:pt idx="4686">
                  <c:v>5.7815606113292922E-2</c:v>
                </c:pt>
                <c:pt idx="4687">
                  <c:v>3.1682956662537003E-2</c:v>
                </c:pt>
                <c:pt idx="4688">
                  <c:v>3.0652069385490446E-2</c:v>
                </c:pt>
                <c:pt idx="4689">
                  <c:v>4.064335511148625E-2</c:v>
                </c:pt>
                <c:pt idx="4690">
                  <c:v>8.2664820096408714E-2</c:v>
                </c:pt>
                <c:pt idx="4691">
                  <c:v>9.3492189301443332E-2</c:v>
                </c:pt>
                <c:pt idx="4692">
                  <c:v>8.1964252249349126E-2</c:v>
                </c:pt>
                <c:pt idx="4693">
                  <c:v>9.2474530895237383E-2</c:v>
                </c:pt>
                <c:pt idx="4694">
                  <c:v>8.4442998770266592E-2</c:v>
                </c:pt>
                <c:pt idx="4695">
                  <c:v>9.0755370309290082E-2</c:v>
                </c:pt>
                <c:pt idx="4696">
                  <c:v>0.1066870489668464</c:v>
                </c:pt>
                <c:pt idx="4697">
                  <c:v>0.10730779983386173</c:v>
                </c:pt>
                <c:pt idx="4698">
                  <c:v>9.6786097469993795E-2</c:v>
                </c:pt>
                <c:pt idx="4699">
                  <c:v>8.7828955544368703E-2</c:v>
                </c:pt>
                <c:pt idx="4700">
                  <c:v>8.7946815660904037E-2</c:v>
                </c:pt>
                <c:pt idx="4701">
                  <c:v>9.143978887617088E-2</c:v>
                </c:pt>
                <c:pt idx="4702">
                  <c:v>7.7219141476241607E-2</c:v>
                </c:pt>
                <c:pt idx="4703">
                  <c:v>7.5082279285953221E-2</c:v>
                </c:pt>
                <c:pt idx="4704">
                  <c:v>3.5389491449267778E-2</c:v>
                </c:pt>
                <c:pt idx="4705">
                  <c:v>3.6608100035342726E-2</c:v>
                </c:pt>
                <c:pt idx="4706">
                  <c:v>3.2844058452211118E-2</c:v>
                </c:pt>
                <c:pt idx="4707">
                  <c:v>3.0935356990645688E-2</c:v>
                </c:pt>
                <c:pt idx="4708">
                  <c:v>1.1155998139977258E-2</c:v>
                </c:pt>
                <c:pt idx="4709">
                  <c:v>1.8634591175553706E-2</c:v>
                </c:pt>
                <c:pt idx="4710">
                  <c:v>6.3832607138141637E-2</c:v>
                </c:pt>
                <c:pt idx="4711">
                  <c:v>2.0845615893212006E-2</c:v>
                </c:pt>
                <c:pt idx="4712">
                  <c:v>3.0980135653193238E-2</c:v>
                </c:pt>
                <c:pt idx="4713">
                  <c:v>1.8643028834217191E-2</c:v>
                </c:pt>
                <c:pt idx="4714">
                  <c:v>8.3219681978052053E-3</c:v>
                </c:pt>
                <c:pt idx="4715">
                  <c:v>1.1722355331355573E-2</c:v>
                </c:pt>
                <c:pt idx="4716">
                  <c:v>1.6238633180195059E-2</c:v>
                </c:pt>
                <c:pt idx="4717">
                  <c:v>2.2282754632448495E-2</c:v>
                </c:pt>
                <c:pt idx="4718">
                  <c:v>5.5459064956522773E-2</c:v>
                </c:pt>
                <c:pt idx="4719">
                  <c:v>8.3982371897134686E-2</c:v>
                </c:pt>
                <c:pt idx="4720">
                  <c:v>8.094795091191051E-2</c:v>
                </c:pt>
                <c:pt idx="4721">
                  <c:v>9.0282798248665821E-2</c:v>
                </c:pt>
                <c:pt idx="4722">
                  <c:v>9.04319216468841E-2</c:v>
                </c:pt>
                <c:pt idx="4723">
                  <c:v>0.10800223315622354</c:v>
                </c:pt>
                <c:pt idx="4724">
                  <c:v>0.11228958213445552</c:v>
                </c:pt>
                <c:pt idx="4725">
                  <c:v>9.0678359338917824E-2</c:v>
                </c:pt>
                <c:pt idx="4726">
                  <c:v>8.764797287083774E-2</c:v>
                </c:pt>
                <c:pt idx="4727">
                  <c:v>5.1799314249693404E-2</c:v>
                </c:pt>
                <c:pt idx="4728">
                  <c:v>4.0295136808578692E-2</c:v>
                </c:pt>
                <c:pt idx="4729">
                  <c:v>3.7449192341424728E-2</c:v>
                </c:pt>
                <c:pt idx="4730">
                  <c:v>3.5858297492697651E-2</c:v>
                </c:pt>
                <c:pt idx="4731">
                  <c:v>5.1677364796689211E-2</c:v>
                </c:pt>
                <c:pt idx="4732">
                  <c:v>9.7161247261057689E-3</c:v>
                </c:pt>
                <c:pt idx="4733">
                  <c:v>2.7520471883516834E-2</c:v>
                </c:pt>
                <c:pt idx="4734">
                  <c:v>6.1468136631480208E-2</c:v>
                </c:pt>
                <c:pt idx="4735">
                  <c:v>1.1956552967714751E-2</c:v>
                </c:pt>
                <c:pt idx="4736">
                  <c:v>3.8777776810060734E-2</c:v>
                </c:pt>
                <c:pt idx="4737">
                  <c:v>2.1217069417418296E-2</c:v>
                </c:pt>
                <c:pt idx="4738">
                  <c:v>1.6764107356873788E-2</c:v>
                </c:pt>
                <c:pt idx="4739">
                  <c:v>3.8836283273575217E-2</c:v>
                </c:pt>
                <c:pt idx="4740">
                  <c:v>1.5474314471118647E-2</c:v>
                </c:pt>
                <c:pt idx="4741">
                  <c:v>2.3090150041701833E-2</c:v>
                </c:pt>
                <c:pt idx="4742">
                  <c:v>4.5676472980781542E-2</c:v>
                </c:pt>
                <c:pt idx="4743">
                  <c:v>9.1167308318976376E-2</c:v>
                </c:pt>
                <c:pt idx="4744">
                  <c:v>7.6280312391518598E-2</c:v>
                </c:pt>
                <c:pt idx="4745">
                  <c:v>8.6144964321442613E-2</c:v>
                </c:pt>
                <c:pt idx="4746">
                  <c:v>8.8915432165533576E-2</c:v>
                </c:pt>
                <c:pt idx="4747">
                  <c:v>8.8255600225009626E-2</c:v>
                </c:pt>
                <c:pt idx="4748">
                  <c:v>8.5676369468925734E-2</c:v>
                </c:pt>
                <c:pt idx="4749">
                  <c:v>9.2786596311143443E-2</c:v>
                </c:pt>
                <c:pt idx="4750">
                  <c:v>9.8384239102811549E-2</c:v>
                </c:pt>
                <c:pt idx="4751">
                  <c:v>6.4223122479750511E-2</c:v>
                </c:pt>
                <c:pt idx="4752">
                  <c:v>3.7759351542014097E-2</c:v>
                </c:pt>
                <c:pt idx="4753">
                  <c:v>3.6764725213557274E-2</c:v>
                </c:pt>
                <c:pt idx="4754">
                  <c:v>3.0699007665530784E-2</c:v>
                </c:pt>
                <c:pt idx="4755">
                  <c:v>3.0799227199242999E-2</c:v>
                </c:pt>
                <c:pt idx="4756">
                  <c:v>3.3955404707409577E-2</c:v>
                </c:pt>
                <c:pt idx="4757">
                  <c:v>3.3151339219230726E-2</c:v>
                </c:pt>
                <c:pt idx="4758">
                  <c:v>3.2665359432159147E-2</c:v>
                </c:pt>
                <c:pt idx="4759">
                  <c:v>2.9697248225927179E-2</c:v>
                </c:pt>
                <c:pt idx="4760">
                  <c:v>5.1281063631250047E-2</c:v>
                </c:pt>
                <c:pt idx="4761">
                  <c:v>4.962073591828399E-2</c:v>
                </c:pt>
                <c:pt idx="4762">
                  <c:v>4.6255383308558766E-2</c:v>
                </c:pt>
                <c:pt idx="4763">
                  <c:v>3.5121460771839356E-2</c:v>
                </c:pt>
                <c:pt idx="4764">
                  <c:v>2.6981077014537846E-2</c:v>
                </c:pt>
                <c:pt idx="4765">
                  <c:v>4.4405666467716869E-2</c:v>
                </c:pt>
                <c:pt idx="4766">
                  <c:v>5.211650309175761E-2</c:v>
                </c:pt>
                <c:pt idx="4767">
                  <c:v>2.9657325013432625E-2</c:v>
                </c:pt>
                <c:pt idx="4768">
                  <c:v>3.33242318618691E-2</c:v>
                </c:pt>
                <c:pt idx="4769">
                  <c:v>2.7245446213511947E-2</c:v>
                </c:pt>
                <c:pt idx="4770">
                  <c:v>1.3865561859268363E-2</c:v>
                </c:pt>
                <c:pt idx="4771">
                  <c:v>3.7719193396480388E-2</c:v>
                </c:pt>
                <c:pt idx="4772">
                  <c:v>3.389414209145674E-2</c:v>
                </c:pt>
                <c:pt idx="4773">
                  <c:v>4.9634390567984535E-2</c:v>
                </c:pt>
                <c:pt idx="4774">
                  <c:v>4.201966389789516E-2</c:v>
                </c:pt>
                <c:pt idx="4775">
                  <c:v>3.9625905849540038E-2</c:v>
                </c:pt>
                <c:pt idx="4776">
                  <c:v>3.673732158965793E-2</c:v>
                </c:pt>
                <c:pt idx="4777">
                  <c:v>5.5133862854084795E-2</c:v>
                </c:pt>
                <c:pt idx="4778">
                  <c:v>3.7453829841788293E-2</c:v>
                </c:pt>
                <c:pt idx="4779">
                  <c:v>5.7405773959796423E-2</c:v>
                </c:pt>
                <c:pt idx="4780">
                  <c:v>5.8018530229035595E-2</c:v>
                </c:pt>
                <c:pt idx="4781">
                  <c:v>5.575356595078651E-2</c:v>
                </c:pt>
                <c:pt idx="4782">
                  <c:v>5.3654555898368192E-2</c:v>
                </c:pt>
                <c:pt idx="4783">
                  <c:v>5.8505221927806328E-2</c:v>
                </c:pt>
                <c:pt idx="4784">
                  <c:v>0.12740716518937253</c:v>
                </c:pt>
                <c:pt idx="4785">
                  <c:v>0.17143621339699941</c:v>
                </c:pt>
                <c:pt idx="4786">
                  <c:v>0.10064410960801695</c:v>
                </c:pt>
                <c:pt idx="4787">
                  <c:v>6.1409867920745591E-2</c:v>
                </c:pt>
                <c:pt idx="4788">
                  <c:v>9.5976028133778687E-2</c:v>
                </c:pt>
                <c:pt idx="4789">
                  <c:v>7.807570954781029E-2</c:v>
                </c:pt>
                <c:pt idx="4790">
                  <c:v>7.3415342961840518E-2</c:v>
                </c:pt>
                <c:pt idx="4791">
                  <c:v>7.5706539580844986E-2</c:v>
                </c:pt>
                <c:pt idx="4792">
                  <c:v>6.485158386762134E-2</c:v>
                </c:pt>
                <c:pt idx="4793">
                  <c:v>7.5393445735478543E-2</c:v>
                </c:pt>
                <c:pt idx="4794">
                  <c:v>6.9509795586763637E-2</c:v>
                </c:pt>
                <c:pt idx="4795">
                  <c:v>8.4668301757052464E-2</c:v>
                </c:pt>
                <c:pt idx="4796">
                  <c:v>8.8605923214833557E-2</c:v>
                </c:pt>
                <c:pt idx="4797">
                  <c:v>8.1264370431856248E-2</c:v>
                </c:pt>
                <c:pt idx="4798">
                  <c:v>7.7992923841502249E-2</c:v>
                </c:pt>
                <c:pt idx="4799">
                  <c:v>8.8514300246960359E-2</c:v>
                </c:pt>
                <c:pt idx="4800">
                  <c:v>8.8282370340204808E-2</c:v>
                </c:pt>
                <c:pt idx="4801">
                  <c:v>9.0867639900253469E-2</c:v>
                </c:pt>
                <c:pt idx="4802">
                  <c:v>8.6158366284758467E-2</c:v>
                </c:pt>
                <c:pt idx="4803">
                  <c:v>8.6564581621564496E-2</c:v>
                </c:pt>
                <c:pt idx="4804">
                  <c:v>9.693489884594414E-2</c:v>
                </c:pt>
                <c:pt idx="4805">
                  <c:v>9.0675388239503274E-2</c:v>
                </c:pt>
                <c:pt idx="4806">
                  <c:v>9.3763789330653186E-2</c:v>
                </c:pt>
                <c:pt idx="4807">
                  <c:v>0.10390256762729917</c:v>
                </c:pt>
                <c:pt idx="4808">
                  <c:v>0.10691596978949519</c:v>
                </c:pt>
                <c:pt idx="4809">
                  <c:v>0.10231956249753188</c:v>
                </c:pt>
                <c:pt idx="4810">
                  <c:v>9.9893855375957269E-2</c:v>
                </c:pt>
                <c:pt idx="4811">
                  <c:v>0.17436930060782338</c:v>
                </c:pt>
                <c:pt idx="4812">
                  <c:v>0.2209442933546524</c:v>
                </c:pt>
                <c:pt idx="4813">
                  <c:v>0.23873977516816669</c:v>
                </c:pt>
                <c:pt idx="4814">
                  <c:v>0.20865719839927085</c:v>
                </c:pt>
                <c:pt idx="4815">
                  <c:v>0.20770643351342816</c:v>
                </c:pt>
                <c:pt idx="4816">
                  <c:v>0.18722820933223042</c:v>
                </c:pt>
                <c:pt idx="4817">
                  <c:v>0.19839262198476537</c:v>
                </c:pt>
                <c:pt idx="4818">
                  <c:v>0.19844987627881985</c:v>
                </c:pt>
                <c:pt idx="4819">
                  <c:v>0.19308431909190138</c:v>
                </c:pt>
                <c:pt idx="4820">
                  <c:v>0.1893586729309934</c:v>
                </c:pt>
                <c:pt idx="4821">
                  <c:v>0.19702229249740097</c:v>
                </c:pt>
                <c:pt idx="4822">
                  <c:v>0.19241078600165909</c:v>
                </c:pt>
                <c:pt idx="4823">
                  <c:v>0.18741123280444583</c:v>
                </c:pt>
                <c:pt idx="4824">
                  <c:v>0.19043829497319631</c:v>
                </c:pt>
                <c:pt idx="4825">
                  <c:v>0.18584559143684551</c:v>
                </c:pt>
                <c:pt idx="4826">
                  <c:v>0.18689360008917749</c:v>
                </c:pt>
                <c:pt idx="4827">
                  <c:v>0.18062837993412864</c:v>
                </c:pt>
                <c:pt idx="4828">
                  <c:v>0.20670824565987564</c:v>
                </c:pt>
                <c:pt idx="4829">
                  <c:v>0.23207300105070994</c:v>
                </c:pt>
                <c:pt idx="4830">
                  <c:v>0.23477029322135806</c:v>
                </c:pt>
                <c:pt idx="4831">
                  <c:v>0.24897064165471272</c:v>
                </c:pt>
                <c:pt idx="4832">
                  <c:v>0.23912697951560177</c:v>
                </c:pt>
                <c:pt idx="4833">
                  <c:v>0.2486110538086527</c:v>
                </c:pt>
                <c:pt idx="4834">
                  <c:v>0.2685247980777743</c:v>
                </c:pt>
                <c:pt idx="4835">
                  <c:v>0.26073363238028424</c:v>
                </c:pt>
                <c:pt idx="4836">
                  <c:v>0.26923111906471758</c:v>
                </c:pt>
                <c:pt idx="4837">
                  <c:v>0.26623341882647711</c:v>
                </c:pt>
                <c:pt idx="4838">
                  <c:v>0.26222096390167693</c:v>
                </c:pt>
                <c:pt idx="4839">
                  <c:v>0.23547120020919254</c:v>
                </c:pt>
                <c:pt idx="4840">
                  <c:v>0.18501365285843616</c:v>
                </c:pt>
                <c:pt idx="4841">
                  <c:v>0.18320805222310071</c:v>
                </c:pt>
                <c:pt idx="4842">
                  <c:v>0.20149215141847204</c:v>
                </c:pt>
                <c:pt idx="4843">
                  <c:v>0.19983219604151883</c:v>
                </c:pt>
                <c:pt idx="4844">
                  <c:v>0.20383698405995024</c:v>
                </c:pt>
                <c:pt idx="4845">
                  <c:v>0.21668549005327598</c:v>
                </c:pt>
                <c:pt idx="4846">
                  <c:v>0.2114217980984805</c:v>
                </c:pt>
                <c:pt idx="4847">
                  <c:v>0.22315617215597278</c:v>
                </c:pt>
                <c:pt idx="4848">
                  <c:v>0.19393694582121768</c:v>
                </c:pt>
                <c:pt idx="4849">
                  <c:v>0.18190745682820034</c:v>
                </c:pt>
                <c:pt idx="4850">
                  <c:v>0.2121070015150047</c:v>
                </c:pt>
                <c:pt idx="4851">
                  <c:v>0.20989046155876442</c:v>
                </c:pt>
                <c:pt idx="4852">
                  <c:v>0.20294486511014651</c:v>
                </c:pt>
                <c:pt idx="4853">
                  <c:v>0.22478686232214862</c:v>
                </c:pt>
                <c:pt idx="4854">
                  <c:v>0.22432839467355611</c:v>
                </c:pt>
                <c:pt idx="4855">
                  <c:v>0.22850606662665091</c:v>
                </c:pt>
                <c:pt idx="4856">
                  <c:v>0.23497705228498286</c:v>
                </c:pt>
                <c:pt idx="4857">
                  <c:v>0.25140890426462004</c:v>
                </c:pt>
                <c:pt idx="4858">
                  <c:v>0.25507102423856021</c:v>
                </c:pt>
                <c:pt idx="4859">
                  <c:v>0.24455958238796363</c:v>
                </c:pt>
                <c:pt idx="4860">
                  <c:v>0.21867477817601871</c:v>
                </c:pt>
                <c:pt idx="4861">
                  <c:v>0.22557621413906501</c:v>
                </c:pt>
                <c:pt idx="4862">
                  <c:v>0.17110236969858705</c:v>
                </c:pt>
                <c:pt idx="4863">
                  <c:v>9.8149275984533255E-2</c:v>
                </c:pt>
                <c:pt idx="4864">
                  <c:v>7.9466564170545442E-2</c:v>
                </c:pt>
                <c:pt idx="4865">
                  <c:v>6.2066783577909367E-2</c:v>
                </c:pt>
                <c:pt idx="4866">
                  <c:v>6.5158745536873702E-2</c:v>
                </c:pt>
                <c:pt idx="4867">
                  <c:v>5.4783325569626715E-2</c:v>
                </c:pt>
                <c:pt idx="4868">
                  <c:v>4.3174830992626125E-2</c:v>
                </c:pt>
                <c:pt idx="4869">
                  <c:v>4.2769949570175297E-2</c:v>
                </c:pt>
                <c:pt idx="4870">
                  <c:v>3.0919855943038286E-2</c:v>
                </c:pt>
                <c:pt idx="4871">
                  <c:v>4.2972821147635017E-2</c:v>
                </c:pt>
                <c:pt idx="4872">
                  <c:v>5.4298836045954008E-2</c:v>
                </c:pt>
                <c:pt idx="4873">
                  <c:v>5.4038994059485354E-2</c:v>
                </c:pt>
                <c:pt idx="4874">
                  <c:v>6.4418705866410908E-2</c:v>
                </c:pt>
                <c:pt idx="4875">
                  <c:v>6.4207891443955653E-2</c:v>
                </c:pt>
                <c:pt idx="4876">
                  <c:v>6.5878471849401821E-2</c:v>
                </c:pt>
                <c:pt idx="4877">
                  <c:v>6.4693880991543051E-2</c:v>
                </c:pt>
                <c:pt idx="4878">
                  <c:v>6.6941270453255403E-2</c:v>
                </c:pt>
                <c:pt idx="4879">
                  <c:v>6.4447544872795123E-2</c:v>
                </c:pt>
                <c:pt idx="4880">
                  <c:v>6.7516866801748704E-2</c:v>
                </c:pt>
                <c:pt idx="4881">
                  <c:v>5.1974225277174629E-2</c:v>
                </c:pt>
                <c:pt idx="4882">
                  <c:v>4.2963846531402353E-2</c:v>
                </c:pt>
                <c:pt idx="4883">
                  <c:v>3.2514750872744289E-2</c:v>
                </c:pt>
                <c:pt idx="4884">
                  <c:v>3.4249962029715725E-2</c:v>
                </c:pt>
                <c:pt idx="4885">
                  <c:v>2.0474795142335796E-2</c:v>
                </c:pt>
                <c:pt idx="4886">
                  <c:v>2.0901496774634949E-2</c:v>
                </c:pt>
                <c:pt idx="4887">
                  <c:v>2.5138984480833255E-2</c:v>
                </c:pt>
                <c:pt idx="4888">
                  <c:v>2.6070201730673356E-2</c:v>
                </c:pt>
                <c:pt idx="4889">
                  <c:v>2.2314679238584732E-2</c:v>
                </c:pt>
                <c:pt idx="4890">
                  <c:v>2.7737868140480237E-2</c:v>
                </c:pt>
                <c:pt idx="4891">
                  <c:v>2.7881783077864181E-2</c:v>
                </c:pt>
                <c:pt idx="4892">
                  <c:v>2.5746018158169383E-2</c:v>
                </c:pt>
                <c:pt idx="4893">
                  <c:v>2.7616058984515423E-2</c:v>
                </c:pt>
                <c:pt idx="4894">
                  <c:v>2.9033014021838843E-2</c:v>
                </c:pt>
                <c:pt idx="4895">
                  <c:v>2.8623160501869065E-2</c:v>
                </c:pt>
                <c:pt idx="4896">
                  <c:v>2.550790503100266E-2</c:v>
                </c:pt>
                <c:pt idx="4897">
                  <c:v>2.9552110721104682E-2</c:v>
                </c:pt>
                <c:pt idx="4898">
                  <c:v>2.5629739435366547E-2</c:v>
                </c:pt>
                <c:pt idx="4899">
                  <c:v>2.8672109452569507E-2</c:v>
                </c:pt>
                <c:pt idx="4900">
                  <c:v>2.9910669832824987E-2</c:v>
                </c:pt>
                <c:pt idx="4901">
                  <c:v>2.9237532313659349E-2</c:v>
                </c:pt>
                <c:pt idx="4902">
                  <c:v>2.8359965545559935E-2</c:v>
                </c:pt>
                <c:pt idx="4903">
                  <c:v>1.3200501122749356E-2</c:v>
                </c:pt>
                <c:pt idx="4904">
                  <c:v>5.3697102710984906E-2</c:v>
                </c:pt>
                <c:pt idx="4905">
                  <c:v>8.2652579163211767E-3</c:v>
                </c:pt>
                <c:pt idx="4906">
                  <c:v>5.8082436204940344E-2</c:v>
                </c:pt>
                <c:pt idx="4907">
                  <c:v>1.1547890688043952E-2</c:v>
                </c:pt>
                <c:pt idx="4908">
                  <c:v>2.806274676591794E-2</c:v>
                </c:pt>
                <c:pt idx="4909">
                  <c:v>4.0670109256231102E-2</c:v>
                </c:pt>
                <c:pt idx="4910">
                  <c:v>5.1974576478383633E-2</c:v>
                </c:pt>
                <c:pt idx="4911">
                  <c:v>4.0988849988970288E-2</c:v>
                </c:pt>
                <c:pt idx="4912">
                  <c:v>6.6863000619752824E-2</c:v>
                </c:pt>
                <c:pt idx="4913">
                  <c:v>2.159802255929244E-2</c:v>
                </c:pt>
                <c:pt idx="4914">
                  <c:v>7.6897898936768558E-2</c:v>
                </c:pt>
                <c:pt idx="4915">
                  <c:v>2.1755611627593888E-2</c:v>
                </c:pt>
                <c:pt idx="4916">
                  <c:v>5.5988006588337483E-2</c:v>
                </c:pt>
                <c:pt idx="4917">
                  <c:v>5.5412788927491623E-2</c:v>
                </c:pt>
                <c:pt idx="4918">
                  <c:v>6.0356750029052962E-2</c:v>
                </c:pt>
                <c:pt idx="4919">
                  <c:v>5.8271581075479979E-2</c:v>
                </c:pt>
                <c:pt idx="4920">
                  <c:v>6.071644695571779E-2</c:v>
                </c:pt>
                <c:pt idx="4921">
                  <c:v>6.4865238761841526E-2</c:v>
                </c:pt>
                <c:pt idx="4922">
                  <c:v>5.8358173570106892E-2</c:v>
                </c:pt>
                <c:pt idx="4923">
                  <c:v>6.4014443024838205E-2</c:v>
                </c:pt>
                <c:pt idx="4924">
                  <c:v>6.2079413041215788E-2</c:v>
                </c:pt>
                <c:pt idx="4925">
                  <c:v>6.2097239367591886E-2</c:v>
                </c:pt>
                <c:pt idx="4926">
                  <c:v>9.1732397143238678E-2</c:v>
                </c:pt>
                <c:pt idx="4927">
                  <c:v>8.725815141222143E-2</c:v>
                </c:pt>
                <c:pt idx="4928">
                  <c:v>0.10973229706349573</c:v>
                </c:pt>
                <c:pt idx="4929">
                  <c:v>0.12308928345071982</c:v>
                </c:pt>
                <c:pt idx="4930">
                  <c:v>0.12810095235128136</c:v>
                </c:pt>
                <c:pt idx="4931">
                  <c:v>0.13227096338850713</c:v>
                </c:pt>
                <c:pt idx="4932">
                  <c:v>0.12120461549923174</c:v>
                </c:pt>
                <c:pt idx="4933">
                  <c:v>0.1182646688798223</c:v>
                </c:pt>
                <c:pt idx="4934">
                  <c:v>0.11876418015622316</c:v>
                </c:pt>
                <c:pt idx="4935">
                  <c:v>0.10974405038561237</c:v>
                </c:pt>
                <c:pt idx="4936">
                  <c:v>0.13615457850490931</c:v>
                </c:pt>
                <c:pt idx="4937">
                  <c:v>9.9142426977225417E-2</c:v>
                </c:pt>
                <c:pt idx="4938">
                  <c:v>0.10569638508321511</c:v>
                </c:pt>
                <c:pt idx="4939">
                  <c:v>0.10882110448696024</c:v>
                </c:pt>
                <c:pt idx="4940">
                  <c:v>9.3525473786103486E-2</c:v>
                </c:pt>
                <c:pt idx="4941">
                  <c:v>9.7273214327938964E-2</c:v>
                </c:pt>
                <c:pt idx="4942">
                  <c:v>0.11342007632652046</c:v>
                </c:pt>
                <c:pt idx="4943">
                  <c:v>0.11628232237214926</c:v>
                </c:pt>
                <c:pt idx="4944">
                  <c:v>0.11884360585902387</c:v>
                </c:pt>
                <c:pt idx="4945">
                  <c:v>0.12280545716582107</c:v>
                </c:pt>
                <c:pt idx="4946">
                  <c:v>0.12203345737788487</c:v>
                </c:pt>
                <c:pt idx="4947">
                  <c:v>0.12418003128090306</c:v>
                </c:pt>
                <c:pt idx="4948">
                  <c:v>0.11599293665579259</c:v>
                </c:pt>
                <c:pt idx="4949">
                  <c:v>0.11365113210554255</c:v>
                </c:pt>
                <c:pt idx="4950">
                  <c:v>0.11071096958008485</c:v>
                </c:pt>
                <c:pt idx="4951">
                  <c:v>0.1115333354027057</c:v>
                </c:pt>
                <c:pt idx="4952">
                  <c:v>0.10757029594036943</c:v>
                </c:pt>
                <c:pt idx="4953">
                  <c:v>8.1252433283024353E-2</c:v>
                </c:pt>
                <c:pt idx="4954">
                  <c:v>0.12159855883930121</c:v>
                </c:pt>
                <c:pt idx="4955">
                  <c:v>0.13644060409504577</c:v>
                </c:pt>
                <c:pt idx="4956">
                  <c:v>0.11609269629341076</c:v>
                </c:pt>
                <c:pt idx="4957">
                  <c:v>0.13580163753833929</c:v>
                </c:pt>
                <c:pt idx="4958">
                  <c:v>6.902673315452991E-2</c:v>
                </c:pt>
                <c:pt idx="4959">
                  <c:v>6.0930240776757717E-2</c:v>
                </c:pt>
                <c:pt idx="4960">
                  <c:v>7.0547759482235003E-2</c:v>
                </c:pt>
                <c:pt idx="4961">
                  <c:v>4.9671899869268864E-2</c:v>
                </c:pt>
                <c:pt idx="4962">
                  <c:v>4.6149693675647814E-2</c:v>
                </c:pt>
                <c:pt idx="4963">
                  <c:v>5.4342990020120191E-2</c:v>
                </c:pt>
                <c:pt idx="4964">
                  <c:v>6.4375452850755549E-2</c:v>
                </c:pt>
                <c:pt idx="4965">
                  <c:v>4.0633787252342055E-2</c:v>
                </c:pt>
                <c:pt idx="4966">
                  <c:v>3.8123685064717243E-2</c:v>
                </c:pt>
                <c:pt idx="4967">
                  <c:v>7.1500772987099184E-2</c:v>
                </c:pt>
                <c:pt idx="4968">
                  <c:v>0.10205834413733189</c:v>
                </c:pt>
                <c:pt idx="4969">
                  <c:v>9.4567983440600023E-2</c:v>
                </c:pt>
                <c:pt idx="4970">
                  <c:v>0.10124081076263858</c:v>
                </c:pt>
                <c:pt idx="4971">
                  <c:v>9.9281033236280139E-2</c:v>
                </c:pt>
                <c:pt idx="4972">
                  <c:v>0.10009180209511959</c:v>
                </c:pt>
                <c:pt idx="4973">
                  <c:v>0.10877269638919776</c:v>
                </c:pt>
                <c:pt idx="4974">
                  <c:v>0.11591814170499355</c:v>
                </c:pt>
                <c:pt idx="4975">
                  <c:v>0.11891811623892701</c:v>
                </c:pt>
                <c:pt idx="4976">
                  <c:v>0.1356299377084802</c:v>
                </c:pt>
                <c:pt idx="4977">
                  <c:v>0.13704249098544286</c:v>
                </c:pt>
                <c:pt idx="4978">
                  <c:v>0.1733832497604334</c:v>
                </c:pt>
                <c:pt idx="4979">
                  <c:v>0.15688001852546321</c:v>
                </c:pt>
                <c:pt idx="4980">
                  <c:v>0.14113769496558012</c:v>
                </c:pt>
                <c:pt idx="4981">
                  <c:v>0.16753977296847875</c:v>
                </c:pt>
                <c:pt idx="4982">
                  <c:v>0.15964980266913434</c:v>
                </c:pt>
                <c:pt idx="4983">
                  <c:v>0.16138315518843868</c:v>
                </c:pt>
                <c:pt idx="4984">
                  <c:v>0.16732862421161421</c:v>
                </c:pt>
                <c:pt idx="4985">
                  <c:v>0.18277123777671886</c:v>
                </c:pt>
                <c:pt idx="4986">
                  <c:v>0.15870233612485884</c:v>
                </c:pt>
                <c:pt idx="4987">
                  <c:v>0.13831184350283185</c:v>
                </c:pt>
                <c:pt idx="4988">
                  <c:v>0.14837381305378147</c:v>
                </c:pt>
                <c:pt idx="4989">
                  <c:v>0.14692896749803824</c:v>
                </c:pt>
                <c:pt idx="4990">
                  <c:v>0.14427308726058052</c:v>
                </c:pt>
                <c:pt idx="4991">
                  <c:v>0.14135935028432695</c:v>
                </c:pt>
                <c:pt idx="4992">
                  <c:v>0.1429659973895917</c:v>
                </c:pt>
                <c:pt idx="4993">
                  <c:v>0.14930092964226713</c:v>
                </c:pt>
                <c:pt idx="4994">
                  <c:v>0.14471319646563927</c:v>
                </c:pt>
                <c:pt idx="4995">
                  <c:v>0.13805535086958098</c:v>
                </c:pt>
                <c:pt idx="4996">
                  <c:v>0.14180401956117883</c:v>
                </c:pt>
                <c:pt idx="4997">
                  <c:v>0.13934986339750746</c:v>
                </c:pt>
                <c:pt idx="4998">
                  <c:v>0.14326442364147743</c:v>
                </c:pt>
                <c:pt idx="4999">
                  <c:v>0.15409565351336502</c:v>
                </c:pt>
                <c:pt idx="5000">
                  <c:v>0.15268987725218597</c:v>
                </c:pt>
                <c:pt idx="5001">
                  <c:v>0.15818391013434693</c:v>
                </c:pt>
                <c:pt idx="5002">
                  <c:v>0.16515624376080204</c:v>
                </c:pt>
                <c:pt idx="5003">
                  <c:v>0.15036805946112486</c:v>
                </c:pt>
                <c:pt idx="5004">
                  <c:v>0.14118450692457382</c:v>
                </c:pt>
                <c:pt idx="5005">
                  <c:v>0.17286331256106224</c:v>
                </c:pt>
                <c:pt idx="5006">
                  <c:v>0.15661595359513597</c:v>
                </c:pt>
                <c:pt idx="5007">
                  <c:v>0.14214692552861302</c:v>
                </c:pt>
                <c:pt idx="5008">
                  <c:v>0.13427586195327926</c:v>
                </c:pt>
                <c:pt idx="5009">
                  <c:v>0.1188500740742426</c:v>
                </c:pt>
                <c:pt idx="5010">
                  <c:v>6.8720141427356954E-2</c:v>
                </c:pt>
                <c:pt idx="5011">
                  <c:v>7.4375319112418362E-2</c:v>
                </c:pt>
                <c:pt idx="5012">
                  <c:v>7.4697082769215523E-2</c:v>
                </c:pt>
                <c:pt idx="5013">
                  <c:v>7.2898610202207892E-2</c:v>
                </c:pt>
                <c:pt idx="5014">
                  <c:v>0.12597477092506834</c:v>
                </c:pt>
                <c:pt idx="5015">
                  <c:v>0.12678185882686963</c:v>
                </c:pt>
                <c:pt idx="5016">
                  <c:v>0.12682360503102194</c:v>
                </c:pt>
                <c:pt idx="5017">
                  <c:v>0.14416005972365545</c:v>
                </c:pt>
                <c:pt idx="5018">
                  <c:v>0.14342285786224637</c:v>
                </c:pt>
                <c:pt idx="5019">
                  <c:v>0.14742584306908071</c:v>
                </c:pt>
                <c:pt idx="5020">
                  <c:v>0.15150357919850174</c:v>
                </c:pt>
                <c:pt idx="5021">
                  <c:v>0.15595353732480866</c:v>
                </c:pt>
                <c:pt idx="5022">
                  <c:v>0.15411095794038143</c:v>
                </c:pt>
                <c:pt idx="5023">
                  <c:v>0.15805530716786853</c:v>
                </c:pt>
                <c:pt idx="5024">
                  <c:v>0.16533213567847493</c:v>
                </c:pt>
                <c:pt idx="5025">
                  <c:v>0.15207321579007152</c:v>
                </c:pt>
                <c:pt idx="5026">
                  <c:v>0.1531839909501142</c:v>
                </c:pt>
                <c:pt idx="5027">
                  <c:v>8.6349947558207574E-2</c:v>
                </c:pt>
                <c:pt idx="5028">
                  <c:v>6.5378380477824002E-2</c:v>
                </c:pt>
                <c:pt idx="5029">
                  <c:v>4.4036243439536618E-2</c:v>
                </c:pt>
                <c:pt idx="5030">
                  <c:v>4.055138573297111E-2</c:v>
                </c:pt>
                <c:pt idx="5031">
                  <c:v>3.3896115551651382E-2</c:v>
                </c:pt>
                <c:pt idx="5032">
                  <c:v>2.7161956038002203E-2</c:v>
                </c:pt>
                <c:pt idx="5033">
                  <c:v>2.433697561393558E-2</c:v>
                </c:pt>
                <c:pt idx="5034">
                  <c:v>2.4582721134321549E-2</c:v>
                </c:pt>
                <c:pt idx="5035">
                  <c:v>2.5183500424889118E-2</c:v>
                </c:pt>
                <c:pt idx="5036">
                  <c:v>2.9961557173665502E-2</c:v>
                </c:pt>
                <c:pt idx="5037">
                  <c:v>2.7317005962546888E-2</c:v>
                </c:pt>
                <c:pt idx="5038">
                  <c:v>2.6316254475234439E-2</c:v>
                </c:pt>
                <c:pt idx="5039">
                  <c:v>2.6288206079135942E-2</c:v>
                </c:pt>
                <c:pt idx="5040">
                  <c:v>2.6085207306211868E-2</c:v>
                </c:pt>
                <c:pt idx="5041">
                  <c:v>2.5012510972834748E-2</c:v>
                </c:pt>
                <c:pt idx="5042">
                  <c:v>2.6742717582901965E-2</c:v>
                </c:pt>
                <c:pt idx="5043">
                  <c:v>2.654199286186569E-2</c:v>
                </c:pt>
                <c:pt idx="5044">
                  <c:v>2.5865453469577804E-2</c:v>
                </c:pt>
                <c:pt idx="5045">
                  <c:v>2.8418018281843389E-2</c:v>
                </c:pt>
                <c:pt idx="5046">
                  <c:v>2.5698840281589592E-2</c:v>
                </c:pt>
                <c:pt idx="5047">
                  <c:v>2.5858754147315244E-2</c:v>
                </c:pt>
                <c:pt idx="5048">
                  <c:v>1.811674154723654E-2</c:v>
                </c:pt>
                <c:pt idx="5049">
                  <c:v>1.8578463556713651E-2</c:v>
                </c:pt>
                <c:pt idx="5050">
                  <c:v>2.4880302151261881E-2</c:v>
                </c:pt>
                <c:pt idx="5051">
                  <c:v>2.4929251371848975E-2</c:v>
                </c:pt>
                <c:pt idx="5052">
                  <c:v>2.3191105507121289E-2</c:v>
                </c:pt>
                <c:pt idx="5053">
                  <c:v>2.36577778953245E-2</c:v>
                </c:pt>
                <c:pt idx="5054">
                  <c:v>2.8165787320312802E-2</c:v>
                </c:pt>
                <c:pt idx="5055">
                  <c:v>2.0287367494963862E-2</c:v>
                </c:pt>
                <c:pt idx="5056">
                  <c:v>3.8650103527496898E-2</c:v>
                </c:pt>
                <c:pt idx="5057">
                  <c:v>2.3663687479982053E-2</c:v>
                </c:pt>
                <c:pt idx="5058">
                  <c:v>4.7691376782732518E-2</c:v>
                </c:pt>
                <c:pt idx="5059">
                  <c:v>3.9613790062552584E-2</c:v>
                </c:pt>
                <c:pt idx="5060">
                  <c:v>2.747004045109307E-2</c:v>
                </c:pt>
                <c:pt idx="5061">
                  <c:v>4.1618937301901644E-2</c:v>
                </c:pt>
                <c:pt idx="5062">
                  <c:v>3.8149693603282075E-2</c:v>
                </c:pt>
                <c:pt idx="5063">
                  <c:v>3.4664585247623829E-2</c:v>
                </c:pt>
                <c:pt idx="5064">
                  <c:v>4.6992116520322431E-2</c:v>
                </c:pt>
                <c:pt idx="5065">
                  <c:v>4.3950486834641748E-2</c:v>
                </c:pt>
                <c:pt idx="5066">
                  <c:v>5.04616340013384E-2</c:v>
                </c:pt>
                <c:pt idx="5067">
                  <c:v>5.9166138140977466E-2</c:v>
                </c:pt>
                <c:pt idx="5068">
                  <c:v>1.6985224450550614E-2</c:v>
                </c:pt>
                <c:pt idx="5069">
                  <c:v>4.3270551088751434E-2</c:v>
                </c:pt>
                <c:pt idx="5070">
                  <c:v>3.9972828319326803E-2</c:v>
                </c:pt>
                <c:pt idx="5071">
                  <c:v>4.7147658637717686E-2</c:v>
                </c:pt>
                <c:pt idx="5072">
                  <c:v>4.1566330821788559E-2</c:v>
                </c:pt>
                <c:pt idx="5073">
                  <c:v>4.8319967714027183E-2</c:v>
                </c:pt>
                <c:pt idx="5074">
                  <c:v>3.3424202563133255E-2</c:v>
                </c:pt>
                <c:pt idx="5075">
                  <c:v>2.073849275685102E-2</c:v>
                </c:pt>
                <c:pt idx="5076">
                  <c:v>2.5043769263350359E-2</c:v>
                </c:pt>
                <c:pt idx="5077">
                  <c:v>2.6842981413775901E-2</c:v>
                </c:pt>
                <c:pt idx="5078">
                  <c:v>2.8692231037788788E-2</c:v>
                </c:pt>
                <c:pt idx="5079">
                  <c:v>2.2423053305542062E-2</c:v>
                </c:pt>
                <c:pt idx="5080">
                  <c:v>2.646047175556657E-2</c:v>
                </c:pt>
                <c:pt idx="5081">
                  <c:v>3.1432144756121189E-2</c:v>
                </c:pt>
                <c:pt idx="5082">
                  <c:v>3.2284996010344888E-2</c:v>
                </c:pt>
                <c:pt idx="5083">
                  <c:v>3.2154611384382067E-2</c:v>
                </c:pt>
                <c:pt idx="5084">
                  <c:v>2.9049226090956247E-2</c:v>
                </c:pt>
                <c:pt idx="5085">
                  <c:v>3.5848142969100043E-2</c:v>
                </c:pt>
                <c:pt idx="5086">
                  <c:v>3.718599547805293E-2</c:v>
                </c:pt>
                <c:pt idx="5087">
                  <c:v>3.419050744774986E-2</c:v>
                </c:pt>
                <c:pt idx="5088">
                  <c:v>3.4716391721964217E-2</c:v>
                </c:pt>
                <c:pt idx="5089">
                  <c:v>4.0585904310115779E-2</c:v>
                </c:pt>
                <c:pt idx="5090">
                  <c:v>4.3883974930589653E-2</c:v>
                </c:pt>
                <c:pt idx="5091">
                  <c:v>4.8424948287065853E-2</c:v>
                </c:pt>
                <c:pt idx="5092">
                  <c:v>3.8958029920803432E-2</c:v>
                </c:pt>
                <c:pt idx="5093">
                  <c:v>4.6997112090161379E-2</c:v>
                </c:pt>
                <c:pt idx="5094">
                  <c:v>3.4426265207137929E-2</c:v>
                </c:pt>
                <c:pt idx="5095">
                  <c:v>3.9281723367262898E-2</c:v>
                </c:pt>
                <c:pt idx="5096">
                  <c:v>5.9063820746428262E-2</c:v>
                </c:pt>
                <c:pt idx="5097">
                  <c:v>7.7294080105372351E-2</c:v>
                </c:pt>
                <c:pt idx="5098">
                  <c:v>7.9196066912981145E-2</c:v>
                </c:pt>
                <c:pt idx="5099">
                  <c:v>5.668961269332292E-2</c:v>
                </c:pt>
                <c:pt idx="5100">
                  <c:v>7.1644894307185805E-2</c:v>
                </c:pt>
                <c:pt idx="5101">
                  <c:v>8.2522084172432897E-2</c:v>
                </c:pt>
                <c:pt idx="5102">
                  <c:v>0.10514533100609363</c:v>
                </c:pt>
                <c:pt idx="5103">
                  <c:v>0.11328548571846625</c:v>
                </c:pt>
                <c:pt idx="5104">
                  <c:v>0.10629987146758188</c:v>
                </c:pt>
                <c:pt idx="5105">
                  <c:v>8.9704450829377932E-2</c:v>
                </c:pt>
                <c:pt idx="5106">
                  <c:v>5.049864212254776E-2</c:v>
                </c:pt>
                <c:pt idx="5107">
                  <c:v>2.6428398239364315E-2</c:v>
                </c:pt>
                <c:pt idx="5108">
                  <c:v>3.3452654796575193E-2</c:v>
                </c:pt>
                <c:pt idx="5109">
                  <c:v>2.740212526275005E-2</c:v>
                </c:pt>
                <c:pt idx="5110">
                  <c:v>1.1795071467631169E-2</c:v>
                </c:pt>
                <c:pt idx="5111">
                  <c:v>4.0221572975934847E-3</c:v>
                </c:pt>
                <c:pt idx="5112">
                  <c:v>6.6099745955800551E-3</c:v>
                </c:pt>
                <c:pt idx="5113">
                  <c:v>2.8325513626929588E-2</c:v>
                </c:pt>
                <c:pt idx="5114">
                  <c:v>2.880254645870834E-2</c:v>
                </c:pt>
                <c:pt idx="5115">
                  <c:v>9.0021475643461579E-2</c:v>
                </c:pt>
                <c:pt idx="5116">
                  <c:v>8.9826192732890026E-2</c:v>
                </c:pt>
                <c:pt idx="5117">
                  <c:v>9.7335298416761543E-2</c:v>
                </c:pt>
                <c:pt idx="5118">
                  <c:v>0.10390139985458716</c:v>
                </c:pt>
                <c:pt idx="5119">
                  <c:v>9.9828481820071743E-2</c:v>
                </c:pt>
                <c:pt idx="5120">
                  <c:v>9.8205636738915567E-2</c:v>
                </c:pt>
                <c:pt idx="5121">
                  <c:v>0.11331629797207469</c:v>
                </c:pt>
                <c:pt idx="5122">
                  <c:v>0.10120946917349183</c:v>
                </c:pt>
                <c:pt idx="5123">
                  <c:v>8.4447772095710333E-2</c:v>
                </c:pt>
                <c:pt idx="5124">
                  <c:v>0.11461770989992713</c:v>
                </c:pt>
                <c:pt idx="5125">
                  <c:v>8.40276516859884E-2</c:v>
                </c:pt>
                <c:pt idx="5126">
                  <c:v>9.1129630300516809E-2</c:v>
                </c:pt>
                <c:pt idx="5127">
                  <c:v>9.2300700775266573E-2</c:v>
                </c:pt>
                <c:pt idx="5128">
                  <c:v>8.8301641063518052E-2</c:v>
                </c:pt>
                <c:pt idx="5129">
                  <c:v>5.1773767414859215E-2</c:v>
                </c:pt>
                <c:pt idx="5130">
                  <c:v>3.5155870577966354E-2</c:v>
                </c:pt>
                <c:pt idx="5131">
                  <c:v>4.3204616496056128E-2</c:v>
                </c:pt>
                <c:pt idx="5132">
                  <c:v>4.3265570640016182E-2</c:v>
                </c:pt>
                <c:pt idx="5133">
                  <c:v>4.6749619478823834E-2</c:v>
                </c:pt>
                <c:pt idx="5134">
                  <c:v>5.1777450904795755E-2</c:v>
                </c:pt>
                <c:pt idx="5135">
                  <c:v>4.9693507458291097E-2</c:v>
                </c:pt>
                <c:pt idx="5136">
                  <c:v>3.6358657800816124E-2</c:v>
                </c:pt>
                <c:pt idx="5137">
                  <c:v>3.8438072049661105E-2</c:v>
                </c:pt>
                <c:pt idx="5138">
                  <c:v>4.9405217021134887E-2</c:v>
                </c:pt>
                <c:pt idx="5139">
                  <c:v>5.4980253281199487E-2</c:v>
                </c:pt>
                <c:pt idx="5140">
                  <c:v>5.8084806225591978E-2</c:v>
                </c:pt>
                <c:pt idx="5141">
                  <c:v>6.3488909646745792E-2</c:v>
                </c:pt>
                <c:pt idx="5142">
                  <c:v>0.10243632832826287</c:v>
                </c:pt>
                <c:pt idx="5143">
                  <c:v>0.10177210284734566</c:v>
                </c:pt>
                <c:pt idx="5144">
                  <c:v>0.11685710495981541</c:v>
                </c:pt>
                <c:pt idx="5145">
                  <c:v>0.11071275907274553</c:v>
                </c:pt>
                <c:pt idx="5146">
                  <c:v>0.13815360962084516</c:v>
                </c:pt>
                <c:pt idx="5147">
                  <c:v>0.11495917557680584</c:v>
                </c:pt>
                <c:pt idx="5148">
                  <c:v>0.12591850864944365</c:v>
                </c:pt>
                <c:pt idx="5149">
                  <c:v>0.10525802572577155</c:v>
                </c:pt>
                <c:pt idx="5150">
                  <c:v>0.11343336127070669</c:v>
                </c:pt>
                <c:pt idx="5151">
                  <c:v>0.10406119857470625</c:v>
                </c:pt>
                <c:pt idx="5152">
                  <c:v>0.1194554668908593</c:v>
                </c:pt>
                <c:pt idx="5153">
                  <c:v>0.13390310711611028</c:v>
                </c:pt>
                <c:pt idx="5154">
                  <c:v>0.13818304676585316</c:v>
                </c:pt>
                <c:pt idx="5155">
                  <c:v>0.116868030721821</c:v>
                </c:pt>
                <c:pt idx="5156">
                  <c:v>0.10721171334059709</c:v>
                </c:pt>
                <c:pt idx="5157">
                  <c:v>0.10953842092855123</c:v>
                </c:pt>
                <c:pt idx="5158">
                  <c:v>0.10766422992641755</c:v>
                </c:pt>
                <c:pt idx="5159">
                  <c:v>0.115073671988906</c:v>
                </c:pt>
                <c:pt idx="5160">
                  <c:v>0.12013027150063919</c:v>
                </c:pt>
                <c:pt idx="5161">
                  <c:v>0.12733387925488854</c:v>
                </c:pt>
                <c:pt idx="5162">
                  <c:v>0.11924980638247633</c:v>
                </c:pt>
                <c:pt idx="5163">
                  <c:v>0.12366088057138143</c:v>
                </c:pt>
                <c:pt idx="5164">
                  <c:v>9.9161045862094718E-2</c:v>
                </c:pt>
                <c:pt idx="5165">
                  <c:v>0.11977147826005885</c:v>
                </c:pt>
                <c:pt idx="5166">
                  <c:v>0.11229517808420746</c:v>
                </c:pt>
                <c:pt idx="5167">
                  <c:v>0.1233622645040048</c:v>
                </c:pt>
                <c:pt idx="5168">
                  <c:v>0.11009831277225741</c:v>
                </c:pt>
                <c:pt idx="5169">
                  <c:v>0.11514426361877066</c:v>
                </c:pt>
                <c:pt idx="5170">
                  <c:v>0.11966364663566753</c:v>
                </c:pt>
                <c:pt idx="5171">
                  <c:v>0.13040313492315428</c:v>
                </c:pt>
                <c:pt idx="5172">
                  <c:v>0.12098721789071214</c:v>
                </c:pt>
                <c:pt idx="5173">
                  <c:v>0.14009560359212625</c:v>
                </c:pt>
                <c:pt idx="5174">
                  <c:v>0.12201200467618373</c:v>
                </c:pt>
                <c:pt idx="5175">
                  <c:v>0.13224160068239324</c:v>
                </c:pt>
                <c:pt idx="5176">
                  <c:v>0.1223298746380487</c:v>
                </c:pt>
                <c:pt idx="5177">
                  <c:v>0.1157467295822233</c:v>
                </c:pt>
                <c:pt idx="5178">
                  <c:v>0.10174697456620319</c:v>
                </c:pt>
                <c:pt idx="5179">
                  <c:v>6.663668257062702E-2</c:v>
                </c:pt>
                <c:pt idx="5180">
                  <c:v>7.0658378111981252E-2</c:v>
                </c:pt>
                <c:pt idx="5181">
                  <c:v>6.8736473147118671E-2</c:v>
                </c:pt>
                <c:pt idx="5182">
                  <c:v>7.1814324110272276E-2</c:v>
                </c:pt>
                <c:pt idx="5183">
                  <c:v>5.6176570344576689E-2</c:v>
                </c:pt>
                <c:pt idx="5184">
                  <c:v>8.3912771472430508E-2</c:v>
                </c:pt>
                <c:pt idx="5185">
                  <c:v>0.13388938489650742</c:v>
                </c:pt>
                <c:pt idx="5186">
                  <c:v>0.13479790803393221</c:v>
                </c:pt>
                <c:pt idx="5187">
                  <c:v>0.13651054580408609</c:v>
                </c:pt>
                <c:pt idx="5188">
                  <c:v>0.14751509104153029</c:v>
                </c:pt>
                <c:pt idx="5189">
                  <c:v>0.14392623557979814</c:v>
                </c:pt>
                <c:pt idx="5190">
                  <c:v>0.15080341495748231</c:v>
                </c:pt>
                <c:pt idx="5191">
                  <c:v>0.14204321689469621</c:v>
                </c:pt>
                <c:pt idx="5192">
                  <c:v>0.14819761323036945</c:v>
                </c:pt>
                <c:pt idx="5193">
                  <c:v>0.15320021309438994</c:v>
                </c:pt>
                <c:pt idx="5194">
                  <c:v>0.16904066344379337</c:v>
                </c:pt>
                <c:pt idx="5195">
                  <c:v>0.10322258308906015</c:v>
                </c:pt>
                <c:pt idx="5196">
                  <c:v>8.7854553357344919E-2</c:v>
                </c:pt>
                <c:pt idx="5197">
                  <c:v>5.5159955011899728E-2</c:v>
                </c:pt>
                <c:pt idx="5198">
                  <c:v>5.7162771167860241E-2</c:v>
                </c:pt>
                <c:pt idx="5199">
                  <c:v>2.6187901422948724E-2</c:v>
                </c:pt>
                <c:pt idx="5200">
                  <c:v>3.1317145227460513E-2</c:v>
                </c:pt>
                <c:pt idx="5201">
                  <c:v>2.7512085182453926E-2</c:v>
                </c:pt>
                <c:pt idx="5202">
                  <c:v>2.3162600784357647E-2</c:v>
                </c:pt>
                <c:pt idx="5203">
                  <c:v>2.3760528384371649E-2</c:v>
                </c:pt>
                <c:pt idx="5204">
                  <c:v>2.8481767984226438E-2</c:v>
                </c:pt>
                <c:pt idx="5205">
                  <c:v>2.6781207294851814E-2</c:v>
                </c:pt>
                <c:pt idx="5206">
                  <c:v>2.942865719050252E-2</c:v>
                </c:pt>
                <c:pt idx="5207">
                  <c:v>2.9108959574656024E-2</c:v>
                </c:pt>
                <c:pt idx="5208">
                  <c:v>2.8114763172646662E-2</c:v>
                </c:pt>
                <c:pt idx="5209">
                  <c:v>2.9591114441148179E-2</c:v>
                </c:pt>
                <c:pt idx="5210">
                  <c:v>2.8685477088021032E-2</c:v>
                </c:pt>
                <c:pt idx="5211">
                  <c:v>3.3464667240664679E-2</c:v>
                </c:pt>
                <c:pt idx="5212">
                  <c:v>3.0582927626400969E-2</c:v>
                </c:pt>
                <c:pt idx="5213">
                  <c:v>4.1729969033482396E-2</c:v>
                </c:pt>
                <c:pt idx="5214">
                  <c:v>4.113529536527169E-2</c:v>
                </c:pt>
                <c:pt idx="5215">
                  <c:v>2.0961564682385862E-2</c:v>
                </c:pt>
                <c:pt idx="5216">
                  <c:v>1.3847991589315116E-2</c:v>
                </c:pt>
                <c:pt idx="5217">
                  <c:v>1.3394372108078036E-2</c:v>
                </c:pt>
                <c:pt idx="5218">
                  <c:v>1.577987019310792E-2</c:v>
                </c:pt>
                <c:pt idx="5219">
                  <c:v>2.2341952954228587E-2</c:v>
                </c:pt>
                <c:pt idx="5220">
                  <c:v>6.4227722738108397E-3</c:v>
                </c:pt>
                <c:pt idx="5221">
                  <c:v>1.8836930084705435E-2</c:v>
                </c:pt>
                <c:pt idx="5222">
                  <c:v>3.1099087412018469E-2</c:v>
                </c:pt>
                <c:pt idx="5223">
                  <c:v>2.7715471541250578E-2</c:v>
                </c:pt>
                <c:pt idx="5224">
                  <c:v>3.2505316161502179E-2</c:v>
                </c:pt>
                <c:pt idx="5225">
                  <c:v>2.8688888520716962E-2</c:v>
                </c:pt>
                <c:pt idx="5226">
                  <c:v>2.8319907613821197E-2</c:v>
                </c:pt>
                <c:pt idx="5227">
                  <c:v>3.2753466586442889E-2</c:v>
                </c:pt>
                <c:pt idx="5228">
                  <c:v>3.3952051393961784E-2</c:v>
                </c:pt>
                <c:pt idx="5229">
                  <c:v>2.9494475322249122E-2</c:v>
                </c:pt>
                <c:pt idx="5230">
                  <c:v>2.6437823128486474E-2</c:v>
                </c:pt>
                <c:pt idx="5231">
                  <c:v>2.5178599671206055E-2</c:v>
                </c:pt>
                <c:pt idx="5232">
                  <c:v>2.6401846740726941E-2</c:v>
                </c:pt>
                <c:pt idx="5233">
                  <c:v>3.5750098727667406E-2</c:v>
                </c:pt>
                <c:pt idx="5234">
                  <c:v>2.6173382851464113E-2</c:v>
                </c:pt>
                <c:pt idx="5235">
                  <c:v>3.0624540731812311E-2</c:v>
                </c:pt>
                <c:pt idx="5236">
                  <c:v>3.3745325413196546E-2</c:v>
                </c:pt>
                <c:pt idx="5237">
                  <c:v>3.4353943807221947E-2</c:v>
                </c:pt>
                <c:pt idx="5238">
                  <c:v>3.2697134118744725E-2</c:v>
                </c:pt>
                <c:pt idx="5239">
                  <c:v>2.1338798870874816E-2</c:v>
                </c:pt>
                <c:pt idx="5240">
                  <c:v>1.0055574202228166E-2</c:v>
                </c:pt>
                <c:pt idx="5241">
                  <c:v>1.5948188476881349E-2</c:v>
                </c:pt>
                <c:pt idx="5242">
                  <c:v>1.2868100236983749E-2</c:v>
                </c:pt>
                <c:pt idx="5243">
                  <c:v>1.978639556423991E-2</c:v>
                </c:pt>
                <c:pt idx="5244">
                  <c:v>2.1599521730221286E-2</c:v>
                </c:pt>
                <c:pt idx="5245">
                  <c:v>1.3839722446477822E-2</c:v>
                </c:pt>
                <c:pt idx="5246">
                  <c:v>3.3724075305650948E-2</c:v>
                </c:pt>
                <c:pt idx="5247">
                  <c:v>3.3233940699664483E-2</c:v>
                </c:pt>
                <c:pt idx="5248">
                  <c:v>3.7291967619940081E-2</c:v>
                </c:pt>
                <c:pt idx="5249">
                  <c:v>4.3328188751735386E-2</c:v>
                </c:pt>
                <c:pt idx="5250">
                  <c:v>3.7889805918975117E-2</c:v>
                </c:pt>
                <c:pt idx="5251">
                  <c:v>4.3046400526421225E-2</c:v>
                </c:pt>
                <c:pt idx="5252">
                  <c:v>3.5977346662058797E-2</c:v>
                </c:pt>
                <c:pt idx="5253">
                  <c:v>3.516681462341717E-2</c:v>
                </c:pt>
                <c:pt idx="5254">
                  <c:v>3.366330049120618E-2</c:v>
                </c:pt>
                <c:pt idx="5255">
                  <c:v>3.1914803809690286E-2</c:v>
                </c:pt>
                <c:pt idx="5256">
                  <c:v>3.3365741837776935E-2</c:v>
                </c:pt>
                <c:pt idx="5257">
                  <c:v>3.1394343759773922E-2</c:v>
                </c:pt>
                <c:pt idx="5258">
                  <c:v>2.9994888639596203E-2</c:v>
                </c:pt>
                <c:pt idx="5259">
                  <c:v>2.8927863237096875E-2</c:v>
                </c:pt>
                <c:pt idx="5260">
                  <c:v>3.4957648477412055E-2</c:v>
                </c:pt>
                <c:pt idx="5261">
                  <c:v>3.2781682118381603E-2</c:v>
                </c:pt>
                <c:pt idx="5262">
                  <c:v>3.3255906752228927E-2</c:v>
                </c:pt>
                <c:pt idx="5263">
                  <c:v>2.0575392045341343E-2</c:v>
                </c:pt>
                <c:pt idx="5264">
                  <c:v>3.0732997102653661E-2</c:v>
                </c:pt>
                <c:pt idx="5265">
                  <c:v>5.5776258335264596E-2</c:v>
                </c:pt>
                <c:pt idx="5266">
                  <c:v>2.9170858297355062E-2</c:v>
                </c:pt>
                <c:pt idx="5267">
                  <c:v>4.7829347587570403E-2</c:v>
                </c:pt>
                <c:pt idx="5268">
                  <c:v>4.1906552069258821E-2</c:v>
                </c:pt>
                <c:pt idx="5269">
                  <c:v>4.717020198454324E-2</c:v>
                </c:pt>
                <c:pt idx="5270">
                  <c:v>4.4663252702713103E-2</c:v>
                </c:pt>
                <c:pt idx="5271">
                  <c:v>4.2037257156820253E-2</c:v>
                </c:pt>
                <c:pt idx="5272">
                  <c:v>3.8355227319329423E-2</c:v>
                </c:pt>
                <c:pt idx="5273">
                  <c:v>3.190309214963119E-2</c:v>
                </c:pt>
                <c:pt idx="5274">
                  <c:v>4.2082916496547745E-2</c:v>
                </c:pt>
                <c:pt idx="5275">
                  <c:v>3.0976919623065004E-2</c:v>
                </c:pt>
                <c:pt idx="5276">
                  <c:v>3.1770098278155898E-2</c:v>
                </c:pt>
                <c:pt idx="5277">
                  <c:v>4.5136199473215809E-2</c:v>
                </c:pt>
                <c:pt idx="5278">
                  <c:v>3.5114456288033495E-2</c:v>
                </c:pt>
                <c:pt idx="5279">
                  <c:v>3.5641641929589379E-2</c:v>
                </c:pt>
                <c:pt idx="5280">
                  <c:v>3.3793434263266357E-2</c:v>
                </c:pt>
                <c:pt idx="5281">
                  <c:v>3.2361287340474915E-2</c:v>
                </c:pt>
                <c:pt idx="5282">
                  <c:v>3.2728309157670984E-2</c:v>
                </c:pt>
                <c:pt idx="5283">
                  <c:v>1.9475423532872755E-2</c:v>
                </c:pt>
                <c:pt idx="5284">
                  <c:v>2.6012894118029501E-2</c:v>
                </c:pt>
                <c:pt idx="5285">
                  <c:v>2.3086256346725939E-2</c:v>
                </c:pt>
                <c:pt idx="5286">
                  <c:v>3.1741043701181415E-2</c:v>
                </c:pt>
                <c:pt idx="5287">
                  <c:v>3.960687418490387E-2</c:v>
                </c:pt>
                <c:pt idx="5288">
                  <c:v>4.1924360350291873E-2</c:v>
                </c:pt>
                <c:pt idx="5289">
                  <c:v>5.5782000081448013E-2</c:v>
                </c:pt>
                <c:pt idx="5290">
                  <c:v>5.0490843082975946E-2</c:v>
                </c:pt>
                <c:pt idx="5291">
                  <c:v>5.601772066267225E-2</c:v>
                </c:pt>
                <c:pt idx="5292">
                  <c:v>4.0441889277235313E-2</c:v>
                </c:pt>
                <c:pt idx="5293">
                  <c:v>3.4043795878789591E-2</c:v>
                </c:pt>
                <c:pt idx="5294">
                  <c:v>4.1587020419650948E-2</c:v>
                </c:pt>
                <c:pt idx="5295">
                  <c:v>3.9940826931363034E-2</c:v>
                </c:pt>
                <c:pt idx="5296">
                  <c:v>2.2979388890751677E-2</c:v>
                </c:pt>
                <c:pt idx="5297">
                  <c:v>3.0206356027702143E-2</c:v>
                </c:pt>
                <c:pt idx="5298">
                  <c:v>2.0903025434929955E-2</c:v>
                </c:pt>
                <c:pt idx="5299">
                  <c:v>2.5545400353669728E-2</c:v>
                </c:pt>
                <c:pt idx="5300">
                  <c:v>2.9256478950065112E-2</c:v>
                </c:pt>
                <c:pt idx="5301">
                  <c:v>2.6855482685433196E-2</c:v>
                </c:pt>
                <c:pt idx="5302">
                  <c:v>2.7100189888627123E-2</c:v>
                </c:pt>
                <c:pt idx="5303">
                  <c:v>2.7223177960730149E-2</c:v>
                </c:pt>
                <c:pt idx="5304">
                  <c:v>2.9850519476427455E-2</c:v>
                </c:pt>
                <c:pt idx="5305">
                  <c:v>2.6991332993531215E-2</c:v>
                </c:pt>
                <c:pt idx="5306">
                  <c:v>2.9962053371300597E-2</c:v>
                </c:pt>
                <c:pt idx="5307">
                  <c:v>4.1334204232983701E-2</c:v>
                </c:pt>
                <c:pt idx="5308">
                  <c:v>3.6149940112883139E-2</c:v>
                </c:pt>
                <c:pt idx="5309">
                  <c:v>2.9021260893796468E-2</c:v>
                </c:pt>
                <c:pt idx="5310">
                  <c:v>1.6398047391638988E-2</c:v>
                </c:pt>
                <c:pt idx="5311">
                  <c:v>1.9339951720145247E-2</c:v>
                </c:pt>
                <c:pt idx="5312">
                  <c:v>1.6506296412604232E-2</c:v>
                </c:pt>
                <c:pt idx="5313">
                  <c:v>2.1207125027925655E-2</c:v>
                </c:pt>
                <c:pt idx="5314">
                  <c:v>2.6297054265296559E-2</c:v>
                </c:pt>
                <c:pt idx="5315">
                  <c:v>1.9717046994329121E-2</c:v>
                </c:pt>
                <c:pt idx="5316">
                  <c:v>2.5521900931724888E-2</c:v>
                </c:pt>
                <c:pt idx="5317">
                  <c:v>3.281371080039016E-2</c:v>
                </c:pt>
                <c:pt idx="5318">
                  <c:v>3.7750555428469244E-2</c:v>
                </c:pt>
                <c:pt idx="5319">
                  <c:v>3.9006656697855073E-2</c:v>
                </c:pt>
                <c:pt idx="5320">
                  <c:v>4.0193396786069292E-2</c:v>
                </c:pt>
                <c:pt idx="5321">
                  <c:v>3.1121767161769412E-2</c:v>
                </c:pt>
                <c:pt idx="5322">
                  <c:v>3.5912599317700702E-2</c:v>
                </c:pt>
                <c:pt idx="5323">
                  <c:v>3.9094525980085948E-2</c:v>
                </c:pt>
                <c:pt idx="5324">
                  <c:v>4.8361330299582228E-2</c:v>
                </c:pt>
                <c:pt idx="5325">
                  <c:v>3.8660905722400447E-2</c:v>
                </c:pt>
                <c:pt idx="5326">
                  <c:v>3.6153263405350779E-2</c:v>
                </c:pt>
                <c:pt idx="5327">
                  <c:v>4.0968047660267244E-2</c:v>
                </c:pt>
                <c:pt idx="5328">
                  <c:v>3.2195067002610024E-2</c:v>
                </c:pt>
                <c:pt idx="5329">
                  <c:v>3.0502896574089715E-2</c:v>
                </c:pt>
                <c:pt idx="5330">
                  <c:v>2.9163753148940878E-2</c:v>
                </c:pt>
                <c:pt idx="5331">
                  <c:v>2.9476999078749094E-2</c:v>
                </c:pt>
                <c:pt idx="5332">
                  <c:v>2.6558931941826205E-2</c:v>
                </c:pt>
                <c:pt idx="5333">
                  <c:v>2.6329280015094596E-2</c:v>
                </c:pt>
                <c:pt idx="5334">
                  <c:v>2.6902763552390886E-2</c:v>
                </c:pt>
                <c:pt idx="5335">
                  <c:v>9.3274687960409556E-3</c:v>
                </c:pt>
                <c:pt idx="5336">
                  <c:v>1.3527632897317281E-2</c:v>
                </c:pt>
                <c:pt idx="5337">
                  <c:v>2.0109485678861446E-2</c:v>
                </c:pt>
                <c:pt idx="5338">
                  <c:v>3.4915715411169029E-2</c:v>
                </c:pt>
                <c:pt idx="5339">
                  <c:v>1.854751266134921E-2</c:v>
                </c:pt>
                <c:pt idx="5340">
                  <c:v>2.3127607281911301E-2</c:v>
                </c:pt>
                <c:pt idx="5341">
                  <c:v>-0.22519324858301398</c:v>
                </c:pt>
                <c:pt idx="5342">
                  <c:v>-0.58482563057338521</c:v>
                </c:pt>
                <c:pt idx="5343">
                  <c:v>-0.46314343630973975</c:v>
                </c:pt>
                <c:pt idx="5344">
                  <c:v>-0.421249329291083</c:v>
                </c:pt>
                <c:pt idx="5345">
                  <c:v>-0.33727321221216822</c:v>
                </c:pt>
                <c:pt idx="5346">
                  <c:v>-0.24506831207786625</c:v>
                </c:pt>
                <c:pt idx="5347">
                  <c:v>-0.23895768059084418</c:v>
                </c:pt>
                <c:pt idx="5348">
                  <c:v>-0.12382193469356338</c:v>
                </c:pt>
                <c:pt idx="5349">
                  <c:v>-3.5612403672624728E-3</c:v>
                </c:pt>
                <c:pt idx="5350">
                  <c:v>-0.13316637006205448</c:v>
                </c:pt>
                <c:pt idx="5351">
                  <c:v>-2.8975306275299078E-2</c:v>
                </c:pt>
                <c:pt idx="5352">
                  <c:v>-4.0248440911626786E-3</c:v>
                </c:pt>
                <c:pt idx="5353">
                  <c:v>1.1864835464652279E-2</c:v>
                </c:pt>
                <c:pt idx="5354">
                  <c:v>1.3518963868913134E-2</c:v>
                </c:pt>
                <c:pt idx="5355">
                  <c:v>1.8709290601916138E-2</c:v>
                </c:pt>
                <c:pt idx="5356">
                  <c:v>2.8666774757843128E-2</c:v>
                </c:pt>
                <c:pt idx="5357">
                  <c:v>2.518741495582685E-2</c:v>
                </c:pt>
                <c:pt idx="5358">
                  <c:v>2.7631262357295367E-2</c:v>
                </c:pt>
                <c:pt idx="5359">
                  <c:v>2.3243688739024139E-2</c:v>
                </c:pt>
                <c:pt idx="5360">
                  <c:v>6.3442302061830968E-3</c:v>
                </c:pt>
                <c:pt idx="5361">
                  <c:v>-0.3822139831113156</c:v>
                </c:pt>
                <c:pt idx="5362">
                  <c:v>-0.39337743947684867</c:v>
                </c:pt>
                <c:pt idx="5363">
                  <c:v>-0.39505294862765977</c:v>
                </c:pt>
                <c:pt idx="5364">
                  <c:v>-0.43060637752080172</c:v>
                </c:pt>
                <c:pt idx="5365">
                  <c:v>-0.33356080391026161</c:v>
                </c:pt>
                <c:pt idx="5366">
                  <c:v>-0.46225532853755968</c:v>
                </c:pt>
                <c:pt idx="5367">
                  <c:v>-0.43556843791098843</c:v>
                </c:pt>
                <c:pt idx="5368">
                  <c:v>-0.35062083357370522</c:v>
                </c:pt>
                <c:pt idx="5369">
                  <c:v>-0.33659968046849914</c:v>
                </c:pt>
                <c:pt idx="5370">
                  <c:v>-0.31851247734615284</c:v>
                </c:pt>
                <c:pt idx="5371">
                  <c:v>-0.30119007105718787</c:v>
                </c:pt>
                <c:pt idx="5372">
                  <c:v>-0.23925058670992491</c:v>
                </c:pt>
                <c:pt idx="5373">
                  <c:v>-0.23690771278624392</c:v>
                </c:pt>
                <c:pt idx="5374">
                  <c:v>-4.3679048144133738E-2</c:v>
                </c:pt>
                <c:pt idx="5375">
                  <c:v>-3.4896316460439128E-2</c:v>
                </c:pt>
                <c:pt idx="5376">
                  <c:v>-2.6061367742962624E-2</c:v>
                </c:pt>
                <c:pt idx="5377">
                  <c:v>-1.7174201991703879E-2</c:v>
                </c:pt>
                <c:pt idx="5378">
                  <c:v>-8.2348192066632291E-3</c:v>
                </c:pt>
                <c:pt idx="5379">
                  <c:v>7.5678061216029422E-4</c:v>
                </c:pt>
                <c:pt idx="5380">
                  <c:v>9.8005974647657271E-3</c:v>
                </c:pt>
                <c:pt idx="5381">
                  <c:v>1.8896631351153503E-2</c:v>
                </c:pt>
                <c:pt idx="5382">
                  <c:v>2.8044882271323287E-2</c:v>
                </c:pt>
                <c:pt idx="5383">
                  <c:v>3.7245350225275524E-2</c:v>
                </c:pt>
                <c:pt idx="5384">
                  <c:v>4.6498035213009867E-2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-0.10749372192072153</c:v>
                </c:pt>
                <c:pt idx="5440">
                  <c:v>-0.13912316430495214</c:v>
                </c:pt>
                <c:pt idx="5441">
                  <c:v>-0.12807186084793076</c:v>
                </c:pt>
                <c:pt idx="5442">
                  <c:v>-8.7692011535377853E-2</c:v>
                </c:pt>
                <c:pt idx="5443">
                  <c:v>-9.0498235730911494E-3</c:v>
                </c:pt>
                <c:pt idx="5444">
                  <c:v>-6.2708313420555634E-2</c:v>
                </c:pt>
                <c:pt idx="5445">
                  <c:v>-4.6063440832692558E-2</c:v>
                </c:pt>
                <c:pt idx="5446">
                  <c:v>6.0975530863902321E-3</c:v>
                </c:pt>
                <c:pt idx="5447">
                  <c:v>-1.3805985644659742E-2</c:v>
                </c:pt>
                <c:pt idx="5448">
                  <c:v>8.7233988454317336E-3</c:v>
                </c:pt>
                <c:pt idx="5449">
                  <c:v>1.1406737511062179E-2</c:v>
                </c:pt>
                <c:pt idx="5450">
                  <c:v>1.2783465231697173E-2</c:v>
                </c:pt>
                <c:pt idx="5451">
                  <c:v>1.8183768686898576E-2</c:v>
                </c:pt>
                <c:pt idx="5452">
                  <c:v>1.8930811302486982E-2</c:v>
                </c:pt>
                <c:pt idx="5453">
                  <c:v>2.0717488872490284E-2</c:v>
                </c:pt>
                <c:pt idx="5454">
                  <c:v>1.8458119998284499E-2</c:v>
                </c:pt>
                <c:pt idx="5455">
                  <c:v>1.7064772211980331E-2</c:v>
                </c:pt>
                <c:pt idx="5456">
                  <c:v>2.029169746126112E-2</c:v>
                </c:pt>
                <c:pt idx="5457">
                  <c:v>2.2843538172580877E-2</c:v>
                </c:pt>
                <c:pt idx="5458">
                  <c:v>2.7321816353080976E-2</c:v>
                </c:pt>
                <c:pt idx="5459">
                  <c:v>2.0582285800708644E-2</c:v>
                </c:pt>
                <c:pt idx="5460">
                  <c:v>3.3001092098294077E-2</c:v>
                </c:pt>
                <c:pt idx="5461">
                  <c:v>3.5005937727586901E-2</c:v>
                </c:pt>
                <c:pt idx="5462">
                  <c:v>8.7151255605323174E-3</c:v>
                </c:pt>
                <c:pt idx="5463">
                  <c:v>1.9709420473796865E-2</c:v>
                </c:pt>
                <c:pt idx="5464">
                  <c:v>1.5159584599943843E-2</c:v>
                </c:pt>
                <c:pt idx="5465">
                  <c:v>2.2634728280123889E-2</c:v>
                </c:pt>
                <c:pt idx="5466">
                  <c:v>1.6263311697796653E-2</c:v>
                </c:pt>
                <c:pt idx="5467">
                  <c:v>2.0413398614248891E-2</c:v>
                </c:pt>
                <c:pt idx="5468">
                  <c:v>2.1969991093284135E-2</c:v>
                </c:pt>
                <c:pt idx="5469">
                  <c:v>2.5591355104639564E-2</c:v>
                </c:pt>
                <c:pt idx="5470">
                  <c:v>2.8141290546965358E-2</c:v>
                </c:pt>
                <c:pt idx="5471">
                  <c:v>4.6044107201540389E-2</c:v>
                </c:pt>
                <c:pt idx="5472">
                  <c:v>4.3506602929075336E-2</c:v>
                </c:pt>
                <c:pt idx="5473">
                  <c:v>5.2472849313153283E-2</c:v>
                </c:pt>
                <c:pt idx="5474">
                  <c:v>4.697805523600334E-2</c:v>
                </c:pt>
                <c:pt idx="5475">
                  <c:v>4.6655282366280124E-2</c:v>
                </c:pt>
                <c:pt idx="5476">
                  <c:v>4.4250602463074148E-2</c:v>
                </c:pt>
                <c:pt idx="5477">
                  <c:v>7.407807290939826E-2</c:v>
                </c:pt>
                <c:pt idx="5478">
                  <c:v>9.0590119383846979E-2</c:v>
                </c:pt>
                <c:pt idx="5479">
                  <c:v>8.6395828432817387E-2</c:v>
                </c:pt>
                <c:pt idx="5480">
                  <c:v>0.10477008601040755</c:v>
                </c:pt>
                <c:pt idx="5481">
                  <c:v>0.1154703308853194</c:v>
                </c:pt>
                <c:pt idx="5482">
                  <c:v>0.13354410662373437</c:v>
                </c:pt>
                <c:pt idx="5483">
                  <c:v>0.12859642519807585</c:v>
                </c:pt>
                <c:pt idx="5484">
                  <c:v>0.15521792616343094</c:v>
                </c:pt>
                <c:pt idx="5485">
                  <c:v>0.15791565733382198</c:v>
                </c:pt>
                <c:pt idx="5486">
                  <c:v>0.16712865574074492</c:v>
                </c:pt>
                <c:pt idx="5487">
                  <c:v>0.16895928452213077</c:v>
                </c:pt>
                <c:pt idx="5488">
                  <c:v>0.16684395429521232</c:v>
                </c:pt>
                <c:pt idx="5489">
                  <c:v>0.16643079116922369</c:v>
                </c:pt>
                <c:pt idx="5490">
                  <c:v>0.16254630763377617</c:v>
                </c:pt>
                <c:pt idx="5491">
                  <c:v>0.15446010827781506</c:v>
                </c:pt>
                <c:pt idx="5492">
                  <c:v>0.16363946457054726</c:v>
                </c:pt>
                <c:pt idx="5493">
                  <c:v>0.1700874698201077</c:v>
                </c:pt>
                <c:pt idx="5494">
                  <c:v>0.18574059758651804</c:v>
                </c:pt>
                <c:pt idx="5495">
                  <c:v>0.18142187982239016</c:v>
                </c:pt>
                <c:pt idx="5496">
                  <c:v>0.18324925600354788</c:v>
                </c:pt>
                <c:pt idx="5497">
                  <c:v>0.19018403919292834</c:v>
                </c:pt>
                <c:pt idx="5498">
                  <c:v>0.18433016855787324</c:v>
                </c:pt>
                <c:pt idx="5499">
                  <c:v>0.18659378086251763</c:v>
                </c:pt>
                <c:pt idx="5500">
                  <c:v>0.17029259997436469</c:v>
                </c:pt>
                <c:pt idx="5501">
                  <c:v>0.16569794423625489</c:v>
                </c:pt>
                <c:pt idx="5502">
                  <c:v>0.17629602434031799</c:v>
                </c:pt>
                <c:pt idx="5503">
                  <c:v>0.16672957257587237</c:v>
                </c:pt>
                <c:pt idx="5504">
                  <c:v>0.18072408871334053</c:v>
                </c:pt>
                <c:pt idx="5505">
                  <c:v>0.18637877344197024</c:v>
                </c:pt>
                <c:pt idx="5506">
                  <c:v>0.2036227440976926</c:v>
                </c:pt>
                <c:pt idx="5507">
                  <c:v>0.19252852056299186</c:v>
                </c:pt>
                <c:pt idx="5508">
                  <c:v>0.16978642648556938</c:v>
                </c:pt>
                <c:pt idx="5509">
                  <c:v>0.12010299251783266</c:v>
                </c:pt>
                <c:pt idx="5510">
                  <c:v>9.6767264664525413E-2</c:v>
                </c:pt>
                <c:pt idx="5511">
                  <c:v>6.0914137874654384E-2</c:v>
                </c:pt>
                <c:pt idx="5512">
                  <c:v>4.6359259678425156E-2</c:v>
                </c:pt>
                <c:pt idx="5513">
                  <c:v>4.4184488097043284E-2</c:v>
                </c:pt>
                <c:pt idx="5514">
                  <c:v>4.7813129660665761E-2</c:v>
                </c:pt>
                <c:pt idx="5515">
                  <c:v>3.7120921118771404E-2</c:v>
                </c:pt>
                <c:pt idx="5516">
                  <c:v>3.9786428019385971E-2</c:v>
                </c:pt>
                <c:pt idx="5517">
                  <c:v>3.8511995955189067E-2</c:v>
                </c:pt>
                <c:pt idx="5518">
                  <c:v>4.068938657191886E-2</c:v>
                </c:pt>
                <c:pt idx="5519">
                  <c:v>4.2718305121722526E-2</c:v>
                </c:pt>
                <c:pt idx="5520">
                  <c:v>4.3237903270382974E-2</c:v>
                </c:pt>
                <c:pt idx="5521">
                  <c:v>5.0574980589650584E-2</c:v>
                </c:pt>
                <c:pt idx="5522">
                  <c:v>4.8086296616783562E-2</c:v>
                </c:pt>
                <c:pt idx="5523">
                  <c:v>5.8442893928468936E-2</c:v>
                </c:pt>
                <c:pt idx="5524">
                  <c:v>6.6108901206832563E-2</c:v>
                </c:pt>
                <c:pt idx="5525">
                  <c:v>6.3780702037204581E-2</c:v>
                </c:pt>
                <c:pt idx="5526">
                  <c:v>6.4370606398800351E-2</c:v>
                </c:pt>
                <c:pt idx="5527">
                  <c:v>6.2889005199523854E-2</c:v>
                </c:pt>
                <c:pt idx="5528">
                  <c:v>6.433353008483722E-2</c:v>
                </c:pt>
                <c:pt idx="5529">
                  <c:v>5.8749705585685159E-2</c:v>
                </c:pt>
                <c:pt idx="5530">
                  <c:v>4.8520775883021061E-2</c:v>
                </c:pt>
                <c:pt idx="5531">
                  <c:v>2.0926866788198707E-2</c:v>
                </c:pt>
                <c:pt idx="5532">
                  <c:v>-9.1974110551339625E-2</c:v>
                </c:pt>
                <c:pt idx="5533">
                  <c:v>-0.21106691875758254</c:v>
                </c:pt>
                <c:pt idx="5534">
                  <c:v>-0.24502552959725665</c:v>
                </c:pt>
                <c:pt idx="5535">
                  <c:v>-0.23065507695525977</c:v>
                </c:pt>
                <c:pt idx="5536">
                  <c:v>-0.2085111823151147</c:v>
                </c:pt>
                <c:pt idx="5537">
                  <c:v>-0.20570719340115118</c:v>
                </c:pt>
                <c:pt idx="5538">
                  <c:v>-0.18794995261135369</c:v>
                </c:pt>
                <c:pt idx="5539">
                  <c:v>-0.18228702177695127</c:v>
                </c:pt>
                <c:pt idx="5540">
                  <c:v>-9.6598581315553073E-2</c:v>
                </c:pt>
                <c:pt idx="5541">
                  <c:v>-0.10374660733067857</c:v>
                </c:pt>
                <c:pt idx="5542">
                  <c:v>-2.434362618554748E-2</c:v>
                </c:pt>
                <c:pt idx="5543">
                  <c:v>-2.1464381527160455E-2</c:v>
                </c:pt>
                <c:pt idx="5544">
                  <c:v>6.8904449609426353E-3</c:v>
                </c:pt>
                <c:pt idx="5545">
                  <c:v>1.2084211878118971E-2</c:v>
                </c:pt>
                <c:pt idx="5546">
                  <c:v>1.4323075503901217E-2</c:v>
                </c:pt>
                <c:pt idx="5547">
                  <c:v>1.4391910893154215E-2</c:v>
                </c:pt>
                <c:pt idx="5548">
                  <c:v>1.4808235382035781E-2</c:v>
                </c:pt>
                <c:pt idx="5549">
                  <c:v>1.8334071618417845E-2</c:v>
                </c:pt>
                <c:pt idx="5550">
                  <c:v>1.7946808511061778E-2</c:v>
                </c:pt>
                <c:pt idx="5551">
                  <c:v>1.6735835751185226E-2</c:v>
                </c:pt>
                <c:pt idx="5552">
                  <c:v>1.6219640655154303E-2</c:v>
                </c:pt>
                <c:pt idx="5553">
                  <c:v>-6.210120343614263E-2</c:v>
                </c:pt>
                <c:pt idx="5554">
                  <c:v>-7.2384290508984914E-2</c:v>
                </c:pt>
                <c:pt idx="5555">
                  <c:v>-0.14856306987209777</c:v>
                </c:pt>
                <c:pt idx="5556">
                  <c:v>-3.5755195391217208E-2</c:v>
                </c:pt>
                <c:pt idx="5557">
                  <c:v>-0.20737056337155765</c:v>
                </c:pt>
                <c:pt idx="5558">
                  <c:v>-2.8183344929517618E-2</c:v>
                </c:pt>
                <c:pt idx="5559">
                  <c:v>-0.19097593629204979</c:v>
                </c:pt>
                <c:pt idx="5560">
                  <c:v>-0.11018709852970095</c:v>
                </c:pt>
                <c:pt idx="5561">
                  <c:v>-6.0176460063801607E-4</c:v>
                </c:pt>
                <c:pt idx="5562">
                  <c:v>7.2953973690297212E-3</c:v>
                </c:pt>
                <c:pt idx="5563">
                  <c:v>-6.7643909178353393E-3</c:v>
                </c:pt>
                <c:pt idx="5564">
                  <c:v>3.8014993633235764E-3</c:v>
                </c:pt>
                <c:pt idx="5565">
                  <c:v>1.9217568046173514E-2</c:v>
                </c:pt>
                <c:pt idx="5566">
                  <c:v>2.513299218761926E-2</c:v>
                </c:pt>
                <c:pt idx="5567">
                  <c:v>2.2243680370992249E-2</c:v>
                </c:pt>
                <c:pt idx="5568">
                  <c:v>2.1980493468600898E-2</c:v>
                </c:pt>
                <c:pt idx="5569">
                  <c:v>1.9659039833703422E-2</c:v>
                </c:pt>
                <c:pt idx="5570">
                  <c:v>2.4487430861509077E-2</c:v>
                </c:pt>
                <c:pt idx="5571">
                  <c:v>2.7126464403800624E-2</c:v>
                </c:pt>
                <c:pt idx="5572">
                  <c:v>2.4827625119427627E-2</c:v>
                </c:pt>
                <c:pt idx="5573">
                  <c:v>2.4546221960901324E-2</c:v>
                </c:pt>
                <c:pt idx="5574">
                  <c:v>2.0596491647014891E-2</c:v>
                </c:pt>
                <c:pt idx="5575">
                  <c:v>2.0140940407946183E-2</c:v>
                </c:pt>
                <c:pt idx="5576">
                  <c:v>1.6472091981321303E-2</c:v>
                </c:pt>
                <c:pt idx="5577">
                  <c:v>1.5805654002342621E-2</c:v>
                </c:pt>
                <c:pt idx="5578">
                  <c:v>-3.6912357118342584E-3</c:v>
                </c:pt>
                <c:pt idx="5579">
                  <c:v>5.3637249163562871E-3</c:v>
                </c:pt>
                <c:pt idx="5580">
                  <c:v>-4.5237096387368829E-2</c:v>
                </c:pt>
                <c:pt idx="5581">
                  <c:v>-0.1065608630453645</c:v>
                </c:pt>
                <c:pt idx="5582">
                  <c:v>-0.1996308870678617</c:v>
                </c:pt>
                <c:pt idx="5583">
                  <c:v>-7.7652410060904467E-2</c:v>
                </c:pt>
                <c:pt idx="5584">
                  <c:v>-0.22952976095681721</c:v>
                </c:pt>
                <c:pt idx="5585">
                  <c:v>-6.039322269200291E-2</c:v>
                </c:pt>
                <c:pt idx="5586">
                  <c:v>-1.8455572724637142E-2</c:v>
                </c:pt>
                <c:pt idx="5587">
                  <c:v>-4.8998489441107185E-4</c:v>
                </c:pt>
                <c:pt idx="5588">
                  <c:v>1.1612343023527497E-2</c:v>
                </c:pt>
                <c:pt idx="5589">
                  <c:v>1.8048280307208724E-2</c:v>
                </c:pt>
                <c:pt idx="5590">
                  <c:v>2.9560077505568452E-2</c:v>
                </c:pt>
                <c:pt idx="5591">
                  <c:v>3.082912818995295E-2</c:v>
                </c:pt>
                <c:pt idx="5592">
                  <c:v>2.822503208864104E-2</c:v>
                </c:pt>
                <c:pt idx="5593">
                  <c:v>2.6887181287822883E-2</c:v>
                </c:pt>
                <c:pt idx="5594">
                  <c:v>2.5106773298712772E-2</c:v>
                </c:pt>
                <c:pt idx="5595">
                  <c:v>1.33055450967994E-2</c:v>
                </c:pt>
                <c:pt idx="5596">
                  <c:v>2.2579789216239866E-2</c:v>
                </c:pt>
                <c:pt idx="5597">
                  <c:v>5.7069486892275334E-3</c:v>
                </c:pt>
                <c:pt idx="5598">
                  <c:v>1.8423736477569227E-2</c:v>
                </c:pt>
                <c:pt idx="5599">
                  <c:v>4.2331612670594099E-2</c:v>
                </c:pt>
                <c:pt idx="5600">
                  <c:v>4.2170270792760214E-2</c:v>
                </c:pt>
                <c:pt idx="5601">
                  <c:v>4.221913464055109E-2</c:v>
                </c:pt>
                <c:pt idx="5602">
                  <c:v>4.8049247113634445E-2</c:v>
                </c:pt>
                <c:pt idx="5603">
                  <c:v>6.4448894945199647E-2</c:v>
                </c:pt>
                <c:pt idx="5604">
                  <c:v>5.8604114183869925E-2</c:v>
                </c:pt>
                <c:pt idx="5605">
                  <c:v>6.1083198704261106E-2</c:v>
                </c:pt>
                <c:pt idx="5606">
                  <c:v>4.6501101290167636E-2</c:v>
                </c:pt>
                <c:pt idx="5607">
                  <c:v>2.6130970213407087E-2</c:v>
                </c:pt>
                <c:pt idx="5608">
                  <c:v>1.4886926468870939E-2</c:v>
                </c:pt>
                <c:pt idx="5609">
                  <c:v>2.1564699608937241E-2</c:v>
                </c:pt>
                <c:pt idx="5610">
                  <c:v>1.9341479636041718E-2</c:v>
                </c:pt>
                <c:pt idx="5611">
                  <c:v>1.6349761781221449E-2</c:v>
                </c:pt>
                <c:pt idx="5612">
                  <c:v>2.0371093935335104E-2</c:v>
                </c:pt>
                <c:pt idx="5613">
                  <c:v>1.7538534942144961E-2</c:v>
                </c:pt>
                <c:pt idx="5614">
                  <c:v>2.2861647837358511E-2</c:v>
                </c:pt>
                <c:pt idx="5615">
                  <c:v>2.0308612250310637E-2</c:v>
                </c:pt>
                <c:pt idx="5616">
                  <c:v>2.3074099626962621E-2</c:v>
                </c:pt>
                <c:pt idx="5617">
                  <c:v>2.2626135192639282E-2</c:v>
                </c:pt>
                <c:pt idx="5618">
                  <c:v>2.4043186639447441E-2</c:v>
                </c:pt>
                <c:pt idx="5619">
                  <c:v>3.0684377548515863E-2</c:v>
                </c:pt>
                <c:pt idx="5620">
                  <c:v>2.4992147660473446E-2</c:v>
                </c:pt>
                <c:pt idx="5621">
                  <c:v>3.2203316444371893E-3</c:v>
                </c:pt>
                <c:pt idx="5622">
                  <c:v>2.4433302331082266E-2</c:v>
                </c:pt>
                <c:pt idx="5623">
                  <c:v>1.1294562249482701E-2</c:v>
                </c:pt>
                <c:pt idx="5624">
                  <c:v>1.0383556953886793E-2</c:v>
                </c:pt>
                <c:pt idx="5625">
                  <c:v>6.7448805982974216E-2</c:v>
                </c:pt>
                <c:pt idx="5626">
                  <c:v>4.7994146959740212E-2</c:v>
                </c:pt>
                <c:pt idx="5627">
                  <c:v>2.5696129041398317E-2</c:v>
                </c:pt>
                <c:pt idx="5628">
                  <c:v>3.3820091370617714E-2</c:v>
                </c:pt>
                <c:pt idx="5629">
                  <c:v>5.311287944585478E-3</c:v>
                </c:pt>
                <c:pt idx="5630">
                  <c:v>-0.35756075752280519</c:v>
                </c:pt>
                <c:pt idx="5631">
                  <c:v>-0.33842915640572363</c:v>
                </c:pt>
                <c:pt idx="5632">
                  <c:v>-0.30000912965969784</c:v>
                </c:pt>
                <c:pt idx="5633">
                  <c:v>-0.26476863141103579</c:v>
                </c:pt>
                <c:pt idx="5634">
                  <c:v>-0.22779999703244144</c:v>
                </c:pt>
                <c:pt idx="5635">
                  <c:v>-0.18970479721203976</c:v>
                </c:pt>
                <c:pt idx="5636">
                  <c:v>-0.15799909577404217</c:v>
                </c:pt>
                <c:pt idx="5637">
                  <c:v>-0.14600758441806619</c:v>
                </c:pt>
                <c:pt idx="5638">
                  <c:v>-0.12739065618064946</c:v>
                </c:pt>
                <c:pt idx="5639">
                  <c:v>-8.2589317671556556E-2</c:v>
                </c:pt>
                <c:pt idx="5640">
                  <c:v>-5.939715223499422E-3</c:v>
                </c:pt>
                <c:pt idx="5641">
                  <c:v>7.122919717265537E-3</c:v>
                </c:pt>
                <c:pt idx="5642">
                  <c:v>1.1044622096755573E-2</c:v>
                </c:pt>
                <c:pt idx="5643">
                  <c:v>1.0642922997611692E-2</c:v>
                </c:pt>
                <c:pt idx="5644">
                  <c:v>1.6053860432536163E-2</c:v>
                </c:pt>
                <c:pt idx="5645">
                  <c:v>1.5247313035602839E-2</c:v>
                </c:pt>
                <c:pt idx="5646">
                  <c:v>1.4023068766307991E-2</c:v>
                </c:pt>
                <c:pt idx="5647">
                  <c:v>-4.992857243906401E-3</c:v>
                </c:pt>
                <c:pt idx="5648">
                  <c:v>1.8600383085487886E-2</c:v>
                </c:pt>
                <c:pt idx="5649">
                  <c:v>2.8290017723920254E-2</c:v>
                </c:pt>
                <c:pt idx="5650">
                  <c:v>2.3275725318412023E-2</c:v>
                </c:pt>
                <c:pt idx="5651">
                  <c:v>3.7725318192653831E-2</c:v>
                </c:pt>
                <c:pt idx="5652">
                  <c:v>3.1536393787429777E-2</c:v>
                </c:pt>
                <c:pt idx="5653">
                  <c:v>1.7839988546879727E-2</c:v>
                </c:pt>
                <c:pt idx="5654">
                  <c:v>2.5633771263086073E-2</c:v>
                </c:pt>
                <c:pt idx="5655">
                  <c:v>3.3933692867353357E-2</c:v>
                </c:pt>
                <c:pt idx="5656">
                  <c:v>2.0117668026339981E-2</c:v>
                </c:pt>
                <c:pt idx="5657">
                  <c:v>1.9306641179036809E-2</c:v>
                </c:pt>
                <c:pt idx="5658">
                  <c:v>1.8538154656214181E-2</c:v>
                </c:pt>
                <c:pt idx="5659">
                  <c:v>2.0397947113971679E-2</c:v>
                </c:pt>
                <c:pt idx="5660">
                  <c:v>2.4845625021196201E-2</c:v>
                </c:pt>
                <c:pt idx="5661">
                  <c:v>2.632065127545722E-2</c:v>
                </c:pt>
                <c:pt idx="5662">
                  <c:v>2.6257177302732436E-2</c:v>
                </c:pt>
                <c:pt idx="5663">
                  <c:v>2.911824235057138E-2</c:v>
                </c:pt>
                <c:pt idx="5664">
                  <c:v>1.7332808811475406E-2</c:v>
                </c:pt>
                <c:pt idx="5665">
                  <c:v>2.0807743897481391E-2</c:v>
                </c:pt>
                <c:pt idx="5666">
                  <c:v>3.6054077883028481E-2</c:v>
                </c:pt>
                <c:pt idx="5667">
                  <c:v>5.1767671829890588E-2</c:v>
                </c:pt>
                <c:pt idx="5668">
                  <c:v>4.9646905417783931E-2</c:v>
                </c:pt>
                <c:pt idx="5669">
                  <c:v>4.4866422359974907E-2</c:v>
                </c:pt>
                <c:pt idx="5670">
                  <c:v>3.313288715120697E-2</c:v>
                </c:pt>
                <c:pt idx="5671">
                  <c:v>6.1094082185730036E-2</c:v>
                </c:pt>
                <c:pt idx="5672">
                  <c:v>7.3941793494680788E-2</c:v>
                </c:pt>
                <c:pt idx="5673">
                  <c:v>8.8032080610358124E-2</c:v>
                </c:pt>
                <c:pt idx="5674">
                  <c:v>7.5268528009157648E-2</c:v>
                </c:pt>
                <c:pt idx="5675">
                  <c:v>0.15044051793165539</c:v>
                </c:pt>
                <c:pt idx="5676">
                  <c:v>4.9150144006050056E-2</c:v>
                </c:pt>
                <c:pt idx="5677">
                  <c:v>2.6777165797014918E-2</c:v>
                </c:pt>
                <c:pt idx="5678">
                  <c:v>3.6763393382562015E-2</c:v>
                </c:pt>
                <c:pt idx="5679">
                  <c:v>3.3564268540875672E-2</c:v>
                </c:pt>
                <c:pt idx="5680">
                  <c:v>3.4970331933365871E-2</c:v>
                </c:pt>
                <c:pt idx="5681">
                  <c:v>3.1395626513752849E-2</c:v>
                </c:pt>
                <c:pt idx="5682">
                  <c:v>3.4173610482271313E-2</c:v>
                </c:pt>
                <c:pt idx="5683">
                  <c:v>2.1498368703339064E-2</c:v>
                </c:pt>
                <c:pt idx="5684">
                  <c:v>2.4899736969823529E-2</c:v>
                </c:pt>
                <c:pt idx="5685">
                  <c:v>2.4343913673400126E-2</c:v>
                </c:pt>
                <c:pt idx="5686">
                  <c:v>2.0487702638914668E-2</c:v>
                </c:pt>
                <c:pt idx="5687">
                  <c:v>2.5353016898058602E-2</c:v>
                </c:pt>
                <c:pt idx="5688">
                  <c:v>2.2391686358608016E-2</c:v>
                </c:pt>
                <c:pt idx="5689">
                  <c:v>2.4319576661820649E-2</c:v>
                </c:pt>
                <c:pt idx="5690">
                  <c:v>5.027427332284045E-2</c:v>
                </c:pt>
                <c:pt idx="5691">
                  <c:v>0.19395308682246612</c:v>
                </c:pt>
                <c:pt idx="5692">
                  <c:v>0.19596387453558181</c:v>
                </c:pt>
                <c:pt idx="5693">
                  <c:v>0.17089852461793648</c:v>
                </c:pt>
                <c:pt idx="5694">
                  <c:v>0.16032005858020323</c:v>
                </c:pt>
                <c:pt idx="5695">
                  <c:v>0.16402077299176707</c:v>
                </c:pt>
                <c:pt idx="5696">
                  <c:v>0.11575762841694869</c:v>
                </c:pt>
                <c:pt idx="5697">
                  <c:v>9.2818716545157692E-2</c:v>
                </c:pt>
                <c:pt idx="5698">
                  <c:v>1.7225310607579487E-2</c:v>
                </c:pt>
                <c:pt idx="5699">
                  <c:v>3.4632395783170719E-2</c:v>
                </c:pt>
                <c:pt idx="5700">
                  <c:v>2.7515454275630812E-2</c:v>
                </c:pt>
                <c:pt idx="5701">
                  <c:v>2.958901860929836E-2</c:v>
                </c:pt>
                <c:pt idx="5702">
                  <c:v>1.6609638415609633E-2</c:v>
                </c:pt>
                <c:pt idx="5703">
                  <c:v>3.5777639054438197E-2</c:v>
                </c:pt>
                <c:pt idx="5704">
                  <c:v>3.2523740701589261E-2</c:v>
                </c:pt>
                <c:pt idx="5705">
                  <c:v>9.7416501053376042E-3</c:v>
                </c:pt>
                <c:pt idx="5706">
                  <c:v>2.402822370645747E-2</c:v>
                </c:pt>
                <c:pt idx="5707">
                  <c:v>2.4674999698705413E-2</c:v>
                </c:pt>
                <c:pt idx="5708">
                  <c:v>2.4270633851532608E-2</c:v>
                </c:pt>
                <c:pt idx="5709">
                  <c:v>2.2074226503942508E-2</c:v>
                </c:pt>
                <c:pt idx="5710">
                  <c:v>2.7249078400072988E-2</c:v>
                </c:pt>
                <c:pt idx="5711">
                  <c:v>2.8060815359833555E-2</c:v>
                </c:pt>
                <c:pt idx="5712">
                  <c:v>2.2320360439884772E-2</c:v>
                </c:pt>
                <c:pt idx="5713">
                  <c:v>2.0851475694605638E-2</c:v>
                </c:pt>
                <c:pt idx="5714">
                  <c:v>1.6875859031062895E-2</c:v>
                </c:pt>
                <c:pt idx="5715">
                  <c:v>2.639279129021492E-2</c:v>
                </c:pt>
                <c:pt idx="5716">
                  <c:v>2.7289893970597463E-2</c:v>
                </c:pt>
                <c:pt idx="5717">
                  <c:v>2.1474456528146686E-2</c:v>
                </c:pt>
                <c:pt idx="5718">
                  <c:v>1.4593802885108953E-2</c:v>
                </c:pt>
                <c:pt idx="5719">
                  <c:v>1.036768283011737E-2</c:v>
                </c:pt>
                <c:pt idx="5720">
                  <c:v>5.3306613876396743E-2</c:v>
                </c:pt>
                <c:pt idx="5721">
                  <c:v>2.2850710126775049E-2</c:v>
                </c:pt>
                <c:pt idx="5722">
                  <c:v>-0.21196109813766886</c:v>
                </c:pt>
                <c:pt idx="5723">
                  <c:v>-0.33549769709163912</c:v>
                </c:pt>
                <c:pt idx="5724">
                  <c:v>-0.35716622165291861</c:v>
                </c:pt>
                <c:pt idx="5725">
                  <c:v>-0.35369705504633309</c:v>
                </c:pt>
                <c:pt idx="5726">
                  <c:v>-0.32856160889595964</c:v>
                </c:pt>
                <c:pt idx="5727">
                  <c:v>-0.35552018487468912</c:v>
                </c:pt>
                <c:pt idx="5728">
                  <c:v>-0.10737304613845707</c:v>
                </c:pt>
                <c:pt idx="5729">
                  <c:v>-3.7295028799693777E-2</c:v>
                </c:pt>
                <c:pt idx="5730">
                  <c:v>-2.1123023015751627E-2</c:v>
                </c:pt>
                <c:pt idx="5731">
                  <c:v>-4.2145264649030099E-3</c:v>
                </c:pt>
                <c:pt idx="5732">
                  <c:v>7.4917151002091148E-3</c:v>
                </c:pt>
                <c:pt idx="5733">
                  <c:v>1.0810008883254165E-2</c:v>
                </c:pt>
                <c:pt idx="5734">
                  <c:v>1.3952956878080036E-2</c:v>
                </c:pt>
                <c:pt idx="5735">
                  <c:v>2.1342523414694767E-2</c:v>
                </c:pt>
                <c:pt idx="5736">
                  <c:v>2.3874146089766513E-2</c:v>
                </c:pt>
                <c:pt idx="5737">
                  <c:v>2.2789007814294458E-2</c:v>
                </c:pt>
                <c:pt idx="5738">
                  <c:v>2.5469484477551003E-2</c:v>
                </c:pt>
                <c:pt idx="5739">
                  <c:v>2.5705160988758441E-2</c:v>
                </c:pt>
                <c:pt idx="5740">
                  <c:v>2.1844984590972168E-2</c:v>
                </c:pt>
                <c:pt idx="5741">
                  <c:v>2.0537401928602591E-2</c:v>
                </c:pt>
                <c:pt idx="5742">
                  <c:v>1.4226981805763348E-2</c:v>
                </c:pt>
                <c:pt idx="5743">
                  <c:v>4.3622655337981573E-3</c:v>
                </c:pt>
                <c:pt idx="5744">
                  <c:v>-4.680743137544309E-2</c:v>
                </c:pt>
                <c:pt idx="5745">
                  <c:v>-3.0834034131232917E-2</c:v>
                </c:pt>
                <c:pt idx="5746">
                  <c:v>-7.9933422257885217E-2</c:v>
                </c:pt>
                <c:pt idx="5747">
                  <c:v>-3.7565274934535438E-2</c:v>
                </c:pt>
                <c:pt idx="5748">
                  <c:v>-3.8759169885309801E-2</c:v>
                </c:pt>
                <c:pt idx="5749">
                  <c:v>-1.9538839943756731E-2</c:v>
                </c:pt>
                <c:pt idx="5750">
                  <c:v>-2.0367719197564031E-2</c:v>
                </c:pt>
                <c:pt idx="5751">
                  <c:v>-1.4111107261262874E-2</c:v>
                </c:pt>
                <c:pt idx="5752">
                  <c:v>8.1148880732378748E-2</c:v>
                </c:pt>
                <c:pt idx="5753">
                  <c:v>0.12947959599030159</c:v>
                </c:pt>
                <c:pt idx="5754">
                  <c:v>0.16820378577427811</c:v>
                </c:pt>
                <c:pt idx="5755">
                  <c:v>0.18452832143083886</c:v>
                </c:pt>
                <c:pt idx="5756">
                  <c:v>0.17973566501520508</c:v>
                </c:pt>
                <c:pt idx="5757">
                  <c:v>0.17889795112724788</c:v>
                </c:pt>
                <c:pt idx="5758">
                  <c:v>0.17845326009983786</c:v>
                </c:pt>
                <c:pt idx="5759">
                  <c:v>0.18800178887066718</c:v>
                </c:pt>
                <c:pt idx="5760">
                  <c:v>0.18119135161485453</c:v>
                </c:pt>
                <c:pt idx="5761">
                  <c:v>0.13015406058685153</c:v>
                </c:pt>
                <c:pt idx="5762">
                  <c:v>6.5728068131411646E-2</c:v>
                </c:pt>
                <c:pt idx="5763">
                  <c:v>3.1231259492595049E-2</c:v>
                </c:pt>
                <c:pt idx="5764">
                  <c:v>2.6518655514991486E-2</c:v>
                </c:pt>
                <c:pt idx="5765">
                  <c:v>2.7560387169379065E-2</c:v>
                </c:pt>
                <c:pt idx="5766">
                  <c:v>2.229019618803418E-2</c:v>
                </c:pt>
                <c:pt idx="5767">
                  <c:v>1.2889812255631541E-2</c:v>
                </c:pt>
                <c:pt idx="5768">
                  <c:v>2.0899218429729315E-2</c:v>
                </c:pt>
                <c:pt idx="5769">
                  <c:v>-5.6502801671807011E-2</c:v>
                </c:pt>
                <c:pt idx="5770">
                  <c:v>-0.12803263786581956</c:v>
                </c:pt>
                <c:pt idx="5771">
                  <c:v>-0.32872632600955037</c:v>
                </c:pt>
                <c:pt idx="5772">
                  <c:v>-0.31172901750962578</c:v>
                </c:pt>
                <c:pt idx="5773">
                  <c:v>-0.31378427917280055</c:v>
                </c:pt>
                <c:pt idx="5774">
                  <c:v>-0.28298631233664084</c:v>
                </c:pt>
                <c:pt idx="5775">
                  <c:v>-0.2595774372815548</c:v>
                </c:pt>
                <c:pt idx="5776">
                  <c:v>-0.26825973968529915</c:v>
                </c:pt>
                <c:pt idx="5777">
                  <c:v>-0.23502360989630419</c:v>
                </c:pt>
                <c:pt idx="5778">
                  <c:v>-0.23303695142428674</c:v>
                </c:pt>
                <c:pt idx="5779">
                  <c:v>-0.21204697226021196</c:v>
                </c:pt>
                <c:pt idx="5780">
                  <c:v>-0.15800665068544525</c:v>
                </c:pt>
                <c:pt idx="5781">
                  <c:v>-0.13298730374678874</c:v>
                </c:pt>
                <c:pt idx="5782">
                  <c:v>-0.10329260335527934</c:v>
                </c:pt>
                <c:pt idx="5783">
                  <c:v>7.5773881334420296E-4</c:v>
                </c:pt>
                <c:pt idx="5784">
                  <c:v>-2.2371057984148404E-3</c:v>
                </c:pt>
                <c:pt idx="5785">
                  <c:v>4.9721032305220288E-3</c:v>
                </c:pt>
                <c:pt idx="5786">
                  <c:v>1.4018691372496717E-2</c:v>
                </c:pt>
                <c:pt idx="5787">
                  <c:v>2.373741119389345E-2</c:v>
                </c:pt>
                <c:pt idx="5788">
                  <c:v>2.0629606767041602E-2</c:v>
                </c:pt>
                <c:pt idx="5789">
                  <c:v>1.9228568680569425E-2</c:v>
                </c:pt>
                <c:pt idx="5790">
                  <c:v>1.0216137222196883E-2</c:v>
                </c:pt>
                <c:pt idx="5791">
                  <c:v>9.9531240316638181E-3</c:v>
                </c:pt>
                <c:pt idx="5792">
                  <c:v>-2.783522778237027E-2</c:v>
                </c:pt>
                <c:pt idx="5793">
                  <c:v>-0.2788131869378121</c:v>
                </c:pt>
                <c:pt idx="5794">
                  <c:v>-0.32527301513355283</c:v>
                </c:pt>
                <c:pt idx="5795">
                  <c:v>-0.39334266215798303</c:v>
                </c:pt>
                <c:pt idx="5796">
                  <c:v>-0.44670102502121933</c:v>
                </c:pt>
                <c:pt idx="5797">
                  <c:v>-0.38460916475738943</c:v>
                </c:pt>
                <c:pt idx="5798">
                  <c:v>-0.41065241353386933</c:v>
                </c:pt>
                <c:pt idx="5799">
                  <c:v>-0.45880382339374726</c:v>
                </c:pt>
                <c:pt idx="5800">
                  <c:v>-0.44735547392810349</c:v>
                </c:pt>
                <c:pt idx="5801">
                  <c:v>-0.4136476627130059</c:v>
                </c:pt>
                <c:pt idx="5802">
                  <c:v>-0.39538742151445838</c:v>
                </c:pt>
                <c:pt idx="5803">
                  <c:v>-0.35673138206003691</c:v>
                </c:pt>
                <c:pt idx="5804">
                  <c:v>-0.35886560672932372</c:v>
                </c:pt>
                <c:pt idx="5805">
                  <c:v>-0.32035065971592952</c:v>
                </c:pt>
                <c:pt idx="5806">
                  <c:v>-0.23456042480782238</c:v>
                </c:pt>
                <c:pt idx="5807">
                  <c:v>-6.7425510213484016E-2</c:v>
                </c:pt>
                <c:pt idx="5808">
                  <c:v>1.3889246131726684E-2</c:v>
                </c:pt>
                <c:pt idx="5809">
                  <c:v>2.1518205350166211E-2</c:v>
                </c:pt>
                <c:pt idx="5810">
                  <c:v>1.869213152462422E-2</c:v>
                </c:pt>
                <c:pt idx="5811">
                  <c:v>1.9498981511671742E-2</c:v>
                </c:pt>
                <c:pt idx="5812">
                  <c:v>4.0515781696780932E-2</c:v>
                </c:pt>
                <c:pt idx="5813">
                  <c:v>2.115202361902371E-2</c:v>
                </c:pt>
                <c:pt idx="5814">
                  <c:v>1.2003181097375019E-2</c:v>
                </c:pt>
                <c:pt idx="5815">
                  <c:v>-0.10879870925449092</c:v>
                </c:pt>
                <c:pt idx="5816">
                  <c:v>-0.40566974780358828</c:v>
                </c:pt>
                <c:pt idx="5817">
                  <c:v>-0.39778859947797524</c:v>
                </c:pt>
                <c:pt idx="5818">
                  <c:v>-0.37607109546620221</c:v>
                </c:pt>
                <c:pt idx="5819">
                  <c:v>-0.50450900630330719</c:v>
                </c:pt>
                <c:pt idx="5820">
                  <c:v>-0.48484106714766845</c:v>
                </c:pt>
                <c:pt idx="5821">
                  <c:v>-0.48241855934544248</c:v>
                </c:pt>
                <c:pt idx="5822">
                  <c:v>-0.5161422467592921</c:v>
                </c:pt>
                <c:pt idx="5823">
                  <c:v>-0.5196984724263628</c:v>
                </c:pt>
                <c:pt idx="5824">
                  <c:v>-0.57359273776041142</c:v>
                </c:pt>
                <c:pt idx="5825">
                  <c:v>-0.55739703357949988</c:v>
                </c:pt>
                <c:pt idx="5826">
                  <c:v>-0.4545341463765491</c:v>
                </c:pt>
                <c:pt idx="5827">
                  <c:v>-0.47096779944568734</c:v>
                </c:pt>
                <c:pt idx="5828">
                  <c:v>-0.44020327845435403</c:v>
                </c:pt>
                <c:pt idx="5829">
                  <c:v>-0.39821699262028021</c:v>
                </c:pt>
                <c:pt idx="5830">
                  <c:v>-0.32650068926907511</c:v>
                </c:pt>
                <c:pt idx="5831">
                  <c:v>-0.13741505636392179</c:v>
                </c:pt>
                <c:pt idx="5832">
                  <c:v>-5.1539029580135537E-2</c:v>
                </c:pt>
                <c:pt idx="5833">
                  <c:v>-1.8067113726093723E-2</c:v>
                </c:pt>
                <c:pt idx="5834">
                  <c:v>-6.1235149153626072E-4</c:v>
                </c:pt>
                <c:pt idx="5835">
                  <c:v>1.4066199905223767E-2</c:v>
                </c:pt>
                <c:pt idx="5836">
                  <c:v>2.3797643743578213E-2</c:v>
                </c:pt>
                <c:pt idx="5837">
                  <c:v>2.4612220500514981E-2</c:v>
                </c:pt>
                <c:pt idx="5838">
                  <c:v>2.0321134540259342E-2</c:v>
                </c:pt>
                <c:pt idx="5839">
                  <c:v>-8.5014603615303344E-2</c:v>
                </c:pt>
                <c:pt idx="5840">
                  <c:v>-0.44532515075686285</c:v>
                </c:pt>
                <c:pt idx="5841">
                  <c:v>-0.51018849376887732</c:v>
                </c:pt>
                <c:pt idx="5842">
                  <c:v>-0.58440544955049112</c:v>
                </c:pt>
                <c:pt idx="5843">
                  <c:v>-0.70004730999027831</c:v>
                </c:pt>
                <c:pt idx="5844">
                  <c:v>-0.6860076407346688</c:v>
                </c:pt>
                <c:pt idx="5845">
                  <c:v>-0.66812271597965678</c:v>
                </c:pt>
                <c:pt idx="5846">
                  <c:v>-0.74299145463808958</c:v>
                </c:pt>
                <c:pt idx="5847">
                  <c:v>-0.91652338345886397</c:v>
                </c:pt>
                <c:pt idx="5848">
                  <c:v>-0.71823135904588198</c:v>
                </c:pt>
                <c:pt idx="5849">
                  <c:v>-0.62710031099081565</c:v>
                </c:pt>
                <c:pt idx="5850">
                  <c:v>-0.52876134770816041</c:v>
                </c:pt>
                <c:pt idx="5851">
                  <c:v>-0.37819748829043343</c:v>
                </c:pt>
                <c:pt idx="5852">
                  <c:v>-0.32337584307541228</c:v>
                </c:pt>
                <c:pt idx="5853">
                  <c:v>-0.28826289481735529</c:v>
                </c:pt>
                <c:pt idx="5854">
                  <c:v>-0.22974331430901448</c:v>
                </c:pt>
                <c:pt idx="5855">
                  <c:v>-0.15447350090260342</c:v>
                </c:pt>
                <c:pt idx="5856">
                  <c:v>-4.1276551169454861E-2</c:v>
                </c:pt>
                <c:pt idx="5857">
                  <c:v>-2.7086291445437893E-2</c:v>
                </c:pt>
                <c:pt idx="5858">
                  <c:v>-8.4214104265815833E-3</c:v>
                </c:pt>
                <c:pt idx="5859">
                  <c:v>-1.6851197273397262E-4</c:v>
                </c:pt>
                <c:pt idx="5860">
                  <c:v>8.9407994412457423E-3</c:v>
                </c:pt>
                <c:pt idx="5861">
                  <c:v>9.0208239612640153E-3</c:v>
                </c:pt>
                <c:pt idx="5862">
                  <c:v>5.8742277445361238E-3</c:v>
                </c:pt>
                <c:pt idx="5863">
                  <c:v>-8.9180069764220007E-2</c:v>
                </c:pt>
                <c:pt idx="5864">
                  <c:v>-0.46797262099180098</c:v>
                </c:pt>
                <c:pt idx="5865">
                  <c:v>-0.58187269367029493</c:v>
                </c:pt>
                <c:pt idx="5866">
                  <c:v>-0.53663410683175716</c:v>
                </c:pt>
                <c:pt idx="5867">
                  <c:v>-0.56334712326332548</c:v>
                </c:pt>
                <c:pt idx="5868">
                  <c:v>-0.52187079862098318</c:v>
                </c:pt>
                <c:pt idx="5869">
                  <c:v>-0.56396381977826338</c:v>
                </c:pt>
                <c:pt idx="5870">
                  <c:v>-0.60225100401294207</c:v>
                </c:pt>
                <c:pt idx="5871">
                  <c:v>-0.4897735972945565</c:v>
                </c:pt>
                <c:pt idx="5872">
                  <c:v>-0.38014518557353894</c:v>
                </c:pt>
                <c:pt idx="5873">
                  <c:v>-0.39898868965646112</c:v>
                </c:pt>
                <c:pt idx="5874">
                  <c:v>-0.42298554217547174</c:v>
                </c:pt>
                <c:pt idx="5875">
                  <c:v>-0.34895949185990238</c:v>
                </c:pt>
                <c:pt idx="5876">
                  <c:v>-0.20170355061931772</c:v>
                </c:pt>
                <c:pt idx="5877">
                  <c:v>-9.6015907061646782E-2</c:v>
                </c:pt>
                <c:pt idx="5878">
                  <c:v>1.7365897214256475E-2</c:v>
                </c:pt>
                <c:pt idx="5879">
                  <c:v>-9.4635398933388645E-4</c:v>
                </c:pt>
                <c:pt idx="5880">
                  <c:v>1.9014898789761845E-2</c:v>
                </c:pt>
                <c:pt idx="5881">
                  <c:v>1.9581149499210932E-2</c:v>
                </c:pt>
                <c:pt idx="5882">
                  <c:v>2.1805869952059794E-2</c:v>
                </c:pt>
                <c:pt idx="5883">
                  <c:v>2.322522132414339E-2</c:v>
                </c:pt>
                <c:pt idx="5884">
                  <c:v>2.2416494575403928E-2</c:v>
                </c:pt>
                <c:pt idx="5885">
                  <c:v>0.11828357328079279</c:v>
                </c:pt>
                <c:pt idx="5886">
                  <c:v>0.22910469143800832</c:v>
                </c:pt>
                <c:pt idx="5887">
                  <c:v>0.1432916418044401</c:v>
                </c:pt>
                <c:pt idx="5888">
                  <c:v>2.4930140576767561E-2</c:v>
                </c:pt>
                <c:pt idx="5889">
                  <c:v>2.489727154426772E-2</c:v>
                </c:pt>
                <c:pt idx="5890">
                  <c:v>1.0921410851325046E-2</c:v>
                </c:pt>
                <c:pt idx="5891">
                  <c:v>1.987905750030124E-2</c:v>
                </c:pt>
                <c:pt idx="5892">
                  <c:v>1.8988039814850727E-2</c:v>
                </c:pt>
                <c:pt idx="5893">
                  <c:v>-1.8881108104092652E-2</c:v>
                </c:pt>
                <c:pt idx="5894">
                  <c:v>-6.9835992964738997E-2</c:v>
                </c:pt>
                <c:pt idx="5895">
                  <c:v>-6.5903844610250562E-2</c:v>
                </c:pt>
                <c:pt idx="5896">
                  <c:v>-0.10418009364134849</c:v>
                </c:pt>
                <c:pt idx="5897">
                  <c:v>-5.8679149146626759E-2</c:v>
                </c:pt>
                <c:pt idx="5898">
                  <c:v>-6.7917906344409473E-2</c:v>
                </c:pt>
                <c:pt idx="5899">
                  <c:v>-0.14157906762290615</c:v>
                </c:pt>
                <c:pt idx="5900">
                  <c:v>-3.4215633825872102E-2</c:v>
                </c:pt>
                <c:pt idx="5901">
                  <c:v>-4.3842898693398955E-2</c:v>
                </c:pt>
                <c:pt idx="5902">
                  <c:v>1.844122351415528E-2</c:v>
                </c:pt>
                <c:pt idx="5903">
                  <c:v>2.1136505637664286E-2</c:v>
                </c:pt>
                <c:pt idx="5904">
                  <c:v>2.3216703521818406E-2</c:v>
                </c:pt>
                <c:pt idx="5905">
                  <c:v>2.2906177471387047E-2</c:v>
                </c:pt>
                <c:pt idx="5906">
                  <c:v>1.9724006481803939E-2</c:v>
                </c:pt>
                <c:pt idx="5907">
                  <c:v>0.18088778295232522</c:v>
                </c:pt>
                <c:pt idx="5908">
                  <c:v>0.25981433929078251</c:v>
                </c:pt>
                <c:pt idx="5909">
                  <c:v>0.27392174781052536</c:v>
                </c:pt>
                <c:pt idx="5910">
                  <c:v>0.26845714556812289</c:v>
                </c:pt>
                <c:pt idx="5911">
                  <c:v>0.23219372037696423</c:v>
                </c:pt>
                <c:pt idx="5912">
                  <c:v>0.1954954135373633</c:v>
                </c:pt>
                <c:pt idx="5913">
                  <c:v>0.11390667691683568</c:v>
                </c:pt>
                <c:pt idx="5914">
                  <c:v>1.9560214100206925E-2</c:v>
                </c:pt>
                <c:pt idx="5915">
                  <c:v>1.173040766509436E-2</c:v>
                </c:pt>
                <c:pt idx="5916">
                  <c:v>1.0381440770287978E-2</c:v>
                </c:pt>
                <c:pt idx="5917">
                  <c:v>6.5009363619808096E-3</c:v>
                </c:pt>
                <c:pt idx="5918">
                  <c:v>-9.3890454050234495E-2</c:v>
                </c:pt>
                <c:pt idx="5919">
                  <c:v>-0.26541394124205131</c:v>
                </c:pt>
                <c:pt idx="5920">
                  <c:v>-6.9498725470337183E-2</c:v>
                </c:pt>
                <c:pt idx="5921">
                  <c:v>1.2631280663195192E-3</c:v>
                </c:pt>
                <c:pt idx="5922">
                  <c:v>3.9322700118579572E-3</c:v>
                </c:pt>
                <c:pt idx="5923">
                  <c:v>6.1575902556287622E-3</c:v>
                </c:pt>
                <c:pt idx="5924">
                  <c:v>7.9766483607647039E-3</c:v>
                </c:pt>
                <c:pt idx="5925">
                  <c:v>1.1867931405412344E-2</c:v>
                </c:pt>
                <c:pt idx="5926">
                  <c:v>1.6658519646362474E-2</c:v>
                </c:pt>
                <c:pt idx="5927">
                  <c:v>1.8701521695756368E-2</c:v>
                </c:pt>
                <c:pt idx="5928">
                  <c:v>1.6356962879356635E-2</c:v>
                </c:pt>
                <c:pt idx="5929">
                  <c:v>2.1012204894321682E-2</c:v>
                </c:pt>
                <c:pt idx="5930">
                  <c:v>2.5679387222228584E-2</c:v>
                </c:pt>
                <c:pt idx="5931">
                  <c:v>2.3159062798024262E-2</c:v>
                </c:pt>
                <c:pt idx="5932">
                  <c:v>2.7097383208911779E-2</c:v>
                </c:pt>
                <c:pt idx="5933">
                  <c:v>2.5053073087645723E-2</c:v>
                </c:pt>
                <c:pt idx="5934">
                  <c:v>1.0556172992768283E-2</c:v>
                </c:pt>
                <c:pt idx="5935">
                  <c:v>1.2847966892042026E-2</c:v>
                </c:pt>
                <c:pt idx="5936">
                  <c:v>1.5478812196300554E-2</c:v>
                </c:pt>
                <c:pt idx="5937">
                  <c:v>2.8660272756636684E-2</c:v>
                </c:pt>
                <c:pt idx="5938">
                  <c:v>1.4628308196342919E-2</c:v>
                </c:pt>
                <c:pt idx="5939">
                  <c:v>-3.9724554587445365E-2</c:v>
                </c:pt>
                <c:pt idx="5940">
                  <c:v>-0.26939071072818827</c:v>
                </c:pt>
                <c:pt idx="5941">
                  <c:v>-0.28095183779019445</c:v>
                </c:pt>
                <c:pt idx="5942">
                  <c:v>-0.21480408801476003</c:v>
                </c:pt>
                <c:pt idx="5943">
                  <c:v>-0.22685509979981203</c:v>
                </c:pt>
                <c:pt idx="5944">
                  <c:v>-0.201091754429192</c:v>
                </c:pt>
                <c:pt idx="5945">
                  <c:v>-0.22616810029403434</c:v>
                </c:pt>
                <c:pt idx="5946">
                  <c:v>-0.22098156632372021</c:v>
                </c:pt>
                <c:pt idx="5947">
                  <c:v>-0.16313600014617813</c:v>
                </c:pt>
                <c:pt idx="5948">
                  <c:v>-0.15114137458782437</c:v>
                </c:pt>
                <c:pt idx="5949">
                  <c:v>-2.1601849733183354E-2</c:v>
                </c:pt>
                <c:pt idx="5950">
                  <c:v>-0.10151666967449387</c:v>
                </c:pt>
                <c:pt idx="5951">
                  <c:v>-1.4105179182090468E-3</c:v>
                </c:pt>
                <c:pt idx="5952">
                  <c:v>2.3688926711542806E-3</c:v>
                </c:pt>
                <c:pt idx="5953">
                  <c:v>-6.4663503094448255E-4</c:v>
                </c:pt>
                <c:pt idx="5954">
                  <c:v>1.1765017007445791E-2</c:v>
                </c:pt>
                <c:pt idx="5955">
                  <c:v>2.8093320064582351E-2</c:v>
                </c:pt>
                <c:pt idx="5956">
                  <c:v>2.4682791187714243E-2</c:v>
                </c:pt>
                <c:pt idx="5957">
                  <c:v>2.2313944195582414E-2</c:v>
                </c:pt>
                <c:pt idx="5958">
                  <c:v>2.031741938768835E-2</c:v>
                </c:pt>
                <c:pt idx="5959">
                  <c:v>1.4016129864466499E-2</c:v>
                </c:pt>
                <c:pt idx="5960">
                  <c:v>1.5617966750480395E-2</c:v>
                </c:pt>
                <c:pt idx="5961">
                  <c:v>1.4677969306710897E-2</c:v>
                </c:pt>
                <c:pt idx="5962">
                  <c:v>2.6115503302108517E-2</c:v>
                </c:pt>
                <c:pt idx="5963">
                  <c:v>2.4613413499958666E-3</c:v>
                </c:pt>
                <c:pt idx="5964">
                  <c:v>-0.29163304325993428</c:v>
                </c:pt>
                <c:pt idx="5965">
                  <c:v>-0.26603412055540454</c:v>
                </c:pt>
                <c:pt idx="5966">
                  <c:v>-0.18836665902686367</c:v>
                </c:pt>
                <c:pt idx="5967">
                  <c:v>-0.13879567268639917</c:v>
                </c:pt>
                <c:pt idx="5968">
                  <c:v>-0.15725473470287621</c:v>
                </c:pt>
                <c:pt idx="5969">
                  <c:v>-0.10195516001379948</c:v>
                </c:pt>
                <c:pt idx="5970">
                  <c:v>-6.4444793599627501E-2</c:v>
                </c:pt>
                <c:pt idx="5971">
                  <c:v>-8.8871433875792716E-2</c:v>
                </c:pt>
                <c:pt idx="5972">
                  <c:v>-9.0403503729945874E-3</c:v>
                </c:pt>
                <c:pt idx="5973">
                  <c:v>1.3529887432276122E-2</c:v>
                </c:pt>
                <c:pt idx="5974">
                  <c:v>1.9732330428016972E-2</c:v>
                </c:pt>
                <c:pt idx="5975">
                  <c:v>2.9102088524108286E-2</c:v>
                </c:pt>
                <c:pt idx="5976">
                  <c:v>2.179367038843532E-2</c:v>
                </c:pt>
                <c:pt idx="5977">
                  <c:v>2.270408122301799E-2</c:v>
                </c:pt>
                <c:pt idx="5978">
                  <c:v>2.3783404884870737E-2</c:v>
                </c:pt>
                <c:pt idx="5979">
                  <c:v>2.1532767229192461E-2</c:v>
                </c:pt>
                <c:pt idx="5980">
                  <c:v>2.3970714692371806E-2</c:v>
                </c:pt>
                <c:pt idx="5981">
                  <c:v>2.1888126842158621E-2</c:v>
                </c:pt>
                <c:pt idx="5982">
                  <c:v>2.0071791359227868E-2</c:v>
                </c:pt>
                <c:pt idx="5983">
                  <c:v>1.7311116515068125E-2</c:v>
                </c:pt>
                <c:pt idx="5984">
                  <c:v>2.0975697311805971E-2</c:v>
                </c:pt>
                <c:pt idx="5985">
                  <c:v>2.520982725652187E-2</c:v>
                </c:pt>
                <c:pt idx="5986">
                  <c:v>2.7889039260605097E-2</c:v>
                </c:pt>
                <c:pt idx="5987">
                  <c:v>2.3670093342630642E-2</c:v>
                </c:pt>
                <c:pt idx="5988">
                  <c:v>2.8839772208520562E-2</c:v>
                </c:pt>
                <c:pt idx="5989">
                  <c:v>2.9257248518039122E-2</c:v>
                </c:pt>
                <c:pt idx="5990">
                  <c:v>2.6512900655586997E-2</c:v>
                </c:pt>
                <c:pt idx="5991">
                  <c:v>2.44214631902855E-2</c:v>
                </c:pt>
                <c:pt idx="5992">
                  <c:v>3.5184603642593321E-2</c:v>
                </c:pt>
                <c:pt idx="5993">
                  <c:v>1.9802828371388241E-2</c:v>
                </c:pt>
                <c:pt idx="5994">
                  <c:v>2.1797276944169938E-2</c:v>
                </c:pt>
                <c:pt idx="5995">
                  <c:v>2.5671126595839762E-2</c:v>
                </c:pt>
                <c:pt idx="5996">
                  <c:v>2.4168946729155375E-2</c:v>
                </c:pt>
                <c:pt idx="5997">
                  <c:v>2.7801714009163411E-2</c:v>
                </c:pt>
                <c:pt idx="5998">
                  <c:v>2.2895993396399927E-2</c:v>
                </c:pt>
                <c:pt idx="5999">
                  <c:v>0.16660338481776146</c:v>
                </c:pt>
                <c:pt idx="6000">
                  <c:v>0.27196911145585578</c:v>
                </c:pt>
                <c:pt idx="6001">
                  <c:v>0.221691786848284</c:v>
                </c:pt>
                <c:pt idx="6002">
                  <c:v>0.20979526738773083</c:v>
                </c:pt>
                <c:pt idx="6003">
                  <c:v>0.18026985633499909</c:v>
                </c:pt>
                <c:pt idx="6004">
                  <c:v>0.16991711669369494</c:v>
                </c:pt>
                <c:pt idx="6005">
                  <c:v>0.16358967304064034</c:v>
                </c:pt>
                <c:pt idx="6006">
                  <c:v>0.15736146565973094</c:v>
                </c:pt>
                <c:pt idx="6007">
                  <c:v>0.15244735218768191</c:v>
                </c:pt>
                <c:pt idx="6008">
                  <c:v>0.14146504747049546</c:v>
                </c:pt>
                <c:pt idx="6009">
                  <c:v>0.1323764910616704</c:v>
                </c:pt>
                <c:pt idx="6010">
                  <c:v>4.9676727975277557E-2</c:v>
                </c:pt>
                <c:pt idx="6011">
                  <c:v>2.3527061383524658E-2</c:v>
                </c:pt>
                <c:pt idx="6012">
                  <c:v>2.0751932369450582E-2</c:v>
                </c:pt>
                <c:pt idx="6013">
                  <c:v>2.1634458419329216E-2</c:v>
                </c:pt>
                <c:pt idx="6014">
                  <c:v>3.7305756607374327E-2</c:v>
                </c:pt>
                <c:pt idx="6015">
                  <c:v>2.1628525677290532E-2</c:v>
                </c:pt>
                <c:pt idx="6016">
                  <c:v>-5.4952017230747224E-3</c:v>
                </c:pt>
                <c:pt idx="6017">
                  <c:v>-5.0758663999591586E-2</c:v>
                </c:pt>
                <c:pt idx="6018">
                  <c:v>-0.10782407883292576</c:v>
                </c:pt>
                <c:pt idx="6019">
                  <c:v>-0.11247725004095681</c:v>
                </c:pt>
                <c:pt idx="6020">
                  <c:v>-2.3730990096198272E-2</c:v>
                </c:pt>
                <c:pt idx="6021">
                  <c:v>2.0243010433913945E-2</c:v>
                </c:pt>
                <c:pt idx="6022">
                  <c:v>1.8133332554178573E-2</c:v>
                </c:pt>
                <c:pt idx="6023">
                  <c:v>2.3412364929734166E-2</c:v>
                </c:pt>
                <c:pt idx="6024">
                  <c:v>2.2032774836988473E-2</c:v>
                </c:pt>
                <c:pt idx="6025">
                  <c:v>2.1586447321847762E-2</c:v>
                </c:pt>
                <c:pt idx="6026">
                  <c:v>2.1148104268636728E-2</c:v>
                </c:pt>
                <c:pt idx="6027">
                  <c:v>0.13925244244535034</c:v>
                </c:pt>
                <c:pt idx="6028">
                  <c:v>0.25201160560021058</c:v>
                </c:pt>
                <c:pt idx="6029">
                  <c:v>0.24313418569472639</c:v>
                </c:pt>
                <c:pt idx="6030">
                  <c:v>0.20650644526987805</c:v>
                </c:pt>
                <c:pt idx="6031">
                  <c:v>0.17912177285133543</c:v>
                </c:pt>
                <c:pt idx="6032">
                  <c:v>0.11571775715573422</c:v>
                </c:pt>
                <c:pt idx="6033">
                  <c:v>3.6866193280595649E-2</c:v>
                </c:pt>
                <c:pt idx="6034">
                  <c:v>2.8985804131301324E-2</c:v>
                </c:pt>
                <c:pt idx="6035">
                  <c:v>2.0039315967567056E-2</c:v>
                </c:pt>
                <c:pt idx="6036">
                  <c:v>2.1229467399814808E-2</c:v>
                </c:pt>
                <c:pt idx="6037">
                  <c:v>1.4248446045357094E-2</c:v>
                </c:pt>
                <c:pt idx="6038">
                  <c:v>-7.9056677056936572E-2</c:v>
                </c:pt>
                <c:pt idx="6039">
                  <c:v>-9.4682189070974376E-3</c:v>
                </c:pt>
                <c:pt idx="6040">
                  <c:v>-6.8097497410759947E-2</c:v>
                </c:pt>
                <c:pt idx="6041">
                  <c:v>-9.870449287016253E-2</c:v>
                </c:pt>
                <c:pt idx="6042">
                  <c:v>-0.1014584438754044</c:v>
                </c:pt>
                <c:pt idx="6043">
                  <c:v>-2.8329451384411227E-2</c:v>
                </c:pt>
                <c:pt idx="6044">
                  <c:v>4.9741518136487226E-3</c:v>
                </c:pt>
                <c:pt idx="6045">
                  <c:v>-1.2376267110479709E-2</c:v>
                </c:pt>
                <c:pt idx="6046">
                  <c:v>1.868895757883254E-2</c:v>
                </c:pt>
                <c:pt idx="6047">
                  <c:v>2.1486449010850932E-2</c:v>
                </c:pt>
                <c:pt idx="6048">
                  <c:v>1.9718946815589448E-2</c:v>
                </c:pt>
                <c:pt idx="6049">
                  <c:v>2.223804843250737E-2</c:v>
                </c:pt>
                <c:pt idx="6050">
                  <c:v>2.1122605047501734E-2</c:v>
                </c:pt>
                <c:pt idx="6051">
                  <c:v>2.242606650059106E-2</c:v>
                </c:pt>
                <c:pt idx="6052">
                  <c:v>2.2641481832248719E-2</c:v>
                </c:pt>
                <c:pt idx="6053">
                  <c:v>2.226642884415201E-2</c:v>
                </c:pt>
                <c:pt idx="6054">
                  <c:v>2.0690218570652039E-2</c:v>
                </c:pt>
                <c:pt idx="6055">
                  <c:v>2.0456113859880852E-2</c:v>
                </c:pt>
                <c:pt idx="6056">
                  <c:v>1.772337684109734E-2</c:v>
                </c:pt>
                <c:pt idx="6057">
                  <c:v>2.1254620408920403E-2</c:v>
                </c:pt>
                <c:pt idx="6058">
                  <c:v>7.4955769831330753E-3</c:v>
                </c:pt>
                <c:pt idx="6059">
                  <c:v>-5.5988042570665489E-2</c:v>
                </c:pt>
                <c:pt idx="6060">
                  <c:v>-0.15185426024123377</c:v>
                </c:pt>
                <c:pt idx="6061">
                  <c:v>-8.7472619652051262E-2</c:v>
                </c:pt>
                <c:pt idx="6062">
                  <c:v>-0.18273218070453123</c:v>
                </c:pt>
                <c:pt idx="6063">
                  <c:v>-9.9365668983152328E-2</c:v>
                </c:pt>
                <c:pt idx="6064">
                  <c:v>-0.31899151558307265</c:v>
                </c:pt>
                <c:pt idx="6065">
                  <c:v>-0.15083726335326428</c:v>
                </c:pt>
                <c:pt idx="6066">
                  <c:v>-0.21099839171036247</c:v>
                </c:pt>
                <c:pt idx="6067">
                  <c:v>-0.21496077500971866</c:v>
                </c:pt>
                <c:pt idx="6068">
                  <c:v>-0.1972499189353239</c:v>
                </c:pt>
                <c:pt idx="6069">
                  <c:v>-0.20245289814403694</c:v>
                </c:pt>
                <c:pt idx="6070">
                  <c:v>-6.8407942383933398E-2</c:v>
                </c:pt>
                <c:pt idx="6071">
                  <c:v>1.5952660008295531E-2</c:v>
                </c:pt>
                <c:pt idx="6072">
                  <c:v>2.0226829423033249E-2</c:v>
                </c:pt>
                <c:pt idx="6073">
                  <c:v>1.7699834321028111E-2</c:v>
                </c:pt>
                <c:pt idx="6074">
                  <c:v>1.3521099002117693E-2</c:v>
                </c:pt>
                <c:pt idx="6075">
                  <c:v>1.3040867386175594E-2</c:v>
                </c:pt>
                <c:pt idx="6076">
                  <c:v>1.8462206602343458E-2</c:v>
                </c:pt>
                <c:pt idx="6077">
                  <c:v>2.5410890362817837E-2</c:v>
                </c:pt>
                <c:pt idx="6078">
                  <c:v>1.897890606188752E-2</c:v>
                </c:pt>
                <c:pt idx="6079">
                  <c:v>1.3509543127321656E-2</c:v>
                </c:pt>
                <c:pt idx="6080">
                  <c:v>-0.11101016644585236</c:v>
                </c:pt>
                <c:pt idx="6081">
                  <c:v>-0.14848864911168025</c:v>
                </c:pt>
                <c:pt idx="6082">
                  <c:v>-0.20032475080852663</c:v>
                </c:pt>
                <c:pt idx="6083">
                  <c:v>-0.21189408258042655</c:v>
                </c:pt>
                <c:pt idx="6084">
                  <c:v>-0.33255271146638221</c:v>
                </c:pt>
                <c:pt idx="6085">
                  <c:v>-0.3184741200327883</c:v>
                </c:pt>
                <c:pt idx="6086">
                  <c:v>-0.3019236078219687</c:v>
                </c:pt>
                <c:pt idx="6087">
                  <c:v>-0.3365221557292456</c:v>
                </c:pt>
                <c:pt idx="6088">
                  <c:v>-0.34661091649460979</c:v>
                </c:pt>
                <c:pt idx="6089">
                  <c:v>-0.24413751144078555</c:v>
                </c:pt>
                <c:pt idx="6090">
                  <c:v>-0.34869239826042225</c:v>
                </c:pt>
                <c:pt idx="6091">
                  <c:v>-0.1791168984098252</c:v>
                </c:pt>
                <c:pt idx="6092">
                  <c:v>-0.26193088302989415</c:v>
                </c:pt>
                <c:pt idx="6093">
                  <c:v>-0.23567299439434394</c:v>
                </c:pt>
                <c:pt idx="6094">
                  <c:v>-0.23478330393277044</c:v>
                </c:pt>
                <c:pt idx="6095">
                  <c:v>-0.18462028773342412</c:v>
                </c:pt>
                <c:pt idx="6096">
                  <c:v>-7.5908371282936505E-3</c:v>
                </c:pt>
                <c:pt idx="6097">
                  <c:v>-1.1584988913808008E-2</c:v>
                </c:pt>
                <c:pt idx="6098">
                  <c:v>-1.0084668388443805E-2</c:v>
                </c:pt>
                <c:pt idx="6099">
                  <c:v>3.573948152535227E-3</c:v>
                </c:pt>
                <c:pt idx="6100">
                  <c:v>1.1734265564852494E-2</c:v>
                </c:pt>
                <c:pt idx="6101">
                  <c:v>1.7521447428857275E-2</c:v>
                </c:pt>
                <c:pt idx="6102">
                  <c:v>1.4948269622571331E-2</c:v>
                </c:pt>
                <c:pt idx="6103">
                  <c:v>-0.14580468359765469</c:v>
                </c:pt>
                <c:pt idx="6104">
                  <c:v>-0.29502655197471422</c:v>
                </c:pt>
                <c:pt idx="6105">
                  <c:v>-0.18586544140254099</c:v>
                </c:pt>
                <c:pt idx="6106">
                  <c:v>-0.24798896293810352</c:v>
                </c:pt>
                <c:pt idx="6107">
                  <c:v>-0.27012959573105505</c:v>
                </c:pt>
                <c:pt idx="6108">
                  <c:v>-0.35456992256330133</c:v>
                </c:pt>
                <c:pt idx="6109">
                  <c:v>-0.33506928806725284</c:v>
                </c:pt>
                <c:pt idx="6110">
                  <c:v>-0.373528903928872</c:v>
                </c:pt>
                <c:pt idx="6111">
                  <c:v>-0.4581855300737287</c:v>
                </c:pt>
                <c:pt idx="6112">
                  <c:v>-0.39699556904189193</c:v>
                </c:pt>
                <c:pt idx="6113">
                  <c:v>-0.38377855911306902</c:v>
                </c:pt>
                <c:pt idx="6114">
                  <c:v>-0.37565564288447384</c:v>
                </c:pt>
                <c:pt idx="6115">
                  <c:v>-0.3274474421409807</c:v>
                </c:pt>
                <c:pt idx="6116">
                  <c:v>-0.32386822121046877</c:v>
                </c:pt>
                <c:pt idx="6117">
                  <c:v>-0.31911449023023192</c:v>
                </c:pt>
                <c:pt idx="6118">
                  <c:v>-0.26589802248587913</c:v>
                </c:pt>
                <c:pt idx="6119">
                  <c:v>-0.10268356972514067</c:v>
                </c:pt>
                <c:pt idx="6120">
                  <c:v>8.7438358811253152E-3</c:v>
                </c:pt>
                <c:pt idx="6121">
                  <c:v>1.6852191867875625E-2</c:v>
                </c:pt>
                <c:pt idx="6122">
                  <c:v>2.0535945810114319E-2</c:v>
                </c:pt>
                <c:pt idx="6123">
                  <c:v>9.3785533547710489E-3</c:v>
                </c:pt>
                <c:pt idx="6124">
                  <c:v>1.8474734806071848E-2</c:v>
                </c:pt>
                <c:pt idx="6125">
                  <c:v>1.7644463309716477E-2</c:v>
                </c:pt>
                <c:pt idx="6126">
                  <c:v>2.1663387745236368E-2</c:v>
                </c:pt>
                <c:pt idx="6127">
                  <c:v>-7.0842948380291607E-2</c:v>
                </c:pt>
                <c:pt idx="6128">
                  <c:v>-0.12796673829574834</c:v>
                </c:pt>
                <c:pt idx="6129">
                  <c:v>-3.6182353109909658E-2</c:v>
                </c:pt>
                <c:pt idx="6130">
                  <c:v>-6.4166336699075455E-2</c:v>
                </c:pt>
                <c:pt idx="6131">
                  <c:v>-0.11504616735878712</c:v>
                </c:pt>
                <c:pt idx="6132">
                  <c:v>-0.11369670317655323</c:v>
                </c:pt>
                <c:pt idx="6133">
                  <c:v>-0.18177836784933221</c:v>
                </c:pt>
                <c:pt idx="6134">
                  <c:v>-0.1510585872228847</c:v>
                </c:pt>
                <c:pt idx="6135">
                  <c:v>-0.17638576225726993</c:v>
                </c:pt>
                <c:pt idx="6136">
                  <c:v>-0.25162447958767031</c:v>
                </c:pt>
                <c:pt idx="6137">
                  <c:v>-0.21115319794275705</c:v>
                </c:pt>
                <c:pt idx="6138">
                  <c:v>-0.22172450627211582</c:v>
                </c:pt>
                <c:pt idx="6139">
                  <c:v>-0.212698307416747</c:v>
                </c:pt>
                <c:pt idx="6140">
                  <c:v>-0.16696530929135178</c:v>
                </c:pt>
                <c:pt idx="6141">
                  <c:v>-0.17798042055857632</c:v>
                </c:pt>
                <c:pt idx="6142">
                  <c:v>-0.14190038554575379</c:v>
                </c:pt>
                <c:pt idx="6143">
                  <c:v>-4.1669077856465155E-2</c:v>
                </c:pt>
                <c:pt idx="6144">
                  <c:v>-6.2491600116017891E-3</c:v>
                </c:pt>
                <c:pt idx="6145">
                  <c:v>4.4578696784842589E-3</c:v>
                </c:pt>
                <c:pt idx="6146">
                  <c:v>6.6622104764794653E-3</c:v>
                </c:pt>
                <c:pt idx="6147">
                  <c:v>9.4756766169226958E-3</c:v>
                </c:pt>
                <c:pt idx="6148">
                  <c:v>1.3893194912212074E-2</c:v>
                </c:pt>
                <c:pt idx="6149">
                  <c:v>1.6135555488097759E-2</c:v>
                </c:pt>
                <c:pt idx="6150">
                  <c:v>1.2263307856641287E-2</c:v>
                </c:pt>
                <c:pt idx="6151">
                  <c:v>-0.1396676092348122</c:v>
                </c:pt>
                <c:pt idx="6152">
                  <c:v>-0.22328917091934197</c:v>
                </c:pt>
                <c:pt idx="6153">
                  <c:v>-0.19172463036514384</c:v>
                </c:pt>
                <c:pt idx="6154">
                  <c:v>-0.23802056212809383</c:v>
                </c:pt>
                <c:pt idx="6155">
                  <c:v>-0.36392518402757568</c:v>
                </c:pt>
                <c:pt idx="6156">
                  <c:v>-0.25901327596491963</c:v>
                </c:pt>
                <c:pt idx="6157">
                  <c:v>-0.25218444159581305</c:v>
                </c:pt>
                <c:pt idx="6158">
                  <c:v>-0.29460747664811782</c:v>
                </c:pt>
                <c:pt idx="6159">
                  <c:v>-0.3210213638377914</c:v>
                </c:pt>
                <c:pt idx="6160">
                  <c:v>-0.29748739160803644</c:v>
                </c:pt>
                <c:pt idx="6161">
                  <c:v>-0.27920369253220267</c:v>
                </c:pt>
                <c:pt idx="6162">
                  <c:v>-0.24814889806729781</c:v>
                </c:pt>
                <c:pt idx="6163">
                  <c:v>-0.21351753377143787</c:v>
                </c:pt>
                <c:pt idx="6164">
                  <c:v>-0.19438658336677492</c:v>
                </c:pt>
                <c:pt idx="6165">
                  <c:v>-0.10387344078385979</c:v>
                </c:pt>
                <c:pt idx="6166">
                  <c:v>-0.12032899826534114</c:v>
                </c:pt>
                <c:pt idx="6167">
                  <c:v>-4.0775347872283277E-2</c:v>
                </c:pt>
                <c:pt idx="6168">
                  <c:v>1.2060481959438459E-2</c:v>
                </c:pt>
                <c:pt idx="6169">
                  <c:v>1.3022133010846582E-2</c:v>
                </c:pt>
                <c:pt idx="6170">
                  <c:v>8.5103785355314151E-3</c:v>
                </c:pt>
                <c:pt idx="6171">
                  <c:v>1.1582213377506367E-2</c:v>
                </c:pt>
                <c:pt idx="6172">
                  <c:v>1.7468527019211186E-2</c:v>
                </c:pt>
                <c:pt idx="6173">
                  <c:v>1.8369097062621801E-2</c:v>
                </c:pt>
                <c:pt idx="6174">
                  <c:v>2.1612201826283851E-2</c:v>
                </c:pt>
                <c:pt idx="6175">
                  <c:v>-0.10037317523043987</c:v>
                </c:pt>
                <c:pt idx="6176">
                  <c:v>-0.21557541671388841</c:v>
                </c:pt>
                <c:pt idx="6177">
                  <c:v>-0.2330004148506464</c:v>
                </c:pt>
                <c:pt idx="6178">
                  <c:v>-0.35903942001660966</c:v>
                </c:pt>
                <c:pt idx="6179">
                  <c:v>-0.37133617268851099</c:v>
                </c:pt>
                <c:pt idx="6180">
                  <c:v>-0.38906543860571335</c:v>
                </c:pt>
                <c:pt idx="6181">
                  <c:v>-0.45890114862230208</c:v>
                </c:pt>
                <c:pt idx="6182">
                  <c:v>-0.25632296966493462</c:v>
                </c:pt>
                <c:pt idx="6183">
                  <c:v>-0.16370244987174878</c:v>
                </c:pt>
                <c:pt idx="6184">
                  <c:v>-0.19167443931788114</c:v>
                </c:pt>
                <c:pt idx="6185">
                  <c:v>-0.21571822420735412</c:v>
                </c:pt>
                <c:pt idx="6186">
                  <c:v>-0.25310938189918319</c:v>
                </c:pt>
                <c:pt idx="6187">
                  <c:v>-0.27665420272341151</c:v>
                </c:pt>
                <c:pt idx="6188">
                  <c:v>-0.26179482489361816</c:v>
                </c:pt>
                <c:pt idx="6189">
                  <c:v>-0.18794437269492381</c:v>
                </c:pt>
                <c:pt idx="6190">
                  <c:v>-0.21980177413208421</c:v>
                </c:pt>
                <c:pt idx="6191">
                  <c:v>-0.1000033598955115</c:v>
                </c:pt>
                <c:pt idx="6192">
                  <c:v>-1.4471612123343031E-3</c:v>
                </c:pt>
                <c:pt idx="6193">
                  <c:v>-2.1789021312177003E-3</c:v>
                </c:pt>
                <c:pt idx="6194">
                  <c:v>1.8148679964138381E-3</c:v>
                </c:pt>
                <c:pt idx="6195">
                  <c:v>1.2663690445171833E-2</c:v>
                </c:pt>
                <c:pt idx="6196">
                  <c:v>1.7172841446580007E-2</c:v>
                </c:pt>
                <c:pt idx="6197">
                  <c:v>1.8136302622237525E-2</c:v>
                </c:pt>
                <c:pt idx="6198">
                  <c:v>1.9442044712893829E-2</c:v>
                </c:pt>
                <c:pt idx="6199">
                  <c:v>2.1244897960740056E-2</c:v>
                </c:pt>
                <c:pt idx="6200">
                  <c:v>2.1857344985490985E-2</c:v>
                </c:pt>
                <c:pt idx="6201">
                  <c:v>2.1310611921795349E-2</c:v>
                </c:pt>
                <c:pt idx="6202">
                  <c:v>-0.12305686125874425</c:v>
                </c:pt>
                <c:pt idx="6203">
                  <c:v>-0.19919405658932562</c:v>
                </c:pt>
                <c:pt idx="6204">
                  <c:v>-0.18184608666411767</c:v>
                </c:pt>
                <c:pt idx="6205">
                  <c:v>-0.22589421359319711</c:v>
                </c:pt>
                <c:pt idx="6206">
                  <c:v>-0.25985730461783652</c:v>
                </c:pt>
                <c:pt idx="6207">
                  <c:v>-0.24460974372712599</c:v>
                </c:pt>
                <c:pt idx="6208">
                  <c:v>-0.30135448713905483</c:v>
                </c:pt>
                <c:pt idx="6209">
                  <c:v>-0.28340204509260547</c:v>
                </c:pt>
                <c:pt idx="6210">
                  <c:v>-6.9890832682365539E-2</c:v>
                </c:pt>
                <c:pt idx="6211">
                  <c:v>-0.16597537805839377</c:v>
                </c:pt>
                <c:pt idx="6212">
                  <c:v>-0.13140130753612514</c:v>
                </c:pt>
                <c:pt idx="6213">
                  <c:v>-9.4120607885852747E-2</c:v>
                </c:pt>
                <c:pt idx="6214">
                  <c:v>-0.17119697298696693</c:v>
                </c:pt>
                <c:pt idx="6215">
                  <c:v>-2.8233226799397923E-2</c:v>
                </c:pt>
                <c:pt idx="6216">
                  <c:v>-2.7569706481950243E-2</c:v>
                </c:pt>
                <c:pt idx="6217">
                  <c:v>3.000920014322471E-3</c:v>
                </c:pt>
                <c:pt idx="6218">
                  <c:v>1.2698195558478799E-2</c:v>
                </c:pt>
                <c:pt idx="6219">
                  <c:v>1.2710193216737133E-2</c:v>
                </c:pt>
                <c:pt idx="6220">
                  <c:v>2.0110592256112211E-2</c:v>
                </c:pt>
                <c:pt idx="6221">
                  <c:v>2.132567806139455E-2</c:v>
                </c:pt>
                <c:pt idx="6222">
                  <c:v>2.1278669728796301E-2</c:v>
                </c:pt>
                <c:pt idx="6223">
                  <c:v>2.2855451290419018E-2</c:v>
                </c:pt>
                <c:pt idx="6224">
                  <c:v>2.2931401212696351E-2</c:v>
                </c:pt>
                <c:pt idx="6225">
                  <c:v>2.4666542825633721E-2</c:v>
                </c:pt>
                <c:pt idx="6226">
                  <c:v>2.7088460332391189E-2</c:v>
                </c:pt>
                <c:pt idx="6227">
                  <c:v>2.4835511543678898E-2</c:v>
                </c:pt>
                <c:pt idx="6228">
                  <c:v>2.6985236983235267E-2</c:v>
                </c:pt>
                <c:pt idx="6229">
                  <c:v>2.2817862662793474E-2</c:v>
                </c:pt>
                <c:pt idx="6230">
                  <c:v>2.0852567377973089E-2</c:v>
                </c:pt>
                <c:pt idx="6231">
                  <c:v>2.2223553361566364E-2</c:v>
                </c:pt>
                <c:pt idx="6232">
                  <c:v>2.524052765345949E-2</c:v>
                </c:pt>
                <c:pt idx="6233">
                  <c:v>2.5436603871603389E-2</c:v>
                </c:pt>
                <c:pt idx="6234">
                  <c:v>2.3558779815374273E-2</c:v>
                </c:pt>
                <c:pt idx="6235">
                  <c:v>2.8906788780320769E-2</c:v>
                </c:pt>
                <c:pt idx="6236">
                  <c:v>2.3846247837875045E-2</c:v>
                </c:pt>
                <c:pt idx="6237">
                  <c:v>2.6948994147272771E-2</c:v>
                </c:pt>
                <c:pt idx="6238">
                  <c:v>2.356141163464855E-2</c:v>
                </c:pt>
                <c:pt idx="6239">
                  <c:v>2.5815532818142448E-2</c:v>
                </c:pt>
                <c:pt idx="6240">
                  <c:v>2.6224372948429591E-2</c:v>
                </c:pt>
                <c:pt idx="6241">
                  <c:v>2.2896452065299191E-2</c:v>
                </c:pt>
                <c:pt idx="6242">
                  <c:v>2.264927401123415E-2</c:v>
                </c:pt>
                <c:pt idx="6243">
                  <c:v>2.2638192976687562E-2</c:v>
                </c:pt>
                <c:pt idx="6244">
                  <c:v>2.2769791988700931E-2</c:v>
                </c:pt>
                <c:pt idx="6245">
                  <c:v>2.150053225253272E-2</c:v>
                </c:pt>
                <c:pt idx="6246">
                  <c:v>2.0955624002021795E-2</c:v>
                </c:pt>
                <c:pt idx="6247">
                  <c:v>2.0144229793559409E-2</c:v>
                </c:pt>
                <c:pt idx="6248">
                  <c:v>2.1729512085093657E-2</c:v>
                </c:pt>
                <c:pt idx="6249">
                  <c:v>2.0291117421660163E-2</c:v>
                </c:pt>
                <c:pt idx="6250">
                  <c:v>2.3265593154112474E-2</c:v>
                </c:pt>
                <c:pt idx="6251">
                  <c:v>2.391350426930583E-2</c:v>
                </c:pt>
                <c:pt idx="6252">
                  <c:v>2.2306282486357572E-2</c:v>
                </c:pt>
                <c:pt idx="6253">
                  <c:v>1.9058805868909463E-2</c:v>
                </c:pt>
                <c:pt idx="6254">
                  <c:v>5.0355165574389009E-3</c:v>
                </c:pt>
                <c:pt idx="6255">
                  <c:v>-8.5973288391167732E-2</c:v>
                </c:pt>
                <c:pt idx="6256">
                  <c:v>-0.1337313819799622</c:v>
                </c:pt>
                <c:pt idx="6257">
                  <c:v>-0.10783798749859143</c:v>
                </c:pt>
                <c:pt idx="6258">
                  <c:v>-0.11173001244748028</c:v>
                </c:pt>
                <c:pt idx="6259">
                  <c:v>-8.7075890725482774E-2</c:v>
                </c:pt>
                <c:pt idx="6260">
                  <c:v>-4.1096442134181253E-2</c:v>
                </c:pt>
                <c:pt idx="6261">
                  <c:v>1.5130117490840379E-2</c:v>
                </c:pt>
                <c:pt idx="6262">
                  <c:v>1.8145662487097387E-2</c:v>
                </c:pt>
                <c:pt idx="6263">
                  <c:v>2.418232281412187E-2</c:v>
                </c:pt>
                <c:pt idx="6264">
                  <c:v>2.5735249777550911E-2</c:v>
                </c:pt>
                <c:pt idx="6265">
                  <c:v>2.063092195622521E-2</c:v>
                </c:pt>
                <c:pt idx="6266">
                  <c:v>2.3113702472435493E-2</c:v>
                </c:pt>
                <c:pt idx="6267">
                  <c:v>2.3435392057793169E-2</c:v>
                </c:pt>
                <c:pt idx="6268">
                  <c:v>2.0484543558796427E-2</c:v>
                </c:pt>
                <c:pt idx="6269">
                  <c:v>2.3640937543527311E-2</c:v>
                </c:pt>
                <c:pt idx="6270">
                  <c:v>2.4669600566635929E-2</c:v>
                </c:pt>
                <c:pt idx="6271">
                  <c:v>2.1985650123129898E-2</c:v>
                </c:pt>
                <c:pt idx="6272">
                  <c:v>1.9522747995946051E-2</c:v>
                </c:pt>
                <c:pt idx="6273">
                  <c:v>2.2181604567338139E-2</c:v>
                </c:pt>
                <c:pt idx="6274">
                  <c:v>2.2506826248294226E-2</c:v>
                </c:pt>
                <c:pt idx="6275">
                  <c:v>3.1170363368337971E-2</c:v>
                </c:pt>
                <c:pt idx="6276">
                  <c:v>-0.19513884388600089</c:v>
                </c:pt>
                <c:pt idx="6277">
                  <c:v>-0.1645231823073926</c:v>
                </c:pt>
                <c:pt idx="6278">
                  <c:v>-0.15071112487014554</c:v>
                </c:pt>
                <c:pt idx="6279">
                  <c:v>-0.21506782808147346</c:v>
                </c:pt>
                <c:pt idx="6280">
                  <c:v>-0.2087735985772543</c:v>
                </c:pt>
                <c:pt idx="6281">
                  <c:v>-0.16739849927522699</c:v>
                </c:pt>
                <c:pt idx="6282">
                  <c:v>-0.16896204788673583</c:v>
                </c:pt>
                <c:pt idx="6283">
                  <c:v>-7.8407755411339472E-2</c:v>
                </c:pt>
                <c:pt idx="6284">
                  <c:v>-0.1647347865727504</c:v>
                </c:pt>
                <c:pt idx="6285">
                  <c:v>-0.1435608847860026</c:v>
                </c:pt>
                <c:pt idx="6286">
                  <c:v>-0.18147947510397686</c:v>
                </c:pt>
                <c:pt idx="6287">
                  <c:v>9.1266591295521126E-3</c:v>
                </c:pt>
                <c:pt idx="6288">
                  <c:v>1.357341900478321E-2</c:v>
                </c:pt>
                <c:pt idx="6289">
                  <c:v>1.2694478217552759E-2</c:v>
                </c:pt>
                <c:pt idx="6290">
                  <c:v>1.0098960378018355E-2</c:v>
                </c:pt>
                <c:pt idx="6291">
                  <c:v>1.317235909470986E-2</c:v>
                </c:pt>
                <c:pt idx="6292">
                  <c:v>1.9730417098292621E-2</c:v>
                </c:pt>
                <c:pt idx="6293">
                  <c:v>2.3034691215091729E-2</c:v>
                </c:pt>
                <c:pt idx="6294">
                  <c:v>2.107622489437953E-2</c:v>
                </c:pt>
                <c:pt idx="6295">
                  <c:v>1.0360575845225619E-2</c:v>
                </c:pt>
                <c:pt idx="6296">
                  <c:v>-0.17873970577485371</c:v>
                </c:pt>
                <c:pt idx="6297">
                  <c:v>-0.27501381173104067</c:v>
                </c:pt>
                <c:pt idx="6298">
                  <c:v>-0.21482956964148742</c:v>
                </c:pt>
                <c:pt idx="6299">
                  <c:v>-0.27254509758010648</c:v>
                </c:pt>
                <c:pt idx="6300">
                  <c:v>-0.28284598156092589</c:v>
                </c:pt>
                <c:pt idx="6301">
                  <c:v>-0.31872802983428261</c:v>
                </c:pt>
                <c:pt idx="6302">
                  <c:v>-0.29792468492209995</c:v>
                </c:pt>
                <c:pt idx="6303">
                  <c:v>-0.33676138861678312</c:v>
                </c:pt>
                <c:pt idx="6304">
                  <c:v>-0.29333722526120976</c:v>
                </c:pt>
                <c:pt idx="6305">
                  <c:v>-0.27471323913082907</c:v>
                </c:pt>
                <c:pt idx="6306">
                  <c:v>-0.31486915461301218</c:v>
                </c:pt>
                <c:pt idx="6307">
                  <c:v>-0.27546541061911939</c:v>
                </c:pt>
                <c:pt idx="6308">
                  <c:v>-0.23477137288231817</c:v>
                </c:pt>
                <c:pt idx="6309">
                  <c:v>-6.164946687934645E-2</c:v>
                </c:pt>
                <c:pt idx="6310">
                  <c:v>-0.21339296991720041</c:v>
                </c:pt>
                <c:pt idx="6311">
                  <c:v>-9.6622876158125124E-3</c:v>
                </c:pt>
                <c:pt idx="6312">
                  <c:v>-2.2864398188139038E-3</c:v>
                </c:pt>
                <c:pt idx="6313">
                  <c:v>-9.5157341852855409E-4</c:v>
                </c:pt>
                <c:pt idx="6314">
                  <c:v>8.0874467553215309E-3</c:v>
                </c:pt>
                <c:pt idx="6315">
                  <c:v>1.9032546639234947E-2</c:v>
                </c:pt>
                <c:pt idx="6316">
                  <c:v>2.2845485590909202E-2</c:v>
                </c:pt>
                <c:pt idx="6317">
                  <c:v>2.137667812796936E-2</c:v>
                </c:pt>
                <c:pt idx="6318">
                  <c:v>1.9961684093411289E-2</c:v>
                </c:pt>
                <c:pt idx="6319">
                  <c:v>1.4655824373730102E-2</c:v>
                </c:pt>
                <c:pt idx="6320">
                  <c:v>-0.21521920033185601</c:v>
                </c:pt>
                <c:pt idx="6321">
                  <c:v>-0.28390455534027326</c:v>
                </c:pt>
                <c:pt idx="6322">
                  <c:v>-0.27167474465246749</c:v>
                </c:pt>
                <c:pt idx="6323">
                  <c:v>-0.27658330068535586</c:v>
                </c:pt>
                <c:pt idx="6324">
                  <c:v>-0.29686689282561451</c:v>
                </c:pt>
                <c:pt idx="6325">
                  <c:v>-0.3439057488054445</c:v>
                </c:pt>
                <c:pt idx="6326">
                  <c:v>-0.34538363871419814</c:v>
                </c:pt>
                <c:pt idx="6327">
                  <c:v>-0.34290757573086927</c:v>
                </c:pt>
                <c:pt idx="6328">
                  <c:v>-0.3739357127605098</c:v>
                </c:pt>
                <c:pt idx="6329">
                  <c:v>-0.36669487775911208</c:v>
                </c:pt>
                <c:pt idx="6330">
                  <c:v>-0.37073774664611647</c:v>
                </c:pt>
                <c:pt idx="6331">
                  <c:v>-0.38153265513450002</c:v>
                </c:pt>
                <c:pt idx="6332">
                  <c:v>-0.35189132580336507</c:v>
                </c:pt>
                <c:pt idx="6333">
                  <c:v>-0.22244379967222916</c:v>
                </c:pt>
                <c:pt idx="6334">
                  <c:v>-0.24781240208435493</c:v>
                </c:pt>
                <c:pt idx="6335">
                  <c:v>-0.20194933930729228</c:v>
                </c:pt>
                <c:pt idx="6336">
                  <c:v>-1.5343454755727119E-2</c:v>
                </c:pt>
                <c:pt idx="6337">
                  <c:v>-5.3589914096895484E-3</c:v>
                </c:pt>
                <c:pt idx="6338">
                  <c:v>8.4884677238844693E-4</c:v>
                </c:pt>
                <c:pt idx="6339">
                  <c:v>1.3888058512339355E-2</c:v>
                </c:pt>
                <c:pt idx="6340">
                  <c:v>1.6494484802075278E-2</c:v>
                </c:pt>
                <c:pt idx="6341">
                  <c:v>1.7726685893177354E-2</c:v>
                </c:pt>
                <c:pt idx="6342">
                  <c:v>1.1390094262320407E-2</c:v>
                </c:pt>
                <c:pt idx="6343">
                  <c:v>-0.15589476645433503</c:v>
                </c:pt>
                <c:pt idx="6344">
                  <c:v>-0.39369185891657288</c:v>
                </c:pt>
                <c:pt idx="6345">
                  <c:v>-0.3522514506585363</c:v>
                </c:pt>
                <c:pt idx="6346">
                  <c:v>-0.35233352339814256</c:v>
                </c:pt>
                <c:pt idx="6347">
                  <c:v>-0.42420286987904604</c:v>
                </c:pt>
                <c:pt idx="6348">
                  <c:v>-0.45247502427697717</c:v>
                </c:pt>
                <c:pt idx="6349">
                  <c:v>-0.43492716338013959</c:v>
                </c:pt>
                <c:pt idx="6350">
                  <c:v>-0.41465633856367107</c:v>
                </c:pt>
                <c:pt idx="6351">
                  <c:v>-0.40957294965036356</c:v>
                </c:pt>
                <c:pt idx="6352">
                  <c:v>-0.43231107626893278</c:v>
                </c:pt>
                <c:pt idx="6353">
                  <c:v>-0.43106314147776803</c:v>
                </c:pt>
                <c:pt idx="6354">
                  <c:v>-0.41116564267673772</c:v>
                </c:pt>
                <c:pt idx="6355">
                  <c:v>-0.38549520510751323</c:v>
                </c:pt>
                <c:pt idx="6356">
                  <c:v>-0.38746429680969063</c:v>
                </c:pt>
                <c:pt idx="6357">
                  <c:v>-0.36239560704726842</c:v>
                </c:pt>
                <c:pt idx="6358">
                  <c:v>-0.31280028345402244</c:v>
                </c:pt>
                <c:pt idx="6359">
                  <c:v>-7.599346639081421E-2</c:v>
                </c:pt>
                <c:pt idx="6360">
                  <c:v>-8.0732822393045547E-3</c:v>
                </c:pt>
                <c:pt idx="6361">
                  <c:v>-1.773171391296793E-2</c:v>
                </c:pt>
                <c:pt idx="6362">
                  <c:v>7.886224039750242E-3</c:v>
                </c:pt>
                <c:pt idx="6363">
                  <c:v>2.1344998572069881E-2</c:v>
                </c:pt>
                <c:pt idx="6364">
                  <c:v>1.6035269397726676E-2</c:v>
                </c:pt>
                <c:pt idx="6365">
                  <c:v>2.0929571409946432E-2</c:v>
                </c:pt>
                <c:pt idx="6366">
                  <c:v>1.9669631423940657E-2</c:v>
                </c:pt>
                <c:pt idx="6367">
                  <c:v>-0.14174157878370866</c:v>
                </c:pt>
                <c:pt idx="6368">
                  <c:v>-0.40309181561592267</c:v>
                </c:pt>
                <c:pt idx="6369">
                  <c:v>-0.36071424968077564</c:v>
                </c:pt>
                <c:pt idx="6370">
                  <c:v>-0.39034120351665691</c:v>
                </c:pt>
                <c:pt idx="6371">
                  <c:v>-0.4361422555326861</c:v>
                </c:pt>
                <c:pt idx="6372">
                  <c:v>-0.49616726395632255</c:v>
                </c:pt>
                <c:pt idx="6373">
                  <c:v>-0.47716690185887184</c:v>
                </c:pt>
                <c:pt idx="6374">
                  <c:v>-0.50806731269507477</c:v>
                </c:pt>
                <c:pt idx="6375">
                  <c:v>-0.53634716376181302</c:v>
                </c:pt>
                <c:pt idx="6376">
                  <c:v>-0.54764330031922037</c:v>
                </c:pt>
                <c:pt idx="6377">
                  <c:v>-0.50800763541202854</c:v>
                </c:pt>
                <c:pt idx="6378">
                  <c:v>-0.48327424960223703</c:v>
                </c:pt>
                <c:pt idx="6379">
                  <c:v>-0.44736452584563552</c:v>
                </c:pt>
                <c:pt idx="6380">
                  <c:v>-0.41377105696650984</c:v>
                </c:pt>
                <c:pt idx="6381">
                  <c:v>-0.39323907378264095</c:v>
                </c:pt>
                <c:pt idx="6382">
                  <c:v>-0.37240032681978041</c:v>
                </c:pt>
                <c:pt idx="6383">
                  <c:v>-0.17067483854711435</c:v>
                </c:pt>
                <c:pt idx="6384">
                  <c:v>-2.9195032329424171E-2</c:v>
                </c:pt>
                <c:pt idx="6385">
                  <c:v>-2.2789014577392575E-2</c:v>
                </c:pt>
                <c:pt idx="6386">
                  <c:v>-2.414713591511275E-3</c:v>
                </c:pt>
                <c:pt idx="6387">
                  <c:v>8.3903828752241952E-3</c:v>
                </c:pt>
                <c:pt idx="6388">
                  <c:v>1.2359039769244944E-2</c:v>
                </c:pt>
                <c:pt idx="6389">
                  <c:v>1.5937767852406037E-2</c:v>
                </c:pt>
                <c:pt idx="6390">
                  <c:v>1.5791869414921677E-2</c:v>
                </c:pt>
                <c:pt idx="6391">
                  <c:v>-0.1660796373132962</c:v>
                </c:pt>
                <c:pt idx="6392">
                  <c:v>-0.34842685938981027</c:v>
                </c:pt>
                <c:pt idx="6393">
                  <c:v>-0.2882289538943576</c:v>
                </c:pt>
                <c:pt idx="6394">
                  <c:v>-0.2986388627146726</c:v>
                </c:pt>
                <c:pt idx="6395">
                  <c:v>-0.27053011043693748</c:v>
                </c:pt>
                <c:pt idx="6396">
                  <c:v>-0.2926479385681563</c:v>
                </c:pt>
                <c:pt idx="6397">
                  <c:v>-0.33486242237267705</c:v>
                </c:pt>
                <c:pt idx="6398">
                  <c:v>-0.34973504231395114</c:v>
                </c:pt>
                <c:pt idx="6399">
                  <c:v>-0.34941970659145838</c:v>
                </c:pt>
                <c:pt idx="6400">
                  <c:v>-0.37678081019576243</c:v>
                </c:pt>
                <c:pt idx="6401">
                  <c:v>-0.32738204248806713</c:v>
                </c:pt>
                <c:pt idx="6402">
                  <c:v>-0.29991062423347031</c:v>
                </c:pt>
                <c:pt idx="6403">
                  <c:v>-0.31486341686327551</c:v>
                </c:pt>
                <c:pt idx="6404">
                  <c:v>-0.32707707183491042</c:v>
                </c:pt>
                <c:pt idx="6405">
                  <c:v>-0.33118530236616278</c:v>
                </c:pt>
                <c:pt idx="6406">
                  <c:v>-0.33323870289930652</c:v>
                </c:pt>
                <c:pt idx="6407">
                  <c:v>-0.34573315783508352</c:v>
                </c:pt>
                <c:pt idx="6408">
                  <c:v>-0.19267639209661178</c:v>
                </c:pt>
                <c:pt idx="6409">
                  <c:v>-6.40111979248532E-2</c:v>
                </c:pt>
                <c:pt idx="6410">
                  <c:v>-6.1095771319809852E-2</c:v>
                </c:pt>
                <c:pt idx="6411">
                  <c:v>-2.4435778321339245E-2</c:v>
                </c:pt>
                <c:pt idx="6412">
                  <c:v>-2.6860373932998667E-3</c:v>
                </c:pt>
                <c:pt idx="6413">
                  <c:v>9.0089432063330255E-3</c:v>
                </c:pt>
                <c:pt idx="6414">
                  <c:v>1.2602323926310317E-2</c:v>
                </c:pt>
                <c:pt idx="6415">
                  <c:v>-0.17741495201617169</c:v>
                </c:pt>
                <c:pt idx="6416">
                  <c:v>-0.31417223563677416</c:v>
                </c:pt>
                <c:pt idx="6417">
                  <c:v>-0.22979925566733161</c:v>
                </c:pt>
                <c:pt idx="6418">
                  <c:v>-8.212812426451041E-2</c:v>
                </c:pt>
                <c:pt idx="6419">
                  <c:v>-0.27897152533555447</c:v>
                </c:pt>
                <c:pt idx="6420">
                  <c:v>-0.14089748403957467</c:v>
                </c:pt>
                <c:pt idx="6421">
                  <c:v>-0.43635199752040082</c:v>
                </c:pt>
                <c:pt idx="6422">
                  <c:v>-0.30055325957168355</c:v>
                </c:pt>
                <c:pt idx="6423">
                  <c:v>-0.3185881436516369</c:v>
                </c:pt>
                <c:pt idx="6424">
                  <c:v>-0.32868571358897314</c:v>
                </c:pt>
                <c:pt idx="6425">
                  <c:v>-0.19002995108626031</c:v>
                </c:pt>
                <c:pt idx="6426">
                  <c:v>-0.24473679800148748</c:v>
                </c:pt>
                <c:pt idx="6427">
                  <c:v>-0.19009726237936891</c:v>
                </c:pt>
                <c:pt idx="6428">
                  <c:v>-0.18739811275652635</c:v>
                </c:pt>
                <c:pt idx="6429">
                  <c:v>-0.25331582280968351</c:v>
                </c:pt>
                <c:pt idx="6430">
                  <c:v>-0.1940088470740827</c:v>
                </c:pt>
                <c:pt idx="6431">
                  <c:v>-0.18625490368512118</c:v>
                </c:pt>
                <c:pt idx="6432">
                  <c:v>-5.0769560000389988E-3</c:v>
                </c:pt>
                <c:pt idx="6433">
                  <c:v>3.3161252481424446E-3</c:v>
                </c:pt>
                <c:pt idx="6434">
                  <c:v>8.971555098454967E-5</c:v>
                </c:pt>
                <c:pt idx="6435">
                  <c:v>7.0386861322645445E-3</c:v>
                </c:pt>
                <c:pt idx="6436">
                  <c:v>1.5912729625624959E-2</c:v>
                </c:pt>
                <c:pt idx="6437">
                  <c:v>1.9132065333107823E-2</c:v>
                </c:pt>
                <c:pt idx="6438">
                  <c:v>1.9005784615945213E-2</c:v>
                </c:pt>
                <c:pt idx="6439">
                  <c:v>-9.4375780334493897E-2</c:v>
                </c:pt>
                <c:pt idx="6440">
                  <c:v>-0.27452421422145923</c:v>
                </c:pt>
                <c:pt idx="6441">
                  <c:v>-0.2605022815428823</c:v>
                </c:pt>
                <c:pt idx="6442">
                  <c:v>-0.42817263353683521</c:v>
                </c:pt>
                <c:pt idx="6443">
                  <c:v>-0.38631633957352002</c:v>
                </c:pt>
                <c:pt idx="6444">
                  <c:v>-0.47117741143864683</c:v>
                </c:pt>
                <c:pt idx="6445">
                  <c:v>-0.60290845991502118</c:v>
                </c:pt>
                <c:pt idx="6446">
                  <c:v>-0.60548759439028543</c:v>
                </c:pt>
                <c:pt idx="6447">
                  <c:v>-0.59184240888584572</c:v>
                </c:pt>
                <c:pt idx="6448">
                  <c:v>-0.52867640659724868</c:v>
                </c:pt>
                <c:pt idx="6449">
                  <c:v>-0.45719503890809149</c:v>
                </c:pt>
                <c:pt idx="6450">
                  <c:v>-0.35116651267207971</c:v>
                </c:pt>
                <c:pt idx="6451">
                  <c:v>-0.42028337580399167</c:v>
                </c:pt>
                <c:pt idx="6452">
                  <c:v>-0.3769186280720897</c:v>
                </c:pt>
                <c:pt idx="6453">
                  <c:v>-0.33449077375620556</c:v>
                </c:pt>
                <c:pt idx="6454">
                  <c:v>-0.36205491266770068</c:v>
                </c:pt>
                <c:pt idx="6455">
                  <c:v>-0.21852931556668967</c:v>
                </c:pt>
                <c:pt idx="6456">
                  <c:v>-8.7861868754463404E-2</c:v>
                </c:pt>
                <c:pt idx="6457">
                  <c:v>-3.9185627259055111E-2</c:v>
                </c:pt>
                <c:pt idx="6458">
                  <c:v>-8.7935052346836164E-3</c:v>
                </c:pt>
                <c:pt idx="6459">
                  <c:v>2.183854724462129E-3</c:v>
                </c:pt>
                <c:pt idx="6460">
                  <c:v>1.0429478857524266E-2</c:v>
                </c:pt>
                <c:pt idx="6461">
                  <c:v>1.6889322465919211E-2</c:v>
                </c:pt>
                <c:pt idx="6462">
                  <c:v>1.7389305686837348E-2</c:v>
                </c:pt>
                <c:pt idx="6463">
                  <c:v>-0.12123595820605491</c:v>
                </c:pt>
                <c:pt idx="6464">
                  <c:v>-0.32446759096927152</c:v>
                </c:pt>
                <c:pt idx="6465">
                  <c:v>-0.31676156038458547</c:v>
                </c:pt>
                <c:pt idx="6466">
                  <c:v>-0.39174894084818285</c:v>
                </c:pt>
                <c:pt idx="6467">
                  <c:v>-0.40082044831099384</c:v>
                </c:pt>
                <c:pt idx="6468">
                  <c:v>-0.46689406367466585</c:v>
                </c:pt>
                <c:pt idx="6469">
                  <c:v>-0.48051727701548536</c:v>
                </c:pt>
                <c:pt idx="6470">
                  <c:v>-0.45198247998554947</c:v>
                </c:pt>
                <c:pt idx="6471">
                  <c:v>-0.49270293955505495</c:v>
                </c:pt>
                <c:pt idx="6472">
                  <c:v>-0.48765646434198923</c:v>
                </c:pt>
                <c:pt idx="6473">
                  <c:v>-0.38239268062770693</c:v>
                </c:pt>
                <c:pt idx="6474">
                  <c:v>-0.40242220129734563</c:v>
                </c:pt>
                <c:pt idx="6475">
                  <c:v>-0.39430212547661297</c:v>
                </c:pt>
                <c:pt idx="6476">
                  <c:v>-0.3386871709598217</c:v>
                </c:pt>
                <c:pt idx="6477">
                  <c:v>-0.31243132338864971</c:v>
                </c:pt>
                <c:pt idx="6478">
                  <c:v>-0.30235805246647335</c:v>
                </c:pt>
                <c:pt idx="6479">
                  <c:v>-0.17250594141225556</c:v>
                </c:pt>
                <c:pt idx="6480">
                  <c:v>-4.7527026268360084E-2</c:v>
                </c:pt>
                <c:pt idx="6481">
                  <c:v>-3.7842723849131205E-2</c:v>
                </c:pt>
                <c:pt idx="6482">
                  <c:v>-1.4002576176858933E-2</c:v>
                </c:pt>
                <c:pt idx="6483">
                  <c:v>-3.5067597616364487E-3</c:v>
                </c:pt>
                <c:pt idx="6484">
                  <c:v>-2.2434733886888443E-3</c:v>
                </c:pt>
                <c:pt idx="6485">
                  <c:v>6.1309826348672518E-3</c:v>
                </c:pt>
                <c:pt idx="6486">
                  <c:v>8.9533613746086409E-3</c:v>
                </c:pt>
                <c:pt idx="6487">
                  <c:v>-0.11121930863678296</c:v>
                </c:pt>
                <c:pt idx="6488">
                  <c:v>-0.32031242214588435</c:v>
                </c:pt>
                <c:pt idx="6489">
                  <c:v>-0.33438820830979182</c:v>
                </c:pt>
                <c:pt idx="6490">
                  <c:v>-0.37312269225854588</c:v>
                </c:pt>
                <c:pt idx="6491">
                  <c:v>-0.33825650111784589</c:v>
                </c:pt>
                <c:pt idx="6492">
                  <c:v>-0.31371609137540973</c:v>
                </c:pt>
                <c:pt idx="6493">
                  <c:v>-0.36906657367041507</c:v>
                </c:pt>
                <c:pt idx="6494">
                  <c:v>-0.3276369913548689</c:v>
                </c:pt>
                <c:pt idx="6495">
                  <c:v>-0.288772172725757</c:v>
                </c:pt>
                <c:pt idx="6496">
                  <c:v>-0.29989391162394807</c:v>
                </c:pt>
                <c:pt idx="6497">
                  <c:v>-0.27985070307615523</c:v>
                </c:pt>
                <c:pt idx="6498">
                  <c:v>-0.2481260640793666</c:v>
                </c:pt>
                <c:pt idx="6499">
                  <c:v>-0.25182371491347261</c:v>
                </c:pt>
                <c:pt idx="6500">
                  <c:v>-0.13058000117494425</c:v>
                </c:pt>
                <c:pt idx="6501">
                  <c:v>-0.14772925425685146</c:v>
                </c:pt>
                <c:pt idx="6502">
                  <c:v>-0.13221609174115068</c:v>
                </c:pt>
                <c:pt idx="6503">
                  <c:v>-0.11389497090501252</c:v>
                </c:pt>
                <c:pt idx="6504">
                  <c:v>-3.2560697796979259E-3</c:v>
                </c:pt>
                <c:pt idx="6505">
                  <c:v>-4.3800883122291859E-3</c:v>
                </c:pt>
                <c:pt idx="6506">
                  <c:v>-1.6717765511428879E-3</c:v>
                </c:pt>
                <c:pt idx="6507">
                  <c:v>5.0311811681413464E-3</c:v>
                </c:pt>
                <c:pt idx="6508">
                  <c:v>1.6055700536252597E-2</c:v>
                </c:pt>
                <c:pt idx="6509">
                  <c:v>2.0117098467513812E-2</c:v>
                </c:pt>
                <c:pt idx="6510">
                  <c:v>2.1357206578128392E-2</c:v>
                </c:pt>
                <c:pt idx="6511">
                  <c:v>-4.9245154675303444E-2</c:v>
                </c:pt>
                <c:pt idx="6512">
                  <c:v>-0.12739329081409184</c:v>
                </c:pt>
                <c:pt idx="6513">
                  <c:v>-0.22892197675706275</c:v>
                </c:pt>
                <c:pt idx="6514">
                  <c:v>-0.26438755513280454</c:v>
                </c:pt>
                <c:pt idx="6515">
                  <c:v>-0.27726219056103529</c:v>
                </c:pt>
                <c:pt idx="6516">
                  <c:v>-0.30047429075457799</c:v>
                </c:pt>
                <c:pt idx="6517">
                  <c:v>-0.29457444640658781</c:v>
                </c:pt>
                <c:pt idx="6518">
                  <c:v>-0.34197836422952799</c:v>
                </c:pt>
                <c:pt idx="6519">
                  <c:v>-0.36352793319437277</c:v>
                </c:pt>
                <c:pt idx="6520">
                  <c:v>-0.3709538055106324</c:v>
                </c:pt>
                <c:pt idx="6521">
                  <c:v>-0.3300419986517254</c:v>
                </c:pt>
                <c:pt idx="6522">
                  <c:v>-0.34769949081125257</c:v>
                </c:pt>
                <c:pt idx="6523">
                  <c:v>-0.35463957673273755</c:v>
                </c:pt>
                <c:pt idx="6524">
                  <c:v>-0.35155684028146056</c:v>
                </c:pt>
                <c:pt idx="6525">
                  <c:v>-0.36317725301480608</c:v>
                </c:pt>
                <c:pt idx="6526">
                  <c:v>-0.31184813901232511</c:v>
                </c:pt>
                <c:pt idx="6527">
                  <c:v>-0.16551949779088238</c:v>
                </c:pt>
                <c:pt idx="6528">
                  <c:v>-6.1385786267724812E-2</c:v>
                </c:pt>
                <c:pt idx="6529">
                  <c:v>-3.8005912551393323E-2</c:v>
                </c:pt>
                <c:pt idx="6530">
                  <c:v>-1.4278645882704027E-2</c:v>
                </c:pt>
                <c:pt idx="6531">
                  <c:v>-2.0786069274176585E-3</c:v>
                </c:pt>
                <c:pt idx="6532">
                  <c:v>7.7783859450977809E-3</c:v>
                </c:pt>
                <c:pt idx="6533">
                  <c:v>1.4304974347418819E-2</c:v>
                </c:pt>
                <c:pt idx="6534">
                  <c:v>1.7840163857285058E-2</c:v>
                </c:pt>
                <c:pt idx="6535">
                  <c:v>-0.12546776830758546</c:v>
                </c:pt>
                <c:pt idx="6536">
                  <c:v>-0.34349430678837872</c:v>
                </c:pt>
                <c:pt idx="6537">
                  <c:v>-0.43034390190569211</c:v>
                </c:pt>
                <c:pt idx="6538">
                  <c:v>-0.42805628556701131</c:v>
                </c:pt>
                <c:pt idx="6539">
                  <c:v>-0.52665062108055705</c:v>
                </c:pt>
                <c:pt idx="6540">
                  <c:v>-0.48183427170738569</c:v>
                </c:pt>
                <c:pt idx="6541">
                  <c:v>-0.53174457111418649</c:v>
                </c:pt>
                <c:pt idx="6542">
                  <c:v>-0.51939314766018663</c:v>
                </c:pt>
                <c:pt idx="6543">
                  <c:v>-0.52620266133831917</c:v>
                </c:pt>
                <c:pt idx="6544">
                  <c:v>-0.50029283478202868</c:v>
                </c:pt>
                <c:pt idx="6545">
                  <c:v>-0.4954725024613395</c:v>
                </c:pt>
                <c:pt idx="6546">
                  <c:v>-0.49023761627723422</c:v>
                </c:pt>
                <c:pt idx="6547">
                  <c:v>-0.50993981380510045</c:v>
                </c:pt>
                <c:pt idx="6548">
                  <c:v>-0.49103583140796753</c:v>
                </c:pt>
                <c:pt idx="6549">
                  <c:v>-0.44831716775104896</c:v>
                </c:pt>
                <c:pt idx="6550">
                  <c:v>-0.44789151419841383</c:v>
                </c:pt>
                <c:pt idx="6551">
                  <c:v>-0.25382209705226255</c:v>
                </c:pt>
                <c:pt idx="6552">
                  <c:v>-9.5688436982036509E-2</c:v>
                </c:pt>
                <c:pt idx="6553">
                  <c:v>-3.844539584639501E-2</c:v>
                </c:pt>
                <c:pt idx="6554">
                  <c:v>1.6756312178296507E-3</c:v>
                </c:pt>
                <c:pt idx="6555">
                  <c:v>1.1398276208116289E-2</c:v>
                </c:pt>
                <c:pt idx="6556">
                  <c:v>1.4646474734016562E-2</c:v>
                </c:pt>
                <c:pt idx="6557">
                  <c:v>1.9530273508430587E-2</c:v>
                </c:pt>
                <c:pt idx="6558">
                  <c:v>1.7773648684456571E-2</c:v>
                </c:pt>
                <c:pt idx="6559">
                  <c:v>-0.14759230535642817</c:v>
                </c:pt>
                <c:pt idx="6560">
                  <c:v>-0.38949618252254703</c:v>
                </c:pt>
                <c:pt idx="6561">
                  <c:v>-0.35249847885807034</c:v>
                </c:pt>
                <c:pt idx="6562">
                  <c:v>-0.42204724616226863</c:v>
                </c:pt>
                <c:pt idx="6563">
                  <c:v>-0.37741173743358913</c:v>
                </c:pt>
                <c:pt idx="6564">
                  <c:v>-0.37401167203034763</c:v>
                </c:pt>
                <c:pt idx="6565">
                  <c:v>-0.40537246650397069</c:v>
                </c:pt>
                <c:pt idx="6566">
                  <c:v>-0.43158085514786154</c:v>
                </c:pt>
                <c:pt idx="6567">
                  <c:v>-0.38329230725128854</c:v>
                </c:pt>
                <c:pt idx="6568">
                  <c:v>-0.39749138134894846</c:v>
                </c:pt>
                <c:pt idx="6569">
                  <c:v>-0.38485951686633818</c:v>
                </c:pt>
                <c:pt idx="6570">
                  <c:v>-0.36939694164596953</c:v>
                </c:pt>
                <c:pt idx="6571">
                  <c:v>-0.3227637290113794</c:v>
                </c:pt>
                <c:pt idx="6572">
                  <c:v>-0.13534801354725817</c:v>
                </c:pt>
                <c:pt idx="6573">
                  <c:v>-0.18022496505667979</c:v>
                </c:pt>
                <c:pt idx="6574">
                  <c:v>-0.1595939526543135</c:v>
                </c:pt>
                <c:pt idx="6575">
                  <c:v>-0.1533530670200409</c:v>
                </c:pt>
                <c:pt idx="6576">
                  <c:v>-8.3212144699098718E-3</c:v>
                </c:pt>
                <c:pt idx="6577">
                  <c:v>-9.7380796276858288E-3</c:v>
                </c:pt>
                <c:pt idx="6578">
                  <c:v>-5.1672606649983809E-3</c:v>
                </c:pt>
                <c:pt idx="6579">
                  <c:v>-2.3769424272495092E-3</c:v>
                </c:pt>
                <c:pt idx="6580">
                  <c:v>-4.823385807723137E-3</c:v>
                </c:pt>
                <c:pt idx="6581">
                  <c:v>-4.3471083542770414E-3</c:v>
                </c:pt>
                <c:pt idx="6582">
                  <c:v>-2.6611905655726693E-3</c:v>
                </c:pt>
                <c:pt idx="6583">
                  <c:v>-0.14079274799697269</c:v>
                </c:pt>
                <c:pt idx="6584">
                  <c:v>-0.29808666108060494</c:v>
                </c:pt>
                <c:pt idx="6585">
                  <c:v>-0.3523360499312968</c:v>
                </c:pt>
                <c:pt idx="6586">
                  <c:v>-0.35503070967262562</c:v>
                </c:pt>
                <c:pt idx="6587">
                  <c:v>-0.35347499650408665</c:v>
                </c:pt>
                <c:pt idx="6588">
                  <c:v>-0.42055371929670132</c:v>
                </c:pt>
                <c:pt idx="6589">
                  <c:v>-0.41753286239828941</c:v>
                </c:pt>
                <c:pt idx="6590">
                  <c:v>-0.41647006826688138</c:v>
                </c:pt>
                <c:pt idx="6591">
                  <c:v>-0.39163949819233168</c:v>
                </c:pt>
                <c:pt idx="6592">
                  <c:v>-0.38347723569837205</c:v>
                </c:pt>
                <c:pt idx="6593">
                  <c:v>-0.34767399324141024</c:v>
                </c:pt>
                <c:pt idx="6594">
                  <c:v>-0.33832052452405109</c:v>
                </c:pt>
                <c:pt idx="6595">
                  <c:v>-0.23224737784562191</c:v>
                </c:pt>
                <c:pt idx="6596">
                  <c:v>-0.22020524149252974</c:v>
                </c:pt>
                <c:pt idx="6597">
                  <c:v>-0.20956055389191375</c:v>
                </c:pt>
                <c:pt idx="6598">
                  <c:v>-0.2042761141223606</c:v>
                </c:pt>
                <c:pt idx="6599">
                  <c:v>-0.18534498668174723</c:v>
                </c:pt>
                <c:pt idx="6600">
                  <c:v>-4.5368028869074754E-2</c:v>
                </c:pt>
                <c:pt idx="6601">
                  <c:v>-4.7231898665073858E-2</c:v>
                </c:pt>
                <c:pt idx="6602">
                  <c:v>-3.1499910648022107E-2</c:v>
                </c:pt>
                <c:pt idx="6603">
                  <c:v>-1.2190083592024115E-2</c:v>
                </c:pt>
                <c:pt idx="6604">
                  <c:v>4.9484098024338112E-4</c:v>
                </c:pt>
                <c:pt idx="6605">
                  <c:v>6.8681528430198551E-3</c:v>
                </c:pt>
                <c:pt idx="6606">
                  <c:v>1.3344765474958189E-2</c:v>
                </c:pt>
                <c:pt idx="6607">
                  <c:v>-0.12617982409346859</c:v>
                </c:pt>
                <c:pt idx="6608">
                  <c:v>-0.40251673464539495</c:v>
                </c:pt>
                <c:pt idx="6609">
                  <c:v>-0.45957053631531986</c:v>
                </c:pt>
                <c:pt idx="6610">
                  <c:v>-0.47003338077099815</c:v>
                </c:pt>
                <c:pt idx="6611">
                  <c:v>-0.55880010602129182</c:v>
                </c:pt>
                <c:pt idx="6612">
                  <c:v>-0.51034757044045864</c:v>
                </c:pt>
                <c:pt idx="6613">
                  <c:v>-0.51028647736301957</c:v>
                </c:pt>
                <c:pt idx="6614">
                  <c:v>-0.55000643804928218</c:v>
                </c:pt>
                <c:pt idx="6615">
                  <c:v>-0.52087867457006998</c:v>
                </c:pt>
                <c:pt idx="6616">
                  <c:v>-0.52792884818354746</c:v>
                </c:pt>
                <c:pt idx="6617">
                  <c:v>-0.47743483551915655</c:v>
                </c:pt>
                <c:pt idx="6618">
                  <c:v>-0.52392254289784113</c:v>
                </c:pt>
                <c:pt idx="6619">
                  <c:v>-0.51434082933552272</c:v>
                </c:pt>
                <c:pt idx="6620">
                  <c:v>-0.47863937545480001</c:v>
                </c:pt>
                <c:pt idx="6621">
                  <c:v>-0.44318990391699098</c:v>
                </c:pt>
                <c:pt idx="6622">
                  <c:v>-0.42684232599251298</c:v>
                </c:pt>
                <c:pt idx="6623">
                  <c:v>-0.27081575173159622</c:v>
                </c:pt>
                <c:pt idx="6624">
                  <c:v>-8.3651468608174184E-2</c:v>
                </c:pt>
                <c:pt idx="6625">
                  <c:v>-1.3904066364467138E-2</c:v>
                </c:pt>
                <c:pt idx="6626">
                  <c:v>3.3102217594154146E-3</c:v>
                </c:pt>
                <c:pt idx="6627">
                  <c:v>3.2506913862639128E-3</c:v>
                </c:pt>
                <c:pt idx="6628">
                  <c:v>7.8038964854033116E-3</c:v>
                </c:pt>
                <c:pt idx="6629">
                  <c:v>1.2292514274391134E-2</c:v>
                </c:pt>
                <c:pt idx="6630">
                  <c:v>1.976674937762489E-2</c:v>
                </c:pt>
                <c:pt idx="6631">
                  <c:v>-0.13203896381197539</c:v>
                </c:pt>
                <c:pt idx="6632">
                  <c:v>-0.43722512471140201</c:v>
                </c:pt>
                <c:pt idx="6633">
                  <c:v>-0.52694506548682385</c:v>
                </c:pt>
                <c:pt idx="6634">
                  <c:v>-0.52033431846967337</c:v>
                </c:pt>
                <c:pt idx="6635">
                  <c:v>-0.46112322507697767</c:v>
                </c:pt>
                <c:pt idx="6636">
                  <c:v>-0.43132086835812161</c:v>
                </c:pt>
                <c:pt idx="6637">
                  <c:v>-0.36334059992991902</c:v>
                </c:pt>
                <c:pt idx="6638">
                  <c:v>-0.3728113986494298</c:v>
                </c:pt>
                <c:pt idx="6639">
                  <c:v>-0.43216974945057962</c:v>
                </c:pt>
                <c:pt idx="6640">
                  <c:v>-0.5053054080761834</c:v>
                </c:pt>
                <c:pt idx="6641">
                  <c:v>-0.52792476749047057</c:v>
                </c:pt>
                <c:pt idx="6642">
                  <c:v>-0.54535162660123937</c:v>
                </c:pt>
                <c:pt idx="6643">
                  <c:v>-0.49808128879465047</c:v>
                </c:pt>
                <c:pt idx="6644">
                  <c:v>-0.50049711870297908</c:v>
                </c:pt>
                <c:pt idx="6645">
                  <c:v>-0.43864253784751284</c:v>
                </c:pt>
                <c:pt idx="6646">
                  <c:v>-0.46081220145605001</c:v>
                </c:pt>
                <c:pt idx="6647">
                  <c:v>-0.27532299064942772</c:v>
                </c:pt>
                <c:pt idx="6648">
                  <c:v>-7.459535586669773E-2</c:v>
                </c:pt>
                <c:pt idx="6649">
                  <c:v>-2.998236815589915E-2</c:v>
                </c:pt>
                <c:pt idx="6650">
                  <c:v>1.8304430000817898E-2</c:v>
                </c:pt>
                <c:pt idx="6651">
                  <c:v>1.3356208389303268E-2</c:v>
                </c:pt>
                <c:pt idx="6652">
                  <c:v>1.5026109109273439E-2</c:v>
                </c:pt>
                <c:pt idx="6653">
                  <c:v>1.3876911998845051E-2</c:v>
                </c:pt>
                <c:pt idx="6654">
                  <c:v>1.670405095579424E-2</c:v>
                </c:pt>
                <c:pt idx="6655">
                  <c:v>-0.1255550582564047</c:v>
                </c:pt>
                <c:pt idx="6656">
                  <c:v>-0.44062400260313761</c:v>
                </c:pt>
                <c:pt idx="6657">
                  <c:v>-0.45279263705521766</c:v>
                </c:pt>
                <c:pt idx="6658">
                  <c:v>-0.52590606940376239</c:v>
                </c:pt>
                <c:pt idx="6659">
                  <c:v>-0.56581892482443741</c:v>
                </c:pt>
                <c:pt idx="6660">
                  <c:v>-0.63493824994303549</c:v>
                </c:pt>
                <c:pt idx="6661">
                  <c:v>-0.66208398446439487</c:v>
                </c:pt>
                <c:pt idx="6662">
                  <c:v>-0.64991629863740552</c:v>
                </c:pt>
                <c:pt idx="6663">
                  <c:v>-0.71885033618699168</c:v>
                </c:pt>
                <c:pt idx="6664">
                  <c:v>-0.72170709828800839</c:v>
                </c:pt>
                <c:pt idx="6665">
                  <c:v>-0.56749115546298645</c:v>
                </c:pt>
                <c:pt idx="6666">
                  <c:v>-0.55966032756025819</c:v>
                </c:pt>
                <c:pt idx="6667">
                  <c:v>-0.54116988267943367</c:v>
                </c:pt>
                <c:pt idx="6668">
                  <c:v>-0.55498118288069564</c:v>
                </c:pt>
                <c:pt idx="6669">
                  <c:v>-0.49736430502194473</c:v>
                </c:pt>
                <c:pt idx="6670">
                  <c:v>-0.50517059886917792</c:v>
                </c:pt>
                <c:pt idx="6671">
                  <c:v>-0.28212255586914864</c:v>
                </c:pt>
                <c:pt idx="6672">
                  <c:v>-0.12169442902599337</c:v>
                </c:pt>
                <c:pt idx="6673">
                  <c:v>-5.8015407019200833E-2</c:v>
                </c:pt>
                <c:pt idx="6674">
                  <c:v>-2.169277671647531E-2</c:v>
                </c:pt>
                <c:pt idx="6675">
                  <c:v>3.9175600307486055E-3</c:v>
                </c:pt>
                <c:pt idx="6676">
                  <c:v>1.5031177687346322E-2</c:v>
                </c:pt>
                <c:pt idx="6677">
                  <c:v>1.8189848462333361E-2</c:v>
                </c:pt>
                <c:pt idx="6678">
                  <c:v>1.6567756441216018E-2</c:v>
                </c:pt>
                <c:pt idx="6679">
                  <c:v>-0.2380951436174138</c:v>
                </c:pt>
                <c:pt idx="6680">
                  <c:v>-0.50692780261320136</c:v>
                </c:pt>
                <c:pt idx="6681">
                  <c:v>-0.51003509760154597</c:v>
                </c:pt>
                <c:pt idx="6682">
                  <c:v>-0.66196151333760245</c:v>
                </c:pt>
                <c:pt idx="6683">
                  <c:v>-0.73232001834245541</c:v>
                </c:pt>
                <c:pt idx="6684">
                  <c:v>-0.68416613272316573</c:v>
                </c:pt>
                <c:pt idx="6685">
                  <c:v>-0.52516556923075075</c:v>
                </c:pt>
                <c:pt idx="6686">
                  <c:v>-0.77539574932734112</c:v>
                </c:pt>
                <c:pt idx="6687">
                  <c:v>-0.47871840319076625</c:v>
                </c:pt>
                <c:pt idx="6688">
                  <c:v>-0.51355314796448492</c:v>
                </c:pt>
                <c:pt idx="6689">
                  <c:v>-0.46250524845213842</c:v>
                </c:pt>
                <c:pt idx="6690">
                  <c:v>-0.56480364609264821</c:v>
                </c:pt>
                <c:pt idx="6691">
                  <c:v>-0.3641122460035664</c:v>
                </c:pt>
                <c:pt idx="6692">
                  <c:v>-0.47904029097318857</c:v>
                </c:pt>
                <c:pt idx="6693">
                  <c:v>-0.42183219759669494</c:v>
                </c:pt>
                <c:pt idx="6694">
                  <c:v>-0.40971559734012319</c:v>
                </c:pt>
                <c:pt idx="6695">
                  <c:v>-0.31027044459732983</c:v>
                </c:pt>
                <c:pt idx="6696">
                  <c:v>-0.13164209181087289</c:v>
                </c:pt>
                <c:pt idx="6697">
                  <c:v>-2.9560901421984118E-2</c:v>
                </c:pt>
                <c:pt idx="6698">
                  <c:v>-2.7836229087157124E-3</c:v>
                </c:pt>
                <c:pt idx="6699">
                  <c:v>3.6715537519051299E-3</c:v>
                </c:pt>
                <c:pt idx="6700">
                  <c:v>1.1267747356802827E-2</c:v>
                </c:pt>
                <c:pt idx="6701">
                  <c:v>2.144246452556104E-2</c:v>
                </c:pt>
                <c:pt idx="6702">
                  <c:v>-0.11421940398276734</c:v>
                </c:pt>
                <c:pt idx="6703">
                  <c:v>-0.38863699355740777</c:v>
                </c:pt>
                <c:pt idx="6704">
                  <c:v>-0.44864498074611953</c:v>
                </c:pt>
                <c:pt idx="6705">
                  <c:v>-0.3554737349420426</c:v>
                </c:pt>
                <c:pt idx="6706">
                  <c:v>-0.39134119866267847</c:v>
                </c:pt>
                <c:pt idx="6707">
                  <c:v>-0.44336431944086085</c:v>
                </c:pt>
                <c:pt idx="6708">
                  <c:v>-0.49818060458215008</c:v>
                </c:pt>
                <c:pt idx="6709">
                  <c:v>-0.45370087687896182</c:v>
                </c:pt>
                <c:pt idx="6710">
                  <c:v>-0.48051940124469411</c:v>
                </c:pt>
                <c:pt idx="6711">
                  <c:v>-0.53393892488382066</c:v>
                </c:pt>
                <c:pt idx="6712">
                  <c:v>-0.44111812923951277</c:v>
                </c:pt>
                <c:pt idx="6713">
                  <c:v>-0.44227891945891479</c:v>
                </c:pt>
                <c:pt idx="6714">
                  <c:v>-0.42505434517058827</c:v>
                </c:pt>
                <c:pt idx="6715">
                  <c:v>-0.39974049445157284</c:v>
                </c:pt>
                <c:pt idx="6716">
                  <c:v>-0.44412554095390477</c:v>
                </c:pt>
                <c:pt idx="6717">
                  <c:v>-0.3634168789474328</c:v>
                </c:pt>
                <c:pt idx="6718">
                  <c:v>-0.38342463761210638</c:v>
                </c:pt>
                <c:pt idx="6719">
                  <c:v>-0.22303749195411063</c:v>
                </c:pt>
                <c:pt idx="6720">
                  <c:v>-7.3078125057200641E-2</c:v>
                </c:pt>
                <c:pt idx="6721">
                  <c:v>-5.7315485109609564E-2</c:v>
                </c:pt>
                <c:pt idx="6722">
                  <c:v>-2.7666128170916675E-2</c:v>
                </c:pt>
                <c:pt idx="6723">
                  <c:v>-1.0230947196300862E-2</c:v>
                </c:pt>
                <c:pt idx="6724">
                  <c:v>5.5005635907837015E-3</c:v>
                </c:pt>
                <c:pt idx="6725">
                  <c:v>1.481651185146576E-2</c:v>
                </c:pt>
                <c:pt idx="6726">
                  <c:v>1.5721271195644832E-2</c:v>
                </c:pt>
                <c:pt idx="6727">
                  <c:v>-0.15645224616631487</c:v>
                </c:pt>
                <c:pt idx="6728">
                  <c:v>-0.43072212035349078</c:v>
                </c:pt>
                <c:pt idx="6729">
                  <c:v>-0.45736085938453586</c:v>
                </c:pt>
                <c:pt idx="6730">
                  <c:v>-0.47817563870963598</c:v>
                </c:pt>
                <c:pt idx="6731">
                  <c:v>-0.50162802684362351</c:v>
                </c:pt>
                <c:pt idx="6732">
                  <c:v>-0.54785756950955267</c:v>
                </c:pt>
                <c:pt idx="6733">
                  <c:v>-0.55948145347873168</c:v>
                </c:pt>
                <c:pt idx="6734">
                  <c:v>-0.58755053248301348</c:v>
                </c:pt>
                <c:pt idx="6735">
                  <c:v>-0.60108631315070682</c:v>
                </c:pt>
                <c:pt idx="6736">
                  <c:v>-0.54704266960631498</c:v>
                </c:pt>
                <c:pt idx="6737">
                  <c:v>-0.52222687153480429</c:v>
                </c:pt>
                <c:pt idx="6738">
                  <c:v>-0.40822005088698454</c:v>
                </c:pt>
                <c:pt idx="6739">
                  <c:v>-0.33447047424675802</c:v>
                </c:pt>
                <c:pt idx="6740">
                  <c:v>-0.41925698874804002</c:v>
                </c:pt>
                <c:pt idx="6741">
                  <c:v>-0.29445180469407978</c:v>
                </c:pt>
                <c:pt idx="6742">
                  <c:v>-0.37522332730670621</c:v>
                </c:pt>
                <c:pt idx="6743">
                  <c:v>-0.14736424246700394</c:v>
                </c:pt>
                <c:pt idx="6744">
                  <c:v>-4.532283833261979E-2</c:v>
                </c:pt>
                <c:pt idx="6745">
                  <c:v>-2.0023727984476804E-2</c:v>
                </c:pt>
                <c:pt idx="6746">
                  <c:v>-3.1974991072714169E-3</c:v>
                </c:pt>
                <c:pt idx="6747">
                  <c:v>4.1310597449594729E-3</c:v>
                </c:pt>
                <c:pt idx="6748">
                  <c:v>6.5047106740259023E-3</c:v>
                </c:pt>
                <c:pt idx="6749">
                  <c:v>9.2202437955119215E-3</c:v>
                </c:pt>
                <c:pt idx="6750">
                  <c:v>1.194888779380877E-3</c:v>
                </c:pt>
                <c:pt idx="6751">
                  <c:v>-0.19191267823762048</c:v>
                </c:pt>
                <c:pt idx="6752">
                  <c:v>-0.36121172900466969</c:v>
                </c:pt>
                <c:pt idx="6753">
                  <c:v>-0.32907339683704406</c:v>
                </c:pt>
                <c:pt idx="6754">
                  <c:v>-0.3149288670232912</c:v>
                </c:pt>
                <c:pt idx="6755">
                  <c:v>-0.33791647545926923</c:v>
                </c:pt>
                <c:pt idx="6756">
                  <c:v>-0.30647278085935187</c:v>
                </c:pt>
                <c:pt idx="6757">
                  <c:v>-0.33646956539187928</c:v>
                </c:pt>
                <c:pt idx="6758">
                  <c:v>-0.34251132016604507</c:v>
                </c:pt>
                <c:pt idx="6759">
                  <c:v>-0.40449511214431538</c:v>
                </c:pt>
                <c:pt idx="6760">
                  <c:v>-0.38989843236577842</c:v>
                </c:pt>
                <c:pt idx="6761">
                  <c:v>-0.28759741067744332</c:v>
                </c:pt>
                <c:pt idx="6762">
                  <c:v>-0.27389898348303848</c:v>
                </c:pt>
                <c:pt idx="6763">
                  <c:v>-0.31968115205128211</c:v>
                </c:pt>
                <c:pt idx="6764">
                  <c:v>-0.28336261749284219</c:v>
                </c:pt>
                <c:pt idx="6765">
                  <c:v>-0.21555541394685074</c:v>
                </c:pt>
                <c:pt idx="6766">
                  <c:v>-0.18240842815007799</c:v>
                </c:pt>
                <c:pt idx="6767">
                  <c:v>-0.17623931494148984</c:v>
                </c:pt>
                <c:pt idx="6768">
                  <c:v>-3.6415991345141313E-2</c:v>
                </c:pt>
                <c:pt idx="6769">
                  <c:v>-2.1177787763284387E-2</c:v>
                </c:pt>
                <c:pt idx="6770">
                  <c:v>-1.1629490303710764E-2</c:v>
                </c:pt>
                <c:pt idx="6771">
                  <c:v>-6.3055907520557187E-3</c:v>
                </c:pt>
                <c:pt idx="6772">
                  <c:v>5.1203718636988482E-4</c:v>
                </c:pt>
                <c:pt idx="6773">
                  <c:v>-2.3244995251585598E-4</c:v>
                </c:pt>
                <c:pt idx="6774">
                  <c:v>4.0724501951902112E-3</c:v>
                </c:pt>
                <c:pt idx="6775">
                  <c:v>-8.364137925181972E-2</c:v>
                </c:pt>
                <c:pt idx="6776">
                  <c:v>-0.27144164920359931</c:v>
                </c:pt>
                <c:pt idx="6777">
                  <c:v>-0.25157186490938782</c:v>
                </c:pt>
                <c:pt idx="6778">
                  <c:v>-0.30072814156358069</c:v>
                </c:pt>
                <c:pt idx="6779">
                  <c:v>-0.32812653101959993</c:v>
                </c:pt>
                <c:pt idx="6780">
                  <c:v>-0.33377435865513505</c:v>
                </c:pt>
                <c:pt idx="6781">
                  <c:v>-0.31925711921306937</c:v>
                </c:pt>
                <c:pt idx="6782">
                  <c:v>-0.30142314105203183</c:v>
                </c:pt>
                <c:pt idx="6783">
                  <c:v>-0.33631962846819574</c:v>
                </c:pt>
                <c:pt idx="6784">
                  <c:v>-0.31102433774740246</c:v>
                </c:pt>
                <c:pt idx="6785">
                  <c:v>-0.29262351020879368</c:v>
                </c:pt>
                <c:pt idx="6786">
                  <c:v>-0.30977280634850118</c:v>
                </c:pt>
                <c:pt idx="6787">
                  <c:v>-0.28101294937110605</c:v>
                </c:pt>
                <c:pt idx="6788">
                  <c:v>-0.27384403212921277</c:v>
                </c:pt>
                <c:pt idx="6789">
                  <c:v>-0.30733907744995043</c:v>
                </c:pt>
                <c:pt idx="6790">
                  <c:v>-0.26641706176450553</c:v>
                </c:pt>
                <c:pt idx="6791">
                  <c:v>-0.12416092403347699</c:v>
                </c:pt>
                <c:pt idx="6792">
                  <c:v>-2.4699883498412244E-2</c:v>
                </c:pt>
                <c:pt idx="6793">
                  <c:v>-2.1121568594776319E-2</c:v>
                </c:pt>
                <c:pt idx="6794">
                  <c:v>-1.771368777798208E-2</c:v>
                </c:pt>
                <c:pt idx="6795">
                  <c:v>-1.3212556906485996E-2</c:v>
                </c:pt>
                <c:pt idx="6796">
                  <c:v>-7.8628583244618744E-3</c:v>
                </c:pt>
                <c:pt idx="6797">
                  <c:v>-2.9645604999689284E-3</c:v>
                </c:pt>
                <c:pt idx="6798">
                  <c:v>-8.5502686617817542E-2</c:v>
                </c:pt>
                <c:pt idx="6799">
                  <c:v>-0.2631853548585526</c:v>
                </c:pt>
                <c:pt idx="6800">
                  <c:v>-0.29927775054973094</c:v>
                </c:pt>
                <c:pt idx="6801">
                  <c:v>-0.30540169394301797</c:v>
                </c:pt>
                <c:pt idx="6802">
                  <c:v>-0.3102485308284027</c:v>
                </c:pt>
                <c:pt idx="6803">
                  <c:v>-0.39586559907746421</c:v>
                </c:pt>
                <c:pt idx="6804">
                  <c:v>-0.49569156557259925</c:v>
                </c:pt>
                <c:pt idx="6805">
                  <c:v>-0.5032125487203537</c:v>
                </c:pt>
                <c:pt idx="6806">
                  <c:v>-0.57582412415988959</c:v>
                </c:pt>
                <c:pt idx="6807">
                  <c:v>-0.67645045052810571</c:v>
                </c:pt>
                <c:pt idx="6808">
                  <c:v>-0.63252509077715235</c:v>
                </c:pt>
                <c:pt idx="6809">
                  <c:v>-0.57260544399867452</c:v>
                </c:pt>
                <c:pt idx="6810">
                  <c:v>-0.5473789055751006</c:v>
                </c:pt>
                <c:pt idx="6811">
                  <c:v>-0.54839604091939997</c:v>
                </c:pt>
                <c:pt idx="6812">
                  <c:v>-0.43362017033619771</c:v>
                </c:pt>
                <c:pt idx="6813">
                  <c:v>-0.32794482591196045</c:v>
                </c:pt>
                <c:pt idx="6814">
                  <c:v>-0.37141719464668477</c:v>
                </c:pt>
                <c:pt idx="6815">
                  <c:v>-0.209188908808462</c:v>
                </c:pt>
                <c:pt idx="6816">
                  <c:v>-5.4828376947865874E-2</c:v>
                </c:pt>
                <c:pt idx="6817">
                  <c:v>-1.9519239729646986E-2</c:v>
                </c:pt>
                <c:pt idx="6818">
                  <c:v>7.9925255742593123E-3</c:v>
                </c:pt>
                <c:pt idx="6819">
                  <c:v>1.1937094317932266E-2</c:v>
                </c:pt>
                <c:pt idx="6820">
                  <c:v>1.0356111755520486E-2</c:v>
                </c:pt>
                <c:pt idx="6821">
                  <c:v>1.3351213929986266E-2</c:v>
                </c:pt>
                <c:pt idx="6822">
                  <c:v>-7.9193896447127279E-2</c:v>
                </c:pt>
                <c:pt idx="6823">
                  <c:v>-0.3001717085470238</c:v>
                </c:pt>
                <c:pt idx="6824">
                  <c:v>-0.33281933238116074</c:v>
                </c:pt>
                <c:pt idx="6825">
                  <c:v>-0.36238903284250967</c:v>
                </c:pt>
                <c:pt idx="6826">
                  <c:v>-0.50351091006834514</c:v>
                </c:pt>
                <c:pt idx="6827">
                  <c:v>-0.43246542015811301</c:v>
                </c:pt>
                <c:pt idx="6828">
                  <c:v>-0.56630272174287255</c:v>
                </c:pt>
                <c:pt idx="6829">
                  <c:v>-0.54101583546111365</c:v>
                </c:pt>
                <c:pt idx="6830">
                  <c:v>-0.45136104223103241</c:v>
                </c:pt>
                <c:pt idx="6831">
                  <c:v>-0.4039075305288109</c:v>
                </c:pt>
                <c:pt idx="6832">
                  <c:v>-0.38827447260018394</c:v>
                </c:pt>
                <c:pt idx="6833">
                  <c:v>-0.39998092027801824</c:v>
                </c:pt>
                <c:pt idx="6834">
                  <c:v>-0.36366760398731246</c:v>
                </c:pt>
                <c:pt idx="6835">
                  <c:v>-0.34784141849575084</c:v>
                </c:pt>
                <c:pt idx="6836">
                  <c:v>-0.31227930578073643</c:v>
                </c:pt>
                <c:pt idx="6837">
                  <c:v>-0.23994898156795202</c:v>
                </c:pt>
                <c:pt idx="6838">
                  <c:v>-0.24644453365344335</c:v>
                </c:pt>
                <c:pt idx="6839">
                  <c:v>-2.9958620395189293E-2</c:v>
                </c:pt>
                <c:pt idx="6840">
                  <c:v>-1.1235219984716828E-2</c:v>
                </c:pt>
                <c:pt idx="6841">
                  <c:v>-1.3519924255857123E-2</c:v>
                </c:pt>
                <c:pt idx="6842">
                  <c:v>-2.9261684526773546E-3</c:v>
                </c:pt>
                <c:pt idx="6843">
                  <c:v>9.434367809277245E-3</c:v>
                </c:pt>
                <c:pt idx="6844">
                  <c:v>3.3787535530872728E-2</c:v>
                </c:pt>
                <c:pt idx="6845">
                  <c:v>7.5892295679794594E-2</c:v>
                </c:pt>
                <c:pt idx="6846">
                  <c:v>4.8720616250599535E-2</c:v>
                </c:pt>
                <c:pt idx="6847">
                  <c:v>-8.3326279129667336E-2</c:v>
                </c:pt>
                <c:pt idx="6848">
                  <c:v>-0.19046441293628472</c:v>
                </c:pt>
                <c:pt idx="6849">
                  <c:v>-0.22619727024420788</c:v>
                </c:pt>
                <c:pt idx="6850">
                  <c:v>-0.25934174357987122</c:v>
                </c:pt>
                <c:pt idx="6851">
                  <c:v>-0.26493997498285987</c:v>
                </c:pt>
                <c:pt idx="6852">
                  <c:v>-0.3645166325862314</c:v>
                </c:pt>
                <c:pt idx="6853">
                  <c:v>-0.41902674788623628</c:v>
                </c:pt>
                <c:pt idx="6854">
                  <c:v>-0.51696626301043747</c:v>
                </c:pt>
                <c:pt idx="6855">
                  <c:v>-0.5740107792508008</c:v>
                </c:pt>
                <c:pt idx="6856">
                  <c:v>-0.44206336810433328</c:v>
                </c:pt>
                <c:pt idx="6857">
                  <c:v>-0.3502410580512193</c:v>
                </c:pt>
                <c:pt idx="6858">
                  <c:v>-0.2148228763283806</c:v>
                </c:pt>
                <c:pt idx="6859">
                  <c:v>-0.32968397531242988</c:v>
                </c:pt>
                <c:pt idx="6860">
                  <c:v>-0.36506896411852341</c:v>
                </c:pt>
                <c:pt idx="6861">
                  <c:v>-0.19856925108622869</c:v>
                </c:pt>
                <c:pt idx="6862">
                  <c:v>-0.23763687380639087</c:v>
                </c:pt>
                <c:pt idx="6863">
                  <c:v>-0.12015211752173724</c:v>
                </c:pt>
                <c:pt idx="6864">
                  <c:v>-6.6503065695675406E-2</c:v>
                </c:pt>
                <c:pt idx="6865">
                  <c:v>-2.1611547555371102E-2</c:v>
                </c:pt>
                <c:pt idx="6866">
                  <c:v>-6.7146239106867468E-3</c:v>
                </c:pt>
                <c:pt idx="6867">
                  <c:v>1.1266274653842763E-2</c:v>
                </c:pt>
                <c:pt idx="6868">
                  <c:v>1.4271078446379851E-2</c:v>
                </c:pt>
                <c:pt idx="6869">
                  <c:v>1.7672124382095988E-2</c:v>
                </c:pt>
                <c:pt idx="6870">
                  <c:v>1.6134918689166076E-2</c:v>
                </c:pt>
                <c:pt idx="6871">
                  <c:v>-7.0897224943918702E-2</c:v>
                </c:pt>
                <c:pt idx="6872">
                  <c:v>-0.35898906706343314</c:v>
                </c:pt>
                <c:pt idx="6873">
                  <c:v>-0.35421491385831344</c:v>
                </c:pt>
                <c:pt idx="6874">
                  <c:v>-0.433046034488479</c:v>
                </c:pt>
                <c:pt idx="6875">
                  <c:v>-0.42534253872004146</c:v>
                </c:pt>
                <c:pt idx="6876">
                  <c:v>-0.43708401802312141</c:v>
                </c:pt>
                <c:pt idx="6877">
                  <c:v>-0.50016581227175749</c:v>
                </c:pt>
                <c:pt idx="6878">
                  <c:v>-0.51619150071098985</c:v>
                </c:pt>
                <c:pt idx="6879">
                  <c:v>-0.48245433651622421</c:v>
                </c:pt>
                <c:pt idx="6880">
                  <c:v>-0.41132640191591874</c:v>
                </c:pt>
                <c:pt idx="6881">
                  <c:v>-0.44349810505652842</c:v>
                </c:pt>
                <c:pt idx="6882">
                  <c:v>-0.43242223809317881</c:v>
                </c:pt>
                <c:pt idx="6883">
                  <c:v>-0.40241971823643174</c:v>
                </c:pt>
                <c:pt idx="6884">
                  <c:v>-0.44113693254542491</c:v>
                </c:pt>
                <c:pt idx="6885">
                  <c:v>-0.41444056763186515</c:v>
                </c:pt>
                <c:pt idx="6886">
                  <c:v>-0.42113973596774179</c:v>
                </c:pt>
                <c:pt idx="6887">
                  <c:v>-0.21223425519535055</c:v>
                </c:pt>
                <c:pt idx="6888">
                  <c:v>-5.7931080828948975E-2</c:v>
                </c:pt>
                <c:pt idx="6889">
                  <c:v>-2.7792767605684769E-2</c:v>
                </c:pt>
                <c:pt idx="6890">
                  <c:v>-1.1543428774303225E-3</c:v>
                </c:pt>
                <c:pt idx="6891">
                  <c:v>9.5108083210545622E-3</c:v>
                </c:pt>
                <c:pt idx="6892">
                  <c:v>1.6476834282810403E-2</c:v>
                </c:pt>
                <c:pt idx="6893">
                  <c:v>2.0478975441501016E-2</c:v>
                </c:pt>
                <c:pt idx="6894">
                  <c:v>1.6879348588086662E-2</c:v>
                </c:pt>
                <c:pt idx="6895">
                  <c:v>-9.8093903027743526E-2</c:v>
                </c:pt>
                <c:pt idx="6896">
                  <c:v>-0.35247281037257389</c:v>
                </c:pt>
                <c:pt idx="6897">
                  <c:v>-0.30013449736446107</c:v>
                </c:pt>
                <c:pt idx="6898">
                  <c:v>-0.40790499353771892</c:v>
                </c:pt>
                <c:pt idx="6899">
                  <c:v>-0.46566551139662155</c:v>
                </c:pt>
                <c:pt idx="6900">
                  <c:v>-0.48070383237384423</c:v>
                </c:pt>
                <c:pt idx="6901">
                  <c:v>-0.50892047384149197</c:v>
                </c:pt>
                <c:pt idx="6902">
                  <c:v>-0.52127083899616078</c:v>
                </c:pt>
                <c:pt idx="6903">
                  <c:v>-0.50664291215770385</c:v>
                </c:pt>
                <c:pt idx="6904">
                  <c:v>-0.49777314499866032</c:v>
                </c:pt>
                <c:pt idx="6905">
                  <c:v>-0.46673018565166924</c:v>
                </c:pt>
                <c:pt idx="6906">
                  <c:v>-0.22429278081219198</c:v>
                </c:pt>
                <c:pt idx="6907">
                  <c:v>-0.48789019032176106</c:v>
                </c:pt>
                <c:pt idx="6908">
                  <c:v>-0.34874217186623035</c:v>
                </c:pt>
                <c:pt idx="6909">
                  <c:v>-0.31517958534892204</c:v>
                </c:pt>
                <c:pt idx="6910">
                  <c:v>-0.39363149645115181</c:v>
                </c:pt>
                <c:pt idx="6911">
                  <c:v>-0.18922232456569565</c:v>
                </c:pt>
                <c:pt idx="6912">
                  <c:v>-4.8270208412861761E-2</c:v>
                </c:pt>
                <c:pt idx="6913">
                  <c:v>2.0223360035967457E-2</c:v>
                </c:pt>
                <c:pt idx="6914">
                  <c:v>6.2995108530551E-2</c:v>
                </c:pt>
                <c:pt idx="6915">
                  <c:v>4.6058285231158423E-2</c:v>
                </c:pt>
                <c:pt idx="6916">
                  <c:v>1.0239745560590484E-2</c:v>
                </c:pt>
                <c:pt idx="6917">
                  <c:v>1.1677683584609974E-2</c:v>
                </c:pt>
                <c:pt idx="6918">
                  <c:v>1.4953626936774368E-2</c:v>
                </c:pt>
                <c:pt idx="6919">
                  <c:v>-5.0179714117058474E-2</c:v>
                </c:pt>
                <c:pt idx="6920">
                  <c:v>-0.30628762376084634</c:v>
                </c:pt>
                <c:pt idx="6921">
                  <c:v>-0.30582308271863601</c:v>
                </c:pt>
                <c:pt idx="6922">
                  <c:v>-0.31481775679079782</c:v>
                </c:pt>
                <c:pt idx="6923">
                  <c:v>-0.38060539947218325</c:v>
                </c:pt>
                <c:pt idx="6924">
                  <c:v>-0.4128952577921654</c:v>
                </c:pt>
                <c:pt idx="6925">
                  <c:v>-0.41569714433379673</c:v>
                </c:pt>
                <c:pt idx="6926">
                  <c:v>-0.50911127906495279</c:v>
                </c:pt>
                <c:pt idx="6927">
                  <c:v>-0.46764731301554635</c:v>
                </c:pt>
                <c:pt idx="6928">
                  <c:v>-0.43907874607020098</c:v>
                </c:pt>
                <c:pt idx="6929">
                  <c:v>-0.46457093046901959</c:v>
                </c:pt>
                <c:pt idx="6930">
                  <c:v>-0.49953352244749244</c:v>
                </c:pt>
                <c:pt idx="6931">
                  <c:v>-0.41299900327252237</c:v>
                </c:pt>
                <c:pt idx="6932">
                  <c:v>-0.4297552194762862</c:v>
                </c:pt>
                <c:pt idx="6933">
                  <c:v>-0.39958705852590648</c:v>
                </c:pt>
                <c:pt idx="6934">
                  <c:v>-0.37012076135753108</c:v>
                </c:pt>
                <c:pt idx="6935">
                  <c:v>-0.14086149424373534</c:v>
                </c:pt>
                <c:pt idx="6936">
                  <c:v>-6.2653713183965121E-2</c:v>
                </c:pt>
                <c:pt idx="6937">
                  <c:v>-4.5119046573266756E-2</c:v>
                </c:pt>
                <c:pt idx="6938">
                  <c:v>-2.7256146051447879E-2</c:v>
                </c:pt>
                <c:pt idx="6939">
                  <c:v>-2.2539452505496053E-2</c:v>
                </c:pt>
                <c:pt idx="6940">
                  <c:v>-4.0826088715622188E-4</c:v>
                </c:pt>
                <c:pt idx="6941">
                  <c:v>1.0009890601709008E-2</c:v>
                </c:pt>
                <c:pt idx="6942">
                  <c:v>-3.5806836241166824E-2</c:v>
                </c:pt>
                <c:pt idx="6943">
                  <c:v>-0.3095614801942197</c:v>
                </c:pt>
                <c:pt idx="6944">
                  <c:v>-0.38265565253270828</c:v>
                </c:pt>
                <c:pt idx="6945">
                  <c:v>-0.43295393095699786</c:v>
                </c:pt>
                <c:pt idx="6946">
                  <c:v>-0.52733538262660962</c:v>
                </c:pt>
                <c:pt idx="6947">
                  <c:v>-0.53233027951650502</c:v>
                </c:pt>
                <c:pt idx="6948">
                  <c:v>-0.63259218286977847</c:v>
                </c:pt>
                <c:pt idx="6949">
                  <c:v>-0.65811727507600848</c:v>
                </c:pt>
                <c:pt idx="6950">
                  <c:v>-0.56990040397571273</c:v>
                </c:pt>
                <c:pt idx="6951">
                  <c:v>-0.49584330294748863</c:v>
                </c:pt>
                <c:pt idx="6952">
                  <c:v>-0.62848199451745634</c:v>
                </c:pt>
                <c:pt idx="6953">
                  <c:v>-0.50131337054738245</c:v>
                </c:pt>
                <c:pt idx="6954">
                  <c:v>-0.44449165195791474</c:v>
                </c:pt>
                <c:pt idx="6955">
                  <c:v>-0.43345123542191233</c:v>
                </c:pt>
                <c:pt idx="6956">
                  <c:v>-0.38126750654035341</c:v>
                </c:pt>
                <c:pt idx="6957">
                  <c:v>-0.34871070459350395</c:v>
                </c:pt>
                <c:pt idx="6958">
                  <c:v>-0.31544274043584458</c:v>
                </c:pt>
                <c:pt idx="6959">
                  <c:v>-0.10083282346227299</c:v>
                </c:pt>
                <c:pt idx="6960">
                  <c:v>-1.7955767386553988E-2</c:v>
                </c:pt>
                <c:pt idx="6961">
                  <c:v>1.7947967574300751E-2</c:v>
                </c:pt>
                <c:pt idx="6962">
                  <c:v>1.7521664815387708E-2</c:v>
                </c:pt>
                <c:pt idx="6963">
                  <c:v>8.5124547054995208E-3</c:v>
                </c:pt>
                <c:pt idx="6964">
                  <c:v>1.731063767073137E-2</c:v>
                </c:pt>
                <c:pt idx="6965">
                  <c:v>2.5101916041119991E-2</c:v>
                </c:pt>
                <c:pt idx="6966">
                  <c:v>-2.2149635725094839E-2</c:v>
                </c:pt>
                <c:pt idx="6967">
                  <c:v>-0.24763156791931645</c:v>
                </c:pt>
                <c:pt idx="6968">
                  <c:v>-0.21635200647805281</c:v>
                </c:pt>
                <c:pt idx="6969">
                  <c:v>-0.23700794407287584</c:v>
                </c:pt>
                <c:pt idx="6970">
                  <c:v>-0.37274677915210797</c:v>
                </c:pt>
                <c:pt idx="6971">
                  <c:v>-0.39422108293443964</c:v>
                </c:pt>
                <c:pt idx="6972">
                  <c:v>-0.44065380461589748</c:v>
                </c:pt>
                <c:pt idx="6973">
                  <c:v>-0.44529521197183791</c:v>
                </c:pt>
                <c:pt idx="6974">
                  <c:v>-0.40383123765947154</c:v>
                </c:pt>
                <c:pt idx="6975">
                  <c:v>-0.4602565448742425</c:v>
                </c:pt>
                <c:pt idx="6976">
                  <c:v>-0.42272138699008738</c:v>
                </c:pt>
                <c:pt idx="6977">
                  <c:v>-0.46140253895176597</c:v>
                </c:pt>
                <c:pt idx="6978">
                  <c:v>-0.48180498111495218</c:v>
                </c:pt>
                <c:pt idx="6979">
                  <c:v>-0.44478597374579432</c:v>
                </c:pt>
                <c:pt idx="6980">
                  <c:v>-0.43258604047949123</c:v>
                </c:pt>
                <c:pt idx="6981">
                  <c:v>-0.35618900214287147</c:v>
                </c:pt>
                <c:pt idx="6982">
                  <c:v>-0.3499768916813672</c:v>
                </c:pt>
                <c:pt idx="6983">
                  <c:v>-0.13100170114196305</c:v>
                </c:pt>
                <c:pt idx="6984">
                  <c:v>-9.0514076670278068E-2</c:v>
                </c:pt>
                <c:pt idx="6985">
                  <c:v>-5.2171656148540226E-2</c:v>
                </c:pt>
                <c:pt idx="6986">
                  <c:v>-1.7341831226975694E-2</c:v>
                </c:pt>
                <c:pt idx="6987">
                  <c:v>6.696789651359553E-3</c:v>
                </c:pt>
                <c:pt idx="6988">
                  <c:v>1.5051576683115298E-2</c:v>
                </c:pt>
                <c:pt idx="6989">
                  <c:v>1.4614031479624487E-2</c:v>
                </c:pt>
                <c:pt idx="6990">
                  <c:v>-0.10814774335682975</c:v>
                </c:pt>
                <c:pt idx="6991">
                  <c:v>-0.31719201812467235</c:v>
                </c:pt>
                <c:pt idx="6992">
                  <c:v>-0.29428616652766187</c:v>
                </c:pt>
                <c:pt idx="6993">
                  <c:v>-0.46348243587250743</c:v>
                </c:pt>
                <c:pt idx="6994">
                  <c:v>-0.49445939870175831</c:v>
                </c:pt>
                <c:pt idx="6995">
                  <c:v>-0.50851382838433046</c:v>
                </c:pt>
                <c:pt idx="6996">
                  <c:v>-0.42032803692186305</c:v>
                </c:pt>
                <c:pt idx="6997">
                  <c:v>-0.41569536863856082</c:v>
                </c:pt>
                <c:pt idx="6998">
                  <c:v>-0.38480851230359436</c:v>
                </c:pt>
                <c:pt idx="6999">
                  <c:v>-0.37252194774224129</c:v>
                </c:pt>
                <c:pt idx="7000">
                  <c:v>-0.36222126950666145</c:v>
                </c:pt>
                <c:pt idx="7001">
                  <c:v>-0.37911896240619641</c:v>
                </c:pt>
                <c:pt idx="7002">
                  <c:v>-0.36677622941838295</c:v>
                </c:pt>
                <c:pt idx="7003">
                  <c:v>-0.34103887479484235</c:v>
                </c:pt>
                <c:pt idx="7004">
                  <c:v>-0.31606683217665155</c:v>
                </c:pt>
                <c:pt idx="7005">
                  <c:v>-0.30276282695277174</c:v>
                </c:pt>
                <c:pt idx="7006">
                  <c:v>-0.24447254618517034</c:v>
                </c:pt>
                <c:pt idx="7007">
                  <c:v>-9.3854429327257113E-2</c:v>
                </c:pt>
                <c:pt idx="7008">
                  <c:v>-3.0408391851183506E-2</c:v>
                </c:pt>
                <c:pt idx="7009">
                  <c:v>-7.8744136597525879E-3</c:v>
                </c:pt>
                <c:pt idx="7010">
                  <c:v>-3.1247347108344825E-3</c:v>
                </c:pt>
                <c:pt idx="7011">
                  <c:v>1.2293420517704838E-2</c:v>
                </c:pt>
                <c:pt idx="7012">
                  <c:v>1.3999137971449385E-2</c:v>
                </c:pt>
                <c:pt idx="7013">
                  <c:v>1.671484230249139E-2</c:v>
                </c:pt>
                <c:pt idx="7014">
                  <c:v>-6.0102770157200024E-2</c:v>
                </c:pt>
                <c:pt idx="7015">
                  <c:v>-0.35668993793235965</c:v>
                </c:pt>
                <c:pt idx="7016">
                  <c:v>-0.32435607176994757</c:v>
                </c:pt>
                <c:pt idx="7017">
                  <c:v>-0.32348870664333168</c:v>
                </c:pt>
                <c:pt idx="7018">
                  <c:v>-0.4317518275897877</c:v>
                </c:pt>
                <c:pt idx="7019">
                  <c:v>-0.56955149204641509</c:v>
                </c:pt>
                <c:pt idx="7020">
                  <c:v>-0.42335424296114432</c:v>
                </c:pt>
                <c:pt idx="7021">
                  <c:v>-0.4555901875712875</c:v>
                </c:pt>
                <c:pt idx="7022">
                  <c:v>-0.46961495633369654</c:v>
                </c:pt>
                <c:pt idx="7023">
                  <c:v>-0.39758190439986496</c:v>
                </c:pt>
                <c:pt idx="7024">
                  <c:v>-0.39657332571149789</c:v>
                </c:pt>
                <c:pt idx="7025">
                  <c:v>-0.33580426168859379</c:v>
                </c:pt>
                <c:pt idx="7026">
                  <c:v>-0.36575940719543876</c:v>
                </c:pt>
                <c:pt idx="7027">
                  <c:v>-0.33086153841370641</c:v>
                </c:pt>
                <c:pt idx="7028">
                  <c:v>-0.31527995283094618</c:v>
                </c:pt>
                <c:pt idx="7029">
                  <c:v>-0.28950915895168849</c:v>
                </c:pt>
                <c:pt idx="7030">
                  <c:v>-0.26800003415683199</c:v>
                </c:pt>
                <c:pt idx="7031">
                  <c:v>-9.5153031716344011E-2</c:v>
                </c:pt>
                <c:pt idx="7032">
                  <c:v>-8.8785299882920173E-3</c:v>
                </c:pt>
                <c:pt idx="7033">
                  <c:v>1.9323053268076415E-2</c:v>
                </c:pt>
                <c:pt idx="7034">
                  <c:v>9.774362374396323E-3</c:v>
                </c:pt>
                <c:pt idx="7035">
                  <c:v>8.1970412221153942E-3</c:v>
                </c:pt>
                <c:pt idx="7036">
                  <c:v>1.5110918483435055E-2</c:v>
                </c:pt>
                <c:pt idx="7037">
                  <c:v>1.5723950287773063E-2</c:v>
                </c:pt>
                <c:pt idx="7038">
                  <c:v>2.6412419534370627E-2</c:v>
                </c:pt>
                <c:pt idx="7039">
                  <c:v>-0.19334482229317368</c:v>
                </c:pt>
                <c:pt idx="7040">
                  <c:v>-0.2382598120886977</c:v>
                </c:pt>
                <c:pt idx="7041">
                  <c:v>-0.16425576301545278</c:v>
                </c:pt>
                <c:pt idx="7042">
                  <c:v>-0.2882085857548517</c:v>
                </c:pt>
                <c:pt idx="7043">
                  <c:v>-0.34341402028360429</c:v>
                </c:pt>
                <c:pt idx="7044">
                  <c:v>-0.35816930193523966</c:v>
                </c:pt>
                <c:pt idx="7045">
                  <c:v>-0.35373858038690265</c:v>
                </c:pt>
                <c:pt idx="7046">
                  <c:v>-0.36553342078327139</c:v>
                </c:pt>
                <c:pt idx="7047">
                  <c:v>-0.28293218013045845</c:v>
                </c:pt>
                <c:pt idx="7048">
                  <c:v>-0.27036588079653828</c:v>
                </c:pt>
                <c:pt idx="7049">
                  <c:v>-0.30166894123276317</c:v>
                </c:pt>
                <c:pt idx="7050">
                  <c:v>-0.33695757044563346</c:v>
                </c:pt>
                <c:pt idx="7051">
                  <c:v>-0.30484274200822897</c:v>
                </c:pt>
                <c:pt idx="7052">
                  <c:v>-0.29852910504664898</c:v>
                </c:pt>
                <c:pt idx="7053">
                  <c:v>-0.259504877518204</c:v>
                </c:pt>
                <c:pt idx="7054">
                  <c:v>-0.10523893765057604</c:v>
                </c:pt>
                <c:pt idx="7055">
                  <c:v>-9.8022492358322805E-2</c:v>
                </c:pt>
                <c:pt idx="7056">
                  <c:v>-3.3305567041155282E-2</c:v>
                </c:pt>
                <c:pt idx="7057">
                  <c:v>-2.6006128223333177E-3</c:v>
                </c:pt>
                <c:pt idx="7058">
                  <c:v>1.0014940562278283E-2</c:v>
                </c:pt>
                <c:pt idx="7059">
                  <c:v>1.1199944053294884E-2</c:v>
                </c:pt>
                <c:pt idx="7060">
                  <c:v>1.6555392388712304E-2</c:v>
                </c:pt>
                <c:pt idx="7061">
                  <c:v>1.7872115654997658E-2</c:v>
                </c:pt>
                <c:pt idx="7062">
                  <c:v>2.0243308031282905E-2</c:v>
                </c:pt>
                <c:pt idx="7063">
                  <c:v>-6.5852661348501679E-2</c:v>
                </c:pt>
                <c:pt idx="7064">
                  <c:v>-0.28902023998101622</c:v>
                </c:pt>
                <c:pt idx="7065">
                  <c:v>-0.21620518361740435</c:v>
                </c:pt>
                <c:pt idx="7066">
                  <c:v>-9.5293448496011179E-2</c:v>
                </c:pt>
                <c:pt idx="7067">
                  <c:v>-0.34158470547485337</c:v>
                </c:pt>
                <c:pt idx="7068">
                  <c:v>-0.31478810994875106</c:v>
                </c:pt>
                <c:pt idx="7069">
                  <c:v>-0.33072289432161506</c:v>
                </c:pt>
                <c:pt idx="7070">
                  <c:v>-0.3765320242252026</c:v>
                </c:pt>
                <c:pt idx="7071">
                  <c:v>-0.37103100201382438</c:v>
                </c:pt>
                <c:pt idx="7072">
                  <c:v>-0.3804620582501837</c:v>
                </c:pt>
                <c:pt idx="7073">
                  <c:v>-0.28110049650386409</c:v>
                </c:pt>
                <c:pt idx="7074">
                  <c:v>-0.32911276674928608</c:v>
                </c:pt>
                <c:pt idx="7075">
                  <c:v>-0.23800028235276402</c:v>
                </c:pt>
                <c:pt idx="7076">
                  <c:v>-0.33243337913370924</c:v>
                </c:pt>
                <c:pt idx="7077">
                  <c:v>-0.20571903489098384</c:v>
                </c:pt>
                <c:pt idx="7078">
                  <c:v>-0.29455424644792483</c:v>
                </c:pt>
                <c:pt idx="7079">
                  <c:v>-0.12859352672030341</c:v>
                </c:pt>
                <c:pt idx="7080">
                  <c:v>-3.9434729280987929E-2</c:v>
                </c:pt>
                <c:pt idx="7081">
                  <c:v>-1.1264356253624135E-2</c:v>
                </c:pt>
                <c:pt idx="7082">
                  <c:v>1.3821329773913938E-3</c:v>
                </c:pt>
                <c:pt idx="7083">
                  <c:v>1.4518708378418907E-2</c:v>
                </c:pt>
                <c:pt idx="7084">
                  <c:v>1.5596569487289554E-2</c:v>
                </c:pt>
                <c:pt idx="7085">
                  <c:v>1.7269754810285136E-2</c:v>
                </c:pt>
                <c:pt idx="7086">
                  <c:v>1.1859069866022452E-2</c:v>
                </c:pt>
                <c:pt idx="7087">
                  <c:v>-9.1961477243710621E-2</c:v>
                </c:pt>
                <c:pt idx="7088">
                  <c:v>-0.38226302489933811</c:v>
                </c:pt>
                <c:pt idx="7089">
                  <c:v>-0.32538628229549588</c:v>
                </c:pt>
                <c:pt idx="7090">
                  <c:v>-0.35229880556906479</c:v>
                </c:pt>
                <c:pt idx="7091">
                  <c:v>-0.35926839505920477</c:v>
                </c:pt>
                <c:pt idx="7092">
                  <c:v>-0.42908942893196439</c:v>
                </c:pt>
                <c:pt idx="7093">
                  <c:v>-0.44704071258697403</c:v>
                </c:pt>
                <c:pt idx="7094">
                  <c:v>-0.38870813621739048</c:v>
                </c:pt>
                <c:pt idx="7095">
                  <c:v>-0.39979888464806151</c:v>
                </c:pt>
                <c:pt idx="7096">
                  <c:v>-0.46609052573349924</c:v>
                </c:pt>
                <c:pt idx="7097">
                  <c:v>-0.37381104168709828</c:v>
                </c:pt>
                <c:pt idx="7098">
                  <c:v>-0.21256966733043869</c:v>
                </c:pt>
                <c:pt idx="7099">
                  <c:v>-0.41711863280458844</c:v>
                </c:pt>
                <c:pt idx="7100">
                  <c:v>-0.4237571404293074</c:v>
                </c:pt>
                <c:pt idx="7101">
                  <c:v>-0.33291019937994443</c:v>
                </c:pt>
                <c:pt idx="7102">
                  <c:v>-0.31857044885693581</c:v>
                </c:pt>
                <c:pt idx="7103">
                  <c:v>-0.34481702032975675</c:v>
                </c:pt>
                <c:pt idx="7104">
                  <c:v>-0.29563638600053027</c:v>
                </c:pt>
                <c:pt idx="7105">
                  <c:v>-0.16632650505303448</c:v>
                </c:pt>
                <c:pt idx="7106">
                  <c:v>-6.0208338476001606E-2</c:v>
                </c:pt>
                <c:pt idx="7107">
                  <c:v>-1.4658410815266578E-2</c:v>
                </c:pt>
                <c:pt idx="7108">
                  <c:v>-2.0613228137907657E-3</c:v>
                </c:pt>
                <c:pt idx="7109">
                  <c:v>6.015217108334526E-3</c:v>
                </c:pt>
                <c:pt idx="7110">
                  <c:v>7.5352887622012442E-3</c:v>
                </c:pt>
                <c:pt idx="7111">
                  <c:v>-0.10286040478768682</c:v>
                </c:pt>
                <c:pt idx="7112">
                  <c:v>-0.40740164962872755</c:v>
                </c:pt>
                <c:pt idx="7113">
                  <c:v>-0.45459955505425748</c:v>
                </c:pt>
                <c:pt idx="7114">
                  <c:v>-0.44970885125074161</c:v>
                </c:pt>
                <c:pt idx="7115">
                  <c:v>-0.48460543712319515</c:v>
                </c:pt>
                <c:pt idx="7116">
                  <c:v>-0.50526596051530359</c:v>
                </c:pt>
                <c:pt idx="7117">
                  <c:v>-0.48663250495165422</c:v>
                </c:pt>
                <c:pt idx="7118">
                  <c:v>-0.44363662387262959</c:v>
                </c:pt>
                <c:pt idx="7119">
                  <c:v>-0.46908791285587614</c:v>
                </c:pt>
                <c:pt idx="7120">
                  <c:v>-0.41654609055591119</c:v>
                </c:pt>
                <c:pt idx="7121">
                  <c:v>-0.41253271450068474</c:v>
                </c:pt>
                <c:pt idx="7122">
                  <c:v>-0.3674649056634437</c:v>
                </c:pt>
                <c:pt idx="7123">
                  <c:v>-0.31876606740104552</c:v>
                </c:pt>
                <c:pt idx="7124">
                  <c:v>-0.32896615311106364</c:v>
                </c:pt>
                <c:pt idx="7125">
                  <c:v>-0.28890970582340986</c:v>
                </c:pt>
                <c:pt idx="7126">
                  <c:v>-0.2860643103699671</c:v>
                </c:pt>
                <c:pt idx="7127">
                  <c:v>-0.27027843040516186</c:v>
                </c:pt>
                <c:pt idx="7128">
                  <c:v>-0.24381576106944061</c:v>
                </c:pt>
                <c:pt idx="7129">
                  <c:v>-0.11866947386167798</c:v>
                </c:pt>
                <c:pt idx="7130">
                  <c:v>-8.2627222623592109E-2</c:v>
                </c:pt>
                <c:pt idx="7131">
                  <c:v>-4.450678388928718E-2</c:v>
                </c:pt>
                <c:pt idx="7132">
                  <c:v>-1.3533622363908229E-2</c:v>
                </c:pt>
                <c:pt idx="7133">
                  <c:v>-1.3434644144683879E-3</c:v>
                </c:pt>
                <c:pt idx="7134">
                  <c:v>7.3535406873667551E-3</c:v>
                </c:pt>
                <c:pt idx="7135">
                  <c:v>-8.5531924613166541E-2</c:v>
                </c:pt>
                <c:pt idx="7136">
                  <c:v>-0.30273492238638988</c:v>
                </c:pt>
                <c:pt idx="7137">
                  <c:v>-0.3520075871725733</c:v>
                </c:pt>
                <c:pt idx="7138">
                  <c:v>-0.32438067060585402</c:v>
                </c:pt>
                <c:pt idx="7139">
                  <c:v>-0.40681207940429093</c:v>
                </c:pt>
                <c:pt idx="7140">
                  <c:v>-0.50184673011680592</c:v>
                </c:pt>
                <c:pt idx="7141">
                  <c:v>-0.45704727269542966</c:v>
                </c:pt>
                <c:pt idx="7142">
                  <c:v>-0.46662001764739608</c:v>
                </c:pt>
                <c:pt idx="7143">
                  <c:v>-0.49729122298013906</c:v>
                </c:pt>
                <c:pt idx="7144">
                  <c:v>-0.51894670198761428</c:v>
                </c:pt>
                <c:pt idx="7145">
                  <c:v>-0.42920761583216477</c:v>
                </c:pt>
                <c:pt idx="7146">
                  <c:v>-0.410954195347906</c:v>
                </c:pt>
                <c:pt idx="7147">
                  <c:v>-0.4103342004908106</c:v>
                </c:pt>
                <c:pt idx="7148">
                  <c:v>-0.32441049559420904</c:v>
                </c:pt>
                <c:pt idx="7149">
                  <c:v>-0.25607262976891504</c:v>
                </c:pt>
                <c:pt idx="7150">
                  <c:v>-0.28363627394424129</c:v>
                </c:pt>
                <c:pt idx="7151">
                  <c:v>-0.26505076350471646</c:v>
                </c:pt>
                <c:pt idx="7152">
                  <c:v>-0.30474597858098718</c:v>
                </c:pt>
                <c:pt idx="7153">
                  <c:v>-0.26523061689314725</c:v>
                </c:pt>
                <c:pt idx="7154">
                  <c:v>-0.11284215305900999</c:v>
                </c:pt>
                <c:pt idx="7155">
                  <c:v>-2.923909336370055E-2</c:v>
                </c:pt>
                <c:pt idx="7156">
                  <c:v>-2.1484095873579748E-3</c:v>
                </c:pt>
                <c:pt idx="7157">
                  <c:v>7.4014165027203403E-3</c:v>
                </c:pt>
                <c:pt idx="7158">
                  <c:v>-0.19232863889793123</c:v>
                </c:pt>
                <c:pt idx="7159">
                  <c:v>-0.26905968027950106</c:v>
                </c:pt>
                <c:pt idx="7160">
                  <c:v>-0.32495560848349719</c:v>
                </c:pt>
                <c:pt idx="7161">
                  <c:v>-0.37116645474643001</c:v>
                </c:pt>
                <c:pt idx="7162">
                  <c:v>-0.39705607486576711</c:v>
                </c:pt>
                <c:pt idx="7163">
                  <c:v>-0.52040408368453672</c:v>
                </c:pt>
                <c:pt idx="7164">
                  <c:v>-0.5514430090709852</c:v>
                </c:pt>
                <c:pt idx="7165">
                  <c:v>-0.52483846963284275</c:v>
                </c:pt>
                <c:pt idx="7166">
                  <c:v>-0.50273991687455977</c:v>
                </c:pt>
                <c:pt idx="7167">
                  <c:v>-0.45332113928450507</c:v>
                </c:pt>
                <c:pt idx="7168">
                  <c:v>-0.45920056881744742</c:v>
                </c:pt>
                <c:pt idx="7169">
                  <c:v>-0.42355853744472916</c:v>
                </c:pt>
                <c:pt idx="7170">
                  <c:v>-0.35746193686680416</c:v>
                </c:pt>
                <c:pt idx="7171">
                  <c:v>-0.34497061847562832</c:v>
                </c:pt>
                <c:pt idx="7172">
                  <c:v>-0.34080137397993537</c:v>
                </c:pt>
                <c:pt idx="7173">
                  <c:v>-0.36756211293432223</c:v>
                </c:pt>
                <c:pt idx="7174">
                  <c:v>-0.34099097724492822</c:v>
                </c:pt>
                <c:pt idx="7175">
                  <c:v>-0.32222188363314869</c:v>
                </c:pt>
                <c:pt idx="7176">
                  <c:v>-0.30303013529008238</c:v>
                </c:pt>
                <c:pt idx="7177">
                  <c:v>-0.31117611584261734</c:v>
                </c:pt>
                <c:pt idx="7178">
                  <c:v>-0.2888362580183696</c:v>
                </c:pt>
                <c:pt idx="7179">
                  <c:v>-0.25783219921957845</c:v>
                </c:pt>
                <c:pt idx="7180">
                  <c:v>-0.25665817603338997</c:v>
                </c:pt>
                <c:pt idx="7181">
                  <c:v>-0.24317350843380603</c:v>
                </c:pt>
                <c:pt idx="7182">
                  <c:v>-0.23522833516144259</c:v>
                </c:pt>
                <c:pt idx="7183">
                  <c:v>-0.21681778216128783</c:v>
                </c:pt>
                <c:pt idx="7184">
                  <c:v>-0.20321632888565133</c:v>
                </c:pt>
                <c:pt idx="7185">
                  <c:v>-0.236502150556816</c:v>
                </c:pt>
                <c:pt idx="7186">
                  <c:v>-0.22037666247918464</c:v>
                </c:pt>
                <c:pt idx="7187">
                  <c:v>-0.2207122189758525</c:v>
                </c:pt>
                <c:pt idx="7188">
                  <c:v>-0.23866305309058888</c:v>
                </c:pt>
                <c:pt idx="7189">
                  <c:v>-0.2183638052980772</c:v>
                </c:pt>
                <c:pt idx="7190">
                  <c:v>-0.21771540733111627</c:v>
                </c:pt>
                <c:pt idx="7191">
                  <c:v>-0.24700389470488418</c:v>
                </c:pt>
                <c:pt idx="7192">
                  <c:v>-0.28539189070847037</c:v>
                </c:pt>
                <c:pt idx="7193">
                  <c:v>-0.32651919542198776</c:v>
                </c:pt>
                <c:pt idx="7194">
                  <c:v>-0.34555628249348941</c:v>
                </c:pt>
                <c:pt idx="7195">
                  <c:v>-0.34809341315306469</c:v>
                </c:pt>
                <c:pt idx="7196">
                  <c:v>-0.31176745589953841</c:v>
                </c:pt>
                <c:pt idx="7197">
                  <c:v>-0.29739767309300424</c:v>
                </c:pt>
                <c:pt idx="7198">
                  <c:v>-0.28317604042383276</c:v>
                </c:pt>
                <c:pt idx="7199">
                  <c:v>-0.2745382907253987</c:v>
                </c:pt>
                <c:pt idx="7200">
                  <c:v>-0.25741938616173043</c:v>
                </c:pt>
                <c:pt idx="7201">
                  <c:v>-0.26333836746499684</c:v>
                </c:pt>
                <c:pt idx="7202">
                  <c:v>-0.25041675517468082</c:v>
                </c:pt>
                <c:pt idx="7203">
                  <c:v>-0.22562541348664394</c:v>
                </c:pt>
                <c:pt idx="7204">
                  <c:v>-0.23627457620885842</c:v>
                </c:pt>
                <c:pt idx="7205">
                  <c:v>-0.23379838089952709</c:v>
                </c:pt>
                <c:pt idx="7206">
                  <c:v>-0.23056658841213171</c:v>
                </c:pt>
                <c:pt idx="7207">
                  <c:v>-0.22761912233100801</c:v>
                </c:pt>
                <c:pt idx="7208">
                  <c:v>-0.24945318521673276</c:v>
                </c:pt>
                <c:pt idx="7209">
                  <c:v>-0.24789111389978938</c:v>
                </c:pt>
                <c:pt idx="7210">
                  <c:v>-0.28932192760228143</c:v>
                </c:pt>
                <c:pt idx="7211">
                  <c:v>-0.37179424203188816</c:v>
                </c:pt>
                <c:pt idx="7212">
                  <c:v>-0.41037528627229214</c:v>
                </c:pt>
                <c:pt idx="7213">
                  <c:v>-0.38367080841927254</c:v>
                </c:pt>
                <c:pt idx="7214">
                  <c:v>-0.3537116620611841</c:v>
                </c:pt>
                <c:pt idx="7215">
                  <c:v>-0.39592193155691752</c:v>
                </c:pt>
                <c:pt idx="7216">
                  <c:v>-0.39292409160878822</c:v>
                </c:pt>
                <c:pt idx="7217">
                  <c:v>-0.36289343263498153</c:v>
                </c:pt>
                <c:pt idx="7218">
                  <c:v>-0.30666894687074442</c:v>
                </c:pt>
                <c:pt idx="7219">
                  <c:v>-0.2846992068099507</c:v>
                </c:pt>
                <c:pt idx="7220">
                  <c:v>-0.25713628400676869</c:v>
                </c:pt>
                <c:pt idx="7221">
                  <c:v>-0.25489912852669905</c:v>
                </c:pt>
                <c:pt idx="7222">
                  <c:v>-0.22828663550713363</c:v>
                </c:pt>
                <c:pt idx="7223">
                  <c:v>-0.22568896293146312</c:v>
                </c:pt>
                <c:pt idx="7224">
                  <c:v>-0.24409397719953074</c:v>
                </c:pt>
                <c:pt idx="7225">
                  <c:v>-0.23730893344618892</c:v>
                </c:pt>
                <c:pt idx="7226">
                  <c:v>-0.12240218437796213</c:v>
                </c:pt>
                <c:pt idx="7227">
                  <c:v>-0.19955666683445433</c:v>
                </c:pt>
                <c:pt idx="7228">
                  <c:v>-0.11865699226876771</c:v>
                </c:pt>
                <c:pt idx="7229">
                  <c:v>-9.3173083374293211E-2</c:v>
                </c:pt>
                <c:pt idx="7230">
                  <c:v>-0.12719579605206163</c:v>
                </c:pt>
                <c:pt idx="7231">
                  <c:v>-7.6432602781923015E-2</c:v>
                </c:pt>
                <c:pt idx="7232">
                  <c:v>-2.2732135087002475E-2</c:v>
                </c:pt>
                <c:pt idx="7233">
                  <c:v>-0.11018347181067396</c:v>
                </c:pt>
                <c:pt idx="7234">
                  <c:v>-8.2510478045564911E-2</c:v>
                </c:pt>
                <c:pt idx="7235">
                  <c:v>-7.5236176585571158E-3</c:v>
                </c:pt>
                <c:pt idx="7236">
                  <c:v>-8.7300043277122236E-2</c:v>
                </c:pt>
                <c:pt idx="7237">
                  <c:v>-9.5210027025837918E-2</c:v>
                </c:pt>
                <c:pt idx="7238">
                  <c:v>-1.5312409457379642E-2</c:v>
                </c:pt>
                <c:pt idx="7239">
                  <c:v>-7.0053464189254164E-2</c:v>
                </c:pt>
                <c:pt idx="7240">
                  <c:v>-8.4805412139091096E-2</c:v>
                </c:pt>
                <c:pt idx="7241">
                  <c:v>-3.5056541456363825E-2</c:v>
                </c:pt>
                <c:pt idx="7242">
                  <c:v>-3.7027807895991527E-2</c:v>
                </c:pt>
                <c:pt idx="7243">
                  <c:v>-0.1146511760777493</c:v>
                </c:pt>
                <c:pt idx="7244">
                  <c:v>-4.3073585375067246E-2</c:v>
                </c:pt>
                <c:pt idx="7245">
                  <c:v>-4.069932782478447E-2</c:v>
                </c:pt>
                <c:pt idx="7246">
                  <c:v>-9.3517891239754958E-2</c:v>
                </c:pt>
                <c:pt idx="7247">
                  <c:v>-8.3118094234447493E-2</c:v>
                </c:pt>
                <c:pt idx="7248">
                  <c:v>-6.4281191629202488E-3</c:v>
                </c:pt>
                <c:pt idx="7249">
                  <c:v>-5.1135797017601181E-2</c:v>
                </c:pt>
                <c:pt idx="7250">
                  <c:v>2.3763052547382171E-2</c:v>
                </c:pt>
                <c:pt idx="7251">
                  <c:v>2.4158436504108569E-2</c:v>
                </c:pt>
                <c:pt idx="7252">
                  <c:v>2.5049872868984361E-2</c:v>
                </c:pt>
                <c:pt idx="7253">
                  <c:v>2.3208933441346703E-2</c:v>
                </c:pt>
                <c:pt idx="7254">
                  <c:v>2.4329809603253344E-2</c:v>
                </c:pt>
                <c:pt idx="7255">
                  <c:v>1.5153313774802323E-2</c:v>
                </c:pt>
                <c:pt idx="7256">
                  <c:v>1.5272683912650405E-2</c:v>
                </c:pt>
                <c:pt idx="7257">
                  <c:v>1.3477620023016701E-2</c:v>
                </c:pt>
                <c:pt idx="7258">
                  <c:v>-0.14579688234190291</c:v>
                </c:pt>
                <c:pt idx="7259">
                  <c:v>-0.14876488593971834</c:v>
                </c:pt>
                <c:pt idx="7260">
                  <c:v>-4.4959288293060978E-2</c:v>
                </c:pt>
                <c:pt idx="7261">
                  <c:v>-0.33164872329905043</c:v>
                </c:pt>
                <c:pt idx="7262">
                  <c:v>-6.3648037243041897E-2</c:v>
                </c:pt>
                <c:pt idx="7263">
                  <c:v>-0.41022197922233256</c:v>
                </c:pt>
                <c:pt idx="7264">
                  <c:v>-0.12191102016708893</c:v>
                </c:pt>
                <c:pt idx="7265">
                  <c:v>-0.38021337229189139</c:v>
                </c:pt>
                <c:pt idx="7266">
                  <c:v>-0.27219598882382284</c:v>
                </c:pt>
                <c:pt idx="7267">
                  <c:v>-0.21685931682301848</c:v>
                </c:pt>
                <c:pt idx="7268">
                  <c:v>-0.10167202760597961</c:v>
                </c:pt>
                <c:pt idx="7269">
                  <c:v>-5.6509866122322734E-2</c:v>
                </c:pt>
                <c:pt idx="7270">
                  <c:v>-0.11908381234119152</c:v>
                </c:pt>
                <c:pt idx="7271">
                  <c:v>-0.15293935635080907</c:v>
                </c:pt>
                <c:pt idx="7272">
                  <c:v>-9.723417310343821E-2</c:v>
                </c:pt>
                <c:pt idx="7273">
                  <c:v>-0.11057773060371481</c:v>
                </c:pt>
                <c:pt idx="7274">
                  <c:v>-0.12413032507279727</c:v>
                </c:pt>
                <c:pt idx="7275">
                  <c:v>-0.1185517831371966</c:v>
                </c:pt>
                <c:pt idx="7276">
                  <c:v>-0.13913956870669156</c:v>
                </c:pt>
                <c:pt idx="7277">
                  <c:v>-0.10887250527315337</c:v>
                </c:pt>
                <c:pt idx="7278">
                  <c:v>-0.10886709617255559</c:v>
                </c:pt>
                <c:pt idx="7279">
                  <c:v>-0.11365985605467625</c:v>
                </c:pt>
                <c:pt idx="7280">
                  <c:v>-0.12232917243707894</c:v>
                </c:pt>
                <c:pt idx="7281">
                  <c:v>-0.22142310131887918</c:v>
                </c:pt>
                <c:pt idx="7282">
                  <c:v>-0.35376482236099471</c:v>
                </c:pt>
                <c:pt idx="7283">
                  <c:v>-0.41744653547109223</c:v>
                </c:pt>
                <c:pt idx="7284">
                  <c:v>-0.40974825432370554</c:v>
                </c:pt>
                <c:pt idx="7285">
                  <c:v>-0.36350676894413592</c:v>
                </c:pt>
                <c:pt idx="7286">
                  <c:v>-0.29545796763428195</c:v>
                </c:pt>
                <c:pt idx="7287">
                  <c:v>-0.31229035785965165</c:v>
                </c:pt>
                <c:pt idx="7288">
                  <c:v>-0.33413951131272662</c:v>
                </c:pt>
                <c:pt idx="7289">
                  <c:v>-0.28698917724093181</c:v>
                </c:pt>
                <c:pt idx="7290">
                  <c:v>-0.24542477015007255</c:v>
                </c:pt>
                <c:pt idx="7291">
                  <c:v>-0.22022807447572748</c:v>
                </c:pt>
                <c:pt idx="7292">
                  <c:v>-0.15816820718412949</c:v>
                </c:pt>
                <c:pt idx="7293">
                  <c:v>-0.11536098243394474</c:v>
                </c:pt>
                <c:pt idx="7294">
                  <c:v>-8.374803946490221E-2</c:v>
                </c:pt>
                <c:pt idx="7295">
                  <c:v>-3.7300558382869213E-2</c:v>
                </c:pt>
                <c:pt idx="7296">
                  <c:v>7.4703423644718438E-3</c:v>
                </c:pt>
                <c:pt idx="7297">
                  <c:v>3.317394215942393E-2</c:v>
                </c:pt>
                <c:pt idx="7298">
                  <c:v>3.6313227668281038E-2</c:v>
                </c:pt>
                <c:pt idx="7299">
                  <c:v>3.6304763830481555E-2</c:v>
                </c:pt>
                <c:pt idx="7300">
                  <c:v>3.5305293443547367E-2</c:v>
                </c:pt>
                <c:pt idx="7301">
                  <c:v>3.3001898556200573E-2</c:v>
                </c:pt>
                <c:pt idx="7302">
                  <c:v>3.5873939696693294E-2</c:v>
                </c:pt>
                <c:pt idx="7303">
                  <c:v>3.51807530732407E-2</c:v>
                </c:pt>
                <c:pt idx="7304">
                  <c:v>2.6992272434293533E-2</c:v>
                </c:pt>
                <c:pt idx="7305">
                  <c:v>1.8085906296360713E-2</c:v>
                </c:pt>
                <c:pt idx="7306">
                  <c:v>-0.12719794477850335</c:v>
                </c:pt>
                <c:pt idx="7307">
                  <c:v>-0.12868205891812792</c:v>
                </c:pt>
                <c:pt idx="7308">
                  <c:v>-0.20464787965888673</c:v>
                </c:pt>
                <c:pt idx="7309">
                  <c:v>-3.9879386817155756E-2</c:v>
                </c:pt>
                <c:pt idx="7310">
                  <c:v>-0.26856678893222991</c:v>
                </c:pt>
                <c:pt idx="7311">
                  <c:v>-0.25698885412936501</c:v>
                </c:pt>
                <c:pt idx="7312">
                  <c:v>-0.19673844901820087</c:v>
                </c:pt>
                <c:pt idx="7313">
                  <c:v>-0.20247769623771572</c:v>
                </c:pt>
                <c:pt idx="7314">
                  <c:v>-0.16552298469164775</c:v>
                </c:pt>
                <c:pt idx="7315">
                  <c:v>-0.15001831737156462</c:v>
                </c:pt>
                <c:pt idx="7316">
                  <c:v>-0.12754115916251915</c:v>
                </c:pt>
                <c:pt idx="7317">
                  <c:v>-9.3230360957012356E-2</c:v>
                </c:pt>
                <c:pt idx="7318">
                  <c:v>-6.6883005137916923E-2</c:v>
                </c:pt>
                <c:pt idx="7319">
                  <c:v>-5.2930781141599513E-2</c:v>
                </c:pt>
                <c:pt idx="7320">
                  <c:v>-3.8556978822288673E-2</c:v>
                </c:pt>
                <c:pt idx="7321">
                  <c:v>-2.4857474371263249E-4</c:v>
                </c:pt>
                <c:pt idx="7322">
                  <c:v>1.1273132131437607E-3</c:v>
                </c:pt>
                <c:pt idx="7323">
                  <c:v>2.1106298658134875E-2</c:v>
                </c:pt>
                <c:pt idx="7324">
                  <c:v>1.913617596680732E-2</c:v>
                </c:pt>
                <c:pt idx="7325">
                  <c:v>2.1691360122344801E-2</c:v>
                </c:pt>
                <c:pt idx="7326">
                  <c:v>1.977934137319037E-2</c:v>
                </c:pt>
                <c:pt idx="7327">
                  <c:v>1.0388123720315586E-2</c:v>
                </c:pt>
                <c:pt idx="7328">
                  <c:v>-6.0900757616156025E-4</c:v>
                </c:pt>
                <c:pt idx="7329">
                  <c:v>-4.9808464192692609E-2</c:v>
                </c:pt>
                <c:pt idx="7330">
                  <c:v>-0.32089335891316012</c:v>
                </c:pt>
                <c:pt idx="7331">
                  <c:v>-0.29391079037332668</c:v>
                </c:pt>
                <c:pt idx="7332">
                  <c:v>-0.21106431986806054</c:v>
                </c:pt>
                <c:pt idx="7333">
                  <c:v>-0.32091635492310167</c:v>
                </c:pt>
                <c:pt idx="7334">
                  <c:v>-0.3244106405306097</c:v>
                </c:pt>
                <c:pt idx="7335">
                  <c:v>-0.32212371765367126</c:v>
                </c:pt>
                <c:pt idx="7336">
                  <c:v>-0.33105041247281819</c:v>
                </c:pt>
                <c:pt idx="7337">
                  <c:v>-0.3225390013190309</c:v>
                </c:pt>
                <c:pt idx="7338">
                  <c:v>-0.255135507335158</c:v>
                </c:pt>
                <c:pt idx="7339">
                  <c:v>-0.22099917142360836</c:v>
                </c:pt>
                <c:pt idx="7340">
                  <c:v>-0.1869541127631682</c:v>
                </c:pt>
                <c:pt idx="7341">
                  <c:v>-0.14706157695785912</c:v>
                </c:pt>
                <c:pt idx="7342">
                  <c:v>-0.12036237150716804</c:v>
                </c:pt>
                <c:pt idx="7343">
                  <c:v>-0.12221615006936311</c:v>
                </c:pt>
                <c:pt idx="7344">
                  <c:v>-4.9916550999693977E-2</c:v>
                </c:pt>
                <c:pt idx="7345">
                  <c:v>-7.5739483067763097E-2</c:v>
                </c:pt>
                <c:pt idx="7346">
                  <c:v>-2.4425608072798539E-3</c:v>
                </c:pt>
                <c:pt idx="7347">
                  <c:v>-9.7343326933725938E-2</c:v>
                </c:pt>
                <c:pt idx="7348">
                  <c:v>1.725833356858298E-2</c:v>
                </c:pt>
                <c:pt idx="7349">
                  <c:v>1.9846867269334767E-2</c:v>
                </c:pt>
                <c:pt idx="7350">
                  <c:v>1.7089495228966304E-2</c:v>
                </c:pt>
                <c:pt idx="7351">
                  <c:v>-3.2041698822499957E-2</c:v>
                </c:pt>
                <c:pt idx="7352">
                  <c:v>-4.0871509752706557E-2</c:v>
                </c:pt>
                <c:pt idx="7353">
                  <c:v>-9.7056404396708151E-2</c:v>
                </c:pt>
                <c:pt idx="7354">
                  <c:v>-0.11846913847579864</c:v>
                </c:pt>
                <c:pt idx="7355">
                  <c:v>-0.24746556229744671</c:v>
                </c:pt>
                <c:pt idx="7356">
                  <c:v>-0.25288666074820321</c:v>
                </c:pt>
                <c:pt idx="7357">
                  <c:v>-0.28259933331499071</c:v>
                </c:pt>
                <c:pt idx="7358">
                  <c:v>-0.31769685492608291</c:v>
                </c:pt>
                <c:pt idx="7359">
                  <c:v>-0.32612210613266557</c:v>
                </c:pt>
                <c:pt idx="7360">
                  <c:v>-0.34610335011422161</c:v>
                </c:pt>
                <c:pt idx="7361">
                  <c:v>-0.35694855850992369</c:v>
                </c:pt>
                <c:pt idx="7362">
                  <c:v>-0.3150771330424651</c:v>
                </c:pt>
                <c:pt idx="7363">
                  <c:v>-0.29668322664842001</c:v>
                </c:pt>
                <c:pt idx="7364">
                  <c:v>-0.26334065973391524</c:v>
                </c:pt>
                <c:pt idx="7365">
                  <c:v>-0.17158755987802896</c:v>
                </c:pt>
                <c:pt idx="7366">
                  <c:v>-0.15261833457470028</c:v>
                </c:pt>
                <c:pt idx="7367">
                  <c:v>-8.8662332289930007E-2</c:v>
                </c:pt>
                <c:pt idx="7368">
                  <c:v>-2.3259437363146812E-2</c:v>
                </c:pt>
                <c:pt idx="7369">
                  <c:v>-2.8333484978713746E-3</c:v>
                </c:pt>
                <c:pt idx="7370">
                  <c:v>3.3919915105570324E-3</c:v>
                </c:pt>
                <c:pt idx="7371">
                  <c:v>9.4519550323894468E-3</c:v>
                </c:pt>
                <c:pt idx="7372">
                  <c:v>9.5660219980412582E-3</c:v>
                </c:pt>
                <c:pt idx="7373">
                  <c:v>1.3671784927737369E-2</c:v>
                </c:pt>
                <c:pt idx="7374">
                  <c:v>1.4254833674295949E-2</c:v>
                </c:pt>
                <c:pt idx="7375">
                  <c:v>-4.6394362358832701E-2</c:v>
                </c:pt>
                <c:pt idx="7376">
                  <c:v>-0.21012706669376852</c:v>
                </c:pt>
                <c:pt idx="7377">
                  <c:v>-0.24756520007882027</c:v>
                </c:pt>
                <c:pt idx="7378">
                  <c:v>-0.31802678322044681</c:v>
                </c:pt>
                <c:pt idx="7379">
                  <c:v>-0.3175378393273468</c:v>
                </c:pt>
                <c:pt idx="7380">
                  <c:v>-0.31038099222083726</c:v>
                </c:pt>
                <c:pt idx="7381">
                  <c:v>-0.36989177914247634</c:v>
                </c:pt>
                <c:pt idx="7382">
                  <c:v>-0.42514483518445501</c:v>
                </c:pt>
                <c:pt idx="7383">
                  <c:v>-0.41639378060912108</c:v>
                </c:pt>
                <c:pt idx="7384">
                  <c:v>-0.46307652706066371</c:v>
                </c:pt>
                <c:pt idx="7385">
                  <c:v>-0.42831175215911549</c:v>
                </c:pt>
                <c:pt idx="7386">
                  <c:v>-0.38377053922730087</c:v>
                </c:pt>
                <c:pt idx="7387">
                  <c:v>-0.28364942836539347</c:v>
                </c:pt>
                <c:pt idx="7388">
                  <c:v>-0.25792649598204093</c:v>
                </c:pt>
                <c:pt idx="7389">
                  <c:v>-0.26095122339139298</c:v>
                </c:pt>
                <c:pt idx="7390">
                  <c:v>-0.1903804968274028</c:v>
                </c:pt>
                <c:pt idx="7391">
                  <c:v>-0.27537280327327956</c:v>
                </c:pt>
                <c:pt idx="7392">
                  <c:v>-0.14596450702617478</c:v>
                </c:pt>
                <c:pt idx="7393">
                  <c:v>-6.2675637256142822E-2</c:v>
                </c:pt>
                <c:pt idx="7394">
                  <c:v>-4.900360471747002E-3</c:v>
                </c:pt>
                <c:pt idx="7395">
                  <c:v>8.6778876699853298E-3</c:v>
                </c:pt>
                <c:pt idx="7396">
                  <c:v>1.3746971483335686E-2</c:v>
                </c:pt>
                <c:pt idx="7397">
                  <c:v>2.17193972881107E-2</c:v>
                </c:pt>
                <c:pt idx="7398">
                  <c:v>1.8722893828366803E-2</c:v>
                </c:pt>
                <c:pt idx="7399">
                  <c:v>-4.0060857577895466E-2</c:v>
                </c:pt>
                <c:pt idx="7400">
                  <c:v>-4.8219935753018639E-2</c:v>
                </c:pt>
                <c:pt idx="7401">
                  <c:v>-0.27958297564267892</c:v>
                </c:pt>
                <c:pt idx="7402">
                  <c:v>-0.1458425260143669</c:v>
                </c:pt>
                <c:pt idx="7403">
                  <c:v>-0.40099721310608549</c:v>
                </c:pt>
                <c:pt idx="7404">
                  <c:v>-0.31257404960812657</c:v>
                </c:pt>
                <c:pt idx="7405">
                  <c:v>-0.31964066757670589</c:v>
                </c:pt>
                <c:pt idx="7406">
                  <c:v>-0.34112868711723743</c:v>
                </c:pt>
                <c:pt idx="7407">
                  <c:v>-0.31948641931413635</c:v>
                </c:pt>
                <c:pt idx="7408">
                  <c:v>-0.36766051868309091</c:v>
                </c:pt>
                <c:pt idx="7409">
                  <c:v>-0.32202165377756892</c:v>
                </c:pt>
                <c:pt idx="7410">
                  <c:v>-0.31550517558054042</c:v>
                </c:pt>
                <c:pt idx="7411">
                  <c:v>-0.26767453758071097</c:v>
                </c:pt>
                <c:pt idx="7412">
                  <c:v>-0.23303152950764572</c:v>
                </c:pt>
                <c:pt idx="7413">
                  <c:v>-0.21803307325267021</c:v>
                </c:pt>
                <c:pt idx="7414">
                  <c:v>-0.2053985449761192</c:v>
                </c:pt>
                <c:pt idx="7415">
                  <c:v>-0.16978846325548369</c:v>
                </c:pt>
                <c:pt idx="7416">
                  <c:v>-0.16547780021334579</c:v>
                </c:pt>
                <c:pt idx="7417">
                  <c:v>-0.11519677942609988</c:v>
                </c:pt>
                <c:pt idx="7418">
                  <c:v>-1.9532515638158176E-2</c:v>
                </c:pt>
                <c:pt idx="7419">
                  <c:v>-0.10402921135956993</c:v>
                </c:pt>
                <c:pt idx="7420">
                  <c:v>1.4380673619179135E-2</c:v>
                </c:pt>
                <c:pt idx="7421">
                  <c:v>1.9912497828111355E-2</c:v>
                </c:pt>
                <c:pt idx="7422">
                  <c:v>1.6020176871856934E-2</c:v>
                </c:pt>
                <c:pt idx="7423">
                  <c:v>-7.2098553659869738E-2</c:v>
                </c:pt>
                <c:pt idx="7424">
                  <c:v>-6.7238156226435503E-2</c:v>
                </c:pt>
                <c:pt idx="7425">
                  <c:v>-0.32722310399052973</c:v>
                </c:pt>
                <c:pt idx="7426">
                  <c:v>-9.0033236182458176E-2</c:v>
                </c:pt>
                <c:pt idx="7427">
                  <c:v>-0.49134156990839706</c:v>
                </c:pt>
                <c:pt idx="7428">
                  <c:v>-0.41125278594121867</c:v>
                </c:pt>
                <c:pt idx="7429">
                  <c:v>-0.41408781248310944</c:v>
                </c:pt>
                <c:pt idx="7430">
                  <c:v>-0.42380421693127729</c:v>
                </c:pt>
                <c:pt idx="7431">
                  <c:v>-0.42311077621399462</c:v>
                </c:pt>
                <c:pt idx="7432">
                  <c:v>-0.42612118666229959</c:v>
                </c:pt>
                <c:pt idx="7433">
                  <c:v>-0.36886614449648086</c:v>
                </c:pt>
                <c:pt idx="7434">
                  <c:v>-0.33809863896185205</c:v>
                </c:pt>
                <c:pt idx="7435">
                  <c:v>-0.30724016742978716</c:v>
                </c:pt>
                <c:pt idx="7436">
                  <c:v>-0.27819825288838096</c:v>
                </c:pt>
                <c:pt idx="7437">
                  <c:v>-0.23449290807104656</c:v>
                </c:pt>
                <c:pt idx="7438">
                  <c:v>-0.24729029902331739</c:v>
                </c:pt>
                <c:pt idx="7439">
                  <c:v>-0.22696294744443068</c:v>
                </c:pt>
                <c:pt idx="7440">
                  <c:v>-0.20225188029603802</c:v>
                </c:pt>
                <c:pt idx="7441">
                  <c:v>-0.1833393169838182</c:v>
                </c:pt>
                <c:pt idx="7442">
                  <c:v>-2.5619557648881321E-2</c:v>
                </c:pt>
                <c:pt idx="7443">
                  <c:v>-7.1050172395438066E-3</c:v>
                </c:pt>
                <c:pt idx="7444">
                  <c:v>1.179652359984722E-2</c:v>
                </c:pt>
                <c:pt idx="7445">
                  <c:v>1.9582215074108379E-2</c:v>
                </c:pt>
                <c:pt idx="7446">
                  <c:v>2.1573365037552673E-2</c:v>
                </c:pt>
                <c:pt idx="7447">
                  <c:v>-8.4085809778535303E-2</c:v>
                </c:pt>
                <c:pt idx="7448">
                  <c:v>-0.12187430356979917</c:v>
                </c:pt>
                <c:pt idx="7449">
                  <c:v>-0.18973950676804219</c:v>
                </c:pt>
                <c:pt idx="7450">
                  <c:v>-0.3186777567433311</c:v>
                </c:pt>
                <c:pt idx="7451">
                  <c:v>-0.19832112450256742</c:v>
                </c:pt>
                <c:pt idx="7452">
                  <c:v>-0.22293139214483415</c:v>
                </c:pt>
                <c:pt idx="7453">
                  <c:v>-0.2105387735688764</c:v>
                </c:pt>
                <c:pt idx="7454">
                  <c:v>-0.27256161640583931</c:v>
                </c:pt>
                <c:pt idx="7455">
                  <c:v>-0.29480983862406679</c:v>
                </c:pt>
                <c:pt idx="7456">
                  <c:v>-0.26321822286834073</c:v>
                </c:pt>
                <c:pt idx="7457">
                  <c:v>-0.2191587353141782</c:v>
                </c:pt>
                <c:pt idx="7458">
                  <c:v>-0.22336612789758717</c:v>
                </c:pt>
                <c:pt idx="7459">
                  <c:v>-0.21853351138109431</c:v>
                </c:pt>
                <c:pt idx="7460">
                  <c:v>-0.20039764201460405</c:v>
                </c:pt>
                <c:pt idx="7461">
                  <c:v>-0.19623988957042604</c:v>
                </c:pt>
                <c:pt idx="7462">
                  <c:v>-0.18581471578484274</c:v>
                </c:pt>
                <c:pt idx="7463">
                  <c:v>-0.181485760410526</c:v>
                </c:pt>
                <c:pt idx="7464">
                  <c:v>-0.14914503793123982</c:v>
                </c:pt>
                <c:pt idx="7465">
                  <c:v>-0.12258343566250302</c:v>
                </c:pt>
                <c:pt idx="7466">
                  <c:v>-6.9672158350712596E-2</c:v>
                </c:pt>
                <c:pt idx="7467">
                  <c:v>-0.12925158121683811</c:v>
                </c:pt>
                <c:pt idx="7468">
                  <c:v>-0.13584705718333032</c:v>
                </c:pt>
                <c:pt idx="7469">
                  <c:v>-5.9429694868072258E-2</c:v>
                </c:pt>
                <c:pt idx="7470">
                  <c:v>-0.1817922391883334</c:v>
                </c:pt>
                <c:pt idx="7471">
                  <c:v>-0.19365590944395067</c:v>
                </c:pt>
                <c:pt idx="7472">
                  <c:v>-0.18579763720621897</c:v>
                </c:pt>
                <c:pt idx="7473">
                  <c:v>-0.21283608422155909</c:v>
                </c:pt>
                <c:pt idx="7474">
                  <c:v>-0.23490386849647316</c:v>
                </c:pt>
                <c:pt idx="7475">
                  <c:v>-0.23120725823828708</c:v>
                </c:pt>
                <c:pt idx="7476">
                  <c:v>-0.26109020144830331</c:v>
                </c:pt>
                <c:pt idx="7477">
                  <c:v>-0.31913860651587195</c:v>
                </c:pt>
                <c:pt idx="7478">
                  <c:v>-0.39724133152502439</c:v>
                </c:pt>
                <c:pt idx="7479">
                  <c:v>-0.38939779102120525</c:v>
                </c:pt>
                <c:pt idx="7480">
                  <c:v>-0.45646924308049458</c:v>
                </c:pt>
                <c:pt idx="7481">
                  <c:v>-0.41402517427847219</c:v>
                </c:pt>
                <c:pt idx="7482">
                  <c:v>-0.35849138854487494</c:v>
                </c:pt>
                <c:pt idx="7483">
                  <c:v>-0.31819851381520953</c:v>
                </c:pt>
                <c:pt idx="7484">
                  <c:v>-0.28104828335664062</c:v>
                </c:pt>
                <c:pt idx="7485">
                  <c:v>-0.26108966158682984</c:v>
                </c:pt>
                <c:pt idx="7486">
                  <c:v>-0.23385986688557187</c:v>
                </c:pt>
                <c:pt idx="7487">
                  <c:v>3.3318266179593797E-2</c:v>
                </c:pt>
                <c:pt idx="7488">
                  <c:v>6.4414444213122396E-2</c:v>
                </c:pt>
                <c:pt idx="7489">
                  <c:v>6.3025125856171968E-2</c:v>
                </c:pt>
                <c:pt idx="7490">
                  <c:v>6.1622497318282406E-2</c:v>
                </c:pt>
                <c:pt idx="7491">
                  <c:v>6.0206558599453744E-2</c:v>
                </c:pt>
                <c:pt idx="7492">
                  <c:v>5.8777309699685379E-2</c:v>
                </c:pt>
                <c:pt idx="7493">
                  <c:v>5.7334750618977422E-2</c:v>
                </c:pt>
                <c:pt idx="7494">
                  <c:v>5.5878881357330289E-2</c:v>
                </c:pt>
                <c:pt idx="7495">
                  <c:v>5.4409701914743626E-2</c:v>
                </c:pt>
                <c:pt idx="7496">
                  <c:v>5.2927212291217662E-2</c:v>
                </c:pt>
                <c:pt idx="7497">
                  <c:v>5.1431412486752287E-2</c:v>
                </c:pt>
                <c:pt idx="7498">
                  <c:v>4.9922302501347555E-2</c:v>
                </c:pt>
                <c:pt idx="7499">
                  <c:v>4.8399882335003384E-2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-0.44745286662835571</c:v>
                </c:pt>
                <c:pt idx="7697">
                  <c:v>-0.43620777282191675</c:v>
                </c:pt>
                <c:pt idx="7698">
                  <c:v>-0.37968399820036303</c:v>
                </c:pt>
                <c:pt idx="7699">
                  <c:v>-0.36608951946976731</c:v>
                </c:pt>
                <c:pt idx="7700">
                  <c:v>-0.33602432173955055</c:v>
                </c:pt>
                <c:pt idx="7701">
                  <c:v>-0.32896360153098031</c:v>
                </c:pt>
                <c:pt idx="7702">
                  <c:v>-0.2922184888270638</c:v>
                </c:pt>
                <c:pt idx="7703">
                  <c:v>-0.10997769700919457</c:v>
                </c:pt>
                <c:pt idx="7704">
                  <c:v>-6.8798750665267125E-2</c:v>
                </c:pt>
                <c:pt idx="7705">
                  <c:v>-2.7064319255091698E-2</c:v>
                </c:pt>
                <c:pt idx="7706">
                  <c:v>-6.4310660447074539E-3</c:v>
                </c:pt>
                <c:pt idx="7707">
                  <c:v>3.7715295977279301E-3</c:v>
                </c:pt>
                <c:pt idx="7708">
                  <c:v>8.9468917208684381E-3</c:v>
                </c:pt>
                <c:pt idx="7709">
                  <c:v>1.2194178544216967E-2</c:v>
                </c:pt>
                <c:pt idx="7710">
                  <c:v>1.7952903182646439E-2</c:v>
                </c:pt>
                <c:pt idx="7711">
                  <c:v>-0.18747149298662943</c:v>
                </c:pt>
                <c:pt idx="7712">
                  <c:v>-0.22049791871838401</c:v>
                </c:pt>
                <c:pt idx="7713">
                  <c:v>-0.24065812904069273</c:v>
                </c:pt>
                <c:pt idx="7714">
                  <c:v>-0.2323361238410992</c:v>
                </c:pt>
                <c:pt idx="7715">
                  <c:v>-0.37504019677346345</c:v>
                </c:pt>
                <c:pt idx="7716">
                  <c:v>-0.41416826007233221</c:v>
                </c:pt>
                <c:pt idx="7717">
                  <c:v>-0.34430677101777724</c:v>
                </c:pt>
                <c:pt idx="7718">
                  <c:v>-0.25310643983619674</c:v>
                </c:pt>
                <c:pt idx="7719">
                  <c:v>-0.40207396894630798</c:v>
                </c:pt>
                <c:pt idx="7720">
                  <c:v>-0.4722519847370738</c:v>
                </c:pt>
                <c:pt idx="7721">
                  <c:v>-0.37945285546354635</c:v>
                </c:pt>
                <c:pt idx="7722">
                  <c:v>-0.12583080393009927</c:v>
                </c:pt>
                <c:pt idx="7723">
                  <c:v>-0.163623121925868</c:v>
                </c:pt>
                <c:pt idx="7724">
                  <c:v>-9.1154736966422928E-2</c:v>
                </c:pt>
                <c:pt idx="7725">
                  <c:v>5.557891400831595E-3</c:v>
                </c:pt>
                <c:pt idx="7726">
                  <c:v>1.3888517022918708E-2</c:v>
                </c:pt>
                <c:pt idx="7727">
                  <c:v>1.7096647148135108E-2</c:v>
                </c:pt>
                <c:pt idx="7728">
                  <c:v>1.6638967617030348E-2</c:v>
                </c:pt>
                <c:pt idx="7729">
                  <c:v>2.2888516218335941E-2</c:v>
                </c:pt>
                <c:pt idx="7730">
                  <c:v>2.7619292911187438E-2</c:v>
                </c:pt>
                <c:pt idx="7731">
                  <c:v>2.643542556502201E-2</c:v>
                </c:pt>
                <c:pt idx="7732">
                  <c:v>2.4499516541937535E-2</c:v>
                </c:pt>
                <c:pt idx="7733">
                  <c:v>2.6354839981580374E-2</c:v>
                </c:pt>
                <c:pt idx="7734">
                  <c:v>2.1940509040660302E-2</c:v>
                </c:pt>
                <c:pt idx="7735">
                  <c:v>1.7750222025770649E-2</c:v>
                </c:pt>
                <c:pt idx="7736">
                  <c:v>1.3319344376868414E-2</c:v>
                </c:pt>
                <c:pt idx="7737">
                  <c:v>2.3021506387761511E-2</c:v>
                </c:pt>
                <c:pt idx="7738">
                  <c:v>2.9283158119677504E-2</c:v>
                </c:pt>
                <c:pt idx="7739">
                  <c:v>1.4350885642547336E-2</c:v>
                </c:pt>
                <c:pt idx="7740">
                  <c:v>1.9570676718582949E-2</c:v>
                </c:pt>
                <c:pt idx="7741">
                  <c:v>2.9897902257317904E-2</c:v>
                </c:pt>
                <c:pt idx="7742">
                  <c:v>2.844499510331799E-2</c:v>
                </c:pt>
                <c:pt idx="7743">
                  <c:v>3.293311795939774E-2</c:v>
                </c:pt>
                <c:pt idx="7744">
                  <c:v>2.6076807149463754E-2</c:v>
                </c:pt>
                <c:pt idx="7745">
                  <c:v>2.5156934708223725E-2</c:v>
                </c:pt>
                <c:pt idx="7746">
                  <c:v>2.5495493103247259E-2</c:v>
                </c:pt>
                <c:pt idx="7747">
                  <c:v>2.3577691515221235E-2</c:v>
                </c:pt>
                <c:pt idx="7748">
                  <c:v>2.0230309258199415E-2</c:v>
                </c:pt>
                <c:pt idx="7749">
                  <c:v>2.507805141427142E-2</c:v>
                </c:pt>
                <c:pt idx="7750">
                  <c:v>2.4024889174679771E-2</c:v>
                </c:pt>
                <c:pt idx="7751">
                  <c:v>2.2663394209181821E-2</c:v>
                </c:pt>
                <c:pt idx="7752">
                  <c:v>2.5924808645972717E-2</c:v>
                </c:pt>
                <c:pt idx="7753">
                  <c:v>2.5183408389480234E-2</c:v>
                </c:pt>
                <c:pt idx="7754">
                  <c:v>2.4751240270208853E-2</c:v>
                </c:pt>
                <c:pt idx="7755">
                  <c:v>2.3170598612002533E-2</c:v>
                </c:pt>
                <c:pt idx="7756">
                  <c:v>2.7661414283237221E-2</c:v>
                </c:pt>
                <c:pt idx="7757">
                  <c:v>2.5797225335626357E-2</c:v>
                </c:pt>
                <c:pt idx="7758">
                  <c:v>2.3792755066843668E-2</c:v>
                </c:pt>
                <c:pt idx="7759">
                  <c:v>1.7146915525022639E-2</c:v>
                </c:pt>
                <c:pt idx="7760">
                  <c:v>1.8025711094303759E-2</c:v>
                </c:pt>
                <c:pt idx="7761">
                  <c:v>2.0843248257434169E-2</c:v>
                </c:pt>
                <c:pt idx="7762">
                  <c:v>-7.9860666485081458E-2</c:v>
                </c:pt>
                <c:pt idx="7763">
                  <c:v>-0.35218817228192423</c:v>
                </c:pt>
                <c:pt idx="7764">
                  <c:v>-0.28779643943305427</c:v>
                </c:pt>
                <c:pt idx="7765">
                  <c:v>-0.27065518573619479</c:v>
                </c:pt>
                <c:pt idx="7766">
                  <c:v>-0.41403943985039848</c:v>
                </c:pt>
                <c:pt idx="7767">
                  <c:v>-0.34504765166427559</c:v>
                </c:pt>
                <c:pt idx="7768">
                  <c:v>-0.35652432102876064</c:v>
                </c:pt>
                <c:pt idx="7769">
                  <c:v>-0.2301524329772453</c:v>
                </c:pt>
                <c:pt idx="7770">
                  <c:v>-0.23440284618088719</c:v>
                </c:pt>
                <c:pt idx="7771">
                  <c:v>-0.17664236602910496</c:v>
                </c:pt>
                <c:pt idx="7772">
                  <c:v>-0.1934429538680843</c:v>
                </c:pt>
                <c:pt idx="7773">
                  <c:v>-2.654172578765944E-2</c:v>
                </c:pt>
                <c:pt idx="7774">
                  <c:v>-1.7864743009717889E-3</c:v>
                </c:pt>
                <c:pt idx="7775">
                  <c:v>6.044673723946671E-4</c:v>
                </c:pt>
                <c:pt idx="7776">
                  <c:v>4.7988430341502119E-3</c:v>
                </c:pt>
                <c:pt idx="7777">
                  <c:v>1.3284809916443189E-2</c:v>
                </c:pt>
                <c:pt idx="7778">
                  <c:v>1.7857811381127738E-2</c:v>
                </c:pt>
                <c:pt idx="7779">
                  <c:v>2.0168664898463706E-2</c:v>
                </c:pt>
                <c:pt idx="7780">
                  <c:v>2.3599060047563337E-2</c:v>
                </c:pt>
                <c:pt idx="7781">
                  <c:v>2.5522628328555869E-2</c:v>
                </c:pt>
                <c:pt idx="7782">
                  <c:v>2.6883871117854646E-2</c:v>
                </c:pt>
                <c:pt idx="7783">
                  <c:v>-2.6179802345578547E-2</c:v>
                </c:pt>
                <c:pt idx="7784">
                  <c:v>-0.3090479245583464</c:v>
                </c:pt>
                <c:pt idx="7785">
                  <c:v>-0.22019582183070557</c:v>
                </c:pt>
                <c:pt idx="7786">
                  <c:v>-0.20276716733358524</c:v>
                </c:pt>
                <c:pt idx="7787">
                  <c:v>-0.20285420791820261</c:v>
                </c:pt>
                <c:pt idx="7788">
                  <c:v>-0.23084670866805646</c:v>
                </c:pt>
                <c:pt idx="7789">
                  <c:v>-0.24851148769059411</c:v>
                </c:pt>
                <c:pt idx="7790">
                  <c:v>-0.29109134335346587</c:v>
                </c:pt>
                <c:pt idx="7791">
                  <c:v>-0.29282129521803718</c:v>
                </c:pt>
                <c:pt idx="7792">
                  <c:v>-0.26439981084198327</c:v>
                </c:pt>
                <c:pt idx="7793">
                  <c:v>-0.23805626797236756</c:v>
                </c:pt>
                <c:pt idx="7794">
                  <c:v>-0.15244641395502434</c:v>
                </c:pt>
                <c:pt idx="7795">
                  <c:v>-2.8340266952977883E-2</c:v>
                </c:pt>
                <c:pt idx="7796">
                  <c:v>-0.24361288983038237</c:v>
                </c:pt>
                <c:pt idx="7797">
                  <c:v>-6.4342598481033589E-2</c:v>
                </c:pt>
                <c:pt idx="7798">
                  <c:v>-0.10572120878051983</c:v>
                </c:pt>
                <c:pt idx="7799">
                  <c:v>6.9430164002654915E-3</c:v>
                </c:pt>
                <c:pt idx="7800">
                  <c:v>1.7563645778627634E-2</c:v>
                </c:pt>
                <c:pt idx="7801">
                  <c:v>1.6179703519139627E-2</c:v>
                </c:pt>
                <c:pt idx="7802">
                  <c:v>2.0949872653695155E-2</c:v>
                </c:pt>
                <c:pt idx="7803">
                  <c:v>2.7340851451099896E-2</c:v>
                </c:pt>
                <c:pt idx="7804">
                  <c:v>2.862968198712848E-2</c:v>
                </c:pt>
                <c:pt idx="7805">
                  <c:v>2.1854218943200249E-2</c:v>
                </c:pt>
                <c:pt idx="7806">
                  <c:v>1.9652314208051622E-2</c:v>
                </c:pt>
                <c:pt idx="7807">
                  <c:v>1.4370269303112906E-2</c:v>
                </c:pt>
                <c:pt idx="7808">
                  <c:v>-0.22820356242729506</c:v>
                </c:pt>
                <c:pt idx="7809">
                  <c:v>-0.26521517663071342</c:v>
                </c:pt>
                <c:pt idx="7810">
                  <c:v>-3.0719923902264454E-2</c:v>
                </c:pt>
                <c:pt idx="7811">
                  <c:v>-0.39940158758240368</c:v>
                </c:pt>
                <c:pt idx="7812">
                  <c:v>-0.36067345776820581</c:v>
                </c:pt>
                <c:pt idx="7813">
                  <c:v>-0.3572934633220663</c:v>
                </c:pt>
                <c:pt idx="7814">
                  <c:v>-0.39906574728639721</c:v>
                </c:pt>
                <c:pt idx="7815">
                  <c:v>-0.31073591416662649</c:v>
                </c:pt>
                <c:pt idx="7816">
                  <c:v>-0.32216028771641059</c:v>
                </c:pt>
                <c:pt idx="7817">
                  <c:v>-0.25036397817805617</c:v>
                </c:pt>
                <c:pt idx="7818">
                  <c:v>-0.23489698669503156</c:v>
                </c:pt>
                <c:pt idx="7819">
                  <c:v>-0.13209803860909083</c:v>
                </c:pt>
                <c:pt idx="7820">
                  <c:v>-0.13324570094309776</c:v>
                </c:pt>
                <c:pt idx="7821">
                  <c:v>-0.14706059797320539</c:v>
                </c:pt>
                <c:pt idx="7822">
                  <c:v>-0.18658064820359918</c:v>
                </c:pt>
                <c:pt idx="7823">
                  <c:v>-4.2678910971088078E-2</c:v>
                </c:pt>
                <c:pt idx="7824">
                  <c:v>1.3906227262291555E-2</c:v>
                </c:pt>
                <c:pt idx="7825">
                  <c:v>1.495131797564061E-2</c:v>
                </c:pt>
                <c:pt idx="7826">
                  <c:v>1.7697289140979608E-2</c:v>
                </c:pt>
                <c:pt idx="7827">
                  <c:v>1.5852776627389355E-2</c:v>
                </c:pt>
                <c:pt idx="7828">
                  <c:v>1.7860847093859714E-2</c:v>
                </c:pt>
                <c:pt idx="7829">
                  <c:v>1.7409897006823029E-2</c:v>
                </c:pt>
                <c:pt idx="7830">
                  <c:v>2.0473908354777977E-2</c:v>
                </c:pt>
                <c:pt idx="7831">
                  <c:v>-6.8096371531944255E-2</c:v>
                </c:pt>
                <c:pt idx="7832">
                  <c:v>-0.20502153051121463</c:v>
                </c:pt>
                <c:pt idx="7833">
                  <c:v>-0.22526075088119257</c:v>
                </c:pt>
                <c:pt idx="7834">
                  <c:v>-0.45363387221893708</c:v>
                </c:pt>
                <c:pt idx="7835">
                  <c:v>-0.42229322107665229</c:v>
                </c:pt>
                <c:pt idx="7836">
                  <c:v>-0.41444697664051339</c:v>
                </c:pt>
                <c:pt idx="7837">
                  <c:v>-0.41203673107091954</c:v>
                </c:pt>
                <c:pt idx="7838">
                  <c:v>-0.45084835290858544</c:v>
                </c:pt>
                <c:pt idx="7839">
                  <c:v>-0.46546790453682846</c:v>
                </c:pt>
                <c:pt idx="7840">
                  <c:v>-0.49199945497167258</c:v>
                </c:pt>
                <c:pt idx="7841">
                  <c:v>-0.34686814912334124</c:v>
                </c:pt>
                <c:pt idx="7842">
                  <c:v>-0.25443226504074867</c:v>
                </c:pt>
                <c:pt idx="7843">
                  <c:v>-0.23385300595133007</c:v>
                </c:pt>
                <c:pt idx="7844">
                  <c:v>-0.21919043438904456</c:v>
                </c:pt>
                <c:pt idx="7845">
                  <c:v>-0.106590126694294</c:v>
                </c:pt>
                <c:pt idx="7846">
                  <c:v>-0.16655256290586681</c:v>
                </c:pt>
                <c:pt idx="7847">
                  <c:v>-8.1029638879230037E-2</c:v>
                </c:pt>
                <c:pt idx="7848">
                  <c:v>4.443992292219646E-3</c:v>
                </c:pt>
                <c:pt idx="7849">
                  <c:v>4.4082032570121592E-3</c:v>
                </c:pt>
                <c:pt idx="7850">
                  <c:v>1.4001079932518548E-2</c:v>
                </c:pt>
                <c:pt idx="7851">
                  <c:v>1.6819434296374756E-2</c:v>
                </c:pt>
                <c:pt idx="7852">
                  <c:v>2.0310421713004349E-2</c:v>
                </c:pt>
                <c:pt idx="7853">
                  <c:v>2.6297200308886035E-2</c:v>
                </c:pt>
                <c:pt idx="7854">
                  <c:v>2.6193493471141353E-2</c:v>
                </c:pt>
                <c:pt idx="7855">
                  <c:v>-2.4425314911076027E-2</c:v>
                </c:pt>
                <c:pt idx="7856">
                  <c:v>-0.22827241733145034</c:v>
                </c:pt>
                <c:pt idx="7857">
                  <c:v>-0.16542247130145041</c:v>
                </c:pt>
                <c:pt idx="7858">
                  <c:v>-0.30621406985278682</c:v>
                </c:pt>
                <c:pt idx="7859">
                  <c:v>-0.42001490338501635</c:v>
                </c:pt>
                <c:pt idx="7860">
                  <c:v>-0.44050413460158733</c:v>
                </c:pt>
                <c:pt idx="7861">
                  <c:v>-0.40542504173988902</c:v>
                </c:pt>
                <c:pt idx="7862">
                  <c:v>-0.38259865016064537</c:v>
                </c:pt>
                <c:pt idx="7863">
                  <c:v>-0.38280361272415292</c:v>
                </c:pt>
                <c:pt idx="7864">
                  <c:v>-0.35046271838455717</c:v>
                </c:pt>
                <c:pt idx="7865">
                  <c:v>-0.30809415618223762</c:v>
                </c:pt>
                <c:pt idx="7866">
                  <c:v>-0.20399203841106428</c:v>
                </c:pt>
                <c:pt idx="7867">
                  <c:v>-9.6403313326886647E-2</c:v>
                </c:pt>
                <c:pt idx="7868">
                  <c:v>-5.4194498816278185E-2</c:v>
                </c:pt>
                <c:pt idx="7869">
                  <c:v>-0.10513981621586807</c:v>
                </c:pt>
                <c:pt idx="7870">
                  <c:v>-5.1182316408961412E-2</c:v>
                </c:pt>
                <c:pt idx="7871">
                  <c:v>-1.4972300727466326E-2</c:v>
                </c:pt>
                <c:pt idx="7872">
                  <c:v>1.3678485901750611E-2</c:v>
                </c:pt>
                <c:pt idx="7873">
                  <c:v>1.9545430844036999E-2</c:v>
                </c:pt>
                <c:pt idx="7874">
                  <c:v>2.0191117442542986E-2</c:v>
                </c:pt>
                <c:pt idx="7875">
                  <c:v>1.8518029370622632E-2</c:v>
                </c:pt>
                <c:pt idx="7876">
                  <c:v>1.9320740044070025E-2</c:v>
                </c:pt>
                <c:pt idx="7877">
                  <c:v>2.1791222457672999E-2</c:v>
                </c:pt>
                <c:pt idx="7878">
                  <c:v>2.2731638453653107E-2</c:v>
                </c:pt>
                <c:pt idx="7879">
                  <c:v>2.1644720137918246E-2</c:v>
                </c:pt>
                <c:pt idx="7880">
                  <c:v>-4.7737124918582809E-3</c:v>
                </c:pt>
                <c:pt idx="7881">
                  <c:v>-0.1666541562055307</c:v>
                </c:pt>
                <c:pt idx="7882">
                  <c:v>-0.16018481459532327</c:v>
                </c:pt>
                <c:pt idx="7883">
                  <c:v>-0.14274269672129292</c:v>
                </c:pt>
                <c:pt idx="7884">
                  <c:v>-2.5575451437013723E-2</c:v>
                </c:pt>
                <c:pt idx="7885">
                  <c:v>-0.17232884727298139</c:v>
                </c:pt>
                <c:pt idx="7886">
                  <c:v>-0.20405958441824068</c:v>
                </c:pt>
                <c:pt idx="7887">
                  <c:v>-0.19250260880769471</c:v>
                </c:pt>
                <c:pt idx="7888">
                  <c:v>-0.22380762222345141</c:v>
                </c:pt>
                <c:pt idx="7889">
                  <c:v>-0.23476343640443348</c:v>
                </c:pt>
                <c:pt idx="7890">
                  <c:v>-0.2219660167944757</c:v>
                </c:pt>
                <c:pt idx="7891">
                  <c:v>-0.22323233969531028</c:v>
                </c:pt>
                <c:pt idx="7892">
                  <c:v>-0.15116424297214662</c:v>
                </c:pt>
                <c:pt idx="7893">
                  <c:v>-0.10828915827460539</c:v>
                </c:pt>
                <c:pt idx="7894">
                  <c:v>-0.11827454988277188</c:v>
                </c:pt>
                <c:pt idx="7895">
                  <c:v>-3.7534012355247309E-2</c:v>
                </c:pt>
                <c:pt idx="7896">
                  <c:v>-3.1316564082324624E-2</c:v>
                </c:pt>
                <c:pt idx="7897">
                  <c:v>-1.4565819949778987E-2</c:v>
                </c:pt>
                <c:pt idx="7898">
                  <c:v>1.7012706052214586E-3</c:v>
                </c:pt>
                <c:pt idx="7899">
                  <c:v>5.2268787161333001E-3</c:v>
                </c:pt>
                <c:pt idx="7900">
                  <c:v>2.7651505743672899E-3</c:v>
                </c:pt>
                <c:pt idx="7901">
                  <c:v>9.8671720018393156E-3</c:v>
                </c:pt>
                <c:pt idx="7902">
                  <c:v>1.1792805128218384E-2</c:v>
                </c:pt>
                <c:pt idx="7903">
                  <c:v>-5.4213235063552342E-2</c:v>
                </c:pt>
                <c:pt idx="7904">
                  <c:v>-6.6624259637103458E-2</c:v>
                </c:pt>
                <c:pt idx="7905">
                  <c:v>-0.2580170353677938</c:v>
                </c:pt>
                <c:pt idx="7906">
                  <c:v>-0.26959109948819571</c:v>
                </c:pt>
                <c:pt idx="7907">
                  <c:v>-0.35504878231855552</c:v>
                </c:pt>
                <c:pt idx="7908">
                  <c:v>-0.38814741231531924</c:v>
                </c:pt>
                <c:pt idx="7909">
                  <c:v>-0.35232647538634143</c:v>
                </c:pt>
                <c:pt idx="7910">
                  <c:v>-0.29897763826849649</c:v>
                </c:pt>
                <c:pt idx="7911">
                  <c:v>-0.2613185551761904</c:v>
                </c:pt>
                <c:pt idx="7912">
                  <c:v>-0.32081168539843979</c:v>
                </c:pt>
                <c:pt idx="7913">
                  <c:v>-0.24896824644547122</c:v>
                </c:pt>
                <c:pt idx="7914">
                  <c:v>-0.14787051041150823</c:v>
                </c:pt>
                <c:pt idx="7915">
                  <c:v>-0.1613002515072193</c:v>
                </c:pt>
                <c:pt idx="7916">
                  <c:v>-6.6384063638280685E-2</c:v>
                </c:pt>
                <c:pt idx="7917">
                  <c:v>-0.1543338512481997</c:v>
                </c:pt>
                <c:pt idx="7918">
                  <c:v>-0.10201588045758304</c:v>
                </c:pt>
                <c:pt idx="7919">
                  <c:v>-5.2686504574018064E-2</c:v>
                </c:pt>
                <c:pt idx="7920">
                  <c:v>8.7792498825795661E-3</c:v>
                </c:pt>
                <c:pt idx="7921">
                  <c:v>1.444516982239692E-2</c:v>
                </c:pt>
                <c:pt idx="7922">
                  <c:v>1.3891369868515696E-2</c:v>
                </c:pt>
                <c:pt idx="7923">
                  <c:v>1.4404888875927557E-2</c:v>
                </c:pt>
                <c:pt idx="7924">
                  <c:v>1.6553570888335607E-2</c:v>
                </c:pt>
                <c:pt idx="7925">
                  <c:v>1.6915738598752356E-2</c:v>
                </c:pt>
                <c:pt idx="7926">
                  <c:v>2.002653888516949E-2</c:v>
                </c:pt>
                <c:pt idx="7927">
                  <c:v>1.5412267847239494E-2</c:v>
                </c:pt>
                <c:pt idx="7928">
                  <c:v>1.3786810397568459E-2</c:v>
                </c:pt>
                <c:pt idx="7929">
                  <c:v>1.7360867864021315E-2</c:v>
                </c:pt>
                <c:pt idx="7930">
                  <c:v>-0.17161828387274278</c:v>
                </c:pt>
                <c:pt idx="7931">
                  <c:v>-0.24079079134082182</c:v>
                </c:pt>
                <c:pt idx="7932">
                  <c:v>-0.30723691621899579</c:v>
                </c:pt>
                <c:pt idx="7933">
                  <c:v>-0.27649855138771701</c:v>
                </c:pt>
                <c:pt idx="7934">
                  <c:v>-0.1991400644238433</c:v>
                </c:pt>
                <c:pt idx="7935">
                  <c:v>-0.19191482491623593</c:v>
                </c:pt>
                <c:pt idx="7936">
                  <c:v>-0.20677230948956168</c:v>
                </c:pt>
                <c:pt idx="7937">
                  <c:v>-7.3368811880487245E-2</c:v>
                </c:pt>
                <c:pt idx="7938">
                  <c:v>-0.20248955803815594</c:v>
                </c:pt>
                <c:pt idx="7939">
                  <c:v>-0.12249025664523884</c:v>
                </c:pt>
                <c:pt idx="7940">
                  <c:v>-7.0767497524257122E-2</c:v>
                </c:pt>
                <c:pt idx="7941">
                  <c:v>-0.11163236263994206</c:v>
                </c:pt>
                <c:pt idx="7942">
                  <c:v>-0.12868759061167029</c:v>
                </c:pt>
                <c:pt idx="7943">
                  <c:v>-4.14556942554762E-4</c:v>
                </c:pt>
                <c:pt idx="7944">
                  <c:v>1.1345344983908491E-2</c:v>
                </c:pt>
                <c:pt idx="7945">
                  <c:v>1.1868455467622802E-2</c:v>
                </c:pt>
                <c:pt idx="7946">
                  <c:v>6.7000702246255792E-3</c:v>
                </c:pt>
                <c:pt idx="7947">
                  <c:v>1.0452412586535833E-2</c:v>
                </c:pt>
                <c:pt idx="7948">
                  <c:v>1.3628073672487227E-2</c:v>
                </c:pt>
                <c:pt idx="7949">
                  <c:v>2.0320297798473441E-2</c:v>
                </c:pt>
                <c:pt idx="7950">
                  <c:v>1.9467900910051777E-2</c:v>
                </c:pt>
                <c:pt idx="7951">
                  <c:v>1.6593551130438752E-2</c:v>
                </c:pt>
                <c:pt idx="7952">
                  <c:v>-0.18281567564144202</c:v>
                </c:pt>
                <c:pt idx="7953">
                  <c:v>-0.27640580361029071</c:v>
                </c:pt>
                <c:pt idx="7954">
                  <c:v>-0.21551965378064095</c:v>
                </c:pt>
                <c:pt idx="7955">
                  <c:v>-0.34865172214987655</c:v>
                </c:pt>
                <c:pt idx="7956">
                  <c:v>-0.35160251341492849</c:v>
                </c:pt>
                <c:pt idx="7957">
                  <c:v>-0.25872440125884494</c:v>
                </c:pt>
                <c:pt idx="7958">
                  <c:v>-0.28613892427744902</c:v>
                </c:pt>
                <c:pt idx="7959">
                  <c:v>-0.36933584194057723</c:v>
                </c:pt>
                <c:pt idx="7960">
                  <c:v>-0.32020018793204791</c:v>
                </c:pt>
                <c:pt idx="7961">
                  <c:v>-0.26576453778490278</c:v>
                </c:pt>
                <c:pt idx="7962">
                  <c:v>-0.26542712680292796</c:v>
                </c:pt>
                <c:pt idx="7963">
                  <c:v>-0.2470309059623029</c:v>
                </c:pt>
                <c:pt idx="7964">
                  <c:v>-0.21141835363289929</c:v>
                </c:pt>
                <c:pt idx="7965">
                  <c:v>-0.17849918149508853</c:v>
                </c:pt>
                <c:pt idx="7966">
                  <c:v>-0.19849748575599427</c:v>
                </c:pt>
                <c:pt idx="7967">
                  <c:v>-6.3663293794189182E-2</c:v>
                </c:pt>
                <c:pt idx="7968">
                  <c:v>-1.5576826092213832E-2</c:v>
                </c:pt>
                <c:pt idx="7969">
                  <c:v>-3.7316046313254718E-3</c:v>
                </c:pt>
                <c:pt idx="7970">
                  <c:v>4.4737379407658643E-4</c:v>
                </c:pt>
                <c:pt idx="7971">
                  <c:v>6.6056636631493804E-3</c:v>
                </c:pt>
                <c:pt idx="7972">
                  <c:v>1.6131618479820083E-2</c:v>
                </c:pt>
                <c:pt idx="7973">
                  <c:v>2.0693459795271339E-2</c:v>
                </c:pt>
                <c:pt idx="7974">
                  <c:v>2.1815265678077359E-2</c:v>
                </c:pt>
                <c:pt idx="7975">
                  <c:v>-5.5541045875744245E-2</c:v>
                </c:pt>
                <c:pt idx="7976">
                  <c:v>-0.29498723790981923</c:v>
                </c:pt>
                <c:pt idx="7977">
                  <c:v>-0.32312378847195034</c:v>
                </c:pt>
                <c:pt idx="7978">
                  <c:v>-0.25352991123415591</c:v>
                </c:pt>
                <c:pt idx="7979">
                  <c:v>-0.29292417555606681</c:v>
                </c:pt>
                <c:pt idx="7980">
                  <c:v>-0.31554443570085938</c:v>
                </c:pt>
                <c:pt idx="7981">
                  <c:v>-0.37363477112205601</c:v>
                </c:pt>
                <c:pt idx="7982">
                  <c:v>-0.42359325522009267</c:v>
                </c:pt>
                <c:pt idx="7983">
                  <c:v>-0.41661248984472898</c:v>
                </c:pt>
                <c:pt idx="7984">
                  <c:v>-0.39315895790720862</c:v>
                </c:pt>
                <c:pt idx="7985">
                  <c:v>-0.35286832379797439</c:v>
                </c:pt>
                <c:pt idx="7986">
                  <c:v>-0.28580637704103073</c:v>
                </c:pt>
                <c:pt idx="7987">
                  <c:v>-0.28251888257341601</c:v>
                </c:pt>
                <c:pt idx="7988">
                  <c:v>-0.26145858463390781</c:v>
                </c:pt>
                <c:pt idx="7989">
                  <c:v>-0.27139262092556754</c:v>
                </c:pt>
                <c:pt idx="7990">
                  <c:v>-0.26487300312503015</c:v>
                </c:pt>
                <c:pt idx="7991">
                  <c:v>-8.778157619803599E-2</c:v>
                </c:pt>
                <c:pt idx="7992">
                  <c:v>-4.9636664837093128E-2</c:v>
                </c:pt>
                <c:pt idx="7993">
                  <c:v>-4.6815613197159947E-2</c:v>
                </c:pt>
                <c:pt idx="7994">
                  <c:v>-2.4925433231134119E-2</c:v>
                </c:pt>
                <c:pt idx="7995">
                  <c:v>-1.0299762180253245E-2</c:v>
                </c:pt>
                <c:pt idx="7996">
                  <c:v>-1.2344534652871536E-3</c:v>
                </c:pt>
                <c:pt idx="7997">
                  <c:v>4.2277310890525398E-3</c:v>
                </c:pt>
                <c:pt idx="7998">
                  <c:v>1.050053146005399E-2</c:v>
                </c:pt>
                <c:pt idx="7999">
                  <c:v>-2.2238728665148647E-2</c:v>
                </c:pt>
                <c:pt idx="8000">
                  <c:v>-0.21723348204940571</c:v>
                </c:pt>
                <c:pt idx="8001">
                  <c:v>-0.25684015546812339</c:v>
                </c:pt>
                <c:pt idx="8002">
                  <c:v>-0.26215512390105977</c:v>
                </c:pt>
                <c:pt idx="8003">
                  <c:v>-0.25720402535519382</c:v>
                </c:pt>
                <c:pt idx="8004">
                  <c:v>-0.26332637773830264</c:v>
                </c:pt>
                <c:pt idx="8005">
                  <c:v>-0.240802702542848</c:v>
                </c:pt>
                <c:pt idx="8006">
                  <c:v>-0.23304407329830287</c:v>
                </c:pt>
                <c:pt idx="8007">
                  <c:v>-0.23625888443441573</c:v>
                </c:pt>
                <c:pt idx="8008">
                  <c:v>-0.28540417361838316</c:v>
                </c:pt>
                <c:pt idx="8009">
                  <c:v>-0.27691512890465464</c:v>
                </c:pt>
                <c:pt idx="8010">
                  <c:v>-0.2487450765550035</c:v>
                </c:pt>
                <c:pt idx="8011">
                  <c:v>-0.1755678295536526</c:v>
                </c:pt>
                <c:pt idx="8012">
                  <c:v>-9.0288171065121464E-2</c:v>
                </c:pt>
                <c:pt idx="8013">
                  <c:v>-0.13593405777704357</c:v>
                </c:pt>
                <c:pt idx="8014">
                  <c:v>-7.6044966991514806E-2</c:v>
                </c:pt>
                <c:pt idx="8015">
                  <c:v>-1.3077543525889433E-2</c:v>
                </c:pt>
                <c:pt idx="8016">
                  <c:v>1.074249200928366E-2</c:v>
                </c:pt>
                <c:pt idx="8017">
                  <c:v>1.7131000260569181E-2</c:v>
                </c:pt>
                <c:pt idx="8018">
                  <c:v>1.9927994505834382E-2</c:v>
                </c:pt>
                <c:pt idx="8019">
                  <c:v>2.4944871696551411E-2</c:v>
                </c:pt>
                <c:pt idx="8020">
                  <c:v>2.1305250563160235E-2</c:v>
                </c:pt>
                <c:pt idx="8021">
                  <c:v>2.2106191737094032E-2</c:v>
                </c:pt>
                <c:pt idx="8022">
                  <c:v>7.7440647214989305E-2</c:v>
                </c:pt>
                <c:pt idx="8023">
                  <c:v>5.2855592937823978E-2</c:v>
                </c:pt>
                <c:pt idx="8024">
                  <c:v>3.254275232334479E-2</c:v>
                </c:pt>
                <c:pt idx="8025">
                  <c:v>4.2178014168932035E-2</c:v>
                </c:pt>
                <c:pt idx="8026">
                  <c:v>2.3908629609490157E-2</c:v>
                </c:pt>
                <c:pt idx="8027">
                  <c:v>1.53793565328414E-2</c:v>
                </c:pt>
                <c:pt idx="8028">
                  <c:v>1.8230115707399805E-3</c:v>
                </c:pt>
                <c:pt idx="8029">
                  <c:v>-5.1269023453245098E-2</c:v>
                </c:pt>
                <c:pt idx="8030">
                  <c:v>-0.27395162490718766</c:v>
                </c:pt>
                <c:pt idx="8031">
                  <c:v>-0.2410007137547957</c:v>
                </c:pt>
                <c:pt idx="8032">
                  <c:v>-0.21674850726555456</c:v>
                </c:pt>
                <c:pt idx="8033">
                  <c:v>-0.15264301456406951</c:v>
                </c:pt>
                <c:pt idx="8034">
                  <c:v>-6.3901362794605593E-2</c:v>
                </c:pt>
                <c:pt idx="8035">
                  <c:v>-0.12668220403183006</c:v>
                </c:pt>
                <c:pt idx="8036">
                  <c:v>-8.1275410843589593E-2</c:v>
                </c:pt>
                <c:pt idx="8037">
                  <c:v>-7.9432420671403672E-2</c:v>
                </c:pt>
                <c:pt idx="8038">
                  <c:v>-6.666279583777085E-2</c:v>
                </c:pt>
                <c:pt idx="8039">
                  <c:v>-3.822304758668013E-5</c:v>
                </c:pt>
                <c:pt idx="8040">
                  <c:v>1.0447495354911518E-2</c:v>
                </c:pt>
                <c:pt idx="8041">
                  <c:v>1.5336558092057804E-2</c:v>
                </c:pt>
                <c:pt idx="8042">
                  <c:v>2.5829234715399364E-2</c:v>
                </c:pt>
                <c:pt idx="8043">
                  <c:v>1.5217071129466032E-2</c:v>
                </c:pt>
                <c:pt idx="8044">
                  <c:v>1.0047147918522381E-2</c:v>
                </c:pt>
                <c:pt idx="8045">
                  <c:v>1.7035773401914173E-2</c:v>
                </c:pt>
                <c:pt idx="8046">
                  <c:v>1.7513008272615756E-2</c:v>
                </c:pt>
                <c:pt idx="8047">
                  <c:v>1.9054719842270713E-2</c:v>
                </c:pt>
                <c:pt idx="8048">
                  <c:v>1.3057943646444755E-3</c:v>
                </c:pt>
                <c:pt idx="8049">
                  <c:v>-0.13753187547969387</c:v>
                </c:pt>
                <c:pt idx="8050">
                  <c:v>-0.31260213345169746</c:v>
                </c:pt>
                <c:pt idx="8051">
                  <c:v>-0.32560555498152488</c:v>
                </c:pt>
                <c:pt idx="8052">
                  <c:v>-0.28540991163213497</c:v>
                </c:pt>
                <c:pt idx="8053">
                  <c:v>-0.26415854204473233</c:v>
                </c:pt>
                <c:pt idx="8054">
                  <c:v>-0.26434493026505212</c:v>
                </c:pt>
                <c:pt idx="8055">
                  <c:v>-0.29288657705990584</c:v>
                </c:pt>
                <c:pt idx="8056">
                  <c:v>-0.2708168083989716</c:v>
                </c:pt>
                <c:pt idx="8057">
                  <c:v>-0.22160471516475691</c:v>
                </c:pt>
                <c:pt idx="8058">
                  <c:v>-0.18435006257585554</c:v>
                </c:pt>
                <c:pt idx="8059">
                  <c:v>-0.13266787114015433</c:v>
                </c:pt>
                <c:pt idx="8060">
                  <c:v>-8.5097351142136915E-2</c:v>
                </c:pt>
                <c:pt idx="8061">
                  <c:v>-9.7798718447046448E-2</c:v>
                </c:pt>
                <c:pt idx="8062">
                  <c:v>-8.0699320533882415E-2</c:v>
                </c:pt>
                <c:pt idx="8063">
                  <c:v>-6.93728487744011E-2</c:v>
                </c:pt>
                <c:pt idx="8064">
                  <c:v>1.1262606700755193E-4</c:v>
                </c:pt>
                <c:pt idx="8065">
                  <c:v>5.5517442573858227E-3</c:v>
                </c:pt>
                <c:pt idx="8066">
                  <c:v>1.3817152964639924E-2</c:v>
                </c:pt>
                <c:pt idx="8067">
                  <c:v>1.6370215286357168E-2</c:v>
                </c:pt>
                <c:pt idx="8068">
                  <c:v>1.6166345488264237E-2</c:v>
                </c:pt>
                <c:pt idx="8069">
                  <c:v>1.7229750234604001E-2</c:v>
                </c:pt>
                <c:pt idx="8070">
                  <c:v>1.8075771634809813E-2</c:v>
                </c:pt>
                <c:pt idx="8071">
                  <c:v>1.6453151257355334E-2</c:v>
                </c:pt>
                <c:pt idx="8072">
                  <c:v>-0.12434379320953171</c:v>
                </c:pt>
                <c:pt idx="8073">
                  <c:v>-0.13139608462764213</c:v>
                </c:pt>
                <c:pt idx="8074">
                  <c:v>-0.21244719671942303</c:v>
                </c:pt>
                <c:pt idx="8075">
                  <c:v>-0.14010406630792149</c:v>
                </c:pt>
                <c:pt idx="8076">
                  <c:v>-0.3370765588436857</c:v>
                </c:pt>
                <c:pt idx="8077">
                  <c:v>-0.29653131485932333</c:v>
                </c:pt>
                <c:pt idx="8078">
                  <c:v>-0.30226695633116446</c:v>
                </c:pt>
                <c:pt idx="8079">
                  <c:v>-0.26464580371836105</c:v>
                </c:pt>
                <c:pt idx="8080">
                  <c:v>-0.26363993254214768</c:v>
                </c:pt>
                <c:pt idx="8081">
                  <c:v>-0.16922704098027783</c:v>
                </c:pt>
                <c:pt idx="8082">
                  <c:v>-0.15679745204197373</c:v>
                </c:pt>
                <c:pt idx="8083">
                  <c:v>-0.15804666952690674</c:v>
                </c:pt>
                <c:pt idx="8084">
                  <c:v>-6.3663853664051834E-2</c:v>
                </c:pt>
                <c:pt idx="8085">
                  <c:v>-2.8033830197434538E-3</c:v>
                </c:pt>
                <c:pt idx="8086">
                  <c:v>-5.6898777921253994E-3</c:v>
                </c:pt>
                <c:pt idx="8087">
                  <c:v>-5.5535543203675385E-3</c:v>
                </c:pt>
                <c:pt idx="8088">
                  <c:v>-6.7420547573900222E-4</c:v>
                </c:pt>
                <c:pt idx="8089">
                  <c:v>6.2500065178964052E-3</c:v>
                </c:pt>
                <c:pt idx="8090">
                  <c:v>9.3741620408755704E-3</c:v>
                </c:pt>
                <c:pt idx="8091">
                  <c:v>9.4209706226946362E-3</c:v>
                </c:pt>
                <c:pt idx="8092">
                  <c:v>1.2073449611990772E-2</c:v>
                </c:pt>
                <c:pt idx="8093">
                  <c:v>1.3934110667418594E-2</c:v>
                </c:pt>
                <c:pt idx="8094">
                  <c:v>1.5173095104479938E-2</c:v>
                </c:pt>
                <c:pt idx="8095">
                  <c:v>1.5984316342962081E-2</c:v>
                </c:pt>
                <c:pt idx="8096">
                  <c:v>1.2735960663364796E-2</c:v>
                </c:pt>
                <c:pt idx="8097">
                  <c:v>8.0142204458064584E-3</c:v>
                </c:pt>
                <c:pt idx="8098">
                  <c:v>8.0609613515771512E-3</c:v>
                </c:pt>
                <c:pt idx="8099">
                  <c:v>1.151517842144731E-2</c:v>
                </c:pt>
                <c:pt idx="8100">
                  <c:v>7.1822037965278886E-3</c:v>
                </c:pt>
                <c:pt idx="8101">
                  <c:v>-0.23199173851152033</c:v>
                </c:pt>
                <c:pt idx="8102">
                  <c:v>-0.4230163424652969</c:v>
                </c:pt>
                <c:pt idx="8103">
                  <c:v>-0.44762443143519476</c:v>
                </c:pt>
                <c:pt idx="8104">
                  <c:v>-0.44723584194998095</c:v>
                </c:pt>
                <c:pt idx="8105">
                  <c:v>-0.30473863583022842</c:v>
                </c:pt>
                <c:pt idx="8106">
                  <c:v>-0.29922305200211602</c:v>
                </c:pt>
                <c:pt idx="8107">
                  <c:v>-0.29323486636512508</c:v>
                </c:pt>
                <c:pt idx="8108">
                  <c:v>-0.2326124797971249</c:v>
                </c:pt>
                <c:pt idx="8109">
                  <c:v>-0.26712910357825259</c:v>
                </c:pt>
                <c:pt idx="8110">
                  <c:v>-0.2433632593997252</c:v>
                </c:pt>
                <c:pt idx="8111">
                  <c:v>-0.10250407153241547</c:v>
                </c:pt>
                <c:pt idx="8112">
                  <c:v>-6.2470396196128403E-2</c:v>
                </c:pt>
                <c:pt idx="8113">
                  <c:v>-2.6523383809229334E-2</c:v>
                </c:pt>
                <c:pt idx="8114">
                  <c:v>-1.0096131622762055E-2</c:v>
                </c:pt>
                <c:pt idx="8115">
                  <c:v>4.4811914981096879E-3</c:v>
                </c:pt>
                <c:pt idx="8116">
                  <c:v>9.6652929422488786E-3</c:v>
                </c:pt>
                <c:pt idx="8117">
                  <c:v>1.1390806936844064E-2</c:v>
                </c:pt>
                <c:pt idx="8118">
                  <c:v>1.3787455294637818E-2</c:v>
                </c:pt>
                <c:pt idx="8119">
                  <c:v>-0.11225381551782489</c:v>
                </c:pt>
                <c:pt idx="8120">
                  <c:v>-0.34554680096110318</c:v>
                </c:pt>
                <c:pt idx="8121">
                  <c:v>-0.40436221840316949</c:v>
                </c:pt>
                <c:pt idx="8122">
                  <c:v>-0.42345676925485365</c:v>
                </c:pt>
                <c:pt idx="8123">
                  <c:v>-0.43857286151435132</c:v>
                </c:pt>
                <c:pt idx="8124">
                  <c:v>-0.4371700824923026</c:v>
                </c:pt>
                <c:pt idx="8125">
                  <c:v>-0.45104164916286593</c:v>
                </c:pt>
                <c:pt idx="8126">
                  <c:v>-0.44906650655654923</c:v>
                </c:pt>
                <c:pt idx="8127">
                  <c:v>-0.44890029587596902</c:v>
                </c:pt>
                <c:pt idx="8128">
                  <c:v>-0.45307966274037387</c:v>
                </c:pt>
                <c:pt idx="8129">
                  <c:v>-0.44919950478687753</c:v>
                </c:pt>
                <c:pt idx="8130">
                  <c:v>-0.40788736365715489</c:v>
                </c:pt>
                <c:pt idx="8131">
                  <c:v>-0.32999797918052209</c:v>
                </c:pt>
                <c:pt idx="8132">
                  <c:v>-0.30000980737396826</c:v>
                </c:pt>
                <c:pt idx="8133">
                  <c:v>-0.28377616793329191</c:v>
                </c:pt>
                <c:pt idx="8134">
                  <c:v>-0.26207269229183472</c:v>
                </c:pt>
                <c:pt idx="8135">
                  <c:v>-0.1765395300814081</c:v>
                </c:pt>
                <c:pt idx="8136">
                  <c:v>-9.3965949863721615E-2</c:v>
                </c:pt>
                <c:pt idx="8137">
                  <c:v>-5.2938746797764419E-2</c:v>
                </c:pt>
                <c:pt idx="8138">
                  <c:v>-1.854659982750731E-2</c:v>
                </c:pt>
                <c:pt idx="8139">
                  <c:v>-4.1320926136922216E-3</c:v>
                </c:pt>
                <c:pt idx="8140">
                  <c:v>9.3074679645535601E-3</c:v>
                </c:pt>
                <c:pt idx="8141">
                  <c:v>1.1180039691570373E-2</c:v>
                </c:pt>
                <c:pt idx="8142">
                  <c:v>-0.16343785494420546</c:v>
                </c:pt>
                <c:pt idx="8143">
                  <c:v>-0.30924441817682391</c:v>
                </c:pt>
                <c:pt idx="8144">
                  <c:v>-0.34100266557750319</c:v>
                </c:pt>
                <c:pt idx="8145">
                  <c:v>-0.43546748245968275</c:v>
                </c:pt>
                <c:pt idx="8146">
                  <c:v>-0.43983557098467074</c:v>
                </c:pt>
                <c:pt idx="8147">
                  <c:v>-0.49000596468573188</c:v>
                </c:pt>
                <c:pt idx="8148">
                  <c:v>-0.51756925213904603</c:v>
                </c:pt>
                <c:pt idx="8149">
                  <c:v>-0.59163155265541623</c:v>
                </c:pt>
                <c:pt idx="8150">
                  <c:v>-0.66551867205260407</c:v>
                </c:pt>
                <c:pt idx="8151">
                  <c:v>-0.74936173874265866</c:v>
                </c:pt>
                <c:pt idx="8152">
                  <c:v>-0.67409191987035888</c:v>
                </c:pt>
                <c:pt idx="8153">
                  <c:v>-0.55061618611397367</c:v>
                </c:pt>
                <c:pt idx="8154">
                  <c:v>-0.50900404567136692</c:v>
                </c:pt>
                <c:pt idx="8155">
                  <c:v>-0.47558486198996475</c:v>
                </c:pt>
                <c:pt idx="8156">
                  <c:v>-0.42806635980898811</c:v>
                </c:pt>
                <c:pt idx="8157">
                  <c:v>-0.43573281241970818</c:v>
                </c:pt>
                <c:pt idx="8158">
                  <c:v>-0.40135714857086263</c:v>
                </c:pt>
                <c:pt idx="8159">
                  <c:v>-0.2018120085660543</c:v>
                </c:pt>
                <c:pt idx="8160">
                  <c:v>-0.10593615403529327</c:v>
                </c:pt>
                <c:pt idx="8161">
                  <c:v>-4.5827922565437412E-2</c:v>
                </c:pt>
                <c:pt idx="8162">
                  <c:v>-1.8800438234539883E-2</c:v>
                </c:pt>
                <c:pt idx="8163">
                  <c:v>3.1727265607651273E-4</c:v>
                </c:pt>
                <c:pt idx="8164">
                  <c:v>1.4663712739541881E-2</c:v>
                </c:pt>
                <c:pt idx="8165">
                  <c:v>1.6512794997444975E-2</c:v>
                </c:pt>
                <c:pt idx="8166">
                  <c:v>-7.4050486948703989E-2</c:v>
                </c:pt>
                <c:pt idx="8167">
                  <c:v>-0.33757724134761075</c:v>
                </c:pt>
                <c:pt idx="8168">
                  <c:v>-0.36111678901193034</c:v>
                </c:pt>
                <c:pt idx="8169">
                  <c:v>-0.42141139231245223</c:v>
                </c:pt>
                <c:pt idx="8170">
                  <c:v>-0.51160023525360376</c:v>
                </c:pt>
                <c:pt idx="8171">
                  <c:v>-0.59683198167760332</c:v>
                </c:pt>
                <c:pt idx="8172">
                  <c:v>-0.53387846290860819</c:v>
                </c:pt>
                <c:pt idx="8173">
                  <c:v>-0.53678073148900185</c:v>
                </c:pt>
                <c:pt idx="8174">
                  <c:v>-0.54037914392621278</c:v>
                </c:pt>
                <c:pt idx="8175">
                  <c:v>-0.62730414209432162</c:v>
                </c:pt>
                <c:pt idx="8176">
                  <c:v>-0.58609072913512406</c:v>
                </c:pt>
                <c:pt idx="8177">
                  <c:v>-0.53300842916605407</c:v>
                </c:pt>
                <c:pt idx="8178">
                  <c:v>-0.50503515046852054</c:v>
                </c:pt>
                <c:pt idx="8179">
                  <c:v>-0.46598511446944157</c:v>
                </c:pt>
                <c:pt idx="8180">
                  <c:v>-0.42228033974783652</c:v>
                </c:pt>
                <c:pt idx="8181">
                  <c:v>-0.44822251316117473</c:v>
                </c:pt>
                <c:pt idx="8182">
                  <c:v>-0.40361950268414393</c:v>
                </c:pt>
                <c:pt idx="8183">
                  <c:v>-0.38646442045063517</c:v>
                </c:pt>
                <c:pt idx="8184">
                  <c:v>-0.35163030327798855</c:v>
                </c:pt>
                <c:pt idx="8185">
                  <c:v>-0.18728036298679904</c:v>
                </c:pt>
                <c:pt idx="8186">
                  <c:v>-8.9484189673104717E-2</c:v>
                </c:pt>
                <c:pt idx="8187">
                  <c:v>-7.0876812503835387E-2</c:v>
                </c:pt>
                <c:pt idx="8188">
                  <c:v>-0.31528713992567936</c:v>
                </c:pt>
                <c:pt idx="8189">
                  <c:v>-0.36371485414157112</c:v>
                </c:pt>
                <c:pt idx="8190">
                  <c:v>-0.32710335904145632</c:v>
                </c:pt>
                <c:pt idx="8191">
                  <c:v>-0.31144792196225207</c:v>
                </c:pt>
                <c:pt idx="8192">
                  <c:v>-0.38058372663129469</c:v>
                </c:pt>
                <c:pt idx="8193">
                  <c:v>-0.41641059806129449</c:v>
                </c:pt>
                <c:pt idx="8194">
                  <c:v>-0.50073241758373921</c:v>
                </c:pt>
                <c:pt idx="8195">
                  <c:v>-0.47771935002609595</c:v>
                </c:pt>
                <c:pt idx="8196">
                  <c:v>-0.2912734352889626</c:v>
                </c:pt>
                <c:pt idx="8197">
                  <c:v>-0.15854002310552517</c:v>
                </c:pt>
                <c:pt idx="8198">
                  <c:v>-2.1440275280883134E-2</c:v>
                </c:pt>
                <c:pt idx="8199">
                  <c:v>0.10035176115543142</c:v>
                </c:pt>
                <c:pt idx="8200">
                  <c:v>-0.46633023338146951</c:v>
                </c:pt>
                <c:pt idx="8201">
                  <c:v>-0.48603559269329133</c:v>
                </c:pt>
                <c:pt idx="8202">
                  <c:v>-0.33070982560088397</c:v>
                </c:pt>
                <c:pt idx="8203">
                  <c:v>-0.29419055017368995</c:v>
                </c:pt>
                <c:pt idx="8204">
                  <c:v>-0.26833760556176528</c:v>
                </c:pt>
                <c:pt idx="8205">
                  <c:v>-0.29208856337572286</c:v>
                </c:pt>
                <c:pt idx="8206">
                  <c:v>-0.29863554987896518</c:v>
                </c:pt>
                <c:pt idx="8207">
                  <c:v>-0.10479713992131799</c:v>
                </c:pt>
                <c:pt idx="8208">
                  <c:v>-5.5989434695789937E-2</c:v>
                </c:pt>
                <c:pt idx="8209">
                  <c:v>-3.8891647228069821E-2</c:v>
                </c:pt>
                <c:pt idx="8210">
                  <c:v>-3.7623469440062091E-2</c:v>
                </c:pt>
                <c:pt idx="8211">
                  <c:v>-3.0739018738619419E-2</c:v>
                </c:pt>
                <c:pt idx="8212">
                  <c:v>-1.7269417853685038E-2</c:v>
                </c:pt>
                <c:pt idx="8213">
                  <c:v>-5.7846002119467457E-3</c:v>
                </c:pt>
                <c:pt idx="8214">
                  <c:v>1.8018258572551427E-3</c:v>
                </c:pt>
                <c:pt idx="8215">
                  <c:v>-0.20454767362701309</c:v>
                </c:pt>
                <c:pt idx="8216">
                  <c:v>-0.29613173433942186</c:v>
                </c:pt>
                <c:pt idx="8217">
                  <c:v>-0.30254584197339618</c:v>
                </c:pt>
                <c:pt idx="8218">
                  <c:v>-0.32431240321986338</c:v>
                </c:pt>
                <c:pt idx="8219">
                  <c:v>-0.37101757693544507</c:v>
                </c:pt>
                <c:pt idx="8220">
                  <c:v>-0.48373849197401059</c:v>
                </c:pt>
                <c:pt idx="8221">
                  <c:v>-0.50473712714102348</c:v>
                </c:pt>
                <c:pt idx="8222">
                  <c:v>-0.40202475476738053</c:v>
                </c:pt>
                <c:pt idx="8223">
                  <c:v>-0.43645884551718639</c:v>
                </c:pt>
                <c:pt idx="8224">
                  <c:v>-0.4465064387271474</c:v>
                </c:pt>
                <c:pt idx="8225">
                  <c:v>-0.41080982626007279</c:v>
                </c:pt>
                <c:pt idx="8226">
                  <c:v>-0.35643386606726857</c:v>
                </c:pt>
                <c:pt idx="8227">
                  <c:v>-0.14997633021516787</c:v>
                </c:pt>
                <c:pt idx="8228">
                  <c:v>-0.18964471397194355</c:v>
                </c:pt>
                <c:pt idx="8229">
                  <c:v>-0.19119101024499954</c:v>
                </c:pt>
                <c:pt idx="8230">
                  <c:v>-0.19313334827271011</c:v>
                </c:pt>
                <c:pt idx="8231">
                  <c:v>-9.3273111674825063E-2</c:v>
                </c:pt>
                <c:pt idx="8232">
                  <c:v>-0.10523099220038859</c:v>
                </c:pt>
                <c:pt idx="8233">
                  <c:v>-0.11530812005392446</c:v>
                </c:pt>
                <c:pt idx="8234">
                  <c:v>-0.12350449523543219</c:v>
                </c:pt>
                <c:pt idx="8235">
                  <c:v>-0.12982011774491253</c:v>
                </c:pt>
                <c:pt idx="8236">
                  <c:v>-0.13425498758236484</c:v>
                </c:pt>
                <c:pt idx="8237">
                  <c:v>-0.13680910474778915</c:v>
                </c:pt>
                <c:pt idx="8238">
                  <c:v>-0.13748246924118568</c:v>
                </c:pt>
                <c:pt idx="8239">
                  <c:v>-0.13627508106255423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-5.4733388222103939E-3</c:v>
                </c:pt>
                <c:pt idx="8290">
                  <c:v>-1.1056738623111691E-2</c:v>
                </c:pt>
                <c:pt idx="8291">
                  <c:v>-6.0129154981285779E-2</c:v>
                </c:pt>
                <c:pt idx="8292">
                  <c:v>-7.3904903925031573E-2</c:v>
                </c:pt>
                <c:pt idx="8293">
                  <c:v>-7.4954317459592884E-2</c:v>
                </c:pt>
                <c:pt idx="8294">
                  <c:v>-5.6169708317743677E-2</c:v>
                </c:pt>
                <c:pt idx="8295">
                  <c:v>-6.506755805608784E-2</c:v>
                </c:pt>
                <c:pt idx="8296">
                  <c:v>-6.8480470435300936E-2</c:v>
                </c:pt>
                <c:pt idx="8297">
                  <c:v>-6.3182593386772207E-2</c:v>
                </c:pt>
                <c:pt idx="8298">
                  <c:v>-6.855634779717748E-2</c:v>
                </c:pt>
                <c:pt idx="8299">
                  <c:v>-4.9933709659555875E-2</c:v>
                </c:pt>
                <c:pt idx="8300">
                  <c:v>-4.9894155741089144E-2</c:v>
                </c:pt>
                <c:pt idx="8301">
                  <c:v>-4.4893961263304263E-2</c:v>
                </c:pt>
                <c:pt idx="8302">
                  <c:v>-2.821086057849467E-2</c:v>
                </c:pt>
                <c:pt idx="8303">
                  <c:v>-8.8954092911278128E-3</c:v>
                </c:pt>
                <c:pt idx="8304">
                  <c:v>-6.9829257898417494E-3</c:v>
                </c:pt>
                <c:pt idx="8305">
                  <c:v>-8.0675680239912558E-3</c:v>
                </c:pt>
                <c:pt idx="8306">
                  <c:v>-6.0330619625693794E-3</c:v>
                </c:pt>
                <c:pt idx="8307">
                  <c:v>-3.8261894529509287E-3</c:v>
                </c:pt>
                <c:pt idx="8308">
                  <c:v>-1.6498566699648832E-3</c:v>
                </c:pt>
                <c:pt idx="8309">
                  <c:v>-4.0754025196546446E-4</c:v>
                </c:pt>
                <c:pt idx="8310">
                  <c:v>1.191915304639966E-3</c:v>
                </c:pt>
                <c:pt idx="8311">
                  <c:v>-7.890798414450147E-5</c:v>
                </c:pt>
                <c:pt idx="8312">
                  <c:v>-2.0326827411289469E-3</c:v>
                </c:pt>
                <c:pt idx="8313">
                  <c:v>-2.9107199437773952E-3</c:v>
                </c:pt>
                <c:pt idx="8314">
                  <c:v>-2.238120287480334E-2</c:v>
                </c:pt>
                <c:pt idx="8315">
                  <c:v>-5.5576606954716466E-2</c:v>
                </c:pt>
                <c:pt idx="8316">
                  <c:v>-5.5440927296822817E-2</c:v>
                </c:pt>
                <c:pt idx="8317">
                  <c:v>-5.5775139193158574E-2</c:v>
                </c:pt>
                <c:pt idx="8318">
                  <c:v>-5.5937962278542301E-2</c:v>
                </c:pt>
                <c:pt idx="8319">
                  <c:v>-0.13008654924924953</c:v>
                </c:pt>
                <c:pt idx="8320">
                  <c:v>-0.1234480061141414</c:v>
                </c:pt>
                <c:pt idx="8321">
                  <c:v>-0.14680634007682036</c:v>
                </c:pt>
                <c:pt idx="8322">
                  <c:v>-0.16347325746143448</c:v>
                </c:pt>
                <c:pt idx="8323">
                  <c:v>-0.16629213761156031</c:v>
                </c:pt>
                <c:pt idx="8324">
                  <c:v>-0.15230770023204615</c:v>
                </c:pt>
                <c:pt idx="8325">
                  <c:v>-0.16133295934308897</c:v>
                </c:pt>
                <c:pt idx="8326">
                  <c:v>-0.15572125069366302</c:v>
                </c:pt>
                <c:pt idx="8327">
                  <c:v>-9.7731014806833411E-2</c:v>
                </c:pt>
                <c:pt idx="8328">
                  <c:v>-6.4976984770266408E-2</c:v>
                </c:pt>
                <c:pt idx="8329">
                  <c:v>-5.3689144552539897E-2</c:v>
                </c:pt>
                <c:pt idx="8330">
                  <c:v>-4.5720730013933591E-2</c:v>
                </c:pt>
                <c:pt idx="8331">
                  <c:v>-3.4342499000550378E-2</c:v>
                </c:pt>
                <c:pt idx="8332">
                  <c:v>-2.3145024086470706E-2</c:v>
                </c:pt>
                <c:pt idx="8333">
                  <c:v>-1.3156875809547065E-2</c:v>
                </c:pt>
                <c:pt idx="8334">
                  <c:v>-4.5803565436589415E-3</c:v>
                </c:pt>
                <c:pt idx="8335">
                  <c:v>-4.6744351935146915E-2</c:v>
                </c:pt>
                <c:pt idx="8336">
                  <c:v>-0.15517811736704792</c:v>
                </c:pt>
                <c:pt idx="8337">
                  <c:v>-0.15145380325355692</c:v>
                </c:pt>
                <c:pt idx="8338">
                  <c:v>-0.14822277283463264</c:v>
                </c:pt>
                <c:pt idx="8339">
                  <c:v>-0.14792590902341113</c:v>
                </c:pt>
                <c:pt idx="8340">
                  <c:v>-0.17208331912606981</c:v>
                </c:pt>
                <c:pt idx="8341">
                  <c:v>-0.21963235032090545</c:v>
                </c:pt>
                <c:pt idx="8342">
                  <c:v>-0.24386794027064049</c:v>
                </c:pt>
                <c:pt idx="8343">
                  <c:v>-0.25094387855654016</c:v>
                </c:pt>
                <c:pt idx="8344">
                  <c:v>-0.2362353380979765</c:v>
                </c:pt>
                <c:pt idx="8345">
                  <c:v>-0.19378011133771669</c:v>
                </c:pt>
                <c:pt idx="8346">
                  <c:v>-0.13414314781409686</c:v>
                </c:pt>
                <c:pt idx="8347">
                  <c:v>-0.10363546168637426</c:v>
                </c:pt>
                <c:pt idx="8348">
                  <c:v>-7.0469296976123072E-2</c:v>
                </c:pt>
                <c:pt idx="8349">
                  <c:v>-4.6783092008751845E-2</c:v>
                </c:pt>
                <c:pt idx="8350">
                  <c:v>-5.9854912489424116E-2</c:v>
                </c:pt>
                <c:pt idx="8351">
                  <c:v>-5.4305935161397755E-4</c:v>
                </c:pt>
                <c:pt idx="8352">
                  <c:v>7.8641766430555761E-5</c:v>
                </c:pt>
                <c:pt idx="8353">
                  <c:v>6.4568888430086117E-3</c:v>
                </c:pt>
                <c:pt idx="8354">
                  <c:v>6.8111102408376506E-3</c:v>
                </c:pt>
                <c:pt idx="8355">
                  <c:v>7.6306870694972349E-3</c:v>
                </c:pt>
                <c:pt idx="8356">
                  <c:v>8.2860446607110443E-3</c:v>
                </c:pt>
                <c:pt idx="8357">
                  <c:v>8.8614560391092074E-3</c:v>
                </c:pt>
                <c:pt idx="8358">
                  <c:v>9.1443686242884785E-3</c:v>
                </c:pt>
                <c:pt idx="8359">
                  <c:v>6.8604384344695723E-3</c:v>
                </c:pt>
                <c:pt idx="8360">
                  <c:v>4.581201525488696E-3</c:v>
                </c:pt>
                <c:pt idx="8361">
                  <c:v>-5.0041099157241734E-4</c:v>
                </c:pt>
                <c:pt idx="8362">
                  <c:v>3.433711730252685E-3</c:v>
                </c:pt>
                <c:pt idx="8363">
                  <c:v>-8.0245447547077991E-4</c:v>
                </c:pt>
                <c:pt idx="8364">
                  <c:v>1.6616446599340038E-3</c:v>
                </c:pt>
                <c:pt idx="8365">
                  <c:v>3.923669477030366E-3</c:v>
                </c:pt>
                <c:pt idx="8366">
                  <c:v>6.9422561128420742E-4</c:v>
                </c:pt>
                <c:pt idx="8367">
                  <c:v>1.230349793856446E-3</c:v>
                </c:pt>
                <c:pt idx="8368">
                  <c:v>5.51127833468804E-3</c:v>
                </c:pt>
                <c:pt idx="8369">
                  <c:v>9.2129184072093934E-3</c:v>
                </c:pt>
                <c:pt idx="8370">
                  <c:v>8.9569578333127259E-3</c:v>
                </c:pt>
                <c:pt idx="8371">
                  <c:v>9.5587060552828496E-3</c:v>
                </c:pt>
                <c:pt idx="8372">
                  <c:v>7.1498032248940666E-3</c:v>
                </c:pt>
                <c:pt idx="8373">
                  <c:v>9.9377178013435354E-3</c:v>
                </c:pt>
                <c:pt idx="8374">
                  <c:v>9.5057796403761451E-3</c:v>
                </c:pt>
                <c:pt idx="8375">
                  <c:v>1.0445352229059551E-2</c:v>
                </c:pt>
                <c:pt idx="8376">
                  <c:v>1.0472713422578906E-2</c:v>
                </c:pt>
                <c:pt idx="8377">
                  <c:v>1.0686435365744965E-2</c:v>
                </c:pt>
                <c:pt idx="8378">
                  <c:v>8.6991912374033073E-3</c:v>
                </c:pt>
                <c:pt idx="8379">
                  <c:v>8.9531153577690811E-3</c:v>
                </c:pt>
                <c:pt idx="8380">
                  <c:v>8.8760765041661048E-3</c:v>
                </c:pt>
                <c:pt idx="8381">
                  <c:v>9.7100555315347541E-3</c:v>
                </c:pt>
                <c:pt idx="8382">
                  <c:v>7.5044857781297755E-2</c:v>
                </c:pt>
                <c:pt idx="8383">
                  <c:v>4.7417856279427774E-2</c:v>
                </c:pt>
                <c:pt idx="8384">
                  <c:v>-2.8609742444098787E-3</c:v>
                </c:pt>
                <c:pt idx="8385">
                  <c:v>-8.7798625152908632E-3</c:v>
                </c:pt>
                <c:pt idx="8386">
                  <c:v>-0.11477364546623545</c:v>
                </c:pt>
                <c:pt idx="8387">
                  <c:v>-0.12877984054952796</c:v>
                </c:pt>
                <c:pt idx="8388">
                  <c:v>-0.1477660458951294</c:v>
                </c:pt>
                <c:pt idx="8389">
                  <c:v>-0.14531439527650153</c:v>
                </c:pt>
                <c:pt idx="8390">
                  <c:v>-0.17007317312304629</c:v>
                </c:pt>
                <c:pt idx="8391">
                  <c:v>-0.17927725427805402</c:v>
                </c:pt>
                <c:pt idx="8392">
                  <c:v>-0.17318276095245108</c:v>
                </c:pt>
                <c:pt idx="8393">
                  <c:v>-0.16289257627922862</c:v>
                </c:pt>
                <c:pt idx="8394">
                  <c:v>-0.11386289880627899</c:v>
                </c:pt>
                <c:pt idx="8395">
                  <c:v>-3.9119542713998312E-2</c:v>
                </c:pt>
                <c:pt idx="8396">
                  <c:v>-0.11902126863984556</c:v>
                </c:pt>
                <c:pt idx="8397">
                  <c:v>-5.5919381076078856E-2</c:v>
                </c:pt>
                <c:pt idx="8398">
                  <c:v>-3.3616058403228746E-2</c:v>
                </c:pt>
                <c:pt idx="8399">
                  <c:v>-1.6934006783287082E-2</c:v>
                </c:pt>
                <c:pt idx="8400">
                  <c:v>-4.660630574743304E-3</c:v>
                </c:pt>
                <c:pt idx="8401">
                  <c:v>-1.0054920626302874E-3</c:v>
                </c:pt>
                <c:pt idx="8402">
                  <c:v>2.8639128503340017E-3</c:v>
                </c:pt>
                <c:pt idx="8403">
                  <c:v>8.3830944510632621E-3</c:v>
                </c:pt>
                <c:pt idx="8404">
                  <c:v>7.3673468665278212E-3</c:v>
                </c:pt>
                <c:pt idx="8405">
                  <c:v>7.3969377635202437E-3</c:v>
                </c:pt>
                <c:pt idx="8406">
                  <c:v>6.5589379757623892E-3</c:v>
                </c:pt>
                <c:pt idx="8407">
                  <c:v>4.935993837658267E-3</c:v>
                </c:pt>
                <c:pt idx="8408">
                  <c:v>2.0856505266448559E-3</c:v>
                </c:pt>
                <c:pt idx="8409">
                  <c:v>1.3654250139918782E-3</c:v>
                </c:pt>
                <c:pt idx="8410">
                  <c:v>-3.3921869790670164E-3</c:v>
                </c:pt>
                <c:pt idx="8411">
                  <c:v>-4.4835130325781417E-2</c:v>
                </c:pt>
                <c:pt idx="8412">
                  <c:v>-0.10223445129033168</c:v>
                </c:pt>
                <c:pt idx="8413">
                  <c:v>-0.21368947232169205</c:v>
                </c:pt>
                <c:pt idx="8414">
                  <c:v>-7.282839371572164E-2</c:v>
                </c:pt>
                <c:pt idx="8415">
                  <c:v>-0.27723001897952604</c:v>
                </c:pt>
                <c:pt idx="8416">
                  <c:v>-0.20227647894381709</c:v>
                </c:pt>
                <c:pt idx="8417">
                  <c:v>-0.10113241129714988</c:v>
                </c:pt>
                <c:pt idx="8418">
                  <c:v>-0.17232226400413223</c:v>
                </c:pt>
                <c:pt idx="8419">
                  <c:v>-0.11632668774205339</c:v>
                </c:pt>
                <c:pt idx="8420">
                  <c:v>-8.1994645518458073E-2</c:v>
                </c:pt>
                <c:pt idx="8421">
                  <c:v>-8.3866401127039025E-2</c:v>
                </c:pt>
                <c:pt idx="8422">
                  <c:v>-5.8561625702089136E-2</c:v>
                </c:pt>
                <c:pt idx="8423">
                  <c:v>-1.6027661395643131E-2</c:v>
                </c:pt>
                <c:pt idx="8424">
                  <c:v>-1.2929081745577867E-2</c:v>
                </c:pt>
                <c:pt idx="8425">
                  <c:v>-7.804252183903895E-3</c:v>
                </c:pt>
                <c:pt idx="8426">
                  <c:v>-2.6579731440281615E-3</c:v>
                </c:pt>
                <c:pt idx="8427">
                  <c:v>2.0075469237686582E-3</c:v>
                </c:pt>
                <c:pt idx="8428">
                  <c:v>6.6484623028649882E-3</c:v>
                </c:pt>
                <c:pt idx="8429">
                  <c:v>7.4800036275645115E-3</c:v>
                </c:pt>
                <c:pt idx="8430">
                  <c:v>9.0644471791098864E-3</c:v>
                </c:pt>
                <c:pt idx="8431">
                  <c:v>5.4375333362116085E-3</c:v>
                </c:pt>
                <c:pt idx="8432">
                  <c:v>-2.0651750595272783E-3</c:v>
                </c:pt>
                <c:pt idx="8433">
                  <c:v>-2.3188339683833114E-2</c:v>
                </c:pt>
                <c:pt idx="8434">
                  <c:v>-0.1267008037743303</c:v>
                </c:pt>
                <c:pt idx="8435">
                  <c:v>-6.0305849778723684E-2</c:v>
                </c:pt>
                <c:pt idx="8436">
                  <c:v>-0.23323264214428488</c:v>
                </c:pt>
                <c:pt idx="8437">
                  <c:v>-8.6945665558417373E-2</c:v>
                </c:pt>
                <c:pt idx="8438">
                  <c:v>-0.25038314864348554</c:v>
                </c:pt>
                <c:pt idx="8439">
                  <c:v>-0.18140998653071549</c:v>
                </c:pt>
                <c:pt idx="8440">
                  <c:v>-0.15821387289025698</c:v>
                </c:pt>
                <c:pt idx="8441">
                  <c:v>-8.8117814683512707E-2</c:v>
                </c:pt>
                <c:pt idx="8442">
                  <c:v>-0.18265836394775392</c:v>
                </c:pt>
                <c:pt idx="8443">
                  <c:v>-0.12624763608351067</c:v>
                </c:pt>
                <c:pt idx="8444">
                  <c:v>-7.929051680338764E-2</c:v>
                </c:pt>
                <c:pt idx="8445">
                  <c:v>-0.11924329878963699</c:v>
                </c:pt>
                <c:pt idx="8446">
                  <c:v>-0.10242603604656786</c:v>
                </c:pt>
                <c:pt idx="8447">
                  <c:v>-3.5436077341596206E-2</c:v>
                </c:pt>
                <c:pt idx="8448">
                  <c:v>-2.7584825369860171E-2</c:v>
                </c:pt>
                <c:pt idx="8449">
                  <c:v>-1.6834203578916868E-2</c:v>
                </c:pt>
                <c:pt idx="8450">
                  <c:v>-8.6925264465497407E-3</c:v>
                </c:pt>
                <c:pt idx="8451">
                  <c:v>-4.3709763328146816E-3</c:v>
                </c:pt>
                <c:pt idx="8452">
                  <c:v>1.2226011816485638E-3</c:v>
                </c:pt>
                <c:pt idx="8453">
                  <c:v>4.6488806615658865E-3</c:v>
                </c:pt>
                <c:pt idx="8454">
                  <c:v>4.741847762440932E-3</c:v>
                </c:pt>
                <c:pt idx="8455">
                  <c:v>4.1102575431542264E-3</c:v>
                </c:pt>
                <c:pt idx="8456">
                  <c:v>-6.2090124587953252E-2</c:v>
                </c:pt>
                <c:pt idx="8457">
                  <c:v>-6.2765798108264145E-2</c:v>
                </c:pt>
                <c:pt idx="8458">
                  <c:v>-8.5947238331714554E-2</c:v>
                </c:pt>
                <c:pt idx="8459">
                  <c:v>-5.7766635108540715E-2</c:v>
                </c:pt>
                <c:pt idx="8460">
                  <c:v>-2.5563294738732659E-2</c:v>
                </c:pt>
                <c:pt idx="8461">
                  <c:v>-2.5799099055525031E-2</c:v>
                </c:pt>
                <c:pt idx="8462">
                  <c:v>-1.5747010449135356E-2</c:v>
                </c:pt>
                <c:pt idx="8463">
                  <c:v>-2.5976115279577654E-2</c:v>
                </c:pt>
                <c:pt idx="8464">
                  <c:v>-3.4646341441893609E-2</c:v>
                </c:pt>
                <c:pt idx="8465">
                  <c:v>-3.1417908049328126E-2</c:v>
                </c:pt>
                <c:pt idx="8466">
                  <c:v>-1.888334386512288E-2</c:v>
                </c:pt>
                <c:pt idx="8467">
                  <c:v>-1.2575896090109361E-2</c:v>
                </c:pt>
                <c:pt idx="8468">
                  <c:v>-2.6583919738874577E-2</c:v>
                </c:pt>
                <c:pt idx="8469">
                  <c:v>-2.0745226990860472E-2</c:v>
                </c:pt>
                <c:pt idx="8470">
                  <c:v>2.9001327386848729E-4</c:v>
                </c:pt>
                <c:pt idx="8471">
                  <c:v>6.4153543677856958E-3</c:v>
                </c:pt>
                <c:pt idx="8472">
                  <c:v>6.1552603071111734E-3</c:v>
                </c:pt>
                <c:pt idx="8473">
                  <c:v>9.5049787122897123E-3</c:v>
                </c:pt>
                <c:pt idx="8474">
                  <c:v>7.6583604125892634E-3</c:v>
                </c:pt>
                <c:pt idx="8475">
                  <c:v>6.0796930022146544E-3</c:v>
                </c:pt>
                <c:pt idx="8476">
                  <c:v>7.3673725680439041E-3</c:v>
                </c:pt>
                <c:pt idx="8477">
                  <c:v>7.0705867620870708E-3</c:v>
                </c:pt>
                <c:pt idx="8478">
                  <c:v>6.4767473119064344E-3</c:v>
                </c:pt>
                <c:pt idx="8479">
                  <c:v>6.6320680551169081E-3</c:v>
                </c:pt>
                <c:pt idx="8480">
                  <c:v>6.4240099669258402E-3</c:v>
                </c:pt>
                <c:pt idx="8481">
                  <c:v>-2.3401967130350781E-3</c:v>
                </c:pt>
                <c:pt idx="8482">
                  <c:v>-6.0211490188147071E-4</c:v>
                </c:pt>
                <c:pt idx="8483">
                  <c:v>-5.3491533151228904E-4</c:v>
                </c:pt>
                <c:pt idx="8484">
                  <c:v>-1.8046467467307365E-3</c:v>
                </c:pt>
                <c:pt idx="8485">
                  <c:v>2.9031307878907227E-4</c:v>
                </c:pt>
                <c:pt idx="8486">
                  <c:v>2.2960335731550779E-3</c:v>
                </c:pt>
                <c:pt idx="8487">
                  <c:v>2.4565124040838065E-3</c:v>
                </c:pt>
                <c:pt idx="8488">
                  <c:v>1.0463139443112374E-3</c:v>
                </c:pt>
                <c:pt idx="8489">
                  <c:v>2.2928428345031903E-3</c:v>
                </c:pt>
                <c:pt idx="8490">
                  <c:v>2.102381235517238E-3</c:v>
                </c:pt>
                <c:pt idx="8491">
                  <c:v>2.9186634676949181E-3</c:v>
                </c:pt>
                <c:pt idx="8492">
                  <c:v>3.1928674318130314E-3</c:v>
                </c:pt>
                <c:pt idx="8493">
                  <c:v>3.3145330702204975E-3</c:v>
                </c:pt>
                <c:pt idx="8494">
                  <c:v>6.6825321899490397E-3</c:v>
                </c:pt>
                <c:pt idx="8495">
                  <c:v>6.9298915416741149E-3</c:v>
                </c:pt>
                <c:pt idx="8496">
                  <c:v>6.7578011547109297E-3</c:v>
                </c:pt>
                <c:pt idx="8497">
                  <c:v>7.3546802311895091E-3</c:v>
                </c:pt>
                <c:pt idx="8498">
                  <c:v>1.0272193368110734E-2</c:v>
                </c:pt>
                <c:pt idx="8499">
                  <c:v>9.9776678838273802E-3</c:v>
                </c:pt>
                <c:pt idx="8500">
                  <c:v>8.9134003028020006E-3</c:v>
                </c:pt>
                <c:pt idx="8501">
                  <c:v>8.7704614815457532E-3</c:v>
                </c:pt>
                <c:pt idx="8502">
                  <c:v>1.164412855512423E-2</c:v>
                </c:pt>
                <c:pt idx="8503">
                  <c:v>1.0279482628410866E-2</c:v>
                </c:pt>
                <c:pt idx="8504">
                  <c:v>-1.1790490325927479E-3</c:v>
                </c:pt>
                <c:pt idx="8505">
                  <c:v>-6.2942167709021703E-3</c:v>
                </c:pt>
                <c:pt idx="8506">
                  <c:v>-7.2332857207268253E-3</c:v>
                </c:pt>
                <c:pt idx="8507">
                  <c:v>-4.5333654028934392E-3</c:v>
                </c:pt>
                <c:pt idx="8508">
                  <c:v>-9.8490932275092252E-4</c:v>
                </c:pt>
                <c:pt idx="8509">
                  <c:v>-5.3342700325359933E-2</c:v>
                </c:pt>
                <c:pt idx="8510">
                  <c:v>-0.22627692293018403</c:v>
                </c:pt>
                <c:pt idx="8511">
                  <c:v>-0.13364715691362244</c:v>
                </c:pt>
                <c:pt idx="8512">
                  <c:v>-0.11993263520019035</c:v>
                </c:pt>
                <c:pt idx="8513">
                  <c:v>-0.11252548851484781</c:v>
                </c:pt>
                <c:pt idx="8514">
                  <c:v>-7.0427301881700308E-2</c:v>
                </c:pt>
                <c:pt idx="8515">
                  <c:v>-3.7730782070552291E-2</c:v>
                </c:pt>
                <c:pt idx="8516">
                  <c:v>-1.3921169024561126E-2</c:v>
                </c:pt>
                <c:pt idx="8517">
                  <c:v>-1.2614692869388657E-2</c:v>
                </c:pt>
                <c:pt idx="8518">
                  <c:v>4.1652611276845808E-3</c:v>
                </c:pt>
                <c:pt idx="8519">
                  <c:v>6.2974218067343339E-3</c:v>
                </c:pt>
                <c:pt idx="8520">
                  <c:v>7.0967008953436647E-3</c:v>
                </c:pt>
                <c:pt idx="8521">
                  <c:v>8.9007794241310109E-3</c:v>
                </c:pt>
                <c:pt idx="8522">
                  <c:v>9.6168189527545255E-3</c:v>
                </c:pt>
                <c:pt idx="8523">
                  <c:v>9.4044946702050748E-3</c:v>
                </c:pt>
                <c:pt idx="8524">
                  <c:v>9.6275020265428075E-3</c:v>
                </c:pt>
                <c:pt idx="8525">
                  <c:v>1.1568234347717919E-2</c:v>
                </c:pt>
                <c:pt idx="8526">
                  <c:v>1.0411399255239609E-2</c:v>
                </c:pt>
                <c:pt idx="8527">
                  <c:v>2.5649859244548552E-3</c:v>
                </c:pt>
                <c:pt idx="8528">
                  <c:v>-1.0699947406448885E-2</c:v>
                </c:pt>
                <c:pt idx="8529">
                  <c:v>-1.0050883497439097E-2</c:v>
                </c:pt>
                <c:pt idx="8530">
                  <c:v>-1.3248036241536712E-2</c:v>
                </c:pt>
                <c:pt idx="8531">
                  <c:v>-3.3726216362679161E-2</c:v>
                </c:pt>
                <c:pt idx="8532">
                  <c:v>-0.22063962301269474</c:v>
                </c:pt>
                <c:pt idx="8533">
                  <c:v>-0.15045288770301862</c:v>
                </c:pt>
                <c:pt idx="8534">
                  <c:v>-0.12756363290685593</c:v>
                </c:pt>
                <c:pt idx="8535">
                  <c:v>-0.12690265639425696</c:v>
                </c:pt>
                <c:pt idx="8536">
                  <c:v>-0.14873385076058618</c:v>
                </c:pt>
                <c:pt idx="8537">
                  <c:v>-0.15679078523865017</c:v>
                </c:pt>
                <c:pt idx="8538">
                  <c:v>-0.11195650361287339</c:v>
                </c:pt>
                <c:pt idx="8539">
                  <c:v>-6.6539540316017068E-2</c:v>
                </c:pt>
                <c:pt idx="8540">
                  <c:v>-4.1251743185656248E-2</c:v>
                </c:pt>
                <c:pt idx="8541">
                  <c:v>-5.7786085252476742E-2</c:v>
                </c:pt>
                <c:pt idx="8542">
                  <c:v>-1.4731955321846058E-2</c:v>
                </c:pt>
                <c:pt idx="8543">
                  <c:v>-4.2399797172768337E-2</c:v>
                </c:pt>
                <c:pt idx="8544">
                  <c:v>-6.0428090085117596E-3</c:v>
                </c:pt>
                <c:pt idx="8545">
                  <c:v>-8.7908897668809178E-3</c:v>
                </c:pt>
                <c:pt idx="8546">
                  <c:v>-4.983556699567032E-3</c:v>
                </c:pt>
                <c:pt idx="8547">
                  <c:v>1.801964985109249E-3</c:v>
                </c:pt>
                <c:pt idx="8548">
                  <c:v>8.5763716338878547E-3</c:v>
                </c:pt>
                <c:pt idx="8549">
                  <c:v>1.0127038612709088E-2</c:v>
                </c:pt>
                <c:pt idx="8550">
                  <c:v>9.4343614489577638E-3</c:v>
                </c:pt>
                <c:pt idx="8551">
                  <c:v>6.91450902718054E-3</c:v>
                </c:pt>
                <c:pt idx="8552">
                  <c:v>-5.1210735666387197E-3</c:v>
                </c:pt>
                <c:pt idx="8553">
                  <c:v>-6.5285443619512344E-3</c:v>
                </c:pt>
                <c:pt idx="8554">
                  <c:v>-1.7909385445487102E-2</c:v>
                </c:pt>
                <c:pt idx="8555">
                  <c:v>-0.16412552822655038</c:v>
                </c:pt>
                <c:pt idx="8556">
                  <c:v>-0.13745025098286229</c:v>
                </c:pt>
                <c:pt idx="8557">
                  <c:v>-0.13603048199531706</c:v>
                </c:pt>
                <c:pt idx="8558">
                  <c:v>-0.15986518667622521</c:v>
                </c:pt>
                <c:pt idx="8559">
                  <c:v>-0.15744630186998687</c:v>
                </c:pt>
                <c:pt idx="8560">
                  <c:v>-0.17999415751758779</c:v>
                </c:pt>
                <c:pt idx="8561">
                  <c:v>-0.15570586733587496</c:v>
                </c:pt>
                <c:pt idx="8562">
                  <c:v>-0.14974745579739995</c:v>
                </c:pt>
                <c:pt idx="8563">
                  <c:v>-7.2987098173369222E-2</c:v>
                </c:pt>
                <c:pt idx="8564">
                  <c:v>-6.4865884872390464E-2</c:v>
                </c:pt>
                <c:pt idx="8565">
                  <c:v>-7.4087928563081856E-2</c:v>
                </c:pt>
                <c:pt idx="8566">
                  <c:v>-8.3123813193437229E-2</c:v>
                </c:pt>
                <c:pt idx="8567">
                  <c:v>-2.1363943560908025E-2</c:v>
                </c:pt>
                <c:pt idx="8568">
                  <c:v>-1.3035567795220571E-2</c:v>
                </c:pt>
                <c:pt idx="8569">
                  <c:v>-4.7614070405008523E-3</c:v>
                </c:pt>
                <c:pt idx="8570">
                  <c:v>1.0203998836122922E-3</c:v>
                </c:pt>
                <c:pt idx="8571">
                  <c:v>1.0066648901367674E-2</c:v>
                </c:pt>
                <c:pt idx="8572">
                  <c:v>9.3954500786090807E-3</c:v>
                </c:pt>
                <c:pt idx="8573">
                  <c:v>7.2731561172222903E-3</c:v>
                </c:pt>
                <c:pt idx="8574">
                  <c:v>8.3148750568123337E-3</c:v>
                </c:pt>
                <c:pt idx="8575">
                  <c:v>6.6191890431916813E-3</c:v>
                </c:pt>
                <c:pt idx="8576">
                  <c:v>-3.4187153525000582E-4</c:v>
                </c:pt>
                <c:pt idx="8577">
                  <c:v>-3.4897464934031909E-3</c:v>
                </c:pt>
                <c:pt idx="8578">
                  <c:v>-4.1333403490940522E-2</c:v>
                </c:pt>
                <c:pt idx="8579">
                  <c:v>-9.4539827991447681E-2</c:v>
                </c:pt>
                <c:pt idx="8580">
                  <c:v>-6.7486067894576951E-2</c:v>
                </c:pt>
                <c:pt idx="8581">
                  <c:v>-0.14029043257245868</c:v>
                </c:pt>
                <c:pt idx="8582">
                  <c:v>-0.15537625770466118</c:v>
                </c:pt>
                <c:pt idx="8583">
                  <c:v>-8.7438449907808136E-2</c:v>
                </c:pt>
                <c:pt idx="8584">
                  <c:v>-0.13369832003359769</c:v>
                </c:pt>
                <c:pt idx="8585">
                  <c:v>-0.10342303603913192</c:v>
                </c:pt>
                <c:pt idx="8586">
                  <c:v>-0.12643398196074393</c:v>
                </c:pt>
                <c:pt idx="8587">
                  <c:v>-8.1674443176592823E-2</c:v>
                </c:pt>
                <c:pt idx="8588">
                  <c:v>-6.0292568121699648E-2</c:v>
                </c:pt>
                <c:pt idx="8589">
                  <c:v>-9.7597982921434817E-2</c:v>
                </c:pt>
                <c:pt idx="8590">
                  <c:v>-4.9669162419859296E-2</c:v>
                </c:pt>
                <c:pt idx="8591">
                  <c:v>-1.0306473748311203E-2</c:v>
                </c:pt>
                <c:pt idx="8592">
                  <c:v>-6.6390672444707503E-3</c:v>
                </c:pt>
                <c:pt idx="8593">
                  <c:v>-6.3550786630143345E-3</c:v>
                </c:pt>
                <c:pt idx="8594">
                  <c:v>-4.8498741589280657E-3</c:v>
                </c:pt>
                <c:pt idx="8595">
                  <c:v>-1.5343121643893822E-3</c:v>
                </c:pt>
                <c:pt idx="8596">
                  <c:v>4.212086044553187E-3</c:v>
                </c:pt>
                <c:pt idx="8597">
                  <c:v>6.7727290385147581E-3</c:v>
                </c:pt>
                <c:pt idx="8598">
                  <c:v>9.0158166010820256E-3</c:v>
                </c:pt>
                <c:pt idx="8599">
                  <c:v>7.9545207509709136E-3</c:v>
                </c:pt>
                <c:pt idx="8600">
                  <c:v>1.971023385966345E-3</c:v>
                </c:pt>
                <c:pt idx="8601">
                  <c:v>-6.3490811869680889E-3</c:v>
                </c:pt>
                <c:pt idx="8602">
                  <c:v>-2.9093755397300004E-2</c:v>
                </c:pt>
                <c:pt idx="8603">
                  <c:v>-0.19155261027850817</c:v>
                </c:pt>
                <c:pt idx="8604">
                  <c:v>-0.10212482529362088</c:v>
                </c:pt>
                <c:pt idx="8605">
                  <c:v>-0.20350495257407131</c:v>
                </c:pt>
                <c:pt idx="8606">
                  <c:v>-0.18009639677218087</c:v>
                </c:pt>
                <c:pt idx="8607">
                  <c:v>-0.18542298919893052</c:v>
                </c:pt>
                <c:pt idx="8608">
                  <c:v>-0.1764647680554377</c:v>
                </c:pt>
                <c:pt idx="8609">
                  <c:v>-0.10864929385678546</c:v>
                </c:pt>
                <c:pt idx="8610">
                  <c:v>-0.16607489882751192</c:v>
                </c:pt>
                <c:pt idx="8611">
                  <c:v>-0.11223552012989886</c:v>
                </c:pt>
                <c:pt idx="8612">
                  <c:v>-6.6519360791338786E-2</c:v>
                </c:pt>
                <c:pt idx="8613">
                  <c:v>-9.051254733270872E-2</c:v>
                </c:pt>
                <c:pt idx="8614">
                  <c:v>-6.0173275537134085E-2</c:v>
                </c:pt>
                <c:pt idx="8615">
                  <c:v>-1.2541784010517809E-2</c:v>
                </c:pt>
                <c:pt idx="8616">
                  <c:v>-9.2597614654653815E-3</c:v>
                </c:pt>
                <c:pt idx="8617">
                  <c:v>9.3776112286072394E-4</c:v>
                </c:pt>
                <c:pt idx="8618">
                  <c:v>8.7050834737403254E-3</c:v>
                </c:pt>
                <c:pt idx="8619">
                  <c:v>1.1508305044468996E-2</c:v>
                </c:pt>
                <c:pt idx="8620">
                  <c:v>1.0137333058012342E-2</c:v>
                </c:pt>
                <c:pt idx="8621">
                  <c:v>1.0642643222616028E-2</c:v>
                </c:pt>
                <c:pt idx="8622">
                  <c:v>1.1553846625006263E-2</c:v>
                </c:pt>
                <c:pt idx="8623">
                  <c:v>9.3295231510209815E-3</c:v>
                </c:pt>
                <c:pt idx="8624">
                  <c:v>-1.651488182424941E-3</c:v>
                </c:pt>
                <c:pt idx="8625">
                  <c:v>-2.6984937172329659E-3</c:v>
                </c:pt>
                <c:pt idx="8626">
                  <c:v>-9.5056696433622201E-4</c:v>
                </c:pt>
                <c:pt idx="8627">
                  <c:v>-2.5533650583510459E-3</c:v>
                </c:pt>
                <c:pt idx="8628">
                  <c:v>-9.0079237750983782E-2</c:v>
                </c:pt>
                <c:pt idx="8629">
                  <c:v>-0.14908121714800343</c:v>
                </c:pt>
                <c:pt idx="8630">
                  <c:v>-0.1182843683197087</c:v>
                </c:pt>
                <c:pt idx="8631">
                  <c:v>-0.12179254195263291</c:v>
                </c:pt>
                <c:pt idx="8632">
                  <c:v>-9.4130800174241816E-2</c:v>
                </c:pt>
                <c:pt idx="8633">
                  <c:v>-8.7205086991738123E-2</c:v>
                </c:pt>
                <c:pt idx="8634">
                  <c:v>-4.0458479184007613E-2</c:v>
                </c:pt>
                <c:pt idx="8635">
                  <c:v>-8.655826245351713E-3</c:v>
                </c:pt>
                <c:pt idx="8636">
                  <c:v>5.3329000751352719E-3</c:v>
                </c:pt>
                <c:pt idx="8637">
                  <c:v>1.027856816677815E-2</c:v>
                </c:pt>
                <c:pt idx="8638">
                  <c:v>1.2439032159715717E-2</c:v>
                </c:pt>
                <c:pt idx="8639">
                  <c:v>1.2649204560856848E-2</c:v>
                </c:pt>
                <c:pt idx="8640">
                  <c:v>1.0114041534416914E-2</c:v>
                </c:pt>
                <c:pt idx="8641">
                  <c:v>9.6787956653352266E-3</c:v>
                </c:pt>
                <c:pt idx="8642">
                  <c:v>1.0882279398884467E-2</c:v>
                </c:pt>
                <c:pt idx="8643">
                  <c:v>8.3158483328185609E-2</c:v>
                </c:pt>
                <c:pt idx="8644">
                  <c:v>5.6283668664647978E-2</c:v>
                </c:pt>
                <c:pt idx="8645">
                  <c:v>6.1120100274110981E-2</c:v>
                </c:pt>
                <c:pt idx="8646">
                  <c:v>4.8854837845572277E-2</c:v>
                </c:pt>
                <c:pt idx="8647">
                  <c:v>3.3204979664720205E-2</c:v>
                </c:pt>
                <c:pt idx="8648">
                  <c:v>3.9353037928582239E-2</c:v>
                </c:pt>
                <c:pt idx="8649">
                  <c:v>2.1159190066888444E-2</c:v>
                </c:pt>
                <c:pt idx="8650">
                  <c:v>1.0505244137437171E-2</c:v>
                </c:pt>
                <c:pt idx="8651">
                  <c:v>-2.5283948500124361E-3</c:v>
                </c:pt>
                <c:pt idx="8652">
                  <c:v>3.5271232512727319E-3</c:v>
                </c:pt>
                <c:pt idx="8653">
                  <c:v>3.2875084278788159E-3</c:v>
                </c:pt>
                <c:pt idx="8654">
                  <c:v>-0.14228812674254035</c:v>
                </c:pt>
                <c:pt idx="8655">
                  <c:v>-4.5070100104806901E-2</c:v>
                </c:pt>
                <c:pt idx="8656">
                  <c:v>-9.9743462552497761E-2</c:v>
                </c:pt>
                <c:pt idx="8657">
                  <c:v>-4.7345487115275316E-2</c:v>
                </c:pt>
                <c:pt idx="8658">
                  <c:v>-2.4536904308539834E-2</c:v>
                </c:pt>
                <c:pt idx="8659">
                  <c:v>-3.3850583334143411E-2</c:v>
                </c:pt>
                <c:pt idx="8660">
                  <c:v>1.0011989338660266E-3</c:v>
                </c:pt>
                <c:pt idx="8661">
                  <c:v>2.8100037849717097E-3</c:v>
                </c:pt>
                <c:pt idx="8662">
                  <c:v>4.2649451384751185E-3</c:v>
                </c:pt>
                <c:pt idx="8663">
                  <c:v>1.1477177075902172E-2</c:v>
                </c:pt>
                <c:pt idx="8664">
                  <c:v>1.4051758481320968E-2</c:v>
                </c:pt>
                <c:pt idx="8665">
                  <c:v>1.2764414980812109E-2</c:v>
                </c:pt>
                <c:pt idx="8666">
                  <c:v>1.1335740118043431E-2</c:v>
                </c:pt>
                <c:pt idx="8667">
                  <c:v>1.8055278202799955E-2</c:v>
                </c:pt>
                <c:pt idx="8668">
                  <c:v>7.6905892891705102E-2</c:v>
                </c:pt>
                <c:pt idx="8669">
                  <c:v>5.5666919068654272E-2</c:v>
                </c:pt>
                <c:pt idx="8670">
                  <c:v>5.0200322765749768E-2</c:v>
                </c:pt>
                <c:pt idx="8671">
                  <c:v>4.8961308789382277E-2</c:v>
                </c:pt>
                <c:pt idx="8672">
                  <c:v>2.8726246963570286E-2</c:v>
                </c:pt>
                <c:pt idx="8673">
                  <c:v>2.634750454190582E-2</c:v>
                </c:pt>
                <c:pt idx="8674">
                  <c:v>-5.0096139752603571E-4</c:v>
                </c:pt>
                <c:pt idx="8675">
                  <c:v>-1.0990518216447018E-2</c:v>
                </c:pt>
                <c:pt idx="8676">
                  <c:v>-3.5255304541715921E-3</c:v>
                </c:pt>
                <c:pt idx="8677">
                  <c:v>-4.5894207339246727E-2</c:v>
                </c:pt>
                <c:pt idx="8678">
                  <c:v>-0.16880273471177876</c:v>
                </c:pt>
                <c:pt idx="8679">
                  <c:v>-9.8918558862060704E-2</c:v>
                </c:pt>
                <c:pt idx="8680">
                  <c:v>-0.11243550934348946</c:v>
                </c:pt>
                <c:pt idx="8681">
                  <c:v>-0.10590877372256287</c:v>
                </c:pt>
                <c:pt idx="8682">
                  <c:v>-6.2927060068533158E-2</c:v>
                </c:pt>
                <c:pt idx="8683">
                  <c:v>-7.9201227985318562E-2</c:v>
                </c:pt>
                <c:pt idx="8684">
                  <c:v>-3.2169199477406936E-2</c:v>
                </c:pt>
                <c:pt idx="8685">
                  <c:v>-7.076737766909974E-2</c:v>
                </c:pt>
                <c:pt idx="8686">
                  <c:v>-1.7145344072349113E-2</c:v>
                </c:pt>
                <c:pt idx="8687">
                  <c:v>-4.1410865729408004E-2</c:v>
                </c:pt>
                <c:pt idx="8688">
                  <c:v>2.0655351109406402E-3</c:v>
                </c:pt>
                <c:pt idx="8689">
                  <c:v>5.309259990774258E-3</c:v>
                </c:pt>
                <c:pt idx="8690">
                  <c:v>9.1978236867692586E-3</c:v>
                </c:pt>
                <c:pt idx="8691">
                  <c:v>9.9771085924910442E-3</c:v>
                </c:pt>
                <c:pt idx="8692">
                  <c:v>1.0659928211685725E-2</c:v>
                </c:pt>
                <c:pt idx="8693">
                  <c:v>1.01954939858312E-2</c:v>
                </c:pt>
                <c:pt idx="8694">
                  <c:v>9.8287671846702569E-3</c:v>
                </c:pt>
                <c:pt idx="8695">
                  <c:v>9.5005430856067961E-3</c:v>
                </c:pt>
                <c:pt idx="8696">
                  <c:v>1.671432374933909E-3</c:v>
                </c:pt>
                <c:pt idx="8697">
                  <c:v>2.4773769867721634E-3</c:v>
                </c:pt>
                <c:pt idx="8698">
                  <c:v>3.8609909681784627E-2</c:v>
                </c:pt>
                <c:pt idx="8699">
                  <c:v>1.2987334305351483E-2</c:v>
                </c:pt>
                <c:pt idx="8700">
                  <c:v>-5.5291334512063799E-2</c:v>
                </c:pt>
                <c:pt idx="8701">
                  <c:v>-0.23957047676686727</c:v>
                </c:pt>
                <c:pt idx="8702">
                  <c:v>-0.14475498223412622</c:v>
                </c:pt>
                <c:pt idx="8703">
                  <c:v>-0.12974268350862012</c:v>
                </c:pt>
                <c:pt idx="8704">
                  <c:v>-0.1110433729241091</c:v>
                </c:pt>
                <c:pt idx="8705">
                  <c:v>-0.10367951666889981</c:v>
                </c:pt>
                <c:pt idx="8706">
                  <c:v>-0.13191126634654604</c:v>
                </c:pt>
                <c:pt idx="8707">
                  <c:v>-7.6957882642833486E-2</c:v>
                </c:pt>
                <c:pt idx="8708">
                  <c:v>-1.5298936764837441E-2</c:v>
                </c:pt>
                <c:pt idx="8709">
                  <c:v>-5.2341274983275787E-2</c:v>
                </c:pt>
                <c:pt idx="8710">
                  <c:v>-5.598131353061328E-2</c:v>
                </c:pt>
                <c:pt idx="8711">
                  <c:v>-1.6590026017692719E-3</c:v>
                </c:pt>
                <c:pt idx="8712">
                  <c:v>8.9292575243140118E-3</c:v>
                </c:pt>
                <c:pt idx="8713">
                  <c:v>1.5018494326990373E-2</c:v>
                </c:pt>
                <c:pt idx="8714">
                  <c:v>1.4203474885555579E-2</c:v>
                </c:pt>
                <c:pt idx="8715">
                  <c:v>1.2646307364356471E-2</c:v>
                </c:pt>
                <c:pt idx="8716">
                  <c:v>1.918843790636399E-2</c:v>
                </c:pt>
                <c:pt idx="8717">
                  <c:v>2.632708918112639E-2</c:v>
                </c:pt>
                <c:pt idx="8718">
                  <c:v>2.2934974714519198E-2</c:v>
                </c:pt>
                <c:pt idx="8719">
                  <c:v>1.782627363972417E-2</c:v>
                </c:pt>
                <c:pt idx="8720">
                  <c:v>1.0436301551107204E-2</c:v>
                </c:pt>
                <c:pt idx="8721">
                  <c:v>-5.1966765195625864E-3</c:v>
                </c:pt>
                <c:pt idx="8722">
                  <c:v>1.8714321904732531E-2</c:v>
                </c:pt>
                <c:pt idx="8723">
                  <c:v>-1.6226996066375208E-2</c:v>
                </c:pt>
                <c:pt idx="8724">
                  <c:v>-2.9026294692082687E-2</c:v>
                </c:pt>
                <c:pt idx="8725">
                  <c:v>-8.4734683993379217E-2</c:v>
                </c:pt>
                <c:pt idx="8726">
                  <c:v>-4.0044745484979646E-2</c:v>
                </c:pt>
                <c:pt idx="8727">
                  <c:v>-0.10145655023526538</c:v>
                </c:pt>
                <c:pt idx="8728">
                  <c:v>-0.13891490098582776</c:v>
                </c:pt>
                <c:pt idx="8729">
                  <c:v>-2.7568660443431459E-4</c:v>
                </c:pt>
                <c:pt idx="8730">
                  <c:v>-9.4414921428070137E-3</c:v>
                </c:pt>
                <c:pt idx="8731">
                  <c:v>-9.8340805941022659E-3</c:v>
                </c:pt>
                <c:pt idx="8732">
                  <c:v>5.0592227557235241E-3</c:v>
                </c:pt>
                <c:pt idx="8733">
                  <c:v>-7.3027765663697966E-2</c:v>
                </c:pt>
                <c:pt idx="8734">
                  <c:v>-0.15365193112232262</c:v>
                </c:pt>
                <c:pt idx="8735">
                  <c:v>1.2586930973599355E-2</c:v>
                </c:pt>
                <c:pt idx="8736">
                  <c:v>2.6268664602180518E-2</c:v>
                </c:pt>
                <c:pt idx="8737">
                  <c:v>1.9978481061368247E-2</c:v>
                </c:pt>
                <c:pt idx="8738">
                  <c:v>5.9851441387720316E-3</c:v>
                </c:pt>
                <c:pt idx="8739">
                  <c:v>-3.8906473643103385E-3</c:v>
                </c:pt>
                <c:pt idx="8740">
                  <c:v>-6.3809557763615859E-3</c:v>
                </c:pt>
                <c:pt idx="8741">
                  <c:v>1.9950896278032875E-3</c:v>
                </c:pt>
                <c:pt idx="8742">
                  <c:v>1.9301847756419657E-2</c:v>
                </c:pt>
                <c:pt idx="8743">
                  <c:v>1.2463753804784893E-2</c:v>
                </c:pt>
                <c:pt idx="8744">
                  <c:v>1.9094325893797164E-2</c:v>
                </c:pt>
                <c:pt idx="8745">
                  <c:v>1.8630299882589376E-2</c:v>
                </c:pt>
                <c:pt idx="8746">
                  <c:v>8.0580693379041796E-3</c:v>
                </c:pt>
                <c:pt idx="8747">
                  <c:v>-3.7429210665870814E-2</c:v>
                </c:pt>
                <c:pt idx="8748">
                  <c:v>-3.3852579987224782E-2</c:v>
                </c:pt>
                <c:pt idx="8749">
                  <c:v>-0.24208914590682654</c:v>
                </c:pt>
                <c:pt idx="8750">
                  <c:v>-7.4113167417648423E-2</c:v>
                </c:pt>
                <c:pt idx="8751">
                  <c:v>-0.32039665996537914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75D5-4C64-8070-41DD112C01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Time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high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At val="0"/>
        <c:crossBetween val="midCat"/>
        <c:majorUnit val="60"/>
      </c:valAx>
      <c:valAx>
        <c:axId val="2005114831"/>
        <c:scaling>
          <c:orientation val="minMax"/>
          <c:max val="0"/>
          <c:min val="-3.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AHU_cooling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At val="44835"/>
        <c:crossBetween val="midCat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Sheet2!$G$1</c:f>
              <c:strCache>
                <c:ptCount val="1"/>
                <c:pt idx="0">
                  <c:v>Q_1035-01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Sheet2!$A$2:$A$8753</c:f>
              <c:numCache>
                <c:formatCode>[$-409]d/mmm;@</c:formatCode>
                <c:ptCount val="8752"/>
                <c:pt idx="0">
                  <c:v>44835</c:v>
                </c:pt>
                <c:pt idx="1">
                  <c:v>44835.041666666657</c:v>
                </c:pt>
                <c:pt idx="2">
                  <c:v>44835.083333333343</c:v>
                </c:pt>
                <c:pt idx="3">
                  <c:v>44835.125</c:v>
                </c:pt>
                <c:pt idx="4">
                  <c:v>44835.166666666657</c:v>
                </c:pt>
                <c:pt idx="5">
                  <c:v>44835.208333333343</c:v>
                </c:pt>
                <c:pt idx="6">
                  <c:v>44835.25</c:v>
                </c:pt>
                <c:pt idx="7">
                  <c:v>44835.291666666657</c:v>
                </c:pt>
                <c:pt idx="8">
                  <c:v>44835.333333333343</c:v>
                </c:pt>
                <c:pt idx="9">
                  <c:v>44835.375</c:v>
                </c:pt>
                <c:pt idx="10">
                  <c:v>44835.416666666657</c:v>
                </c:pt>
                <c:pt idx="11">
                  <c:v>44835.458333333343</c:v>
                </c:pt>
                <c:pt idx="12">
                  <c:v>44835.5</c:v>
                </c:pt>
                <c:pt idx="13">
                  <c:v>44835.541666666657</c:v>
                </c:pt>
                <c:pt idx="14">
                  <c:v>44835.583333333343</c:v>
                </c:pt>
                <c:pt idx="15">
                  <c:v>44835.625</c:v>
                </c:pt>
                <c:pt idx="16">
                  <c:v>44835.666666666657</c:v>
                </c:pt>
                <c:pt idx="17">
                  <c:v>44835.708333333343</c:v>
                </c:pt>
                <c:pt idx="18">
                  <c:v>44835.75</c:v>
                </c:pt>
                <c:pt idx="19">
                  <c:v>44835.791666666657</c:v>
                </c:pt>
                <c:pt idx="20">
                  <c:v>44835.833333333343</c:v>
                </c:pt>
                <c:pt idx="21">
                  <c:v>44835.875</c:v>
                </c:pt>
                <c:pt idx="22">
                  <c:v>44835.916666666657</c:v>
                </c:pt>
                <c:pt idx="23">
                  <c:v>44835.958333333343</c:v>
                </c:pt>
                <c:pt idx="24">
                  <c:v>44836</c:v>
                </c:pt>
                <c:pt idx="25">
                  <c:v>44836.041666666657</c:v>
                </c:pt>
                <c:pt idx="26">
                  <c:v>44836.083333333343</c:v>
                </c:pt>
                <c:pt idx="27">
                  <c:v>44836.125</c:v>
                </c:pt>
                <c:pt idx="28">
                  <c:v>44836.166666666657</c:v>
                </c:pt>
                <c:pt idx="29">
                  <c:v>44836.208333333343</c:v>
                </c:pt>
                <c:pt idx="30">
                  <c:v>44836.25</c:v>
                </c:pt>
                <c:pt idx="31">
                  <c:v>44836.291666666657</c:v>
                </c:pt>
                <c:pt idx="32">
                  <c:v>44836.333333333343</c:v>
                </c:pt>
                <c:pt idx="33">
                  <c:v>44836.375</c:v>
                </c:pt>
                <c:pt idx="34">
                  <c:v>44836.416666666657</c:v>
                </c:pt>
                <c:pt idx="35">
                  <c:v>44836.458333333343</c:v>
                </c:pt>
                <c:pt idx="36">
                  <c:v>44836.5</c:v>
                </c:pt>
                <c:pt idx="37">
                  <c:v>44836.541666666657</c:v>
                </c:pt>
                <c:pt idx="38">
                  <c:v>44836.583333333343</c:v>
                </c:pt>
                <c:pt idx="39">
                  <c:v>44836.625</c:v>
                </c:pt>
                <c:pt idx="40">
                  <c:v>44836.666666666657</c:v>
                </c:pt>
                <c:pt idx="41">
                  <c:v>44836.708333333343</c:v>
                </c:pt>
                <c:pt idx="42">
                  <c:v>44836.75</c:v>
                </c:pt>
                <c:pt idx="43">
                  <c:v>44836.791666666657</c:v>
                </c:pt>
                <c:pt idx="44">
                  <c:v>44836.833333333343</c:v>
                </c:pt>
                <c:pt idx="45">
                  <c:v>44836.875</c:v>
                </c:pt>
                <c:pt idx="46">
                  <c:v>44836.916666666657</c:v>
                </c:pt>
                <c:pt idx="47">
                  <c:v>44836.958333333343</c:v>
                </c:pt>
                <c:pt idx="48">
                  <c:v>44837</c:v>
                </c:pt>
                <c:pt idx="49">
                  <c:v>44837.041666666657</c:v>
                </c:pt>
                <c:pt idx="50">
                  <c:v>44837.083333333343</c:v>
                </c:pt>
                <c:pt idx="51">
                  <c:v>44837.125</c:v>
                </c:pt>
                <c:pt idx="52">
                  <c:v>44837.166666666657</c:v>
                </c:pt>
                <c:pt idx="53">
                  <c:v>44837.208333333343</c:v>
                </c:pt>
                <c:pt idx="54">
                  <c:v>44837.25</c:v>
                </c:pt>
                <c:pt idx="55">
                  <c:v>44837.291666666657</c:v>
                </c:pt>
                <c:pt idx="56">
                  <c:v>44837.333333333343</c:v>
                </c:pt>
                <c:pt idx="57">
                  <c:v>44837.375</c:v>
                </c:pt>
                <c:pt idx="58">
                  <c:v>44837.416666666657</c:v>
                </c:pt>
                <c:pt idx="59">
                  <c:v>44837.458333333343</c:v>
                </c:pt>
                <c:pt idx="60">
                  <c:v>44837.5</c:v>
                </c:pt>
                <c:pt idx="61">
                  <c:v>44837.541666666657</c:v>
                </c:pt>
                <c:pt idx="62">
                  <c:v>44837.583333333343</c:v>
                </c:pt>
                <c:pt idx="63">
                  <c:v>44837.625</c:v>
                </c:pt>
                <c:pt idx="64">
                  <c:v>44837.666666666657</c:v>
                </c:pt>
                <c:pt idx="65">
                  <c:v>44837.708333333343</c:v>
                </c:pt>
                <c:pt idx="66">
                  <c:v>44837.75</c:v>
                </c:pt>
                <c:pt idx="67">
                  <c:v>44837.791666666657</c:v>
                </c:pt>
                <c:pt idx="68">
                  <c:v>44837.833333333343</c:v>
                </c:pt>
                <c:pt idx="69">
                  <c:v>44837.875</c:v>
                </c:pt>
                <c:pt idx="70">
                  <c:v>44837.916666666657</c:v>
                </c:pt>
                <c:pt idx="71">
                  <c:v>44837.958333333343</c:v>
                </c:pt>
                <c:pt idx="72">
                  <c:v>44838</c:v>
                </c:pt>
                <c:pt idx="73">
                  <c:v>44838.041666666657</c:v>
                </c:pt>
                <c:pt idx="74">
                  <c:v>44838.083333333343</c:v>
                </c:pt>
                <c:pt idx="75">
                  <c:v>44838.125</c:v>
                </c:pt>
                <c:pt idx="76">
                  <c:v>44838.166666666657</c:v>
                </c:pt>
                <c:pt idx="77">
                  <c:v>44838.208333333343</c:v>
                </c:pt>
                <c:pt idx="78">
                  <c:v>44838.25</c:v>
                </c:pt>
                <c:pt idx="79">
                  <c:v>44838.291666666657</c:v>
                </c:pt>
                <c:pt idx="80">
                  <c:v>44838.333333333343</c:v>
                </c:pt>
                <c:pt idx="81">
                  <c:v>44838.375</c:v>
                </c:pt>
                <c:pt idx="82">
                  <c:v>44838.416666666657</c:v>
                </c:pt>
                <c:pt idx="83">
                  <c:v>44838.458333333343</c:v>
                </c:pt>
                <c:pt idx="84">
                  <c:v>44838.5</c:v>
                </c:pt>
                <c:pt idx="85">
                  <c:v>44838.541666666657</c:v>
                </c:pt>
                <c:pt idx="86">
                  <c:v>44838.583333333343</c:v>
                </c:pt>
                <c:pt idx="87">
                  <c:v>44838.625</c:v>
                </c:pt>
                <c:pt idx="88">
                  <c:v>44838.666666666657</c:v>
                </c:pt>
                <c:pt idx="89">
                  <c:v>44838.708333333343</c:v>
                </c:pt>
                <c:pt idx="90">
                  <c:v>44838.75</c:v>
                </c:pt>
                <c:pt idx="91">
                  <c:v>44838.791666666657</c:v>
                </c:pt>
                <c:pt idx="92">
                  <c:v>44838.833333333343</c:v>
                </c:pt>
                <c:pt idx="93">
                  <c:v>44838.875</c:v>
                </c:pt>
                <c:pt idx="94">
                  <c:v>44838.916666666657</c:v>
                </c:pt>
                <c:pt idx="95">
                  <c:v>44838.958333333343</c:v>
                </c:pt>
                <c:pt idx="96">
                  <c:v>44839</c:v>
                </c:pt>
                <c:pt idx="97">
                  <c:v>44839.041666666657</c:v>
                </c:pt>
                <c:pt idx="98">
                  <c:v>44839.083333333343</c:v>
                </c:pt>
                <c:pt idx="99">
                  <c:v>44839.125</c:v>
                </c:pt>
                <c:pt idx="100">
                  <c:v>44839.166666666657</c:v>
                </c:pt>
                <c:pt idx="101">
                  <c:v>44839.208333333343</c:v>
                </c:pt>
                <c:pt idx="102">
                  <c:v>44839.25</c:v>
                </c:pt>
                <c:pt idx="103">
                  <c:v>44839.291666666657</c:v>
                </c:pt>
                <c:pt idx="104">
                  <c:v>44839.333333333343</c:v>
                </c:pt>
                <c:pt idx="105">
                  <c:v>44839.375</c:v>
                </c:pt>
                <c:pt idx="106">
                  <c:v>44839.416666666657</c:v>
                </c:pt>
                <c:pt idx="107">
                  <c:v>44839.458333333343</c:v>
                </c:pt>
                <c:pt idx="108">
                  <c:v>44839.5</c:v>
                </c:pt>
                <c:pt idx="109">
                  <c:v>44839.541666666657</c:v>
                </c:pt>
                <c:pt idx="110">
                  <c:v>44839.583333333343</c:v>
                </c:pt>
                <c:pt idx="111">
                  <c:v>44839.625</c:v>
                </c:pt>
                <c:pt idx="112">
                  <c:v>44839.666666666657</c:v>
                </c:pt>
                <c:pt idx="113">
                  <c:v>44839.708333333343</c:v>
                </c:pt>
                <c:pt idx="114">
                  <c:v>44839.75</c:v>
                </c:pt>
                <c:pt idx="115">
                  <c:v>44839.791666666657</c:v>
                </c:pt>
                <c:pt idx="116">
                  <c:v>44839.833333333343</c:v>
                </c:pt>
                <c:pt idx="117">
                  <c:v>44839.875</c:v>
                </c:pt>
                <c:pt idx="118">
                  <c:v>44839.916666666657</c:v>
                </c:pt>
                <c:pt idx="119">
                  <c:v>44839.958333333343</c:v>
                </c:pt>
                <c:pt idx="120">
                  <c:v>44840</c:v>
                </c:pt>
                <c:pt idx="121">
                  <c:v>44840.041666666657</c:v>
                </c:pt>
                <c:pt idx="122">
                  <c:v>44840.083333333343</c:v>
                </c:pt>
                <c:pt idx="123">
                  <c:v>44840.125</c:v>
                </c:pt>
                <c:pt idx="124">
                  <c:v>44840.166666666657</c:v>
                </c:pt>
                <c:pt idx="125">
                  <c:v>44840.208333333343</c:v>
                </c:pt>
                <c:pt idx="126">
                  <c:v>44840.25</c:v>
                </c:pt>
                <c:pt idx="127">
                  <c:v>44840.291666666657</c:v>
                </c:pt>
                <c:pt idx="128">
                  <c:v>44840.333333333343</c:v>
                </c:pt>
                <c:pt idx="129">
                  <c:v>44840.375</c:v>
                </c:pt>
                <c:pt idx="130">
                  <c:v>44840.416666666657</c:v>
                </c:pt>
                <c:pt idx="131">
                  <c:v>44840.458333333343</c:v>
                </c:pt>
                <c:pt idx="132">
                  <c:v>44840.5</c:v>
                </c:pt>
                <c:pt idx="133">
                  <c:v>44840.541666666657</c:v>
                </c:pt>
                <c:pt idx="134">
                  <c:v>44840.583333333343</c:v>
                </c:pt>
                <c:pt idx="135">
                  <c:v>44840.625</c:v>
                </c:pt>
                <c:pt idx="136">
                  <c:v>44840.666666666657</c:v>
                </c:pt>
                <c:pt idx="137">
                  <c:v>44840.708333333343</c:v>
                </c:pt>
                <c:pt idx="138">
                  <c:v>44840.75</c:v>
                </c:pt>
                <c:pt idx="139">
                  <c:v>44840.791666666657</c:v>
                </c:pt>
                <c:pt idx="140">
                  <c:v>44840.833333333343</c:v>
                </c:pt>
                <c:pt idx="141">
                  <c:v>44840.875</c:v>
                </c:pt>
                <c:pt idx="142">
                  <c:v>44840.916666666657</c:v>
                </c:pt>
                <c:pt idx="143">
                  <c:v>44840.958333333343</c:v>
                </c:pt>
                <c:pt idx="144">
                  <c:v>44841</c:v>
                </c:pt>
                <c:pt idx="145">
                  <c:v>44841.041666666657</c:v>
                </c:pt>
                <c:pt idx="146">
                  <c:v>44841.083333333343</c:v>
                </c:pt>
                <c:pt idx="147">
                  <c:v>44841.125</c:v>
                </c:pt>
                <c:pt idx="148">
                  <c:v>44841.166666666657</c:v>
                </c:pt>
                <c:pt idx="149">
                  <c:v>44841.208333333343</c:v>
                </c:pt>
                <c:pt idx="150">
                  <c:v>44841.25</c:v>
                </c:pt>
                <c:pt idx="151">
                  <c:v>44841.291666666657</c:v>
                </c:pt>
                <c:pt idx="152">
                  <c:v>44841.333333333343</c:v>
                </c:pt>
                <c:pt idx="153">
                  <c:v>44841.375</c:v>
                </c:pt>
                <c:pt idx="154">
                  <c:v>44841.416666666657</c:v>
                </c:pt>
                <c:pt idx="155">
                  <c:v>44841.458333333343</c:v>
                </c:pt>
                <c:pt idx="156">
                  <c:v>44841.5</c:v>
                </c:pt>
                <c:pt idx="157">
                  <c:v>44841.541666666657</c:v>
                </c:pt>
                <c:pt idx="158">
                  <c:v>44841.583333333343</c:v>
                </c:pt>
                <c:pt idx="159">
                  <c:v>44841.625</c:v>
                </c:pt>
                <c:pt idx="160">
                  <c:v>44841.666666666657</c:v>
                </c:pt>
                <c:pt idx="161">
                  <c:v>44841.708333333343</c:v>
                </c:pt>
                <c:pt idx="162">
                  <c:v>44841.75</c:v>
                </c:pt>
                <c:pt idx="163">
                  <c:v>44841.791666666657</c:v>
                </c:pt>
                <c:pt idx="164">
                  <c:v>44841.833333333343</c:v>
                </c:pt>
                <c:pt idx="165">
                  <c:v>44841.875</c:v>
                </c:pt>
                <c:pt idx="166">
                  <c:v>44841.916666666657</c:v>
                </c:pt>
                <c:pt idx="167">
                  <c:v>44841.958333333343</c:v>
                </c:pt>
                <c:pt idx="168">
                  <c:v>44842</c:v>
                </c:pt>
                <c:pt idx="169">
                  <c:v>44842.041666666657</c:v>
                </c:pt>
                <c:pt idx="170">
                  <c:v>44842.083333333343</c:v>
                </c:pt>
                <c:pt idx="171">
                  <c:v>44842.125</c:v>
                </c:pt>
                <c:pt idx="172">
                  <c:v>44842.166666666657</c:v>
                </c:pt>
                <c:pt idx="173">
                  <c:v>44842.208333333343</c:v>
                </c:pt>
                <c:pt idx="174">
                  <c:v>44842.25</c:v>
                </c:pt>
                <c:pt idx="175">
                  <c:v>44842.291666666657</c:v>
                </c:pt>
                <c:pt idx="176">
                  <c:v>44842.333333333343</c:v>
                </c:pt>
                <c:pt idx="177">
                  <c:v>44842.375</c:v>
                </c:pt>
                <c:pt idx="178">
                  <c:v>44842.416666666657</c:v>
                </c:pt>
                <c:pt idx="179">
                  <c:v>44842.458333333343</c:v>
                </c:pt>
                <c:pt idx="180">
                  <c:v>44842.5</c:v>
                </c:pt>
                <c:pt idx="181">
                  <c:v>44842.541666666657</c:v>
                </c:pt>
                <c:pt idx="182">
                  <c:v>44842.583333333343</c:v>
                </c:pt>
                <c:pt idx="183">
                  <c:v>44842.625</c:v>
                </c:pt>
                <c:pt idx="184">
                  <c:v>44842.666666666657</c:v>
                </c:pt>
                <c:pt idx="185">
                  <c:v>44842.708333333343</c:v>
                </c:pt>
                <c:pt idx="186">
                  <c:v>44842.75</c:v>
                </c:pt>
                <c:pt idx="187">
                  <c:v>44842.791666666657</c:v>
                </c:pt>
                <c:pt idx="188">
                  <c:v>44842.833333333343</c:v>
                </c:pt>
                <c:pt idx="189">
                  <c:v>44842.875</c:v>
                </c:pt>
                <c:pt idx="190">
                  <c:v>44842.916666666657</c:v>
                </c:pt>
                <c:pt idx="191">
                  <c:v>44842.958333333343</c:v>
                </c:pt>
                <c:pt idx="192">
                  <c:v>44843</c:v>
                </c:pt>
                <c:pt idx="193">
                  <c:v>44843.041666666657</c:v>
                </c:pt>
                <c:pt idx="194">
                  <c:v>44843.083333333343</c:v>
                </c:pt>
                <c:pt idx="195">
                  <c:v>44843.125</c:v>
                </c:pt>
                <c:pt idx="196">
                  <c:v>44843.166666666657</c:v>
                </c:pt>
                <c:pt idx="197">
                  <c:v>44843.208333333343</c:v>
                </c:pt>
                <c:pt idx="198">
                  <c:v>44843.25</c:v>
                </c:pt>
                <c:pt idx="199">
                  <c:v>44843.291666666657</c:v>
                </c:pt>
                <c:pt idx="200">
                  <c:v>44843.333333333343</c:v>
                </c:pt>
                <c:pt idx="201">
                  <c:v>44843.375</c:v>
                </c:pt>
                <c:pt idx="202">
                  <c:v>44843.416666666657</c:v>
                </c:pt>
                <c:pt idx="203">
                  <c:v>44843.458333333343</c:v>
                </c:pt>
                <c:pt idx="204">
                  <c:v>44843.5</c:v>
                </c:pt>
                <c:pt idx="205">
                  <c:v>44843.541666666657</c:v>
                </c:pt>
                <c:pt idx="206">
                  <c:v>44843.583333333343</c:v>
                </c:pt>
                <c:pt idx="207">
                  <c:v>44843.625</c:v>
                </c:pt>
                <c:pt idx="208">
                  <c:v>44843.666666666657</c:v>
                </c:pt>
                <c:pt idx="209">
                  <c:v>44843.708333333343</c:v>
                </c:pt>
                <c:pt idx="210">
                  <c:v>44843.75</c:v>
                </c:pt>
                <c:pt idx="211">
                  <c:v>44843.791666666657</c:v>
                </c:pt>
                <c:pt idx="212">
                  <c:v>44843.833333333343</c:v>
                </c:pt>
                <c:pt idx="213">
                  <c:v>44843.875</c:v>
                </c:pt>
                <c:pt idx="214">
                  <c:v>44843.916666666657</c:v>
                </c:pt>
                <c:pt idx="215">
                  <c:v>44843.958333333343</c:v>
                </c:pt>
                <c:pt idx="216">
                  <c:v>44844</c:v>
                </c:pt>
                <c:pt idx="217">
                  <c:v>44844.041666666657</c:v>
                </c:pt>
                <c:pt idx="218">
                  <c:v>44844.083333333343</c:v>
                </c:pt>
                <c:pt idx="219">
                  <c:v>44844.125</c:v>
                </c:pt>
                <c:pt idx="220">
                  <c:v>44844.166666666657</c:v>
                </c:pt>
                <c:pt idx="221">
                  <c:v>44844.208333333343</c:v>
                </c:pt>
                <c:pt idx="222">
                  <c:v>44844.25</c:v>
                </c:pt>
                <c:pt idx="223">
                  <c:v>44844.291666666657</c:v>
                </c:pt>
                <c:pt idx="224">
                  <c:v>44844.333333333343</c:v>
                </c:pt>
                <c:pt idx="225">
                  <c:v>44844.375</c:v>
                </c:pt>
                <c:pt idx="226">
                  <c:v>44844.416666666657</c:v>
                </c:pt>
                <c:pt idx="227">
                  <c:v>44844.458333333343</c:v>
                </c:pt>
                <c:pt idx="228">
                  <c:v>44844.5</c:v>
                </c:pt>
                <c:pt idx="229">
                  <c:v>44844.541666666657</c:v>
                </c:pt>
                <c:pt idx="230">
                  <c:v>44844.583333333343</c:v>
                </c:pt>
                <c:pt idx="231">
                  <c:v>44844.625</c:v>
                </c:pt>
                <c:pt idx="232">
                  <c:v>44844.666666666657</c:v>
                </c:pt>
                <c:pt idx="233">
                  <c:v>44844.708333333343</c:v>
                </c:pt>
                <c:pt idx="234">
                  <c:v>44844.75</c:v>
                </c:pt>
                <c:pt idx="235">
                  <c:v>44844.791666666657</c:v>
                </c:pt>
                <c:pt idx="236">
                  <c:v>44844.833333333343</c:v>
                </c:pt>
                <c:pt idx="237">
                  <c:v>44844.875</c:v>
                </c:pt>
                <c:pt idx="238">
                  <c:v>44844.916666666657</c:v>
                </c:pt>
                <c:pt idx="239">
                  <c:v>44844.958333333343</c:v>
                </c:pt>
                <c:pt idx="240">
                  <c:v>44845</c:v>
                </c:pt>
                <c:pt idx="241">
                  <c:v>44845.041666666657</c:v>
                </c:pt>
                <c:pt idx="242">
                  <c:v>44845.083333333343</c:v>
                </c:pt>
                <c:pt idx="243">
                  <c:v>44845.125</c:v>
                </c:pt>
                <c:pt idx="244">
                  <c:v>44845.166666666657</c:v>
                </c:pt>
                <c:pt idx="245">
                  <c:v>44845.208333333343</c:v>
                </c:pt>
                <c:pt idx="246">
                  <c:v>44845.25</c:v>
                </c:pt>
                <c:pt idx="247">
                  <c:v>44845.291666666657</c:v>
                </c:pt>
                <c:pt idx="248">
                  <c:v>44845.333333333343</c:v>
                </c:pt>
                <c:pt idx="249">
                  <c:v>44845.375</c:v>
                </c:pt>
                <c:pt idx="250">
                  <c:v>44845.416666666657</c:v>
                </c:pt>
                <c:pt idx="251">
                  <c:v>44845.458333333343</c:v>
                </c:pt>
                <c:pt idx="252">
                  <c:v>44845.5</c:v>
                </c:pt>
                <c:pt idx="253">
                  <c:v>44845.541666666657</c:v>
                </c:pt>
                <c:pt idx="254">
                  <c:v>44845.583333333343</c:v>
                </c:pt>
                <c:pt idx="255">
                  <c:v>44845.625</c:v>
                </c:pt>
                <c:pt idx="256">
                  <c:v>44845.666666666657</c:v>
                </c:pt>
                <c:pt idx="257">
                  <c:v>44845.708333333343</c:v>
                </c:pt>
                <c:pt idx="258">
                  <c:v>44845.75</c:v>
                </c:pt>
                <c:pt idx="259">
                  <c:v>44845.791666666657</c:v>
                </c:pt>
                <c:pt idx="260">
                  <c:v>44845.833333333343</c:v>
                </c:pt>
                <c:pt idx="261">
                  <c:v>44845.875</c:v>
                </c:pt>
                <c:pt idx="262">
                  <c:v>44845.916666666657</c:v>
                </c:pt>
                <c:pt idx="263">
                  <c:v>44845.958333333343</c:v>
                </c:pt>
                <c:pt idx="264">
                  <c:v>44846</c:v>
                </c:pt>
                <c:pt idx="265">
                  <c:v>44846.041666666657</c:v>
                </c:pt>
                <c:pt idx="266">
                  <c:v>44846.083333333343</c:v>
                </c:pt>
                <c:pt idx="267">
                  <c:v>44846.125</c:v>
                </c:pt>
                <c:pt idx="268">
                  <c:v>44846.166666666657</c:v>
                </c:pt>
                <c:pt idx="269">
                  <c:v>44846.208333333343</c:v>
                </c:pt>
                <c:pt idx="270">
                  <c:v>44846.25</c:v>
                </c:pt>
                <c:pt idx="271">
                  <c:v>44846.291666666657</c:v>
                </c:pt>
                <c:pt idx="272">
                  <c:v>44846.333333333343</c:v>
                </c:pt>
                <c:pt idx="273">
                  <c:v>44846.375</c:v>
                </c:pt>
                <c:pt idx="274">
                  <c:v>44846.416666666657</c:v>
                </c:pt>
                <c:pt idx="275">
                  <c:v>44846.458333333343</c:v>
                </c:pt>
                <c:pt idx="276">
                  <c:v>44846.5</c:v>
                </c:pt>
                <c:pt idx="277">
                  <c:v>44846.541666666657</c:v>
                </c:pt>
                <c:pt idx="278">
                  <c:v>44846.583333333343</c:v>
                </c:pt>
                <c:pt idx="279">
                  <c:v>44846.625</c:v>
                </c:pt>
                <c:pt idx="280">
                  <c:v>44846.666666666657</c:v>
                </c:pt>
                <c:pt idx="281">
                  <c:v>44846.708333333343</c:v>
                </c:pt>
                <c:pt idx="282">
                  <c:v>44846.75</c:v>
                </c:pt>
                <c:pt idx="283">
                  <c:v>44846.791666666657</c:v>
                </c:pt>
                <c:pt idx="284">
                  <c:v>44846.833333333343</c:v>
                </c:pt>
                <c:pt idx="285">
                  <c:v>44846.875</c:v>
                </c:pt>
                <c:pt idx="286">
                  <c:v>44846.916666666657</c:v>
                </c:pt>
                <c:pt idx="287">
                  <c:v>44846.958333333343</c:v>
                </c:pt>
                <c:pt idx="288">
                  <c:v>44847</c:v>
                </c:pt>
                <c:pt idx="289">
                  <c:v>44847.041666666657</c:v>
                </c:pt>
                <c:pt idx="290">
                  <c:v>44847.083333333343</c:v>
                </c:pt>
                <c:pt idx="291">
                  <c:v>44847.125</c:v>
                </c:pt>
                <c:pt idx="292">
                  <c:v>44847.166666666657</c:v>
                </c:pt>
                <c:pt idx="293">
                  <c:v>44847.208333333343</c:v>
                </c:pt>
                <c:pt idx="294">
                  <c:v>44847.25</c:v>
                </c:pt>
                <c:pt idx="295">
                  <c:v>44847.291666666657</c:v>
                </c:pt>
                <c:pt idx="296">
                  <c:v>44847.333333333343</c:v>
                </c:pt>
                <c:pt idx="297">
                  <c:v>44847.375</c:v>
                </c:pt>
                <c:pt idx="298">
                  <c:v>44847.416666666657</c:v>
                </c:pt>
                <c:pt idx="299">
                  <c:v>44847.458333333343</c:v>
                </c:pt>
                <c:pt idx="300">
                  <c:v>44847.5</c:v>
                </c:pt>
                <c:pt idx="301">
                  <c:v>44847.541666666657</c:v>
                </c:pt>
                <c:pt idx="302">
                  <c:v>44847.583333333343</c:v>
                </c:pt>
                <c:pt idx="303">
                  <c:v>44847.625</c:v>
                </c:pt>
                <c:pt idx="304">
                  <c:v>44847.666666666657</c:v>
                </c:pt>
                <c:pt idx="305">
                  <c:v>44847.708333333343</c:v>
                </c:pt>
                <c:pt idx="306">
                  <c:v>44847.75</c:v>
                </c:pt>
                <c:pt idx="307">
                  <c:v>44847.791666666657</c:v>
                </c:pt>
                <c:pt idx="308">
                  <c:v>44847.833333333343</c:v>
                </c:pt>
                <c:pt idx="309">
                  <c:v>44847.875</c:v>
                </c:pt>
                <c:pt idx="310">
                  <c:v>44847.916666666657</c:v>
                </c:pt>
                <c:pt idx="311">
                  <c:v>44847.958333333343</c:v>
                </c:pt>
                <c:pt idx="312">
                  <c:v>44848</c:v>
                </c:pt>
                <c:pt idx="313">
                  <c:v>44848.041666666657</c:v>
                </c:pt>
                <c:pt idx="314">
                  <c:v>44848.083333333343</c:v>
                </c:pt>
                <c:pt idx="315">
                  <c:v>44848.125</c:v>
                </c:pt>
                <c:pt idx="316">
                  <c:v>44848.166666666657</c:v>
                </c:pt>
                <c:pt idx="317">
                  <c:v>44848.208333333343</c:v>
                </c:pt>
                <c:pt idx="318">
                  <c:v>44848.25</c:v>
                </c:pt>
                <c:pt idx="319">
                  <c:v>44848.291666666657</c:v>
                </c:pt>
                <c:pt idx="320">
                  <c:v>44848.333333333343</c:v>
                </c:pt>
                <c:pt idx="321">
                  <c:v>44848.375</c:v>
                </c:pt>
                <c:pt idx="322">
                  <c:v>44848.416666666657</c:v>
                </c:pt>
                <c:pt idx="323">
                  <c:v>44848.458333333343</c:v>
                </c:pt>
                <c:pt idx="324">
                  <c:v>44848.5</c:v>
                </c:pt>
                <c:pt idx="325">
                  <c:v>44848.541666666657</c:v>
                </c:pt>
                <c:pt idx="326">
                  <c:v>44848.583333333343</c:v>
                </c:pt>
                <c:pt idx="327">
                  <c:v>44848.625</c:v>
                </c:pt>
                <c:pt idx="328">
                  <c:v>44848.666666666657</c:v>
                </c:pt>
                <c:pt idx="329">
                  <c:v>44848.708333333343</c:v>
                </c:pt>
                <c:pt idx="330">
                  <c:v>44848.75</c:v>
                </c:pt>
                <c:pt idx="331">
                  <c:v>44848.791666666657</c:v>
                </c:pt>
                <c:pt idx="332">
                  <c:v>44848.833333333343</c:v>
                </c:pt>
                <c:pt idx="333">
                  <c:v>44848.875</c:v>
                </c:pt>
                <c:pt idx="334">
                  <c:v>44848.916666666657</c:v>
                </c:pt>
                <c:pt idx="335">
                  <c:v>44848.958333333343</c:v>
                </c:pt>
                <c:pt idx="336">
                  <c:v>44849</c:v>
                </c:pt>
                <c:pt idx="337">
                  <c:v>44849.041666666657</c:v>
                </c:pt>
                <c:pt idx="338">
                  <c:v>44849.083333333343</c:v>
                </c:pt>
                <c:pt idx="339">
                  <c:v>44849.125</c:v>
                </c:pt>
                <c:pt idx="340">
                  <c:v>44849.166666666657</c:v>
                </c:pt>
                <c:pt idx="341">
                  <c:v>44849.208333333343</c:v>
                </c:pt>
                <c:pt idx="342">
                  <c:v>44849.25</c:v>
                </c:pt>
                <c:pt idx="343">
                  <c:v>44849.291666666657</c:v>
                </c:pt>
                <c:pt idx="344">
                  <c:v>44849.333333333343</c:v>
                </c:pt>
                <c:pt idx="345">
                  <c:v>44849.375</c:v>
                </c:pt>
                <c:pt idx="346">
                  <c:v>44849.416666666657</c:v>
                </c:pt>
                <c:pt idx="347">
                  <c:v>44849.458333333343</c:v>
                </c:pt>
                <c:pt idx="348">
                  <c:v>44849.5</c:v>
                </c:pt>
                <c:pt idx="349">
                  <c:v>44849.541666666657</c:v>
                </c:pt>
                <c:pt idx="350">
                  <c:v>44849.583333333343</c:v>
                </c:pt>
                <c:pt idx="351">
                  <c:v>44849.625</c:v>
                </c:pt>
                <c:pt idx="352">
                  <c:v>44849.666666666657</c:v>
                </c:pt>
                <c:pt idx="353">
                  <c:v>44849.708333333343</c:v>
                </c:pt>
                <c:pt idx="354">
                  <c:v>44849.75</c:v>
                </c:pt>
                <c:pt idx="355">
                  <c:v>44849.791666666657</c:v>
                </c:pt>
                <c:pt idx="356">
                  <c:v>44849.833333333343</c:v>
                </c:pt>
                <c:pt idx="357">
                  <c:v>44849.875</c:v>
                </c:pt>
                <c:pt idx="358">
                  <c:v>44849.916666666657</c:v>
                </c:pt>
                <c:pt idx="359">
                  <c:v>44849.958333333343</c:v>
                </c:pt>
                <c:pt idx="360">
                  <c:v>44850</c:v>
                </c:pt>
                <c:pt idx="361">
                  <c:v>44850.041666666657</c:v>
                </c:pt>
                <c:pt idx="362">
                  <c:v>44850.083333333343</c:v>
                </c:pt>
                <c:pt idx="363">
                  <c:v>44850.125</c:v>
                </c:pt>
                <c:pt idx="364">
                  <c:v>44850.166666666657</c:v>
                </c:pt>
                <c:pt idx="365">
                  <c:v>44850.208333333343</c:v>
                </c:pt>
                <c:pt idx="366">
                  <c:v>44850.25</c:v>
                </c:pt>
                <c:pt idx="367">
                  <c:v>44850.291666666657</c:v>
                </c:pt>
                <c:pt idx="368">
                  <c:v>44850.333333333343</c:v>
                </c:pt>
                <c:pt idx="369">
                  <c:v>44850.375</c:v>
                </c:pt>
                <c:pt idx="370">
                  <c:v>44850.416666666657</c:v>
                </c:pt>
                <c:pt idx="371">
                  <c:v>44850.458333333343</c:v>
                </c:pt>
                <c:pt idx="372">
                  <c:v>44850.5</c:v>
                </c:pt>
                <c:pt idx="373">
                  <c:v>44850.541666666657</c:v>
                </c:pt>
                <c:pt idx="374">
                  <c:v>44850.583333333343</c:v>
                </c:pt>
                <c:pt idx="375">
                  <c:v>44850.625</c:v>
                </c:pt>
                <c:pt idx="376">
                  <c:v>44850.666666666657</c:v>
                </c:pt>
                <c:pt idx="377">
                  <c:v>44850.708333333343</c:v>
                </c:pt>
                <c:pt idx="378">
                  <c:v>44850.75</c:v>
                </c:pt>
                <c:pt idx="379">
                  <c:v>44850.791666666657</c:v>
                </c:pt>
                <c:pt idx="380">
                  <c:v>44850.833333333343</c:v>
                </c:pt>
                <c:pt idx="381">
                  <c:v>44850.875</c:v>
                </c:pt>
                <c:pt idx="382">
                  <c:v>44850.916666666657</c:v>
                </c:pt>
                <c:pt idx="383">
                  <c:v>44850.958333333343</c:v>
                </c:pt>
                <c:pt idx="384">
                  <c:v>44851</c:v>
                </c:pt>
                <c:pt idx="385">
                  <c:v>44851.041666666657</c:v>
                </c:pt>
                <c:pt idx="386">
                  <c:v>44851.083333333343</c:v>
                </c:pt>
                <c:pt idx="387">
                  <c:v>44851.125</c:v>
                </c:pt>
                <c:pt idx="388">
                  <c:v>44851.166666666657</c:v>
                </c:pt>
                <c:pt idx="389">
                  <c:v>44851.208333333343</c:v>
                </c:pt>
                <c:pt idx="390">
                  <c:v>44851.25</c:v>
                </c:pt>
                <c:pt idx="391">
                  <c:v>44851.291666666657</c:v>
                </c:pt>
                <c:pt idx="392">
                  <c:v>44851.333333333343</c:v>
                </c:pt>
                <c:pt idx="393">
                  <c:v>44851.375</c:v>
                </c:pt>
                <c:pt idx="394">
                  <c:v>44851.416666666657</c:v>
                </c:pt>
                <c:pt idx="395">
                  <c:v>44851.458333333343</c:v>
                </c:pt>
                <c:pt idx="396">
                  <c:v>44851.5</c:v>
                </c:pt>
                <c:pt idx="397">
                  <c:v>44851.541666666657</c:v>
                </c:pt>
                <c:pt idx="398">
                  <c:v>44851.583333333343</c:v>
                </c:pt>
                <c:pt idx="399">
                  <c:v>44851.625</c:v>
                </c:pt>
                <c:pt idx="400">
                  <c:v>44851.666666666657</c:v>
                </c:pt>
                <c:pt idx="401">
                  <c:v>44851.708333333343</c:v>
                </c:pt>
                <c:pt idx="402">
                  <c:v>44851.75</c:v>
                </c:pt>
                <c:pt idx="403">
                  <c:v>44851.791666666657</c:v>
                </c:pt>
                <c:pt idx="404">
                  <c:v>44851.833333333343</c:v>
                </c:pt>
                <c:pt idx="405">
                  <c:v>44851.875</c:v>
                </c:pt>
                <c:pt idx="406">
                  <c:v>44851.916666666657</c:v>
                </c:pt>
                <c:pt idx="407">
                  <c:v>44851.958333333343</c:v>
                </c:pt>
                <c:pt idx="408">
                  <c:v>44852</c:v>
                </c:pt>
                <c:pt idx="409">
                  <c:v>44852.041666666657</c:v>
                </c:pt>
                <c:pt idx="410">
                  <c:v>44852.083333333343</c:v>
                </c:pt>
                <c:pt idx="411">
                  <c:v>44852.125</c:v>
                </c:pt>
                <c:pt idx="412">
                  <c:v>44852.166666666657</c:v>
                </c:pt>
                <c:pt idx="413">
                  <c:v>44852.208333333343</c:v>
                </c:pt>
                <c:pt idx="414">
                  <c:v>44852.25</c:v>
                </c:pt>
                <c:pt idx="415">
                  <c:v>44852.291666666657</c:v>
                </c:pt>
                <c:pt idx="416">
                  <c:v>44852.333333333343</c:v>
                </c:pt>
                <c:pt idx="417">
                  <c:v>44852.375</c:v>
                </c:pt>
                <c:pt idx="418">
                  <c:v>44852.416666666657</c:v>
                </c:pt>
                <c:pt idx="419">
                  <c:v>44852.458333333343</c:v>
                </c:pt>
                <c:pt idx="420">
                  <c:v>44852.5</c:v>
                </c:pt>
                <c:pt idx="421">
                  <c:v>44852.541666666657</c:v>
                </c:pt>
                <c:pt idx="422">
                  <c:v>44852.583333333343</c:v>
                </c:pt>
                <c:pt idx="423">
                  <c:v>44852.625</c:v>
                </c:pt>
                <c:pt idx="424">
                  <c:v>44852.666666666657</c:v>
                </c:pt>
                <c:pt idx="425">
                  <c:v>44852.708333333343</c:v>
                </c:pt>
                <c:pt idx="426">
                  <c:v>44852.75</c:v>
                </c:pt>
                <c:pt idx="427">
                  <c:v>44852.791666666657</c:v>
                </c:pt>
                <c:pt idx="428">
                  <c:v>44852.833333333343</c:v>
                </c:pt>
                <c:pt idx="429">
                  <c:v>44852.875</c:v>
                </c:pt>
                <c:pt idx="430">
                  <c:v>44852.916666666657</c:v>
                </c:pt>
                <c:pt idx="431">
                  <c:v>44852.958333333343</c:v>
                </c:pt>
                <c:pt idx="432">
                  <c:v>44853</c:v>
                </c:pt>
                <c:pt idx="433">
                  <c:v>44853.041666666657</c:v>
                </c:pt>
                <c:pt idx="434">
                  <c:v>44853.083333333343</c:v>
                </c:pt>
                <c:pt idx="435">
                  <c:v>44853.125</c:v>
                </c:pt>
                <c:pt idx="436">
                  <c:v>44853.166666666657</c:v>
                </c:pt>
                <c:pt idx="437">
                  <c:v>44853.208333333343</c:v>
                </c:pt>
                <c:pt idx="438">
                  <c:v>44853.25</c:v>
                </c:pt>
                <c:pt idx="439">
                  <c:v>44853.291666666657</c:v>
                </c:pt>
                <c:pt idx="440">
                  <c:v>44853.333333333343</c:v>
                </c:pt>
                <c:pt idx="441">
                  <c:v>44853.375</c:v>
                </c:pt>
                <c:pt idx="442">
                  <c:v>44853.416666666657</c:v>
                </c:pt>
                <c:pt idx="443">
                  <c:v>44853.458333333343</c:v>
                </c:pt>
                <c:pt idx="444">
                  <c:v>44853.5</c:v>
                </c:pt>
                <c:pt idx="445">
                  <c:v>44853.541666666657</c:v>
                </c:pt>
                <c:pt idx="446">
                  <c:v>44853.583333333343</c:v>
                </c:pt>
                <c:pt idx="447">
                  <c:v>44853.625</c:v>
                </c:pt>
                <c:pt idx="448">
                  <c:v>44853.666666666657</c:v>
                </c:pt>
                <c:pt idx="449">
                  <c:v>44853.708333333343</c:v>
                </c:pt>
                <c:pt idx="450">
                  <c:v>44853.75</c:v>
                </c:pt>
                <c:pt idx="451">
                  <c:v>44853.791666666657</c:v>
                </c:pt>
                <c:pt idx="452">
                  <c:v>44853.833333333343</c:v>
                </c:pt>
                <c:pt idx="453">
                  <c:v>44853.875</c:v>
                </c:pt>
                <c:pt idx="454">
                  <c:v>44853.916666666657</c:v>
                </c:pt>
                <c:pt idx="455">
                  <c:v>44853.958333333343</c:v>
                </c:pt>
                <c:pt idx="456">
                  <c:v>44854</c:v>
                </c:pt>
                <c:pt idx="457">
                  <c:v>44854.041666666657</c:v>
                </c:pt>
                <c:pt idx="458">
                  <c:v>44854.083333333343</c:v>
                </c:pt>
                <c:pt idx="459">
                  <c:v>44854.125</c:v>
                </c:pt>
                <c:pt idx="460">
                  <c:v>44854.166666666657</c:v>
                </c:pt>
                <c:pt idx="461">
                  <c:v>44854.208333333343</c:v>
                </c:pt>
                <c:pt idx="462">
                  <c:v>44854.25</c:v>
                </c:pt>
                <c:pt idx="463">
                  <c:v>44854.291666666657</c:v>
                </c:pt>
                <c:pt idx="464">
                  <c:v>44854.333333333343</c:v>
                </c:pt>
                <c:pt idx="465">
                  <c:v>44854.375</c:v>
                </c:pt>
                <c:pt idx="466">
                  <c:v>44854.416666666657</c:v>
                </c:pt>
                <c:pt idx="467">
                  <c:v>44854.458333333343</c:v>
                </c:pt>
                <c:pt idx="468">
                  <c:v>44854.5</c:v>
                </c:pt>
                <c:pt idx="469">
                  <c:v>44854.541666666657</c:v>
                </c:pt>
                <c:pt idx="470">
                  <c:v>44854.583333333343</c:v>
                </c:pt>
                <c:pt idx="471">
                  <c:v>44854.625</c:v>
                </c:pt>
                <c:pt idx="472">
                  <c:v>44854.666666666657</c:v>
                </c:pt>
                <c:pt idx="473">
                  <c:v>44854.708333333343</c:v>
                </c:pt>
                <c:pt idx="474">
                  <c:v>44854.75</c:v>
                </c:pt>
                <c:pt idx="475">
                  <c:v>44854.791666666657</c:v>
                </c:pt>
                <c:pt idx="476">
                  <c:v>44854.833333333343</c:v>
                </c:pt>
                <c:pt idx="477">
                  <c:v>44854.875</c:v>
                </c:pt>
                <c:pt idx="478">
                  <c:v>44854.916666666657</c:v>
                </c:pt>
                <c:pt idx="479">
                  <c:v>44854.958333333343</c:v>
                </c:pt>
                <c:pt idx="480">
                  <c:v>44855</c:v>
                </c:pt>
                <c:pt idx="481">
                  <c:v>44855.041666666657</c:v>
                </c:pt>
                <c:pt idx="482">
                  <c:v>44855.083333333343</c:v>
                </c:pt>
                <c:pt idx="483">
                  <c:v>44855.125</c:v>
                </c:pt>
                <c:pt idx="484">
                  <c:v>44855.166666666657</c:v>
                </c:pt>
                <c:pt idx="485">
                  <c:v>44855.208333333343</c:v>
                </c:pt>
                <c:pt idx="486">
                  <c:v>44855.25</c:v>
                </c:pt>
                <c:pt idx="487">
                  <c:v>44855.291666666657</c:v>
                </c:pt>
                <c:pt idx="488">
                  <c:v>44855.333333333343</c:v>
                </c:pt>
                <c:pt idx="489">
                  <c:v>44855.375</c:v>
                </c:pt>
                <c:pt idx="490">
                  <c:v>44855.416666666657</c:v>
                </c:pt>
                <c:pt idx="491">
                  <c:v>44855.458333333343</c:v>
                </c:pt>
                <c:pt idx="492">
                  <c:v>44855.5</c:v>
                </c:pt>
                <c:pt idx="493">
                  <c:v>44855.541666666657</c:v>
                </c:pt>
                <c:pt idx="494">
                  <c:v>44855.583333333343</c:v>
                </c:pt>
                <c:pt idx="495">
                  <c:v>44855.625</c:v>
                </c:pt>
                <c:pt idx="496">
                  <c:v>44855.666666666657</c:v>
                </c:pt>
                <c:pt idx="497">
                  <c:v>44855.708333333343</c:v>
                </c:pt>
                <c:pt idx="498">
                  <c:v>44855.75</c:v>
                </c:pt>
                <c:pt idx="499">
                  <c:v>44855.791666666657</c:v>
                </c:pt>
                <c:pt idx="500">
                  <c:v>44855.833333333343</c:v>
                </c:pt>
                <c:pt idx="501">
                  <c:v>44855.875</c:v>
                </c:pt>
                <c:pt idx="502">
                  <c:v>44855.916666666657</c:v>
                </c:pt>
                <c:pt idx="503">
                  <c:v>44855.958333333343</c:v>
                </c:pt>
                <c:pt idx="504">
                  <c:v>44856</c:v>
                </c:pt>
                <c:pt idx="505">
                  <c:v>44856.041666666657</c:v>
                </c:pt>
                <c:pt idx="506">
                  <c:v>44856.083333333343</c:v>
                </c:pt>
                <c:pt idx="507">
                  <c:v>44856.125</c:v>
                </c:pt>
                <c:pt idx="508">
                  <c:v>44856.166666666657</c:v>
                </c:pt>
                <c:pt idx="509">
                  <c:v>44856.208333333343</c:v>
                </c:pt>
                <c:pt idx="510">
                  <c:v>44856.25</c:v>
                </c:pt>
                <c:pt idx="511">
                  <c:v>44856.291666666657</c:v>
                </c:pt>
                <c:pt idx="512">
                  <c:v>44856.333333333343</c:v>
                </c:pt>
                <c:pt idx="513">
                  <c:v>44856.375</c:v>
                </c:pt>
                <c:pt idx="514">
                  <c:v>44856.416666666657</c:v>
                </c:pt>
                <c:pt idx="515">
                  <c:v>44856.458333333343</c:v>
                </c:pt>
                <c:pt idx="516">
                  <c:v>44856.5</c:v>
                </c:pt>
                <c:pt idx="517">
                  <c:v>44856.541666666657</c:v>
                </c:pt>
                <c:pt idx="518">
                  <c:v>44856.583333333343</c:v>
                </c:pt>
                <c:pt idx="519">
                  <c:v>44856.625</c:v>
                </c:pt>
                <c:pt idx="520">
                  <c:v>44856.666666666657</c:v>
                </c:pt>
                <c:pt idx="521">
                  <c:v>44856.708333333343</c:v>
                </c:pt>
                <c:pt idx="522">
                  <c:v>44856.75</c:v>
                </c:pt>
                <c:pt idx="523">
                  <c:v>44856.791666666657</c:v>
                </c:pt>
                <c:pt idx="524">
                  <c:v>44856.833333333343</c:v>
                </c:pt>
                <c:pt idx="525">
                  <c:v>44856.875</c:v>
                </c:pt>
                <c:pt idx="526">
                  <c:v>44856.916666666657</c:v>
                </c:pt>
                <c:pt idx="527">
                  <c:v>44856.958333333343</c:v>
                </c:pt>
                <c:pt idx="528">
                  <c:v>44857</c:v>
                </c:pt>
                <c:pt idx="529">
                  <c:v>44857.041666666657</c:v>
                </c:pt>
                <c:pt idx="530">
                  <c:v>44857.083333333343</c:v>
                </c:pt>
                <c:pt idx="531">
                  <c:v>44857.125</c:v>
                </c:pt>
                <c:pt idx="532">
                  <c:v>44857.166666666657</c:v>
                </c:pt>
                <c:pt idx="533">
                  <c:v>44857.208333333343</c:v>
                </c:pt>
                <c:pt idx="534">
                  <c:v>44857.25</c:v>
                </c:pt>
                <c:pt idx="535">
                  <c:v>44857.291666666657</c:v>
                </c:pt>
                <c:pt idx="536">
                  <c:v>44857.333333333343</c:v>
                </c:pt>
                <c:pt idx="537">
                  <c:v>44857.375</c:v>
                </c:pt>
                <c:pt idx="538">
                  <c:v>44857.416666666657</c:v>
                </c:pt>
                <c:pt idx="539">
                  <c:v>44857.458333333343</c:v>
                </c:pt>
                <c:pt idx="540">
                  <c:v>44857.5</c:v>
                </c:pt>
                <c:pt idx="541">
                  <c:v>44857.541666666657</c:v>
                </c:pt>
                <c:pt idx="542">
                  <c:v>44857.583333333343</c:v>
                </c:pt>
                <c:pt idx="543">
                  <c:v>44857.625</c:v>
                </c:pt>
                <c:pt idx="544">
                  <c:v>44857.666666666657</c:v>
                </c:pt>
                <c:pt idx="545">
                  <c:v>44857.708333333343</c:v>
                </c:pt>
                <c:pt idx="546">
                  <c:v>44857.75</c:v>
                </c:pt>
                <c:pt idx="547">
                  <c:v>44857.791666666657</c:v>
                </c:pt>
                <c:pt idx="548">
                  <c:v>44857.833333333343</c:v>
                </c:pt>
                <c:pt idx="549">
                  <c:v>44857.875</c:v>
                </c:pt>
                <c:pt idx="550">
                  <c:v>44857.916666666657</c:v>
                </c:pt>
                <c:pt idx="551">
                  <c:v>44857.958333333343</c:v>
                </c:pt>
                <c:pt idx="552">
                  <c:v>44858</c:v>
                </c:pt>
                <c:pt idx="553">
                  <c:v>44858.041666666657</c:v>
                </c:pt>
                <c:pt idx="554">
                  <c:v>44858.083333333343</c:v>
                </c:pt>
                <c:pt idx="555">
                  <c:v>44858.125</c:v>
                </c:pt>
                <c:pt idx="556">
                  <c:v>44858.166666666657</c:v>
                </c:pt>
                <c:pt idx="557">
                  <c:v>44858.208333333343</c:v>
                </c:pt>
                <c:pt idx="558">
                  <c:v>44858.25</c:v>
                </c:pt>
                <c:pt idx="559">
                  <c:v>44858.291666666657</c:v>
                </c:pt>
                <c:pt idx="560">
                  <c:v>44858.333333333343</c:v>
                </c:pt>
                <c:pt idx="561">
                  <c:v>44858.375</c:v>
                </c:pt>
                <c:pt idx="562">
                  <c:v>44858.416666666657</c:v>
                </c:pt>
                <c:pt idx="563">
                  <c:v>44858.458333333343</c:v>
                </c:pt>
                <c:pt idx="564">
                  <c:v>44858.5</c:v>
                </c:pt>
                <c:pt idx="565">
                  <c:v>44858.541666666657</c:v>
                </c:pt>
                <c:pt idx="566">
                  <c:v>44858.583333333343</c:v>
                </c:pt>
                <c:pt idx="567">
                  <c:v>44858.625</c:v>
                </c:pt>
                <c:pt idx="568">
                  <c:v>44858.666666666657</c:v>
                </c:pt>
                <c:pt idx="569">
                  <c:v>44858.708333333343</c:v>
                </c:pt>
                <c:pt idx="570">
                  <c:v>44858.75</c:v>
                </c:pt>
                <c:pt idx="571">
                  <c:v>44858.791666666657</c:v>
                </c:pt>
                <c:pt idx="572">
                  <c:v>44858.833333333343</c:v>
                </c:pt>
                <c:pt idx="573">
                  <c:v>44858.875</c:v>
                </c:pt>
                <c:pt idx="574">
                  <c:v>44858.916666666657</c:v>
                </c:pt>
                <c:pt idx="575">
                  <c:v>44858.958333333343</c:v>
                </c:pt>
                <c:pt idx="576">
                  <c:v>44859</c:v>
                </c:pt>
                <c:pt idx="577">
                  <c:v>44859.041666666657</c:v>
                </c:pt>
                <c:pt idx="578">
                  <c:v>44859.083333333343</c:v>
                </c:pt>
                <c:pt idx="579">
                  <c:v>44859.125</c:v>
                </c:pt>
                <c:pt idx="580">
                  <c:v>44859.166666666657</c:v>
                </c:pt>
                <c:pt idx="581">
                  <c:v>44859.208333333343</c:v>
                </c:pt>
                <c:pt idx="582">
                  <c:v>44859.25</c:v>
                </c:pt>
                <c:pt idx="583">
                  <c:v>44859.291666666657</c:v>
                </c:pt>
                <c:pt idx="584">
                  <c:v>44859.333333333343</c:v>
                </c:pt>
                <c:pt idx="585">
                  <c:v>44859.375</c:v>
                </c:pt>
                <c:pt idx="586">
                  <c:v>44859.416666666657</c:v>
                </c:pt>
                <c:pt idx="587">
                  <c:v>44859.458333333343</c:v>
                </c:pt>
                <c:pt idx="588">
                  <c:v>44859.5</c:v>
                </c:pt>
                <c:pt idx="589">
                  <c:v>44859.541666666657</c:v>
                </c:pt>
                <c:pt idx="590">
                  <c:v>44859.583333333343</c:v>
                </c:pt>
                <c:pt idx="591">
                  <c:v>44859.625</c:v>
                </c:pt>
                <c:pt idx="592">
                  <c:v>44859.666666666657</c:v>
                </c:pt>
                <c:pt idx="593">
                  <c:v>44859.708333333343</c:v>
                </c:pt>
                <c:pt idx="594">
                  <c:v>44859.75</c:v>
                </c:pt>
                <c:pt idx="595">
                  <c:v>44859.791666666657</c:v>
                </c:pt>
                <c:pt idx="596">
                  <c:v>44859.833333333343</c:v>
                </c:pt>
                <c:pt idx="597">
                  <c:v>44859.875</c:v>
                </c:pt>
                <c:pt idx="598">
                  <c:v>44859.916666666657</c:v>
                </c:pt>
                <c:pt idx="599">
                  <c:v>44859.958333333343</c:v>
                </c:pt>
                <c:pt idx="600">
                  <c:v>44860</c:v>
                </c:pt>
                <c:pt idx="601">
                  <c:v>44860.041666666657</c:v>
                </c:pt>
                <c:pt idx="602">
                  <c:v>44860.083333333343</c:v>
                </c:pt>
                <c:pt idx="603">
                  <c:v>44860.125</c:v>
                </c:pt>
                <c:pt idx="604">
                  <c:v>44860.166666666657</c:v>
                </c:pt>
                <c:pt idx="605">
                  <c:v>44860.208333333343</c:v>
                </c:pt>
                <c:pt idx="606">
                  <c:v>44860.25</c:v>
                </c:pt>
                <c:pt idx="607">
                  <c:v>44860.291666666657</c:v>
                </c:pt>
                <c:pt idx="608">
                  <c:v>44860.333333333343</c:v>
                </c:pt>
                <c:pt idx="609">
                  <c:v>44860.375</c:v>
                </c:pt>
                <c:pt idx="610">
                  <c:v>44860.416666666657</c:v>
                </c:pt>
                <c:pt idx="611">
                  <c:v>44860.458333333343</c:v>
                </c:pt>
                <c:pt idx="612">
                  <c:v>44860.5</c:v>
                </c:pt>
                <c:pt idx="613">
                  <c:v>44860.541666666657</c:v>
                </c:pt>
                <c:pt idx="614">
                  <c:v>44860.583333333343</c:v>
                </c:pt>
                <c:pt idx="615">
                  <c:v>44860.625</c:v>
                </c:pt>
                <c:pt idx="616">
                  <c:v>44860.666666666657</c:v>
                </c:pt>
                <c:pt idx="617">
                  <c:v>44860.708333333343</c:v>
                </c:pt>
                <c:pt idx="618">
                  <c:v>44860.75</c:v>
                </c:pt>
                <c:pt idx="619">
                  <c:v>44860.791666666657</c:v>
                </c:pt>
                <c:pt idx="620">
                  <c:v>44860.833333333343</c:v>
                </c:pt>
                <c:pt idx="621">
                  <c:v>44860.875</c:v>
                </c:pt>
                <c:pt idx="622">
                  <c:v>44860.916666666657</c:v>
                </c:pt>
                <c:pt idx="623">
                  <c:v>44860.958333333343</c:v>
                </c:pt>
                <c:pt idx="624">
                  <c:v>44861</c:v>
                </c:pt>
                <c:pt idx="625">
                  <c:v>44861.041666666657</c:v>
                </c:pt>
                <c:pt idx="626">
                  <c:v>44861.083333333343</c:v>
                </c:pt>
                <c:pt idx="627">
                  <c:v>44861.125</c:v>
                </c:pt>
                <c:pt idx="628">
                  <c:v>44861.166666666657</c:v>
                </c:pt>
                <c:pt idx="629">
                  <c:v>44861.208333333343</c:v>
                </c:pt>
                <c:pt idx="630">
                  <c:v>44861.25</c:v>
                </c:pt>
                <c:pt idx="631">
                  <c:v>44861.291666666657</c:v>
                </c:pt>
                <c:pt idx="632">
                  <c:v>44861.333333333343</c:v>
                </c:pt>
                <c:pt idx="633">
                  <c:v>44861.375</c:v>
                </c:pt>
                <c:pt idx="634">
                  <c:v>44861.416666666657</c:v>
                </c:pt>
                <c:pt idx="635">
                  <c:v>44861.458333333343</c:v>
                </c:pt>
                <c:pt idx="636">
                  <c:v>44861.5</c:v>
                </c:pt>
                <c:pt idx="637">
                  <c:v>44861.541666666657</c:v>
                </c:pt>
                <c:pt idx="638">
                  <c:v>44861.583333333343</c:v>
                </c:pt>
                <c:pt idx="639">
                  <c:v>44861.625</c:v>
                </c:pt>
                <c:pt idx="640">
                  <c:v>44861.666666666657</c:v>
                </c:pt>
                <c:pt idx="641">
                  <c:v>44861.708333333343</c:v>
                </c:pt>
                <c:pt idx="642">
                  <c:v>44861.75</c:v>
                </c:pt>
                <c:pt idx="643">
                  <c:v>44861.791666666657</c:v>
                </c:pt>
                <c:pt idx="644">
                  <c:v>44861.833333333343</c:v>
                </c:pt>
                <c:pt idx="645">
                  <c:v>44861.875</c:v>
                </c:pt>
                <c:pt idx="646">
                  <c:v>44861.916666666657</c:v>
                </c:pt>
                <c:pt idx="647">
                  <c:v>44861.958333333343</c:v>
                </c:pt>
                <c:pt idx="648">
                  <c:v>44862</c:v>
                </c:pt>
                <c:pt idx="649">
                  <c:v>44862.041666666657</c:v>
                </c:pt>
                <c:pt idx="650">
                  <c:v>44862.083333333343</c:v>
                </c:pt>
                <c:pt idx="651">
                  <c:v>44862.125</c:v>
                </c:pt>
                <c:pt idx="652">
                  <c:v>44862.166666666657</c:v>
                </c:pt>
                <c:pt idx="653">
                  <c:v>44862.208333333343</c:v>
                </c:pt>
                <c:pt idx="654">
                  <c:v>44862.25</c:v>
                </c:pt>
                <c:pt idx="655">
                  <c:v>44862.291666666657</c:v>
                </c:pt>
                <c:pt idx="656">
                  <c:v>44862.333333333343</c:v>
                </c:pt>
                <c:pt idx="657">
                  <c:v>44862.375</c:v>
                </c:pt>
                <c:pt idx="658">
                  <c:v>44862.416666666657</c:v>
                </c:pt>
                <c:pt idx="659">
                  <c:v>44862.458333333343</c:v>
                </c:pt>
                <c:pt idx="660">
                  <c:v>44862.5</c:v>
                </c:pt>
                <c:pt idx="661">
                  <c:v>44862.541666666657</c:v>
                </c:pt>
                <c:pt idx="662">
                  <c:v>44862.583333333343</c:v>
                </c:pt>
                <c:pt idx="663">
                  <c:v>44862.625</c:v>
                </c:pt>
                <c:pt idx="664">
                  <c:v>44862.666666666657</c:v>
                </c:pt>
                <c:pt idx="665">
                  <c:v>44862.708333333343</c:v>
                </c:pt>
                <c:pt idx="666">
                  <c:v>44862.75</c:v>
                </c:pt>
                <c:pt idx="667">
                  <c:v>44862.791666666657</c:v>
                </c:pt>
                <c:pt idx="668">
                  <c:v>44862.833333333343</c:v>
                </c:pt>
                <c:pt idx="669">
                  <c:v>44862.875</c:v>
                </c:pt>
                <c:pt idx="670">
                  <c:v>44862.916666666657</c:v>
                </c:pt>
                <c:pt idx="671">
                  <c:v>44862.958333333343</c:v>
                </c:pt>
                <c:pt idx="672">
                  <c:v>44863</c:v>
                </c:pt>
                <c:pt idx="673">
                  <c:v>44863.041666666657</c:v>
                </c:pt>
                <c:pt idx="674">
                  <c:v>44863.083333333343</c:v>
                </c:pt>
                <c:pt idx="675">
                  <c:v>44863.125</c:v>
                </c:pt>
                <c:pt idx="676">
                  <c:v>44863.166666666657</c:v>
                </c:pt>
                <c:pt idx="677">
                  <c:v>44863.208333333343</c:v>
                </c:pt>
                <c:pt idx="678">
                  <c:v>44863.25</c:v>
                </c:pt>
                <c:pt idx="679">
                  <c:v>44863.291666666657</c:v>
                </c:pt>
                <c:pt idx="680">
                  <c:v>44863.333333333343</c:v>
                </c:pt>
                <c:pt idx="681">
                  <c:v>44863.375</c:v>
                </c:pt>
                <c:pt idx="682">
                  <c:v>44863.416666666657</c:v>
                </c:pt>
                <c:pt idx="683">
                  <c:v>44863.458333333343</c:v>
                </c:pt>
                <c:pt idx="684">
                  <c:v>44863.5</c:v>
                </c:pt>
                <c:pt idx="685">
                  <c:v>44863.541666666657</c:v>
                </c:pt>
                <c:pt idx="686">
                  <c:v>44863.583333333343</c:v>
                </c:pt>
                <c:pt idx="687">
                  <c:v>44863.625</c:v>
                </c:pt>
                <c:pt idx="688">
                  <c:v>44863.666666666657</c:v>
                </c:pt>
                <c:pt idx="689">
                  <c:v>44863.708333333343</c:v>
                </c:pt>
                <c:pt idx="690">
                  <c:v>44863.75</c:v>
                </c:pt>
                <c:pt idx="691">
                  <c:v>44863.791666666657</c:v>
                </c:pt>
                <c:pt idx="692">
                  <c:v>44863.833333333343</c:v>
                </c:pt>
                <c:pt idx="693">
                  <c:v>44863.875</c:v>
                </c:pt>
                <c:pt idx="694">
                  <c:v>44863.916666666657</c:v>
                </c:pt>
                <c:pt idx="695">
                  <c:v>44863.958333333343</c:v>
                </c:pt>
                <c:pt idx="696">
                  <c:v>44864</c:v>
                </c:pt>
                <c:pt idx="697">
                  <c:v>44864.041666666657</c:v>
                </c:pt>
                <c:pt idx="698">
                  <c:v>44864.083333333343</c:v>
                </c:pt>
                <c:pt idx="699">
                  <c:v>44864.125</c:v>
                </c:pt>
                <c:pt idx="700">
                  <c:v>44864.166666666657</c:v>
                </c:pt>
                <c:pt idx="701">
                  <c:v>44864.208333333343</c:v>
                </c:pt>
                <c:pt idx="702">
                  <c:v>44864.25</c:v>
                </c:pt>
                <c:pt idx="703">
                  <c:v>44864.291666666657</c:v>
                </c:pt>
                <c:pt idx="704">
                  <c:v>44864.333333333343</c:v>
                </c:pt>
                <c:pt idx="705">
                  <c:v>44864.375</c:v>
                </c:pt>
                <c:pt idx="706">
                  <c:v>44864.416666666657</c:v>
                </c:pt>
                <c:pt idx="707">
                  <c:v>44864.458333333343</c:v>
                </c:pt>
                <c:pt idx="708">
                  <c:v>44864.5</c:v>
                </c:pt>
                <c:pt idx="709">
                  <c:v>44864.541666666657</c:v>
                </c:pt>
                <c:pt idx="710">
                  <c:v>44864.583333333343</c:v>
                </c:pt>
                <c:pt idx="711">
                  <c:v>44864.625</c:v>
                </c:pt>
                <c:pt idx="712">
                  <c:v>44864.666666666657</c:v>
                </c:pt>
                <c:pt idx="713">
                  <c:v>44864.708333333343</c:v>
                </c:pt>
                <c:pt idx="714">
                  <c:v>44864.75</c:v>
                </c:pt>
                <c:pt idx="715">
                  <c:v>44864.791666666657</c:v>
                </c:pt>
                <c:pt idx="716">
                  <c:v>44864.833333333343</c:v>
                </c:pt>
                <c:pt idx="717">
                  <c:v>44864.875</c:v>
                </c:pt>
                <c:pt idx="718">
                  <c:v>44864.916666666657</c:v>
                </c:pt>
                <c:pt idx="719">
                  <c:v>44864.958333333343</c:v>
                </c:pt>
                <c:pt idx="720">
                  <c:v>44865</c:v>
                </c:pt>
                <c:pt idx="721">
                  <c:v>44865.041666666657</c:v>
                </c:pt>
                <c:pt idx="722">
                  <c:v>44865.083333333343</c:v>
                </c:pt>
                <c:pt idx="723">
                  <c:v>44865.125</c:v>
                </c:pt>
                <c:pt idx="724">
                  <c:v>44865.166666666657</c:v>
                </c:pt>
                <c:pt idx="725">
                  <c:v>44865.208333333343</c:v>
                </c:pt>
                <c:pt idx="726">
                  <c:v>44865.25</c:v>
                </c:pt>
                <c:pt idx="727">
                  <c:v>44865.291666666657</c:v>
                </c:pt>
                <c:pt idx="728">
                  <c:v>44865.333333333343</c:v>
                </c:pt>
                <c:pt idx="729">
                  <c:v>44865.375</c:v>
                </c:pt>
                <c:pt idx="730">
                  <c:v>44865.416666666657</c:v>
                </c:pt>
                <c:pt idx="731">
                  <c:v>44865.458333333343</c:v>
                </c:pt>
                <c:pt idx="732">
                  <c:v>44865.5</c:v>
                </c:pt>
                <c:pt idx="733">
                  <c:v>44865.541666666657</c:v>
                </c:pt>
                <c:pt idx="734">
                  <c:v>44865.583333333343</c:v>
                </c:pt>
                <c:pt idx="735">
                  <c:v>44865.625</c:v>
                </c:pt>
                <c:pt idx="736">
                  <c:v>44865.666666666657</c:v>
                </c:pt>
                <c:pt idx="737">
                  <c:v>44865.708333333343</c:v>
                </c:pt>
                <c:pt idx="738">
                  <c:v>44865.75</c:v>
                </c:pt>
                <c:pt idx="739">
                  <c:v>44865.791666666657</c:v>
                </c:pt>
                <c:pt idx="740">
                  <c:v>44865.833333333343</c:v>
                </c:pt>
                <c:pt idx="741">
                  <c:v>44865.875</c:v>
                </c:pt>
                <c:pt idx="742">
                  <c:v>44865.916666666657</c:v>
                </c:pt>
                <c:pt idx="743">
                  <c:v>44865.958333333343</c:v>
                </c:pt>
                <c:pt idx="744">
                  <c:v>44866</c:v>
                </c:pt>
                <c:pt idx="745">
                  <c:v>44866.041666666657</c:v>
                </c:pt>
                <c:pt idx="746">
                  <c:v>44866.083333333343</c:v>
                </c:pt>
                <c:pt idx="747">
                  <c:v>44866.125</c:v>
                </c:pt>
                <c:pt idx="748">
                  <c:v>44866.166666666657</c:v>
                </c:pt>
                <c:pt idx="749">
                  <c:v>44866.208333333343</c:v>
                </c:pt>
                <c:pt idx="750">
                  <c:v>44866.25</c:v>
                </c:pt>
                <c:pt idx="751">
                  <c:v>44866.291666666657</c:v>
                </c:pt>
                <c:pt idx="752">
                  <c:v>44866.333333333343</c:v>
                </c:pt>
                <c:pt idx="753">
                  <c:v>44866.375</c:v>
                </c:pt>
                <c:pt idx="754">
                  <c:v>44866.416666666657</c:v>
                </c:pt>
                <c:pt idx="755">
                  <c:v>44866.458333333343</c:v>
                </c:pt>
                <c:pt idx="756">
                  <c:v>44866.5</c:v>
                </c:pt>
                <c:pt idx="757">
                  <c:v>44866.541666666657</c:v>
                </c:pt>
                <c:pt idx="758">
                  <c:v>44866.583333333343</c:v>
                </c:pt>
                <c:pt idx="759">
                  <c:v>44866.625</c:v>
                </c:pt>
                <c:pt idx="760">
                  <c:v>44866.666666666657</c:v>
                </c:pt>
                <c:pt idx="761">
                  <c:v>44866.708333333343</c:v>
                </c:pt>
                <c:pt idx="762">
                  <c:v>44866.75</c:v>
                </c:pt>
                <c:pt idx="763">
                  <c:v>44866.791666666657</c:v>
                </c:pt>
                <c:pt idx="764">
                  <c:v>44866.833333333343</c:v>
                </c:pt>
                <c:pt idx="765">
                  <c:v>44866.875</c:v>
                </c:pt>
                <c:pt idx="766">
                  <c:v>44866.916666666657</c:v>
                </c:pt>
                <c:pt idx="767">
                  <c:v>44866.958333333343</c:v>
                </c:pt>
                <c:pt idx="768">
                  <c:v>44867</c:v>
                </c:pt>
                <c:pt idx="769">
                  <c:v>44867.041666666657</c:v>
                </c:pt>
                <c:pt idx="770">
                  <c:v>44867.083333333343</c:v>
                </c:pt>
                <c:pt idx="771">
                  <c:v>44867.125</c:v>
                </c:pt>
                <c:pt idx="772">
                  <c:v>44867.166666666657</c:v>
                </c:pt>
                <c:pt idx="773">
                  <c:v>44867.208333333343</c:v>
                </c:pt>
                <c:pt idx="774">
                  <c:v>44867.25</c:v>
                </c:pt>
                <c:pt idx="775">
                  <c:v>44867.291666666657</c:v>
                </c:pt>
                <c:pt idx="776">
                  <c:v>44867.333333333343</c:v>
                </c:pt>
                <c:pt idx="777">
                  <c:v>44867.375</c:v>
                </c:pt>
                <c:pt idx="778">
                  <c:v>44867.416666666657</c:v>
                </c:pt>
                <c:pt idx="779">
                  <c:v>44867.458333333343</c:v>
                </c:pt>
                <c:pt idx="780">
                  <c:v>44867.5</c:v>
                </c:pt>
                <c:pt idx="781">
                  <c:v>44867.541666666657</c:v>
                </c:pt>
                <c:pt idx="782">
                  <c:v>44867.583333333343</c:v>
                </c:pt>
                <c:pt idx="783">
                  <c:v>44867.625</c:v>
                </c:pt>
                <c:pt idx="784">
                  <c:v>44867.666666666657</c:v>
                </c:pt>
                <c:pt idx="785">
                  <c:v>44867.708333333343</c:v>
                </c:pt>
                <c:pt idx="786">
                  <c:v>44867.75</c:v>
                </c:pt>
                <c:pt idx="787">
                  <c:v>44867.791666666657</c:v>
                </c:pt>
                <c:pt idx="788">
                  <c:v>44867.833333333343</c:v>
                </c:pt>
                <c:pt idx="789">
                  <c:v>44867.875</c:v>
                </c:pt>
                <c:pt idx="790">
                  <c:v>44867.916666666657</c:v>
                </c:pt>
                <c:pt idx="791">
                  <c:v>44867.958333333343</c:v>
                </c:pt>
                <c:pt idx="792">
                  <c:v>44868</c:v>
                </c:pt>
                <c:pt idx="793">
                  <c:v>44868.041666666657</c:v>
                </c:pt>
                <c:pt idx="794">
                  <c:v>44868.083333333343</c:v>
                </c:pt>
                <c:pt idx="795">
                  <c:v>44868.125</c:v>
                </c:pt>
                <c:pt idx="796">
                  <c:v>44868.166666666657</c:v>
                </c:pt>
                <c:pt idx="797">
                  <c:v>44868.208333333343</c:v>
                </c:pt>
                <c:pt idx="798">
                  <c:v>44868.25</c:v>
                </c:pt>
                <c:pt idx="799">
                  <c:v>44868.291666666657</c:v>
                </c:pt>
                <c:pt idx="800">
                  <c:v>44868.333333333343</c:v>
                </c:pt>
                <c:pt idx="801">
                  <c:v>44868.375</c:v>
                </c:pt>
                <c:pt idx="802">
                  <c:v>44868.416666666657</c:v>
                </c:pt>
                <c:pt idx="803">
                  <c:v>44868.458333333343</c:v>
                </c:pt>
                <c:pt idx="804">
                  <c:v>44868.5</c:v>
                </c:pt>
                <c:pt idx="805">
                  <c:v>44868.541666666657</c:v>
                </c:pt>
                <c:pt idx="806">
                  <c:v>44868.583333333343</c:v>
                </c:pt>
                <c:pt idx="807">
                  <c:v>44868.625</c:v>
                </c:pt>
                <c:pt idx="808">
                  <c:v>44868.666666666657</c:v>
                </c:pt>
                <c:pt idx="809">
                  <c:v>44868.708333333343</c:v>
                </c:pt>
                <c:pt idx="810">
                  <c:v>44868.75</c:v>
                </c:pt>
                <c:pt idx="811">
                  <c:v>44868.791666666657</c:v>
                </c:pt>
                <c:pt idx="812">
                  <c:v>44868.833333333343</c:v>
                </c:pt>
                <c:pt idx="813">
                  <c:v>44868.875</c:v>
                </c:pt>
                <c:pt idx="814">
                  <c:v>44868.916666666657</c:v>
                </c:pt>
                <c:pt idx="815">
                  <c:v>44868.958333333343</c:v>
                </c:pt>
                <c:pt idx="816">
                  <c:v>44869</c:v>
                </c:pt>
                <c:pt idx="817">
                  <c:v>44869.041666666657</c:v>
                </c:pt>
                <c:pt idx="818">
                  <c:v>44869.083333333343</c:v>
                </c:pt>
                <c:pt idx="819">
                  <c:v>44869.125</c:v>
                </c:pt>
                <c:pt idx="820">
                  <c:v>44869.166666666657</c:v>
                </c:pt>
                <c:pt idx="821">
                  <c:v>44869.208333333343</c:v>
                </c:pt>
                <c:pt idx="822">
                  <c:v>44869.25</c:v>
                </c:pt>
                <c:pt idx="823">
                  <c:v>44869.291666666657</c:v>
                </c:pt>
                <c:pt idx="824">
                  <c:v>44869.333333333343</c:v>
                </c:pt>
                <c:pt idx="825">
                  <c:v>44869.375</c:v>
                </c:pt>
                <c:pt idx="826">
                  <c:v>44869.416666666657</c:v>
                </c:pt>
                <c:pt idx="827">
                  <c:v>44869.458333333343</c:v>
                </c:pt>
                <c:pt idx="828">
                  <c:v>44869.5</c:v>
                </c:pt>
                <c:pt idx="829">
                  <c:v>44869.541666666657</c:v>
                </c:pt>
                <c:pt idx="830">
                  <c:v>44869.583333333343</c:v>
                </c:pt>
                <c:pt idx="831">
                  <c:v>44869.625</c:v>
                </c:pt>
                <c:pt idx="832">
                  <c:v>44869.666666666657</c:v>
                </c:pt>
                <c:pt idx="833">
                  <c:v>44869.708333333343</c:v>
                </c:pt>
                <c:pt idx="834">
                  <c:v>44869.75</c:v>
                </c:pt>
                <c:pt idx="835">
                  <c:v>44869.791666666657</c:v>
                </c:pt>
                <c:pt idx="836">
                  <c:v>44869.833333333343</c:v>
                </c:pt>
                <c:pt idx="837">
                  <c:v>44869.875</c:v>
                </c:pt>
                <c:pt idx="838">
                  <c:v>44869.916666666657</c:v>
                </c:pt>
                <c:pt idx="839">
                  <c:v>44869.958333333343</c:v>
                </c:pt>
                <c:pt idx="840">
                  <c:v>44870</c:v>
                </c:pt>
                <c:pt idx="841">
                  <c:v>44870.041666666657</c:v>
                </c:pt>
                <c:pt idx="842">
                  <c:v>44870.083333333343</c:v>
                </c:pt>
                <c:pt idx="843">
                  <c:v>44870.125</c:v>
                </c:pt>
                <c:pt idx="844">
                  <c:v>44870.166666666657</c:v>
                </c:pt>
                <c:pt idx="845">
                  <c:v>44870.208333333343</c:v>
                </c:pt>
                <c:pt idx="846">
                  <c:v>44870.25</c:v>
                </c:pt>
                <c:pt idx="847">
                  <c:v>44870.291666666657</c:v>
                </c:pt>
                <c:pt idx="848">
                  <c:v>44870.333333333343</c:v>
                </c:pt>
                <c:pt idx="849">
                  <c:v>44870.375</c:v>
                </c:pt>
                <c:pt idx="850">
                  <c:v>44870.416666666657</c:v>
                </c:pt>
                <c:pt idx="851">
                  <c:v>44870.458333333343</c:v>
                </c:pt>
                <c:pt idx="852">
                  <c:v>44870.5</c:v>
                </c:pt>
                <c:pt idx="853">
                  <c:v>44870.541666666657</c:v>
                </c:pt>
                <c:pt idx="854">
                  <c:v>44870.583333333343</c:v>
                </c:pt>
                <c:pt idx="855">
                  <c:v>44870.625</c:v>
                </c:pt>
                <c:pt idx="856">
                  <c:v>44870.666666666657</c:v>
                </c:pt>
                <c:pt idx="857">
                  <c:v>44870.708333333343</c:v>
                </c:pt>
                <c:pt idx="858">
                  <c:v>44870.75</c:v>
                </c:pt>
                <c:pt idx="859">
                  <c:v>44870.791666666657</c:v>
                </c:pt>
                <c:pt idx="860">
                  <c:v>44870.833333333343</c:v>
                </c:pt>
                <c:pt idx="861">
                  <c:v>44870.875</c:v>
                </c:pt>
                <c:pt idx="862">
                  <c:v>44870.916666666657</c:v>
                </c:pt>
                <c:pt idx="863">
                  <c:v>44870.958333333343</c:v>
                </c:pt>
                <c:pt idx="864">
                  <c:v>44871</c:v>
                </c:pt>
                <c:pt idx="865">
                  <c:v>44871.041666666657</c:v>
                </c:pt>
                <c:pt idx="866">
                  <c:v>44871.083333333343</c:v>
                </c:pt>
                <c:pt idx="867">
                  <c:v>44871.125</c:v>
                </c:pt>
                <c:pt idx="868">
                  <c:v>44871.166666666657</c:v>
                </c:pt>
                <c:pt idx="869">
                  <c:v>44871.208333333343</c:v>
                </c:pt>
                <c:pt idx="870">
                  <c:v>44871.25</c:v>
                </c:pt>
                <c:pt idx="871">
                  <c:v>44871.291666666657</c:v>
                </c:pt>
                <c:pt idx="872">
                  <c:v>44871.333333333343</c:v>
                </c:pt>
                <c:pt idx="873">
                  <c:v>44871.375</c:v>
                </c:pt>
                <c:pt idx="874">
                  <c:v>44871.416666666657</c:v>
                </c:pt>
                <c:pt idx="875">
                  <c:v>44871.458333333343</c:v>
                </c:pt>
                <c:pt idx="876">
                  <c:v>44871.5</c:v>
                </c:pt>
                <c:pt idx="877">
                  <c:v>44871.541666666657</c:v>
                </c:pt>
                <c:pt idx="878">
                  <c:v>44871.583333333343</c:v>
                </c:pt>
                <c:pt idx="879">
                  <c:v>44871.625</c:v>
                </c:pt>
                <c:pt idx="880">
                  <c:v>44871.666666666657</c:v>
                </c:pt>
                <c:pt idx="881">
                  <c:v>44871.708333333343</c:v>
                </c:pt>
                <c:pt idx="882">
                  <c:v>44871.75</c:v>
                </c:pt>
                <c:pt idx="883">
                  <c:v>44871.791666666657</c:v>
                </c:pt>
                <c:pt idx="884">
                  <c:v>44871.833333333343</c:v>
                </c:pt>
                <c:pt idx="885">
                  <c:v>44871.875</c:v>
                </c:pt>
                <c:pt idx="886">
                  <c:v>44871.916666666657</c:v>
                </c:pt>
                <c:pt idx="887">
                  <c:v>44871.958333333343</c:v>
                </c:pt>
                <c:pt idx="888">
                  <c:v>44872</c:v>
                </c:pt>
                <c:pt idx="889">
                  <c:v>44872.041666666657</c:v>
                </c:pt>
                <c:pt idx="890">
                  <c:v>44872.083333333343</c:v>
                </c:pt>
                <c:pt idx="891">
                  <c:v>44872.125</c:v>
                </c:pt>
                <c:pt idx="892">
                  <c:v>44872.166666666657</c:v>
                </c:pt>
                <c:pt idx="893">
                  <c:v>44872.208333333343</c:v>
                </c:pt>
                <c:pt idx="894">
                  <c:v>44872.25</c:v>
                </c:pt>
                <c:pt idx="895">
                  <c:v>44872.291666666657</c:v>
                </c:pt>
                <c:pt idx="896">
                  <c:v>44872.333333333343</c:v>
                </c:pt>
                <c:pt idx="897">
                  <c:v>44872.375</c:v>
                </c:pt>
                <c:pt idx="898">
                  <c:v>44872.416666666657</c:v>
                </c:pt>
                <c:pt idx="899">
                  <c:v>44872.458333333343</c:v>
                </c:pt>
                <c:pt idx="900">
                  <c:v>44872.5</c:v>
                </c:pt>
                <c:pt idx="901">
                  <c:v>44872.541666666657</c:v>
                </c:pt>
                <c:pt idx="902">
                  <c:v>44872.583333333343</c:v>
                </c:pt>
                <c:pt idx="903">
                  <c:v>44872.625</c:v>
                </c:pt>
                <c:pt idx="904">
                  <c:v>44872.666666666657</c:v>
                </c:pt>
                <c:pt idx="905">
                  <c:v>44872.708333333343</c:v>
                </c:pt>
                <c:pt idx="906">
                  <c:v>44872.75</c:v>
                </c:pt>
                <c:pt idx="907">
                  <c:v>44872.791666666657</c:v>
                </c:pt>
                <c:pt idx="908">
                  <c:v>44872.833333333343</c:v>
                </c:pt>
                <c:pt idx="909">
                  <c:v>44872.875</c:v>
                </c:pt>
                <c:pt idx="910">
                  <c:v>44872.916666666657</c:v>
                </c:pt>
                <c:pt idx="911">
                  <c:v>44872.958333333343</c:v>
                </c:pt>
                <c:pt idx="912">
                  <c:v>44873</c:v>
                </c:pt>
                <c:pt idx="913">
                  <c:v>44873.041666666657</c:v>
                </c:pt>
                <c:pt idx="914">
                  <c:v>44873.083333333343</c:v>
                </c:pt>
                <c:pt idx="915">
                  <c:v>44873.125</c:v>
                </c:pt>
                <c:pt idx="916">
                  <c:v>44873.166666666657</c:v>
                </c:pt>
                <c:pt idx="917">
                  <c:v>44873.208333333343</c:v>
                </c:pt>
                <c:pt idx="918">
                  <c:v>44873.25</c:v>
                </c:pt>
                <c:pt idx="919">
                  <c:v>44873.291666666657</c:v>
                </c:pt>
                <c:pt idx="920">
                  <c:v>44873.333333333343</c:v>
                </c:pt>
                <c:pt idx="921">
                  <c:v>44873.375</c:v>
                </c:pt>
                <c:pt idx="922">
                  <c:v>44873.416666666657</c:v>
                </c:pt>
                <c:pt idx="923">
                  <c:v>44873.458333333343</c:v>
                </c:pt>
                <c:pt idx="924">
                  <c:v>44873.5</c:v>
                </c:pt>
                <c:pt idx="925">
                  <c:v>44873.541666666657</c:v>
                </c:pt>
                <c:pt idx="926">
                  <c:v>44873.583333333343</c:v>
                </c:pt>
                <c:pt idx="927">
                  <c:v>44873.625</c:v>
                </c:pt>
                <c:pt idx="928">
                  <c:v>44873.666666666657</c:v>
                </c:pt>
                <c:pt idx="929">
                  <c:v>44873.708333333343</c:v>
                </c:pt>
                <c:pt idx="930">
                  <c:v>44873.75</c:v>
                </c:pt>
                <c:pt idx="931">
                  <c:v>44873.791666666657</c:v>
                </c:pt>
                <c:pt idx="932">
                  <c:v>44873.833333333343</c:v>
                </c:pt>
                <c:pt idx="933">
                  <c:v>44873.875</c:v>
                </c:pt>
                <c:pt idx="934">
                  <c:v>44873.916666666657</c:v>
                </c:pt>
                <c:pt idx="935">
                  <c:v>44873.958333333343</c:v>
                </c:pt>
                <c:pt idx="936">
                  <c:v>44874</c:v>
                </c:pt>
                <c:pt idx="937">
                  <c:v>44874.041666666657</c:v>
                </c:pt>
                <c:pt idx="938">
                  <c:v>44874.083333333343</c:v>
                </c:pt>
                <c:pt idx="939">
                  <c:v>44874.125</c:v>
                </c:pt>
                <c:pt idx="940">
                  <c:v>44874.166666666657</c:v>
                </c:pt>
                <c:pt idx="941">
                  <c:v>44874.208333333343</c:v>
                </c:pt>
                <c:pt idx="942">
                  <c:v>44874.25</c:v>
                </c:pt>
                <c:pt idx="943">
                  <c:v>44874.291666666657</c:v>
                </c:pt>
                <c:pt idx="944">
                  <c:v>44874.333333333343</c:v>
                </c:pt>
                <c:pt idx="945">
                  <c:v>44874.375</c:v>
                </c:pt>
                <c:pt idx="946">
                  <c:v>44874.416666666657</c:v>
                </c:pt>
                <c:pt idx="947">
                  <c:v>44874.458333333343</c:v>
                </c:pt>
                <c:pt idx="948">
                  <c:v>44874.5</c:v>
                </c:pt>
                <c:pt idx="949">
                  <c:v>44874.541666666657</c:v>
                </c:pt>
                <c:pt idx="950">
                  <c:v>44874.583333333343</c:v>
                </c:pt>
                <c:pt idx="951">
                  <c:v>44874.625</c:v>
                </c:pt>
                <c:pt idx="952">
                  <c:v>44874.666666666657</c:v>
                </c:pt>
                <c:pt idx="953">
                  <c:v>44874.708333333343</c:v>
                </c:pt>
                <c:pt idx="954">
                  <c:v>44874.75</c:v>
                </c:pt>
                <c:pt idx="955">
                  <c:v>44874.791666666657</c:v>
                </c:pt>
                <c:pt idx="956">
                  <c:v>44874.833333333343</c:v>
                </c:pt>
                <c:pt idx="957">
                  <c:v>44874.875</c:v>
                </c:pt>
                <c:pt idx="958">
                  <c:v>44874.916666666657</c:v>
                </c:pt>
                <c:pt idx="959">
                  <c:v>44874.958333333343</c:v>
                </c:pt>
                <c:pt idx="960">
                  <c:v>44875</c:v>
                </c:pt>
                <c:pt idx="961">
                  <c:v>44875.041666666657</c:v>
                </c:pt>
                <c:pt idx="962">
                  <c:v>44875.083333333343</c:v>
                </c:pt>
                <c:pt idx="963">
                  <c:v>44875.125</c:v>
                </c:pt>
                <c:pt idx="964">
                  <c:v>44875.166666666657</c:v>
                </c:pt>
                <c:pt idx="965">
                  <c:v>44875.208333333343</c:v>
                </c:pt>
                <c:pt idx="966">
                  <c:v>44875.25</c:v>
                </c:pt>
                <c:pt idx="967">
                  <c:v>44875.291666666657</c:v>
                </c:pt>
                <c:pt idx="968">
                  <c:v>44875.333333333343</c:v>
                </c:pt>
                <c:pt idx="969">
                  <c:v>44875.375</c:v>
                </c:pt>
                <c:pt idx="970">
                  <c:v>44875.416666666657</c:v>
                </c:pt>
                <c:pt idx="971">
                  <c:v>44875.458333333343</c:v>
                </c:pt>
                <c:pt idx="972">
                  <c:v>44875.5</c:v>
                </c:pt>
                <c:pt idx="973">
                  <c:v>44875.541666666657</c:v>
                </c:pt>
                <c:pt idx="974">
                  <c:v>44875.583333333343</c:v>
                </c:pt>
                <c:pt idx="975">
                  <c:v>44875.625</c:v>
                </c:pt>
                <c:pt idx="976">
                  <c:v>44875.666666666657</c:v>
                </c:pt>
                <c:pt idx="977">
                  <c:v>44875.708333333343</c:v>
                </c:pt>
                <c:pt idx="978">
                  <c:v>44875.75</c:v>
                </c:pt>
                <c:pt idx="979">
                  <c:v>44875.791666666657</c:v>
                </c:pt>
                <c:pt idx="980">
                  <c:v>44875.833333333343</c:v>
                </c:pt>
                <c:pt idx="981">
                  <c:v>44875.875</c:v>
                </c:pt>
                <c:pt idx="982">
                  <c:v>44875.916666666657</c:v>
                </c:pt>
                <c:pt idx="983">
                  <c:v>44875.958333333343</c:v>
                </c:pt>
                <c:pt idx="984">
                  <c:v>44876</c:v>
                </c:pt>
                <c:pt idx="985">
                  <c:v>44876.041666666657</c:v>
                </c:pt>
                <c:pt idx="986">
                  <c:v>44876.083333333343</c:v>
                </c:pt>
                <c:pt idx="987">
                  <c:v>44876.125</c:v>
                </c:pt>
                <c:pt idx="988">
                  <c:v>44876.166666666657</c:v>
                </c:pt>
                <c:pt idx="989">
                  <c:v>44876.208333333343</c:v>
                </c:pt>
                <c:pt idx="990">
                  <c:v>44876.25</c:v>
                </c:pt>
                <c:pt idx="991">
                  <c:v>44876.291666666657</c:v>
                </c:pt>
                <c:pt idx="992">
                  <c:v>44876.333333333343</c:v>
                </c:pt>
                <c:pt idx="993">
                  <c:v>44876.375</c:v>
                </c:pt>
                <c:pt idx="994">
                  <c:v>44876.416666666657</c:v>
                </c:pt>
                <c:pt idx="995">
                  <c:v>44876.458333333343</c:v>
                </c:pt>
                <c:pt idx="996">
                  <c:v>44876.5</c:v>
                </c:pt>
                <c:pt idx="997">
                  <c:v>44876.541666666657</c:v>
                </c:pt>
                <c:pt idx="998">
                  <c:v>44876.583333333343</c:v>
                </c:pt>
                <c:pt idx="999">
                  <c:v>44876.625</c:v>
                </c:pt>
                <c:pt idx="1000">
                  <c:v>44876.666666666657</c:v>
                </c:pt>
                <c:pt idx="1001">
                  <c:v>44876.708333333343</c:v>
                </c:pt>
                <c:pt idx="1002">
                  <c:v>44876.75</c:v>
                </c:pt>
                <c:pt idx="1003">
                  <c:v>44876.791666666657</c:v>
                </c:pt>
                <c:pt idx="1004">
                  <c:v>44876.833333333343</c:v>
                </c:pt>
                <c:pt idx="1005">
                  <c:v>44876.875</c:v>
                </c:pt>
                <c:pt idx="1006">
                  <c:v>44876.916666666657</c:v>
                </c:pt>
                <c:pt idx="1007">
                  <c:v>44876.958333333343</c:v>
                </c:pt>
                <c:pt idx="1008">
                  <c:v>44877</c:v>
                </c:pt>
                <c:pt idx="1009">
                  <c:v>44877.041666666657</c:v>
                </c:pt>
                <c:pt idx="1010">
                  <c:v>44877.083333333343</c:v>
                </c:pt>
                <c:pt idx="1011">
                  <c:v>44877.125</c:v>
                </c:pt>
                <c:pt idx="1012">
                  <c:v>44877.166666666657</c:v>
                </c:pt>
                <c:pt idx="1013">
                  <c:v>44877.208333333343</c:v>
                </c:pt>
                <c:pt idx="1014">
                  <c:v>44877.25</c:v>
                </c:pt>
                <c:pt idx="1015">
                  <c:v>44877.291666666657</c:v>
                </c:pt>
                <c:pt idx="1016">
                  <c:v>44877.333333333343</c:v>
                </c:pt>
                <c:pt idx="1017">
                  <c:v>44877.375</c:v>
                </c:pt>
                <c:pt idx="1018">
                  <c:v>44877.416666666657</c:v>
                </c:pt>
                <c:pt idx="1019">
                  <c:v>44877.458333333343</c:v>
                </c:pt>
                <c:pt idx="1020">
                  <c:v>44877.5</c:v>
                </c:pt>
                <c:pt idx="1021">
                  <c:v>44877.541666666657</c:v>
                </c:pt>
                <c:pt idx="1022">
                  <c:v>44877.583333333343</c:v>
                </c:pt>
                <c:pt idx="1023">
                  <c:v>44877.625</c:v>
                </c:pt>
                <c:pt idx="1024">
                  <c:v>44877.666666666657</c:v>
                </c:pt>
                <c:pt idx="1025">
                  <c:v>44877.708333333343</c:v>
                </c:pt>
                <c:pt idx="1026">
                  <c:v>44877.75</c:v>
                </c:pt>
                <c:pt idx="1027">
                  <c:v>44877.791666666657</c:v>
                </c:pt>
                <c:pt idx="1028">
                  <c:v>44877.833333333343</c:v>
                </c:pt>
                <c:pt idx="1029">
                  <c:v>44877.875</c:v>
                </c:pt>
                <c:pt idx="1030">
                  <c:v>44877.916666666657</c:v>
                </c:pt>
                <c:pt idx="1031">
                  <c:v>44877.958333333343</c:v>
                </c:pt>
                <c:pt idx="1032">
                  <c:v>44878</c:v>
                </c:pt>
                <c:pt idx="1033">
                  <c:v>44878.041666666657</c:v>
                </c:pt>
                <c:pt idx="1034">
                  <c:v>44878.083333333343</c:v>
                </c:pt>
                <c:pt idx="1035">
                  <c:v>44878.125</c:v>
                </c:pt>
                <c:pt idx="1036">
                  <c:v>44878.166666666657</c:v>
                </c:pt>
                <c:pt idx="1037">
                  <c:v>44878.208333333343</c:v>
                </c:pt>
                <c:pt idx="1038">
                  <c:v>44878.25</c:v>
                </c:pt>
                <c:pt idx="1039">
                  <c:v>44878.291666666657</c:v>
                </c:pt>
                <c:pt idx="1040">
                  <c:v>44878.333333333343</c:v>
                </c:pt>
                <c:pt idx="1041">
                  <c:v>44878.375</c:v>
                </c:pt>
                <c:pt idx="1042">
                  <c:v>44878.416666666657</c:v>
                </c:pt>
                <c:pt idx="1043">
                  <c:v>44878.458333333343</c:v>
                </c:pt>
                <c:pt idx="1044">
                  <c:v>44878.5</c:v>
                </c:pt>
                <c:pt idx="1045">
                  <c:v>44878.541666666657</c:v>
                </c:pt>
                <c:pt idx="1046">
                  <c:v>44878.583333333343</c:v>
                </c:pt>
                <c:pt idx="1047">
                  <c:v>44878.625</c:v>
                </c:pt>
                <c:pt idx="1048">
                  <c:v>44878.666666666657</c:v>
                </c:pt>
                <c:pt idx="1049">
                  <c:v>44878.708333333343</c:v>
                </c:pt>
                <c:pt idx="1050">
                  <c:v>44878.75</c:v>
                </c:pt>
                <c:pt idx="1051">
                  <c:v>44878.791666666657</c:v>
                </c:pt>
                <c:pt idx="1052">
                  <c:v>44878.833333333343</c:v>
                </c:pt>
                <c:pt idx="1053">
                  <c:v>44878.875</c:v>
                </c:pt>
                <c:pt idx="1054">
                  <c:v>44878.916666666657</c:v>
                </c:pt>
                <c:pt idx="1055">
                  <c:v>44878.958333333343</c:v>
                </c:pt>
                <c:pt idx="1056">
                  <c:v>44879</c:v>
                </c:pt>
                <c:pt idx="1057">
                  <c:v>44879.041666666657</c:v>
                </c:pt>
                <c:pt idx="1058">
                  <c:v>44879.083333333343</c:v>
                </c:pt>
                <c:pt idx="1059">
                  <c:v>44879.125</c:v>
                </c:pt>
                <c:pt idx="1060">
                  <c:v>44879.166666666657</c:v>
                </c:pt>
                <c:pt idx="1061">
                  <c:v>44879.208333333343</c:v>
                </c:pt>
                <c:pt idx="1062">
                  <c:v>44879.25</c:v>
                </c:pt>
                <c:pt idx="1063">
                  <c:v>44879.291666666657</c:v>
                </c:pt>
                <c:pt idx="1064">
                  <c:v>44879.333333333343</c:v>
                </c:pt>
                <c:pt idx="1065">
                  <c:v>44879.375</c:v>
                </c:pt>
                <c:pt idx="1066">
                  <c:v>44879.416666666657</c:v>
                </c:pt>
                <c:pt idx="1067">
                  <c:v>44879.458333333343</c:v>
                </c:pt>
                <c:pt idx="1068">
                  <c:v>44879.5</c:v>
                </c:pt>
                <c:pt idx="1069">
                  <c:v>44879.541666666657</c:v>
                </c:pt>
                <c:pt idx="1070">
                  <c:v>44879.583333333343</c:v>
                </c:pt>
                <c:pt idx="1071">
                  <c:v>44879.625</c:v>
                </c:pt>
                <c:pt idx="1072">
                  <c:v>44879.666666666657</c:v>
                </c:pt>
                <c:pt idx="1073">
                  <c:v>44879.708333333343</c:v>
                </c:pt>
                <c:pt idx="1074">
                  <c:v>44879.75</c:v>
                </c:pt>
                <c:pt idx="1075">
                  <c:v>44879.791666666657</c:v>
                </c:pt>
                <c:pt idx="1076">
                  <c:v>44879.833333333343</c:v>
                </c:pt>
                <c:pt idx="1077">
                  <c:v>44879.875</c:v>
                </c:pt>
                <c:pt idx="1078">
                  <c:v>44879.916666666657</c:v>
                </c:pt>
                <c:pt idx="1079">
                  <c:v>44879.958333333343</c:v>
                </c:pt>
                <c:pt idx="1080">
                  <c:v>44880</c:v>
                </c:pt>
                <c:pt idx="1081">
                  <c:v>44880.041666666657</c:v>
                </c:pt>
                <c:pt idx="1082">
                  <c:v>44880.083333333343</c:v>
                </c:pt>
                <c:pt idx="1083">
                  <c:v>44880.125</c:v>
                </c:pt>
                <c:pt idx="1084">
                  <c:v>44880.166666666657</c:v>
                </c:pt>
                <c:pt idx="1085">
                  <c:v>44880.208333333343</c:v>
                </c:pt>
                <c:pt idx="1086">
                  <c:v>44880.25</c:v>
                </c:pt>
                <c:pt idx="1087">
                  <c:v>44880.291666666657</c:v>
                </c:pt>
                <c:pt idx="1088">
                  <c:v>44880.333333333343</c:v>
                </c:pt>
                <c:pt idx="1089">
                  <c:v>44880.375</c:v>
                </c:pt>
                <c:pt idx="1090">
                  <c:v>44880.416666666657</c:v>
                </c:pt>
                <c:pt idx="1091">
                  <c:v>44880.458333333343</c:v>
                </c:pt>
                <c:pt idx="1092">
                  <c:v>44880.5</c:v>
                </c:pt>
                <c:pt idx="1093">
                  <c:v>44880.541666666657</c:v>
                </c:pt>
                <c:pt idx="1094">
                  <c:v>44880.583333333343</c:v>
                </c:pt>
                <c:pt idx="1095">
                  <c:v>44880.625</c:v>
                </c:pt>
                <c:pt idx="1096">
                  <c:v>44880.666666666657</c:v>
                </c:pt>
                <c:pt idx="1097">
                  <c:v>44880.708333333343</c:v>
                </c:pt>
                <c:pt idx="1098">
                  <c:v>44880.75</c:v>
                </c:pt>
                <c:pt idx="1099">
                  <c:v>44880.791666666657</c:v>
                </c:pt>
                <c:pt idx="1100">
                  <c:v>44880.833333333343</c:v>
                </c:pt>
                <c:pt idx="1101">
                  <c:v>44880.875</c:v>
                </c:pt>
                <c:pt idx="1102">
                  <c:v>44880.916666666657</c:v>
                </c:pt>
                <c:pt idx="1103">
                  <c:v>44880.958333333343</c:v>
                </c:pt>
                <c:pt idx="1104">
                  <c:v>44881</c:v>
                </c:pt>
                <c:pt idx="1105">
                  <c:v>44881.041666666657</c:v>
                </c:pt>
                <c:pt idx="1106">
                  <c:v>44881.083333333343</c:v>
                </c:pt>
                <c:pt idx="1107">
                  <c:v>44881.125</c:v>
                </c:pt>
                <c:pt idx="1108">
                  <c:v>44881.166666666657</c:v>
                </c:pt>
                <c:pt idx="1109">
                  <c:v>44881.208333333343</c:v>
                </c:pt>
                <c:pt idx="1110">
                  <c:v>44881.25</c:v>
                </c:pt>
                <c:pt idx="1111">
                  <c:v>44881.291666666657</c:v>
                </c:pt>
                <c:pt idx="1112">
                  <c:v>44881.333333333343</c:v>
                </c:pt>
                <c:pt idx="1113">
                  <c:v>44881.375</c:v>
                </c:pt>
                <c:pt idx="1114">
                  <c:v>44881.416666666657</c:v>
                </c:pt>
                <c:pt idx="1115">
                  <c:v>44881.458333333343</c:v>
                </c:pt>
                <c:pt idx="1116">
                  <c:v>44881.5</c:v>
                </c:pt>
                <c:pt idx="1117">
                  <c:v>44881.541666666657</c:v>
                </c:pt>
                <c:pt idx="1118">
                  <c:v>44881.583333333343</c:v>
                </c:pt>
                <c:pt idx="1119">
                  <c:v>44881.625</c:v>
                </c:pt>
                <c:pt idx="1120">
                  <c:v>44881.666666666657</c:v>
                </c:pt>
                <c:pt idx="1121">
                  <c:v>44881.708333333343</c:v>
                </c:pt>
                <c:pt idx="1122">
                  <c:v>44881.75</c:v>
                </c:pt>
                <c:pt idx="1123">
                  <c:v>44881.791666666657</c:v>
                </c:pt>
                <c:pt idx="1124">
                  <c:v>44881.833333333343</c:v>
                </c:pt>
                <c:pt idx="1125">
                  <c:v>44881.875</c:v>
                </c:pt>
                <c:pt idx="1126">
                  <c:v>44881.916666666657</c:v>
                </c:pt>
                <c:pt idx="1127">
                  <c:v>44881.958333333343</c:v>
                </c:pt>
                <c:pt idx="1128">
                  <c:v>44882</c:v>
                </c:pt>
                <c:pt idx="1129">
                  <c:v>44882.041666666657</c:v>
                </c:pt>
                <c:pt idx="1130">
                  <c:v>44882.083333333343</c:v>
                </c:pt>
                <c:pt idx="1131">
                  <c:v>44882.125</c:v>
                </c:pt>
                <c:pt idx="1132">
                  <c:v>44882.166666666657</c:v>
                </c:pt>
                <c:pt idx="1133">
                  <c:v>44882.208333333343</c:v>
                </c:pt>
                <c:pt idx="1134">
                  <c:v>44882.25</c:v>
                </c:pt>
                <c:pt idx="1135">
                  <c:v>44882.291666666657</c:v>
                </c:pt>
                <c:pt idx="1136">
                  <c:v>44882.333333333343</c:v>
                </c:pt>
                <c:pt idx="1137">
                  <c:v>44882.375</c:v>
                </c:pt>
                <c:pt idx="1138">
                  <c:v>44882.416666666657</c:v>
                </c:pt>
                <c:pt idx="1139">
                  <c:v>44882.458333333343</c:v>
                </c:pt>
                <c:pt idx="1140">
                  <c:v>44882.5</c:v>
                </c:pt>
                <c:pt idx="1141">
                  <c:v>44882.541666666657</c:v>
                </c:pt>
                <c:pt idx="1142">
                  <c:v>44882.583333333343</c:v>
                </c:pt>
                <c:pt idx="1143">
                  <c:v>44882.625</c:v>
                </c:pt>
                <c:pt idx="1144">
                  <c:v>44882.666666666657</c:v>
                </c:pt>
                <c:pt idx="1145">
                  <c:v>44882.708333333343</c:v>
                </c:pt>
                <c:pt idx="1146">
                  <c:v>44882.75</c:v>
                </c:pt>
                <c:pt idx="1147">
                  <c:v>44882.791666666657</c:v>
                </c:pt>
                <c:pt idx="1148">
                  <c:v>44882.833333333343</c:v>
                </c:pt>
                <c:pt idx="1149">
                  <c:v>44882.875</c:v>
                </c:pt>
                <c:pt idx="1150">
                  <c:v>44882.916666666657</c:v>
                </c:pt>
                <c:pt idx="1151">
                  <c:v>44882.958333333343</c:v>
                </c:pt>
                <c:pt idx="1152">
                  <c:v>44883</c:v>
                </c:pt>
                <c:pt idx="1153">
                  <c:v>44883.041666666657</c:v>
                </c:pt>
                <c:pt idx="1154">
                  <c:v>44883.083333333343</c:v>
                </c:pt>
                <c:pt idx="1155">
                  <c:v>44883.125</c:v>
                </c:pt>
                <c:pt idx="1156">
                  <c:v>44883.166666666657</c:v>
                </c:pt>
                <c:pt idx="1157">
                  <c:v>44883.208333333343</c:v>
                </c:pt>
                <c:pt idx="1158">
                  <c:v>44883.25</c:v>
                </c:pt>
                <c:pt idx="1159">
                  <c:v>44883.291666666657</c:v>
                </c:pt>
                <c:pt idx="1160">
                  <c:v>44883.333333333343</c:v>
                </c:pt>
                <c:pt idx="1161">
                  <c:v>44883.375</c:v>
                </c:pt>
                <c:pt idx="1162">
                  <c:v>44883.416666666657</c:v>
                </c:pt>
                <c:pt idx="1163">
                  <c:v>44883.458333333343</c:v>
                </c:pt>
                <c:pt idx="1164">
                  <c:v>44883.5</c:v>
                </c:pt>
                <c:pt idx="1165">
                  <c:v>44883.541666666657</c:v>
                </c:pt>
                <c:pt idx="1166">
                  <c:v>44883.583333333343</c:v>
                </c:pt>
                <c:pt idx="1167">
                  <c:v>44883.625</c:v>
                </c:pt>
                <c:pt idx="1168">
                  <c:v>44883.666666666657</c:v>
                </c:pt>
                <c:pt idx="1169">
                  <c:v>44883.708333333343</c:v>
                </c:pt>
                <c:pt idx="1170">
                  <c:v>44883.75</c:v>
                </c:pt>
                <c:pt idx="1171">
                  <c:v>44883.791666666657</c:v>
                </c:pt>
                <c:pt idx="1172">
                  <c:v>44883.833333333343</c:v>
                </c:pt>
                <c:pt idx="1173">
                  <c:v>44883.875</c:v>
                </c:pt>
                <c:pt idx="1174">
                  <c:v>44883.916666666657</c:v>
                </c:pt>
                <c:pt idx="1175">
                  <c:v>44883.958333333343</c:v>
                </c:pt>
                <c:pt idx="1176">
                  <c:v>44884</c:v>
                </c:pt>
                <c:pt idx="1177">
                  <c:v>44884.041666666657</c:v>
                </c:pt>
                <c:pt idx="1178">
                  <c:v>44884.083333333343</c:v>
                </c:pt>
                <c:pt idx="1179">
                  <c:v>44884.125</c:v>
                </c:pt>
                <c:pt idx="1180">
                  <c:v>44884.166666666657</c:v>
                </c:pt>
                <c:pt idx="1181">
                  <c:v>44884.208333333343</c:v>
                </c:pt>
                <c:pt idx="1182">
                  <c:v>44884.25</c:v>
                </c:pt>
                <c:pt idx="1183">
                  <c:v>44884.291666666657</c:v>
                </c:pt>
                <c:pt idx="1184">
                  <c:v>44884.333333333343</c:v>
                </c:pt>
                <c:pt idx="1185">
                  <c:v>44884.375</c:v>
                </c:pt>
                <c:pt idx="1186">
                  <c:v>44884.416666666657</c:v>
                </c:pt>
                <c:pt idx="1187">
                  <c:v>44884.458333333343</c:v>
                </c:pt>
                <c:pt idx="1188">
                  <c:v>44884.5</c:v>
                </c:pt>
                <c:pt idx="1189">
                  <c:v>44884.541666666657</c:v>
                </c:pt>
                <c:pt idx="1190">
                  <c:v>44884.583333333343</c:v>
                </c:pt>
                <c:pt idx="1191">
                  <c:v>44884.625</c:v>
                </c:pt>
                <c:pt idx="1192">
                  <c:v>44884.666666666657</c:v>
                </c:pt>
                <c:pt idx="1193">
                  <c:v>44884.708333333343</c:v>
                </c:pt>
                <c:pt idx="1194">
                  <c:v>44884.75</c:v>
                </c:pt>
                <c:pt idx="1195">
                  <c:v>44884.791666666657</c:v>
                </c:pt>
                <c:pt idx="1196">
                  <c:v>44884.833333333343</c:v>
                </c:pt>
                <c:pt idx="1197">
                  <c:v>44884.875</c:v>
                </c:pt>
                <c:pt idx="1198">
                  <c:v>44884.916666666657</c:v>
                </c:pt>
                <c:pt idx="1199">
                  <c:v>44884.958333333343</c:v>
                </c:pt>
                <c:pt idx="1200">
                  <c:v>44885</c:v>
                </c:pt>
                <c:pt idx="1201">
                  <c:v>44885.041666666657</c:v>
                </c:pt>
                <c:pt idx="1202">
                  <c:v>44885.083333333343</c:v>
                </c:pt>
                <c:pt idx="1203">
                  <c:v>44885.125</c:v>
                </c:pt>
                <c:pt idx="1204">
                  <c:v>44885.166666666657</c:v>
                </c:pt>
                <c:pt idx="1205">
                  <c:v>44885.208333333343</c:v>
                </c:pt>
                <c:pt idx="1206">
                  <c:v>44885.25</c:v>
                </c:pt>
                <c:pt idx="1207">
                  <c:v>44885.291666666657</c:v>
                </c:pt>
                <c:pt idx="1208">
                  <c:v>44885.333333333343</c:v>
                </c:pt>
                <c:pt idx="1209">
                  <c:v>44885.375</c:v>
                </c:pt>
                <c:pt idx="1210">
                  <c:v>44885.416666666657</c:v>
                </c:pt>
                <c:pt idx="1211">
                  <c:v>44885.458333333343</c:v>
                </c:pt>
                <c:pt idx="1212">
                  <c:v>44885.5</c:v>
                </c:pt>
                <c:pt idx="1213">
                  <c:v>44885.541666666657</c:v>
                </c:pt>
                <c:pt idx="1214">
                  <c:v>44885.583333333343</c:v>
                </c:pt>
                <c:pt idx="1215">
                  <c:v>44885.625</c:v>
                </c:pt>
                <c:pt idx="1216">
                  <c:v>44885.666666666657</c:v>
                </c:pt>
                <c:pt idx="1217">
                  <c:v>44885.708333333343</c:v>
                </c:pt>
                <c:pt idx="1218">
                  <c:v>44885.75</c:v>
                </c:pt>
                <c:pt idx="1219">
                  <c:v>44885.791666666657</c:v>
                </c:pt>
                <c:pt idx="1220">
                  <c:v>44885.833333333343</c:v>
                </c:pt>
                <c:pt idx="1221">
                  <c:v>44885.875</c:v>
                </c:pt>
                <c:pt idx="1222">
                  <c:v>44885.916666666657</c:v>
                </c:pt>
                <c:pt idx="1223">
                  <c:v>44885.958333333343</c:v>
                </c:pt>
                <c:pt idx="1224">
                  <c:v>44886</c:v>
                </c:pt>
                <c:pt idx="1225">
                  <c:v>44886.041666666657</c:v>
                </c:pt>
                <c:pt idx="1226">
                  <c:v>44886.083333333343</c:v>
                </c:pt>
                <c:pt idx="1227">
                  <c:v>44886.125</c:v>
                </c:pt>
                <c:pt idx="1228">
                  <c:v>44886.166666666657</c:v>
                </c:pt>
                <c:pt idx="1229">
                  <c:v>44886.208333333343</c:v>
                </c:pt>
                <c:pt idx="1230">
                  <c:v>44886.25</c:v>
                </c:pt>
                <c:pt idx="1231">
                  <c:v>44886.291666666657</c:v>
                </c:pt>
                <c:pt idx="1232">
                  <c:v>44886.333333333343</c:v>
                </c:pt>
                <c:pt idx="1233">
                  <c:v>44886.375</c:v>
                </c:pt>
                <c:pt idx="1234">
                  <c:v>44886.416666666657</c:v>
                </c:pt>
                <c:pt idx="1235">
                  <c:v>44886.458333333343</c:v>
                </c:pt>
                <c:pt idx="1236">
                  <c:v>44886.5</c:v>
                </c:pt>
                <c:pt idx="1237">
                  <c:v>44886.541666666657</c:v>
                </c:pt>
                <c:pt idx="1238">
                  <c:v>44886.583333333343</c:v>
                </c:pt>
                <c:pt idx="1239">
                  <c:v>44886.625</c:v>
                </c:pt>
                <c:pt idx="1240">
                  <c:v>44886.666666666657</c:v>
                </c:pt>
                <c:pt idx="1241">
                  <c:v>44886.708333333343</c:v>
                </c:pt>
                <c:pt idx="1242">
                  <c:v>44886.75</c:v>
                </c:pt>
                <c:pt idx="1243">
                  <c:v>44886.791666666657</c:v>
                </c:pt>
                <c:pt idx="1244">
                  <c:v>44886.833333333343</c:v>
                </c:pt>
                <c:pt idx="1245">
                  <c:v>44886.875</c:v>
                </c:pt>
                <c:pt idx="1246">
                  <c:v>44886.916666666657</c:v>
                </c:pt>
                <c:pt idx="1247">
                  <c:v>44886.958333333343</c:v>
                </c:pt>
                <c:pt idx="1248">
                  <c:v>44887</c:v>
                </c:pt>
                <c:pt idx="1249">
                  <c:v>44887.041666666657</c:v>
                </c:pt>
                <c:pt idx="1250">
                  <c:v>44887.083333333343</c:v>
                </c:pt>
                <c:pt idx="1251">
                  <c:v>44887.125</c:v>
                </c:pt>
                <c:pt idx="1252">
                  <c:v>44887.166666666657</c:v>
                </c:pt>
                <c:pt idx="1253">
                  <c:v>44887.208333333343</c:v>
                </c:pt>
                <c:pt idx="1254">
                  <c:v>44887.25</c:v>
                </c:pt>
                <c:pt idx="1255">
                  <c:v>44887.291666666657</c:v>
                </c:pt>
                <c:pt idx="1256">
                  <c:v>44887.333333333343</c:v>
                </c:pt>
                <c:pt idx="1257">
                  <c:v>44887.375</c:v>
                </c:pt>
                <c:pt idx="1258">
                  <c:v>44887.416666666657</c:v>
                </c:pt>
                <c:pt idx="1259">
                  <c:v>44887.458333333343</c:v>
                </c:pt>
                <c:pt idx="1260">
                  <c:v>44887.5</c:v>
                </c:pt>
                <c:pt idx="1261">
                  <c:v>44887.541666666657</c:v>
                </c:pt>
                <c:pt idx="1262">
                  <c:v>44887.583333333343</c:v>
                </c:pt>
                <c:pt idx="1263">
                  <c:v>44887.625</c:v>
                </c:pt>
                <c:pt idx="1264">
                  <c:v>44887.666666666657</c:v>
                </c:pt>
                <c:pt idx="1265">
                  <c:v>44887.708333333343</c:v>
                </c:pt>
                <c:pt idx="1266">
                  <c:v>44887.75</c:v>
                </c:pt>
                <c:pt idx="1267">
                  <c:v>44887.791666666657</c:v>
                </c:pt>
                <c:pt idx="1268">
                  <c:v>44887.833333333343</c:v>
                </c:pt>
                <c:pt idx="1269">
                  <c:v>44887.875</c:v>
                </c:pt>
                <c:pt idx="1270">
                  <c:v>44887.916666666657</c:v>
                </c:pt>
                <c:pt idx="1271">
                  <c:v>44887.958333333343</c:v>
                </c:pt>
                <c:pt idx="1272">
                  <c:v>44888</c:v>
                </c:pt>
                <c:pt idx="1273">
                  <c:v>44888.041666666657</c:v>
                </c:pt>
                <c:pt idx="1274">
                  <c:v>44888.083333333343</c:v>
                </c:pt>
                <c:pt idx="1275">
                  <c:v>44888.125</c:v>
                </c:pt>
                <c:pt idx="1276">
                  <c:v>44888.166666666657</c:v>
                </c:pt>
                <c:pt idx="1277">
                  <c:v>44888.208333333343</c:v>
                </c:pt>
                <c:pt idx="1278">
                  <c:v>44888.25</c:v>
                </c:pt>
                <c:pt idx="1279">
                  <c:v>44888.291666666657</c:v>
                </c:pt>
                <c:pt idx="1280">
                  <c:v>44888.333333333343</c:v>
                </c:pt>
                <c:pt idx="1281">
                  <c:v>44888.375</c:v>
                </c:pt>
                <c:pt idx="1282">
                  <c:v>44888.416666666657</c:v>
                </c:pt>
                <c:pt idx="1283">
                  <c:v>44888.458333333343</c:v>
                </c:pt>
                <c:pt idx="1284">
                  <c:v>44888.5</c:v>
                </c:pt>
                <c:pt idx="1285">
                  <c:v>44888.541666666657</c:v>
                </c:pt>
                <c:pt idx="1286">
                  <c:v>44888.583333333343</c:v>
                </c:pt>
                <c:pt idx="1287">
                  <c:v>44888.625</c:v>
                </c:pt>
                <c:pt idx="1288">
                  <c:v>44888.666666666657</c:v>
                </c:pt>
                <c:pt idx="1289">
                  <c:v>44888.708333333343</c:v>
                </c:pt>
                <c:pt idx="1290">
                  <c:v>44888.75</c:v>
                </c:pt>
                <c:pt idx="1291">
                  <c:v>44888.791666666657</c:v>
                </c:pt>
                <c:pt idx="1292">
                  <c:v>44888.833333333343</c:v>
                </c:pt>
                <c:pt idx="1293">
                  <c:v>44888.875</c:v>
                </c:pt>
                <c:pt idx="1294">
                  <c:v>44888.916666666657</c:v>
                </c:pt>
                <c:pt idx="1295">
                  <c:v>44888.958333333343</c:v>
                </c:pt>
                <c:pt idx="1296">
                  <c:v>44889</c:v>
                </c:pt>
                <c:pt idx="1297">
                  <c:v>44889.041666666657</c:v>
                </c:pt>
                <c:pt idx="1298">
                  <c:v>44889.083333333343</c:v>
                </c:pt>
                <c:pt idx="1299">
                  <c:v>44889.125</c:v>
                </c:pt>
                <c:pt idx="1300">
                  <c:v>44889.166666666657</c:v>
                </c:pt>
                <c:pt idx="1301">
                  <c:v>44889.208333333343</c:v>
                </c:pt>
                <c:pt idx="1302">
                  <c:v>44889.25</c:v>
                </c:pt>
                <c:pt idx="1303">
                  <c:v>44889.291666666657</c:v>
                </c:pt>
                <c:pt idx="1304">
                  <c:v>44889.333333333343</c:v>
                </c:pt>
                <c:pt idx="1305">
                  <c:v>44889.375</c:v>
                </c:pt>
                <c:pt idx="1306">
                  <c:v>44889.416666666657</c:v>
                </c:pt>
                <c:pt idx="1307">
                  <c:v>44889.458333333343</c:v>
                </c:pt>
                <c:pt idx="1308">
                  <c:v>44889.5</c:v>
                </c:pt>
                <c:pt idx="1309">
                  <c:v>44889.541666666657</c:v>
                </c:pt>
                <c:pt idx="1310">
                  <c:v>44889.583333333343</c:v>
                </c:pt>
                <c:pt idx="1311">
                  <c:v>44889.625</c:v>
                </c:pt>
                <c:pt idx="1312">
                  <c:v>44889.666666666657</c:v>
                </c:pt>
                <c:pt idx="1313">
                  <c:v>44889.708333333343</c:v>
                </c:pt>
                <c:pt idx="1314">
                  <c:v>44889.75</c:v>
                </c:pt>
                <c:pt idx="1315">
                  <c:v>44889.791666666657</c:v>
                </c:pt>
                <c:pt idx="1316">
                  <c:v>44889.833333333343</c:v>
                </c:pt>
                <c:pt idx="1317">
                  <c:v>44889.875</c:v>
                </c:pt>
                <c:pt idx="1318">
                  <c:v>44889.916666666657</c:v>
                </c:pt>
                <c:pt idx="1319">
                  <c:v>44889.958333333343</c:v>
                </c:pt>
                <c:pt idx="1320">
                  <c:v>44890</c:v>
                </c:pt>
                <c:pt idx="1321">
                  <c:v>44890.041666666657</c:v>
                </c:pt>
                <c:pt idx="1322">
                  <c:v>44890.083333333343</c:v>
                </c:pt>
                <c:pt idx="1323">
                  <c:v>44890.125</c:v>
                </c:pt>
                <c:pt idx="1324">
                  <c:v>44890.166666666657</c:v>
                </c:pt>
                <c:pt idx="1325">
                  <c:v>44890.208333333343</c:v>
                </c:pt>
                <c:pt idx="1326">
                  <c:v>44890.25</c:v>
                </c:pt>
                <c:pt idx="1327">
                  <c:v>44890.291666666657</c:v>
                </c:pt>
                <c:pt idx="1328">
                  <c:v>44890.333333333343</c:v>
                </c:pt>
                <c:pt idx="1329">
                  <c:v>44890.375</c:v>
                </c:pt>
                <c:pt idx="1330">
                  <c:v>44890.416666666657</c:v>
                </c:pt>
                <c:pt idx="1331">
                  <c:v>44890.458333333343</c:v>
                </c:pt>
                <c:pt idx="1332">
                  <c:v>44890.5</c:v>
                </c:pt>
                <c:pt idx="1333">
                  <c:v>44890.541666666657</c:v>
                </c:pt>
                <c:pt idx="1334">
                  <c:v>44890.583333333343</c:v>
                </c:pt>
                <c:pt idx="1335">
                  <c:v>44890.625</c:v>
                </c:pt>
                <c:pt idx="1336">
                  <c:v>44890.666666666657</c:v>
                </c:pt>
                <c:pt idx="1337">
                  <c:v>44890.708333333343</c:v>
                </c:pt>
                <c:pt idx="1338">
                  <c:v>44890.75</c:v>
                </c:pt>
                <c:pt idx="1339">
                  <c:v>44890.791666666657</c:v>
                </c:pt>
                <c:pt idx="1340">
                  <c:v>44890.833333333343</c:v>
                </c:pt>
                <c:pt idx="1341">
                  <c:v>44890.875</c:v>
                </c:pt>
                <c:pt idx="1342">
                  <c:v>44890.916666666657</c:v>
                </c:pt>
                <c:pt idx="1343">
                  <c:v>44890.958333333343</c:v>
                </c:pt>
                <c:pt idx="1344">
                  <c:v>44891</c:v>
                </c:pt>
                <c:pt idx="1345">
                  <c:v>44891.041666666657</c:v>
                </c:pt>
                <c:pt idx="1346">
                  <c:v>44891.083333333343</c:v>
                </c:pt>
                <c:pt idx="1347">
                  <c:v>44891.125</c:v>
                </c:pt>
                <c:pt idx="1348">
                  <c:v>44891.166666666657</c:v>
                </c:pt>
                <c:pt idx="1349">
                  <c:v>44891.208333333343</c:v>
                </c:pt>
                <c:pt idx="1350">
                  <c:v>44891.25</c:v>
                </c:pt>
                <c:pt idx="1351">
                  <c:v>44891.291666666657</c:v>
                </c:pt>
                <c:pt idx="1352">
                  <c:v>44891.333333333343</c:v>
                </c:pt>
                <c:pt idx="1353">
                  <c:v>44891.375</c:v>
                </c:pt>
                <c:pt idx="1354">
                  <c:v>44891.416666666657</c:v>
                </c:pt>
                <c:pt idx="1355">
                  <c:v>44891.458333333343</c:v>
                </c:pt>
                <c:pt idx="1356">
                  <c:v>44891.5</c:v>
                </c:pt>
                <c:pt idx="1357">
                  <c:v>44891.541666666657</c:v>
                </c:pt>
                <c:pt idx="1358">
                  <c:v>44891.583333333343</c:v>
                </c:pt>
                <c:pt idx="1359">
                  <c:v>44891.625</c:v>
                </c:pt>
                <c:pt idx="1360">
                  <c:v>44891.666666666657</c:v>
                </c:pt>
                <c:pt idx="1361">
                  <c:v>44891.708333333343</c:v>
                </c:pt>
                <c:pt idx="1362">
                  <c:v>44891.75</c:v>
                </c:pt>
                <c:pt idx="1363">
                  <c:v>44891.791666666657</c:v>
                </c:pt>
                <c:pt idx="1364">
                  <c:v>44891.833333333343</c:v>
                </c:pt>
                <c:pt idx="1365">
                  <c:v>44891.875</c:v>
                </c:pt>
                <c:pt idx="1366">
                  <c:v>44891.916666666657</c:v>
                </c:pt>
                <c:pt idx="1367">
                  <c:v>44891.958333333343</c:v>
                </c:pt>
                <c:pt idx="1368">
                  <c:v>44892</c:v>
                </c:pt>
                <c:pt idx="1369">
                  <c:v>44892.041666666657</c:v>
                </c:pt>
                <c:pt idx="1370">
                  <c:v>44892.083333333343</c:v>
                </c:pt>
                <c:pt idx="1371">
                  <c:v>44892.125</c:v>
                </c:pt>
                <c:pt idx="1372">
                  <c:v>44892.166666666657</c:v>
                </c:pt>
                <c:pt idx="1373">
                  <c:v>44892.208333333343</c:v>
                </c:pt>
                <c:pt idx="1374">
                  <c:v>44892.25</c:v>
                </c:pt>
                <c:pt idx="1375">
                  <c:v>44892.291666666657</c:v>
                </c:pt>
                <c:pt idx="1376">
                  <c:v>44892.333333333343</c:v>
                </c:pt>
                <c:pt idx="1377">
                  <c:v>44892.375</c:v>
                </c:pt>
                <c:pt idx="1378">
                  <c:v>44892.416666666657</c:v>
                </c:pt>
                <c:pt idx="1379">
                  <c:v>44892.458333333343</c:v>
                </c:pt>
                <c:pt idx="1380">
                  <c:v>44892.5</c:v>
                </c:pt>
                <c:pt idx="1381">
                  <c:v>44892.541666666657</c:v>
                </c:pt>
                <c:pt idx="1382">
                  <c:v>44892.583333333343</c:v>
                </c:pt>
                <c:pt idx="1383">
                  <c:v>44892.625</c:v>
                </c:pt>
                <c:pt idx="1384">
                  <c:v>44892.666666666657</c:v>
                </c:pt>
                <c:pt idx="1385">
                  <c:v>44892.708333333343</c:v>
                </c:pt>
                <c:pt idx="1386">
                  <c:v>44892.75</c:v>
                </c:pt>
                <c:pt idx="1387">
                  <c:v>44892.791666666657</c:v>
                </c:pt>
                <c:pt idx="1388">
                  <c:v>44892.833333333343</c:v>
                </c:pt>
                <c:pt idx="1389">
                  <c:v>44892.875</c:v>
                </c:pt>
                <c:pt idx="1390">
                  <c:v>44892.916666666657</c:v>
                </c:pt>
                <c:pt idx="1391">
                  <c:v>44892.958333333343</c:v>
                </c:pt>
                <c:pt idx="1392">
                  <c:v>44893</c:v>
                </c:pt>
                <c:pt idx="1393">
                  <c:v>44893.041666666657</c:v>
                </c:pt>
                <c:pt idx="1394">
                  <c:v>44893.083333333343</c:v>
                </c:pt>
                <c:pt idx="1395">
                  <c:v>44893.125</c:v>
                </c:pt>
                <c:pt idx="1396">
                  <c:v>44893.166666666657</c:v>
                </c:pt>
                <c:pt idx="1397">
                  <c:v>44893.208333333343</c:v>
                </c:pt>
                <c:pt idx="1398">
                  <c:v>44893.25</c:v>
                </c:pt>
                <c:pt idx="1399">
                  <c:v>44893.291666666657</c:v>
                </c:pt>
                <c:pt idx="1400">
                  <c:v>44893.333333333343</c:v>
                </c:pt>
                <c:pt idx="1401">
                  <c:v>44893.375</c:v>
                </c:pt>
                <c:pt idx="1402">
                  <c:v>44893.416666666657</c:v>
                </c:pt>
                <c:pt idx="1403">
                  <c:v>44893.458333333343</c:v>
                </c:pt>
                <c:pt idx="1404">
                  <c:v>44893.5</c:v>
                </c:pt>
                <c:pt idx="1405">
                  <c:v>44893.541666666657</c:v>
                </c:pt>
                <c:pt idx="1406">
                  <c:v>44893.583333333343</c:v>
                </c:pt>
                <c:pt idx="1407">
                  <c:v>44893.625</c:v>
                </c:pt>
                <c:pt idx="1408">
                  <c:v>44893.666666666657</c:v>
                </c:pt>
                <c:pt idx="1409">
                  <c:v>44893.708333333343</c:v>
                </c:pt>
                <c:pt idx="1410">
                  <c:v>44893.75</c:v>
                </c:pt>
                <c:pt idx="1411">
                  <c:v>44893.791666666657</c:v>
                </c:pt>
                <c:pt idx="1412">
                  <c:v>44893.833333333343</c:v>
                </c:pt>
                <c:pt idx="1413">
                  <c:v>44893.875</c:v>
                </c:pt>
                <c:pt idx="1414">
                  <c:v>44893.916666666657</c:v>
                </c:pt>
                <c:pt idx="1415">
                  <c:v>44893.958333333343</c:v>
                </c:pt>
                <c:pt idx="1416">
                  <c:v>44894</c:v>
                </c:pt>
                <c:pt idx="1417">
                  <c:v>44894.041666666657</c:v>
                </c:pt>
                <c:pt idx="1418">
                  <c:v>44894.083333333343</c:v>
                </c:pt>
                <c:pt idx="1419">
                  <c:v>44894.125</c:v>
                </c:pt>
                <c:pt idx="1420">
                  <c:v>44894.166666666657</c:v>
                </c:pt>
                <c:pt idx="1421">
                  <c:v>44894.208333333343</c:v>
                </c:pt>
                <c:pt idx="1422">
                  <c:v>44894.25</c:v>
                </c:pt>
                <c:pt idx="1423">
                  <c:v>44894.291666666657</c:v>
                </c:pt>
                <c:pt idx="1424">
                  <c:v>44894.333333333343</c:v>
                </c:pt>
                <c:pt idx="1425">
                  <c:v>44894.375</c:v>
                </c:pt>
                <c:pt idx="1426">
                  <c:v>44894.416666666657</c:v>
                </c:pt>
                <c:pt idx="1427">
                  <c:v>44894.458333333343</c:v>
                </c:pt>
                <c:pt idx="1428">
                  <c:v>44894.5</c:v>
                </c:pt>
                <c:pt idx="1429">
                  <c:v>44894.541666666657</c:v>
                </c:pt>
                <c:pt idx="1430">
                  <c:v>44894.583333333343</c:v>
                </c:pt>
                <c:pt idx="1431">
                  <c:v>44894.625</c:v>
                </c:pt>
                <c:pt idx="1432">
                  <c:v>44894.666666666657</c:v>
                </c:pt>
                <c:pt idx="1433">
                  <c:v>44894.708333333343</c:v>
                </c:pt>
                <c:pt idx="1434">
                  <c:v>44894.75</c:v>
                </c:pt>
                <c:pt idx="1435">
                  <c:v>44894.791666666657</c:v>
                </c:pt>
                <c:pt idx="1436">
                  <c:v>44894.833333333343</c:v>
                </c:pt>
                <c:pt idx="1437">
                  <c:v>44894.875</c:v>
                </c:pt>
                <c:pt idx="1438">
                  <c:v>44894.916666666657</c:v>
                </c:pt>
                <c:pt idx="1439">
                  <c:v>44894.958333333343</c:v>
                </c:pt>
                <c:pt idx="1440">
                  <c:v>44895</c:v>
                </c:pt>
                <c:pt idx="1441">
                  <c:v>44895.041666666657</c:v>
                </c:pt>
                <c:pt idx="1442">
                  <c:v>44895.083333333343</c:v>
                </c:pt>
                <c:pt idx="1443">
                  <c:v>44895.125</c:v>
                </c:pt>
                <c:pt idx="1444">
                  <c:v>44895.166666666657</c:v>
                </c:pt>
                <c:pt idx="1445">
                  <c:v>44895.208333333343</c:v>
                </c:pt>
                <c:pt idx="1446">
                  <c:v>44895.25</c:v>
                </c:pt>
                <c:pt idx="1447">
                  <c:v>44895.291666666657</c:v>
                </c:pt>
                <c:pt idx="1448">
                  <c:v>44895.333333333343</c:v>
                </c:pt>
                <c:pt idx="1449">
                  <c:v>44895.375</c:v>
                </c:pt>
                <c:pt idx="1450">
                  <c:v>44895.416666666657</c:v>
                </c:pt>
                <c:pt idx="1451">
                  <c:v>44895.458333333343</c:v>
                </c:pt>
                <c:pt idx="1452">
                  <c:v>44895.5</c:v>
                </c:pt>
                <c:pt idx="1453">
                  <c:v>44895.541666666657</c:v>
                </c:pt>
                <c:pt idx="1454">
                  <c:v>44895.583333333343</c:v>
                </c:pt>
                <c:pt idx="1455">
                  <c:v>44895.625</c:v>
                </c:pt>
                <c:pt idx="1456">
                  <c:v>44895.666666666657</c:v>
                </c:pt>
                <c:pt idx="1457">
                  <c:v>44895.708333333343</c:v>
                </c:pt>
                <c:pt idx="1458">
                  <c:v>44895.75</c:v>
                </c:pt>
                <c:pt idx="1459">
                  <c:v>44895.791666666657</c:v>
                </c:pt>
                <c:pt idx="1460">
                  <c:v>44895.833333333343</c:v>
                </c:pt>
                <c:pt idx="1461">
                  <c:v>44895.875</c:v>
                </c:pt>
                <c:pt idx="1462">
                  <c:v>44895.916666666657</c:v>
                </c:pt>
                <c:pt idx="1463">
                  <c:v>44895.958333333343</c:v>
                </c:pt>
                <c:pt idx="1464">
                  <c:v>44896</c:v>
                </c:pt>
                <c:pt idx="1465">
                  <c:v>44896.041666666657</c:v>
                </c:pt>
                <c:pt idx="1466">
                  <c:v>44896.083333333343</c:v>
                </c:pt>
                <c:pt idx="1467">
                  <c:v>44896.125</c:v>
                </c:pt>
                <c:pt idx="1468">
                  <c:v>44896.166666666657</c:v>
                </c:pt>
                <c:pt idx="1469">
                  <c:v>44896.208333333343</c:v>
                </c:pt>
                <c:pt idx="1470">
                  <c:v>44896.25</c:v>
                </c:pt>
                <c:pt idx="1471">
                  <c:v>44896.291666666657</c:v>
                </c:pt>
                <c:pt idx="1472">
                  <c:v>44896.333333333343</c:v>
                </c:pt>
                <c:pt idx="1473">
                  <c:v>44896.375</c:v>
                </c:pt>
                <c:pt idx="1474">
                  <c:v>44896.416666666657</c:v>
                </c:pt>
                <c:pt idx="1475">
                  <c:v>44896.458333333343</c:v>
                </c:pt>
                <c:pt idx="1476">
                  <c:v>44896.5</c:v>
                </c:pt>
                <c:pt idx="1477">
                  <c:v>44896.541666666657</c:v>
                </c:pt>
                <c:pt idx="1478">
                  <c:v>44896.583333333343</c:v>
                </c:pt>
                <c:pt idx="1479">
                  <c:v>44896.625</c:v>
                </c:pt>
                <c:pt idx="1480">
                  <c:v>44896.666666666657</c:v>
                </c:pt>
                <c:pt idx="1481">
                  <c:v>44896.708333333343</c:v>
                </c:pt>
                <c:pt idx="1482">
                  <c:v>44896.75</c:v>
                </c:pt>
                <c:pt idx="1483">
                  <c:v>44896.791666666657</c:v>
                </c:pt>
                <c:pt idx="1484">
                  <c:v>44896.833333333343</c:v>
                </c:pt>
                <c:pt idx="1485">
                  <c:v>44896.875</c:v>
                </c:pt>
                <c:pt idx="1486">
                  <c:v>44896.916666666657</c:v>
                </c:pt>
                <c:pt idx="1487">
                  <c:v>44896.958333333343</c:v>
                </c:pt>
                <c:pt idx="1488">
                  <c:v>44897</c:v>
                </c:pt>
                <c:pt idx="1489">
                  <c:v>44897.041666666657</c:v>
                </c:pt>
                <c:pt idx="1490">
                  <c:v>44897.083333333343</c:v>
                </c:pt>
                <c:pt idx="1491">
                  <c:v>44897.125</c:v>
                </c:pt>
                <c:pt idx="1492">
                  <c:v>44897.166666666657</c:v>
                </c:pt>
                <c:pt idx="1493">
                  <c:v>44897.208333333343</c:v>
                </c:pt>
                <c:pt idx="1494">
                  <c:v>44897.25</c:v>
                </c:pt>
                <c:pt idx="1495">
                  <c:v>44897.291666666657</c:v>
                </c:pt>
                <c:pt idx="1496">
                  <c:v>44897.333333333343</c:v>
                </c:pt>
                <c:pt idx="1497">
                  <c:v>44897.375</c:v>
                </c:pt>
                <c:pt idx="1498">
                  <c:v>44897.416666666657</c:v>
                </c:pt>
                <c:pt idx="1499">
                  <c:v>44897.458333333343</c:v>
                </c:pt>
                <c:pt idx="1500">
                  <c:v>44897.5</c:v>
                </c:pt>
                <c:pt idx="1501">
                  <c:v>44897.541666666657</c:v>
                </c:pt>
                <c:pt idx="1502">
                  <c:v>44897.583333333343</c:v>
                </c:pt>
                <c:pt idx="1503">
                  <c:v>44897.625</c:v>
                </c:pt>
                <c:pt idx="1504">
                  <c:v>44897.666666666657</c:v>
                </c:pt>
                <c:pt idx="1505">
                  <c:v>44897.708333333343</c:v>
                </c:pt>
                <c:pt idx="1506">
                  <c:v>44897.75</c:v>
                </c:pt>
                <c:pt idx="1507">
                  <c:v>44897.791666666657</c:v>
                </c:pt>
                <c:pt idx="1508">
                  <c:v>44897.833333333343</c:v>
                </c:pt>
                <c:pt idx="1509">
                  <c:v>44897.875</c:v>
                </c:pt>
                <c:pt idx="1510">
                  <c:v>44897.916666666657</c:v>
                </c:pt>
                <c:pt idx="1511">
                  <c:v>44897.958333333343</c:v>
                </c:pt>
                <c:pt idx="1512">
                  <c:v>44898</c:v>
                </c:pt>
                <c:pt idx="1513">
                  <c:v>44898.041666666657</c:v>
                </c:pt>
                <c:pt idx="1514">
                  <c:v>44898.083333333343</c:v>
                </c:pt>
                <c:pt idx="1515">
                  <c:v>44898.125</c:v>
                </c:pt>
                <c:pt idx="1516">
                  <c:v>44898.166666666657</c:v>
                </c:pt>
                <c:pt idx="1517">
                  <c:v>44898.208333333343</c:v>
                </c:pt>
                <c:pt idx="1518">
                  <c:v>44898.25</c:v>
                </c:pt>
                <c:pt idx="1519">
                  <c:v>44898.291666666657</c:v>
                </c:pt>
                <c:pt idx="1520">
                  <c:v>44898.333333333343</c:v>
                </c:pt>
                <c:pt idx="1521">
                  <c:v>44898.375</c:v>
                </c:pt>
                <c:pt idx="1522">
                  <c:v>44898.416666666657</c:v>
                </c:pt>
                <c:pt idx="1523">
                  <c:v>44898.458333333343</c:v>
                </c:pt>
                <c:pt idx="1524">
                  <c:v>44898.5</c:v>
                </c:pt>
                <c:pt idx="1525">
                  <c:v>44898.541666666657</c:v>
                </c:pt>
                <c:pt idx="1526">
                  <c:v>44898.583333333343</c:v>
                </c:pt>
                <c:pt idx="1527">
                  <c:v>44898.625</c:v>
                </c:pt>
                <c:pt idx="1528">
                  <c:v>44898.666666666657</c:v>
                </c:pt>
                <c:pt idx="1529">
                  <c:v>44898.708333333343</c:v>
                </c:pt>
                <c:pt idx="1530">
                  <c:v>44898.75</c:v>
                </c:pt>
                <c:pt idx="1531">
                  <c:v>44898.791666666657</c:v>
                </c:pt>
                <c:pt idx="1532">
                  <c:v>44898.833333333343</c:v>
                </c:pt>
                <c:pt idx="1533">
                  <c:v>44898.875</c:v>
                </c:pt>
                <c:pt idx="1534">
                  <c:v>44898.916666666657</c:v>
                </c:pt>
                <c:pt idx="1535">
                  <c:v>44898.958333333343</c:v>
                </c:pt>
                <c:pt idx="1536">
                  <c:v>44899</c:v>
                </c:pt>
                <c:pt idx="1537">
                  <c:v>44899.041666666657</c:v>
                </c:pt>
                <c:pt idx="1538">
                  <c:v>44899.083333333343</c:v>
                </c:pt>
                <c:pt idx="1539">
                  <c:v>44899.125</c:v>
                </c:pt>
                <c:pt idx="1540">
                  <c:v>44899.166666666657</c:v>
                </c:pt>
                <c:pt idx="1541">
                  <c:v>44899.208333333343</c:v>
                </c:pt>
                <c:pt idx="1542">
                  <c:v>44899.25</c:v>
                </c:pt>
                <c:pt idx="1543">
                  <c:v>44899.291666666657</c:v>
                </c:pt>
                <c:pt idx="1544">
                  <c:v>44899.333333333343</c:v>
                </c:pt>
                <c:pt idx="1545">
                  <c:v>44899.375</c:v>
                </c:pt>
                <c:pt idx="1546">
                  <c:v>44899.416666666657</c:v>
                </c:pt>
                <c:pt idx="1547">
                  <c:v>44899.458333333343</c:v>
                </c:pt>
                <c:pt idx="1548">
                  <c:v>44899.5</c:v>
                </c:pt>
                <c:pt idx="1549">
                  <c:v>44899.541666666657</c:v>
                </c:pt>
                <c:pt idx="1550">
                  <c:v>44899.583333333343</c:v>
                </c:pt>
                <c:pt idx="1551">
                  <c:v>44899.625</c:v>
                </c:pt>
                <c:pt idx="1552">
                  <c:v>44899.666666666657</c:v>
                </c:pt>
                <c:pt idx="1553">
                  <c:v>44899.708333333343</c:v>
                </c:pt>
                <c:pt idx="1554">
                  <c:v>44899.75</c:v>
                </c:pt>
                <c:pt idx="1555">
                  <c:v>44899.791666666657</c:v>
                </c:pt>
                <c:pt idx="1556">
                  <c:v>44899.833333333343</c:v>
                </c:pt>
                <c:pt idx="1557">
                  <c:v>44899.875</c:v>
                </c:pt>
                <c:pt idx="1558">
                  <c:v>44899.916666666657</c:v>
                </c:pt>
                <c:pt idx="1559">
                  <c:v>44899.958333333343</c:v>
                </c:pt>
                <c:pt idx="1560">
                  <c:v>44900</c:v>
                </c:pt>
                <c:pt idx="1561">
                  <c:v>44900.041666666657</c:v>
                </c:pt>
                <c:pt idx="1562">
                  <c:v>44900.083333333343</c:v>
                </c:pt>
                <c:pt idx="1563">
                  <c:v>44900.125</c:v>
                </c:pt>
                <c:pt idx="1564">
                  <c:v>44900.166666666657</c:v>
                </c:pt>
                <c:pt idx="1565">
                  <c:v>44900.208333333343</c:v>
                </c:pt>
                <c:pt idx="1566">
                  <c:v>44900.25</c:v>
                </c:pt>
                <c:pt idx="1567">
                  <c:v>44900.291666666657</c:v>
                </c:pt>
                <c:pt idx="1568">
                  <c:v>44900.333333333343</c:v>
                </c:pt>
                <c:pt idx="1569">
                  <c:v>44900.375</c:v>
                </c:pt>
                <c:pt idx="1570">
                  <c:v>44900.416666666657</c:v>
                </c:pt>
                <c:pt idx="1571">
                  <c:v>44900.458333333343</c:v>
                </c:pt>
                <c:pt idx="1572">
                  <c:v>44900.5</c:v>
                </c:pt>
                <c:pt idx="1573">
                  <c:v>44900.541666666657</c:v>
                </c:pt>
                <c:pt idx="1574">
                  <c:v>44900.583333333343</c:v>
                </c:pt>
                <c:pt idx="1575">
                  <c:v>44900.625</c:v>
                </c:pt>
                <c:pt idx="1576">
                  <c:v>44900.666666666657</c:v>
                </c:pt>
                <c:pt idx="1577">
                  <c:v>44900.708333333343</c:v>
                </c:pt>
                <c:pt idx="1578">
                  <c:v>44900.75</c:v>
                </c:pt>
                <c:pt idx="1579">
                  <c:v>44900.791666666657</c:v>
                </c:pt>
                <c:pt idx="1580">
                  <c:v>44900.833333333343</c:v>
                </c:pt>
                <c:pt idx="1581">
                  <c:v>44900.875</c:v>
                </c:pt>
                <c:pt idx="1582">
                  <c:v>44900.916666666657</c:v>
                </c:pt>
                <c:pt idx="1583">
                  <c:v>44900.958333333343</c:v>
                </c:pt>
                <c:pt idx="1584">
                  <c:v>44901</c:v>
                </c:pt>
                <c:pt idx="1585">
                  <c:v>44901.041666666657</c:v>
                </c:pt>
                <c:pt idx="1586">
                  <c:v>44901.083333333343</c:v>
                </c:pt>
                <c:pt idx="1587">
                  <c:v>44901.125</c:v>
                </c:pt>
                <c:pt idx="1588">
                  <c:v>44901.166666666657</c:v>
                </c:pt>
                <c:pt idx="1589">
                  <c:v>44901.208333333343</c:v>
                </c:pt>
                <c:pt idx="1590">
                  <c:v>44901.25</c:v>
                </c:pt>
                <c:pt idx="1591">
                  <c:v>44901.291666666657</c:v>
                </c:pt>
                <c:pt idx="1592">
                  <c:v>44901.333333333343</c:v>
                </c:pt>
                <c:pt idx="1593">
                  <c:v>44901.375</c:v>
                </c:pt>
                <c:pt idx="1594">
                  <c:v>44901.416666666657</c:v>
                </c:pt>
                <c:pt idx="1595">
                  <c:v>44901.458333333343</c:v>
                </c:pt>
                <c:pt idx="1596">
                  <c:v>44901.5</c:v>
                </c:pt>
                <c:pt idx="1597">
                  <c:v>44901.541666666657</c:v>
                </c:pt>
                <c:pt idx="1598">
                  <c:v>44901.583333333343</c:v>
                </c:pt>
                <c:pt idx="1599">
                  <c:v>44901.625</c:v>
                </c:pt>
                <c:pt idx="1600">
                  <c:v>44901.666666666657</c:v>
                </c:pt>
                <c:pt idx="1601">
                  <c:v>44901.708333333343</c:v>
                </c:pt>
                <c:pt idx="1602">
                  <c:v>44901.75</c:v>
                </c:pt>
                <c:pt idx="1603">
                  <c:v>44901.791666666657</c:v>
                </c:pt>
                <c:pt idx="1604">
                  <c:v>44901.833333333343</c:v>
                </c:pt>
                <c:pt idx="1605">
                  <c:v>44901.875</c:v>
                </c:pt>
                <c:pt idx="1606">
                  <c:v>44901.916666666657</c:v>
                </c:pt>
                <c:pt idx="1607">
                  <c:v>44901.958333333343</c:v>
                </c:pt>
                <c:pt idx="1608">
                  <c:v>44902</c:v>
                </c:pt>
                <c:pt idx="1609">
                  <c:v>44902.041666666657</c:v>
                </c:pt>
                <c:pt idx="1610">
                  <c:v>44902.083333333343</c:v>
                </c:pt>
                <c:pt idx="1611">
                  <c:v>44902.125</c:v>
                </c:pt>
                <c:pt idx="1612">
                  <c:v>44902.166666666657</c:v>
                </c:pt>
                <c:pt idx="1613">
                  <c:v>44902.208333333343</c:v>
                </c:pt>
                <c:pt idx="1614">
                  <c:v>44902.25</c:v>
                </c:pt>
                <c:pt idx="1615">
                  <c:v>44902.291666666657</c:v>
                </c:pt>
                <c:pt idx="1616">
                  <c:v>44902.333333333343</c:v>
                </c:pt>
                <c:pt idx="1617">
                  <c:v>44902.375</c:v>
                </c:pt>
                <c:pt idx="1618">
                  <c:v>44902.416666666657</c:v>
                </c:pt>
                <c:pt idx="1619">
                  <c:v>44902.458333333343</c:v>
                </c:pt>
                <c:pt idx="1620">
                  <c:v>44902.5</c:v>
                </c:pt>
                <c:pt idx="1621">
                  <c:v>44902.541666666657</c:v>
                </c:pt>
                <c:pt idx="1622">
                  <c:v>44902.583333333343</c:v>
                </c:pt>
                <c:pt idx="1623">
                  <c:v>44902.625</c:v>
                </c:pt>
                <c:pt idx="1624">
                  <c:v>44902.666666666657</c:v>
                </c:pt>
                <c:pt idx="1625">
                  <c:v>44902.708333333343</c:v>
                </c:pt>
                <c:pt idx="1626">
                  <c:v>44902.75</c:v>
                </c:pt>
                <c:pt idx="1627">
                  <c:v>44902.791666666657</c:v>
                </c:pt>
                <c:pt idx="1628">
                  <c:v>44902.833333333343</c:v>
                </c:pt>
                <c:pt idx="1629">
                  <c:v>44902.875</c:v>
                </c:pt>
                <c:pt idx="1630">
                  <c:v>44902.916666666657</c:v>
                </c:pt>
                <c:pt idx="1631">
                  <c:v>44902.958333333343</c:v>
                </c:pt>
                <c:pt idx="1632">
                  <c:v>44903</c:v>
                </c:pt>
                <c:pt idx="1633">
                  <c:v>44903.041666666657</c:v>
                </c:pt>
                <c:pt idx="1634">
                  <c:v>44903.083333333343</c:v>
                </c:pt>
                <c:pt idx="1635">
                  <c:v>44903.125</c:v>
                </c:pt>
                <c:pt idx="1636">
                  <c:v>44903.166666666657</c:v>
                </c:pt>
                <c:pt idx="1637">
                  <c:v>44903.208333333343</c:v>
                </c:pt>
                <c:pt idx="1638">
                  <c:v>44903.25</c:v>
                </c:pt>
                <c:pt idx="1639">
                  <c:v>44903.291666666657</c:v>
                </c:pt>
                <c:pt idx="1640">
                  <c:v>44903.333333333343</c:v>
                </c:pt>
                <c:pt idx="1641">
                  <c:v>44903.375</c:v>
                </c:pt>
                <c:pt idx="1642">
                  <c:v>44903.416666666657</c:v>
                </c:pt>
                <c:pt idx="1643">
                  <c:v>44903.458333333343</c:v>
                </c:pt>
                <c:pt idx="1644">
                  <c:v>44903.5</c:v>
                </c:pt>
                <c:pt idx="1645">
                  <c:v>44903.541666666657</c:v>
                </c:pt>
                <c:pt idx="1646">
                  <c:v>44903.583333333343</c:v>
                </c:pt>
                <c:pt idx="1647">
                  <c:v>44903.625</c:v>
                </c:pt>
                <c:pt idx="1648">
                  <c:v>44903.666666666657</c:v>
                </c:pt>
                <c:pt idx="1649">
                  <c:v>44903.708333333343</c:v>
                </c:pt>
                <c:pt idx="1650">
                  <c:v>44903.75</c:v>
                </c:pt>
                <c:pt idx="1651">
                  <c:v>44903.791666666657</c:v>
                </c:pt>
                <c:pt idx="1652">
                  <c:v>44903.833333333343</c:v>
                </c:pt>
                <c:pt idx="1653">
                  <c:v>44903.875</c:v>
                </c:pt>
                <c:pt idx="1654">
                  <c:v>44903.916666666657</c:v>
                </c:pt>
                <c:pt idx="1655">
                  <c:v>44903.958333333343</c:v>
                </c:pt>
                <c:pt idx="1656">
                  <c:v>44904</c:v>
                </c:pt>
                <c:pt idx="1657">
                  <c:v>44904.041666666657</c:v>
                </c:pt>
                <c:pt idx="1658">
                  <c:v>44904.083333333343</c:v>
                </c:pt>
                <c:pt idx="1659">
                  <c:v>44904.125</c:v>
                </c:pt>
                <c:pt idx="1660">
                  <c:v>44904.166666666657</c:v>
                </c:pt>
                <c:pt idx="1661">
                  <c:v>44904.208333333343</c:v>
                </c:pt>
                <c:pt idx="1662">
                  <c:v>44904.25</c:v>
                </c:pt>
                <c:pt idx="1663">
                  <c:v>44904.291666666657</c:v>
                </c:pt>
                <c:pt idx="1664">
                  <c:v>44904.333333333343</c:v>
                </c:pt>
                <c:pt idx="1665">
                  <c:v>44904.375</c:v>
                </c:pt>
                <c:pt idx="1666">
                  <c:v>44904.416666666657</c:v>
                </c:pt>
                <c:pt idx="1667">
                  <c:v>44904.458333333343</c:v>
                </c:pt>
                <c:pt idx="1668">
                  <c:v>44904.5</c:v>
                </c:pt>
                <c:pt idx="1669">
                  <c:v>44904.541666666657</c:v>
                </c:pt>
                <c:pt idx="1670">
                  <c:v>44904.583333333343</c:v>
                </c:pt>
                <c:pt idx="1671">
                  <c:v>44904.625</c:v>
                </c:pt>
                <c:pt idx="1672">
                  <c:v>44904.666666666657</c:v>
                </c:pt>
                <c:pt idx="1673">
                  <c:v>44904.708333333343</c:v>
                </c:pt>
                <c:pt idx="1674">
                  <c:v>44904.75</c:v>
                </c:pt>
                <c:pt idx="1675">
                  <c:v>44904.791666666657</c:v>
                </c:pt>
                <c:pt idx="1676">
                  <c:v>44904.833333333343</c:v>
                </c:pt>
                <c:pt idx="1677">
                  <c:v>44904.875</c:v>
                </c:pt>
                <c:pt idx="1678">
                  <c:v>44904.916666666657</c:v>
                </c:pt>
                <c:pt idx="1679">
                  <c:v>44904.958333333343</c:v>
                </c:pt>
                <c:pt idx="1680">
                  <c:v>44905</c:v>
                </c:pt>
                <c:pt idx="1681">
                  <c:v>44905.041666666657</c:v>
                </c:pt>
                <c:pt idx="1682">
                  <c:v>44905.083333333343</c:v>
                </c:pt>
                <c:pt idx="1683">
                  <c:v>44905.125</c:v>
                </c:pt>
                <c:pt idx="1684">
                  <c:v>44905.166666666657</c:v>
                </c:pt>
                <c:pt idx="1685">
                  <c:v>44905.208333333343</c:v>
                </c:pt>
                <c:pt idx="1686">
                  <c:v>44905.25</c:v>
                </c:pt>
                <c:pt idx="1687">
                  <c:v>44905.291666666657</c:v>
                </c:pt>
                <c:pt idx="1688">
                  <c:v>44905.333333333343</c:v>
                </c:pt>
                <c:pt idx="1689">
                  <c:v>44905.375</c:v>
                </c:pt>
                <c:pt idx="1690">
                  <c:v>44905.416666666657</c:v>
                </c:pt>
                <c:pt idx="1691">
                  <c:v>44905.458333333343</c:v>
                </c:pt>
                <c:pt idx="1692">
                  <c:v>44905.5</c:v>
                </c:pt>
                <c:pt idx="1693">
                  <c:v>44905.541666666657</c:v>
                </c:pt>
                <c:pt idx="1694">
                  <c:v>44905.583333333343</c:v>
                </c:pt>
                <c:pt idx="1695">
                  <c:v>44905.625</c:v>
                </c:pt>
                <c:pt idx="1696">
                  <c:v>44905.666666666657</c:v>
                </c:pt>
                <c:pt idx="1697">
                  <c:v>44905.708333333343</c:v>
                </c:pt>
                <c:pt idx="1698">
                  <c:v>44905.75</c:v>
                </c:pt>
                <c:pt idx="1699">
                  <c:v>44905.791666666657</c:v>
                </c:pt>
                <c:pt idx="1700">
                  <c:v>44905.833333333343</c:v>
                </c:pt>
                <c:pt idx="1701">
                  <c:v>44905.875</c:v>
                </c:pt>
                <c:pt idx="1702">
                  <c:v>44905.916666666657</c:v>
                </c:pt>
                <c:pt idx="1703">
                  <c:v>44905.958333333343</c:v>
                </c:pt>
                <c:pt idx="1704">
                  <c:v>44906</c:v>
                </c:pt>
                <c:pt idx="1705">
                  <c:v>44906.041666666657</c:v>
                </c:pt>
                <c:pt idx="1706">
                  <c:v>44906.083333333343</c:v>
                </c:pt>
                <c:pt idx="1707">
                  <c:v>44906.125</c:v>
                </c:pt>
                <c:pt idx="1708">
                  <c:v>44906.166666666657</c:v>
                </c:pt>
                <c:pt idx="1709">
                  <c:v>44906.208333333343</c:v>
                </c:pt>
                <c:pt idx="1710">
                  <c:v>44906.25</c:v>
                </c:pt>
                <c:pt idx="1711">
                  <c:v>44906.291666666657</c:v>
                </c:pt>
                <c:pt idx="1712">
                  <c:v>44906.333333333343</c:v>
                </c:pt>
                <c:pt idx="1713">
                  <c:v>44906.375</c:v>
                </c:pt>
                <c:pt idx="1714">
                  <c:v>44906.416666666657</c:v>
                </c:pt>
                <c:pt idx="1715">
                  <c:v>44906.458333333343</c:v>
                </c:pt>
                <c:pt idx="1716">
                  <c:v>44906.5</c:v>
                </c:pt>
                <c:pt idx="1717">
                  <c:v>44906.541666666657</c:v>
                </c:pt>
                <c:pt idx="1718">
                  <c:v>44906.583333333343</c:v>
                </c:pt>
                <c:pt idx="1719">
                  <c:v>44906.625</c:v>
                </c:pt>
                <c:pt idx="1720">
                  <c:v>44906.666666666657</c:v>
                </c:pt>
                <c:pt idx="1721">
                  <c:v>44906.708333333343</c:v>
                </c:pt>
                <c:pt idx="1722">
                  <c:v>44906.75</c:v>
                </c:pt>
                <c:pt idx="1723">
                  <c:v>44906.791666666657</c:v>
                </c:pt>
                <c:pt idx="1724">
                  <c:v>44906.833333333343</c:v>
                </c:pt>
                <c:pt idx="1725">
                  <c:v>44906.875</c:v>
                </c:pt>
                <c:pt idx="1726">
                  <c:v>44906.916666666657</c:v>
                </c:pt>
                <c:pt idx="1727">
                  <c:v>44906.958333333343</c:v>
                </c:pt>
                <c:pt idx="1728">
                  <c:v>44907</c:v>
                </c:pt>
                <c:pt idx="1729">
                  <c:v>44907.041666666657</c:v>
                </c:pt>
                <c:pt idx="1730">
                  <c:v>44907.083333333343</c:v>
                </c:pt>
                <c:pt idx="1731">
                  <c:v>44907.125</c:v>
                </c:pt>
                <c:pt idx="1732">
                  <c:v>44907.166666666657</c:v>
                </c:pt>
                <c:pt idx="1733">
                  <c:v>44907.208333333343</c:v>
                </c:pt>
                <c:pt idx="1734">
                  <c:v>44907.25</c:v>
                </c:pt>
                <c:pt idx="1735">
                  <c:v>44907.291666666657</c:v>
                </c:pt>
                <c:pt idx="1736">
                  <c:v>44907.333333333343</c:v>
                </c:pt>
                <c:pt idx="1737">
                  <c:v>44907.375</c:v>
                </c:pt>
                <c:pt idx="1738">
                  <c:v>44907.416666666657</c:v>
                </c:pt>
                <c:pt idx="1739">
                  <c:v>44907.458333333343</c:v>
                </c:pt>
                <c:pt idx="1740">
                  <c:v>44907.5</c:v>
                </c:pt>
                <c:pt idx="1741">
                  <c:v>44907.541666666657</c:v>
                </c:pt>
                <c:pt idx="1742">
                  <c:v>44907.583333333343</c:v>
                </c:pt>
                <c:pt idx="1743">
                  <c:v>44907.625</c:v>
                </c:pt>
                <c:pt idx="1744">
                  <c:v>44907.666666666657</c:v>
                </c:pt>
                <c:pt idx="1745">
                  <c:v>44907.708333333343</c:v>
                </c:pt>
                <c:pt idx="1746">
                  <c:v>44907.75</c:v>
                </c:pt>
                <c:pt idx="1747">
                  <c:v>44907.791666666657</c:v>
                </c:pt>
                <c:pt idx="1748">
                  <c:v>44907.833333333343</c:v>
                </c:pt>
                <c:pt idx="1749">
                  <c:v>44907.875</c:v>
                </c:pt>
                <c:pt idx="1750">
                  <c:v>44907.916666666657</c:v>
                </c:pt>
                <c:pt idx="1751">
                  <c:v>44907.958333333343</c:v>
                </c:pt>
                <c:pt idx="1752">
                  <c:v>44908</c:v>
                </c:pt>
                <c:pt idx="1753">
                  <c:v>44908.041666666657</c:v>
                </c:pt>
                <c:pt idx="1754">
                  <c:v>44908.083333333343</c:v>
                </c:pt>
                <c:pt idx="1755">
                  <c:v>44908.125</c:v>
                </c:pt>
                <c:pt idx="1756">
                  <c:v>44908.166666666657</c:v>
                </c:pt>
                <c:pt idx="1757">
                  <c:v>44908.208333333343</c:v>
                </c:pt>
                <c:pt idx="1758">
                  <c:v>44908.25</c:v>
                </c:pt>
                <c:pt idx="1759">
                  <c:v>44908.291666666657</c:v>
                </c:pt>
                <c:pt idx="1760">
                  <c:v>44908.333333333343</c:v>
                </c:pt>
                <c:pt idx="1761">
                  <c:v>44908.375</c:v>
                </c:pt>
                <c:pt idx="1762">
                  <c:v>44908.416666666657</c:v>
                </c:pt>
                <c:pt idx="1763">
                  <c:v>44908.458333333343</c:v>
                </c:pt>
                <c:pt idx="1764">
                  <c:v>44908.5</c:v>
                </c:pt>
                <c:pt idx="1765">
                  <c:v>44908.541666666657</c:v>
                </c:pt>
                <c:pt idx="1766">
                  <c:v>44908.583333333343</c:v>
                </c:pt>
                <c:pt idx="1767">
                  <c:v>44908.625</c:v>
                </c:pt>
                <c:pt idx="1768">
                  <c:v>44908.666666666657</c:v>
                </c:pt>
                <c:pt idx="1769">
                  <c:v>44908.708333333343</c:v>
                </c:pt>
                <c:pt idx="1770">
                  <c:v>44908.75</c:v>
                </c:pt>
                <c:pt idx="1771">
                  <c:v>44908.791666666657</c:v>
                </c:pt>
                <c:pt idx="1772">
                  <c:v>44908.833333333343</c:v>
                </c:pt>
                <c:pt idx="1773">
                  <c:v>44908.875</c:v>
                </c:pt>
                <c:pt idx="1774">
                  <c:v>44908.916666666657</c:v>
                </c:pt>
                <c:pt idx="1775">
                  <c:v>44908.958333333343</c:v>
                </c:pt>
                <c:pt idx="1776">
                  <c:v>44909</c:v>
                </c:pt>
                <c:pt idx="1777">
                  <c:v>44909.041666666657</c:v>
                </c:pt>
                <c:pt idx="1778">
                  <c:v>44909.083333333343</c:v>
                </c:pt>
                <c:pt idx="1779">
                  <c:v>44909.125</c:v>
                </c:pt>
                <c:pt idx="1780">
                  <c:v>44909.166666666657</c:v>
                </c:pt>
                <c:pt idx="1781">
                  <c:v>44909.208333333343</c:v>
                </c:pt>
                <c:pt idx="1782">
                  <c:v>44909.25</c:v>
                </c:pt>
                <c:pt idx="1783">
                  <c:v>44909.291666666657</c:v>
                </c:pt>
                <c:pt idx="1784">
                  <c:v>44909.333333333343</c:v>
                </c:pt>
                <c:pt idx="1785">
                  <c:v>44909.375</c:v>
                </c:pt>
                <c:pt idx="1786">
                  <c:v>44909.416666666657</c:v>
                </c:pt>
                <c:pt idx="1787">
                  <c:v>44909.458333333343</c:v>
                </c:pt>
                <c:pt idx="1788">
                  <c:v>44909.5</c:v>
                </c:pt>
                <c:pt idx="1789">
                  <c:v>44909.541666666657</c:v>
                </c:pt>
                <c:pt idx="1790">
                  <c:v>44909.583333333343</c:v>
                </c:pt>
                <c:pt idx="1791">
                  <c:v>44909.625</c:v>
                </c:pt>
                <c:pt idx="1792">
                  <c:v>44909.666666666657</c:v>
                </c:pt>
                <c:pt idx="1793">
                  <c:v>44909.708333333343</c:v>
                </c:pt>
                <c:pt idx="1794">
                  <c:v>44909.75</c:v>
                </c:pt>
                <c:pt idx="1795">
                  <c:v>44909.791666666657</c:v>
                </c:pt>
                <c:pt idx="1796">
                  <c:v>44909.833333333343</c:v>
                </c:pt>
                <c:pt idx="1797">
                  <c:v>44909.875</c:v>
                </c:pt>
                <c:pt idx="1798">
                  <c:v>44909.916666666657</c:v>
                </c:pt>
                <c:pt idx="1799">
                  <c:v>44909.958333333343</c:v>
                </c:pt>
                <c:pt idx="1800">
                  <c:v>44910</c:v>
                </c:pt>
                <c:pt idx="1801">
                  <c:v>44910.041666666657</c:v>
                </c:pt>
                <c:pt idx="1802">
                  <c:v>44910.083333333343</c:v>
                </c:pt>
                <c:pt idx="1803">
                  <c:v>44910.125</c:v>
                </c:pt>
                <c:pt idx="1804">
                  <c:v>44910.166666666657</c:v>
                </c:pt>
                <c:pt idx="1805">
                  <c:v>44910.208333333343</c:v>
                </c:pt>
                <c:pt idx="1806">
                  <c:v>44910.25</c:v>
                </c:pt>
                <c:pt idx="1807">
                  <c:v>44910.291666666657</c:v>
                </c:pt>
                <c:pt idx="1808">
                  <c:v>44910.333333333343</c:v>
                </c:pt>
                <c:pt idx="1809">
                  <c:v>44910.375</c:v>
                </c:pt>
                <c:pt idx="1810">
                  <c:v>44910.416666666657</c:v>
                </c:pt>
                <c:pt idx="1811">
                  <c:v>44910.458333333343</c:v>
                </c:pt>
                <c:pt idx="1812">
                  <c:v>44910.5</c:v>
                </c:pt>
                <c:pt idx="1813">
                  <c:v>44910.541666666657</c:v>
                </c:pt>
                <c:pt idx="1814">
                  <c:v>44910.583333333343</c:v>
                </c:pt>
                <c:pt idx="1815">
                  <c:v>44910.625</c:v>
                </c:pt>
                <c:pt idx="1816">
                  <c:v>44910.666666666657</c:v>
                </c:pt>
                <c:pt idx="1817">
                  <c:v>44910.708333333343</c:v>
                </c:pt>
                <c:pt idx="1818">
                  <c:v>44910.75</c:v>
                </c:pt>
                <c:pt idx="1819">
                  <c:v>44910.791666666657</c:v>
                </c:pt>
                <c:pt idx="1820">
                  <c:v>44910.833333333343</c:v>
                </c:pt>
                <c:pt idx="1821">
                  <c:v>44910.875</c:v>
                </c:pt>
                <c:pt idx="1822">
                  <c:v>44910.916666666657</c:v>
                </c:pt>
                <c:pt idx="1823">
                  <c:v>44910.958333333343</c:v>
                </c:pt>
                <c:pt idx="1824">
                  <c:v>44911</c:v>
                </c:pt>
                <c:pt idx="1825">
                  <c:v>44911.041666666657</c:v>
                </c:pt>
                <c:pt idx="1826">
                  <c:v>44911.083333333343</c:v>
                </c:pt>
                <c:pt idx="1827">
                  <c:v>44911.125</c:v>
                </c:pt>
                <c:pt idx="1828">
                  <c:v>44911.166666666657</c:v>
                </c:pt>
                <c:pt idx="1829">
                  <c:v>44911.208333333343</c:v>
                </c:pt>
                <c:pt idx="1830">
                  <c:v>44911.25</c:v>
                </c:pt>
                <c:pt idx="1831">
                  <c:v>44911.291666666657</c:v>
                </c:pt>
                <c:pt idx="1832">
                  <c:v>44911.333333333343</c:v>
                </c:pt>
                <c:pt idx="1833">
                  <c:v>44911.375</c:v>
                </c:pt>
                <c:pt idx="1834">
                  <c:v>44911.416666666657</c:v>
                </c:pt>
                <c:pt idx="1835">
                  <c:v>44911.458333333343</c:v>
                </c:pt>
                <c:pt idx="1836">
                  <c:v>44911.5</c:v>
                </c:pt>
                <c:pt idx="1837">
                  <c:v>44911.541666666657</c:v>
                </c:pt>
                <c:pt idx="1838">
                  <c:v>44911.583333333343</c:v>
                </c:pt>
                <c:pt idx="1839">
                  <c:v>44911.625</c:v>
                </c:pt>
                <c:pt idx="1840">
                  <c:v>44911.666666666657</c:v>
                </c:pt>
                <c:pt idx="1841">
                  <c:v>44911.708333333343</c:v>
                </c:pt>
                <c:pt idx="1842">
                  <c:v>44911.75</c:v>
                </c:pt>
                <c:pt idx="1843">
                  <c:v>44911.791666666657</c:v>
                </c:pt>
                <c:pt idx="1844">
                  <c:v>44911.833333333343</c:v>
                </c:pt>
                <c:pt idx="1845">
                  <c:v>44911.875</c:v>
                </c:pt>
                <c:pt idx="1846">
                  <c:v>44911.916666666657</c:v>
                </c:pt>
                <c:pt idx="1847">
                  <c:v>44911.958333333343</c:v>
                </c:pt>
                <c:pt idx="1848">
                  <c:v>44912</c:v>
                </c:pt>
                <c:pt idx="1849">
                  <c:v>44912.041666666657</c:v>
                </c:pt>
                <c:pt idx="1850">
                  <c:v>44912.083333333343</c:v>
                </c:pt>
                <c:pt idx="1851">
                  <c:v>44912.125</c:v>
                </c:pt>
                <c:pt idx="1852">
                  <c:v>44912.166666666657</c:v>
                </c:pt>
                <c:pt idx="1853">
                  <c:v>44912.208333333343</c:v>
                </c:pt>
                <c:pt idx="1854">
                  <c:v>44912.25</c:v>
                </c:pt>
                <c:pt idx="1855">
                  <c:v>44912.291666666657</c:v>
                </c:pt>
                <c:pt idx="1856">
                  <c:v>44912.333333333343</c:v>
                </c:pt>
                <c:pt idx="1857">
                  <c:v>44912.375</c:v>
                </c:pt>
                <c:pt idx="1858">
                  <c:v>44912.416666666657</c:v>
                </c:pt>
                <c:pt idx="1859">
                  <c:v>44912.458333333343</c:v>
                </c:pt>
                <c:pt idx="1860">
                  <c:v>44912.5</c:v>
                </c:pt>
                <c:pt idx="1861">
                  <c:v>44912.541666666657</c:v>
                </c:pt>
                <c:pt idx="1862">
                  <c:v>44912.583333333343</c:v>
                </c:pt>
                <c:pt idx="1863">
                  <c:v>44912.625</c:v>
                </c:pt>
                <c:pt idx="1864">
                  <c:v>44912.666666666657</c:v>
                </c:pt>
                <c:pt idx="1865">
                  <c:v>44912.708333333343</c:v>
                </c:pt>
                <c:pt idx="1866">
                  <c:v>44912.75</c:v>
                </c:pt>
                <c:pt idx="1867">
                  <c:v>44912.791666666657</c:v>
                </c:pt>
                <c:pt idx="1868">
                  <c:v>44912.833333333343</c:v>
                </c:pt>
                <c:pt idx="1869">
                  <c:v>44912.875</c:v>
                </c:pt>
                <c:pt idx="1870">
                  <c:v>44912.916666666657</c:v>
                </c:pt>
                <c:pt idx="1871">
                  <c:v>44912.958333333343</c:v>
                </c:pt>
                <c:pt idx="1872">
                  <c:v>44913</c:v>
                </c:pt>
                <c:pt idx="1873">
                  <c:v>44913.041666666657</c:v>
                </c:pt>
                <c:pt idx="1874">
                  <c:v>44913.083333333343</c:v>
                </c:pt>
                <c:pt idx="1875">
                  <c:v>44913.125</c:v>
                </c:pt>
                <c:pt idx="1876">
                  <c:v>44913.166666666657</c:v>
                </c:pt>
                <c:pt idx="1877">
                  <c:v>44913.208333333343</c:v>
                </c:pt>
                <c:pt idx="1878">
                  <c:v>44913.25</c:v>
                </c:pt>
                <c:pt idx="1879">
                  <c:v>44913.291666666657</c:v>
                </c:pt>
                <c:pt idx="1880">
                  <c:v>44913.333333333343</c:v>
                </c:pt>
                <c:pt idx="1881">
                  <c:v>44913.375</c:v>
                </c:pt>
                <c:pt idx="1882">
                  <c:v>44913.416666666657</c:v>
                </c:pt>
                <c:pt idx="1883">
                  <c:v>44913.458333333343</c:v>
                </c:pt>
                <c:pt idx="1884">
                  <c:v>44913.5</c:v>
                </c:pt>
                <c:pt idx="1885">
                  <c:v>44913.541666666657</c:v>
                </c:pt>
                <c:pt idx="1886">
                  <c:v>44913.583333333343</c:v>
                </c:pt>
                <c:pt idx="1887">
                  <c:v>44913.625</c:v>
                </c:pt>
                <c:pt idx="1888">
                  <c:v>44913.666666666657</c:v>
                </c:pt>
                <c:pt idx="1889">
                  <c:v>44913.708333333343</c:v>
                </c:pt>
                <c:pt idx="1890">
                  <c:v>44913.75</c:v>
                </c:pt>
                <c:pt idx="1891">
                  <c:v>44913.791666666657</c:v>
                </c:pt>
                <c:pt idx="1892">
                  <c:v>44913.833333333343</c:v>
                </c:pt>
                <c:pt idx="1893">
                  <c:v>44913.875</c:v>
                </c:pt>
                <c:pt idx="1894">
                  <c:v>44913.916666666657</c:v>
                </c:pt>
                <c:pt idx="1895">
                  <c:v>44913.958333333343</c:v>
                </c:pt>
                <c:pt idx="1896">
                  <c:v>44914</c:v>
                </c:pt>
                <c:pt idx="1897">
                  <c:v>44914.041666666657</c:v>
                </c:pt>
                <c:pt idx="1898">
                  <c:v>44914.083333333343</c:v>
                </c:pt>
                <c:pt idx="1899">
                  <c:v>44914.125</c:v>
                </c:pt>
                <c:pt idx="1900">
                  <c:v>44914.166666666657</c:v>
                </c:pt>
                <c:pt idx="1901">
                  <c:v>44914.208333333343</c:v>
                </c:pt>
                <c:pt idx="1902">
                  <c:v>44914.25</c:v>
                </c:pt>
                <c:pt idx="1903">
                  <c:v>44914.291666666657</c:v>
                </c:pt>
                <c:pt idx="1904">
                  <c:v>44914.333333333343</c:v>
                </c:pt>
                <c:pt idx="1905">
                  <c:v>44914.375</c:v>
                </c:pt>
                <c:pt idx="1906">
                  <c:v>44914.416666666657</c:v>
                </c:pt>
                <c:pt idx="1907">
                  <c:v>44914.458333333343</c:v>
                </c:pt>
                <c:pt idx="1908">
                  <c:v>44914.5</c:v>
                </c:pt>
                <c:pt idx="1909">
                  <c:v>44914.541666666657</c:v>
                </c:pt>
                <c:pt idx="1910">
                  <c:v>44914.583333333343</c:v>
                </c:pt>
                <c:pt idx="1911">
                  <c:v>44914.625</c:v>
                </c:pt>
                <c:pt idx="1912">
                  <c:v>44914.666666666657</c:v>
                </c:pt>
                <c:pt idx="1913">
                  <c:v>44914.708333333343</c:v>
                </c:pt>
                <c:pt idx="1914">
                  <c:v>44914.75</c:v>
                </c:pt>
                <c:pt idx="1915">
                  <c:v>44914.791666666657</c:v>
                </c:pt>
                <c:pt idx="1916">
                  <c:v>44914.833333333343</c:v>
                </c:pt>
                <c:pt idx="1917">
                  <c:v>44914.875</c:v>
                </c:pt>
                <c:pt idx="1918">
                  <c:v>44914.916666666657</c:v>
                </c:pt>
                <c:pt idx="1919">
                  <c:v>44914.958333333343</c:v>
                </c:pt>
                <c:pt idx="1920">
                  <c:v>44915</c:v>
                </c:pt>
                <c:pt idx="1921">
                  <c:v>44915.041666666657</c:v>
                </c:pt>
                <c:pt idx="1922">
                  <c:v>44915.083333333343</c:v>
                </c:pt>
                <c:pt idx="1923">
                  <c:v>44915.125</c:v>
                </c:pt>
                <c:pt idx="1924">
                  <c:v>44915.166666666657</c:v>
                </c:pt>
                <c:pt idx="1925">
                  <c:v>44915.208333333343</c:v>
                </c:pt>
                <c:pt idx="1926">
                  <c:v>44915.25</c:v>
                </c:pt>
                <c:pt idx="1927">
                  <c:v>44915.291666666657</c:v>
                </c:pt>
                <c:pt idx="1928">
                  <c:v>44915.333333333343</c:v>
                </c:pt>
                <c:pt idx="1929">
                  <c:v>44915.375</c:v>
                </c:pt>
                <c:pt idx="1930">
                  <c:v>44915.416666666657</c:v>
                </c:pt>
                <c:pt idx="1931">
                  <c:v>44915.458333333343</c:v>
                </c:pt>
                <c:pt idx="1932">
                  <c:v>44915.5</c:v>
                </c:pt>
                <c:pt idx="1933">
                  <c:v>44915.541666666657</c:v>
                </c:pt>
                <c:pt idx="1934">
                  <c:v>44915.583333333343</c:v>
                </c:pt>
                <c:pt idx="1935">
                  <c:v>44915.625</c:v>
                </c:pt>
                <c:pt idx="1936">
                  <c:v>44915.666666666657</c:v>
                </c:pt>
                <c:pt idx="1937">
                  <c:v>44915.708333333343</c:v>
                </c:pt>
                <c:pt idx="1938">
                  <c:v>44915.75</c:v>
                </c:pt>
                <c:pt idx="1939">
                  <c:v>44915.791666666657</c:v>
                </c:pt>
                <c:pt idx="1940">
                  <c:v>44915.833333333343</c:v>
                </c:pt>
                <c:pt idx="1941">
                  <c:v>44915.875</c:v>
                </c:pt>
                <c:pt idx="1942">
                  <c:v>44915.916666666657</c:v>
                </c:pt>
                <c:pt idx="1943">
                  <c:v>44915.958333333343</c:v>
                </c:pt>
                <c:pt idx="1944">
                  <c:v>44916</c:v>
                </c:pt>
                <c:pt idx="1945">
                  <c:v>44916.041666666657</c:v>
                </c:pt>
                <c:pt idx="1946">
                  <c:v>44916.083333333343</c:v>
                </c:pt>
                <c:pt idx="1947">
                  <c:v>44916.125</c:v>
                </c:pt>
                <c:pt idx="1948">
                  <c:v>44916.166666666657</c:v>
                </c:pt>
                <c:pt idx="1949">
                  <c:v>44916.208333333343</c:v>
                </c:pt>
                <c:pt idx="1950">
                  <c:v>44916.25</c:v>
                </c:pt>
                <c:pt idx="1951">
                  <c:v>44916.291666666657</c:v>
                </c:pt>
                <c:pt idx="1952">
                  <c:v>44916.333333333343</c:v>
                </c:pt>
                <c:pt idx="1953">
                  <c:v>44916.375</c:v>
                </c:pt>
                <c:pt idx="1954">
                  <c:v>44916.416666666657</c:v>
                </c:pt>
                <c:pt idx="1955">
                  <c:v>44916.458333333343</c:v>
                </c:pt>
                <c:pt idx="1956">
                  <c:v>44916.5</c:v>
                </c:pt>
                <c:pt idx="1957">
                  <c:v>44916.541666666657</c:v>
                </c:pt>
                <c:pt idx="1958">
                  <c:v>44916.583333333343</c:v>
                </c:pt>
                <c:pt idx="1959">
                  <c:v>44916.625</c:v>
                </c:pt>
                <c:pt idx="1960">
                  <c:v>44916.666666666657</c:v>
                </c:pt>
                <c:pt idx="1961">
                  <c:v>44916.708333333343</c:v>
                </c:pt>
                <c:pt idx="1962">
                  <c:v>44916.75</c:v>
                </c:pt>
                <c:pt idx="1963">
                  <c:v>44916.791666666657</c:v>
                </c:pt>
                <c:pt idx="1964">
                  <c:v>44916.833333333343</c:v>
                </c:pt>
                <c:pt idx="1965">
                  <c:v>44916.875</c:v>
                </c:pt>
                <c:pt idx="1966">
                  <c:v>44916.916666666657</c:v>
                </c:pt>
                <c:pt idx="1967">
                  <c:v>44916.958333333343</c:v>
                </c:pt>
                <c:pt idx="1968">
                  <c:v>44917</c:v>
                </c:pt>
                <c:pt idx="1969">
                  <c:v>44917.041666666657</c:v>
                </c:pt>
                <c:pt idx="1970">
                  <c:v>44917.083333333343</c:v>
                </c:pt>
                <c:pt idx="1971">
                  <c:v>44917.125</c:v>
                </c:pt>
                <c:pt idx="1972">
                  <c:v>44917.166666666657</c:v>
                </c:pt>
                <c:pt idx="1973">
                  <c:v>44917.208333333343</c:v>
                </c:pt>
                <c:pt idx="1974">
                  <c:v>44917.25</c:v>
                </c:pt>
                <c:pt idx="1975">
                  <c:v>44917.291666666657</c:v>
                </c:pt>
                <c:pt idx="1976">
                  <c:v>44917.333333333343</c:v>
                </c:pt>
                <c:pt idx="1977">
                  <c:v>44917.375</c:v>
                </c:pt>
                <c:pt idx="1978">
                  <c:v>44917.416666666657</c:v>
                </c:pt>
                <c:pt idx="1979">
                  <c:v>44917.458333333343</c:v>
                </c:pt>
                <c:pt idx="1980">
                  <c:v>44917.5</c:v>
                </c:pt>
                <c:pt idx="1981">
                  <c:v>44917.541666666657</c:v>
                </c:pt>
                <c:pt idx="1982">
                  <c:v>44917.583333333343</c:v>
                </c:pt>
                <c:pt idx="1983">
                  <c:v>44917.625</c:v>
                </c:pt>
                <c:pt idx="1984">
                  <c:v>44917.666666666657</c:v>
                </c:pt>
                <c:pt idx="1985">
                  <c:v>44917.708333333343</c:v>
                </c:pt>
                <c:pt idx="1986">
                  <c:v>44917.75</c:v>
                </c:pt>
                <c:pt idx="1987">
                  <c:v>44917.791666666657</c:v>
                </c:pt>
                <c:pt idx="1988">
                  <c:v>44917.833333333343</c:v>
                </c:pt>
                <c:pt idx="1989">
                  <c:v>44917.875</c:v>
                </c:pt>
                <c:pt idx="1990">
                  <c:v>44917.916666666657</c:v>
                </c:pt>
                <c:pt idx="1991">
                  <c:v>44917.958333333343</c:v>
                </c:pt>
                <c:pt idx="1992">
                  <c:v>44918</c:v>
                </c:pt>
                <c:pt idx="1993">
                  <c:v>44918.041666666657</c:v>
                </c:pt>
                <c:pt idx="1994">
                  <c:v>44918.083333333343</c:v>
                </c:pt>
                <c:pt idx="1995">
                  <c:v>44918.125</c:v>
                </c:pt>
                <c:pt idx="1996">
                  <c:v>44918.166666666657</c:v>
                </c:pt>
                <c:pt idx="1997">
                  <c:v>44918.208333333343</c:v>
                </c:pt>
                <c:pt idx="1998">
                  <c:v>44918.25</c:v>
                </c:pt>
                <c:pt idx="1999">
                  <c:v>44918.291666666657</c:v>
                </c:pt>
                <c:pt idx="2000">
                  <c:v>44918.333333333343</c:v>
                </c:pt>
                <c:pt idx="2001">
                  <c:v>44918.375</c:v>
                </c:pt>
                <c:pt idx="2002">
                  <c:v>44918.416666666657</c:v>
                </c:pt>
                <c:pt idx="2003">
                  <c:v>44918.458333333343</c:v>
                </c:pt>
                <c:pt idx="2004">
                  <c:v>44918.5</c:v>
                </c:pt>
                <c:pt idx="2005">
                  <c:v>44918.541666666657</c:v>
                </c:pt>
                <c:pt idx="2006">
                  <c:v>44918.583333333343</c:v>
                </c:pt>
                <c:pt idx="2007">
                  <c:v>44918.625</c:v>
                </c:pt>
                <c:pt idx="2008">
                  <c:v>44918.666666666657</c:v>
                </c:pt>
                <c:pt idx="2009">
                  <c:v>44918.708333333343</c:v>
                </c:pt>
                <c:pt idx="2010">
                  <c:v>44918.75</c:v>
                </c:pt>
                <c:pt idx="2011">
                  <c:v>44918.791666666657</c:v>
                </c:pt>
                <c:pt idx="2012">
                  <c:v>44918.833333333343</c:v>
                </c:pt>
                <c:pt idx="2013">
                  <c:v>44918.875</c:v>
                </c:pt>
                <c:pt idx="2014">
                  <c:v>44918.916666666657</c:v>
                </c:pt>
                <c:pt idx="2015">
                  <c:v>44918.958333333343</c:v>
                </c:pt>
                <c:pt idx="2016">
                  <c:v>44919</c:v>
                </c:pt>
                <c:pt idx="2017">
                  <c:v>44919.041666666657</c:v>
                </c:pt>
                <c:pt idx="2018">
                  <c:v>44919.083333333343</c:v>
                </c:pt>
                <c:pt idx="2019">
                  <c:v>44919.125</c:v>
                </c:pt>
                <c:pt idx="2020">
                  <c:v>44919.166666666657</c:v>
                </c:pt>
                <c:pt idx="2021">
                  <c:v>44919.208333333343</c:v>
                </c:pt>
                <c:pt idx="2022">
                  <c:v>44919.25</c:v>
                </c:pt>
                <c:pt idx="2023">
                  <c:v>44919.291666666657</c:v>
                </c:pt>
                <c:pt idx="2024">
                  <c:v>44919.333333333343</c:v>
                </c:pt>
                <c:pt idx="2025">
                  <c:v>44919.375</c:v>
                </c:pt>
                <c:pt idx="2026">
                  <c:v>44919.416666666657</c:v>
                </c:pt>
                <c:pt idx="2027">
                  <c:v>44919.458333333343</c:v>
                </c:pt>
                <c:pt idx="2028">
                  <c:v>44919.5</c:v>
                </c:pt>
                <c:pt idx="2029">
                  <c:v>44919.541666666657</c:v>
                </c:pt>
                <c:pt idx="2030">
                  <c:v>44919.583333333343</c:v>
                </c:pt>
                <c:pt idx="2031">
                  <c:v>44919.625</c:v>
                </c:pt>
                <c:pt idx="2032">
                  <c:v>44919.666666666657</c:v>
                </c:pt>
                <c:pt idx="2033">
                  <c:v>44919.708333333343</c:v>
                </c:pt>
                <c:pt idx="2034">
                  <c:v>44919.75</c:v>
                </c:pt>
                <c:pt idx="2035">
                  <c:v>44919.791666666657</c:v>
                </c:pt>
                <c:pt idx="2036">
                  <c:v>44919.833333333343</c:v>
                </c:pt>
                <c:pt idx="2037">
                  <c:v>44919.875</c:v>
                </c:pt>
                <c:pt idx="2038">
                  <c:v>44919.916666666657</c:v>
                </c:pt>
                <c:pt idx="2039">
                  <c:v>44919.958333333343</c:v>
                </c:pt>
                <c:pt idx="2040">
                  <c:v>44920</c:v>
                </c:pt>
                <c:pt idx="2041">
                  <c:v>44920.041666666657</c:v>
                </c:pt>
                <c:pt idx="2042">
                  <c:v>44920.083333333343</c:v>
                </c:pt>
                <c:pt idx="2043">
                  <c:v>44920.125</c:v>
                </c:pt>
                <c:pt idx="2044">
                  <c:v>44920.166666666657</c:v>
                </c:pt>
                <c:pt idx="2045">
                  <c:v>44920.208333333343</c:v>
                </c:pt>
                <c:pt idx="2046">
                  <c:v>44920.25</c:v>
                </c:pt>
                <c:pt idx="2047">
                  <c:v>44920.291666666657</c:v>
                </c:pt>
                <c:pt idx="2048">
                  <c:v>44920.333333333343</c:v>
                </c:pt>
                <c:pt idx="2049">
                  <c:v>44920.375</c:v>
                </c:pt>
                <c:pt idx="2050">
                  <c:v>44920.416666666657</c:v>
                </c:pt>
                <c:pt idx="2051">
                  <c:v>44920.458333333343</c:v>
                </c:pt>
                <c:pt idx="2052">
                  <c:v>44920.5</c:v>
                </c:pt>
                <c:pt idx="2053">
                  <c:v>44920.541666666657</c:v>
                </c:pt>
                <c:pt idx="2054">
                  <c:v>44920.583333333343</c:v>
                </c:pt>
                <c:pt idx="2055">
                  <c:v>44920.625</c:v>
                </c:pt>
                <c:pt idx="2056">
                  <c:v>44920.666666666657</c:v>
                </c:pt>
                <c:pt idx="2057">
                  <c:v>44920.708333333343</c:v>
                </c:pt>
                <c:pt idx="2058">
                  <c:v>44920.75</c:v>
                </c:pt>
                <c:pt idx="2059">
                  <c:v>44920.791666666657</c:v>
                </c:pt>
                <c:pt idx="2060">
                  <c:v>44920.833333333343</c:v>
                </c:pt>
                <c:pt idx="2061">
                  <c:v>44920.875</c:v>
                </c:pt>
                <c:pt idx="2062">
                  <c:v>44920.916666666657</c:v>
                </c:pt>
                <c:pt idx="2063">
                  <c:v>44920.958333333343</c:v>
                </c:pt>
                <c:pt idx="2064">
                  <c:v>44921</c:v>
                </c:pt>
                <c:pt idx="2065">
                  <c:v>44921.041666666657</c:v>
                </c:pt>
                <c:pt idx="2066">
                  <c:v>44921.083333333343</c:v>
                </c:pt>
                <c:pt idx="2067">
                  <c:v>44921.125</c:v>
                </c:pt>
                <c:pt idx="2068">
                  <c:v>44921.166666666657</c:v>
                </c:pt>
                <c:pt idx="2069">
                  <c:v>44921.208333333343</c:v>
                </c:pt>
                <c:pt idx="2070">
                  <c:v>44921.25</c:v>
                </c:pt>
                <c:pt idx="2071">
                  <c:v>44921.291666666657</c:v>
                </c:pt>
                <c:pt idx="2072">
                  <c:v>44921.333333333343</c:v>
                </c:pt>
                <c:pt idx="2073">
                  <c:v>44921.375</c:v>
                </c:pt>
                <c:pt idx="2074">
                  <c:v>44921.416666666657</c:v>
                </c:pt>
                <c:pt idx="2075">
                  <c:v>44921.458333333343</c:v>
                </c:pt>
                <c:pt idx="2076">
                  <c:v>44921.5</c:v>
                </c:pt>
                <c:pt idx="2077">
                  <c:v>44921.541666666657</c:v>
                </c:pt>
                <c:pt idx="2078">
                  <c:v>44921.583333333343</c:v>
                </c:pt>
                <c:pt idx="2079">
                  <c:v>44921.625</c:v>
                </c:pt>
                <c:pt idx="2080">
                  <c:v>44921.666666666657</c:v>
                </c:pt>
                <c:pt idx="2081">
                  <c:v>44921.708333333343</c:v>
                </c:pt>
                <c:pt idx="2082">
                  <c:v>44921.75</c:v>
                </c:pt>
                <c:pt idx="2083">
                  <c:v>44921.791666666657</c:v>
                </c:pt>
                <c:pt idx="2084">
                  <c:v>44921.833333333343</c:v>
                </c:pt>
                <c:pt idx="2085">
                  <c:v>44921.875</c:v>
                </c:pt>
                <c:pt idx="2086">
                  <c:v>44921.916666666657</c:v>
                </c:pt>
                <c:pt idx="2087">
                  <c:v>44921.958333333343</c:v>
                </c:pt>
                <c:pt idx="2088">
                  <c:v>44922</c:v>
                </c:pt>
                <c:pt idx="2089">
                  <c:v>44922.041666666657</c:v>
                </c:pt>
                <c:pt idx="2090">
                  <c:v>44922.083333333343</c:v>
                </c:pt>
                <c:pt idx="2091">
                  <c:v>44922.125</c:v>
                </c:pt>
                <c:pt idx="2092">
                  <c:v>44922.166666666657</c:v>
                </c:pt>
                <c:pt idx="2093">
                  <c:v>44922.208333333343</c:v>
                </c:pt>
                <c:pt idx="2094">
                  <c:v>44922.25</c:v>
                </c:pt>
                <c:pt idx="2095">
                  <c:v>44922.291666666657</c:v>
                </c:pt>
                <c:pt idx="2096">
                  <c:v>44922.333333333343</c:v>
                </c:pt>
                <c:pt idx="2097">
                  <c:v>44922.375</c:v>
                </c:pt>
                <c:pt idx="2098">
                  <c:v>44922.416666666657</c:v>
                </c:pt>
                <c:pt idx="2099">
                  <c:v>44922.458333333343</c:v>
                </c:pt>
                <c:pt idx="2100">
                  <c:v>44922.5</c:v>
                </c:pt>
                <c:pt idx="2101">
                  <c:v>44922.541666666657</c:v>
                </c:pt>
                <c:pt idx="2102">
                  <c:v>44922.583333333343</c:v>
                </c:pt>
                <c:pt idx="2103">
                  <c:v>44922.625</c:v>
                </c:pt>
                <c:pt idx="2104">
                  <c:v>44922.666666666657</c:v>
                </c:pt>
                <c:pt idx="2105">
                  <c:v>44922.708333333343</c:v>
                </c:pt>
                <c:pt idx="2106">
                  <c:v>44922.75</c:v>
                </c:pt>
                <c:pt idx="2107">
                  <c:v>44922.791666666657</c:v>
                </c:pt>
                <c:pt idx="2108">
                  <c:v>44922.833333333343</c:v>
                </c:pt>
                <c:pt idx="2109">
                  <c:v>44922.875</c:v>
                </c:pt>
                <c:pt idx="2110">
                  <c:v>44922.916666666657</c:v>
                </c:pt>
                <c:pt idx="2111">
                  <c:v>44922.958333333343</c:v>
                </c:pt>
                <c:pt idx="2112">
                  <c:v>44923</c:v>
                </c:pt>
                <c:pt idx="2113">
                  <c:v>44923.041666666657</c:v>
                </c:pt>
                <c:pt idx="2114">
                  <c:v>44923.083333333343</c:v>
                </c:pt>
                <c:pt idx="2115">
                  <c:v>44923.125</c:v>
                </c:pt>
                <c:pt idx="2116">
                  <c:v>44923.166666666657</c:v>
                </c:pt>
                <c:pt idx="2117">
                  <c:v>44923.208333333343</c:v>
                </c:pt>
                <c:pt idx="2118">
                  <c:v>44923.25</c:v>
                </c:pt>
                <c:pt idx="2119">
                  <c:v>44923.291666666657</c:v>
                </c:pt>
                <c:pt idx="2120">
                  <c:v>44923.333333333343</c:v>
                </c:pt>
                <c:pt idx="2121">
                  <c:v>44923.375</c:v>
                </c:pt>
                <c:pt idx="2122">
                  <c:v>44923.416666666657</c:v>
                </c:pt>
                <c:pt idx="2123">
                  <c:v>44923.458333333343</c:v>
                </c:pt>
                <c:pt idx="2124">
                  <c:v>44923.5</c:v>
                </c:pt>
                <c:pt idx="2125">
                  <c:v>44923.541666666657</c:v>
                </c:pt>
                <c:pt idx="2126">
                  <c:v>44923.583333333343</c:v>
                </c:pt>
                <c:pt idx="2127">
                  <c:v>44923.625</c:v>
                </c:pt>
                <c:pt idx="2128">
                  <c:v>44923.666666666657</c:v>
                </c:pt>
                <c:pt idx="2129">
                  <c:v>44923.708333333343</c:v>
                </c:pt>
                <c:pt idx="2130">
                  <c:v>44923.75</c:v>
                </c:pt>
                <c:pt idx="2131">
                  <c:v>44923.791666666657</c:v>
                </c:pt>
                <c:pt idx="2132">
                  <c:v>44923.833333333343</c:v>
                </c:pt>
                <c:pt idx="2133">
                  <c:v>44923.875</c:v>
                </c:pt>
                <c:pt idx="2134">
                  <c:v>44923.916666666657</c:v>
                </c:pt>
                <c:pt idx="2135">
                  <c:v>44923.958333333343</c:v>
                </c:pt>
                <c:pt idx="2136">
                  <c:v>44924</c:v>
                </c:pt>
                <c:pt idx="2137">
                  <c:v>44924.041666666657</c:v>
                </c:pt>
                <c:pt idx="2138">
                  <c:v>44924.083333333343</c:v>
                </c:pt>
                <c:pt idx="2139">
                  <c:v>44924.125</c:v>
                </c:pt>
                <c:pt idx="2140">
                  <c:v>44924.166666666657</c:v>
                </c:pt>
                <c:pt idx="2141">
                  <c:v>44924.208333333343</c:v>
                </c:pt>
                <c:pt idx="2142">
                  <c:v>44924.25</c:v>
                </c:pt>
                <c:pt idx="2143">
                  <c:v>44924.291666666657</c:v>
                </c:pt>
                <c:pt idx="2144">
                  <c:v>44924.333333333343</c:v>
                </c:pt>
                <c:pt idx="2145">
                  <c:v>44924.375</c:v>
                </c:pt>
                <c:pt idx="2146">
                  <c:v>44924.416666666657</c:v>
                </c:pt>
                <c:pt idx="2147">
                  <c:v>44924.458333333343</c:v>
                </c:pt>
                <c:pt idx="2148">
                  <c:v>44924.5</c:v>
                </c:pt>
                <c:pt idx="2149">
                  <c:v>44924.541666666657</c:v>
                </c:pt>
                <c:pt idx="2150">
                  <c:v>44924.583333333343</c:v>
                </c:pt>
                <c:pt idx="2151">
                  <c:v>44924.625</c:v>
                </c:pt>
                <c:pt idx="2152">
                  <c:v>44924.666666666657</c:v>
                </c:pt>
                <c:pt idx="2153">
                  <c:v>44924.708333333343</c:v>
                </c:pt>
                <c:pt idx="2154">
                  <c:v>44924.75</c:v>
                </c:pt>
                <c:pt idx="2155">
                  <c:v>44924.791666666657</c:v>
                </c:pt>
                <c:pt idx="2156">
                  <c:v>44924.833333333343</c:v>
                </c:pt>
                <c:pt idx="2157">
                  <c:v>44924.875</c:v>
                </c:pt>
                <c:pt idx="2158">
                  <c:v>44924.916666666657</c:v>
                </c:pt>
                <c:pt idx="2159">
                  <c:v>44924.958333333343</c:v>
                </c:pt>
                <c:pt idx="2160">
                  <c:v>44925</c:v>
                </c:pt>
                <c:pt idx="2161">
                  <c:v>44925.041666666657</c:v>
                </c:pt>
                <c:pt idx="2162">
                  <c:v>44925.083333333343</c:v>
                </c:pt>
                <c:pt idx="2163">
                  <c:v>44925.125</c:v>
                </c:pt>
                <c:pt idx="2164">
                  <c:v>44925.166666666657</c:v>
                </c:pt>
                <c:pt idx="2165">
                  <c:v>44925.208333333343</c:v>
                </c:pt>
                <c:pt idx="2166">
                  <c:v>44925.25</c:v>
                </c:pt>
                <c:pt idx="2167">
                  <c:v>44925.291666666657</c:v>
                </c:pt>
                <c:pt idx="2168">
                  <c:v>44925.333333333343</c:v>
                </c:pt>
                <c:pt idx="2169">
                  <c:v>44925.375</c:v>
                </c:pt>
                <c:pt idx="2170">
                  <c:v>44925.416666666657</c:v>
                </c:pt>
                <c:pt idx="2171">
                  <c:v>44925.458333333343</c:v>
                </c:pt>
                <c:pt idx="2172">
                  <c:v>44925.5</c:v>
                </c:pt>
                <c:pt idx="2173">
                  <c:v>44925.541666666657</c:v>
                </c:pt>
                <c:pt idx="2174">
                  <c:v>44925.583333333343</c:v>
                </c:pt>
                <c:pt idx="2175">
                  <c:v>44925.625</c:v>
                </c:pt>
                <c:pt idx="2176">
                  <c:v>44925.666666666657</c:v>
                </c:pt>
                <c:pt idx="2177">
                  <c:v>44925.708333333343</c:v>
                </c:pt>
                <c:pt idx="2178">
                  <c:v>44925.75</c:v>
                </c:pt>
                <c:pt idx="2179">
                  <c:v>44925.791666666657</c:v>
                </c:pt>
                <c:pt idx="2180">
                  <c:v>44925.833333333343</c:v>
                </c:pt>
                <c:pt idx="2181">
                  <c:v>44925.875</c:v>
                </c:pt>
                <c:pt idx="2182">
                  <c:v>44925.916666666657</c:v>
                </c:pt>
                <c:pt idx="2183">
                  <c:v>44925.958333333343</c:v>
                </c:pt>
                <c:pt idx="2184">
                  <c:v>44926</c:v>
                </c:pt>
                <c:pt idx="2185">
                  <c:v>44926.041666666657</c:v>
                </c:pt>
                <c:pt idx="2186">
                  <c:v>44926.083333333343</c:v>
                </c:pt>
                <c:pt idx="2187">
                  <c:v>44926.125</c:v>
                </c:pt>
                <c:pt idx="2188">
                  <c:v>44926.166666666657</c:v>
                </c:pt>
                <c:pt idx="2189">
                  <c:v>44926.208333333343</c:v>
                </c:pt>
                <c:pt idx="2190">
                  <c:v>44926.25</c:v>
                </c:pt>
                <c:pt idx="2191">
                  <c:v>44926.291666666657</c:v>
                </c:pt>
                <c:pt idx="2192">
                  <c:v>44926.333333333343</c:v>
                </c:pt>
                <c:pt idx="2193">
                  <c:v>44926.375</c:v>
                </c:pt>
                <c:pt idx="2194">
                  <c:v>44926.416666666657</c:v>
                </c:pt>
                <c:pt idx="2195">
                  <c:v>44926.458333333343</c:v>
                </c:pt>
                <c:pt idx="2196">
                  <c:v>44926.5</c:v>
                </c:pt>
                <c:pt idx="2197">
                  <c:v>44926.541666666657</c:v>
                </c:pt>
                <c:pt idx="2198">
                  <c:v>44926.583333333343</c:v>
                </c:pt>
                <c:pt idx="2199">
                  <c:v>44926.625</c:v>
                </c:pt>
                <c:pt idx="2200">
                  <c:v>44926.666666666657</c:v>
                </c:pt>
                <c:pt idx="2201">
                  <c:v>44926.708333333343</c:v>
                </c:pt>
                <c:pt idx="2202">
                  <c:v>44926.75</c:v>
                </c:pt>
                <c:pt idx="2203">
                  <c:v>44926.791666666657</c:v>
                </c:pt>
                <c:pt idx="2204">
                  <c:v>44926.833333333343</c:v>
                </c:pt>
                <c:pt idx="2205">
                  <c:v>44926.875</c:v>
                </c:pt>
                <c:pt idx="2206">
                  <c:v>44926.916666666657</c:v>
                </c:pt>
                <c:pt idx="2207">
                  <c:v>44926.958333333343</c:v>
                </c:pt>
                <c:pt idx="2208">
                  <c:v>44927</c:v>
                </c:pt>
                <c:pt idx="2209">
                  <c:v>44927.041666666657</c:v>
                </c:pt>
                <c:pt idx="2210">
                  <c:v>44927.083333333343</c:v>
                </c:pt>
                <c:pt idx="2211">
                  <c:v>44927.125</c:v>
                </c:pt>
                <c:pt idx="2212">
                  <c:v>44927.166666666657</c:v>
                </c:pt>
                <c:pt idx="2213">
                  <c:v>44927.208333333343</c:v>
                </c:pt>
                <c:pt idx="2214">
                  <c:v>44927.25</c:v>
                </c:pt>
                <c:pt idx="2215">
                  <c:v>44927.291666666657</c:v>
                </c:pt>
                <c:pt idx="2216">
                  <c:v>44927.333333333343</c:v>
                </c:pt>
                <c:pt idx="2217">
                  <c:v>44927.375</c:v>
                </c:pt>
                <c:pt idx="2218">
                  <c:v>44927.416666666657</c:v>
                </c:pt>
                <c:pt idx="2219">
                  <c:v>44927.458333333343</c:v>
                </c:pt>
                <c:pt idx="2220">
                  <c:v>44927.5</c:v>
                </c:pt>
                <c:pt idx="2221">
                  <c:v>44927.541666666657</c:v>
                </c:pt>
                <c:pt idx="2222">
                  <c:v>44927.583333333343</c:v>
                </c:pt>
                <c:pt idx="2223">
                  <c:v>44927.625</c:v>
                </c:pt>
                <c:pt idx="2224">
                  <c:v>44927.666666666657</c:v>
                </c:pt>
                <c:pt idx="2225">
                  <c:v>44927.708333333343</c:v>
                </c:pt>
                <c:pt idx="2226">
                  <c:v>44927.75</c:v>
                </c:pt>
                <c:pt idx="2227">
                  <c:v>44927.791666666657</c:v>
                </c:pt>
                <c:pt idx="2228">
                  <c:v>44927.833333333343</c:v>
                </c:pt>
                <c:pt idx="2229">
                  <c:v>44927.875</c:v>
                </c:pt>
                <c:pt idx="2230">
                  <c:v>44927.916666666657</c:v>
                </c:pt>
                <c:pt idx="2231">
                  <c:v>44927.958333333343</c:v>
                </c:pt>
                <c:pt idx="2232">
                  <c:v>44928</c:v>
                </c:pt>
                <c:pt idx="2233">
                  <c:v>44928.041666666657</c:v>
                </c:pt>
                <c:pt idx="2234">
                  <c:v>44928.083333333343</c:v>
                </c:pt>
                <c:pt idx="2235">
                  <c:v>44928.125</c:v>
                </c:pt>
                <c:pt idx="2236">
                  <c:v>44928.166666666657</c:v>
                </c:pt>
                <c:pt idx="2237">
                  <c:v>44928.208333333343</c:v>
                </c:pt>
                <c:pt idx="2238">
                  <c:v>44928.25</c:v>
                </c:pt>
                <c:pt idx="2239">
                  <c:v>44928.291666666657</c:v>
                </c:pt>
                <c:pt idx="2240">
                  <c:v>44928.333333333343</c:v>
                </c:pt>
                <c:pt idx="2241">
                  <c:v>44928.375</c:v>
                </c:pt>
                <c:pt idx="2242">
                  <c:v>44928.416666666657</c:v>
                </c:pt>
                <c:pt idx="2243">
                  <c:v>44928.458333333343</c:v>
                </c:pt>
                <c:pt idx="2244">
                  <c:v>44928.5</c:v>
                </c:pt>
                <c:pt idx="2245">
                  <c:v>44928.541666666657</c:v>
                </c:pt>
                <c:pt idx="2246">
                  <c:v>44928.583333333343</c:v>
                </c:pt>
                <c:pt idx="2247">
                  <c:v>44928.625</c:v>
                </c:pt>
                <c:pt idx="2248">
                  <c:v>44928.666666666657</c:v>
                </c:pt>
                <c:pt idx="2249">
                  <c:v>44928.708333333343</c:v>
                </c:pt>
                <c:pt idx="2250">
                  <c:v>44928.75</c:v>
                </c:pt>
                <c:pt idx="2251">
                  <c:v>44928.791666666657</c:v>
                </c:pt>
                <c:pt idx="2252">
                  <c:v>44928.833333333343</c:v>
                </c:pt>
                <c:pt idx="2253">
                  <c:v>44928.875</c:v>
                </c:pt>
                <c:pt idx="2254">
                  <c:v>44928.916666666657</c:v>
                </c:pt>
                <c:pt idx="2255">
                  <c:v>44928.958333333343</c:v>
                </c:pt>
                <c:pt idx="2256">
                  <c:v>44929</c:v>
                </c:pt>
                <c:pt idx="2257">
                  <c:v>44929.041666666657</c:v>
                </c:pt>
                <c:pt idx="2258">
                  <c:v>44929.083333333343</c:v>
                </c:pt>
                <c:pt idx="2259">
                  <c:v>44929.125</c:v>
                </c:pt>
                <c:pt idx="2260">
                  <c:v>44929.166666666657</c:v>
                </c:pt>
                <c:pt idx="2261">
                  <c:v>44929.208333333343</c:v>
                </c:pt>
                <c:pt idx="2262">
                  <c:v>44929.25</c:v>
                </c:pt>
                <c:pt idx="2263">
                  <c:v>44929.291666666657</c:v>
                </c:pt>
                <c:pt idx="2264">
                  <c:v>44929.333333333343</c:v>
                </c:pt>
                <c:pt idx="2265">
                  <c:v>44929.375</c:v>
                </c:pt>
                <c:pt idx="2266">
                  <c:v>44929.416666666657</c:v>
                </c:pt>
                <c:pt idx="2267">
                  <c:v>44929.458333333343</c:v>
                </c:pt>
                <c:pt idx="2268">
                  <c:v>44929.5</c:v>
                </c:pt>
                <c:pt idx="2269">
                  <c:v>44929.541666666657</c:v>
                </c:pt>
                <c:pt idx="2270">
                  <c:v>44929.583333333343</c:v>
                </c:pt>
                <c:pt idx="2271">
                  <c:v>44929.625</c:v>
                </c:pt>
                <c:pt idx="2272">
                  <c:v>44929.666666666657</c:v>
                </c:pt>
                <c:pt idx="2273">
                  <c:v>44929.708333333343</c:v>
                </c:pt>
                <c:pt idx="2274">
                  <c:v>44929.75</c:v>
                </c:pt>
                <c:pt idx="2275">
                  <c:v>44929.791666666657</c:v>
                </c:pt>
                <c:pt idx="2276">
                  <c:v>44929.833333333343</c:v>
                </c:pt>
                <c:pt idx="2277">
                  <c:v>44929.875</c:v>
                </c:pt>
                <c:pt idx="2278">
                  <c:v>44929.916666666657</c:v>
                </c:pt>
                <c:pt idx="2279">
                  <c:v>44929.958333333343</c:v>
                </c:pt>
                <c:pt idx="2280">
                  <c:v>44930</c:v>
                </c:pt>
                <c:pt idx="2281">
                  <c:v>44930.041666666657</c:v>
                </c:pt>
                <c:pt idx="2282">
                  <c:v>44930.083333333343</c:v>
                </c:pt>
                <c:pt idx="2283">
                  <c:v>44930.125</c:v>
                </c:pt>
                <c:pt idx="2284">
                  <c:v>44930.166666666657</c:v>
                </c:pt>
                <c:pt idx="2285">
                  <c:v>44930.208333333343</c:v>
                </c:pt>
                <c:pt idx="2286">
                  <c:v>44930.25</c:v>
                </c:pt>
                <c:pt idx="2287">
                  <c:v>44930.291666666657</c:v>
                </c:pt>
                <c:pt idx="2288">
                  <c:v>44930.333333333343</c:v>
                </c:pt>
                <c:pt idx="2289">
                  <c:v>44930.375</c:v>
                </c:pt>
                <c:pt idx="2290">
                  <c:v>44930.416666666657</c:v>
                </c:pt>
                <c:pt idx="2291">
                  <c:v>44930.458333333343</c:v>
                </c:pt>
                <c:pt idx="2292">
                  <c:v>44930.5</c:v>
                </c:pt>
                <c:pt idx="2293">
                  <c:v>44930.541666666657</c:v>
                </c:pt>
                <c:pt idx="2294">
                  <c:v>44930.583333333343</c:v>
                </c:pt>
                <c:pt idx="2295">
                  <c:v>44930.625</c:v>
                </c:pt>
                <c:pt idx="2296">
                  <c:v>44930.666666666657</c:v>
                </c:pt>
                <c:pt idx="2297">
                  <c:v>44930.708333333343</c:v>
                </c:pt>
                <c:pt idx="2298">
                  <c:v>44930.75</c:v>
                </c:pt>
                <c:pt idx="2299">
                  <c:v>44930.791666666657</c:v>
                </c:pt>
                <c:pt idx="2300">
                  <c:v>44930.833333333343</c:v>
                </c:pt>
                <c:pt idx="2301">
                  <c:v>44930.875</c:v>
                </c:pt>
                <c:pt idx="2302">
                  <c:v>44930.916666666657</c:v>
                </c:pt>
                <c:pt idx="2303">
                  <c:v>44930.958333333343</c:v>
                </c:pt>
                <c:pt idx="2304">
                  <c:v>44931</c:v>
                </c:pt>
                <c:pt idx="2305">
                  <c:v>44931.041666666657</c:v>
                </c:pt>
                <c:pt idx="2306">
                  <c:v>44931.083333333343</c:v>
                </c:pt>
                <c:pt idx="2307">
                  <c:v>44931.125</c:v>
                </c:pt>
                <c:pt idx="2308">
                  <c:v>44931.166666666657</c:v>
                </c:pt>
                <c:pt idx="2309">
                  <c:v>44931.208333333343</c:v>
                </c:pt>
                <c:pt idx="2310">
                  <c:v>44931.25</c:v>
                </c:pt>
                <c:pt idx="2311">
                  <c:v>44931.291666666657</c:v>
                </c:pt>
                <c:pt idx="2312">
                  <c:v>44931.333333333343</c:v>
                </c:pt>
                <c:pt idx="2313">
                  <c:v>44931.375</c:v>
                </c:pt>
                <c:pt idx="2314">
                  <c:v>44931.416666666657</c:v>
                </c:pt>
                <c:pt idx="2315">
                  <c:v>44931.458333333343</c:v>
                </c:pt>
                <c:pt idx="2316">
                  <c:v>44931.5</c:v>
                </c:pt>
                <c:pt idx="2317">
                  <c:v>44931.541666666657</c:v>
                </c:pt>
                <c:pt idx="2318">
                  <c:v>44931.583333333343</c:v>
                </c:pt>
                <c:pt idx="2319">
                  <c:v>44931.625</c:v>
                </c:pt>
                <c:pt idx="2320">
                  <c:v>44931.666666666657</c:v>
                </c:pt>
                <c:pt idx="2321">
                  <c:v>44931.708333333343</c:v>
                </c:pt>
                <c:pt idx="2322">
                  <c:v>44931.75</c:v>
                </c:pt>
                <c:pt idx="2323">
                  <c:v>44931.791666666657</c:v>
                </c:pt>
                <c:pt idx="2324">
                  <c:v>44931.833333333343</c:v>
                </c:pt>
                <c:pt idx="2325">
                  <c:v>44931.875</c:v>
                </c:pt>
                <c:pt idx="2326">
                  <c:v>44931.916666666657</c:v>
                </c:pt>
                <c:pt idx="2327">
                  <c:v>44931.958333333343</c:v>
                </c:pt>
                <c:pt idx="2328">
                  <c:v>44932</c:v>
                </c:pt>
                <c:pt idx="2329">
                  <c:v>44932.041666666657</c:v>
                </c:pt>
                <c:pt idx="2330">
                  <c:v>44932.083333333343</c:v>
                </c:pt>
                <c:pt idx="2331">
                  <c:v>44932.125</c:v>
                </c:pt>
                <c:pt idx="2332">
                  <c:v>44932.166666666657</c:v>
                </c:pt>
                <c:pt idx="2333">
                  <c:v>44932.208333333343</c:v>
                </c:pt>
                <c:pt idx="2334">
                  <c:v>44932.25</c:v>
                </c:pt>
                <c:pt idx="2335">
                  <c:v>44932.291666666657</c:v>
                </c:pt>
                <c:pt idx="2336">
                  <c:v>44932.333333333343</c:v>
                </c:pt>
                <c:pt idx="2337">
                  <c:v>44932.375</c:v>
                </c:pt>
                <c:pt idx="2338">
                  <c:v>44932.416666666657</c:v>
                </c:pt>
                <c:pt idx="2339">
                  <c:v>44932.458333333343</c:v>
                </c:pt>
                <c:pt idx="2340">
                  <c:v>44932.5</c:v>
                </c:pt>
                <c:pt idx="2341">
                  <c:v>44932.541666666657</c:v>
                </c:pt>
                <c:pt idx="2342">
                  <c:v>44932.583333333343</c:v>
                </c:pt>
                <c:pt idx="2343">
                  <c:v>44932.625</c:v>
                </c:pt>
                <c:pt idx="2344">
                  <c:v>44932.666666666657</c:v>
                </c:pt>
                <c:pt idx="2345">
                  <c:v>44932.708333333343</c:v>
                </c:pt>
                <c:pt idx="2346">
                  <c:v>44932.75</c:v>
                </c:pt>
                <c:pt idx="2347">
                  <c:v>44932.791666666657</c:v>
                </c:pt>
                <c:pt idx="2348">
                  <c:v>44932.833333333343</c:v>
                </c:pt>
                <c:pt idx="2349">
                  <c:v>44932.875</c:v>
                </c:pt>
                <c:pt idx="2350">
                  <c:v>44932.916666666657</c:v>
                </c:pt>
                <c:pt idx="2351">
                  <c:v>44932.958333333343</c:v>
                </c:pt>
                <c:pt idx="2352">
                  <c:v>44933</c:v>
                </c:pt>
                <c:pt idx="2353">
                  <c:v>44933.041666666657</c:v>
                </c:pt>
                <c:pt idx="2354">
                  <c:v>44933.083333333343</c:v>
                </c:pt>
                <c:pt idx="2355">
                  <c:v>44933.125</c:v>
                </c:pt>
                <c:pt idx="2356">
                  <c:v>44933.166666666657</c:v>
                </c:pt>
                <c:pt idx="2357">
                  <c:v>44933.208333333343</c:v>
                </c:pt>
                <c:pt idx="2358">
                  <c:v>44933.25</c:v>
                </c:pt>
                <c:pt idx="2359">
                  <c:v>44933.291666666657</c:v>
                </c:pt>
                <c:pt idx="2360">
                  <c:v>44933.333333333343</c:v>
                </c:pt>
                <c:pt idx="2361">
                  <c:v>44933.375</c:v>
                </c:pt>
                <c:pt idx="2362">
                  <c:v>44933.416666666657</c:v>
                </c:pt>
                <c:pt idx="2363">
                  <c:v>44933.458333333343</c:v>
                </c:pt>
                <c:pt idx="2364">
                  <c:v>44933.5</c:v>
                </c:pt>
                <c:pt idx="2365">
                  <c:v>44933.541666666657</c:v>
                </c:pt>
                <c:pt idx="2366">
                  <c:v>44933.583333333343</c:v>
                </c:pt>
                <c:pt idx="2367">
                  <c:v>44933.625</c:v>
                </c:pt>
                <c:pt idx="2368">
                  <c:v>44933.666666666657</c:v>
                </c:pt>
                <c:pt idx="2369">
                  <c:v>44933.708333333343</c:v>
                </c:pt>
                <c:pt idx="2370">
                  <c:v>44933.75</c:v>
                </c:pt>
                <c:pt idx="2371">
                  <c:v>44933.791666666657</c:v>
                </c:pt>
                <c:pt idx="2372">
                  <c:v>44933.833333333343</c:v>
                </c:pt>
                <c:pt idx="2373">
                  <c:v>44933.875</c:v>
                </c:pt>
                <c:pt idx="2374">
                  <c:v>44933.916666666657</c:v>
                </c:pt>
                <c:pt idx="2375">
                  <c:v>44933.958333333343</c:v>
                </c:pt>
                <c:pt idx="2376">
                  <c:v>44934</c:v>
                </c:pt>
                <c:pt idx="2377">
                  <c:v>44934.041666666657</c:v>
                </c:pt>
                <c:pt idx="2378">
                  <c:v>44934.083333333343</c:v>
                </c:pt>
                <c:pt idx="2379">
                  <c:v>44934.125</c:v>
                </c:pt>
                <c:pt idx="2380">
                  <c:v>44934.166666666657</c:v>
                </c:pt>
                <c:pt idx="2381">
                  <c:v>44934.208333333343</c:v>
                </c:pt>
                <c:pt idx="2382">
                  <c:v>44934.25</c:v>
                </c:pt>
                <c:pt idx="2383">
                  <c:v>44934.291666666657</c:v>
                </c:pt>
                <c:pt idx="2384">
                  <c:v>44934.333333333343</c:v>
                </c:pt>
                <c:pt idx="2385">
                  <c:v>44934.375</c:v>
                </c:pt>
                <c:pt idx="2386">
                  <c:v>44934.416666666657</c:v>
                </c:pt>
                <c:pt idx="2387">
                  <c:v>44934.458333333343</c:v>
                </c:pt>
                <c:pt idx="2388">
                  <c:v>44934.5</c:v>
                </c:pt>
                <c:pt idx="2389">
                  <c:v>44934.541666666657</c:v>
                </c:pt>
                <c:pt idx="2390">
                  <c:v>44934.583333333343</c:v>
                </c:pt>
                <c:pt idx="2391">
                  <c:v>44934.625</c:v>
                </c:pt>
                <c:pt idx="2392">
                  <c:v>44934.666666666657</c:v>
                </c:pt>
                <c:pt idx="2393">
                  <c:v>44934.708333333343</c:v>
                </c:pt>
                <c:pt idx="2394">
                  <c:v>44934.75</c:v>
                </c:pt>
                <c:pt idx="2395">
                  <c:v>44934.791666666657</c:v>
                </c:pt>
                <c:pt idx="2396">
                  <c:v>44934.833333333343</c:v>
                </c:pt>
                <c:pt idx="2397">
                  <c:v>44934.875</c:v>
                </c:pt>
                <c:pt idx="2398">
                  <c:v>44934.916666666657</c:v>
                </c:pt>
                <c:pt idx="2399">
                  <c:v>44934.958333333343</c:v>
                </c:pt>
                <c:pt idx="2400">
                  <c:v>44935</c:v>
                </c:pt>
                <c:pt idx="2401">
                  <c:v>44935.041666666657</c:v>
                </c:pt>
                <c:pt idx="2402">
                  <c:v>44935.083333333343</c:v>
                </c:pt>
                <c:pt idx="2403">
                  <c:v>44935.125</c:v>
                </c:pt>
                <c:pt idx="2404">
                  <c:v>44935.166666666657</c:v>
                </c:pt>
                <c:pt idx="2405">
                  <c:v>44935.208333333343</c:v>
                </c:pt>
                <c:pt idx="2406">
                  <c:v>44935.25</c:v>
                </c:pt>
                <c:pt idx="2407">
                  <c:v>44935.291666666657</c:v>
                </c:pt>
                <c:pt idx="2408">
                  <c:v>44935.333333333343</c:v>
                </c:pt>
                <c:pt idx="2409">
                  <c:v>44935.375</c:v>
                </c:pt>
                <c:pt idx="2410">
                  <c:v>44935.416666666657</c:v>
                </c:pt>
                <c:pt idx="2411">
                  <c:v>44935.458333333343</c:v>
                </c:pt>
                <c:pt idx="2412">
                  <c:v>44935.5</c:v>
                </c:pt>
                <c:pt idx="2413">
                  <c:v>44935.541666666657</c:v>
                </c:pt>
                <c:pt idx="2414">
                  <c:v>44935.583333333343</c:v>
                </c:pt>
                <c:pt idx="2415">
                  <c:v>44935.625</c:v>
                </c:pt>
                <c:pt idx="2416">
                  <c:v>44935.666666666657</c:v>
                </c:pt>
                <c:pt idx="2417">
                  <c:v>44935.708333333343</c:v>
                </c:pt>
                <c:pt idx="2418">
                  <c:v>44935.75</c:v>
                </c:pt>
                <c:pt idx="2419">
                  <c:v>44935.791666666657</c:v>
                </c:pt>
                <c:pt idx="2420">
                  <c:v>44935.833333333343</c:v>
                </c:pt>
                <c:pt idx="2421">
                  <c:v>44935.875</c:v>
                </c:pt>
                <c:pt idx="2422">
                  <c:v>44935.916666666657</c:v>
                </c:pt>
                <c:pt idx="2423">
                  <c:v>44935.958333333343</c:v>
                </c:pt>
                <c:pt idx="2424">
                  <c:v>44936</c:v>
                </c:pt>
                <c:pt idx="2425">
                  <c:v>44936.041666666657</c:v>
                </c:pt>
                <c:pt idx="2426">
                  <c:v>44936.083333333343</c:v>
                </c:pt>
                <c:pt idx="2427">
                  <c:v>44936.125</c:v>
                </c:pt>
                <c:pt idx="2428">
                  <c:v>44936.166666666657</c:v>
                </c:pt>
                <c:pt idx="2429">
                  <c:v>44936.208333333343</c:v>
                </c:pt>
                <c:pt idx="2430">
                  <c:v>44936.25</c:v>
                </c:pt>
                <c:pt idx="2431">
                  <c:v>44936.291666666657</c:v>
                </c:pt>
                <c:pt idx="2432">
                  <c:v>44936.333333333343</c:v>
                </c:pt>
                <c:pt idx="2433">
                  <c:v>44936.375</c:v>
                </c:pt>
                <c:pt idx="2434">
                  <c:v>44936.416666666657</c:v>
                </c:pt>
                <c:pt idx="2435">
                  <c:v>44936.458333333343</c:v>
                </c:pt>
                <c:pt idx="2436">
                  <c:v>44936.5</c:v>
                </c:pt>
                <c:pt idx="2437">
                  <c:v>44936.541666666657</c:v>
                </c:pt>
                <c:pt idx="2438">
                  <c:v>44936.583333333343</c:v>
                </c:pt>
                <c:pt idx="2439">
                  <c:v>44936.625</c:v>
                </c:pt>
                <c:pt idx="2440">
                  <c:v>44936.666666666657</c:v>
                </c:pt>
                <c:pt idx="2441">
                  <c:v>44936.708333333343</c:v>
                </c:pt>
                <c:pt idx="2442">
                  <c:v>44936.75</c:v>
                </c:pt>
                <c:pt idx="2443">
                  <c:v>44936.791666666657</c:v>
                </c:pt>
                <c:pt idx="2444">
                  <c:v>44936.833333333343</c:v>
                </c:pt>
                <c:pt idx="2445">
                  <c:v>44936.875</c:v>
                </c:pt>
                <c:pt idx="2446">
                  <c:v>44936.916666666657</c:v>
                </c:pt>
                <c:pt idx="2447">
                  <c:v>44936.958333333343</c:v>
                </c:pt>
                <c:pt idx="2448">
                  <c:v>44937</c:v>
                </c:pt>
                <c:pt idx="2449">
                  <c:v>44937.041666666657</c:v>
                </c:pt>
                <c:pt idx="2450">
                  <c:v>44937.083333333343</c:v>
                </c:pt>
                <c:pt idx="2451">
                  <c:v>44937.125</c:v>
                </c:pt>
                <c:pt idx="2452">
                  <c:v>44937.166666666657</c:v>
                </c:pt>
                <c:pt idx="2453">
                  <c:v>44937.208333333343</c:v>
                </c:pt>
                <c:pt idx="2454">
                  <c:v>44937.25</c:v>
                </c:pt>
                <c:pt idx="2455">
                  <c:v>44937.291666666657</c:v>
                </c:pt>
                <c:pt idx="2456">
                  <c:v>44937.333333333343</c:v>
                </c:pt>
                <c:pt idx="2457">
                  <c:v>44937.375</c:v>
                </c:pt>
                <c:pt idx="2458">
                  <c:v>44937.416666666657</c:v>
                </c:pt>
                <c:pt idx="2459">
                  <c:v>44937.458333333343</c:v>
                </c:pt>
                <c:pt idx="2460">
                  <c:v>44937.5</c:v>
                </c:pt>
                <c:pt idx="2461">
                  <c:v>44937.541666666657</c:v>
                </c:pt>
                <c:pt idx="2462">
                  <c:v>44937.583333333343</c:v>
                </c:pt>
                <c:pt idx="2463">
                  <c:v>44937.625</c:v>
                </c:pt>
                <c:pt idx="2464">
                  <c:v>44937.666666666657</c:v>
                </c:pt>
                <c:pt idx="2465">
                  <c:v>44937.708333333343</c:v>
                </c:pt>
                <c:pt idx="2466">
                  <c:v>44937.75</c:v>
                </c:pt>
                <c:pt idx="2467">
                  <c:v>44937.791666666657</c:v>
                </c:pt>
                <c:pt idx="2468">
                  <c:v>44937.833333333343</c:v>
                </c:pt>
                <c:pt idx="2469">
                  <c:v>44937.875</c:v>
                </c:pt>
                <c:pt idx="2470">
                  <c:v>44937.916666666657</c:v>
                </c:pt>
                <c:pt idx="2471">
                  <c:v>44937.958333333343</c:v>
                </c:pt>
                <c:pt idx="2472">
                  <c:v>44938</c:v>
                </c:pt>
                <c:pt idx="2473">
                  <c:v>44938.041666666657</c:v>
                </c:pt>
                <c:pt idx="2474">
                  <c:v>44938.083333333343</c:v>
                </c:pt>
                <c:pt idx="2475">
                  <c:v>44938.125</c:v>
                </c:pt>
                <c:pt idx="2476">
                  <c:v>44938.166666666657</c:v>
                </c:pt>
                <c:pt idx="2477">
                  <c:v>44938.208333333343</c:v>
                </c:pt>
                <c:pt idx="2478">
                  <c:v>44938.25</c:v>
                </c:pt>
                <c:pt idx="2479">
                  <c:v>44938.291666666657</c:v>
                </c:pt>
                <c:pt idx="2480">
                  <c:v>44938.333333333343</c:v>
                </c:pt>
                <c:pt idx="2481">
                  <c:v>44938.375</c:v>
                </c:pt>
                <c:pt idx="2482">
                  <c:v>44938.416666666657</c:v>
                </c:pt>
                <c:pt idx="2483">
                  <c:v>44938.458333333343</c:v>
                </c:pt>
                <c:pt idx="2484">
                  <c:v>44938.5</c:v>
                </c:pt>
                <c:pt idx="2485">
                  <c:v>44938.541666666657</c:v>
                </c:pt>
                <c:pt idx="2486">
                  <c:v>44938.583333333343</c:v>
                </c:pt>
                <c:pt idx="2487">
                  <c:v>44938.625</c:v>
                </c:pt>
                <c:pt idx="2488">
                  <c:v>44938.666666666657</c:v>
                </c:pt>
                <c:pt idx="2489">
                  <c:v>44938.708333333343</c:v>
                </c:pt>
                <c:pt idx="2490">
                  <c:v>44938.75</c:v>
                </c:pt>
                <c:pt idx="2491">
                  <c:v>44938.791666666657</c:v>
                </c:pt>
                <c:pt idx="2492">
                  <c:v>44938.833333333343</c:v>
                </c:pt>
                <c:pt idx="2493">
                  <c:v>44938.875</c:v>
                </c:pt>
                <c:pt idx="2494">
                  <c:v>44938.916666666657</c:v>
                </c:pt>
                <c:pt idx="2495">
                  <c:v>44938.958333333343</c:v>
                </c:pt>
                <c:pt idx="2496">
                  <c:v>44939</c:v>
                </c:pt>
                <c:pt idx="2497">
                  <c:v>44939.041666666657</c:v>
                </c:pt>
                <c:pt idx="2498">
                  <c:v>44939.083333333343</c:v>
                </c:pt>
                <c:pt idx="2499">
                  <c:v>44939.125</c:v>
                </c:pt>
                <c:pt idx="2500">
                  <c:v>44939.166666666657</c:v>
                </c:pt>
                <c:pt idx="2501">
                  <c:v>44939.208333333343</c:v>
                </c:pt>
                <c:pt idx="2502">
                  <c:v>44939.25</c:v>
                </c:pt>
                <c:pt idx="2503">
                  <c:v>44939.291666666657</c:v>
                </c:pt>
                <c:pt idx="2504">
                  <c:v>44939.333333333343</c:v>
                </c:pt>
                <c:pt idx="2505">
                  <c:v>44939.375</c:v>
                </c:pt>
                <c:pt idx="2506">
                  <c:v>44939.416666666657</c:v>
                </c:pt>
                <c:pt idx="2507">
                  <c:v>44939.458333333343</c:v>
                </c:pt>
                <c:pt idx="2508">
                  <c:v>44939.5</c:v>
                </c:pt>
                <c:pt idx="2509">
                  <c:v>44939.541666666657</c:v>
                </c:pt>
                <c:pt idx="2510">
                  <c:v>44939.583333333343</c:v>
                </c:pt>
                <c:pt idx="2511">
                  <c:v>44939.625</c:v>
                </c:pt>
                <c:pt idx="2512">
                  <c:v>44939.666666666657</c:v>
                </c:pt>
                <c:pt idx="2513">
                  <c:v>44939.708333333343</c:v>
                </c:pt>
                <c:pt idx="2514">
                  <c:v>44939.75</c:v>
                </c:pt>
                <c:pt idx="2515">
                  <c:v>44939.791666666657</c:v>
                </c:pt>
                <c:pt idx="2516">
                  <c:v>44939.833333333343</c:v>
                </c:pt>
                <c:pt idx="2517">
                  <c:v>44939.875</c:v>
                </c:pt>
                <c:pt idx="2518">
                  <c:v>44939.916666666657</c:v>
                </c:pt>
                <c:pt idx="2519">
                  <c:v>44939.958333333343</c:v>
                </c:pt>
                <c:pt idx="2520">
                  <c:v>44940</c:v>
                </c:pt>
                <c:pt idx="2521">
                  <c:v>44940.041666666657</c:v>
                </c:pt>
                <c:pt idx="2522">
                  <c:v>44940.083333333343</c:v>
                </c:pt>
                <c:pt idx="2523">
                  <c:v>44940.125</c:v>
                </c:pt>
                <c:pt idx="2524">
                  <c:v>44940.166666666657</c:v>
                </c:pt>
                <c:pt idx="2525">
                  <c:v>44940.208333333343</c:v>
                </c:pt>
                <c:pt idx="2526">
                  <c:v>44940.25</c:v>
                </c:pt>
                <c:pt idx="2527">
                  <c:v>44940.291666666657</c:v>
                </c:pt>
                <c:pt idx="2528">
                  <c:v>44940.333333333343</c:v>
                </c:pt>
                <c:pt idx="2529">
                  <c:v>44940.375</c:v>
                </c:pt>
                <c:pt idx="2530">
                  <c:v>44940.416666666657</c:v>
                </c:pt>
                <c:pt idx="2531">
                  <c:v>44940.458333333343</c:v>
                </c:pt>
                <c:pt idx="2532">
                  <c:v>44940.5</c:v>
                </c:pt>
                <c:pt idx="2533">
                  <c:v>44940.541666666657</c:v>
                </c:pt>
                <c:pt idx="2534">
                  <c:v>44940.583333333343</c:v>
                </c:pt>
                <c:pt idx="2535">
                  <c:v>44940.625</c:v>
                </c:pt>
                <c:pt idx="2536">
                  <c:v>44940.666666666657</c:v>
                </c:pt>
                <c:pt idx="2537">
                  <c:v>44940.708333333343</c:v>
                </c:pt>
                <c:pt idx="2538">
                  <c:v>44940.75</c:v>
                </c:pt>
                <c:pt idx="2539">
                  <c:v>44940.791666666657</c:v>
                </c:pt>
                <c:pt idx="2540">
                  <c:v>44940.833333333343</c:v>
                </c:pt>
                <c:pt idx="2541">
                  <c:v>44940.875</c:v>
                </c:pt>
                <c:pt idx="2542">
                  <c:v>44940.916666666657</c:v>
                </c:pt>
                <c:pt idx="2543">
                  <c:v>44940.958333333343</c:v>
                </c:pt>
                <c:pt idx="2544">
                  <c:v>44941</c:v>
                </c:pt>
                <c:pt idx="2545">
                  <c:v>44941.041666666657</c:v>
                </c:pt>
                <c:pt idx="2546">
                  <c:v>44941.083333333343</c:v>
                </c:pt>
                <c:pt idx="2547">
                  <c:v>44941.125</c:v>
                </c:pt>
                <c:pt idx="2548">
                  <c:v>44941.166666666657</c:v>
                </c:pt>
                <c:pt idx="2549">
                  <c:v>44941.208333333343</c:v>
                </c:pt>
                <c:pt idx="2550">
                  <c:v>44941.25</c:v>
                </c:pt>
                <c:pt idx="2551">
                  <c:v>44941.291666666657</c:v>
                </c:pt>
                <c:pt idx="2552">
                  <c:v>44941.333333333343</c:v>
                </c:pt>
                <c:pt idx="2553">
                  <c:v>44941.375</c:v>
                </c:pt>
                <c:pt idx="2554">
                  <c:v>44941.416666666657</c:v>
                </c:pt>
                <c:pt idx="2555">
                  <c:v>44941.458333333343</c:v>
                </c:pt>
                <c:pt idx="2556">
                  <c:v>44941.5</c:v>
                </c:pt>
                <c:pt idx="2557">
                  <c:v>44941.541666666657</c:v>
                </c:pt>
                <c:pt idx="2558">
                  <c:v>44941.583333333343</c:v>
                </c:pt>
                <c:pt idx="2559">
                  <c:v>44941.625</c:v>
                </c:pt>
                <c:pt idx="2560">
                  <c:v>44941.666666666657</c:v>
                </c:pt>
                <c:pt idx="2561">
                  <c:v>44941.708333333343</c:v>
                </c:pt>
                <c:pt idx="2562">
                  <c:v>44941.75</c:v>
                </c:pt>
                <c:pt idx="2563">
                  <c:v>44941.791666666657</c:v>
                </c:pt>
                <c:pt idx="2564">
                  <c:v>44941.833333333343</c:v>
                </c:pt>
                <c:pt idx="2565">
                  <c:v>44941.875</c:v>
                </c:pt>
                <c:pt idx="2566">
                  <c:v>44941.916666666657</c:v>
                </c:pt>
                <c:pt idx="2567">
                  <c:v>44941.958333333343</c:v>
                </c:pt>
                <c:pt idx="2568">
                  <c:v>44942</c:v>
                </c:pt>
                <c:pt idx="2569">
                  <c:v>44942.041666666657</c:v>
                </c:pt>
                <c:pt idx="2570">
                  <c:v>44942.083333333343</c:v>
                </c:pt>
                <c:pt idx="2571">
                  <c:v>44942.125</c:v>
                </c:pt>
                <c:pt idx="2572">
                  <c:v>44942.166666666657</c:v>
                </c:pt>
                <c:pt idx="2573">
                  <c:v>44942.208333333343</c:v>
                </c:pt>
                <c:pt idx="2574">
                  <c:v>44942.25</c:v>
                </c:pt>
                <c:pt idx="2575">
                  <c:v>44942.291666666657</c:v>
                </c:pt>
                <c:pt idx="2576">
                  <c:v>44942.333333333343</c:v>
                </c:pt>
                <c:pt idx="2577">
                  <c:v>44942.375</c:v>
                </c:pt>
                <c:pt idx="2578">
                  <c:v>44942.416666666657</c:v>
                </c:pt>
                <c:pt idx="2579">
                  <c:v>44942.458333333343</c:v>
                </c:pt>
                <c:pt idx="2580">
                  <c:v>44942.5</c:v>
                </c:pt>
                <c:pt idx="2581">
                  <c:v>44942.541666666657</c:v>
                </c:pt>
                <c:pt idx="2582">
                  <c:v>44942.583333333343</c:v>
                </c:pt>
                <c:pt idx="2583">
                  <c:v>44942.625</c:v>
                </c:pt>
                <c:pt idx="2584">
                  <c:v>44942.666666666657</c:v>
                </c:pt>
                <c:pt idx="2585">
                  <c:v>44942.708333333343</c:v>
                </c:pt>
                <c:pt idx="2586">
                  <c:v>44942.75</c:v>
                </c:pt>
                <c:pt idx="2587">
                  <c:v>44942.791666666657</c:v>
                </c:pt>
                <c:pt idx="2588">
                  <c:v>44942.833333333343</c:v>
                </c:pt>
                <c:pt idx="2589">
                  <c:v>44942.875</c:v>
                </c:pt>
                <c:pt idx="2590">
                  <c:v>44942.916666666657</c:v>
                </c:pt>
                <c:pt idx="2591">
                  <c:v>44942.958333333343</c:v>
                </c:pt>
                <c:pt idx="2592">
                  <c:v>44943</c:v>
                </c:pt>
                <c:pt idx="2593">
                  <c:v>44943.041666666657</c:v>
                </c:pt>
                <c:pt idx="2594">
                  <c:v>44943.083333333343</c:v>
                </c:pt>
                <c:pt idx="2595">
                  <c:v>44943.125</c:v>
                </c:pt>
                <c:pt idx="2596">
                  <c:v>44943.166666666657</c:v>
                </c:pt>
                <c:pt idx="2597">
                  <c:v>44943.208333333343</c:v>
                </c:pt>
                <c:pt idx="2598">
                  <c:v>44943.25</c:v>
                </c:pt>
                <c:pt idx="2599">
                  <c:v>44943.291666666657</c:v>
                </c:pt>
                <c:pt idx="2600">
                  <c:v>44943.333333333343</c:v>
                </c:pt>
                <c:pt idx="2601">
                  <c:v>44943.375</c:v>
                </c:pt>
                <c:pt idx="2602">
                  <c:v>44943.416666666657</c:v>
                </c:pt>
                <c:pt idx="2603">
                  <c:v>44943.458333333343</c:v>
                </c:pt>
                <c:pt idx="2604">
                  <c:v>44943.5</c:v>
                </c:pt>
                <c:pt idx="2605">
                  <c:v>44943.541666666657</c:v>
                </c:pt>
                <c:pt idx="2606">
                  <c:v>44943.583333333343</c:v>
                </c:pt>
                <c:pt idx="2607">
                  <c:v>44943.625</c:v>
                </c:pt>
                <c:pt idx="2608">
                  <c:v>44943.666666666657</c:v>
                </c:pt>
                <c:pt idx="2609">
                  <c:v>44943.708333333343</c:v>
                </c:pt>
                <c:pt idx="2610">
                  <c:v>44943.75</c:v>
                </c:pt>
                <c:pt idx="2611">
                  <c:v>44943.791666666657</c:v>
                </c:pt>
                <c:pt idx="2612">
                  <c:v>44943.833333333343</c:v>
                </c:pt>
                <c:pt idx="2613">
                  <c:v>44943.875</c:v>
                </c:pt>
                <c:pt idx="2614">
                  <c:v>44943.916666666657</c:v>
                </c:pt>
                <c:pt idx="2615">
                  <c:v>44943.958333333343</c:v>
                </c:pt>
                <c:pt idx="2616">
                  <c:v>44944</c:v>
                </c:pt>
                <c:pt idx="2617">
                  <c:v>44944.041666666657</c:v>
                </c:pt>
                <c:pt idx="2618">
                  <c:v>44944.083333333343</c:v>
                </c:pt>
                <c:pt idx="2619">
                  <c:v>44944.125</c:v>
                </c:pt>
                <c:pt idx="2620">
                  <c:v>44944.166666666657</c:v>
                </c:pt>
                <c:pt idx="2621">
                  <c:v>44944.208333333343</c:v>
                </c:pt>
                <c:pt idx="2622">
                  <c:v>44944.25</c:v>
                </c:pt>
                <c:pt idx="2623">
                  <c:v>44944.291666666657</c:v>
                </c:pt>
                <c:pt idx="2624">
                  <c:v>44944.333333333343</c:v>
                </c:pt>
                <c:pt idx="2625">
                  <c:v>44944.375</c:v>
                </c:pt>
                <c:pt idx="2626">
                  <c:v>44944.416666666657</c:v>
                </c:pt>
                <c:pt idx="2627">
                  <c:v>44944.458333333343</c:v>
                </c:pt>
                <c:pt idx="2628">
                  <c:v>44944.5</c:v>
                </c:pt>
                <c:pt idx="2629">
                  <c:v>44944.541666666657</c:v>
                </c:pt>
                <c:pt idx="2630">
                  <c:v>44944.583333333343</c:v>
                </c:pt>
                <c:pt idx="2631">
                  <c:v>44944.625</c:v>
                </c:pt>
                <c:pt idx="2632">
                  <c:v>44944.666666666657</c:v>
                </c:pt>
                <c:pt idx="2633">
                  <c:v>44944.708333333343</c:v>
                </c:pt>
                <c:pt idx="2634">
                  <c:v>44944.75</c:v>
                </c:pt>
                <c:pt idx="2635">
                  <c:v>44944.791666666657</c:v>
                </c:pt>
                <c:pt idx="2636">
                  <c:v>44944.833333333343</c:v>
                </c:pt>
                <c:pt idx="2637">
                  <c:v>44944.875</c:v>
                </c:pt>
                <c:pt idx="2638">
                  <c:v>44944.916666666657</c:v>
                </c:pt>
                <c:pt idx="2639">
                  <c:v>44944.958333333343</c:v>
                </c:pt>
                <c:pt idx="2640">
                  <c:v>44945</c:v>
                </c:pt>
                <c:pt idx="2641">
                  <c:v>44945.041666666657</c:v>
                </c:pt>
                <c:pt idx="2642">
                  <c:v>44945.083333333343</c:v>
                </c:pt>
                <c:pt idx="2643">
                  <c:v>44945.125</c:v>
                </c:pt>
                <c:pt idx="2644">
                  <c:v>44945.166666666657</c:v>
                </c:pt>
                <c:pt idx="2645">
                  <c:v>44945.208333333343</c:v>
                </c:pt>
                <c:pt idx="2646">
                  <c:v>44945.25</c:v>
                </c:pt>
                <c:pt idx="2647">
                  <c:v>44945.291666666657</c:v>
                </c:pt>
                <c:pt idx="2648">
                  <c:v>44945.333333333343</c:v>
                </c:pt>
                <c:pt idx="2649">
                  <c:v>44945.375</c:v>
                </c:pt>
                <c:pt idx="2650">
                  <c:v>44945.416666666657</c:v>
                </c:pt>
                <c:pt idx="2651">
                  <c:v>44945.458333333343</c:v>
                </c:pt>
                <c:pt idx="2652">
                  <c:v>44945.5</c:v>
                </c:pt>
                <c:pt idx="2653">
                  <c:v>44945.541666666657</c:v>
                </c:pt>
                <c:pt idx="2654">
                  <c:v>44945.583333333343</c:v>
                </c:pt>
                <c:pt idx="2655">
                  <c:v>44945.625</c:v>
                </c:pt>
                <c:pt idx="2656">
                  <c:v>44945.666666666657</c:v>
                </c:pt>
                <c:pt idx="2657">
                  <c:v>44945.708333333343</c:v>
                </c:pt>
                <c:pt idx="2658">
                  <c:v>44945.75</c:v>
                </c:pt>
                <c:pt idx="2659">
                  <c:v>44945.791666666657</c:v>
                </c:pt>
                <c:pt idx="2660">
                  <c:v>44945.833333333343</c:v>
                </c:pt>
                <c:pt idx="2661">
                  <c:v>44945.875</c:v>
                </c:pt>
                <c:pt idx="2662">
                  <c:v>44945.916666666657</c:v>
                </c:pt>
                <c:pt idx="2663">
                  <c:v>44945.958333333343</c:v>
                </c:pt>
                <c:pt idx="2664">
                  <c:v>44946</c:v>
                </c:pt>
                <c:pt idx="2665">
                  <c:v>44946.041666666657</c:v>
                </c:pt>
                <c:pt idx="2666">
                  <c:v>44946.083333333343</c:v>
                </c:pt>
                <c:pt idx="2667">
                  <c:v>44946.125</c:v>
                </c:pt>
                <c:pt idx="2668">
                  <c:v>44946.166666666657</c:v>
                </c:pt>
                <c:pt idx="2669">
                  <c:v>44946.208333333343</c:v>
                </c:pt>
                <c:pt idx="2670">
                  <c:v>44946.25</c:v>
                </c:pt>
                <c:pt idx="2671">
                  <c:v>44946.291666666657</c:v>
                </c:pt>
                <c:pt idx="2672">
                  <c:v>44946.333333333343</c:v>
                </c:pt>
                <c:pt idx="2673">
                  <c:v>44946.375</c:v>
                </c:pt>
                <c:pt idx="2674">
                  <c:v>44946.416666666657</c:v>
                </c:pt>
                <c:pt idx="2675">
                  <c:v>44946.458333333343</c:v>
                </c:pt>
                <c:pt idx="2676">
                  <c:v>44946.5</c:v>
                </c:pt>
                <c:pt idx="2677">
                  <c:v>44946.541666666657</c:v>
                </c:pt>
                <c:pt idx="2678">
                  <c:v>44946.583333333343</c:v>
                </c:pt>
                <c:pt idx="2679">
                  <c:v>44946.625</c:v>
                </c:pt>
                <c:pt idx="2680">
                  <c:v>44946.666666666657</c:v>
                </c:pt>
                <c:pt idx="2681">
                  <c:v>44946.708333333343</c:v>
                </c:pt>
                <c:pt idx="2682">
                  <c:v>44946.75</c:v>
                </c:pt>
                <c:pt idx="2683">
                  <c:v>44946.791666666657</c:v>
                </c:pt>
                <c:pt idx="2684">
                  <c:v>44946.833333333343</c:v>
                </c:pt>
                <c:pt idx="2685">
                  <c:v>44946.875</c:v>
                </c:pt>
                <c:pt idx="2686">
                  <c:v>44946.916666666657</c:v>
                </c:pt>
                <c:pt idx="2687">
                  <c:v>44946.958333333343</c:v>
                </c:pt>
                <c:pt idx="2688">
                  <c:v>44947</c:v>
                </c:pt>
                <c:pt idx="2689">
                  <c:v>44947.041666666657</c:v>
                </c:pt>
                <c:pt idx="2690">
                  <c:v>44947.083333333343</c:v>
                </c:pt>
                <c:pt idx="2691">
                  <c:v>44947.125</c:v>
                </c:pt>
                <c:pt idx="2692">
                  <c:v>44947.166666666657</c:v>
                </c:pt>
                <c:pt idx="2693">
                  <c:v>44947.208333333343</c:v>
                </c:pt>
                <c:pt idx="2694">
                  <c:v>44947.25</c:v>
                </c:pt>
                <c:pt idx="2695">
                  <c:v>44947.291666666657</c:v>
                </c:pt>
                <c:pt idx="2696">
                  <c:v>44947.333333333343</c:v>
                </c:pt>
                <c:pt idx="2697">
                  <c:v>44947.375</c:v>
                </c:pt>
                <c:pt idx="2698">
                  <c:v>44947.416666666657</c:v>
                </c:pt>
                <c:pt idx="2699">
                  <c:v>44947.458333333343</c:v>
                </c:pt>
                <c:pt idx="2700">
                  <c:v>44947.5</c:v>
                </c:pt>
                <c:pt idx="2701">
                  <c:v>44947.541666666657</c:v>
                </c:pt>
                <c:pt idx="2702">
                  <c:v>44947.583333333343</c:v>
                </c:pt>
                <c:pt idx="2703">
                  <c:v>44947.625</c:v>
                </c:pt>
                <c:pt idx="2704">
                  <c:v>44947.666666666657</c:v>
                </c:pt>
                <c:pt idx="2705">
                  <c:v>44947.708333333343</c:v>
                </c:pt>
                <c:pt idx="2706">
                  <c:v>44947.75</c:v>
                </c:pt>
                <c:pt idx="2707">
                  <c:v>44947.791666666657</c:v>
                </c:pt>
                <c:pt idx="2708">
                  <c:v>44947.833333333343</c:v>
                </c:pt>
                <c:pt idx="2709">
                  <c:v>44947.875</c:v>
                </c:pt>
                <c:pt idx="2710">
                  <c:v>44947.916666666657</c:v>
                </c:pt>
                <c:pt idx="2711">
                  <c:v>44947.958333333343</c:v>
                </c:pt>
                <c:pt idx="2712">
                  <c:v>44948</c:v>
                </c:pt>
                <c:pt idx="2713">
                  <c:v>44948.041666666657</c:v>
                </c:pt>
                <c:pt idx="2714">
                  <c:v>44948.083333333343</c:v>
                </c:pt>
                <c:pt idx="2715">
                  <c:v>44948.125</c:v>
                </c:pt>
                <c:pt idx="2716">
                  <c:v>44948.166666666657</c:v>
                </c:pt>
                <c:pt idx="2717">
                  <c:v>44948.208333333343</c:v>
                </c:pt>
                <c:pt idx="2718">
                  <c:v>44948.25</c:v>
                </c:pt>
                <c:pt idx="2719">
                  <c:v>44948.291666666657</c:v>
                </c:pt>
                <c:pt idx="2720">
                  <c:v>44948.333333333343</c:v>
                </c:pt>
                <c:pt idx="2721">
                  <c:v>44948.375</c:v>
                </c:pt>
                <c:pt idx="2722">
                  <c:v>44948.416666666657</c:v>
                </c:pt>
                <c:pt idx="2723">
                  <c:v>44948.458333333343</c:v>
                </c:pt>
                <c:pt idx="2724">
                  <c:v>44948.5</c:v>
                </c:pt>
                <c:pt idx="2725">
                  <c:v>44948.541666666657</c:v>
                </c:pt>
                <c:pt idx="2726">
                  <c:v>44948.583333333343</c:v>
                </c:pt>
                <c:pt idx="2727">
                  <c:v>44948.625</c:v>
                </c:pt>
                <c:pt idx="2728">
                  <c:v>44948.666666666657</c:v>
                </c:pt>
                <c:pt idx="2729">
                  <c:v>44948.708333333343</c:v>
                </c:pt>
                <c:pt idx="2730">
                  <c:v>44948.75</c:v>
                </c:pt>
                <c:pt idx="2731">
                  <c:v>44948.791666666657</c:v>
                </c:pt>
                <c:pt idx="2732">
                  <c:v>44948.833333333343</c:v>
                </c:pt>
                <c:pt idx="2733">
                  <c:v>44948.875</c:v>
                </c:pt>
                <c:pt idx="2734">
                  <c:v>44948.916666666657</c:v>
                </c:pt>
                <c:pt idx="2735">
                  <c:v>44948.958333333343</c:v>
                </c:pt>
                <c:pt idx="2736">
                  <c:v>44949</c:v>
                </c:pt>
                <c:pt idx="2737">
                  <c:v>44949.041666666657</c:v>
                </c:pt>
                <c:pt idx="2738">
                  <c:v>44949.083333333343</c:v>
                </c:pt>
                <c:pt idx="2739">
                  <c:v>44949.125</c:v>
                </c:pt>
                <c:pt idx="2740">
                  <c:v>44949.166666666657</c:v>
                </c:pt>
                <c:pt idx="2741">
                  <c:v>44949.208333333343</c:v>
                </c:pt>
                <c:pt idx="2742">
                  <c:v>44949.25</c:v>
                </c:pt>
                <c:pt idx="2743">
                  <c:v>44949.291666666657</c:v>
                </c:pt>
                <c:pt idx="2744">
                  <c:v>44949.333333333343</c:v>
                </c:pt>
                <c:pt idx="2745">
                  <c:v>44949.375</c:v>
                </c:pt>
                <c:pt idx="2746">
                  <c:v>44949.416666666657</c:v>
                </c:pt>
                <c:pt idx="2747">
                  <c:v>44949.458333333343</c:v>
                </c:pt>
                <c:pt idx="2748">
                  <c:v>44949.5</c:v>
                </c:pt>
                <c:pt idx="2749">
                  <c:v>44949.541666666657</c:v>
                </c:pt>
                <c:pt idx="2750">
                  <c:v>44949.583333333343</c:v>
                </c:pt>
                <c:pt idx="2751">
                  <c:v>44949.625</c:v>
                </c:pt>
                <c:pt idx="2752">
                  <c:v>44949.666666666657</c:v>
                </c:pt>
                <c:pt idx="2753">
                  <c:v>44949.708333333343</c:v>
                </c:pt>
                <c:pt idx="2754">
                  <c:v>44949.75</c:v>
                </c:pt>
                <c:pt idx="2755">
                  <c:v>44949.791666666657</c:v>
                </c:pt>
                <c:pt idx="2756">
                  <c:v>44949.833333333343</c:v>
                </c:pt>
                <c:pt idx="2757">
                  <c:v>44949.875</c:v>
                </c:pt>
                <c:pt idx="2758">
                  <c:v>44949.916666666657</c:v>
                </c:pt>
                <c:pt idx="2759">
                  <c:v>44949.958333333343</c:v>
                </c:pt>
                <c:pt idx="2760">
                  <c:v>44950</c:v>
                </c:pt>
                <c:pt idx="2761">
                  <c:v>44950.041666666657</c:v>
                </c:pt>
                <c:pt idx="2762">
                  <c:v>44950.083333333343</c:v>
                </c:pt>
                <c:pt idx="2763">
                  <c:v>44950.125</c:v>
                </c:pt>
                <c:pt idx="2764">
                  <c:v>44950.166666666657</c:v>
                </c:pt>
                <c:pt idx="2765">
                  <c:v>44950.208333333343</c:v>
                </c:pt>
                <c:pt idx="2766">
                  <c:v>44950.25</c:v>
                </c:pt>
                <c:pt idx="2767">
                  <c:v>44950.291666666657</c:v>
                </c:pt>
                <c:pt idx="2768">
                  <c:v>44950.333333333343</c:v>
                </c:pt>
                <c:pt idx="2769">
                  <c:v>44950.375</c:v>
                </c:pt>
                <c:pt idx="2770">
                  <c:v>44950.416666666657</c:v>
                </c:pt>
                <c:pt idx="2771">
                  <c:v>44950.458333333343</c:v>
                </c:pt>
                <c:pt idx="2772">
                  <c:v>44950.5</c:v>
                </c:pt>
                <c:pt idx="2773">
                  <c:v>44950.541666666657</c:v>
                </c:pt>
                <c:pt idx="2774">
                  <c:v>44950.583333333343</c:v>
                </c:pt>
                <c:pt idx="2775">
                  <c:v>44950.625</c:v>
                </c:pt>
                <c:pt idx="2776">
                  <c:v>44950.666666666657</c:v>
                </c:pt>
                <c:pt idx="2777">
                  <c:v>44950.708333333343</c:v>
                </c:pt>
                <c:pt idx="2778">
                  <c:v>44950.75</c:v>
                </c:pt>
                <c:pt idx="2779">
                  <c:v>44950.791666666657</c:v>
                </c:pt>
                <c:pt idx="2780">
                  <c:v>44950.833333333343</c:v>
                </c:pt>
                <c:pt idx="2781">
                  <c:v>44950.875</c:v>
                </c:pt>
                <c:pt idx="2782">
                  <c:v>44950.916666666657</c:v>
                </c:pt>
                <c:pt idx="2783">
                  <c:v>44950.958333333343</c:v>
                </c:pt>
                <c:pt idx="2784">
                  <c:v>44951</c:v>
                </c:pt>
                <c:pt idx="2785">
                  <c:v>44951.041666666657</c:v>
                </c:pt>
                <c:pt idx="2786">
                  <c:v>44951.083333333343</c:v>
                </c:pt>
                <c:pt idx="2787">
                  <c:v>44951.125</c:v>
                </c:pt>
                <c:pt idx="2788">
                  <c:v>44951.166666666657</c:v>
                </c:pt>
                <c:pt idx="2789">
                  <c:v>44951.208333333343</c:v>
                </c:pt>
                <c:pt idx="2790">
                  <c:v>44951.25</c:v>
                </c:pt>
                <c:pt idx="2791">
                  <c:v>44951.291666666657</c:v>
                </c:pt>
                <c:pt idx="2792">
                  <c:v>44951.333333333343</c:v>
                </c:pt>
                <c:pt idx="2793">
                  <c:v>44951.375</c:v>
                </c:pt>
                <c:pt idx="2794">
                  <c:v>44951.416666666657</c:v>
                </c:pt>
                <c:pt idx="2795">
                  <c:v>44951.458333333343</c:v>
                </c:pt>
                <c:pt idx="2796">
                  <c:v>44951.5</c:v>
                </c:pt>
                <c:pt idx="2797">
                  <c:v>44951.541666666657</c:v>
                </c:pt>
                <c:pt idx="2798">
                  <c:v>44951.583333333343</c:v>
                </c:pt>
                <c:pt idx="2799">
                  <c:v>44951.625</c:v>
                </c:pt>
                <c:pt idx="2800">
                  <c:v>44951.666666666657</c:v>
                </c:pt>
                <c:pt idx="2801">
                  <c:v>44951.708333333343</c:v>
                </c:pt>
                <c:pt idx="2802">
                  <c:v>44951.75</c:v>
                </c:pt>
                <c:pt idx="2803">
                  <c:v>44951.791666666657</c:v>
                </c:pt>
                <c:pt idx="2804">
                  <c:v>44951.833333333343</c:v>
                </c:pt>
                <c:pt idx="2805">
                  <c:v>44951.875</c:v>
                </c:pt>
                <c:pt idx="2806">
                  <c:v>44951.916666666657</c:v>
                </c:pt>
                <c:pt idx="2807">
                  <c:v>44951.958333333343</c:v>
                </c:pt>
                <c:pt idx="2808">
                  <c:v>44952</c:v>
                </c:pt>
                <c:pt idx="2809">
                  <c:v>44952.041666666657</c:v>
                </c:pt>
                <c:pt idx="2810">
                  <c:v>44952.083333333343</c:v>
                </c:pt>
                <c:pt idx="2811">
                  <c:v>44952.125</c:v>
                </c:pt>
                <c:pt idx="2812">
                  <c:v>44952.166666666657</c:v>
                </c:pt>
                <c:pt idx="2813">
                  <c:v>44952.208333333343</c:v>
                </c:pt>
                <c:pt idx="2814">
                  <c:v>44952.25</c:v>
                </c:pt>
                <c:pt idx="2815">
                  <c:v>44952.291666666657</c:v>
                </c:pt>
                <c:pt idx="2816">
                  <c:v>44952.333333333343</c:v>
                </c:pt>
                <c:pt idx="2817">
                  <c:v>44952.375</c:v>
                </c:pt>
                <c:pt idx="2818">
                  <c:v>44952.416666666657</c:v>
                </c:pt>
                <c:pt idx="2819">
                  <c:v>44952.458333333343</c:v>
                </c:pt>
                <c:pt idx="2820">
                  <c:v>44952.5</c:v>
                </c:pt>
                <c:pt idx="2821">
                  <c:v>44952.541666666657</c:v>
                </c:pt>
                <c:pt idx="2822">
                  <c:v>44952.583333333343</c:v>
                </c:pt>
                <c:pt idx="2823">
                  <c:v>44952.625</c:v>
                </c:pt>
                <c:pt idx="2824">
                  <c:v>44952.666666666657</c:v>
                </c:pt>
                <c:pt idx="2825">
                  <c:v>44952.708333333343</c:v>
                </c:pt>
                <c:pt idx="2826">
                  <c:v>44952.75</c:v>
                </c:pt>
                <c:pt idx="2827">
                  <c:v>44952.791666666657</c:v>
                </c:pt>
                <c:pt idx="2828">
                  <c:v>44952.833333333343</c:v>
                </c:pt>
                <c:pt idx="2829">
                  <c:v>44952.875</c:v>
                </c:pt>
                <c:pt idx="2830">
                  <c:v>44952.916666666657</c:v>
                </c:pt>
                <c:pt idx="2831">
                  <c:v>44952.958333333343</c:v>
                </c:pt>
                <c:pt idx="2832">
                  <c:v>44953</c:v>
                </c:pt>
                <c:pt idx="2833">
                  <c:v>44953.041666666657</c:v>
                </c:pt>
                <c:pt idx="2834">
                  <c:v>44953.083333333343</c:v>
                </c:pt>
                <c:pt idx="2835">
                  <c:v>44953.125</c:v>
                </c:pt>
                <c:pt idx="2836">
                  <c:v>44953.166666666657</c:v>
                </c:pt>
                <c:pt idx="2837">
                  <c:v>44953.208333333343</c:v>
                </c:pt>
                <c:pt idx="2838">
                  <c:v>44953.25</c:v>
                </c:pt>
                <c:pt idx="2839">
                  <c:v>44953.291666666657</c:v>
                </c:pt>
                <c:pt idx="2840">
                  <c:v>44953.333333333343</c:v>
                </c:pt>
                <c:pt idx="2841">
                  <c:v>44953.375</c:v>
                </c:pt>
                <c:pt idx="2842">
                  <c:v>44953.416666666657</c:v>
                </c:pt>
                <c:pt idx="2843">
                  <c:v>44953.458333333343</c:v>
                </c:pt>
                <c:pt idx="2844">
                  <c:v>44953.5</c:v>
                </c:pt>
                <c:pt idx="2845">
                  <c:v>44953.541666666657</c:v>
                </c:pt>
                <c:pt idx="2846">
                  <c:v>44953.583333333343</c:v>
                </c:pt>
                <c:pt idx="2847">
                  <c:v>44953.625</c:v>
                </c:pt>
                <c:pt idx="2848">
                  <c:v>44953.666666666657</c:v>
                </c:pt>
                <c:pt idx="2849">
                  <c:v>44953.708333333343</c:v>
                </c:pt>
                <c:pt idx="2850">
                  <c:v>44953.75</c:v>
                </c:pt>
                <c:pt idx="2851">
                  <c:v>44953.791666666657</c:v>
                </c:pt>
                <c:pt idx="2852">
                  <c:v>44953.833333333343</c:v>
                </c:pt>
                <c:pt idx="2853">
                  <c:v>44953.875</c:v>
                </c:pt>
                <c:pt idx="2854">
                  <c:v>44953.916666666657</c:v>
                </c:pt>
                <c:pt idx="2855">
                  <c:v>44953.958333333343</c:v>
                </c:pt>
                <c:pt idx="2856">
                  <c:v>44954</c:v>
                </c:pt>
                <c:pt idx="2857">
                  <c:v>44954.041666666657</c:v>
                </c:pt>
                <c:pt idx="2858">
                  <c:v>44954.083333333343</c:v>
                </c:pt>
                <c:pt idx="2859">
                  <c:v>44954.125</c:v>
                </c:pt>
                <c:pt idx="2860">
                  <c:v>44954.166666666657</c:v>
                </c:pt>
                <c:pt idx="2861">
                  <c:v>44954.208333333343</c:v>
                </c:pt>
                <c:pt idx="2862">
                  <c:v>44954.25</c:v>
                </c:pt>
                <c:pt idx="2863">
                  <c:v>44954.291666666657</c:v>
                </c:pt>
                <c:pt idx="2864">
                  <c:v>44954.333333333343</c:v>
                </c:pt>
                <c:pt idx="2865">
                  <c:v>44954.375</c:v>
                </c:pt>
                <c:pt idx="2866">
                  <c:v>44954.416666666657</c:v>
                </c:pt>
                <c:pt idx="2867">
                  <c:v>44954.458333333343</c:v>
                </c:pt>
                <c:pt idx="2868">
                  <c:v>44954.5</c:v>
                </c:pt>
                <c:pt idx="2869">
                  <c:v>44954.541666666657</c:v>
                </c:pt>
                <c:pt idx="2870">
                  <c:v>44954.583333333343</c:v>
                </c:pt>
                <c:pt idx="2871">
                  <c:v>44954.625</c:v>
                </c:pt>
                <c:pt idx="2872">
                  <c:v>44954.666666666657</c:v>
                </c:pt>
                <c:pt idx="2873">
                  <c:v>44954.708333333343</c:v>
                </c:pt>
                <c:pt idx="2874">
                  <c:v>44954.75</c:v>
                </c:pt>
                <c:pt idx="2875">
                  <c:v>44954.791666666657</c:v>
                </c:pt>
                <c:pt idx="2876">
                  <c:v>44954.833333333343</c:v>
                </c:pt>
                <c:pt idx="2877">
                  <c:v>44954.875</c:v>
                </c:pt>
                <c:pt idx="2878">
                  <c:v>44954.916666666657</c:v>
                </c:pt>
                <c:pt idx="2879">
                  <c:v>44954.958333333343</c:v>
                </c:pt>
                <c:pt idx="2880">
                  <c:v>44955</c:v>
                </c:pt>
                <c:pt idx="2881">
                  <c:v>44955.041666666657</c:v>
                </c:pt>
                <c:pt idx="2882">
                  <c:v>44955.083333333343</c:v>
                </c:pt>
                <c:pt idx="2883">
                  <c:v>44955.125</c:v>
                </c:pt>
                <c:pt idx="2884">
                  <c:v>44955.166666666657</c:v>
                </c:pt>
                <c:pt idx="2885">
                  <c:v>44955.208333333343</c:v>
                </c:pt>
                <c:pt idx="2886">
                  <c:v>44955.25</c:v>
                </c:pt>
                <c:pt idx="2887">
                  <c:v>44955.291666666657</c:v>
                </c:pt>
                <c:pt idx="2888">
                  <c:v>44955.333333333343</c:v>
                </c:pt>
                <c:pt idx="2889">
                  <c:v>44955.375</c:v>
                </c:pt>
                <c:pt idx="2890">
                  <c:v>44955.416666666657</c:v>
                </c:pt>
                <c:pt idx="2891">
                  <c:v>44955.458333333343</c:v>
                </c:pt>
                <c:pt idx="2892">
                  <c:v>44955.5</c:v>
                </c:pt>
                <c:pt idx="2893">
                  <c:v>44955.541666666657</c:v>
                </c:pt>
                <c:pt idx="2894">
                  <c:v>44955.583333333343</c:v>
                </c:pt>
                <c:pt idx="2895">
                  <c:v>44955.625</c:v>
                </c:pt>
                <c:pt idx="2896">
                  <c:v>44955.666666666657</c:v>
                </c:pt>
                <c:pt idx="2897">
                  <c:v>44955.708333333343</c:v>
                </c:pt>
                <c:pt idx="2898">
                  <c:v>44955.75</c:v>
                </c:pt>
                <c:pt idx="2899">
                  <c:v>44955.791666666657</c:v>
                </c:pt>
                <c:pt idx="2900">
                  <c:v>44955.833333333343</c:v>
                </c:pt>
                <c:pt idx="2901">
                  <c:v>44955.875</c:v>
                </c:pt>
                <c:pt idx="2902">
                  <c:v>44955.916666666657</c:v>
                </c:pt>
                <c:pt idx="2903">
                  <c:v>44955.958333333343</c:v>
                </c:pt>
                <c:pt idx="2904">
                  <c:v>44956</c:v>
                </c:pt>
                <c:pt idx="2905">
                  <c:v>44956.041666666657</c:v>
                </c:pt>
                <c:pt idx="2906">
                  <c:v>44956.083333333343</c:v>
                </c:pt>
                <c:pt idx="2907">
                  <c:v>44956.125</c:v>
                </c:pt>
                <c:pt idx="2908">
                  <c:v>44956.166666666657</c:v>
                </c:pt>
                <c:pt idx="2909">
                  <c:v>44956.208333333343</c:v>
                </c:pt>
                <c:pt idx="2910">
                  <c:v>44956.25</c:v>
                </c:pt>
                <c:pt idx="2911">
                  <c:v>44956.291666666657</c:v>
                </c:pt>
                <c:pt idx="2912">
                  <c:v>44956.333333333343</c:v>
                </c:pt>
                <c:pt idx="2913">
                  <c:v>44956.375</c:v>
                </c:pt>
                <c:pt idx="2914">
                  <c:v>44956.416666666657</c:v>
                </c:pt>
                <c:pt idx="2915">
                  <c:v>44956.458333333343</c:v>
                </c:pt>
                <c:pt idx="2916">
                  <c:v>44956.5</c:v>
                </c:pt>
                <c:pt idx="2917">
                  <c:v>44956.541666666657</c:v>
                </c:pt>
                <c:pt idx="2918">
                  <c:v>44956.583333333343</c:v>
                </c:pt>
                <c:pt idx="2919">
                  <c:v>44956.625</c:v>
                </c:pt>
                <c:pt idx="2920">
                  <c:v>44956.666666666657</c:v>
                </c:pt>
                <c:pt idx="2921">
                  <c:v>44956.708333333343</c:v>
                </c:pt>
                <c:pt idx="2922">
                  <c:v>44956.75</c:v>
                </c:pt>
                <c:pt idx="2923">
                  <c:v>44956.791666666657</c:v>
                </c:pt>
                <c:pt idx="2924">
                  <c:v>44956.833333333343</c:v>
                </c:pt>
                <c:pt idx="2925">
                  <c:v>44956.875</c:v>
                </c:pt>
                <c:pt idx="2926">
                  <c:v>44956.916666666657</c:v>
                </c:pt>
                <c:pt idx="2927">
                  <c:v>44956.958333333343</c:v>
                </c:pt>
                <c:pt idx="2928">
                  <c:v>44957</c:v>
                </c:pt>
                <c:pt idx="2929">
                  <c:v>44957.041666666657</c:v>
                </c:pt>
                <c:pt idx="2930">
                  <c:v>44957.083333333343</c:v>
                </c:pt>
                <c:pt idx="2931">
                  <c:v>44957.125</c:v>
                </c:pt>
                <c:pt idx="2932">
                  <c:v>44957.166666666657</c:v>
                </c:pt>
                <c:pt idx="2933">
                  <c:v>44957.208333333343</c:v>
                </c:pt>
                <c:pt idx="2934">
                  <c:v>44957.25</c:v>
                </c:pt>
                <c:pt idx="2935">
                  <c:v>44957.291666666657</c:v>
                </c:pt>
                <c:pt idx="2936">
                  <c:v>44957.333333333343</c:v>
                </c:pt>
                <c:pt idx="2937">
                  <c:v>44957.375</c:v>
                </c:pt>
                <c:pt idx="2938">
                  <c:v>44957.416666666657</c:v>
                </c:pt>
                <c:pt idx="2939">
                  <c:v>44957.458333333343</c:v>
                </c:pt>
                <c:pt idx="2940">
                  <c:v>44957.5</c:v>
                </c:pt>
                <c:pt idx="2941">
                  <c:v>44957.541666666657</c:v>
                </c:pt>
                <c:pt idx="2942">
                  <c:v>44957.583333333343</c:v>
                </c:pt>
                <c:pt idx="2943">
                  <c:v>44957.625</c:v>
                </c:pt>
                <c:pt idx="2944">
                  <c:v>44957.666666666657</c:v>
                </c:pt>
                <c:pt idx="2945">
                  <c:v>44957.708333333343</c:v>
                </c:pt>
                <c:pt idx="2946">
                  <c:v>44957.75</c:v>
                </c:pt>
                <c:pt idx="2947">
                  <c:v>44957.791666666657</c:v>
                </c:pt>
                <c:pt idx="2948">
                  <c:v>44957.833333333343</c:v>
                </c:pt>
                <c:pt idx="2949">
                  <c:v>44957.875</c:v>
                </c:pt>
                <c:pt idx="2950">
                  <c:v>44957.916666666657</c:v>
                </c:pt>
                <c:pt idx="2951">
                  <c:v>44957.958333333343</c:v>
                </c:pt>
                <c:pt idx="2952">
                  <c:v>44958</c:v>
                </c:pt>
                <c:pt idx="2953">
                  <c:v>44958.041666666657</c:v>
                </c:pt>
                <c:pt idx="2954">
                  <c:v>44958.083333333343</c:v>
                </c:pt>
                <c:pt idx="2955">
                  <c:v>44958.125</c:v>
                </c:pt>
                <c:pt idx="2956">
                  <c:v>44958.166666666657</c:v>
                </c:pt>
                <c:pt idx="2957">
                  <c:v>44958.208333333343</c:v>
                </c:pt>
                <c:pt idx="2958">
                  <c:v>44958.25</c:v>
                </c:pt>
                <c:pt idx="2959">
                  <c:v>44958.291666666657</c:v>
                </c:pt>
                <c:pt idx="2960">
                  <c:v>44958.333333333343</c:v>
                </c:pt>
                <c:pt idx="2961">
                  <c:v>44958.375</c:v>
                </c:pt>
                <c:pt idx="2962">
                  <c:v>44958.416666666657</c:v>
                </c:pt>
                <c:pt idx="2963">
                  <c:v>44958.458333333343</c:v>
                </c:pt>
                <c:pt idx="2964">
                  <c:v>44958.5</c:v>
                </c:pt>
                <c:pt idx="2965">
                  <c:v>44958.541666666657</c:v>
                </c:pt>
                <c:pt idx="2966">
                  <c:v>44958.583333333343</c:v>
                </c:pt>
                <c:pt idx="2967">
                  <c:v>44958.625</c:v>
                </c:pt>
                <c:pt idx="2968">
                  <c:v>44958.666666666657</c:v>
                </c:pt>
                <c:pt idx="2969">
                  <c:v>44958.708333333343</c:v>
                </c:pt>
                <c:pt idx="2970">
                  <c:v>44958.75</c:v>
                </c:pt>
                <c:pt idx="2971">
                  <c:v>44958.791666666657</c:v>
                </c:pt>
                <c:pt idx="2972">
                  <c:v>44958.833333333343</c:v>
                </c:pt>
                <c:pt idx="2973">
                  <c:v>44958.875</c:v>
                </c:pt>
                <c:pt idx="2974">
                  <c:v>44958.916666666657</c:v>
                </c:pt>
                <c:pt idx="2975">
                  <c:v>44958.958333333343</c:v>
                </c:pt>
                <c:pt idx="2976">
                  <c:v>44959</c:v>
                </c:pt>
                <c:pt idx="2977">
                  <c:v>44959.041666666657</c:v>
                </c:pt>
                <c:pt idx="2978">
                  <c:v>44959.083333333343</c:v>
                </c:pt>
                <c:pt idx="2979">
                  <c:v>44959.125</c:v>
                </c:pt>
                <c:pt idx="2980">
                  <c:v>44959.166666666657</c:v>
                </c:pt>
                <c:pt idx="2981">
                  <c:v>44959.208333333343</c:v>
                </c:pt>
                <c:pt idx="2982">
                  <c:v>44959.25</c:v>
                </c:pt>
                <c:pt idx="2983">
                  <c:v>44959.291666666657</c:v>
                </c:pt>
                <c:pt idx="2984">
                  <c:v>44959.333333333343</c:v>
                </c:pt>
                <c:pt idx="2985">
                  <c:v>44959.375</c:v>
                </c:pt>
                <c:pt idx="2986">
                  <c:v>44959.416666666657</c:v>
                </c:pt>
                <c:pt idx="2987">
                  <c:v>44959.458333333343</c:v>
                </c:pt>
                <c:pt idx="2988">
                  <c:v>44959.5</c:v>
                </c:pt>
                <c:pt idx="2989">
                  <c:v>44959.541666666657</c:v>
                </c:pt>
                <c:pt idx="2990">
                  <c:v>44959.583333333343</c:v>
                </c:pt>
                <c:pt idx="2991">
                  <c:v>44959.625</c:v>
                </c:pt>
                <c:pt idx="2992">
                  <c:v>44959.666666666657</c:v>
                </c:pt>
                <c:pt idx="2993">
                  <c:v>44959.708333333343</c:v>
                </c:pt>
                <c:pt idx="2994">
                  <c:v>44959.75</c:v>
                </c:pt>
                <c:pt idx="2995">
                  <c:v>44959.791666666657</c:v>
                </c:pt>
                <c:pt idx="2996">
                  <c:v>44959.833333333343</c:v>
                </c:pt>
                <c:pt idx="2997">
                  <c:v>44959.875</c:v>
                </c:pt>
                <c:pt idx="2998">
                  <c:v>44959.916666666657</c:v>
                </c:pt>
                <c:pt idx="2999">
                  <c:v>44959.958333333343</c:v>
                </c:pt>
                <c:pt idx="3000">
                  <c:v>44960</c:v>
                </c:pt>
                <c:pt idx="3001">
                  <c:v>44960.041666666657</c:v>
                </c:pt>
                <c:pt idx="3002">
                  <c:v>44960.083333333343</c:v>
                </c:pt>
                <c:pt idx="3003">
                  <c:v>44960.125</c:v>
                </c:pt>
                <c:pt idx="3004">
                  <c:v>44960.166666666657</c:v>
                </c:pt>
                <c:pt idx="3005">
                  <c:v>44960.208333333343</c:v>
                </c:pt>
                <c:pt idx="3006">
                  <c:v>44960.25</c:v>
                </c:pt>
                <c:pt idx="3007">
                  <c:v>44960.291666666657</c:v>
                </c:pt>
                <c:pt idx="3008">
                  <c:v>44960.333333333343</c:v>
                </c:pt>
                <c:pt idx="3009">
                  <c:v>44960.375</c:v>
                </c:pt>
                <c:pt idx="3010">
                  <c:v>44960.416666666657</c:v>
                </c:pt>
                <c:pt idx="3011">
                  <c:v>44960.458333333343</c:v>
                </c:pt>
                <c:pt idx="3012">
                  <c:v>44960.5</c:v>
                </c:pt>
                <c:pt idx="3013">
                  <c:v>44960.541666666657</c:v>
                </c:pt>
                <c:pt idx="3014">
                  <c:v>44960.583333333343</c:v>
                </c:pt>
                <c:pt idx="3015">
                  <c:v>44960.625</c:v>
                </c:pt>
                <c:pt idx="3016">
                  <c:v>44960.666666666657</c:v>
                </c:pt>
                <c:pt idx="3017">
                  <c:v>44960.708333333343</c:v>
                </c:pt>
                <c:pt idx="3018">
                  <c:v>44960.75</c:v>
                </c:pt>
                <c:pt idx="3019">
                  <c:v>44960.791666666657</c:v>
                </c:pt>
                <c:pt idx="3020">
                  <c:v>44960.833333333343</c:v>
                </c:pt>
                <c:pt idx="3021">
                  <c:v>44960.875</c:v>
                </c:pt>
                <c:pt idx="3022">
                  <c:v>44960.916666666657</c:v>
                </c:pt>
                <c:pt idx="3023">
                  <c:v>44960.958333333343</c:v>
                </c:pt>
                <c:pt idx="3024">
                  <c:v>44961</c:v>
                </c:pt>
                <c:pt idx="3025">
                  <c:v>44961.041666666657</c:v>
                </c:pt>
                <c:pt idx="3026">
                  <c:v>44961.083333333343</c:v>
                </c:pt>
                <c:pt idx="3027">
                  <c:v>44961.125</c:v>
                </c:pt>
                <c:pt idx="3028">
                  <c:v>44961.166666666657</c:v>
                </c:pt>
                <c:pt idx="3029">
                  <c:v>44961.208333333343</c:v>
                </c:pt>
                <c:pt idx="3030">
                  <c:v>44961.25</c:v>
                </c:pt>
                <c:pt idx="3031">
                  <c:v>44961.291666666657</c:v>
                </c:pt>
                <c:pt idx="3032">
                  <c:v>44961.333333333343</c:v>
                </c:pt>
                <c:pt idx="3033">
                  <c:v>44961.375</c:v>
                </c:pt>
                <c:pt idx="3034">
                  <c:v>44961.416666666657</c:v>
                </c:pt>
                <c:pt idx="3035">
                  <c:v>44961.458333333343</c:v>
                </c:pt>
                <c:pt idx="3036">
                  <c:v>44961.5</c:v>
                </c:pt>
                <c:pt idx="3037">
                  <c:v>44961.541666666657</c:v>
                </c:pt>
                <c:pt idx="3038">
                  <c:v>44961.583333333343</c:v>
                </c:pt>
                <c:pt idx="3039">
                  <c:v>44961.625</c:v>
                </c:pt>
                <c:pt idx="3040">
                  <c:v>44961.666666666657</c:v>
                </c:pt>
                <c:pt idx="3041">
                  <c:v>44961.708333333343</c:v>
                </c:pt>
                <c:pt idx="3042">
                  <c:v>44961.75</c:v>
                </c:pt>
                <c:pt idx="3043">
                  <c:v>44961.791666666657</c:v>
                </c:pt>
                <c:pt idx="3044">
                  <c:v>44961.833333333343</c:v>
                </c:pt>
                <c:pt idx="3045">
                  <c:v>44961.875</c:v>
                </c:pt>
                <c:pt idx="3046">
                  <c:v>44961.916666666657</c:v>
                </c:pt>
                <c:pt idx="3047">
                  <c:v>44961.958333333343</c:v>
                </c:pt>
                <c:pt idx="3048">
                  <c:v>44962</c:v>
                </c:pt>
                <c:pt idx="3049">
                  <c:v>44962.041666666657</c:v>
                </c:pt>
                <c:pt idx="3050">
                  <c:v>44962.083333333343</c:v>
                </c:pt>
                <c:pt idx="3051">
                  <c:v>44962.125</c:v>
                </c:pt>
                <c:pt idx="3052">
                  <c:v>44962.166666666657</c:v>
                </c:pt>
                <c:pt idx="3053">
                  <c:v>44962.208333333343</c:v>
                </c:pt>
                <c:pt idx="3054">
                  <c:v>44962.25</c:v>
                </c:pt>
                <c:pt idx="3055">
                  <c:v>44962.291666666657</c:v>
                </c:pt>
                <c:pt idx="3056">
                  <c:v>44962.333333333343</c:v>
                </c:pt>
                <c:pt idx="3057">
                  <c:v>44962.375</c:v>
                </c:pt>
                <c:pt idx="3058">
                  <c:v>44962.416666666657</c:v>
                </c:pt>
                <c:pt idx="3059">
                  <c:v>44962.458333333343</c:v>
                </c:pt>
                <c:pt idx="3060">
                  <c:v>44962.5</c:v>
                </c:pt>
                <c:pt idx="3061">
                  <c:v>44962.541666666657</c:v>
                </c:pt>
                <c:pt idx="3062">
                  <c:v>44962.583333333343</c:v>
                </c:pt>
                <c:pt idx="3063">
                  <c:v>44962.625</c:v>
                </c:pt>
                <c:pt idx="3064">
                  <c:v>44962.666666666657</c:v>
                </c:pt>
                <c:pt idx="3065">
                  <c:v>44962.708333333343</c:v>
                </c:pt>
                <c:pt idx="3066">
                  <c:v>44962.75</c:v>
                </c:pt>
                <c:pt idx="3067">
                  <c:v>44962.791666666657</c:v>
                </c:pt>
                <c:pt idx="3068">
                  <c:v>44962.833333333343</c:v>
                </c:pt>
                <c:pt idx="3069">
                  <c:v>44962.875</c:v>
                </c:pt>
                <c:pt idx="3070">
                  <c:v>44962.916666666657</c:v>
                </c:pt>
                <c:pt idx="3071">
                  <c:v>44962.958333333343</c:v>
                </c:pt>
                <c:pt idx="3072">
                  <c:v>44963</c:v>
                </c:pt>
                <c:pt idx="3073">
                  <c:v>44963.041666666657</c:v>
                </c:pt>
                <c:pt idx="3074">
                  <c:v>44963.083333333343</c:v>
                </c:pt>
                <c:pt idx="3075">
                  <c:v>44963.125</c:v>
                </c:pt>
                <c:pt idx="3076">
                  <c:v>44963.166666666657</c:v>
                </c:pt>
                <c:pt idx="3077">
                  <c:v>44963.208333333343</c:v>
                </c:pt>
                <c:pt idx="3078">
                  <c:v>44963.25</c:v>
                </c:pt>
                <c:pt idx="3079">
                  <c:v>44963.291666666657</c:v>
                </c:pt>
                <c:pt idx="3080">
                  <c:v>44963.333333333343</c:v>
                </c:pt>
                <c:pt idx="3081">
                  <c:v>44963.375</c:v>
                </c:pt>
                <c:pt idx="3082">
                  <c:v>44963.416666666657</c:v>
                </c:pt>
                <c:pt idx="3083">
                  <c:v>44963.458333333343</c:v>
                </c:pt>
                <c:pt idx="3084">
                  <c:v>44963.5</c:v>
                </c:pt>
                <c:pt idx="3085">
                  <c:v>44963.541666666657</c:v>
                </c:pt>
                <c:pt idx="3086">
                  <c:v>44963.583333333343</c:v>
                </c:pt>
                <c:pt idx="3087">
                  <c:v>44963.625</c:v>
                </c:pt>
                <c:pt idx="3088">
                  <c:v>44963.666666666657</c:v>
                </c:pt>
                <c:pt idx="3089">
                  <c:v>44963.708333333343</c:v>
                </c:pt>
                <c:pt idx="3090">
                  <c:v>44963.75</c:v>
                </c:pt>
                <c:pt idx="3091">
                  <c:v>44963.791666666657</c:v>
                </c:pt>
                <c:pt idx="3092">
                  <c:v>44963.833333333343</c:v>
                </c:pt>
                <c:pt idx="3093">
                  <c:v>44963.875</c:v>
                </c:pt>
                <c:pt idx="3094">
                  <c:v>44963.916666666657</c:v>
                </c:pt>
                <c:pt idx="3095">
                  <c:v>44963.958333333343</c:v>
                </c:pt>
                <c:pt idx="3096">
                  <c:v>44964</c:v>
                </c:pt>
                <c:pt idx="3097">
                  <c:v>44964.041666666657</c:v>
                </c:pt>
                <c:pt idx="3098">
                  <c:v>44964.083333333343</c:v>
                </c:pt>
                <c:pt idx="3099">
                  <c:v>44964.125</c:v>
                </c:pt>
                <c:pt idx="3100">
                  <c:v>44964.166666666657</c:v>
                </c:pt>
                <c:pt idx="3101">
                  <c:v>44964.208333333343</c:v>
                </c:pt>
                <c:pt idx="3102">
                  <c:v>44964.25</c:v>
                </c:pt>
                <c:pt idx="3103">
                  <c:v>44964.291666666657</c:v>
                </c:pt>
                <c:pt idx="3104">
                  <c:v>44964.333333333343</c:v>
                </c:pt>
                <c:pt idx="3105">
                  <c:v>44964.375</c:v>
                </c:pt>
                <c:pt idx="3106">
                  <c:v>44964.416666666657</c:v>
                </c:pt>
                <c:pt idx="3107">
                  <c:v>44964.458333333343</c:v>
                </c:pt>
                <c:pt idx="3108">
                  <c:v>44964.5</c:v>
                </c:pt>
                <c:pt idx="3109">
                  <c:v>44964.541666666657</c:v>
                </c:pt>
                <c:pt idx="3110">
                  <c:v>44964.583333333343</c:v>
                </c:pt>
                <c:pt idx="3111">
                  <c:v>44964.625</c:v>
                </c:pt>
                <c:pt idx="3112">
                  <c:v>44964.666666666657</c:v>
                </c:pt>
                <c:pt idx="3113">
                  <c:v>44964.708333333343</c:v>
                </c:pt>
                <c:pt idx="3114">
                  <c:v>44964.75</c:v>
                </c:pt>
                <c:pt idx="3115">
                  <c:v>44964.791666666657</c:v>
                </c:pt>
                <c:pt idx="3116">
                  <c:v>44964.833333333343</c:v>
                </c:pt>
                <c:pt idx="3117">
                  <c:v>44964.875</c:v>
                </c:pt>
                <c:pt idx="3118">
                  <c:v>44964.916666666657</c:v>
                </c:pt>
                <c:pt idx="3119">
                  <c:v>44964.958333333343</c:v>
                </c:pt>
                <c:pt idx="3120">
                  <c:v>44965</c:v>
                </c:pt>
                <c:pt idx="3121">
                  <c:v>44965.041666666657</c:v>
                </c:pt>
                <c:pt idx="3122">
                  <c:v>44965.083333333343</c:v>
                </c:pt>
                <c:pt idx="3123">
                  <c:v>44965.125</c:v>
                </c:pt>
                <c:pt idx="3124">
                  <c:v>44965.166666666657</c:v>
                </c:pt>
                <c:pt idx="3125">
                  <c:v>44965.208333333343</c:v>
                </c:pt>
                <c:pt idx="3126">
                  <c:v>44965.25</c:v>
                </c:pt>
                <c:pt idx="3127">
                  <c:v>44965.291666666657</c:v>
                </c:pt>
                <c:pt idx="3128">
                  <c:v>44965.333333333343</c:v>
                </c:pt>
                <c:pt idx="3129">
                  <c:v>44965.375</c:v>
                </c:pt>
                <c:pt idx="3130">
                  <c:v>44965.416666666657</c:v>
                </c:pt>
                <c:pt idx="3131">
                  <c:v>44965.458333333343</c:v>
                </c:pt>
                <c:pt idx="3132">
                  <c:v>44965.5</c:v>
                </c:pt>
                <c:pt idx="3133">
                  <c:v>44965.541666666657</c:v>
                </c:pt>
                <c:pt idx="3134">
                  <c:v>44965.583333333343</c:v>
                </c:pt>
                <c:pt idx="3135">
                  <c:v>44965.625</c:v>
                </c:pt>
                <c:pt idx="3136">
                  <c:v>44965.666666666657</c:v>
                </c:pt>
                <c:pt idx="3137">
                  <c:v>44965.708333333343</c:v>
                </c:pt>
                <c:pt idx="3138">
                  <c:v>44965.75</c:v>
                </c:pt>
                <c:pt idx="3139">
                  <c:v>44965.791666666657</c:v>
                </c:pt>
                <c:pt idx="3140">
                  <c:v>44965.833333333343</c:v>
                </c:pt>
                <c:pt idx="3141">
                  <c:v>44965.875</c:v>
                </c:pt>
                <c:pt idx="3142">
                  <c:v>44965.916666666657</c:v>
                </c:pt>
                <c:pt idx="3143">
                  <c:v>44965.958333333343</c:v>
                </c:pt>
                <c:pt idx="3144">
                  <c:v>44966</c:v>
                </c:pt>
                <c:pt idx="3145">
                  <c:v>44966.041666666657</c:v>
                </c:pt>
                <c:pt idx="3146">
                  <c:v>44966.083333333343</c:v>
                </c:pt>
                <c:pt idx="3147">
                  <c:v>44966.125</c:v>
                </c:pt>
                <c:pt idx="3148">
                  <c:v>44966.166666666657</c:v>
                </c:pt>
                <c:pt idx="3149">
                  <c:v>44966.208333333343</c:v>
                </c:pt>
                <c:pt idx="3150">
                  <c:v>44966.25</c:v>
                </c:pt>
                <c:pt idx="3151">
                  <c:v>44966.291666666657</c:v>
                </c:pt>
                <c:pt idx="3152">
                  <c:v>44966.333333333343</c:v>
                </c:pt>
                <c:pt idx="3153">
                  <c:v>44966.375</c:v>
                </c:pt>
                <c:pt idx="3154">
                  <c:v>44966.416666666657</c:v>
                </c:pt>
                <c:pt idx="3155">
                  <c:v>44966.458333333343</c:v>
                </c:pt>
                <c:pt idx="3156">
                  <c:v>44966.5</c:v>
                </c:pt>
                <c:pt idx="3157">
                  <c:v>44966.541666666657</c:v>
                </c:pt>
                <c:pt idx="3158">
                  <c:v>44966.583333333343</c:v>
                </c:pt>
                <c:pt idx="3159">
                  <c:v>44966.625</c:v>
                </c:pt>
                <c:pt idx="3160">
                  <c:v>44966.666666666657</c:v>
                </c:pt>
                <c:pt idx="3161">
                  <c:v>44966.708333333343</c:v>
                </c:pt>
                <c:pt idx="3162">
                  <c:v>44966.75</c:v>
                </c:pt>
                <c:pt idx="3163">
                  <c:v>44966.791666666657</c:v>
                </c:pt>
                <c:pt idx="3164">
                  <c:v>44966.833333333343</c:v>
                </c:pt>
                <c:pt idx="3165">
                  <c:v>44966.875</c:v>
                </c:pt>
                <c:pt idx="3166">
                  <c:v>44966.916666666657</c:v>
                </c:pt>
                <c:pt idx="3167">
                  <c:v>44966.958333333343</c:v>
                </c:pt>
                <c:pt idx="3168">
                  <c:v>44967</c:v>
                </c:pt>
                <c:pt idx="3169">
                  <c:v>44967.041666666657</c:v>
                </c:pt>
                <c:pt idx="3170">
                  <c:v>44967.083333333343</c:v>
                </c:pt>
                <c:pt idx="3171">
                  <c:v>44967.125</c:v>
                </c:pt>
                <c:pt idx="3172">
                  <c:v>44967.166666666657</c:v>
                </c:pt>
                <c:pt idx="3173">
                  <c:v>44967.208333333343</c:v>
                </c:pt>
                <c:pt idx="3174">
                  <c:v>44967.25</c:v>
                </c:pt>
                <c:pt idx="3175">
                  <c:v>44967.291666666657</c:v>
                </c:pt>
                <c:pt idx="3176">
                  <c:v>44967.333333333343</c:v>
                </c:pt>
                <c:pt idx="3177">
                  <c:v>44967.375</c:v>
                </c:pt>
                <c:pt idx="3178">
                  <c:v>44967.416666666657</c:v>
                </c:pt>
                <c:pt idx="3179">
                  <c:v>44967.458333333343</c:v>
                </c:pt>
                <c:pt idx="3180">
                  <c:v>44967.5</c:v>
                </c:pt>
                <c:pt idx="3181">
                  <c:v>44967.541666666657</c:v>
                </c:pt>
                <c:pt idx="3182">
                  <c:v>44967.583333333343</c:v>
                </c:pt>
                <c:pt idx="3183">
                  <c:v>44967.625</c:v>
                </c:pt>
                <c:pt idx="3184">
                  <c:v>44967.666666666657</c:v>
                </c:pt>
                <c:pt idx="3185">
                  <c:v>44967.708333333343</c:v>
                </c:pt>
                <c:pt idx="3186">
                  <c:v>44967.75</c:v>
                </c:pt>
                <c:pt idx="3187">
                  <c:v>44967.791666666657</c:v>
                </c:pt>
                <c:pt idx="3188">
                  <c:v>44967.833333333343</c:v>
                </c:pt>
                <c:pt idx="3189">
                  <c:v>44967.875</c:v>
                </c:pt>
                <c:pt idx="3190">
                  <c:v>44967.916666666657</c:v>
                </c:pt>
                <c:pt idx="3191">
                  <c:v>44967.958333333343</c:v>
                </c:pt>
                <c:pt idx="3192">
                  <c:v>44968</c:v>
                </c:pt>
                <c:pt idx="3193">
                  <c:v>44968.041666666657</c:v>
                </c:pt>
                <c:pt idx="3194">
                  <c:v>44968.083333333343</c:v>
                </c:pt>
                <c:pt idx="3195">
                  <c:v>44968.125</c:v>
                </c:pt>
                <c:pt idx="3196">
                  <c:v>44968.166666666657</c:v>
                </c:pt>
                <c:pt idx="3197">
                  <c:v>44968.208333333343</c:v>
                </c:pt>
                <c:pt idx="3198">
                  <c:v>44968.25</c:v>
                </c:pt>
                <c:pt idx="3199">
                  <c:v>44968.291666666657</c:v>
                </c:pt>
                <c:pt idx="3200">
                  <c:v>44968.333333333343</c:v>
                </c:pt>
                <c:pt idx="3201">
                  <c:v>44968.375</c:v>
                </c:pt>
                <c:pt idx="3202">
                  <c:v>44968.416666666657</c:v>
                </c:pt>
                <c:pt idx="3203">
                  <c:v>44968.458333333343</c:v>
                </c:pt>
                <c:pt idx="3204">
                  <c:v>44968.5</c:v>
                </c:pt>
                <c:pt idx="3205">
                  <c:v>44968.541666666657</c:v>
                </c:pt>
                <c:pt idx="3206">
                  <c:v>44968.583333333343</c:v>
                </c:pt>
                <c:pt idx="3207">
                  <c:v>44968.625</c:v>
                </c:pt>
                <c:pt idx="3208">
                  <c:v>44968.666666666657</c:v>
                </c:pt>
                <c:pt idx="3209">
                  <c:v>44968.708333333343</c:v>
                </c:pt>
                <c:pt idx="3210">
                  <c:v>44968.75</c:v>
                </c:pt>
                <c:pt idx="3211">
                  <c:v>44968.791666666657</c:v>
                </c:pt>
                <c:pt idx="3212">
                  <c:v>44968.833333333343</c:v>
                </c:pt>
                <c:pt idx="3213">
                  <c:v>44968.875</c:v>
                </c:pt>
                <c:pt idx="3214">
                  <c:v>44968.916666666657</c:v>
                </c:pt>
                <c:pt idx="3215">
                  <c:v>44968.958333333343</c:v>
                </c:pt>
                <c:pt idx="3216">
                  <c:v>44969</c:v>
                </c:pt>
                <c:pt idx="3217">
                  <c:v>44969.041666666657</c:v>
                </c:pt>
                <c:pt idx="3218">
                  <c:v>44969.083333333343</c:v>
                </c:pt>
                <c:pt idx="3219">
                  <c:v>44969.125</c:v>
                </c:pt>
                <c:pt idx="3220">
                  <c:v>44969.166666666657</c:v>
                </c:pt>
                <c:pt idx="3221">
                  <c:v>44969.208333333343</c:v>
                </c:pt>
                <c:pt idx="3222">
                  <c:v>44969.25</c:v>
                </c:pt>
                <c:pt idx="3223">
                  <c:v>44969.291666666657</c:v>
                </c:pt>
                <c:pt idx="3224">
                  <c:v>44969.333333333343</c:v>
                </c:pt>
                <c:pt idx="3225">
                  <c:v>44969.375</c:v>
                </c:pt>
                <c:pt idx="3226">
                  <c:v>44969.416666666657</c:v>
                </c:pt>
                <c:pt idx="3227">
                  <c:v>44969.458333333343</c:v>
                </c:pt>
                <c:pt idx="3228">
                  <c:v>44969.5</c:v>
                </c:pt>
                <c:pt idx="3229">
                  <c:v>44969.541666666657</c:v>
                </c:pt>
                <c:pt idx="3230">
                  <c:v>44969.583333333343</c:v>
                </c:pt>
                <c:pt idx="3231">
                  <c:v>44969.625</c:v>
                </c:pt>
                <c:pt idx="3232">
                  <c:v>44969.666666666657</c:v>
                </c:pt>
                <c:pt idx="3233">
                  <c:v>44969.708333333343</c:v>
                </c:pt>
                <c:pt idx="3234">
                  <c:v>44969.75</c:v>
                </c:pt>
                <c:pt idx="3235">
                  <c:v>44969.791666666657</c:v>
                </c:pt>
                <c:pt idx="3236">
                  <c:v>44969.833333333343</c:v>
                </c:pt>
                <c:pt idx="3237">
                  <c:v>44969.875</c:v>
                </c:pt>
                <c:pt idx="3238">
                  <c:v>44969.916666666657</c:v>
                </c:pt>
                <c:pt idx="3239">
                  <c:v>44969.958333333343</c:v>
                </c:pt>
                <c:pt idx="3240">
                  <c:v>44970</c:v>
                </c:pt>
                <c:pt idx="3241">
                  <c:v>44970.041666666657</c:v>
                </c:pt>
                <c:pt idx="3242">
                  <c:v>44970.083333333343</c:v>
                </c:pt>
                <c:pt idx="3243">
                  <c:v>44970.125</c:v>
                </c:pt>
                <c:pt idx="3244">
                  <c:v>44970.166666666657</c:v>
                </c:pt>
                <c:pt idx="3245">
                  <c:v>44970.208333333343</c:v>
                </c:pt>
                <c:pt idx="3246">
                  <c:v>44970.25</c:v>
                </c:pt>
                <c:pt idx="3247">
                  <c:v>44970.291666666657</c:v>
                </c:pt>
                <c:pt idx="3248">
                  <c:v>44970.333333333343</c:v>
                </c:pt>
                <c:pt idx="3249">
                  <c:v>44970.375</c:v>
                </c:pt>
                <c:pt idx="3250">
                  <c:v>44970.416666666657</c:v>
                </c:pt>
                <c:pt idx="3251">
                  <c:v>44970.458333333343</c:v>
                </c:pt>
                <c:pt idx="3252">
                  <c:v>44970.5</c:v>
                </c:pt>
                <c:pt idx="3253">
                  <c:v>44970.541666666657</c:v>
                </c:pt>
                <c:pt idx="3254">
                  <c:v>44970.583333333343</c:v>
                </c:pt>
                <c:pt idx="3255">
                  <c:v>44970.625</c:v>
                </c:pt>
                <c:pt idx="3256">
                  <c:v>44970.666666666657</c:v>
                </c:pt>
                <c:pt idx="3257">
                  <c:v>44970.708333333343</c:v>
                </c:pt>
                <c:pt idx="3258">
                  <c:v>44970.75</c:v>
                </c:pt>
                <c:pt idx="3259">
                  <c:v>44970.791666666657</c:v>
                </c:pt>
                <c:pt idx="3260">
                  <c:v>44970.833333333343</c:v>
                </c:pt>
                <c:pt idx="3261">
                  <c:v>44970.875</c:v>
                </c:pt>
                <c:pt idx="3262">
                  <c:v>44970.916666666657</c:v>
                </c:pt>
                <c:pt idx="3263">
                  <c:v>44970.958333333343</c:v>
                </c:pt>
                <c:pt idx="3264">
                  <c:v>44971</c:v>
                </c:pt>
                <c:pt idx="3265">
                  <c:v>44971.041666666657</c:v>
                </c:pt>
                <c:pt idx="3266">
                  <c:v>44971.083333333343</c:v>
                </c:pt>
                <c:pt idx="3267">
                  <c:v>44971.125</c:v>
                </c:pt>
                <c:pt idx="3268">
                  <c:v>44971.166666666657</c:v>
                </c:pt>
                <c:pt idx="3269">
                  <c:v>44971.208333333343</c:v>
                </c:pt>
                <c:pt idx="3270">
                  <c:v>44971.25</c:v>
                </c:pt>
                <c:pt idx="3271">
                  <c:v>44971.291666666657</c:v>
                </c:pt>
                <c:pt idx="3272">
                  <c:v>44971.333333333343</c:v>
                </c:pt>
                <c:pt idx="3273">
                  <c:v>44971.375</c:v>
                </c:pt>
                <c:pt idx="3274">
                  <c:v>44971.416666666657</c:v>
                </c:pt>
                <c:pt idx="3275">
                  <c:v>44971.458333333343</c:v>
                </c:pt>
                <c:pt idx="3276">
                  <c:v>44971.5</c:v>
                </c:pt>
                <c:pt idx="3277">
                  <c:v>44971.541666666657</c:v>
                </c:pt>
                <c:pt idx="3278">
                  <c:v>44971.583333333343</c:v>
                </c:pt>
                <c:pt idx="3279">
                  <c:v>44971.625</c:v>
                </c:pt>
                <c:pt idx="3280">
                  <c:v>44971.666666666657</c:v>
                </c:pt>
                <c:pt idx="3281">
                  <c:v>44971.708333333343</c:v>
                </c:pt>
                <c:pt idx="3282">
                  <c:v>44971.75</c:v>
                </c:pt>
                <c:pt idx="3283">
                  <c:v>44971.791666666657</c:v>
                </c:pt>
                <c:pt idx="3284">
                  <c:v>44971.833333333343</c:v>
                </c:pt>
                <c:pt idx="3285">
                  <c:v>44971.875</c:v>
                </c:pt>
                <c:pt idx="3286">
                  <c:v>44971.916666666657</c:v>
                </c:pt>
                <c:pt idx="3287">
                  <c:v>44971.958333333343</c:v>
                </c:pt>
                <c:pt idx="3288">
                  <c:v>44972</c:v>
                </c:pt>
                <c:pt idx="3289">
                  <c:v>44972.041666666657</c:v>
                </c:pt>
                <c:pt idx="3290">
                  <c:v>44972.083333333343</c:v>
                </c:pt>
                <c:pt idx="3291">
                  <c:v>44972.125</c:v>
                </c:pt>
                <c:pt idx="3292">
                  <c:v>44972.166666666657</c:v>
                </c:pt>
                <c:pt idx="3293">
                  <c:v>44972.208333333343</c:v>
                </c:pt>
                <c:pt idx="3294">
                  <c:v>44972.25</c:v>
                </c:pt>
                <c:pt idx="3295">
                  <c:v>44972.291666666657</c:v>
                </c:pt>
                <c:pt idx="3296">
                  <c:v>44972.333333333343</c:v>
                </c:pt>
                <c:pt idx="3297">
                  <c:v>44972.375</c:v>
                </c:pt>
                <c:pt idx="3298">
                  <c:v>44972.416666666657</c:v>
                </c:pt>
                <c:pt idx="3299">
                  <c:v>44972.458333333343</c:v>
                </c:pt>
                <c:pt idx="3300">
                  <c:v>44972.5</c:v>
                </c:pt>
                <c:pt idx="3301">
                  <c:v>44972.541666666657</c:v>
                </c:pt>
                <c:pt idx="3302">
                  <c:v>44972.583333333343</c:v>
                </c:pt>
                <c:pt idx="3303">
                  <c:v>44972.625</c:v>
                </c:pt>
                <c:pt idx="3304">
                  <c:v>44972.666666666657</c:v>
                </c:pt>
                <c:pt idx="3305">
                  <c:v>44972.708333333343</c:v>
                </c:pt>
                <c:pt idx="3306">
                  <c:v>44972.75</c:v>
                </c:pt>
                <c:pt idx="3307">
                  <c:v>44972.791666666657</c:v>
                </c:pt>
                <c:pt idx="3308">
                  <c:v>44972.833333333343</c:v>
                </c:pt>
                <c:pt idx="3309">
                  <c:v>44972.875</c:v>
                </c:pt>
                <c:pt idx="3310">
                  <c:v>44972.916666666657</c:v>
                </c:pt>
                <c:pt idx="3311">
                  <c:v>44972.958333333343</c:v>
                </c:pt>
                <c:pt idx="3312">
                  <c:v>44973</c:v>
                </c:pt>
                <c:pt idx="3313">
                  <c:v>44973.041666666657</c:v>
                </c:pt>
                <c:pt idx="3314">
                  <c:v>44973.083333333343</c:v>
                </c:pt>
                <c:pt idx="3315">
                  <c:v>44973.125</c:v>
                </c:pt>
                <c:pt idx="3316">
                  <c:v>44973.166666666657</c:v>
                </c:pt>
                <c:pt idx="3317">
                  <c:v>44973.208333333343</c:v>
                </c:pt>
                <c:pt idx="3318">
                  <c:v>44973.25</c:v>
                </c:pt>
                <c:pt idx="3319">
                  <c:v>44973.291666666657</c:v>
                </c:pt>
                <c:pt idx="3320">
                  <c:v>44973.333333333343</c:v>
                </c:pt>
                <c:pt idx="3321">
                  <c:v>44973.375</c:v>
                </c:pt>
                <c:pt idx="3322">
                  <c:v>44973.416666666657</c:v>
                </c:pt>
                <c:pt idx="3323">
                  <c:v>44973.458333333343</c:v>
                </c:pt>
                <c:pt idx="3324">
                  <c:v>44973.5</c:v>
                </c:pt>
                <c:pt idx="3325">
                  <c:v>44973.541666666657</c:v>
                </c:pt>
                <c:pt idx="3326">
                  <c:v>44973.583333333343</c:v>
                </c:pt>
                <c:pt idx="3327">
                  <c:v>44973.625</c:v>
                </c:pt>
                <c:pt idx="3328">
                  <c:v>44973.666666666657</c:v>
                </c:pt>
                <c:pt idx="3329">
                  <c:v>44973.708333333343</c:v>
                </c:pt>
                <c:pt idx="3330">
                  <c:v>44973.75</c:v>
                </c:pt>
                <c:pt idx="3331">
                  <c:v>44973.791666666657</c:v>
                </c:pt>
                <c:pt idx="3332">
                  <c:v>44973.833333333343</c:v>
                </c:pt>
                <c:pt idx="3333">
                  <c:v>44973.875</c:v>
                </c:pt>
                <c:pt idx="3334">
                  <c:v>44973.916666666657</c:v>
                </c:pt>
                <c:pt idx="3335">
                  <c:v>44973.958333333343</c:v>
                </c:pt>
                <c:pt idx="3336">
                  <c:v>44974</c:v>
                </c:pt>
                <c:pt idx="3337">
                  <c:v>44974.041666666657</c:v>
                </c:pt>
                <c:pt idx="3338">
                  <c:v>44974.083333333343</c:v>
                </c:pt>
                <c:pt idx="3339">
                  <c:v>44974.125</c:v>
                </c:pt>
                <c:pt idx="3340">
                  <c:v>44974.166666666657</c:v>
                </c:pt>
                <c:pt idx="3341">
                  <c:v>44974.208333333343</c:v>
                </c:pt>
                <c:pt idx="3342">
                  <c:v>44974.25</c:v>
                </c:pt>
                <c:pt idx="3343">
                  <c:v>44974.291666666657</c:v>
                </c:pt>
                <c:pt idx="3344">
                  <c:v>44974.333333333343</c:v>
                </c:pt>
                <c:pt idx="3345">
                  <c:v>44974.375</c:v>
                </c:pt>
                <c:pt idx="3346">
                  <c:v>44974.416666666657</c:v>
                </c:pt>
                <c:pt idx="3347">
                  <c:v>44974.458333333343</c:v>
                </c:pt>
                <c:pt idx="3348">
                  <c:v>44974.5</c:v>
                </c:pt>
                <c:pt idx="3349">
                  <c:v>44974.541666666657</c:v>
                </c:pt>
                <c:pt idx="3350">
                  <c:v>44974.583333333343</c:v>
                </c:pt>
                <c:pt idx="3351">
                  <c:v>44974.625</c:v>
                </c:pt>
                <c:pt idx="3352">
                  <c:v>44974.666666666657</c:v>
                </c:pt>
                <c:pt idx="3353">
                  <c:v>44974.708333333343</c:v>
                </c:pt>
                <c:pt idx="3354">
                  <c:v>44974.75</c:v>
                </c:pt>
                <c:pt idx="3355">
                  <c:v>44974.791666666657</c:v>
                </c:pt>
                <c:pt idx="3356">
                  <c:v>44974.833333333343</c:v>
                </c:pt>
                <c:pt idx="3357">
                  <c:v>44974.875</c:v>
                </c:pt>
                <c:pt idx="3358">
                  <c:v>44974.916666666657</c:v>
                </c:pt>
                <c:pt idx="3359">
                  <c:v>44974.958333333343</c:v>
                </c:pt>
                <c:pt idx="3360">
                  <c:v>44975</c:v>
                </c:pt>
                <c:pt idx="3361">
                  <c:v>44975.041666666657</c:v>
                </c:pt>
                <c:pt idx="3362">
                  <c:v>44975.083333333343</c:v>
                </c:pt>
                <c:pt idx="3363">
                  <c:v>44975.125</c:v>
                </c:pt>
                <c:pt idx="3364">
                  <c:v>44975.166666666657</c:v>
                </c:pt>
                <c:pt idx="3365">
                  <c:v>44975.208333333343</c:v>
                </c:pt>
                <c:pt idx="3366">
                  <c:v>44975.25</c:v>
                </c:pt>
                <c:pt idx="3367">
                  <c:v>44975.291666666657</c:v>
                </c:pt>
                <c:pt idx="3368">
                  <c:v>44975.333333333343</c:v>
                </c:pt>
                <c:pt idx="3369">
                  <c:v>44975.375</c:v>
                </c:pt>
                <c:pt idx="3370">
                  <c:v>44975.416666666657</c:v>
                </c:pt>
                <c:pt idx="3371">
                  <c:v>44975.458333333343</c:v>
                </c:pt>
                <c:pt idx="3372">
                  <c:v>44975.5</c:v>
                </c:pt>
                <c:pt idx="3373">
                  <c:v>44975.541666666657</c:v>
                </c:pt>
                <c:pt idx="3374">
                  <c:v>44975.583333333343</c:v>
                </c:pt>
                <c:pt idx="3375">
                  <c:v>44975.625</c:v>
                </c:pt>
                <c:pt idx="3376">
                  <c:v>44975.666666666657</c:v>
                </c:pt>
                <c:pt idx="3377">
                  <c:v>44975.708333333343</c:v>
                </c:pt>
                <c:pt idx="3378">
                  <c:v>44975.75</c:v>
                </c:pt>
                <c:pt idx="3379">
                  <c:v>44975.791666666657</c:v>
                </c:pt>
                <c:pt idx="3380">
                  <c:v>44975.833333333343</c:v>
                </c:pt>
                <c:pt idx="3381">
                  <c:v>44975.875</c:v>
                </c:pt>
                <c:pt idx="3382">
                  <c:v>44975.916666666657</c:v>
                </c:pt>
                <c:pt idx="3383">
                  <c:v>44975.958333333343</c:v>
                </c:pt>
                <c:pt idx="3384">
                  <c:v>44976</c:v>
                </c:pt>
                <c:pt idx="3385">
                  <c:v>44976.041666666657</c:v>
                </c:pt>
                <c:pt idx="3386">
                  <c:v>44976.083333333343</c:v>
                </c:pt>
                <c:pt idx="3387">
                  <c:v>44976.125</c:v>
                </c:pt>
                <c:pt idx="3388">
                  <c:v>44976.166666666657</c:v>
                </c:pt>
                <c:pt idx="3389">
                  <c:v>44976.208333333343</c:v>
                </c:pt>
                <c:pt idx="3390">
                  <c:v>44976.25</c:v>
                </c:pt>
                <c:pt idx="3391">
                  <c:v>44976.291666666657</c:v>
                </c:pt>
                <c:pt idx="3392">
                  <c:v>44976.333333333343</c:v>
                </c:pt>
                <c:pt idx="3393">
                  <c:v>44976.375</c:v>
                </c:pt>
                <c:pt idx="3394">
                  <c:v>44976.416666666657</c:v>
                </c:pt>
                <c:pt idx="3395">
                  <c:v>44976.458333333343</c:v>
                </c:pt>
                <c:pt idx="3396">
                  <c:v>44976.5</c:v>
                </c:pt>
                <c:pt idx="3397">
                  <c:v>44976.541666666657</c:v>
                </c:pt>
                <c:pt idx="3398">
                  <c:v>44976.583333333343</c:v>
                </c:pt>
                <c:pt idx="3399">
                  <c:v>44976.625</c:v>
                </c:pt>
                <c:pt idx="3400">
                  <c:v>44976.666666666657</c:v>
                </c:pt>
                <c:pt idx="3401">
                  <c:v>44976.708333333343</c:v>
                </c:pt>
                <c:pt idx="3402">
                  <c:v>44976.75</c:v>
                </c:pt>
                <c:pt idx="3403">
                  <c:v>44976.791666666657</c:v>
                </c:pt>
                <c:pt idx="3404">
                  <c:v>44976.833333333343</c:v>
                </c:pt>
                <c:pt idx="3405">
                  <c:v>44976.875</c:v>
                </c:pt>
                <c:pt idx="3406">
                  <c:v>44976.916666666657</c:v>
                </c:pt>
                <c:pt idx="3407">
                  <c:v>44976.958333333343</c:v>
                </c:pt>
                <c:pt idx="3408">
                  <c:v>44977</c:v>
                </c:pt>
                <c:pt idx="3409">
                  <c:v>44977.041666666657</c:v>
                </c:pt>
                <c:pt idx="3410">
                  <c:v>44977.083333333343</c:v>
                </c:pt>
                <c:pt idx="3411">
                  <c:v>44977.125</c:v>
                </c:pt>
                <c:pt idx="3412">
                  <c:v>44977.166666666657</c:v>
                </c:pt>
                <c:pt idx="3413">
                  <c:v>44977.208333333343</c:v>
                </c:pt>
                <c:pt idx="3414">
                  <c:v>44977.25</c:v>
                </c:pt>
                <c:pt idx="3415">
                  <c:v>44977.291666666657</c:v>
                </c:pt>
                <c:pt idx="3416">
                  <c:v>44977.333333333343</c:v>
                </c:pt>
                <c:pt idx="3417">
                  <c:v>44977.375</c:v>
                </c:pt>
                <c:pt idx="3418">
                  <c:v>44977.416666666657</c:v>
                </c:pt>
                <c:pt idx="3419">
                  <c:v>44977.458333333343</c:v>
                </c:pt>
                <c:pt idx="3420">
                  <c:v>44977.5</c:v>
                </c:pt>
                <c:pt idx="3421">
                  <c:v>44977.541666666657</c:v>
                </c:pt>
                <c:pt idx="3422">
                  <c:v>44977.583333333343</c:v>
                </c:pt>
                <c:pt idx="3423">
                  <c:v>44977.625</c:v>
                </c:pt>
                <c:pt idx="3424">
                  <c:v>44977.666666666657</c:v>
                </c:pt>
                <c:pt idx="3425">
                  <c:v>44977.708333333343</c:v>
                </c:pt>
                <c:pt idx="3426">
                  <c:v>44977.75</c:v>
                </c:pt>
                <c:pt idx="3427">
                  <c:v>44977.791666666657</c:v>
                </c:pt>
                <c:pt idx="3428">
                  <c:v>44977.833333333343</c:v>
                </c:pt>
                <c:pt idx="3429">
                  <c:v>44977.875</c:v>
                </c:pt>
                <c:pt idx="3430">
                  <c:v>44977.916666666657</c:v>
                </c:pt>
                <c:pt idx="3431">
                  <c:v>44977.958333333343</c:v>
                </c:pt>
                <c:pt idx="3432">
                  <c:v>44978</c:v>
                </c:pt>
                <c:pt idx="3433">
                  <c:v>44978.041666666657</c:v>
                </c:pt>
                <c:pt idx="3434">
                  <c:v>44978.083333333343</c:v>
                </c:pt>
                <c:pt idx="3435">
                  <c:v>44978.125</c:v>
                </c:pt>
                <c:pt idx="3436">
                  <c:v>44978.166666666657</c:v>
                </c:pt>
                <c:pt idx="3437">
                  <c:v>44978.208333333343</c:v>
                </c:pt>
                <c:pt idx="3438">
                  <c:v>44978.25</c:v>
                </c:pt>
                <c:pt idx="3439">
                  <c:v>44978.291666666657</c:v>
                </c:pt>
                <c:pt idx="3440">
                  <c:v>44978.333333333343</c:v>
                </c:pt>
                <c:pt idx="3441">
                  <c:v>44978.375</c:v>
                </c:pt>
                <c:pt idx="3442">
                  <c:v>44978.416666666657</c:v>
                </c:pt>
                <c:pt idx="3443">
                  <c:v>44978.458333333343</c:v>
                </c:pt>
                <c:pt idx="3444">
                  <c:v>44978.5</c:v>
                </c:pt>
                <c:pt idx="3445">
                  <c:v>44978.541666666657</c:v>
                </c:pt>
                <c:pt idx="3446">
                  <c:v>44978.583333333343</c:v>
                </c:pt>
                <c:pt idx="3447">
                  <c:v>44978.625</c:v>
                </c:pt>
                <c:pt idx="3448">
                  <c:v>44978.666666666657</c:v>
                </c:pt>
                <c:pt idx="3449">
                  <c:v>44978.708333333343</c:v>
                </c:pt>
                <c:pt idx="3450">
                  <c:v>44978.75</c:v>
                </c:pt>
                <c:pt idx="3451">
                  <c:v>44978.791666666657</c:v>
                </c:pt>
                <c:pt idx="3452">
                  <c:v>44978.833333333343</c:v>
                </c:pt>
                <c:pt idx="3453">
                  <c:v>44978.875</c:v>
                </c:pt>
                <c:pt idx="3454">
                  <c:v>44978.916666666657</c:v>
                </c:pt>
                <c:pt idx="3455">
                  <c:v>44978.958333333343</c:v>
                </c:pt>
                <c:pt idx="3456">
                  <c:v>44979</c:v>
                </c:pt>
                <c:pt idx="3457">
                  <c:v>44979.041666666657</c:v>
                </c:pt>
                <c:pt idx="3458">
                  <c:v>44979.083333333343</c:v>
                </c:pt>
                <c:pt idx="3459">
                  <c:v>44979.125</c:v>
                </c:pt>
                <c:pt idx="3460">
                  <c:v>44979.166666666657</c:v>
                </c:pt>
                <c:pt idx="3461">
                  <c:v>44979.208333333343</c:v>
                </c:pt>
                <c:pt idx="3462">
                  <c:v>44979.25</c:v>
                </c:pt>
                <c:pt idx="3463">
                  <c:v>44979.291666666657</c:v>
                </c:pt>
                <c:pt idx="3464">
                  <c:v>44979.333333333343</c:v>
                </c:pt>
                <c:pt idx="3465">
                  <c:v>44979.375</c:v>
                </c:pt>
                <c:pt idx="3466">
                  <c:v>44979.416666666657</c:v>
                </c:pt>
                <c:pt idx="3467">
                  <c:v>44979.458333333343</c:v>
                </c:pt>
                <c:pt idx="3468">
                  <c:v>44979.5</c:v>
                </c:pt>
                <c:pt idx="3469">
                  <c:v>44979.541666666657</c:v>
                </c:pt>
                <c:pt idx="3470">
                  <c:v>44979.583333333343</c:v>
                </c:pt>
                <c:pt idx="3471">
                  <c:v>44979.625</c:v>
                </c:pt>
                <c:pt idx="3472">
                  <c:v>44979.666666666657</c:v>
                </c:pt>
                <c:pt idx="3473">
                  <c:v>44979.708333333343</c:v>
                </c:pt>
                <c:pt idx="3474">
                  <c:v>44979.75</c:v>
                </c:pt>
                <c:pt idx="3475">
                  <c:v>44979.791666666657</c:v>
                </c:pt>
                <c:pt idx="3476">
                  <c:v>44979.833333333343</c:v>
                </c:pt>
                <c:pt idx="3477">
                  <c:v>44979.875</c:v>
                </c:pt>
                <c:pt idx="3478">
                  <c:v>44979.916666666657</c:v>
                </c:pt>
                <c:pt idx="3479">
                  <c:v>44979.958333333343</c:v>
                </c:pt>
                <c:pt idx="3480">
                  <c:v>44980</c:v>
                </c:pt>
                <c:pt idx="3481">
                  <c:v>44980.041666666657</c:v>
                </c:pt>
                <c:pt idx="3482">
                  <c:v>44980.083333333343</c:v>
                </c:pt>
                <c:pt idx="3483">
                  <c:v>44980.125</c:v>
                </c:pt>
                <c:pt idx="3484">
                  <c:v>44980.166666666657</c:v>
                </c:pt>
                <c:pt idx="3485">
                  <c:v>44980.208333333343</c:v>
                </c:pt>
                <c:pt idx="3486">
                  <c:v>44980.25</c:v>
                </c:pt>
                <c:pt idx="3487">
                  <c:v>44980.291666666657</c:v>
                </c:pt>
                <c:pt idx="3488">
                  <c:v>44980.333333333343</c:v>
                </c:pt>
                <c:pt idx="3489">
                  <c:v>44980.375</c:v>
                </c:pt>
                <c:pt idx="3490">
                  <c:v>44980.416666666657</c:v>
                </c:pt>
                <c:pt idx="3491">
                  <c:v>44980.458333333343</c:v>
                </c:pt>
                <c:pt idx="3492">
                  <c:v>44980.5</c:v>
                </c:pt>
                <c:pt idx="3493">
                  <c:v>44980.541666666657</c:v>
                </c:pt>
                <c:pt idx="3494">
                  <c:v>44980.583333333343</c:v>
                </c:pt>
                <c:pt idx="3495">
                  <c:v>44980.625</c:v>
                </c:pt>
                <c:pt idx="3496">
                  <c:v>44980.666666666657</c:v>
                </c:pt>
                <c:pt idx="3497">
                  <c:v>44980.708333333343</c:v>
                </c:pt>
                <c:pt idx="3498">
                  <c:v>44980.75</c:v>
                </c:pt>
                <c:pt idx="3499">
                  <c:v>44980.791666666657</c:v>
                </c:pt>
                <c:pt idx="3500">
                  <c:v>44980.833333333343</c:v>
                </c:pt>
                <c:pt idx="3501">
                  <c:v>44980.875</c:v>
                </c:pt>
                <c:pt idx="3502">
                  <c:v>44980.916666666657</c:v>
                </c:pt>
                <c:pt idx="3503">
                  <c:v>44980.958333333343</c:v>
                </c:pt>
                <c:pt idx="3504">
                  <c:v>44981</c:v>
                </c:pt>
                <c:pt idx="3505">
                  <c:v>44981.041666666657</c:v>
                </c:pt>
                <c:pt idx="3506">
                  <c:v>44981.083333333343</c:v>
                </c:pt>
                <c:pt idx="3507">
                  <c:v>44981.125</c:v>
                </c:pt>
                <c:pt idx="3508">
                  <c:v>44981.166666666657</c:v>
                </c:pt>
                <c:pt idx="3509">
                  <c:v>44981.208333333343</c:v>
                </c:pt>
                <c:pt idx="3510">
                  <c:v>44981.25</c:v>
                </c:pt>
                <c:pt idx="3511">
                  <c:v>44981.291666666657</c:v>
                </c:pt>
                <c:pt idx="3512">
                  <c:v>44981.333333333343</c:v>
                </c:pt>
                <c:pt idx="3513">
                  <c:v>44981.375</c:v>
                </c:pt>
                <c:pt idx="3514">
                  <c:v>44981.416666666657</c:v>
                </c:pt>
                <c:pt idx="3515">
                  <c:v>44981.458333333343</c:v>
                </c:pt>
                <c:pt idx="3516">
                  <c:v>44981.5</c:v>
                </c:pt>
                <c:pt idx="3517">
                  <c:v>44981.541666666657</c:v>
                </c:pt>
                <c:pt idx="3518">
                  <c:v>44981.583333333343</c:v>
                </c:pt>
                <c:pt idx="3519">
                  <c:v>44981.625</c:v>
                </c:pt>
                <c:pt idx="3520">
                  <c:v>44981.666666666657</c:v>
                </c:pt>
                <c:pt idx="3521">
                  <c:v>44981.708333333343</c:v>
                </c:pt>
                <c:pt idx="3522">
                  <c:v>44981.75</c:v>
                </c:pt>
                <c:pt idx="3523">
                  <c:v>44981.791666666657</c:v>
                </c:pt>
                <c:pt idx="3524">
                  <c:v>44981.833333333343</c:v>
                </c:pt>
                <c:pt idx="3525">
                  <c:v>44981.875</c:v>
                </c:pt>
                <c:pt idx="3526">
                  <c:v>44981.916666666657</c:v>
                </c:pt>
                <c:pt idx="3527">
                  <c:v>44981.958333333343</c:v>
                </c:pt>
                <c:pt idx="3528">
                  <c:v>44982</c:v>
                </c:pt>
                <c:pt idx="3529">
                  <c:v>44982.041666666657</c:v>
                </c:pt>
                <c:pt idx="3530">
                  <c:v>44982.083333333343</c:v>
                </c:pt>
                <c:pt idx="3531">
                  <c:v>44982.125</c:v>
                </c:pt>
                <c:pt idx="3532">
                  <c:v>44982.166666666657</c:v>
                </c:pt>
                <c:pt idx="3533">
                  <c:v>44982.208333333343</c:v>
                </c:pt>
                <c:pt idx="3534">
                  <c:v>44982.25</c:v>
                </c:pt>
                <c:pt idx="3535">
                  <c:v>44982.291666666657</c:v>
                </c:pt>
                <c:pt idx="3536">
                  <c:v>44982.333333333343</c:v>
                </c:pt>
                <c:pt idx="3537">
                  <c:v>44982.375</c:v>
                </c:pt>
                <c:pt idx="3538">
                  <c:v>44982.416666666657</c:v>
                </c:pt>
                <c:pt idx="3539">
                  <c:v>44982.458333333343</c:v>
                </c:pt>
                <c:pt idx="3540">
                  <c:v>44982.5</c:v>
                </c:pt>
                <c:pt idx="3541">
                  <c:v>44982.541666666657</c:v>
                </c:pt>
                <c:pt idx="3542">
                  <c:v>44982.583333333343</c:v>
                </c:pt>
                <c:pt idx="3543">
                  <c:v>44982.625</c:v>
                </c:pt>
                <c:pt idx="3544">
                  <c:v>44982.666666666657</c:v>
                </c:pt>
                <c:pt idx="3545">
                  <c:v>44982.708333333343</c:v>
                </c:pt>
                <c:pt idx="3546">
                  <c:v>44982.75</c:v>
                </c:pt>
                <c:pt idx="3547">
                  <c:v>44982.791666666657</c:v>
                </c:pt>
                <c:pt idx="3548">
                  <c:v>44982.833333333343</c:v>
                </c:pt>
                <c:pt idx="3549">
                  <c:v>44982.875</c:v>
                </c:pt>
                <c:pt idx="3550">
                  <c:v>44982.916666666657</c:v>
                </c:pt>
                <c:pt idx="3551">
                  <c:v>44982.958333333343</c:v>
                </c:pt>
                <c:pt idx="3552">
                  <c:v>44983</c:v>
                </c:pt>
                <c:pt idx="3553">
                  <c:v>44983.041666666657</c:v>
                </c:pt>
                <c:pt idx="3554">
                  <c:v>44983.083333333343</c:v>
                </c:pt>
                <c:pt idx="3555">
                  <c:v>44983.125</c:v>
                </c:pt>
                <c:pt idx="3556">
                  <c:v>44983.166666666657</c:v>
                </c:pt>
                <c:pt idx="3557">
                  <c:v>44983.208333333343</c:v>
                </c:pt>
                <c:pt idx="3558">
                  <c:v>44983.25</c:v>
                </c:pt>
                <c:pt idx="3559">
                  <c:v>44983.291666666657</c:v>
                </c:pt>
                <c:pt idx="3560">
                  <c:v>44983.333333333343</c:v>
                </c:pt>
                <c:pt idx="3561">
                  <c:v>44983.375</c:v>
                </c:pt>
                <c:pt idx="3562">
                  <c:v>44983.416666666657</c:v>
                </c:pt>
                <c:pt idx="3563">
                  <c:v>44983.458333333343</c:v>
                </c:pt>
                <c:pt idx="3564">
                  <c:v>44983.5</c:v>
                </c:pt>
                <c:pt idx="3565">
                  <c:v>44983.541666666657</c:v>
                </c:pt>
                <c:pt idx="3566">
                  <c:v>44983.583333333343</c:v>
                </c:pt>
                <c:pt idx="3567">
                  <c:v>44983.625</c:v>
                </c:pt>
                <c:pt idx="3568">
                  <c:v>44983.666666666657</c:v>
                </c:pt>
                <c:pt idx="3569">
                  <c:v>44983.708333333343</c:v>
                </c:pt>
                <c:pt idx="3570">
                  <c:v>44983.75</c:v>
                </c:pt>
                <c:pt idx="3571">
                  <c:v>44983.791666666657</c:v>
                </c:pt>
                <c:pt idx="3572">
                  <c:v>44983.833333333343</c:v>
                </c:pt>
                <c:pt idx="3573">
                  <c:v>44983.875</c:v>
                </c:pt>
                <c:pt idx="3574">
                  <c:v>44983.916666666657</c:v>
                </c:pt>
                <c:pt idx="3575">
                  <c:v>44983.958333333343</c:v>
                </c:pt>
                <c:pt idx="3576">
                  <c:v>44984</c:v>
                </c:pt>
                <c:pt idx="3577">
                  <c:v>44984.041666666657</c:v>
                </c:pt>
                <c:pt idx="3578">
                  <c:v>44984.083333333343</c:v>
                </c:pt>
                <c:pt idx="3579">
                  <c:v>44984.125</c:v>
                </c:pt>
                <c:pt idx="3580">
                  <c:v>44984.166666666657</c:v>
                </c:pt>
                <c:pt idx="3581">
                  <c:v>44984.208333333343</c:v>
                </c:pt>
                <c:pt idx="3582">
                  <c:v>44984.25</c:v>
                </c:pt>
                <c:pt idx="3583">
                  <c:v>44984.291666666657</c:v>
                </c:pt>
                <c:pt idx="3584">
                  <c:v>44984.333333333343</c:v>
                </c:pt>
                <c:pt idx="3585">
                  <c:v>44984.375</c:v>
                </c:pt>
                <c:pt idx="3586">
                  <c:v>44984.416666666657</c:v>
                </c:pt>
                <c:pt idx="3587">
                  <c:v>44984.458333333343</c:v>
                </c:pt>
                <c:pt idx="3588">
                  <c:v>44984.5</c:v>
                </c:pt>
                <c:pt idx="3589">
                  <c:v>44984.541666666657</c:v>
                </c:pt>
                <c:pt idx="3590">
                  <c:v>44984.583333333343</c:v>
                </c:pt>
                <c:pt idx="3591">
                  <c:v>44984.625</c:v>
                </c:pt>
                <c:pt idx="3592">
                  <c:v>44984.666666666657</c:v>
                </c:pt>
                <c:pt idx="3593">
                  <c:v>44984.708333333343</c:v>
                </c:pt>
                <c:pt idx="3594">
                  <c:v>44984.75</c:v>
                </c:pt>
                <c:pt idx="3595">
                  <c:v>44984.791666666657</c:v>
                </c:pt>
                <c:pt idx="3596">
                  <c:v>44984.833333333343</c:v>
                </c:pt>
                <c:pt idx="3597">
                  <c:v>44984.875</c:v>
                </c:pt>
                <c:pt idx="3598">
                  <c:v>44984.916666666657</c:v>
                </c:pt>
                <c:pt idx="3599">
                  <c:v>44984.958333333343</c:v>
                </c:pt>
                <c:pt idx="3600">
                  <c:v>44985</c:v>
                </c:pt>
                <c:pt idx="3601">
                  <c:v>44985.041666666657</c:v>
                </c:pt>
                <c:pt idx="3602">
                  <c:v>44985.083333333343</c:v>
                </c:pt>
                <c:pt idx="3603">
                  <c:v>44985.125</c:v>
                </c:pt>
                <c:pt idx="3604">
                  <c:v>44985.166666666657</c:v>
                </c:pt>
                <c:pt idx="3605">
                  <c:v>44985.208333333343</c:v>
                </c:pt>
                <c:pt idx="3606">
                  <c:v>44985.25</c:v>
                </c:pt>
                <c:pt idx="3607">
                  <c:v>44985.291666666657</c:v>
                </c:pt>
                <c:pt idx="3608">
                  <c:v>44985.333333333343</c:v>
                </c:pt>
                <c:pt idx="3609">
                  <c:v>44985.375</c:v>
                </c:pt>
                <c:pt idx="3610">
                  <c:v>44985.416666666657</c:v>
                </c:pt>
                <c:pt idx="3611">
                  <c:v>44985.458333333343</c:v>
                </c:pt>
                <c:pt idx="3612">
                  <c:v>44985.5</c:v>
                </c:pt>
                <c:pt idx="3613">
                  <c:v>44985.541666666657</c:v>
                </c:pt>
                <c:pt idx="3614">
                  <c:v>44985.583333333343</c:v>
                </c:pt>
                <c:pt idx="3615">
                  <c:v>44985.625</c:v>
                </c:pt>
                <c:pt idx="3616">
                  <c:v>44985.666666666657</c:v>
                </c:pt>
                <c:pt idx="3617">
                  <c:v>44985.708333333343</c:v>
                </c:pt>
                <c:pt idx="3618">
                  <c:v>44985.75</c:v>
                </c:pt>
                <c:pt idx="3619">
                  <c:v>44985.791666666657</c:v>
                </c:pt>
                <c:pt idx="3620">
                  <c:v>44985.833333333343</c:v>
                </c:pt>
                <c:pt idx="3621">
                  <c:v>44985.875</c:v>
                </c:pt>
                <c:pt idx="3622">
                  <c:v>44985.916666666657</c:v>
                </c:pt>
                <c:pt idx="3623">
                  <c:v>44985.958333333343</c:v>
                </c:pt>
                <c:pt idx="3624">
                  <c:v>44986</c:v>
                </c:pt>
                <c:pt idx="3625">
                  <c:v>44986.041666666657</c:v>
                </c:pt>
                <c:pt idx="3626">
                  <c:v>44986.083333333343</c:v>
                </c:pt>
                <c:pt idx="3627">
                  <c:v>44986.125</c:v>
                </c:pt>
                <c:pt idx="3628">
                  <c:v>44986.166666666657</c:v>
                </c:pt>
                <c:pt idx="3629">
                  <c:v>44986.208333333343</c:v>
                </c:pt>
                <c:pt idx="3630">
                  <c:v>44986.25</c:v>
                </c:pt>
                <c:pt idx="3631">
                  <c:v>44986.291666666657</c:v>
                </c:pt>
                <c:pt idx="3632">
                  <c:v>44986.333333333343</c:v>
                </c:pt>
                <c:pt idx="3633">
                  <c:v>44986.375</c:v>
                </c:pt>
                <c:pt idx="3634">
                  <c:v>44986.416666666657</c:v>
                </c:pt>
                <c:pt idx="3635">
                  <c:v>44986.458333333343</c:v>
                </c:pt>
                <c:pt idx="3636">
                  <c:v>44986.5</c:v>
                </c:pt>
                <c:pt idx="3637">
                  <c:v>44986.541666666657</c:v>
                </c:pt>
                <c:pt idx="3638">
                  <c:v>44986.583333333343</c:v>
                </c:pt>
                <c:pt idx="3639">
                  <c:v>44986.625</c:v>
                </c:pt>
                <c:pt idx="3640">
                  <c:v>44986.666666666657</c:v>
                </c:pt>
                <c:pt idx="3641">
                  <c:v>44986.708333333343</c:v>
                </c:pt>
                <c:pt idx="3642">
                  <c:v>44986.75</c:v>
                </c:pt>
                <c:pt idx="3643">
                  <c:v>44986.791666666657</c:v>
                </c:pt>
                <c:pt idx="3644">
                  <c:v>44986.833333333343</c:v>
                </c:pt>
                <c:pt idx="3645">
                  <c:v>44986.875</c:v>
                </c:pt>
                <c:pt idx="3646">
                  <c:v>44986.916666666657</c:v>
                </c:pt>
                <c:pt idx="3647">
                  <c:v>44986.958333333343</c:v>
                </c:pt>
                <c:pt idx="3648">
                  <c:v>44987</c:v>
                </c:pt>
                <c:pt idx="3649">
                  <c:v>44987.041666666657</c:v>
                </c:pt>
                <c:pt idx="3650">
                  <c:v>44987.083333333343</c:v>
                </c:pt>
                <c:pt idx="3651">
                  <c:v>44987.125</c:v>
                </c:pt>
                <c:pt idx="3652">
                  <c:v>44987.166666666657</c:v>
                </c:pt>
                <c:pt idx="3653">
                  <c:v>44987.208333333343</c:v>
                </c:pt>
                <c:pt idx="3654">
                  <c:v>44987.25</c:v>
                </c:pt>
                <c:pt idx="3655">
                  <c:v>44987.291666666657</c:v>
                </c:pt>
                <c:pt idx="3656">
                  <c:v>44987.333333333343</c:v>
                </c:pt>
                <c:pt idx="3657">
                  <c:v>44987.375</c:v>
                </c:pt>
                <c:pt idx="3658">
                  <c:v>44987.416666666657</c:v>
                </c:pt>
                <c:pt idx="3659">
                  <c:v>44987.458333333343</c:v>
                </c:pt>
                <c:pt idx="3660">
                  <c:v>44987.5</c:v>
                </c:pt>
                <c:pt idx="3661">
                  <c:v>44987.541666666657</c:v>
                </c:pt>
                <c:pt idx="3662">
                  <c:v>44987.583333333343</c:v>
                </c:pt>
                <c:pt idx="3663">
                  <c:v>44987.625</c:v>
                </c:pt>
                <c:pt idx="3664">
                  <c:v>44987.666666666657</c:v>
                </c:pt>
                <c:pt idx="3665">
                  <c:v>44987.708333333343</c:v>
                </c:pt>
                <c:pt idx="3666">
                  <c:v>44987.75</c:v>
                </c:pt>
                <c:pt idx="3667">
                  <c:v>44987.791666666657</c:v>
                </c:pt>
                <c:pt idx="3668">
                  <c:v>44987.833333333343</c:v>
                </c:pt>
                <c:pt idx="3669">
                  <c:v>44987.875</c:v>
                </c:pt>
                <c:pt idx="3670">
                  <c:v>44987.916666666657</c:v>
                </c:pt>
                <c:pt idx="3671">
                  <c:v>44987.958333333343</c:v>
                </c:pt>
                <c:pt idx="3672">
                  <c:v>44988</c:v>
                </c:pt>
                <c:pt idx="3673">
                  <c:v>44988.041666666657</c:v>
                </c:pt>
                <c:pt idx="3674">
                  <c:v>44988.083333333343</c:v>
                </c:pt>
                <c:pt idx="3675">
                  <c:v>44988.125</c:v>
                </c:pt>
                <c:pt idx="3676">
                  <c:v>44988.166666666657</c:v>
                </c:pt>
                <c:pt idx="3677">
                  <c:v>44988.208333333343</c:v>
                </c:pt>
                <c:pt idx="3678">
                  <c:v>44988.25</c:v>
                </c:pt>
                <c:pt idx="3679">
                  <c:v>44988.291666666657</c:v>
                </c:pt>
                <c:pt idx="3680">
                  <c:v>44988.333333333343</c:v>
                </c:pt>
                <c:pt idx="3681">
                  <c:v>44988.375</c:v>
                </c:pt>
                <c:pt idx="3682">
                  <c:v>44988.416666666657</c:v>
                </c:pt>
                <c:pt idx="3683">
                  <c:v>44988.458333333343</c:v>
                </c:pt>
                <c:pt idx="3684">
                  <c:v>44988.5</c:v>
                </c:pt>
                <c:pt idx="3685">
                  <c:v>44988.541666666657</c:v>
                </c:pt>
                <c:pt idx="3686">
                  <c:v>44988.583333333343</c:v>
                </c:pt>
                <c:pt idx="3687">
                  <c:v>44988.625</c:v>
                </c:pt>
                <c:pt idx="3688">
                  <c:v>44988.666666666657</c:v>
                </c:pt>
                <c:pt idx="3689">
                  <c:v>44988.708333333343</c:v>
                </c:pt>
                <c:pt idx="3690">
                  <c:v>44988.75</c:v>
                </c:pt>
                <c:pt idx="3691">
                  <c:v>44988.791666666657</c:v>
                </c:pt>
                <c:pt idx="3692">
                  <c:v>44988.833333333343</c:v>
                </c:pt>
                <c:pt idx="3693">
                  <c:v>44988.875</c:v>
                </c:pt>
                <c:pt idx="3694">
                  <c:v>44988.916666666657</c:v>
                </c:pt>
                <c:pt idx="3695">
                  <c:v>44988.958333333343</c:v>
                </c:pt>
                <c:pt idx="3696">
                  <c:v>44989</c:v>
                </c:pt>
                <c:pt idx="3697">
                  <c:v>44989.041666666657</c:v>
                </c:pt>
                <c:pt idx="3698">
                  <c:v>44989.083333333343</c:v>
                </c:pt>
                <c:pt idx="3699">
                  <c:v>44989.125</c:v>
                </c:pt>
                <c:pt idx="3700">
                  <c:v>44989.166666666657</c:v>
                </c:pt>
                <c:pt idx="3701">
                  <c:v>44989.208333333343</c:v>
                </c:pt>
                <c:pt idx="3702">
                  <c:v>44989.25</c:v>
                </c:pt>
                <c:pt idx="3703">
                  <c:v>44989.291666666657</c:v>
                </c:pt>
                <c:pt idx="3704">
                  <c:v>44989.333333333343</c:v>
                </c:pt>
                <c:pt idx="3705">
                  <c:v>44989.375</c:v>
                </c:pt>
                <c:pt idx="3706">
                  <c:v>44989.416666666657</c:v>
                </c:pt>
                <c:pt idx="3707">
                  <c:v>44989.458333333343</c:v>
                </c:pt>
                <c:pt idx="3708">
                  <c:v>44989.5</c:v>
                </c:pt>
                <c:pt idx="3709">
                  <c:v>44989.541666666657</c:v>
                </c:pt>
                <c:pt idx="3710">
                  <c:v>44989.583333333343</c:v>
                </c:pt>
                <c:pt idx="3711">
                  <c:v>44989.625</c:v>
                </c:pt>
                <c:pt idx="3712">
                  <c:v>44989.666666666657</c:v>
                </c:pt>
                <c:pt idx="3713">
                  <c:v>44989.708333333343</c:v>
                </c:pt>
                <c:pt idx="3714">
                  <c:v>44989.75</c:v>
                </c:pt>
                <c:pt idx="3715">
                  <c:v>44989.791666666657</c:v>
                </c:pt>
                <c:pt idx="3716">
                  <c:v>44989.833333333343</c:v>
                </c:pt>
                <c:pt idx="3717">
                  <c:v>44989.875</c:v>
                </c:pt>
                <c:pt idx="3718">
                  <c:v>44989.916666666657</c:v>
                </c:pt>
                <c:pt idx="3719">
                  <c:v>44989.958333333343</c:v>
                </c:pt>
                <c:pt idx="3720">
                  <c:v>44990</c:v>
                </c:pt>
                <c:pt idx="3721">
                  <c:v>44990.041666666657</c:v>
                </c:pt>
                <c:pt idx="3722">
                  <c:v>44990.083333333343</c:v>
                </c:pt>
                <c:pt idx="3723">
                  <c:v>44990.125</c:v>
                </c:pt>
                <c:pt idx="3724">
                  <c:v>44990.166666666657</c:v>
                </c:pt>
                <c:pt idx="3725">
                  <c:v>44990.208333333343</c:v>
                </c:pt>
                <c:pt idx="3726">
                  <c:v>44990.25</c:v>
                </c:pt>
                <c:pt idx="3727">
                  <c:v>44990.291666666657</c:v>
                </c:pt>
                <c:pt idx="3728">
                  <c:v>44990.333333333343</c:v>
                </c:pt>
                <c:pt idx="3729">
                  <c:v>44990.375</c:v>
                </c:pt>
                <c:pt idx="3730">
                  <c:v>44990.416666666657</c:v>
                </c:pt>
                <c:pt idx="3731">
                  <c:v>44990.458333333343</c:v>
                </c:pt>
                <c:pt idx="3732">
                  <c:v>44990.5</c:v>
                </c:pt>
                <c:pt idx="3733">
                  <c:v>44990.541666666657</c:v>
                </c:pt>
                <c:pt idx="3734">
                  <c:v>44990.583333333343</c:v>
                </c:pt>
                <c:pt idx="3735">
                  <c:v>44990.625</c:v>
                </c:pt>
                <c:pt idx="3736">
                  <c:v>44990.666666666657</c:v>
                </c:pt>
                <c:pt idx="3737">
                  <c:v>44990.708333333343</c:v>
                </c:pt>
                <c:pt idx="3738">
                  <c:v>44990.75</c:v>
                </c:pt>
                <c:pt idx="3739">
                  <c:v>44990.791666666657</c:v>
                </c:pt>
                <c:pt idx="3740">
                  <c:v>44990.833333333343</c:v>
                </c:pt>
                <c:pt idx="3741">
                  <c:v>44990.875</c:v>
                </c:pt>
                <c:pt idx="3742">
                  <c:v>44990.916666666657</c:v>
                </c:pt>
                <c:pt idx="3743">
                  <c:v>44990.958333333343</c:v>
                </c:pt>
                <c:pt idx="3744">
                  <c:v>44991</c:v>
                </c:pt>
                <c:pt idx="3745">
                  <c:v>44991.041666666657</c:v>
                </c:pt>
                <c:pt idx="3746">
                  <c:v>44991.083333333343</c:v>
                </c:pt>
                <c:pt idx="3747">
                  <c:v>44991.125</c:v>
                </c:pt>
                <c:pt idx="3748">
                  <c:v>44991.166666666657</c:v>
                </c:pt>
                <c:pt idx="3749">
                  <c:v>44991.208333333343</c:v>
                </c:pt>
                <c:pt idx="3750">
                  <c:v>44991.25</c:v>
                </c:pt>
                <c:pt idx="3751">
                  <c:v>44991.291666666657</c:v>
                </c:pt>
                <c:pt idx="3752">
                  <c:v>44991.333333333343</c:v>
                </c:pt>
                <c:pt idx="3753">
                  <c:v>44991.375</c:v>
                </c:pt>
                <c:pt idx="3754">
                  <c:v>44991.416666666657</c:v>
                </c:pt>
                <c:pt idx="3755">
                  <c:v>44991.458333333343</c:v>
                </c:pt>
                <c:pt idx="3756">
                  <c:v>44991.5</c:v>
                </c:pt>
                <c:pt idx="3757">
                  <c:v>44991.541666666657</c:v>
                </c:pt>
                <c:pt idx="3758">
                  <c:v>44991.583333333343</c:v>
                </c:pt>
                <c:pt idx="3759">
                  <c:v>44991.625</c:v>
                </c:pt>
                <c:pt idx="3760">
                  <c:v>44991.666666666657</c:v>
                </c:pt>
                <c:pt idx="3761">
                  <c:v>44991.708333333343</c:v>
                </c:pt>
                <c:pt idx="3762">
                  <c:v>44991.75</c:v>
                </c:pt>
                <c:pt idx="3763">
                  <c:v>44991.791666666657</c:v>
                </c:pt>
                <c:pt idx="3764">
                  <c:v>44991.833333333343</c:v>
                </c:pt>
                <c:pt idx="3765">
                  <c:v>44991.875</c:v>
                </c:pt>
                <c:pt idx="3766">
                  <c:v>44991.916666666657</c:v>
                </c:pt>
                <c:pt idx="3767">
                  <c:v>44991.958333333343</c:v>
                </c:pt>
                <c:pt idx="3768">
                  <c:v>44992</c:v>
                </c:pt>
                <c:pt idx="3769">
                  <c:v>44992.041666666657</c:v>
                </c:pt>
                <c:pt idx="3770">
                  <c:v>44992.083333333343</c:v>
                </c:pt>
                <c:pt idx="3771">
                  <c:v>44992.125</c:v>
                </c:pt>
                <c:pt idx="3772">
                  <c:v>44992.166666666657</c:v>
                </c:pt>
                <c:pt idx="3773">
                  <c:v>44992.208333333343</c:v>
                </c:pt>
                <c:pt idx="3774">
                  <c:v>44992.25</c:v>
                </c:pt>
                <c:pt idx="3775">
                  <c:v>44992.291666666657</c:v>
                </c:pt>
                <c:pt idx="3776">
                  <c:v>44992.333333333343</c:v>
                </c:pt>
                <c:pt idx="3777">
                  <c:v>44992.375</c:v>
                </c:pt>
                <c:pt idx="3778">
                  <c:v>44992.416666666657</c:v>
                </c:pt>
                <c:pt idx="3779">
                  <c:v>44992.458333333343</c:v>
                </c:pt>
                <c:pt idx="3780">
                  <c:v>44992.5</c:v>
                </c:pt>
                <c:pt idx="3781">
                  <c:v>44992.541666666657</c:v>
                </c:pt>
                <c:pt idx="3782">
                  <c:v>44992.583333333343</c:v>
                </c:pt>
                <c:pt idx="3783">
                  <c:v>44992.625</c:v>
                </c:pt>
                <c:pt idx="3784">
                  <c:v>44992.666666666657</c:v>
                </c:pt>
                <c:pt idx="3785">
                  <c:v>44992.708333333343</c:v>
                </c:pt>
                <c:pt idx="3786">
                  <c:v>44992.75</c:v>
                </c:pt>
                <c:pt idx="3787">
                  <c:v>44992.791666666657</c:v>
                </c:pt>
                <c:pt idx="3788">
                  <c:v>44992.833333333343</c:v>
                </c:pt>
                <c:pt idx="3789">
                  <c:v>44992.875</c:v>
                </c:pt>
                <c:pt idx="3790">
                  <c:v>44992.916666666657</c:v>
                </c:pt>
                <c:pt idx="3791">
                  <c:v>44992.958333333343</c:v>
                </c:pt>
                <c:pt idx="3792">
                  <c:v>44993</c:v>
                </c:pt>
                <c:pt idx="3793">
                  <c:v>44993.041666666657</c:v>
                </c:pt>
                <c:pt idx="3794">
                  <c:v>44993.083333333343</c:v>
                </c:pt>
                <c:pt idx="3795">
                  <c:v>44993.125</c:v>
                </c:pt>
                <c:pt idx="3796">
                  <c:v>44993.166666666657</c:v>
                </c:pt>
                <c:pt idx="3797">
                  <c:v>44993.208333333343</c:v>
                </c:pt>
                <c:pt idx="3798">
                  <c:v>44993.25</c:v>
                </c:pt>
                <c:pt idx="3799">
                  <c:v>44993.291666666657</c:v>
                </c:pt>
                <c:pt idx="3800">
                  <c:v>44993.333333333343</c:v>
                </c:pt>
                <c:pt idx="3801">
                  <c:v>44993.375</c:v>
                </c:pt>
                <c:pt idx="3802">
                  <c:v>44993.416666666657</c:v>
                </c:pt>
                <c:pt idx="3803">
                  <c:v>44993.458333333343</c:v>
                </c:pt>
                <c:pt idx="3804">
                  <c:v>44993.5</c:v>
                </c:pt>
                <c:pt idx="3805">
                  <c:v>44993.541666666657</c:v>
                </c:pt>
                <c:pt idx="3806">
                  <c:v>44993.583333333343</c:v>
                </c:pt>
                <c:pt idx="3807">
                  <c:v>44993.625</c:v>
                </c:pt>
                <c:pt idx="3808">
                  <c:v>44993.666666666657</c:v>
                </c:pt>
                <c:pt idx="3809">
                  <c:v>44993.708333333343</c:v>
                </c:pt>
                <c:pt idx="3810">
                  <c:v>44993.75</c:v>
                </c:pt>
                <c:pt idx="3811">
                  <c:v>44993.791666666657</c:v>
                </c:pt>
                <c:pt idx="3812">
                  <c:v>44993.833333333343</c:v>
                </c:pt>
                <c:pt idx="3813">
                  <c:v>44993.875</c:v>
                </c:pt>
                <c:pt idx="3814">
                  <c:v>44993.916666666657</c:v>
                </c:pt>
                <c:pt idx="3815">
                  <c:v>44993.958333333343</c:v>
                </c:pt>
                <c:pt idx="3816">
                  <c:v>44994</c:v>
                </c:pt>
                <c:pt idx="3817">
                  <c:v>44994.041666666657</c:v>
                </c:pt>
                <c:pt idx="3818">
                  <c:v>44994.083333333343</c:v>
                </c:pt>
                <c:pt idx="3819">
                  <c:v>44994.125</c:v>
                </c:pt>
                <c:pt idx="3820">
                  <c:v>44994.166666666657</c:v>
                </c:pt>
                <c:pt idx="3821">
                  <c:v>44994.208333333343</c:v>
                </c:pt>
                <c:pt idx="3822">
                  <c:v>44994.25</c:v>
                </c:pt>
                <c:pt idx="3823">
                  <c:v>44994.291666666657</c:v>
                </c:pt>
                <c:pt idx="3824">
                  <c:v>44994.333333333343</c:v>
                </c:pt>
                <c:pt idx="3825">
                  <c:v>44994.375</c:v>
                </c:pt>
                <c:pt idx="3826">
                  <c:v>44994.416666666657</c:v>
                </c:pt>
                <c:pt idx="3827">
                  <c:v>44994.458333333343</c:v>
                </c:pt>
                <c:pt idx="3828">
                  <c:v>44994.5</c:v>
                </c:pt>
                <c:pt idx="3829">
                  <c:v>44994.541666666657</c:v>
                </c:pt>
                <c:pt idx="3830">
                  <c:v>44994.583333333343</c:v>
                </c:pt>
                <c:pt idx="3831">
                  <c:v>44994.625</c:v>
                </c:pt>
                <c:pt idx="3832">
                  <c:v>44994.666666666657</c:v>
                </c:pt>
                <c:pt idx="3833">
                  <c:v>44994.708333333343</c:v>
                </c:pt>
                <c:pt idx="3834">
                  <c:v>44994.75</c:v>
                </c:pt>
                <c:pt idx="3835">
                  <c:v>44994.791666666657</c:v>
                </c:pt>
                <c:pt idx="3836">
                  <c:v>44994.833333333343</c:v>
                </c:pt>
                <c:pt idx="3837">
                  <c:v>44994.875</c:v>
                </c:pt>
                <c:pt idx="3838">
                  <c:v>44994.916666666657</c:v>
                </c:pt>
                <c:pt idx="3839">
                  <c:v>44994.958333333343</c:v>
                </c:pt>
                <c:pt idx="3840">
                  <c:v>44995</c:v>
                </c:pt>
                <c:pt idx="3841">
                  <c:v>44995.041666666657</c:v>
                </c:pt>
                <c:pt idx="3842">
                  <c:v>44995.083333333343</c:v>
                </c:pt>
                <c:pt idx="3843">
                  <c:v>44995.125</c:v>
                </c:pt>
                <c:pt idx="3844">
                  <c:v>44995.166666666657</c:v>
                </c:pt>
                <c:pt idx="3845">
                  <c:v>44995.208333333343</c:v>
                </c:pt>
                <c:pt idx="3846">
                  <c:v>44995.25</c:v>
                </c:pt>
                <c:pt idx="3847">
                  <c:v>44995.291666666657</c:v>
                </c:pt>
                <c:pt idx="3848">
                  <c:v>44995.333333333343</c:v>
                </c:pt>
                <c:pt idx="3849">
                  <c:v>44995.375</c:v>
                </c:pt>
                <c:pt idx="3850">
                  <c:v>44995.416666666657</c:v>
                </c:pt>
                <c:pt idx="3851">
                  <c:v>44995.458333333343</c:v>
                </c:pt>
                <c:pt idx="3852">
                  <c:v>44995.5</c:v>
                </c:pt>
                <c:pt idx="3853">
                  <c:v>44995.541666666657</c:v>
                </c:pt>
                <c:pt idx="3854">
                  <c:v>44995.583333333343</c:v>
                </c:pt>
                <c:pt idx="3855">
                  <c:v>44995.625</c:v>
                </c:pt>
                <c:pt idx="3856">
                  <c:v>44995.666666666657</c:v>
                </c:pt>
                <c:pt idx="3857">
                  <c:v>44995.708333333343</c:v>
                </c:pt>
                <c:pt idx="3858">
                  <c:v>44995.75</c:v>
                </c:pt>
                <c:pt idx="3859">
                  <c:v>44995.791666666657</c:v>
                </c:pt>
                <c:pt idx="3860">
                  <c:v>44995.833333333343</c:v>
                </c:pt>
                <c:pt idx="3861">
                  <c:v>44995.875</c:v>
                </c:pt>
                <c:pt idx="3862">
                  <c:v>44995.916666666657</c:v>
                </c:pt>
                <c:pt idx="3863">
                  <c:v>44995.958333333343</c:v>
                </c:pt>
                <c:pt idx="3864">
                  <c:v>44996</c:v>
                </c:pt>
                <c:pt idx="3865">
                  <c:v>44996.041666666657</c:v>
                </c:pt>
                <c:pt idx="3866">
                  <c:v>44996.083333333343</c:v>
                </c:pt>
                <c:pt idx="3867">
                  <c:v>44996.125</c:v>
                </c:pt>
                <c:pt idx="3868">
                  <c:v>44996.166666666657</c:v>
                </c:pt>
                <c:pt idx="3869">
                  <c:v>44996.208333333343</c:v>
                </c:pt>
                <c:pt idx="3870">
                  <c:v>44996.25</c:v>
                </c:pt>
                <c:pt idx="3871">
                  <c:v>44996.291666666657</c:v>
                </c:pt>
                <c:pt idx="3872">
                  <c:v>44996.333333333343</c:v>
                </c:pt>
                <c:pt idx="3873">
                  <c:v>44996.375</c:v>
                </c:pt>
                <c:pt idx="3874">
                  <c:v>44996.416666666657</c:v>
                </c:pt>
                <c:pt idx="3875">
                  <c:v>44996.458333333343</c:v>
                </c:pt>
                <c:pt idx="3876">
                  <c:v>44996.5</c:v>
                </c:pt>
                <c:pt idx="3877">
                  <c:v>44996.541666666657</c:v>
                </c:pt>
                <c:pt idx="3878">
                  <c:v>44996.583333333343</c:v>
                </c:pt>
                <c:pt idx="3879">
                  <c:v>44996.625</c:v>
                </c:pt>
                <c:pt idx="3880">
                  <c:v>44996.666666666657</c:v>
                </c:pt>
                <c:pt idx="3881">
                  <c:v>44996.708333333343</c:v>
                </c:pt>
                <c:pt idx="3882">
                  <c:v>44996.75</c:v>
                </c:pt>
                <c:pt idx="3883">
                  <c:v>44996.791666666657</c:v>
                </c:pt>
                <c:pt idx="3884">
                  <c:v>44996.833333333343</c:v>
                </c:pt>
                <c:pt idx="3885">
                  <c:v>44996.875</c:v>
                </c:pt>
                <c:pt idx="3886">
                  <c:v>44996.916666666657</c:v>
                </c:pt>
                <c:pt idx="3887">
                  <c:v>44996.958333333343</c:v>
                </c:pt>
                <c:pt idx="3888">
                  <c:v>44997</c:v>
                </c:pt>
                <c:pt idx="3889">
                  <c:v>44997.041666666657</c:v>
                </c:pt>
                <c:pt idx="3890">
                  <c:v>44997.083333333343</c:v>
                </c:pt>
                <c:pt idx="3891">
                  <c:v>44997.125</c:v>
                </c:pt>
                <c:pt idx="3892">
                  <c:v>44997.166666666657</c:v>
                </c:pt>
                <c:pt idx="3893">
                  <c:v>44997.208333333343</c:v>
                </c:pt>
                <c:pt idx="3894">
                  <c:v>44997.25</c:v>
                </c:pt>
                <c:pt idx="3895">
                  <c:v>44997.291666666657</c:v>
                </c:pt>
                <c:pt idx="3896">
                  <c:v>44997.333333333343</c:v>
                </c:pt>
                <c:pt idx="3897">
                  <c:v>44997.375</c:v>
                </c:pt>
                <c:pt idx="3898">
                  <c:v>44997.416666666657</c:v>
                </c:pt>
                <c:pt idx="3899">
                  <c:v>44997.458333333343</c:v>
                </c:pt>
                <c:pt idx="3900">
                  <c:v>44997.5</c:v>
                </c:pt>
                <c:pt idx="3901">
                  <c:v>44997.541666666657</c:v>
                </c:pt>
                <c:pt idx="3902">
                  <c:v>44997.583333333343</c:v>
                </c:pt>
                <c:pt idx="3903">
                  <c:v>44997.625</c:v>
                </c:pt>
                <c:pt idx="3904">
                  <c:v>44997.666666666657</c:v>
                </c:pt>
                <c:pt idx="3905">
                  <c:v>44997.708333333343</c:v>
                </c:pt>
                <c:pt idx="3906">
                  <c:v>44997.75</c:v>
                </c:pt>
                <c:pt idx="3907">
                  <c:v>44997.791666666657</c:v>
                </c:pt>
                <c:pt idx="3908">
                  <c:v>44997.833333333343</c:v>
                </c:pt>
                <c:pt idx="3909">
                  <c:v>44997.875</c:v>
                </c:pt>
                <c:pt idx="3910">
                  <c:v>44997.916666666657</c:v>
                </c:pt>
                <c:pt idx="3911">
                  <c:v>44997.958333333343</c:v>
                </c:pt>
                <c:pt idx="3912">
                  <c:v>44998</c:v>
                </c:pt>
                <c:pt idx="3913">
                  <c:v>44998.041666666657</c:v>
                </c:pt>
                <c:pt idx="3914">
                  <c:v>44998.083333333343</c:v>
                </c:pt>
                <c:pt idx="3915">
                  <c:v>44998.125</c:v>
                </c:pt>
                <c:pt idx="3916">
                  <c:v>44998.166666666657</c:v>
                </c:pt>
                <c:pt idx="3917">
                  <c:v>44998.208333333343</c:v>
                </c:pt>
                <c:pt idx="3918">
                  <c:v>44998.25</c:v>
                </c:pt>
                <c:pt idx="3919">
                  <c:v>44998.291666666657</c:v>
                </c:pt>
                <c:pt idx="3920">
                  <c:v>44998.333333333343</c:v>
                </c:pt>
                <c:pt idx="3921">
                  <c:v>44998.375</c:v>
                </c:pt>
                <c:pt idx="3922">
                  <c:v>44998.416666666657</c:v>
                </c:pt>
                <c:pt idx="3923">
                  <c:v>44998.458333333343</c:v>
                </c:pt>
                <c:pt idx="3924">
                  <c:v>44998.5</c:v>
                </c:pt>
                <c:pt idx="3925">
                  <c:v>44998.541666666657</c:v>
                </c:pt>
                <c:pt idx="3926">
                  <c:v>44998.583333333343</c:v>
                </c:pt>
                <c:pt idx="3927">
                  <c:v>44998.625</c:v>
                </c:pt>
                <c:pt idx="3928">
                  <c:v>44998.666666666657</c:v>
                </c:pt>
                <c:pt idx="3929">
                  <c:v>44998.708333333343</c:v>
                </c:pt>
                <c:pt idx="3930">
                  <c:v>44998.75</c:v>
                </c:pt>
                <c:pt idx="3931">
                  <c:v>44998.791666666657</c:v>
                </c:pt>
                <c:pt idx="3932">
                  <c:v>44998.833333333343</c:v>
                </c:pt>
                <c:pt idx="3933">
                  <c:v>44998.875</c:v>
                </c:pt>
                <c:pt idx="3934">
                  <c:v>44998.916666666657</c:v>
                </c:pt>
                <c:pt idx="3935">
                  <c:v>44998.958333333343</c:v>
                </c:pt>
                <c:pt idx="3936">
                  <c:v>44999</c:v>
                </c:pt>
                <c:pt idx="3937">
                  <c:v>44999.041666666657</c:v>
                </c:pt>
                <c:pt idx="3938">
                  <c:v>44999.083333333343</c:v>
                </c:pt>
                <c:pt idx="3939">
                  <c:v>44999.125</c:v>
                </c:pt>
                <c:pt idx="3940">
                  <c:v>44999.166666666657</c:v>
                </c:pt>
                <c:pt idx="3941">
                  <c:v>44999.208333333343</c:v>
                </c:pt>
                <c:pt idx="3942">
                  <c:v>44999.25</c:v>
                </c:pt>
                <c:pt idx="3943">
                  <c:v>44999.291666666657</c:v>
                </c:pt>
                <c:pt idx="3944">
                  <c:v>44999.333333333343</c:v>
                </c:pt>
                <c:pt idx="3945">
                  <c:v>44999.375</c:v>
                </c:pt>
                <c:pt idx="3946">
                  <c:v>44999.416666666657</c:v>
                </c:pt>
                <c:pt idx="3947">
                  <c:v>44999.458333333343</c:v>
                </c:pt>
                <c:pt idx="3948">
                  <c:v>44999.5</c:v>
                </c:pt>
                <c:pt idx="3949">
                  <c:v>44999.541666666657</c:v>
                </c:pt>
                <c:pt idx="3950">
                  <c:v>44999.583333333343</c:v>
                </c:pt>
                <c:pt idx="3951">
                  <c:v>44999.625</c:v>
                </c:pt>
                <c:pt idx="3952">
                  <c:v>44999.666666666657</c:v>
                </c:pt>
                <c:pt idx="3953">
                  <c:v>44999.708333333343</c:v>
                </c:pt>
                <c:pt idx="3954">
                  <c:v>44999.75</c:v>
                </c:pt>
                <c:pt idx="3955">
                  <c:v>44999.791666666657</c:v>
                </c:pt>
                <c:pt idx="3956">
                  <c:v>44999.833333333343</c:v>
                </c:pt>
                <c:pt idx="3957">
                  <c:v>44999.875</c:v>
                </c:pt>
                <c:pt idx="3958">
                  <c:v>44999.916666666657</c:v>
                </c:pt>
                <c:pt idx="3959">
                  <c:v>44999.958333333343</c:v>
                </c:pt>
                <c:pt idx="3960">
                  <c:v>45000</c:v>
                </c:pt>
                <c:pt idx="3961">
                  <c:v>45000.041666666657</c:v>
                </c:pt>
                <c:pt idx="3962">
                  <c:v>45000.083333333343</c:v>
                </c:pt>
                <c:pt idx="3963">
                  <c:v>45000.125</c:v>
                </c:pt>
                <c:pt idx="3964">
                  <c:v>45000.166666666657</c:v>
                </c:pt>
                <c:pt idx="3965">
                  <c:v>45000.208333333343</c:v>
                </c:pt>
                <c:pt idx="3966">
                  <c:v>45000.25</c:v>
                </c:pt>
                <c:pt idx="3967">
                  <c:v>45000.291666666657</c:v>
                </c:pt>
                <c:pt idx="3968">
                  <c:v>45000.333333333343</c:v>
                </c:pt>
                <c:pt idx="3969">
                  <c:v>45000.375</c:v>
                </c:pt>
                <c:pt idx="3970">
                  <c:v>45000.416666666657</c:v>
                </c:pt>
                <c:pt idx="3971">
                  <c:v>45000.458333333343</c:v>
                </c:pt>
                <c:pt idx="3972">
                  <c:v>45000.5</c:v>
                </c:pt>
                <c:pt idx="3973">
                  <c:v>45000.541666666657</c:v>
                </c:pt>
                <c:pt idx="3974">
                  <c:v>45000.583333333343</c:v>
                </c:pt>
                <c:pt idx="3975">
                  <c:v>45000.625</c:v>
                </c:pt>
                <c:pt idx="3976">
                  <c:v>45000.666666666657</c:v>
                </c:pt>
                <c:pt idx="3977">
                  <c:v>45000.708333333343</c:v>
                </c:pt>
                <c:pt idx="3978">
                  <c:v>45000.75</c:v>
                </c:pt>
                <c:pt idx="3979">
                  <c:v>45000.791666666657</c:v>
                </c:pt>
                <c:pt idx="3980">
                  <c:v>45000.833333333343</c:v>
                </c:pt>
                <c:pt idx="3981">
                  <c:v>45000.875</c:v>
                </c:pt>
                <c:pt idx="3982">
                  <c:v>45000.916666666657</c:v>
                </c:pt>
                <c:pt idx="3983">
                  <c:v>45000.958333333343</c:v>
                </c:pt>
                <c:pt idx="3984">
                  <c:v>45001</c:v>
                </c:pt>
                <c:pt idx="3985">
                  <c:v>45001.041666666657</c:v>
                </c:pt>
                <c:pt idx="3986">
                  <c:v>45001.083333333343</c:v>
                </c:pt>
                <c:pt idx="3987">
                  <c:v>45001.125</c:v>
                </c:pt>
                <c:pt idx="3988">
                  <c:v>45001.166666666657</c:v>
                </c:pt>
                <c:pt idx="3989">
                  <c:v>45001.208333333343</c:v>
                </c:pt>
                <c:pt idx="3990">
                  <c:v>45001.25</c:v>
                </c:pt>
                <c:pt idx="3991">
                  <c:v>45001.291666666657</c:v>
                </c:pt>
                <c:pt idx="3992">
                  <c:v>45001.333333333343</c:v>
                </c:pt>
                <c:pt idx="3993">
                  <c:v>45001.375</c:v>
                </c:pt>
                <c:pt idx="3994">
                  <c:v>45001.416666666657</c:v>
                </c:pt>
                <c:pt idx="3995">
                  <c:v>45001.458333333343</c:v>
                </c:pt>
                <c:pt idx="3996">
                  <c:v>45001.5</c:v>
                </c:pt>
                <c:pt idx="3997">
                  <c:v>45001.541666666657</c:v>
                </c:pt>
                <c:pt idx="3998">
                  <c:v>45001.583333333343</c:v>
                </c:pt>
                <c:pt idx="3999">
                  <c:v>45001.625</c:v>
                </c:pt>
                <c:pt idx="4000">
                  <c:v>45001.666666666657</c:v>
                </c:pt>
                <c:pt idx="4001">
                  <c:v>45001.708333333343</c:v>
                </c:pt>
                <c:pt idx="4002">
                  <c:v>45001.75</c:v>
                </c:pt>
                <c:pt idx="4003">
                  <c:v>45001.791666666657</c:v>
                </c:pt>
                <c:pt idx="4004">
                  <c:v>45001.833333333343</c:v>
                </c:pt>
                <c:pt idx="4005">
                  <c:v>45001.875</c:v>
                </c:pt>
                <c:pt idx="4006">
                  <c:v>45001.916666666657</c:v>
                </c:pt>
                <c:pt idx="4007">
                  <c:v>45001.958333333343</c:v>
                </c:pt>
                <c:pt idx="4008">
                  <c:v>45002</c:v>
                </c:pt>
                <c:pt idx="4009">
                  <c:v>45002.041666666657</c:v>
                </c:pt>
                <c:pt idx="4010">
                  <c:v>45002.083333333343</c:v>
                </c:pt>
                <c:pt idx="4011">
                  <c:v>45002.125</c:v>
                </c:pt>
                <c:pt idx="4012">
                  <c:v>45002.166666666657</c:v>
                </c:pt>
                <c:pt idx="4013">
                  <c:v>45002.208333333343</c:v>
                </c:pt>
                <c:pt idx="4014">
                  <c:v>45002.25</c:v>
                </c:pt>
                <c:pt idx="4015">
                  <c:v>45002.291666666657</c:v>
                </c:pt>
                <c:pt idx="4016">
                  <c:v>45002.333333333343</c:v>
                </c:pt>
                <c:pt idx="4017">
                  <c:v>45002.375</c:v>
                </c:pt>
                <c:pt idx="4018">
                  <c:v>45002.416666666657</c:v>
                </c:pt>
                <c:pt idx="4019">
                  <c:v>45002.458333333343</c:v>
                </c:pt>
                <c:pt idx="4020">
                  <c:v>45002.5</c:v>
                </c:pt>
                <c:pt idx="4021">
                  <c:v>45002.541666666657</c:v>
                </c:pt>
                <c:pt idx="4022">
                  <c:v>45002.583333333343</c:v>
                </c:pt>
                <c:pt idx="4023">
                  <c:v>45002.625</c:v>
                </c:pt>
                <c:pt idx="4024">
                  <c:v>45002.666666666657</c:v>
                </c:pt>
                <c:pt idx="4025">
                  <c:v>45002.708333333343</c:v>
                </c:pt>
                <c:pt idx="4026">
                  <c:v>45002.75</c:v>
                </c:pt>
                <c:pt idx="4027">
                  <c:v>45002.791666666657</c:v>
                </c:pt>
                <c:pt idx="4028">
                  <c:v>45002.833333333343</c:v>
                </c:pt>
                <c:pt idx="4029">
                  <c:v>45002.875</c:v>
                </c:pt>
                <c:pt idx="4030">
                  <c:v>45002.916666666657</c:v>
                </c:pt>
                <c:pt idx="4031">
                  <c:v>45002.958333333343</c:v>
                </c:pt>
                <c:pt idx="4032">
                  <c:v>45003</c:v>
                </c:pt>
                <c:pt idx="4033">
                  <c:v>45003.041666666657</c:v>
                </c:pt>
                <c:pt idx="4034">
                  <c:v>45003.083333333343</c:v>
                </c:pt>
                <c:pt idx="4035">
                  <c:v>45003.125</c:v>
                </c:pt>
                <c:pt idx="4036">
                  <c:v>45003.166666666657</c:v>
                </c:pt>
                <c:pt idx="4037">
                  <c:v>45003.208333333343</c:v>
                </c:pt>
                <c:pt idx="4038">
                  <c:v>45003.25</c:v>
                </c:pt>
                <c:pt idx="4039">
                  <c:v>45003.291666666657</c:v>
                </c:pt>
                <c:pt idx="4040">
                  <c:v>45003.333333333343</c:v>
                </c:pt>
                <c:pt idx="4041">
                  <c:v>45003.375</c:v>
                </c:pt>
                <c:pt idx="4042">
                  <c:v>45003.416666666657</c:v>
                </c:pt>
                <c:pt idx="4043">
                  <c:v>45003.458333333343</c:v>
                </c:pt>
                <c:pt idx="4044">
                  <c:v>45003.5</c:v>
                </c:pt>
                <c:pt idx="4045">
                  <c:v>45003.541666666657</c:v>
                </c:pt>
                <c:pt idx="4046">
                  <c:v>45003.583333333343</c:v>
                </c:pt>
                <c:pt idx="4047">
                  <c:v>45003.625</c:v>
                </c:pt>
                <c:pt idx="4048">
                  <c:v>45003.666666666657</c:v>
                </c:pt>
                <c:pt idx="4049">
                  <c:v>45003.708333333343</c:v>
                </c:pt>
                <c:pt idx="4050">
                  <c:v>45003.75</c:v>
                </c:pt>
                <c:pt idx="4051">
                  <c:v>45003.791666666657</c:v>
                </c:pt>
                <c:pt idx="4052">
                  <c:v>45003.833333333343</c:v>
                </c:pt>
                <c:pt idx="4053">
                  <c:v>45003.875</c:v>
                </c:pt>
                <c:pt idx="4054">
                  <c:v>45003.916666666657</c:v>
                </c:pt>
                <c:pt idx="4055">
                  <c:v>45003.958333333343</c:v>
                </c:pt>
                <c:pt idx="4056">
                  <c:v>45004</c:v>
                </c:pt>
                <c:pt idx="4057">
                  <c:v>45004.041666666657</c:v>
                </c:pt>
                <c:pt idx="4058">
                  <c:v>45004.083333333343</c:v>
                </c:pt>
                <c:pt idx="4059">
                  <c:v>45004.125</c:v>
                </c:pt>
                <c:pt idx="4060">
                  <c:v>45004.166666666657</c:v>
                </c:pt>
                <c:pt idx="4061">
                  <c:v>45004.208333333343</c:v>
                </c:pt>
                <c:pt idx="4062">
                  <c:v>45004.25</c:v>
                </c:pt>
                <c:pt idx="4063">
                  <c:v>45004.291666666657</c:v>
                </c:pt>
                <c:pt idx="4064">
                  <c:v>45004.333333333343</c:v>
                </c:pt>
                <c:pt idx="4065">
                  <c:v>45004.375</c:v>
                </c:pt>
                <c:pt idx="4066">
                  <c:v>45004.416666666657</c:v>
                </c:pt>
                <c:pt idx="4067">
                  <c:v>45004.458333333343</c:v>
                </c:pt>
                <c:pt idx="4068">
                  <c:v>45004.5</c:v>
                </c:pt>
                <c:pt idx="4069">
                  <c:v>45004.541666666657</c:v>
                </c:pt>
                <c:pt idx="4070">
                  <c:v>45004.583333333343</c:v>
                </c:pt>
                <c:pt idx="4071">
                  <c:v>45004.625</c:v>
                </c:pt>
                <c:pt idx="4072">
                  <c:v>45004.666666666657</c:v>
                </c:pt>
                <c:pt idx="4073">
                  <c:v>45004.708333333343</c:v>
                </c:pt>
                <c:pt idx="4074">
                  <c:v>45004.75</c:v>
                </c:pt>
                <c:pt idx="4075">
                  <c:v>45004.791666666657</c:v>
                </c:pt>
                <c:pt idx="4076">
                  <c:v>45004.833333333343</c:v>
                </c:pt>
                <c:pt idx="4077">
                  <c:v>45004.875</c:v>
                </c:pt>
                <c:pt idx="4078">
                  <c:v>45004.916666666657</c:v>
                </c:pt>
                <c:pt idx="4079">
                  <c:v>45004.958333333343</c:v>
                </c:pt>
                <c:pt idx="4080">
                  <c:v>45005</c:v>
                </c:pt>
                <c:pt idx="4081">
                  <c:v>45005.041666666657</c:v>
                </c:pt>
                <c:pt idx="4082">
                  <c:v>45005.083333333343</c:v>
                </c:pt>
                <c:pt idx="4083">
                  <c:v>45005.125</c:v>
                </c:pt>
                <c:pt idx="4084">
                  <c:v>45005.166666666657</c:v>
                </c:pt>
                <c:pt idx="4085">
                  <c:v>45005.208333333343</c:v>
                </c:pt>
                <c:pt idx="4086">
                  <c:v>45005.25</c:v>
                </c:pt>
                <c:pt idx="4087">
                  <c:v>45005.291666666657</c:v>
                </c:pt>
                <c:pt idx="4088">
                  <c:v>45005.333333333343</c:v>
                </c:pt>
                <c:pt idx="4089">
                  <c:v>45005.375</c:v>
                </c:pt>
                <c:pt idx="4090">
                  <c:v>45005.416666666657</c:v>
                </c:pt>
                <c:pt idx="4091">
                  <c:v>45005.458333333343</c:v>
                </c:pt>
                <c:pt idx="4092">
                  <c:v>45005.5</c:v>
                </c:pt>
                <c:pt idx="4093">
                  <c:v>45005.541666666657</c:v>
                </c:pt>
                <c:pt idx="4094">
                  <c:v>45005.583333333343</c:v>
                </c:pt>
                <c:pt idx="4095">
                  <c:v>45005.625</c:v>
                </c:pt>
                <c:pt idx="4096">
                  <c:v>45005.666666666657</c:v>
                </c:pt>
                <c:pt idx="4097">
                  <c:v>45005.708333333343</c:v>
                </c:pt>
                <c:pt idx="4098">
                  <c:v>45005.75</c:v>
                </c:pt>
                <c:pt idx="4099">
                  <c:v>45005.791666666657</c:v>
                </c:pt>
                <c:pt idx="4100">
                  <c:v>45005.833333333343</c:v>
                </c:pt>
                <c:pt idx="4101">
                  <c:v>45005.875</c:v>
                </c:pt>
                <c:pt idx="4102">
                  <c:v>45005.916666666657</c:v>
                </c:pt>
                <c:pt idx="4103">
                  <c:v>45005.958333333343</c:v>
                </c:pt>
                <c:pt idx="4104">
                  <c:v>45006</c:v>
                </c:pt>
                <c:pt idx="4105">
                  <c:v>45006.041666666657</c:v>
                </c:pt>
                <c:pt idx="4106">
                  <c:v>45006.083333333343</c:v>
                </c:pt>
                <c:pt idx="4107">
                  <c:v>45006.125</c:v>
                </c:pt>
                <c:pt idx="4108">
                  <c:v>45006.166666666657</c:v>
                </c:pt>
                <c:pt idx="4109">
                  <c:v>45006.208333333343</c:v>
                </c:pt>
                <c:pt idx="4110">
                  <c:v>45006.25</c:v>
                </c:pt>
                <c:pt idx="4111">
                  <c:v>45006.291666666657</c:v>
                </c:pt>
                <c:pt idx="4112">
                  <c:v>45006.333333333343</c:v>
                </c:pt>
                <c:pt idx="4113">
                  <c:v>45006.375</c:v>
                </c:pt>
                <c:pt idx="4114">
                  <c:v>45006.416666666657</c:v>
                </c:pt>
                <c:pt idx="4115">
                  <c:v>45006.458333333343</c:v>
                </c:pt>
                <c:pt idx="4116">
                  <c:v>45006.5</c:v>
                </c:pt>
                <c:pt idx="4117">
                  <c:v>45006.541666666657</c:v>
                </c:pt>
                <c:pt idx="4118">
                  <c:v>45006.583333333343</c:v>
                </c:pt>
                <c:pt idx="4119">
                  <c:v>45006.625</c:v>
                </c:pt>
                <c:pt idx="4120">
                  <c:v>45006.666666666657</c:v>
                </c:pt>
                <c:pt idx="4121">
                  <c:v>45006.708333333343</c:v>
                </c:pt>
                <c:pt idx="4122">
                  <c:v>45006.75</c:v>
                </c:pt>
                <c:pt idx="4123">
                  <c:v>45006.791666666657</c:v>
                </c:pt>
                <c:pt idx="4124">
                  <c:v>45006.833333333343</c:v>
                </c:pt>
                <c:pt idx="4125">
                  <c:v>45006.875</c:v>
                </c:pt>
                <c:pt idx="4126">
                  <c:v>45006.916666666657</c:v>
                </c:pt>
                <c:pt idx="4127">
                  <c:v>45006.958333333343</c:v>
                </c:pt>
                <c:pt idx="4128">
                  <c:v>45007</c:v>
                </c:pt>
                <c:pt idx="4129">
                  <c:v>45007.041666666657</c:v>
                </c:pt>
                <c:pt idx="4130">
                  <c:v>45007.083333333343</c:v>
                </c:pt>
                <c:pt idx="4131">
                  <c:v>45007.125</c:v>
                </c:pt>
                <c:pt idx="4132">
                  <c:v>45007.166666666657</c:v>
                </c:pt>
                <c:pt idx="4133">
                  <c:v>45007.208333333343</c:v>
                </c:pt>
                <c:pt idx="4134">
                  <c:v>45007.25</c:v>
                </c:pt>
                <c:pt idx="4135">
                  <c:v>45007.291666666657</c:v>
                </c:pt>
                <c:pt idx="4136">
                  <c:v>45007.333333333343</c:v>
                </c:pt>
                <c:pt idx="4137">
                  <c:v>45007.375</c:v>
                </c:pt>
                <c:pt idx="4138">
                  <c:v>45007.416666666657</c:v>
                </c:pt>
                <c:pt idx="4139">
                  <c:v>45007.458333333343</c:v>
                </c:pt>
                <c:pt idx="4140">
                  <c:v>45007.5</c:v>
                </c:pt>
                <c:pt idx="4141">
                  <c:v>45007.541666666657</c:v>
                </c:pt>
                <c:pt idx="4142">
                  <c:v>45007.583333333343</c:v>
                </c:pt>
                <c:pt idx="4143">
                  <c:v>45007.625</c:v>
                </c:pt>
                <c:pt idx="4144">
                  <c:v>45007.666666666657</c:v>
                </c:pt>
                <c:pt idx="4145">
                  <c:v>45007.708333333343</c:v>
                </c:pt>
                <c:pt idx="4146">
                  <c:v>45007.75</c:v>
                </c:pt>
                <c:pt idx="4147">
                  <c:v>45007.791666666657</c:v>
                </c:pt>
                <c:pt idx="4148">
                  <c:v>45007.833333333343</c:v>
                </c:pt>
                <c:pt idx="4149">
                  <c:v>45007.875</c:v>
                </c:pt>
                <c:pt idx="4150">
                  <c:v>45007.916666666657</c:v>
                </c:pt>
                <c:pt idx="4151">
                  <c:v>45007.958333333343</c:v>
                </c:pt>
                <c:pt idx="4152">
                  <c:v>45008</c:v>
                </c:pt>
                <c:pt idx="4153">
                  <c:v>45008.041666666657</c:v>
                </c:pt>
                <c:pt idx="4154">
                  <c:v>45008.083333333343</c:v>
                </c:pt>
                <c:pt idx="4155">
                  <c:v>45008.125</c:v>
                </c:pt>
                <c:pt idx="4156">
                  <c:v>45008.166666666657</c:v>
                </c:pt>
                <c:pt idx="4157">
                  <c:v>45008.208333333343</c:v>
                </c:pt>
                <c:pt idx="4158">
                  <c:v>45008.25</c:v>
                </c:pt>
                <c:pt idx="4159">
                  <c:v>45008.291666666657</c:v>
                </c:pt>
                <c:pt idx="4160">
                  <c:v>45008.333333333343</c:v>
                </c:pt>
                <c:pt idx="4161">
                  <c:v>45008.375</c:v>
                </c:pt>
                <c:pt idx="4162">
                  <c:v>45008.416666666657</c:v>
                </c:pt>
                <c:pt idx="4163">
                  <c:v>45008.458333333343</c:v>
                </c:pt>
                <c:pt idx="4164">
                  <c:v>45008.5</c:v>
                </c:pt>
                <c:pt idx="4165">
                  <c:v>45008.541666666657</c:v>
                </c:pt>
                <c:pt idx="4166">
                  <c:v>45008.583333333343</c:v>
                </c:pt>
                <c:pt idx="4167">
                  <c:v>45008.625</c:v>
                </c:pt>
                <c:pt idx="4168">
                  <c:v>45008.666666666657</c:v>
                </c:pt>
                <c:pt idx="4169">
                  <c:v>45008.708333333343</c:v>
                </c:pt>
                <c:pt idx="4170">
                  <c:v>45008.75</c:v>
                </c:pt>
                <c:pt idx="4171">
                  <c:v>45008.791666666657</c:v>
                </c:pt>
                <c:pt idx="4172">
                  <c:v>45008.833333333343</c:v>
                </c:pt>
                <c:pt idx="4173">
                  <c:v>45008.875</c:v>
                </c:pt>
                <c:pt idx="4174">
                  <c:v>45008.916666666657</c:v>
                </c:pt>
                <c:pt idx="4175">
                  <c:v>45008.958333333343</c:v>
                </c:pt>
                <c:pt idx="4176">
                  <c:v>45009</c:v>
                </c:pt>
                <c:pt idx="4177">
                  <c:v>45009.041666666657</c:v>
                </c:pt>
                <c:pt idx="4178">
                  <c:v>45009.083333333343</c:v>
                </c:pt>
                <c:pt idx="4179">
                  <c:v>45009.125</c:v>
                </c:pt>
                <c:pt idx="4180">
                  <c:v>45009.166666666657</c:v>
                </c:pt>
                <c:pt idx="4181">
                  <c:v>45009.208333333343</c:v>
                </c:pt>
                <c:pt idx="4182">
                  <c:v>45009.25</c:v>
                </c:pt>
                <c:pt idx="4183">
                  <c:v>45009.291666666657</c:v>
                </c:pt>
                <c:pt idx="4184">
                  <c:v>45009.333333333343</c:v>
                </c:pt>
                <c:pt idx="4185">
                  <c:v>45009.375</c:v>
                </c:pt>
                <c:pt idx="4186">
                  <c:v>45009.416666666657</c:v>
                </c:pt>
                <c:pt idx="4187">
                  <c:v>45009.458333333343</c:v>
                </c:pt>
                <c:pt idx="4188">
                  <c:v>45009.5</c:v>
                </c:pt>
                <c:pt idx="4189">
                  <c:v>45009.541666666657</c:v>
                </c:pt>
                <c:pt idx="4190">
                  <c:v>45009.583333333343</c:v>
                </c:pt>
                <c:pt idx="4191">
                  <c:v>45009.625</c:v>
                </c:pt>
                <c:pt idx="4192">
                  <c:v>45009.666666666657</c:v>
                </c:pt>
                <c:pt idx="4193">
                  <c:v>45009.708333333343</c:v>
                </c:pt>
                <c:pt idx="4194">
                  <c:v>45009.75</c:v>
                </c:pt>
                <c:pt idx="4195">
                  <c:v>45009.791666666657</c:v>
                </c:pt>
                <c:pt idx="4196">
                  <c:v>45009.833333333343</c:v>
                </c:pt>
                <c:pt idx="4197">
                  <c:v>45009.875</c:v>
                </c:pt>
                <c:pt idx="4198">
                  <c:v>45009.916666666657</c:v>
                </c:pt>
                <c:pt idx="4199">
                  <c:v>45009.958333333343</c:v>
                </c:pt>
                <c:pt idx="4200">
                  <c:v>45010</c:v>
                </c:pt>
                <c:pt idx="4201">
                  <c:v>45010.041666666657</c:v>
                </c:pt>
                <c:pt idx="4202">
                  <c:v>45010.083333333343</c:v>
                </c:pt>
                <c:pt idx="4203">
                  <c:v>45010.125</c:v>
                </c:pt>
                <c:pt idx="4204">
                  <c:v>45010.166666666657</c:v>
                </c:pt>
                <c:pt idx="4205">
                  <c:v>45010.208333333343</c:v>
                </c:pt>
                <c:pt idx="4206">
                  <c:v>45010.25</c:v>
                </c:pt>
                <c:pt idx="4207">
                  <c:v>45010.291666666657</c:v>
                </c:pt>
                <c:pt idx="4208">
                  <c:v>45010.333333333343</c:v>
                </c:pt>
                <c:pt idx="4209">
                  <c:v>45010.375</c:v>
                </c:pt>
                <c:pt idx="4210">
                  <c:v>45010.416666666657</c:v>
                </c:pt>
                <c:pt idx="4211">
                  <c:v>45010.458333333343</c:v>
                </c:pt>
                <c:pt idx="4212">
                  <c:v>45010.5</c:v>
                </c:pt>
                <c:pt idx="4213">
                  <c:v>45010.541666666657</c:v>
                </c:pt>
                <c:pt idx="4214">
                  <c:v>45010.583333333343</c:v>
                </c:pt>
                <c:pt idx="4215">
                  <c:v>45010.625</c:v>
                </c:pt>
                <c:pt idx="4216">
                  <c:v>45010.666666666657</c:v>
                </c:pt>
                <c:pt idx="4217">
                  <c:v>45010.708333333343</c:v>
                </c:pt>
                <c:pt idx="4218">
                  <c:v>45010.75</c:v>
                </c:pt>
                <c:pt idx="4219">
                  <c:v>45010.791666666657</c:v>
                </c:pt>
                <c:pt idx="4220">
                  <c:v>45010.833333333343</c:v>
                </c:pt>
                <c:pt idx="4221">
                  <c:v>45010.875</c:v>
                </c:pt>
                <c:pt idx="4222">
                  <c:v>45010.916666666657</c:v>
                </c:pt>
                <c:pt idx="4223">
                  <c:v>45010.958333333343</c:v>
                </c:pt>
                <c:pt idx="4224">
                  <c:v>45011</c:v>
                </c:pt>
                <c:pt idx="4225">
                  <c:v>45011.041666666657</c:v>
                </c:pt>
                <c:pt idx="4226">
                  <c:v>45011.083333333343</c:v>
                </c:pt>
                <c:pt idx="4227">
                  <c:v>45011.125</c:v>
                </c:pt>
                <c:pt idx="4228">
                  <c:v>45011.166666666657</c:v>
                </c:pt>
                <c:pt idx="4229">
                  <c:v>45011.208333333343</c:v>
                </c:pt>
                <c:pt idx="4230">
                  <c:v>45011.25</c:v>
                </c:pt>
                <c:pt idx="4231">
                  <c:v>45011.291666666657</c:v>
                </c:pt>
                <c:pt idx="4232">
                  <c:v>45011.333333333343</c:v>
                </c:pt>
                <c:pt idx="4233">
                  <c:v>45011.375</c:v>
                </c:pt>
                <c:pt idx="4234">
                  <c:v>45011.416666666657</c:v>
                </c:pt>
                <c:pt idx="4235">
                  <c:v>45011.458333333343</c:v>
                </c:pt>
                <c:pt idx="4236">
                  <c:v>45011.5</c:v>
                </c:pt>
                <c:pt idx="4237">
                  <c:v>45011.541666666657</c:v>
                </c:pt>
                <c:pt idx="4238">
                  <c:v>45011.583333333343</c:v>
                </c:pt>
                <c:pt idx="4239">
                  <c:v>45011.625</c:v>
                </c:pt>
                <c:pt idx="4240">
                  <c:v>45011.666666666657</c:v>
                </c:pt>
                <c:pt idx="4241">
                  <c:v>45011.708333333343</c:v>
                </c:pt>
                <c:pt idx="4242">
                  <c:v>45011.75</c:v>
                </c:pt>
                <c:pt idx="4243">
                  <c:v>45011.791666666657</c:v>
                </c:pt>
                <c:pt idx="4244">
                  <c:v>45011.833333333343</c:v>
                </c:pt>
                <c:pt idx="4245">
                  <c:v>45011.875</c:v>
                </c:pt>
                <c:pt idx="4246">
                  <c:v>45011.916666666657</c:v>
                </c:pt>
                <c:pt idx="4247">
                  <c:v>45011.958333333343</c:v>
                </c:pt>
                <c:pt idx="4248">
                  <c:v>45012</c:v>
                </c:pt>
                <c:pt idx="4249">
                  <c:v>45012.041666666657</c:v>
                </c:pt>
                <c:pt idx="4250">
                  <c:v>45012.083333333343</c:v>
                </c:pt>
                <c:pt idx="4251">
                  <c:v>45012.125</c:v>
                </c:pt>
                <c:pt idx="4252">
                  <c:v>45012.166666666657</c:v>
                </c:pt>
                <c:pt idx="4253">
                  <c:v>45012.208333333343</c:v>
                </c:pt>
                <c:pt idx="4254">
                  <c:v>45012.25</c:v>
                </c:pt>
                <c:pt idx="4255">
                  <c:v>45012.291666666657</c:v>
                </c:pt>
                <c:pt idx="4256">
                  <c:v>45012.333333333343</c:v>
                </c:pt>
                <c:pt idx="4257">
                  <c:v>45012.375</c:v>
                </c:pt>
                <c:pt idx="4258">
                  <c:v>45012.416666666657</c:v>
                </c:pt>
                <c:pt idx="4259">
                  <c:v>45012.458333333343</c:v>
                </c:pt>
                <c:pt idx="4260">
                  <c:v>45012.5</c:v>
                </c:pt>
                <c:pt idx="4261">
                  <c:v>45012.541666666657</c:v>
                </c:pt>
                <c:pt idx="4262">
                  <c:v>45012.583333333343</c:v>
                </c:pt>
                <c:pt idx="4263">
                  <c:v>45012.625</c:v>
                </c:pt>
                <c:pt idx="4264">
                  <c:v>45012.666666666657</c:v>
                </c:pt>
                <c:pt idx="4265">
                  <c:v>45012.708333333343</c:v>
                </c:pt>
                <c:pt idx="4266">
                  <c:v>45012.75</c:v>
                </c:pt>
                <c:pt idx="4267">
                  <c:v>45012.791666666657</c:v>
                </c:pt>
                <c:pt idx="4268">
                  <c:v>45012.833333333343</c:v>
                </c:pt>
                <c:pt idx="4269">
                  <c:v>45012.875</c:v>
                </c:pt>
                <c:pt idx="4270">
                  <c:v>45012.916666666657</c:v>
                </c:pt>
                <c:pt idx="4271">
                  <c:v>45012.958333333343</c:v>
                </c:pt>
                <c:pt idx="4272">
                  <c:v>45013</c:v>
                </c:pt>
                <c:pt idx="4273">
                  <c:v>45013.041666666657</c:v>
                </c:pt>
                <c:pt idx="4274">
                  <c:v>45013.083333333343</c:v>
                </c:pt>
                <c:pt idx="4275">
                  <c:v>45013.125</c:v>
                </c:pt>
                <c:pt idx="4276">
                  <c:v>45013.166666666657</c:v>
                </c:pt>
                <c:pt idx="4277">
                  <c:v>45013.208333333343</c:v>
                </c:pt>
                <c:pt idx="4278">
                  <c:v>45013.25</c:v>
                </c:pt>
                <c:pt idx="4279">
                  <c:v>45013.291666666657</c:v>
                </c:pt>
                <c:pt idx="4280">
                  <c:v>45013.333333333343</c:v>
                </c:pt>
                <c:pt idx="4281">
                  <c:v>45013.375</c:v>
                </c:pt>
                <c:pt idx="4282">
                  <c:v>45013.416666666657</c:v>
                </c:pt>
                <c:pt idx="4283">
                  <c:v>45013.458333333343</c:v>
                </c:pt>
                <c:pt idx="4284">
                  <c:v>45013.5</c:v>
                </c:pt>
                <c:pt idx="4285">
                  <c:v>45013.541666666657</c:v>
                </c:pt>
                <c:pt idx="4286">
                  <c:v>45013.583333333343</c:v>
                </c:pt>
                <c:pt idx="4287">
                  <c:v>45013.625</c:v>
                </c:pt>
                <c:pt idx="4288">
                  <c:v>45013.666666666657</c:v>
                </c:pt>
                <c:pt idx="4289">
                  <c:v>45013.708333333343</c:v>
                </c:pt>
                <c:pt idx="4290">
                  <c:v>45013.75</c:v>
                </c:pt>
                <c:pt idx="4291">
                  <c:v>45013.791666666657</c:v>
                </c:pt>
                <c:pt idx="4292">
                  <c:v>45013.833333333343</c:v>
                </c:pt>
                <c:pt idx="4293">
                  <c:v>45013.875</c:v>
                </c:pt>
                <c:pt idx="4294">
                  <c:v>45013.916666666657</c:v>
                </c:pt>
                <c:pt idx="4295">
                  <c:v>45013.958333333343</c:v>
                </c:pt>
                <c:pt idx="4296">
                  <c:v>45014</c:v>
                </c:pt>
                <c:pt idx="4297">
                  <c:v>45014.041666666657</c:v>
                </c:pt>
                <c:pt idx="4298">
                  <c:v>45014.083333333343</c:v>
                </c:pt>
                <c:pt idx="4299">
                  <c:v>45014.125</c:v>
                </c:pt>
                <c:pt idx="4300">
                  <c:v>45014.166666666657</c:v>
                </c:pt>
                <c:pt idx="4301">
                  <c:v>45014.208333333343</c:v>
                </c:pt>
                <c:pt idx="4302">
                  <c:v>45014.25</c:v>
                </c:pt>
                <c:pt idx="4303">
                  <c:v>45014.291666666657</c:v>
                </c:pt>
                <c:pt idx="4304">
                  <c:v>45014.333333333343</c:v>
                </c:pt>
                <c:pt idx="4305">
                  <c:v>45014.375</c:v>
                </c:pt>
                <c:pt idx="4306">
                  <c:v>45014.416666666657</c:v>
                </c:pt>
                <c:pt idx="4307">
                  <c:v>45014.458333333343</c:v>
                </c:pt>
                <c:pt idx="4308">
                  <c:v>45014.5</c:v>
                </c:pt>
                <c:pt idx="4309">
                  <c:v>45014.541666666657</c:v>
                </c:pt>
                <c:pt idx="4310">
                  <c:v>45014.583333333343</c:v>
                </c:pt>
                <c:pt idx="4311">
                  <c:v>45014.625</c:v>
                </c:pt>
                <c:pt idx="4312">
                  <c:v>45014.666666666657</c:v>
                </c:pt>
                <c:pt idx="4313">
                  <c:v>45014.708333333343</c:v>
                </c:pt>
                <c:pt idx="4314">
                  <c:v>45014.75</c:v>
                </c:pt>
                <c:pt idx="4315">
                  <c:v>45014.791666666657</c:v>
                </c:pt>
                <c:pt idx="4316">
                  <c:v>45014.833333333343</c:v>
                </c:pt>
                <c:pt idx="4317">
                  <c:v>45014.875</c:v>
                </c:pt>
                <c:pt idx="4318">
                  <c:v>45014.916666666657</c:v>
                </c:pt>
                <c:pt idx="4319">
                  <c:v>45014.958333333343</c:v>
                </c:pt>
                <c:pt idx="4320">
                  <c:v>45015</c:v>
                </c:pt>
                <c:pt idx="4321">
                  <c:v>45015.041666666657</c:v>
                </c:pt>
                <c:pt idx="4322">
                  <c:v>45015.083333333343</c:v>
                </c:pt>
                <c:pt idx="4323">
                  <c:v>45015.125</c:v>
                </c:pt>
                <c:pt idx="4324">
                  <c:v>45015.166666666657</c:v>
                </c:pt>
                <c:pt idx="4325">
                  <c:v>45015.208333333343</c:v>
                </c:pt>
                <c:pt idx="4326">
                  <c:v>45015.25</c:v>
                </c:pt>
                <c:pt idx="4327">
                  <c:v>45015.291666666657</c:v>
                </c:pt>
                <c:pt idx="4328">
                  <c:v>45015.333333333343</c:v>
                </c:pt>
                <c:pt idx="4329">
                  <c:v>45015.375</c:v>
                </c:pt>
                <c:pt idx="4330">
                  <c:v>45015.416666666657</c:v>
                </c:pt>
                <c:pt idx="4331">
                  <c:v>45015.458333333343</c:v>
                </c:pt>
                <c:pt idx="4332">
                  <c:v>45015.5</c:v>
                </c:pt>
                <c:pt idx="4333">
                  <c:v>45015.541666666657</c:v>
                </c:pt>
                <c:pt idx="4334">
                  <c:v>45015.583333333343</c:v>
                </c:pt>
                <c:pt idx="4335">
                  <c:v>45015.625</c:v>
                </c:pt>
                <c:pt idx="4336">
                  <c:v>45015.666666666657</c:v>
                </c:pt>
                <c:pt idx="4337">
                  <c:v>45015.708333333343</c:v>
                </c:pt>
                <c:pt idx="4338">
                  <c:v>45015.75</c:v>
                </c:pt>
                <c:pt idx="4339">
                  <c:v>45015.791666666657</c:v>
                </c:pt>
                <c:pt idx="4340">
                  <c:v>45015.833333333343</c:v>
                </c:pt>
                <c:pt idx="4341">
                  <c:v>45015.875</c:v>
                </c:pt>
                <c:pt idx="4342">
                  <c:v>45015.916666666657</c:v>
                </c:pt>
                <c:pt idx="4343">
                  <c:v>45015.958333333343</c:v>
                </c:pt>
                <c:pt idx="4344">
                  <c:v>45016</c:v>
                </c:pt>
                <c:pt idx="4345">
                  <c:v>45016.041666666657</c:v>
                </c:pt>
                <c:pt idx="4346">
                  <c:v>45016.083333333343</c:v>
                </c:pt>
                <c:pt idx="4347">
                  <c:v>45016.125</c:v>
                </c:pt>
                <c:pt idx="4348">
                  <c:v>45016.166666666657</c:v>
                </c:pt>
                <c:pt idx="4349">
                  <c:v>45016.208333333343</c:v>
                </c:pt>
                <c:pt idx="4350">
                  <c:v>45016.25</c:v>
                </c:pt>
                <c:pt idx="4351">
                  <c:v>45016.291666666657</c:v>
                </c:pt>
                <c:pt idx="4352">
                  <c:v>45016.333333333343</c:v>
                </c:pt>
                <c:pt idx="4353">
                  <c:v>45016.375</c:v>
                </c:pt>
                <c:pt idx="4354">
                  <c:v>45016.416666666657</c:v>
                </c:pt>
                <c:pt idx="4355">
                  <c:v>45016.458333333343</c:v>
                </c:pt>
                <c:pt idx="4356">
                  <c:v>45016.5</c:v>
                </c:pt>
                <c:pt idx="4357">
                  <c:v>45016.541666666657</c:v>
                </c:pt>
                <c:pt idx="4358">
                  <c:v>45016.583333333343</c:v>
                </c:pt>
                <c:pt idx="4359">
                  <c:v>45016.625</c:v>
                </c:pt>
                <c:pt idx="4360">
                  <c:v>45016.666666666657</c:v>
                </c:pt>
                <c:pt idx="4361">
                  <c:v>45016.708333333343</c:v>
                </c:pt>
                <c:pt idx="4362">
                  <c:v>45016.75</c:v>
                </c:pt>
                <c:pt idx="4363">
                  <c:v>45016.791666666657</c:v>
                </c:pt>
                <c:pt idx="4364">
                  <c:v>45016.833333333343</c:v>
                </c:pt>
                <c:pt idx="4365">
                  <c:v>45016.875</c:v>
                </c:pt>
                <c:pt idx="4366">
                  <c:v>45016.916666666657</c:v>
                </c:pt>
                <c:pt idx="4367">
                  <c:v>45016.958333333343</c:v>
                </c:pt>
                <c:pt idx="4368">
                  <c:v>45017</c:v>
                </c:pt>
                <c:pt idx="4369">
                  <c:v>45017.041666666657</c:v>
                </c:pt>
                <c:pt idx="4370">
                  <c:v>45017.083333333343</c:v>
                </c:pt>
                <c:pt idx="4371">
                  <c:v>45017.125</c:v>
                </c:pt>
                <c:pt idx="4372">
                  <c:v>45017.166666666657</c:v>
                </c:pt>
                <c:pt idx="4373">
                  <c:v>45017.208333333343</c:v>
                </c:pt>
                <c:pt idx="4374">
                  <c:v>45017.25</c:v>
                </c:pt>
                <c:pt idx="4375">
                  <c:v>45017.291666666657</c:v>
                </c:pt>
                <c:pt idx="4376">
                  <c:v>45017.333333333343</c:v>
                </c:pt>
                <c:pt idx="4377">
                  <c:v>45017.375</c:v>
                </c:pt>
                <c:pt idx="4378">
                  <c:v>45017.416666666657</c:v>
                </c:pt>
                <c:pt idx="4379">
                  <c:v>45017.458333333343</c:v>
                </c:pt>
                <c:pt idx="4380">
                  <c:v>45017.5</c:v>
                </c:pt>
                <c:pt idx="4381">
                  <c:v>45017.541666666657</c:v>
                </c:pt>
                <c:pt idx="4382">
                  <c:v>45017.583333333343</c:v>
                </c:pt>
                <c:pt idx="4383">
                  <c:v>45017.625</c:v>
                </c:pt>
                <c:pt idx="4384">
                  <c:v>45017.666666666657</c:v>
                </c:pt>
                <c:pt idx="4385">
                  <c:v>45017.708333333343</c:v>
                </c:pt>
                <c:pt idx="4386">
                  <c:v>45017.75</c:v>
                </c:pt>
                <c:pt idx="4387">
                  <c:v>45017.791666666657</c:v>
                </c:pt>
                <c:pt idx="4388">
                  <c:v>45017.833333333343</c:v>
                </c:pt>
                <c:pt idx="4389">
                  <c:v>45017.875</c:v>
                </c:pt>
                <c:pt idx="4390">
                  <c:v>45017.916666666657</c:v>
                </c:pt>
                <c:pt idx="4391">
                  <c:v>45017.958333333343</c:v>
                </c:pt>
                <c:pt idx="4392">
                  <c:v>45018</c:v>
                </c:pt>
                <c:pt idx="4393">
                  <c:v>45018.041666666657</c:v>
                </c:pt>
                <c:pt idx="4394">
                  <c:v>45018.083333333343</c:v>
                </c:pt>
                <c:pt idx="4395">
                  <c:v>45018.125</c:v>
                </c:pt>
                <c:pt idx="4396">
                  <c:v>45018.166666666657</c:v>
                </c:pt>
                <c:pt idx="4397">
                  <c:v>45018.208333333343</c:v>
                </c:pt>
                <c:pt idx="4398">
                  <c:v>45018.25</c:v>
                </c:pt>
                <c:pt idx="4399">
                  <c:v>45018.291666666657</c:v>
                </c:pt>
                <c:pt idx="4400">
                  <c:v>45018.333333333343</c:v>
                </c:pt>
                <c:pt idx="4401">
                  <c:v>45018.375</c:v>
                </c:pt>
                <c:pt idx="4402">
                  <c:v>45018.416666666657</c:v>
                </c:pt>
                <c:pt idx="4403">
                  <c:v>45018.458333333343</c:v>
                </c:pt>
                <c:pt idx="4404">
                  <c:v>45018.5</c:v>
                </c:pt>
                <c:pt idx="4405">
                  <c:v>45018.541666666657</c:v>
                </c:pt>
                <c:pt idx="4406">
                  <c:v>45018.583333333343</c:v>
                </c:pt>
                <c:pt idx="4407">
                  <c:v>45018.625</c:v>
                </c:pt>
                <c:pt idx="4408">
                  <c:v>45018.666666666657</c:v>
                </c:pt>
                <c:pt idx="4409">
                  <c:v>45018.708333333343</c:v>
                </c:pt>
                <c:pt idx="4410">
                  <c:v>45018.75</c:v>
                </c:pt>
                <c:pt idx="4411">
                  <c:v>45018.791666666657</c:v>
                </c:pt>
                <c:pt idx="4412">
                  <c:v>45018.833333333343</c:v>
                </c:pt>
                <c:pt idx="4413">
                  <c:v>45018.875</c:v>
                </c:pt>
                <c:pt idx="4414">
                  <c:v>45018.916666666657</c:v>
                </c:pt>
                <c:pt idx="4415">
                  <c:v>45018.958333333343</c:v>
                </c:pt>
                <c:pt idx="4416">
                  <c:v>45019</c:v>
                </c:pt>
                <c:pt idx="4417">
                  <c:v>45019.041666666657</c:v>
                </c:pt>
                <c:pt idx="4418">
                  <c:v>45019.083333333343</c:v>
                </c:pt>
                <c:pt idx="4419">
                  <c:v>45019.125</c:v>
                </c:pt>
                <c:pt idx="4420">
                  <c:v>45019.166666666657</c:v>
                </c:pt>
                <c:pt idx="4421">
                  <c:v>45019.208333333343</c:v>
                </c:pt>
                <c:pt idx="4422">
                  <c:v>45019.25</c:v>
                </c:pt>
                <c:pt idx="4423">
                  <c:v>45019.291666666657</c:v>
                </c:pt>
                <c:pt idx="4424">
                  <c:v>45019.333333333343</c:v>
                </c:pt>
                <c:pt idx="4425">
                  <c:v>45019.375</c:v>
                </c:pt>
                <c:pt idx="4426">
                  <c:v>45019.416666666657</c:v>
                </c:pt>
                <c:pt idx="4427">
                  <c:v>45019.458333333343</c:v>
                </c:pt>
                <c:pt idx="4428">
                  <c:v>45019.5</c:v>
                </c:pt>
                <c:pt idx="4429">
                  <c:v>45019.541666666657</c:v>
                </c:pt>
                <c:pt idx="4430">
                  <c:v>45019.583333333343</c:v>
                </c:pt>
                <c:pt idx="4431">
                  <c:v>45019.625</c:v>
                </c:pt>
                <c:pt idx="4432">
                  <c:v>45019.666666666657</c:v>
                </c:pt>
                <c:pt idx="4433">
                  <c:v>45019.708333333343</c:v>
                </c:pt>
                <c:pt idx="4434">
                  <c:v>45019.75</c:v>
                </c:pt>
                <c:pt idx="4435">
                  <c:v>45019.791666666657</c:v>
                </c:pt>
                <c:pt idx="4436">
                  <c:v>45019.833333333343</c:v>
                </c:pt>
                <c:pt idx="4437">
                  <c:v>45019.875</c:v>
                </c:pt>
                <c:pt idx="4438">
                  <c:v>45019.916666666657</c:v>
                </c:pt>
                <c:pt idx="4439">
                  <c:v>45019.958333333343</c:v>
                </c:pt>
                <c:pt idx="4440">
                  <c:v>45020</c:v>
                </c:pt>
                <c:pt idx="4441">
                  <c:v>45020.041666666657</c:v>
                </c:pt>
                <c:pt idx="4442">
                  <c:v>45020.083333333343</c:v>
                </c:pt>
                <c:pt idx="4443">
                  <c:v>45020.125</c:v>
                </c:pt>
                <c:pt idx="4444">
                  <c:v>45020.166666666657</c:v>
                </c:pt>
                <c:pt idx="4445">
                  <c:v>45020.208333333343</c:v>
                </c:pt>
                <c:pt idx="4446">
                  <c:v>45020.25</c:v>
                </c:pt>
                <c:pt idx="4447">
                  <c:v>45020.291666666657</c:v>
                </c:pt>
                <c:pt idx="4448">
                  <c:v>45020.333333333343</c:v>
                </c:pt>
                <c:pt idx="4449">
                  <c:v>45020.375</c:v>
                </c:pt>
                <c:pt idx="4450">
                  <c:v>45020.416666666657</c:v>
                </c:pt>
                <c:pt idx="4451">
                  <c:v>45020.458333333343</c:v>
                </c:pt>
                <c:pt idx="4452">
                  <c:v>45020.5</c:v>
                </c:pt>
                <c:pt idx="4453">
                  <c:v>45020.541666666657</c:v>
                </c:pt>
                <c:pt idx="4454">
                  <c:v>45020.583333333343</c:v>
                </c:pt>
                <c:pt idx="4455">
                  <c:v>45020.625</c:v>
                </c:pt>
                <c:pt idx="4456">
                  <c:v>45020.666666666657</c:v>
                </c:pt>
                <c:pt idx="4457">
                  <c:v>45020.708333333343</c:v>
                </c:pt>
                <c:pt idx="4458">
                  <c:v>45020.75</c:v>
                </c:pt>
                <c:pt idx="4459">
                  <c:v>45020.791666666657</c:v>
                </c:pt>
                <c:pt idx="4460">
                  <c:v>45020.833333333343</c:v>
                </c:pt>
                <c:pt idx="4461">
                  <c:v>45020.875</c:v>
                </c:pt>
                <c:pt idx="4462">
                  <c:v>45020.916666666657</c:v>
                </c:pt>
                <c:pt idx="4463">
                  <c:v>45020.958333333343</c:v>
                </c:pt>
                <c:pt idx="4464">
                  <c:v>45021</c:v>
                </c:pt>
                <c:pt idx="4465">
                  <c:v>45021.041666666657</c:v>
                </c:pt>
                <c:pt idx="4466">
                  <c:v>45021.083333333343</c:v>
                </c:pt>
                <c:pt idx="4467">
                  <c:v>45021.125</c:v>
                </c:pt>
                <c:pt idx="4468">
                  <c:v>45021.166666666657</c:v>
                </c:pt>
                <c:pt idx="4469">
                  <c:v>45021.208333333343</c:v>
                </c:pt>
                <c:pt idx="4470">
                  <c:v>45021.25</c:v>
                </c:pt>
                <c:pt idx="4471">
                  <c:v>45021.291666666657</c:v>
                </c:pt>
                <c:pt idx="4472">
                  <c:v>45021.333333333343</c:v>
                </c:pt>
                <c:pt idx="4473">
                  <c:v>45021.375</c:v>
                </c:pt>
                <c:pt idx="4474">
                  <c:v>45021.416666666657</c:v>
                </c:pt>
                <c:pt idx="4475">
                  <c:v>45021.458333333343</c:v>
                </c:pt>
                <c:pt idx="4476">
                  <c:v>45021.5</c:v>
                </c:pt>
                <c:pt idx="4477">
                  <c:v>45021.541666666657</c:v>
                </c:pt>
                <c:pt idx="4478">
                  <c:v>45021.583333333343</c:v>
                </c:pt>
                <c:pt idx="4479">
                  <c:v>45021.625</c:v>
                </c:pt>
                <c:pt idx="4480">
                  <c:v>45021.666666666657</c:v>
                </c:pt>
                <c:pt idx="4481">
                  <c:v>45021.708333333343</c:v>
                </c:pt>
                <c:pt idx="4482">
                  <c:v>45021.75</c:v>
                </c:pt>
                <c:pt idx="4483">
                  <c:v>45021.791666666657</c:v>
                </c:pt>
                <c:pt idx="4484">
                  <c:v>45021.833333333343</c:v>
                </c:pt>
                <c:pt idx="4485">
                  <c:v>45021.875</c:v>
                </c:pt>
                <c:pt idx="4486">
                  <c:v>45021.916666666657</c:v>
                </c:pt>
                <c:pt idx="4487">
                  <c:v>45021.958333333343</c:v>
                </c:pt>
                <c:pt idx="4488">
                  <c:v>45022</c:v>
                </c:pt>
                <c:pt idx="4489">
                  <c:v>45022.041666666657</c:v>
                </c:pt>
                <c:pt idx="4490">
                  <c:v>45022.083333333343</c:v>
                </c:pt>
                <c:pt idx="4491">
                  <c:v>45022.125</c:v>
                </c:pt>
                <c:pt idx="4492">
                  <c:v>45022.166666666657</c:v>
                </c:pt>
                <c:pt idx="4493">
                  <c:v>45022.208333333343</c:v>
                </c:pt>
                <c:pt idx="4494">
                  <c:v>45022.25</c:v>
                </c:pt>
                <c:pt idx="4495">
                  <c:v>45022.291666666657</c:v>
                </c:pt>
                <c:pt idx="4496">
                  <c:v>45022.333333333343</c:v>
                </c:pt>
                <c:pt idx="4497">
                  <c:v>45022.375</c:v>
                </c:pt>
                <c:pt idx="4498">
                  <c:v>45022.416666666657</c:v>
                </c:pt>
                <c:pt idx="4499">
                  <c:v>45022.458333333343</c:v>
                </c:pt>
                <c:pt idx="4500">
                  <c:v>45022.5</c:v>
                </c:pt>
                <c:pt idx="4501">
                  <c:v>45022.541666666657</c:v>
                </c:pt>
                <c:pt idx="4502">
                  <c:v>45022.583333333343</c:v>
                </c:pt>
                <c:pt idx="4503">
                  <c:v>45022.625</c:v>
                </c:pt>
                <c:pt idx="4504">
                  <c:v>45022.666666666657</c:v>
                </c:pt>
                <c:pt idx="4505">
                  <c:v>45022.708333333343</c:v>
                </c:pt>
                <c:pt idx="4506">
                  <c:v>45022.75</c:v>
                </c:pt>
                <c:pt idx="4507">
                  <c:v>45022.791666666657</c:v>
                </c:pt>
                <c:pt idx="4508">
                  <c:v>45022.833333333343</c:v>
                </c:pt>
                <c:pt idx="4509">
                  <c:v>45022.875</c:v>
                </c:pt>
                <c:pt idx="4510">
                  <c:v>45022.916666666657</c:v>
                </c:pt>
                <c:pt idx="4511">
                  <c:v>45022.958333333343</c:v>
                </c:pt>
                <c:pt idx="4512">
                  <c:v>45023</c:v>
                </c:pt>
                <c:pt idx="4513">
                  <c:v>45023.041666666657</c:v>
                </c:pt>
                <c:pt idx="4514">
                  <c:v>45023.083333333343</c:v>
                </c:pt>
                <c:pt idx="4515">
                  <c:v>45023.125</c:v>
                </c:pt>
                <c:pt idx="4516">
                  <c:v>45023.166666666657</c:v>
                </c:pt>
                <c:pt idx="4517">
                  <c:v>45023.208333333343</c:v>
                </c:pt>
                <c:pt idx="4518">
                  <c:v>45023.25</c:v>
                </c:pt>
                <c:pt idx="4519">
                  <c:v>45023.291666666657</c:v>
                </c:pt>
                <c:pt idx="4520">
                  <c:v>45023.333333333343</c:v>
                </c:pt>
                <c:pt idx="4521">
                  <c:v>45023.375</c:v>
                </c:pt>
                <c:pt idx="4522">
                  <c:v>45023.416666666657</c:v>
                </c:pt>
                <c:pt idx="4523">
                  <c:v>45023.458333333343</c:v>
                </c:pt>
                <c:pt idx="4524">
                  <c:v>45023.5</c:v>
                </c:pt>
                <c:pt idx="4525">
                  <c:v>45023.541666666657</c:v>
                </c:pt>
                <c:pt idx="4526">
                  <c:v>45023.583333333343</c:v>
                </c:pt>
                <c:pt idx="4527">
                  <c:v>45023.625</c:v>
                </c:pt>
                <c:pt idx="4528">
                  <c:v>45023.666666666657</c:v>
                </c:pt>
                <c:pt idx="4529">
                  <c:v>45023.708333333343</c:v>
                </c:pt>
                <c:pt idx="4530">
                  <c:v>45023.75</c:v>
                </c:pt>
                <c:pt idx="4531">
                  <c:v>45023.791666666657</c:v>
                </c:pt>
                <c:pt idx="4532">
                  <c:v>45023.833333333343</c:v>
                </c:pt>
                <c:pt idx="4533">
                  <c:v>45023.875</c:v>
                </c:pt>
                <c:pt idx="4534">
                  <c:v>45023.916666666657</c:v>
                </c:pt>
                <c:pt idx="4535">
                  <c:v>45023.958333333343</c:v>
                </c:pt>
                <c:pt idx="4536">
                  <c:v>45024</c:v>
                </c:pt>
                <c:pt idx="4537">
                  <c:v>45024.041666666657</c:v>
                </c:pt>
                <c:pt idx="4538">
                  <c:v>45024.083333333343</c:v>
                </c:pt>
                <c:pt idx="4539">
                  <c:v>45024.125</c:v>
                </c:pt>
                <c:pt idx="4540">
                  <c:v>45024.166666666657</c:v>
                </c:pt>
                <c:pt idx="4541">
                  <c:v>45024.208333333343</c:v>
                </c:pt>
                <c:pt idx="4542">
                  <c:v>45024.25</c:v>
                </c:pt>
                <c:pt idx="4543">
                  <c:v>45024.291666666657</c:v>
                </c:pt>
                <c:pt idx="4544">
                  <c:v>45024.333333333343</c:v>
                </c:pt>
                <c:pt idx="4545">
                  <c:v>45024.375</c:v>
                </c:pt>
                <c:pt idx="4546">
                  <c:v>45024.416666666657</c:v>
                </c:pt>
                <c:pt idx="4547">
                  <c:v>45024.458333333343</c:v>
                </c:pt>
                <c:pt idx="4548">
                  <c:v>45024.5</c:v>
                </c:pt>
                <c:pt idx="4549">
                  <c:v>45024.541666666657</c:v>
                </c:pt>
                <c:pt idx="4550">
                  <c:v>45024.583333333343</c:v>
                </c:pt>
                <c:pt idx="4551">
                  <c:v>45024.625</c:v>
                </c:pt>
                <c:pt idx="4552">
                  <c:v>45024.666666666657</c:v>
                </c:pt>
                <c:pt idx="4553">
                  <c:v>45024.708333333343</c:v>
                </c:pt>
                <c:pt idx="4554">
                  <c:v>45024.75</c:v>
                </c:pt>
                <c:pt idx="4555">
                  <c:v>45024.791666666657</c:v>
                </c:pt>
                <c:pt idx="4556">
                  <c:v>45024.833333333343</c:v>
                </c:pt>
                <c:pt idx="4557">
                  <c:v>45024.875</c:v>
                </c:pt>
                <c:pt idx="4558">
                  <c:v>45024.916666666657</c:v>
                </c:pt>
                <c:pt idx="4559">
                  <c:v>45024.958333333343</c:v>
                </c:pt>
                <c:pt idx="4560">
                  <c:v>45025</c:v>
                </c:pt>
                <c:pt idx="4561">
                  <c:v>45025.041666666657</c:v>
                </c:pt>
                <c:pt idx="4562">
                  <c:v>45025.083333333343</c:v>
                </c:pt>
                <c:pt idx="4563">
                  <c:v>45025.125</c:v>
                </c:pt>
                <c:pt idx="4564">
                  <c:v>45025.166666666657</c:v>
                </c:pt>
                <c:pt idx="4565">
                  <c:v>45025.208333333343</c:v>
                </c:pt>
                <c:pt idx="4566">
                  <c:v>45025.25</c:v>
                </c:pt>
                <c:pt idx="4567">
                  <c:v>45025.291666666657</c:v>
                </c:pt>
                <c:pt idx="4568">
                  <c:v>45025.333333333343</c:v>
                </c:pt>
                <c:pt idx="4569">
                  <c:v>45025.375</c:v>
                </c:pt>
                <c:pt idx="4570">
                  <c:v>45025.416666666657</c:v>
                </c:pt>
                <c:pt idx="4571">
                  <c:v>45025.458333333343</c:v>
                </c:pt>
                <c:pt idx="4572">
                  <c:v>45025.5</c:v>
                </c:pt>
                <c:pt idx="4573">
                  <c:v>45025.541666666657</c:v>
                </c:pt>
                <c:pt idx="4574">
                  <c:v>45025.583333333343</c:v>
                </c:pt>
                <c:pt idx="4575">
                  <c:v>45025.625</c:v>
                </c:pt>
                <c:pt idx="4576">
                  <c:v>45025.666666666657</c:v>
                </c:pt>
                <c:pt idx="4577">
                  <c:v>45025.708333333343</c:v>
                </c:pt>
                <c:pt idx="4578">
                  <c:v>45025.75</c:v>
                </c:pt>
                <c:pt idx="4579">
                  <c:v>45025.791666666657</c:v>
                </c:pt>
                <c:pt idx="4580">
                  <c:v>45025.833333333343</c:v>
                </c:pt>
                <c:pt idx="4581">
                  <c:v>45025.875</c:v>
                </c:pt>
                <c:pt idx="4582">
                  <c:v>45025.916666666657</c:v>
                </c:pt>
                <c:pt idx="4583">
                  <c:v>45025.958333333343</c:v>
                </c:pt>
                <c:pt idx="4584">
                  <c:v>45026</c:v>
                </c:pt>
                <c:pt idx="4585">
                  <c:v>45026.041666666657</c:v>
                </c:pt>
                <c:pt idx="4586">
                  <c:v>45026.083333333343</c:v>
                </c:pt>
                <c:pt idx="4587">
                  <c:v>45026.125</c:v>
                </c:pt>
                <c:pt idx="4588">
                  <c:v>45026.166666666657</c:v>
                </c:pt>
                <c:pt idx="4589">
                  <c:v>45026.208333333343</c:v>
                </c:pt>
                <c:pt idx="4590">
                  <c:v>45026.25</c:v>
                </c:pt>
                <c:pt idx="4591">
                  <c:v>45026.291666666657</c:v>
                </c:pt>
                <c:pt idx="4592">
                  <c:v>45026.333333333343</c:v>
                </c:pt>
                <c:pt idx="4593">
                  <c:v>45026.375</c:v>
                </c:pt>
                <c:pt idx="4594">
                  <c:v>45026.416666666657</c:v>
                </c:pt>
                <c:pt idx="4595">
                  <c:v>45026.458333333343</c:v>
                </c:pt>
                <c:pt idx="4596">
                  <c:v>45026.5</c:v>
                </c:pt>
                <c:pt idx="4597">
                  <c:v>45026.541666666657</c:v>
                </c:pt>
                <c:pt idx="4598">
                  <c:v>45026.583333333343</c:v>
                </c:pt>
                <c:pt idx="4599">
                  <c:v>45026.625</c:v>
                </c:pt>
                <c:pt idx="4600">
                  <c:v>45026.666666666657</c:v>
                </c:pt>
                <c:pt idx="4601">
                  <c:v>45026.708333333343</c:v>
                </c:pt>
                <c:pt idx="4602">
                  <c:v>45026.75</c:v>
                </c:pt>
                <c:pt idx="4603">
                  <c:v>45026.791666666657</c:v>
                </c:pt>
                <c:pt idx="4604">
                  <c:v>45026.833333333343</c:v>
                </c:pt>
                <c:pt idx="4605">
                  <c:v>45026.875</c:v>
                </c:pt>
                <c:pt idx="4606">
                  <c:v>45026.916666666657</c:v>
                </c:pt>
                <c:pt idx="4607">
                  <c:v>45026.958333333343</c:v>
                </c:pt>
                <c:pt idx="4608">
                  <c:v>45027</c:v>
                </c:pt>
                <c:pt idx="4609">
                  <c:v>45027.041666666657</c:v>
                </c:pt>
                <c:pt idx="4610">
                  <c:v>45027.083333333343</c:v>
                </c:pt>
                <c:pt idx="4611">
                  <c:v>45027.125</c:v>
                </c:pt>
                <c:pt idx="4612">
                  <c:v>45027.166666666657</c:v>
                </c:pt>
                <c:pt idx="4613">
                  <c:v>45027.208333333343</c:v>
                </c:pt>
                <c:pt idx="4614">
                  <c:v>45027.25</c:v>
                </c:pt>
                <c:pt idx="4615">
                  <c:v>45027.291666666657</c:v>
                </c:pt>
                <c:pt idx="4616">
                  <c:v>45027.333333333343</c:v>
                </c:pt>
                <c:pt idx="4617">
                  <c:v>45027.375</c:v>
                </c:pt>
                <c:pt idx="4618">
                  <c:v>45027.416666666657</c:v>
                </c:pt>
                <c:pt idx="4619">
                  <c:v>45027.458333333343</c:v>
                </c:pt>
                <c:pt idx="4620">
                  <c:v>45027.5</c:v>
                </c:pt>
                <c:pt idx="4621">
                  <c:v>45027.541666666657</c:v>
                </c:pt>
                <c:pt idx="4622">
                  <c:v>45027.583333333343</c:v>
                </c:pt>
                <c:pt idx="4623">
                  <c:v>45027.625</c:v>
                </c:pt>
                <c:pt idx="4624">
                  <c:v>45027.666666666657</c:v>
                </c:pt>
                <c:pt idx="4625">
                  <c:v>45027.708333333343</c:v>
                </c:pt>
                <c:pt idx="4626">
                  <c:v>45027.75</c:v>
                </c:pt>
                <c:pt idx="4627">
                  <c:v>45027.791666666657</c:v>
                </c:pt>
                <c:pt idx="4628">
                  <c:v>45027.833333333343</c:v>
                </c:pt>
                <c:pt idx="4629">
                  <c:v>45027.875</c:v>
                </c:pt>
                <c:pt idx="4630">
                  <c:v>45027.916666666657</c:v>
                </c:pt>
                <c:pt idx="4631">
                  <c:v>45027.958333333343</c:v>
                </c:pt>
                <c:pt idx="4632">
                  <c:v>45028</c:v>
                </c:pt>
                <c:pt idx="4633">
                  <c:v>45028.041666666657</c:v>
                </c:pt>
                <c:pt idx="4634">
                  <c:v>45028.083333333343</c:v>
                </c:pt>
                <c:pt idx="4635">
                  <c:v>45028.125</c:v>
                </c:pt>
                <c:pt idx="4636">
                  <c:v>45028.166666666657</c:v>
                </c:pt>
                <c:pt idx="4637">
                  <c:v>45028.208333333343</c:v>
                </c:pt>
                <c:pt idx="4638">
                  <c:v>45028.25</c:v>
                </c:pt>
                <c:pt idx="4639">
                  <c:v>45028.291666666657</c:v>
                </c:pt>
                <c:pt idx="4640">
                  <c:v>45028.333333333343</c:v>
                </c:pt>
                <c:pt idx="4641">
                  <c:v>45028.375</c:v>
                </c:pt>
                <c:pt idx="4642">
                  <c:v>45028.416666666657</c:v>
                </c:pt>
                <c:pt idx="4643">
                  <c:v>45028.458333333343</c:v>
                </c:pt>
                <c:pt idx="4644">
                  <c:v>45028.5</c:v>
                </c:pt>
                <c:pt idx="4645">
                  <c:v>45028.541666666657</c:v>
                </c:pt>
                <c:pt idx="4646">
                  <c:v>45028.583333333343</c:v>
                </c:pt>
                <c:pt idx="4647">
                  <c:v>45028.625</c:v>
                </c:pt>
                <c:pt idx="4648">
                  <c:v>45028.666666666657</c:v>
                </c:pt>
                <c:pt idx="4649">
                  <c:v>45028.708333333343</c:v>
                </c:pt>
                <c:pt idx="4650">
                  <c:v>45028.75</c:v>
                </c:pt>
                <c:pt idx="4651">
                  <c:v>45028.791666666657</c:v>
                </c:pt>
                <c:pt idx="4652">
                  <c:v>45028.833333333343</c:v>
                </c:pt>
                <c:pt idx="4653">
                  <c:v>45028.875</c:v>
                </c:pt>
                <c:pt idx="4654">
                  <c:v>45028.916666666657</c:v>
                </c:pt>
                <c:pt idx="4655">
                  <c:v>45028.958333333343</c:v>
                </c:pt>
                <c:pt idx="4656">
                  <c:v>45029</c:v>
                </c:pt>
                <c:pt idx="4657">
                  <c:v>45029.041666666657</c:v>
                </c:pt>
                <c:pt idx="4658">
                  <c:v>45029.083333333343</c:v>
                </c:pt>
                <c:pt idx="4659">
                  <c:v>45029.125</c:v>
                </c:pt>
                <c:pt idx="4660">
                  <c:v>45029.166666666657</c:v>
                </c:pt>
                <c:pt idx="4661">
                  <c:v>45029.208333333343</c:v>
                </c:pt>
                <c:pt idx="4662">
                  <c:v>45029.25</c:v>
                </c:pt>
                <c:pt idx="4663">
                  <c:v>45029.291666666657</c:v>
                </c:pt>
                <c:pt idx="4664">
                  <c:v>45029.333333333343</c:v>
                </c:pt>
                <c:pt idx="4665">
                  <c:v>45029.375</c:v>
                </c:pt>
                <c:pt idx="4666">
                  <c:v>45029.416666666657</c:v>
                </c:pt>
                <c:pt idx="4667">
                  <c:v>45029.458333333343</c:v>
                </c:pt>
                <c:pt idx="4668">
                  <c:v>45029.5</c:v>
                </c:pt>
                <c:pt idx="4669">
                  <c:v>45029.541666666657</c:v>
                </c:pt>
                <c:pt idx="4670">
                  <c:v>45029.583333333343</c:v>
                </c:pt>
                <c:pt idx="4671">
                  <c:v>45029.625</c:v>
                </c:pt>
                <c:pt idx="4672">
                  <c:v>45029.666666666657</c:v>
                </c:pt>
                <c:pt idx="4673">
                  <c:v>45029.708333333343</c:v>
                </c:pt>
                <c:pt idx="4674">
                  <c:v>45029.75</c:v>
                </c:pt>
                <c:pt idx="4675">
                  <c:v>45029.791666666657</c:v>
                </c:pt>
                <c:pt idx="4676">
                  <c:v>45029.833333333343</c:v>
                </c:pt>
                <c:pt idx="4677">
                  <c:v>45029.875</c:v>
                </c:pt>
                <c:pt idx="4678">
                  <c:v>45029.916666666657</c:v>
                </c:pt>
                <c:pt idx="4679">
                  <c:v>45029.958333333343</c:v>
                </c:pt>
                <c:pt idx="4680">
                  <c:v>45030</c:v>
                </c:pt>
                <c:pt idx="4681">
                  <c:v>45030.041666666657</c:v>
                </c:pt>
                <c:pt idx="4682">
                  <c:v>45030.083333333343</c:v>
                </c:pt>
                <c:pt idx="4683">
                  <c:v>45030.125</c:v>
                </c:pt>
                <c:pt idx="4684">
                  <c:v>45030.166666666657</c:v>
                </c:pt>
                <c:pt idx="4685">
                  <c:v>45030.208333333343</c:v>
                </c:pt>
                <c:pt idx="4686">
                  <c:v>45030.25</c:v>
                </c:pt>
                <c:pt idx="4687">
                  <c:v>45030.291666666657</c:v>
                </c:pt>
                <c:pt idx="4688">
                  <c:v>45030.333333333343</c:v>
                </c:pt>
                <c:pt idx="4689">
                  <c:v>45030.375</c:v>
                </c:pt>
                <c:pt idx="4690">
                  <c:v>45030.416666666657</c:v>
                </c:pt>
                <c:pt idx="4691">
                  <c:v>45030.458333333343</c:v>
                </c:pt>
                <c:pt idx="4692">
                  <c:v>45030.5</c:v>
                </c:pt>
                <c:pt idx="4693">
                  <c:v>45030.541666666657</c:v>
                </c:pt>
                <c:pt idx="4694">
                  <c:v>45030.583333333343</c:v>
                </c:pt>
                <c:pt idx="4695">
                  <c:v>45030.625</c:v>
                </c:pt>
                <c:pt idx="4696">
                  <c:v>45030.666666666657</c:v>
                </c:pt>
                <c:pt idx="4697">
                  <c:v>45030.708333333343</c:v>
                </c:pt>
                <c:pt idx="4698">
                  <c:v>45030.75</c:v>
                </c:pt>
                <c:pt idx="4699">
                  <c:v>45030.791666666657</c:v>
                </c:pt>
                <c:pt idx="4700">
                  <c:v>45030.833333333343</c:v>
                </c:pt>
                <c:pt idx="4701">
                  <c:v>45030.875</c:v>
                </c:pt>
                <c:pt idx="4702">
                  <c:v>45030.916666666657</c:v>
                </c:pt>
                <c:pt idx="4703">
                  <c:v>45030.958333333343</c:v>
                </c:pt>
                <c:pt idx="4704">
                  <c:v>45031</c:v>
                </c:pt>
                <c:pt idx="4705">
                  <c:v>45031.041666666657</c:v>
                </c:pt>
                <c:pt idx="4706">
                  <c:v>45031.083333333343</c:v>
                </c:pt>
                <c:pt idx="4707">
                  <c:v>45031.125</c:v>
                </c:pt>
                <c:pt idx="4708">
                  <c:v>45031.166666666657</c:v>
                </c:pt>
                <c:pt idx="4709">
                  <c:v>45031.208333333343</c:v>
                </c:pt>
                <c:pt idx="4710">
                  <c:v>45031.25</c:v>
                </c:pt>
                <c:pt idx="4711">
                  <c:v>45031.291666666657</c:v>
                </c:pt>
                <c:pt idx="4712">
                  <c:v>45031.333333333343</c:v>
                </c:pt>
                <c:pt idx="4713">
                  <c:v>45031.375</c:v>
                </c:pt>
                <c:pt idx="4714">
                  <c:v>45031.416666666657</c:v>
                </c:pt>
                <c:pt idx="4715">
                  <c:v>45031.458333333343</c:v>
                </c:pt>
                <c:pt idx="4716">
                  <c:v>45031.5</c:v>
                </c:pt>
                <c:pt idx="4717">
                  <c:v>45031.541666666657</c:v>
                </c:pt>
                <c:pt idx="4718">
                  <c:v>45031.583333333343</c:v>
                </c:pt>
                <c:pt idx="4719">
                  <c:v>45031.625</c:v>
                </c:pt>
                <c:pt idx="4720">
                  <c:v>45031.666666666657</c:v>
                </c:pt>
                <c:pt idx="4721">
                  <c:v>45031.708333333343</c:v>
                </c:pt>
                <c:pt idx="4722">
                  <c:v>45031.75</c:v>
                </c:pt>
                <c:pt idx="4723">
                  <c:v>45031.791666666657</c:v>
                </c:pt>
                <c:pt idx="4724">
                  <c:v>45031.833333333343</c:v>
                </c:pt>
                <c:pt idx="4725">
                  <c:v>45031.875</c:v>
                </c:pt>
                <c:pt idx="4726">
                  <c:v>45031.916666666657</c:v>
                </c:pt>
                <c:pt idx="4727">
                  <c:v>45031.958333333343</c:v>
                </c:pt>
                <c:pt idx="4728">
                  <c:v>45032</c:v>
                </c:pt>
                <c:pt idx="4729">
                  <c:v>45032.041666666657</c:v>
                </c:pt>
                <c:pt idx="4730">
                  <c:v>45032.083333333343</c:v>
                </c:pt>
                <c:pt idx="4731">
                  <c:v>45032.125</c:v>
                </c:pt>
                <c:pt idx="4732">
                  <c:v>45032.166666666657</c:v>
                </c:pt>
                <c:pt idx="4733">
                  <c:v>45032.208333333343</c:v>
                </c:pt>
                <c:pt idx="4734">
                  <c:v>45032.25</c:v>
                </c:pt>
                <c:pt idx="4735">
                  <c:v>45032.291666666657</c:v>
                </c:pt>
                <c:pt idx="4736">
                  <c:v>45032.333333333343</c:v>
                </c:pt>
                <c:pt idx="4737">
                  <c:v>45032.375</c:v>
                </c:pt>
                <c:pt idx="4738">
                  <c:v>45032.416666666657</c:v>
                </c:pt>
                <c:pt idx="4739">
                  <c:v>45032.458333333343</c:v>
                </c:pt>
                <c:pt idx="4740">
                  <c:v>45032.5</c:v>
                </c:pt>
                <c:pt idx="4741">
                  <c:v>45032.541666666657</c:v>
                </c:pt>
                <c:pt idx="4742">
                  <c:v>45032.583333333343</c:v>
                </c:pt>
                <c:pt idx="4743">
                  <c:v>45032.625</c:v>
                </c:pt>
                <c:pt idx="4744">
                  <c:v>45032.666666666657</c:v>
                </c:pt>
                <c:pt idx="4745">
                  <c:v>45032.708333333343</c:v>
                </c:pt>
                <c:pt idx="4746">
                  <c:v>45032.75</c:v>
                </c:pt>
                <c:pt idx="4747">
                  <c:v>45032.791666666657</c:v>
                </c:pt>
                <c:pt idx="4748">
                  <c:v>45032.833333333343</c:v>
                </c:pt>
                <c:pt idx="4749">
                  <c:v>45032.875</c:v>
                </c:pt>
                <c:pt idx="4750">
                  <c:v>45032.916666666657</c:v>
                </c:pt>
                <c:pt idx="4751">
                  <c:v>45032.958333333343</c:v>
                </c:pt>
                <c:pt idx="4752">
                  <c:v>45033</c:v>
                </c:pt>
                <c:pt idx="4753">
                  <c:v>45033.041666666657</c:v>
                </c:pt>
                <c:pt idx="4754">
                  <c:v>45033.083333333343</c:v>
                </c:pt>
                <c:pt idx="4755">
                  <c:v>45033.125</c:v>
                </c:pt>
                <c:pt idx="4756">
                  <c:v>45033.166666666657</c:v>
                </c:pt>
                <c:pt idx="4757">
                  <c:v>45033.208333333343</c:v>
                </c:pt>
                <c:pt idx="4758">
                  <c:v>45033.25</c:v>
                </c:pt>
                <c:pt idx="4759">
                  <c:v>45033.291666666657</c:v>
                </c:pt>
                <c:pt idx="4760">
                  <c:v>45033.333333333343</c:v>
                </c:pt>
                <c:pt idx="4761">
                  <c:v>45033.375</c:v>
                </c:pt>
                <c:pt idx="4762">
                  <c:v>45033.416666666657</c:v>
                </c:pt>
                <c:pt idx="4763">
                  <c:v>45033.458333333343</c:v>
                </c:pt>
                <c:pt idx="4764">
                  <c:v>45033.5</c:v>
                </c:pt>
                <c:pt idx="4765">
                  <c:v>45033.541666666657</c:v>
                </c:pt>
                <c:pt idx="4766">
                  <c:v>45033.583333333343</c:v>
                </c:pt>
                <c:pt idx="4767">
                  <c:v>45033.625</c:v>
                </c:pt>
                <c:pt idx="4768">
                  <c:v>45033.666666666657</c:v>
                </c:pt>
                <c:pt idx="4769">
                  <c:v>45033.708333333343</c:v>
                </c:pt>
                <c:pt idx="4770">
                  <c:v>45033.75</c:v>
                </c:pt>
                <c:pt idx="4771">
                  <c:v>45033.791666666657</c:v>
                </c:pt>
                <c:pt idx="4772">
                  <c:v>45033.833333333343</c:v>
                </c:pt>
                <c:pt idx="4773">
                  <c:v>45033.875</c:v>
                </c:pt>
                <c:pt idx="4774">
                  <c:v>45033.916666666657</c:v>
                </c:pt>
                <c:pt idx="4775">
                  <c:v>45033.958333333343</c:v>
                </c:pt>
                <c:pt idx="4776">
                  <c:v>45034</c:v>
                </c:pt>
                <c:pt idx="4777">
                  <c:v>45034.041666666657</c:v>
                </c:pt>
                <c:pt idx="4778">
                  <c:v>45034.083333333343</c:v>
                </c:pt>
                <c:pt idx="4779">
                  <c:v>45034.125</c:v>
                </c:pt>
                <c:pt idx="4780">
                  <c:v>45034.166666666657</c:v>
                </c:pt>
                <c:pt idx="4781">
                  <c:v>45034.208333333343</c:v>
                </c:pt>
                <c:pt idx="4782">
                  <c:v>45034.25</c:v>
                </c:pt>
                <c:pt idx="4783">
                  <c:v>45034.291666666657</c:v>
                </c:pt>
                <c:pt idx="4784">
                  <c:v>45034.333333333343</c:v>
                </c:pt>
                <c:pt idx="4785">
                  <c:v>45034.375</c:v>
                </c:pt>
                <c:pt idx="4786">
                  <c:v>45034.416666666657</c:v>
                </c:pt>
                <c:pt idx="4787">
                  <c:v>45034.458333333343</c:v>
                </c:pt>
                <c:pt idx="4788">
                  <c:v>45034.5</c:v>
                </c:pt>
                <c:pt idx="4789">
                  <c:v>45034.541666666657</c:v>
                </c:pt>
                <c:pt idx="4790">
                  <c:v>45034.583333333343</c:v>
                </c:pt>
                <c:pt idx="4791">
                  <c:v>45034.625</c:v>
                </c:pt>
                <c:pt idx="4792">
                  <c:v>45034.666666666657</c:v>
                </c:pt>
                <c:pt idx="4793">
                  <c:v>45034.708333333343</c:v>
                </c:pt>
                <c:pt idx="4794">
                  <c:v>45034.75</c:v>
                </c:pt>
                <c:pt idx="4795">
                  <c:v>45034.791666666657</c:v>
                </c:pt>
                <c:pt idx="4796">
                  <c:v>45034.833333333343</c:v>
                </c:pt>
                <c:pt idx="4797">
                  <c:v>45034.875</c:v>
                </c:pt>
                <c:pt idx="4798">
                  <c:v>45034.916666666657</c:v>
                </c:pt>
                <c:pt idx="4799">
                  <c:v>45034.958333333343</c:v>
                </c:pt>
                <c:pt idx="4800">
                  <c:v>45035</c:v>
                </c:pt>
                <c:pt idx="4801">
                  <c:v>45035.041666666657</c:v>
                </c:pt>
                <c:pt idx="4802">
                  <c:v>45035.083333333343</c:v>
                </c:pt>
                <c:pt idx="4803">
                  <c:v>45035.125</c:v>
                </c:pt>
                <c:pt idx="4804">
                  <c:v>45035.166666666657</c:v>
                </c:pt>
                <c:pt idx="4805">
                  <c:v>45035.208333333343</c:v>
                </c:pt>
                <c:pt idx="4806">
                  <c:v>45035.25</c:v>
                </c:pt>
                <c:pt idx="4807">
                  <c:v>45035.291666666657</c:v>
                </c:pt>
                <c:pt idx="4808">
                  <c:v>45035.333333333343</c:v>
                </c:pt>
                <c:pt idx="4809">
                  <c:v>45035.375</c:v>
                </c:pt>
                <c:pt idx="4810">
                  <c:v>45035.416666666657</c:v>
                </c:pt>
                <c:pt idx="4811">
                  <c:v>45035.458333333343</c:v>
                </c:pt>
                <c:pt idx="4812">
                  <c:v>45035.5</c:v>
                </c:pt>
                <c:pt idx="4813">
                  <c:v>45035.541666666657</c:v>
                </c:pt>
                <c:pt idx="4814">
                  <c:v>45035.583333333343</c:v>
                </c:pt>
                <c:pt idx="4815">
                  <c:v>45035.625</c:v>
                </c:pt>
                <c:pt idx="4816">
                  <c:v>45035.666666666657</c:v>
                </c:pt>
                <c:pt idx="4817">
                  <c:v>45035.708333333343</c:v>
                </c:pt>
                <c:pt idx="4818">
                  <c:v>45035.75</c:v>
                </c:pt>
                <c:pt idx="4819">
                  <c:v>45035.791666666657</c:v>
                </c:pt>
                <c:pt idx="4820">
                  <c:v>45035.833333333343</c:v>
                </c:pt>
                <c:pt idx="4821">
                  <c:v>45035.875</c:v>
                </c:pt>
                <c:pt idx="4822">
                  <c:v>45035.916666666657</c:v>
                </c:pt>
                <c:pt idx="4823">
                  <c:v>45035.958333333343</c:v>
                </c:pt>
                <c:pt idx="4824">
                  <c:v>45036</c:v>
                </c:pt>
                <c:pt idx="4825">
                  <c:v>45036.041666666657</c:v>
                </c:pt>
                <c:pt idx="4826">
                  <c:v>45036.083333333343</c:v>
                </c:pt>
                <c:pt idx="4827">
                  <c:v>45036.125</c:v>
                </c:pt>
                <c:pt idx="4828">
                  <c:v>45036.166666666657</c:v>
                </c:pt>
                <c:pt idx="4829">
                  <c:v>45036.208333333343</c:v>
                </c:pt>
                <c:pt idx="4830">
                  <c:v>45036.25</c:v>
                </c:pt>
                <c:pt idx="4831">
                  <c:v>45036.291666666657</c:v>
                </c:pt>
                <c:pt idx="4832">
                  <c:v>45036.333333333343</c:v>
                </c:pt>
                <c:pt idx="4833">
                  <c:v>45036.375</c:v>
                </c:pt>
                <c:pt idx="4834">
                  <c:v>45036.416666666657</c:v>
                </c:pt>
                <c:pt idx="4835">
                  <c:v>45036.458333333343</c:v>
                </c:pt>
                <c:pt idx="4836">
                  <c:v>45036.5</c:v>
                </c:pt>
                <c:pt idx="4837">
                  <c:v>45036.541666666657</c:v>
                </c:pt>
                <c:pt idx="4838">
                  <c:v>45036.583333333343</c:v>
                </c:pt>
                <c:pt idx="4839">
                  <c:v>45036.625</c:v>
                </c:pt>
                <c:pt idx="4840">
                  <c:v>45036.666666666657</c:v>
                </c:pt>
                <c:pt idx="4841">
                  <c:v>45036.708333333343</c:v>
                </c:pt>
                <c:pt idx="4842">
                  <c:v>45036.75</c:v>
                </c:pt>
                <c:pt idx="4843">
                  <c:v>45036.791666666657</c:v>
                </c:pt>
                <c:pt idx="4844">
                  <c:v>45036.833333333343</c:v>
                </c:pt>
                <c:pt idx="4845">
                  <c:v>45036.875</c:v>
                </c:pt>
                <c:pt idx="4846">
                  <c:v>45036.916666666657</c:v>
                </c:pt>
                <c:pt idx="4847">
                  <c:v>45036.958333333343</c:v>
                </c:pt>
                <c:pt idx="4848">
                  <c:v>45037</c:v>
                </c:pt>
                <c:pt idx="4849">
                  <c:v>45037.041666666657</c:v>
                </c:pt>
                <c:pt idx="4850">
                  <c:v>45037.083333333343</c:v>
                </c:pt>
                <c:pt idx="4851">
                  <c:v>45037.125</c:v>
                </c:pt>
                <c:pt idx="4852">
                  <c:v>45037.166666666657</c:v>
                </c:pt>
                <c:pt idx="4853">
                  <c:v>45037.208333333343</c:v>
                </c:pt>
                <c:pt idx="4854">
                  <c:v>45037.25</c:v>
                </c:pt>
                <c:pt idx="4855">
                  <c:v>45037.291666666657</c:v>
                </c:pt>
                <c:pt idx="4856">
                  <c:v>45037.333333333343</c:v>
                </c:pt>
                <c:pt idx="4857">
                  <c:v>45037.375</c:v>
                </c:pt>
                <c:pt idx="4858">
                  <c:v>45037.416666666657</c:v>
                </c:pt>
                <c:pt idx="4859">
                  <c:v>45037.458333333343</c:v>
                </c:pt>
                <c:pt idx="4860">
                  <c:v>45037.5</c:v>
                </c:pt>
                <c:pt idx="4861">
                  <c:v>45037.541666666657</c:v>
                </c:pt>
                <c:pt idx="4862">
                  <c:v>45037.583333333343</c:v>
                </c:pt>
                <c:pt idx="4863">
                  <c:v>45037.625</c:v>
                </c:pt>
                <c:pt idx="4864">
                  <c:v>45037.666666666657</c:v>
                </c:pt>
                <c:pt idx="4865">
                  <c:v>45037.708333333343</c:v>
                </c:pt>
                <c:pt idx="4866">
                  <c:v>45037.75</c:v>
                </c:pt>
                <c:pt idx="4867">
                  <c:v>45037.791666666657</c:v>
                </c:pt>
                <c:pt idx="4868">
                  <c:v>45037.833333333343</c:v>
                </c:pt>
                <c:pt idx="4869">
                  <c:v>45037.875</c:v>
                </c:pt>
                <c:pt idx="4870">
                  <c:v>45037.916666666657</c:v>
                </c:pt>
                <c:pt idx="4871">
                  <c:v>45037.958333333343</c:v>
                </c:pt>
                <c:pt idx="4872">
                  <c:v>45038</c:v>
                </c:pt>
                <c:pt idx="4873">
                  <c:v>45038.041666666657</c:v>
                </c:pt>
                <c:pt idx="4874">
                  <c:v>45038.083333333343</c:v>
                </c:pt>
                <c:pt idx="4875">
                  <c:v>45038.125</c:v>
                </c:pt>
                <c:pt idx="4876">
                  <c:v>45038.166666666657</c:v>
                </c:pt>
                <c:pt idx="4877">
                  <c:v>45038.208333333343</c:v>
                </c:pt>
                <c:pt idx="4878">
                  <c:v>45038.25</c:v>
                </c:pt>
                <c:pt idx="4879">
                  <c:v>45038.291666666657</c:v>
                </c:pt>
                <c:pt idx="4880">
                  <c:v>45038.333333333343</c:v>
                </c:pt>
                <c:pt idx="4881">
                  <c:v>45038.375</c:v>
                </c:pt>
                <c:pt idx="4882">
                  <c:v>45038.416666666657</c:v>
                </c:pt>
                <c:pt idx="4883">
                  <c:v>45038.458333333343</c:v>
                </c:pt>
                <c:pt idx="4884">
                  <c:v>45038.5</c:v>
                </c:pt>
                <c:pt idx="4885">
                  <c:v>45038.541666666657</c:v>
                </c:pt>
                <c:pt idx="4886">
                  <c:v>45038.583333333343</c:v>
                </c:pt>
                <c:pt idx="4887">
                  <c:v>45038.625</c:v>
                </c:pt>
                <c:pt idx="4888">
                  <c:v>45038.666666666657</c:v>
                </c:pt>
                <c:pt idx="4889">
                  <c:v>45038.708333333343</c:v>
                </c:pt>
                <c:pt idx="4890">
                  <c:v>45038.75</c:v>
                </c:pt>
                <c:pt idx="4891">
                  <c:v>45038.791666666657</c:v>
                </c:pt>
                <c:pt idx="4892">
                  <c:v>45038.833333333343</c:v>
                </c:pt>
                <c:pt idx="4893">
                  <c:v>45038.875</c:v>
                </c:pt>
                <c:pt idx="4894">
                  <c:v>45038.916666666657</c:v>
                </c:pt>
                <c:pt idx="4895">
                  <c:v>45038.958333333343</c:v>
                </c:pt>
                <c:pt idx="4896">
                  <c:v>45039</c:v>
                </c:pt>
                <c:pt idx="4897">
                  <c:v>45039.041666666657</c:v>
                </c:pt>
                <c:pt idx="4898">
                  <c:v>45039.083333333343</c:v>
                </c:pt>
                <c:pt idx="4899">
                  <c:v>45039.125</c:v>
                </c:pt>
                <c:pt idx="4900">
                  <c:v>45039.166666666657</c:v>
                </c:pt>
                <c:pt idx="4901">
                  <c:v>45039.208333333343</c:v>
                </c:pt>
                <c:pt idx="4902">
                  <c:v>45039.25</c:v>
                </c:pt>
                <c:pt idx="4903">
                  <c:v>45039.291666666657</c:v>
                </c:pt>
                <c:pt idx="4904">
                  <c:v>45039.333333333343</c:v>
                </c:pt>
                <c:pt idx="4905">
                  <c:v>45039.375</c:v>
                </c:pt>
                <c:pt idx="4906">
                  <c:v>45039.416666666657</c:v>
                </c:pt>
                <c:pt idx="4907">
                  <c:v>45039.458333333343</c:v>
                </c:pt>
                <c:pt idx="4908">
                  <c:v>45039.5</c:v>
                </c:pt>
                <c:pt idx="4909">
                  <c:v>45039.541666666657</c:v>
                </c:pt>
                <c:pt idx="4910">
                  <c:v>45039.583333333343</c:v>
                </c:pt>
                <c:pt idx="4911">
                  <c:v>45039.625</c:v>
                </c:pt>
                <c:pt idx="4912">
                  <c:v>45039.666666666657</c:v>
                </c:pt>
                <c:pt idx="4913">
                  <c:v>45039.708333333343</c:v>
                </c:pt>
                <c:pt idx="4914">
                  <c:v>45039.75</c:v>
                </c:pt>
                <c:pt idx="4915">
                  <c:v>45039.791666666657</c:v>
                </c:pt>
                <c:pt idx="4916">
                  <c:v>45039.833333333343</c:v>
                </c:pt>
                <c:pt idx="4917">
                  <c:v>45039.875</c:v>
                </c:pt>
                <c:pt idx="4918">
                  <c:v>45039.916666666657</c:v>
                </c:pt>
                <c:pt idx="4919">
                  <c:v>45039.958333333343</c:v>
                </c:pt>
                <c:pt idx="4920">
                  <c:v>45040</c:v>
                </c:pt>
                <c:pt idx="4921">
                  <c:v>45040.041666666657</c:v>
                </c:pt>
                <c:pt idx="4922">
                  <c:v>45040.083333333343</c:v>
                </c:pt>
                <c:pt idx="4923">
                  <c:v>45040.125</c:v>
                </c:pt>
                <c:pt idx="4924">
                  <c:v>45040.166666666657</c:v>
                </c:pt>
                <c:pt idx="4925">
                  <c:v>45040.208333333343</c:v>
                </c:pt>
                <c:pt idx="4926">
                  <c:v>45040.25</c:v>
                </c:pt>
                <c:pt idx="4927">
                  <c:v>45040.291666666657</c:v>
                </c:pt>
                <c:pt idx="4928">
                  <c:v>45040.333333333343</c:v>
                </c:pt>
                <c:pt idx="4929">
                  <c:v>45040.375</c:v>
                </c:pt>
                <c:pt idx="4930">
                  <c:v>45040.416666666657</c:v>
                </c:pt>
                <c:pt idx="4931">
                  <c:v>45040.458333333343</c:v>
                </c:pt>
                <c:pt idx="4932">
                  <c:v>45040.5</c:v>
                </c:pt>
                <c:pt idx="4933">
                  <c:v>45040.541666666657</c:v>
                </c:pt>
                <c:pt idx="4934">
                  <c:v>45040.583333333343</c:v>
                </c:pt>
                <c:pt idx="4935">
                  <c:v>45040.625</c:v>
                </c:pt>
                <c:pt idx="4936">
                  <c:v>45040.666666666657</c:v>
                </c:pt>
                <c:pt idx="4937">
                  <c:v>45040.708333333343</c:v>
                </c:pt>
                <c:pt idx="4938">
                  <c:v>45040.75</c:v>
                </c:pt>
                <c:pt idx="4939">
                  <c:v>45040.791666666657</c:v>
                </c:pt>
                <c:pt idx="4940">
                  <c:v>45040.833333333343</c:v>
                </c:pt>
                <c:pt idx="4941">
                  <c:v>45040.875</c:v>
                </c:pt>
                <c:pt idx="4942">
                  <c:v>45040.916666666657</c:v>
                </c:pt>
                <c:pt idx="4943">
                  <c:v>45040.958333333343</c:v>
                </c:pt>
                <c:pt idx="4944">
                  <c:v>45041</c:v>
                </c:pt>
                <c:pt idx="4945">
                  <c:v>45041.041666666657</c:v>
                </c:pt>
                <c:pt idx="4946">
                  <c:v>45041.083333333343</c:v>
                </c:pt>
                <c:pt idx="4947">
                  <c:v>45041.125</c:v>
                </c:pt>
                <c:pt idx="4948">
                  <c:v>45041.166666666657</c:v>
                </c:pt>
                <c:pt idx="4949">
                  <c:v>45041.208333333343</c:v>
                </c:pt>
                <c:pt idx="4950">
                  <c:v>45041.25</c:v>
                </c:pt>
                <c:pt idx="4951">
                  <c:v>45041.291666666657</c:v>
                </c:pt>
                <c:pt idx="4952">
                  <c:v>45041.333333333343</c:v>
                </c:pt>
                <c:pt idx="4953">
                  <c:v>45041.375</c:v>
                </c:pt>
                <c:pt idx="4954">
                  <c:v>45041.416666666657</c:v>
                </c:pt>
                <c:pt idx="4955">
                  <c:v>45041.458333333343</c:v>
                </c:pt>
                <c:pt idx="4956">
                  <c:v>45041.5</c:v>
                </c:pt>
                <c:pt idx="4957">
                  <c:v>45041.541666666657</c:v>
                </c:pt>
                <c:pt idx="4958">
                  <c:v>45041.583333333343</c:v>
                </c:pt>
                <c:pt idx="4959">
                  <c:v>45041.625</c:v>
                </c:pt>
                <c:pt idx="4960">
                  <c:v>45041.666666666657</c:v>
                </c:pt>
                <c:pt idx="4961">
                  <c:v>45041.708333333343</c:v>
                </c:pt>
                <c:pt idx="4962">
                  <c:v>45041.75</c:v>
                </c:pt>
                <c:pt idx="4963">
                  <c:v>45041.791666666657</c:v>
                </c:pt>
                <c:pt idx="4964">
                  <c:v>45041.833333333343</c:v>
                </c:pt>
                <c:pt idx="4965">
                  <c:v>45041.875</c:v>
                </c:pt>
                <c:pt idx="4966">
                  <c:v>45041.916666666657</c:v>
                </c:pt>
                <c:pt idx="4967">
                  <c:v>45041.958333333343</c:v>
                </c:pt>
                <c:pt idx="4968">
                  <c:v>45042</c:v>
                </c:pt>
                <c:pt idx="4969">
                  <c:v>45042.041666666657</c:v>
                </c:pt>
                <c:pt idx="4970">
                  <c:v>45042.083333333343</c:v>
                </c:pt>
                <c:pt idx="4971">
                  <c:v>45042.125</c:v>
                </c:pt>
                <c:pt idx="4972">
                  <c:v>45042.166666666657</c:v>
                </c:pt>
                <c:pt idx="4973">
                  <c:v>45042.208333333343</c:v>
                </c:pt>
                <c:pt idx="4974">
                  <c:v>45042.25</c:v>
                </c:pt>
                <c:pt idx="4975">
                  <c:v>45042.291666666657</c:v>
                </c:pt>
                <c:pt idx="4976">
                  <c:v>45042.333333333343</c:v>
                </c:pt>
                <c:pt idx="4977">
                  <c:v>45042.375</c:v>
                </c:pt>
                <c:pt idx="4978">
                  <c:v>45042.416666666657</c:v>
                </c:pt>
                <c:pt idx="4979">
                  <c:v>45042.458333333343</c:v>
                </c:pt>
                <c:pt idx="4980">
                  <c:v>45042.5</c:v>
                </c:pt>
                <c:pt idx="4981">
                  <c:v>45042.541666666657</c:v>
                </c:pt>
                <c:pt idx="4982">
                  <c:v>45042.583333333343</c:v>
                </c:pt>
                <c:pt idx="4983">
                  <c:v>45042.625</c:v>
                </c:pt>
                <c:pt idx="4984">
                  <c:v>45042.666666666657</c:v>
                </c:pt>
                <c:pt idx="4985">
                  <c:v>45042.708333333343</c:v>
                </c:pt>
                <c:pt idx="4986">
                  <c:v>45042.75</c:v>
                </c:pt>
                <c:pt idx="4987">
                  <c:v>45042.791666666657</c:v>
                </c:pt>
                <c:pt idx="4988">
                  <c:v>45042.833333333343</c:v>
                </c:pt>
                <c:pt idx="4989">
                  <c:v>45042.875</c:v>
                </c:pt>
                <c:pt idx="4990">
                  <c:v>45042.916666666657</c:v>
                </c:pt>
                <c:pt idx="4991">
                  <c:v>45042.958333333343</c:v>
                </c:pt>
                <c:pt idx="4992">
                  <c:v>45043</c:v>
                </c:pt>
                <c:pt idx="4993">
                  <c:v>45043.041666666657</c:v>
                </c:pt>
                <c:pt idx="4994">
                  <c:v>45043.083333333343</c:v>
                </c:pt>
                <c:pt idx="4995">
                  <c:v>45043.125</c:v>
                </c:pt>
                <c:pt idx="4996">
                  <c:v>45043.166666666657</c:v>
                </c:pt>
                <c:pt idx="4997">
                  <c:v>45043.208333333343</c:v>
                </c:pt>
                <c:pt idx="4998">
                  <c:v>45043.25</c:v>
                </c:pt>
                <c:pt idx="4999">
                  <c:v>45043.291666666657</c:v>
                </c:pt>
                <c:pt idx="5000">
                  <c:v>45043.333333333343</c:v>
                </c:pt>
                <c:pt idx="5001">
                  <c:v>45043.375</c:v>
                </c:pt>
                <c:pt idx="5002">
                  <c:v>45043.416666666657</c:v>
                </c:pt>
                <c:pt idx="5003">
                  <c:v>45043.458333333343</c:v>
                </c:pt>
                <c:pt idx="5004">
                  <c:v>45043.5</c:v>
                </c:pt>
                <c:pt idx="5005">
                  <c:v>45043.541666666657</c:v>
                </c:pt>
                <c:pt idx="5006">
                  <c:v>45043.583333333343</c:v>
                </c:pt>
                <c:pt idx="5007">
                  <c:v>45043.625</c:v>
                </c:pt>
                <c:pt idx="5008">
                  <c:v>45043.666666666657</c:v>
                </c:pt>
                <c:pt idx="5009">
                  <c:v>45043.708333333343</c:v>
                </c:pt>
                <c:pt idx="5010">
                  <c:v>45043.75</c:v>
                </c:pt>
                <c:pt idx="5011">
                  <c:v>45043.791666666657</c:v>
                </c:pt>
                <c:pt idx="5012">
                  <c:v>45043.833333333343</c:v>
                </c:pt>
                <c:pt idx="5013">
                  <c:v>45043.875</c:v>
                </c:pt>
                <c:pt idx="5014">
                  <c:v>45043.916666666657</c:v>
                </c:pt>
                <c:pt idx="5015">
                  <c:v>45043.958333333343</c:v>
                </c:pt>
                <c:pt idx="5016">
                  <c:v>45044</c:v>
                </c:pt>
                <c:pt idx="5017">
                  <c:v>45044.041666666657</c:v>
                </c:pt>
                <c:pt idx="5018">
                  <c:v>45044.083333333343</c:v>
                </c:pt>
                <c:pt idx="5019">
                  <c:v>45044.125</c:v>
                </c:pt>
                <c:pt idx="5020">
                  <c:v>45044.166666666657</c:v>
                </c:pt>
                <c:pt idx="5021">
                  <c:v>45044.208333333343</c:v>
                </c:pt>
                <c:pt idx="5022">
                  <c:v>45044.25</c:v>
                </c:pt>
                <c:pt idx="5023">
                  <c:v>45044.291666666657</c:v>
                </c:pt>
                <c:pt idx="5024">
                  <c:v>45044.333333333343</c:v>
                </c:pt>
                <c:pt idx="5025">
                  <c:v>45044.375</c:v>
                </c:pt>
                <c:pt idx="5026">
                  <c:v>45044.416666666657</c:v>
                </c:pt>
                <c:pt idx="5027">
                  <c:v>45044.458333333343</c:v>
                </c:pt>
                <c:pt idx="5028">
                  <c:v>45044.5</c:v>
                </c:pt>
                <c:pt idx="5029">
                  <c:v>45044.541666666657</c:v>
                </c:pt>
                <c:pt idx="5030">
                  <c:v>45044.583333333343</c:v>
                </c:pt>
                <c:pt idx="5031">
                  <c:v>45044.625</c:v>
                </c:pt>
                <c:pt idx="5032">
                  <c:v>45044.666666666657</c:v>
                </c:pt>
                <c:pt idx="5033">
                  <c:v>45044.708333333343</c:v>
                </c:pt>
                <c:pt idx="5034">
                  <c:v>45044.75</c:v>
                </c:pt>
                <c:pt idx="5035">
                  <c:v>45044.791666666657</c:v>
                </c:pt>
                <c:pt idx="5036">
                  <c:v>45044.833333333343</c:v>
                </c:pt>
                <c:pt idx="5037">
                  <c:v>45044.875</c:v>
                </c:pt>
                <c:pt idx="5038">
                  <c:v>45044.916666666657</c:v>
                </c:pt>
                <c:pt idx="5039">
                  <c:v>45044.958333333343</c:v>
                </c:pt>
                <c:pt idx="5040">
                  <c:v>45045</c:v>
                </c:pt>
                <c:pt idx="5041">
                  <c:v>45045.041666666657</c:v>
                </c:pt>
                <c:pt idx="5042">
                  <c:v>45045.083333333343</c:v>
                </c:pt>
                <c:pt idx="5043">
                  <c:v>45045.125</c:v>
                </c:pt>
                <c:pt idx="5044">
                  <c:v>45045.166666666657</c:v>
                </c:pt>
                <c:pt idx="5045">
                  <c:v>45045.208333333343</c:v>
                </c:pt>
                <c:pt idx="5046">
                  <c:v>45045.25</c:v>
                </c:pt>
                <c:pt idx="5047">
                  <c:v>45045.291666666657</c:v>
                </c:pt>
                <c:pt idx="5048">
                  <c:v>45045.333333333343</c:v>
                </c:pt>
                <c:pt idx="5049">
                  <c:v>45045.375</c:v>
                </c:pt>
                <c:pt idx="5050">
                  <c:v>45045.416666666657</c:v>
                </c:pt>
                <c:pt idx="5051">
                  <c:v>45045.458333333343</c:v>
                </c:pt>
                <c:pt idx="5052">
                  <c:v>45045.5</c:v>
                </c:pt>
                <c:pt idx="5053">
                  <c:v>45045.541666666657</c:v>
                </c:pt>
                <c:pt idx="5054">
                  <c:v>45045.583333333343</c:v>
                </c:pt>
                <c:pt idx="5055">
                  <c:v>45045.625</c:v>
                </c:pt>
                <c:pt idx="5056">
                  <c:v>45045.666666666657</c:v>
                </c:pt>
                <c:pt idx="5057">
                  <c:v>45045.708333333343</c:v>
                </c:pt>
                <c:pt idx="5058">
                  <c:v>45045.75</c:v>
                </c:pt>
                <c:pt idx="5059">
                  <c:v>45045.791666666657</c:v>
                </c:pt>
                <c:pt idx="5060">
                  <c:v>45045.833333333343</c:v>
                </c:pt>
                <c:pt idx="5061">
                  <c:v>45045.875</c:v>
                </c:pt>
                <c:pt idx="5062">
                  <c:v>45045.916666666657</c:v>
                </c:pt>
                <c:pt idx="5063">
                  <c:v>45045.958333333343</c:v>
                </c:pt>
                <c:pt idx="5064">
                  <c:v>45046</c:v>
                </c:pt>
                <c:pt idx="5065">
                  <c:v>45046.041666666657</c:v>
                </c:pt>
                <c:pt idx="5066">
                  <c:v>45046.083333333343</c:v>
                </c:pt>
                <c:pt idx="5067">
                  <c:v>45046.125</c:v>
                </c:pt>
                <c:pt idx="5068">
                  <c:v>45046.166666666657</c:v>
                </c:pt>
                <c:pt idx="5069">
                  <c:v>45046.208333333343</c:v>
                </c:pt>
                <c:pt idx="5070">
                  <c:v>45046.25</c:v>
                </c:pt>
                <c:pt idx="5071">
                  <c:v>45046.291666666657</c:v>
                </c:pt>
                <c:pt idx="5072">
                  <c:v>45046.333333333343</c:v>
                </c:pt>
                <c:pt idx="5073">
                  <c:v>45046.375</c:v>
                </c:pt>
                <c:pt idx="5074">
                  <c:v>45046.416666666657</c:v>
                </c:pt>
                <c:pt idx="5075">
                  <c:v>45046.458333333343</c:v>
                </c:pt>
                <c:pt idx="5076">
                  <c:v>45046.5</c:v>
                </c:pt>
                <c:pt idx="5077">
                  <c:v>45046.541666666657</c:v>
                </c:pt>
                <c:pt idx="5078">
                  <c:v>45046.583333333343</c:v>
                </c:pt>
                <c:pt idx="5079">
                  <c:v>45046.625</c:v>
                </c:pt>
                <c:pt idx="5080">
                  <c:v>45046.666666666657</c:v>
                </c:pt>
                <c:pt idx="5081">
                  <c:v>45046.708333333343</c:v>
                </c:pt>
                <c:pt idx="5082">
                  <c:v>45046.75</c:v>
                </c:pt>
                <c:pt idx="5083">
                  <c:v>45046.791666666657</c:v>
                </c:pt>
                <c:pt idx="5084">
                  <c:v>45046.833333333343</c:v>
                </c:pt>
                <c:pt idx="5085">
                  <c:v>45046.875</c:v>
                </c:pt>
                <c:pt idx="5086">
                  <c:v>45046.916666666657</c:v>
                </c:pt>
                <c:pt idx="5087">
                  <c:v>45046.958333333343</c:v>
                </c:pt>
                <c:pt idx="5088">
                  <c:v>45047</c:v>
                </c:pt>
                <c:pt idx="5089">
                  <c:v>45047.041666666657</c:v>
                </c:pt>
                <c:pt idx="5090">
                  <c:v>45047.083333333343</c:v>
                </c:pt>
                <c:pt idx="5091">
                  <c:v>45047.125</c:v>
                </c:pt>
                <c:pt idx="5092">
                  <c:v>45047.166666666657</c:v>
                </c:pt>
                <c:pt idx="5093">
                  <c:v>45047.208333333343</c:v>
                </c:pt>
                <c:pt idx="5094">
                  <c:v>45047.25</c:v>
                </c:pt>
                <c:pt idx="5095">
                  <c:v>45047.291666666657</c:v>
                </c:pt>
                <c:pt idx="5096">
                  <c:v>45047.333333333343</c:v>
                </c:pt>
                <c:pt idx="5097">
                  <c:v>45047.375</c:v>
                </c:pt>
                <c:pt idx="5098">
                  <c:v>45047.416666666657</c:v>
                </c:pt>
                <c:pt idx="5099">
                  <c:v>45047.458333333343</c:v>
                </c:pt>
                <c:pt idx="5100">
                  <c:v>45047.5</c:v>
                </c:pt>
                <c:pt idx="5101">
                  <c:v>45047.541666666657</c:v>
                </c:pt>
                <c:pt idx="5102">
                  <c:v>45047.583333333343</c:v>
                </c:pt>
                <c:pt idx="5103">
                  <c:v>45047.625</c:v>
                </c:pt>
                <c:pt idx="5104">
                  <c:v>45047.666666666657</c:v>
                </c:pt>
                <c:pt idx="5105">
                  <c:v>45047.708333333343</c:v>
                </c:pt>
                <c:pt idx="5106">
                  <c:v>45047.75</c:v>
                </c:pt>
                <c:pt idx="5107">
                  <c:v>45047.791666666657</c:v>
                </c:pt>
                <c:pt idx="5108">
                  <c:v>45047.833333333343</c:v>
                </c:pt>
                <c:pt idx="5109">
                  <c:v>45047.875</c:v>
                </c:pt>
                <c:pt idx="5110">
                  <c:v>45047.916666666657</c:v>
                </c:pt>
                <c:pt idx="5111">
                  <c:v>45047.958333333343</c:v>
                </c:pt>
                <c:pt idx="5112">
                  <c:v>45048</c:v>
                </c:pt>
                <c:pt idx="5113">
                  <c:v>45048.041666666657</c:v>
                </c:pt>
                <c:pt idx="5114">
                  <c:v>45048.083333333343</c:v>
                </c:pt>
                <c:pt idx="5115">
                  <c:v>45048.125</c:v>
                </c:pt>
                <c:pt idx="5116">
                  <c:v>45048.166666666657</c:v>
                </c:pt>
                <c:pt idx="5117">
                  <c:v>45048.208333333343</c:v>
                </c:pt>
                <c:pt idx="5118">
                  <c:v>45048.25</c:v>
                </c:pt>
                <c:pt idx="5119">
                  <c:v>45048.291666666657</c:v>
                </c:pt>
                <c:pt idx="5120">
                  <c:v>45048.333333333343</c:v>
                </c:pt>
                <c:pt idx="5121">
                  <c:v>45048.375</c:v>
                </c:pt>
                <c:pt idx="5122">
                  <c:v>45048.416666666657</c:v>
                </c:pt>
                <c:pt idx="5123">
                  <c:v>45048.458333333343</c:v>
                </c:pt>
                <c:pt idx="5124">
                  <c:v>45048.5</c:v>
                </c:pt>
                <c:pt idx="5125">
                  <c:v>45048.541666666657</c:v>
                </c:pt>
                <c:pt idx="5126">
                  <c:v>45048.583333333343</c:v>
                </c:pt>
                <c:pt idx="5127">
                  <c:v>45048.625</c:v>
                </c:pt>
                <c:pt idx="5128">
                  <c:v>45048.666666666657</c:v>
                </c:pt>
                <c:pt idx="5129">
                  <c:v>45048.708333333343</c:v>
                </c:pt>
                <c:pt idx="5130">
                  <c:v>45048.75</c:v>
                </c:pt>
                <c:pt idx="5131">
                  <c:v>45048.791666666657</c:v>
                </c:pt>
                <c:pt idx="5132">
                  <c:v>45048.833333333343</c:v>
                </c:pt>
                <c:pt idx="5133">
                  <c:v>45048.875</c:v>
                </c:pt>
                <c:pt idx="5134">
                  <c:v>45048.916666666657</c:v>
                </c:pt>
                <c:pt idx="5135">
                  <c:v>45048.958333333343</c:v>
                </c:pt>
                <c:pt idx="5136">
                  <c:v>45049</c:v>
                </c:pt>
                <c:pt idx="5137">
                  <c:v>45049.041666666657</c:v>
                </c:pt>
                <c:pt idx="5138">
                  <c:v>45049.083333333343</c:v>
                </c:pt>
                <c:pt idx="5139">
                  <c:v>45049.125</c:v>
                </c:pt>
                <c:pt idx="5140">
                  <c:v>45049.166666666657</c:v>
                </c:pt>
                <c:pt idx="5141">
                  <c:v>45049.208333333343</c:v>
                </c:pt>
                <c:pt idx="5142">
                  <c:v>45049.25</c:v>
                </c:pt>
                <c:pt idx="5143">
                  <c:v>45049.291666666657</c:v>
                </c:pt>
                <c:pt idx="5144">
                  <c:v>45049.333333333343</c:v>
                </c:pt>
                <c:pt idx="5145">
                  <c:v>45049.375</c:v>
                </c:pt>
                <c:pt idx="5146">
                  <c:v>45049.416666666657</c:v>
                </c:pt>
                <c:pt idx="5147">
                  <c:v>45049.458333333343</c:v>
                </c:pt>
                <c:pt idx="5148">
                  <c:v>45049.5</c:v>
                </c:pt>
                <c:pt idx="5149">
                  <c:v>45049.541666666657</c:v>
                </c:pt>
                <c:pt idx="5150">
                  <c:v>45049.583333333343</c:v>
                </c:pt>
                <c:pt idx="5151">
                  <c:v>45049.625</c:v>
                </c:pt>
                <c:pt idx="5152">
                  <c:v>45049.666666666657</c:v>
                </c:pt>
                <c:pt idx="5153">
                  <c:v>45049.708333333343</c:v>
                </c:pt>
                <c:pt idx="5154">
                  <c:v>45049.75</c:v>
                </c:pt>
                <c:pt idx="5155">
                  <c:v>45049.791666666657</c:v>
                </c:pt>
                <c:pt idx="5156">
                  <c:v>45049.833333333343</c:v>
                </c:pt>
                <c:pt idx="5157">
                  <c:v>45049.875</c:v>
                </c:pt>
                <c:pt idx="5158">
                  <c:v>45049.916666666657</c:v>
                </c:pt>
                <c:pt idx="5159">
                  <c:v>45049.958333333343</c:v>
                </c:pt>
                <c:pt idx="5160">
                  <c:v>45050</c:v>
                </c:pt>
                <c:pt idx="5161">
                  <c:v>45050.041666666657</c:v>
                </c:pt>
                <c:pt idx="5162">
                  <c:v>45050.083333333343</c:v>
                </c:pt>
                <c:pt idx="5163">
                  <c:v>45050.125</c:v>
                </c:pt>
                <c:pt idx="5164">
                  <c:v>45050.166666666657</c:v>
                </c:pt>
                <c:pt idx="5165">
                  <c:v>45050.208333333343</c:v>
                </c:pt>
                <c:pt idx="5166">
                  <c:v>45050.25</c:v>
                </c:pt>
                <c:pt idx="5167">
                  <c:v>45050.291666666657</c:v>
                </c:pt>
                <c:pt idx="5168">
                  <c:v>45050.333333333343</c:v>
                </c:pt>
                <c:pt idx="5169">
                  <c:v>45050.375</c:v>
                </c:pt>
                <c:pt idx="5170">
                  <c:v>45050.416666666657</c:v>
                </c:pt>
                <c:pt idx="5171">
                  <c:v>45050.458333333343</c:v>
                </c:pt>
                <c:pt idx="5172">
                  <c:v>45050.5</c:v>
                </c:pt>
                <c:pt idx="5173">
                  <c:v>45050.541666666657</c:v>
                </c:pt>
                <c:pt idx="5174">
                  <c:v>45050.583333333343</c:v>
                </c:pt>
                <c:pt idx="5175">
                  <c:v>45050.625</c:v>
                </c:pt>
                <c:pt idx="5176">
                  <c:v>45050.666666666657</c:v>
                </c:pt>
                <c:pt idx="5177">
                  <c:v>45050.708333333343</c:v>
                </c:pt>
                <c:pt idx="5178">
                  <c:v>45050.75</c:v>
                </c:pt>
                <c:pt idx="5179">
                  <c:v>45050.791666666657</c:v>
                </c:pt>
                <c:pt idx="5180">
                  <c:v>45050.833333333343</c:v>
                </c:pt>
                <c:pt idx="5181">
                  <c:v>45050.875</c:v>
                </c:pt>
                <c:pt idx="5182">
                  <c:v>45050.916666666657</c:v>
                </c:pt>
                <c:pt idx="5183">
                  <c:v>45050.958333333343</c:v>
                </c:pt>
                <c:pt idx="5184">
                  <c:v>45051</c:v>
                </c:pt>
                <c:pt idx="5185">
                  <c:v>45051.041666666657</c:v>
                </c:pt>
                <c:pt idx="5186">
                  <c:v>45051.083333333343</c:v>
                </c:pt>
                <c:pt idx="5187">
                  <c:v>45051.125</c:v>
                </c:pt>
                <c:pt idx="5188">
                  <c:v>45051.166666666657</c:v>
                </c:pt>
                <c:pt idx="5189">
                  <c:v>45051.208333333343</c:v>
                </c:pt>
                <c:pt idx="5190">
                  <c:v>45051.25</c:v>
                </c:pt>
                <c:pt idx="5191">
                  <c:v>45051.291666666657</c:v>
                </c:pt>
                <c:pt idx="5192">
                  <c:v>45051.333333333343</c:v>
                </c:pt>
                <c:pt idx="5193">
                  <c:v>45051.375</c:v>
                </c:pt>
                <c:pt idx="5194">
                  <c:v>45051.416666666657</c:v>
                </c:pt>
                <c:pt idx="5195">
                  <c:v>45051.458333333343</c:v>
                </c:pt>
                <c:pt idx="5196">
                  <c:v>45051.5</c:v>
                </c:pt>
                <c:pt idx="5197">
                  <c:v>45051.541666666657</c:v>
                </c:pt>
                <c:pt idx="5198">
                  <c:v>45051.583333333343</c:v>
                </c:pt>
                <c:pt idx="5199">
                  <c:v>45051.625</c:v>
                </c:pt>
                <c:pt idx="5200">
                  <c:v>45051.666666666657</c:v>
                </c:pt>
                <c:pt idx="5201">
                  <c:v>45051.708333333343</c:v>
                </c:pt>
                <c:pt idx="5202">
                  <c:v>45051.75</c:v>
                </c:pt>
                <c:pt idx="5203">
                  <c:v>45051.791666666657</c:v>
                </c:pt>
                <c:pt idx="5204">
                  <c:v>45051.833333333343</c:v>
                </c:pt>
                <c:pt idx="5205">
                  <c:v>45051.875</c:v>
                </c:pt>
                <c:pt idx="5206">
                  <c:v>45051.916666666657</c:v>
                </c:pt>
                <c:pt idx="5207">
                  <c:v>45051.958333333343</c:v>
                </c:pt>
                <c:pt idx="5208">
                  <c:v>45052</c:v>
                </c:pt>
                <c:pt idx="5209">
                  <c:v>45052.041666666657</c:v>
                </c:pt>
                <c:pt idx="5210">
                  <c:v>45052.083333333343</c:v>
                </c:pt>
                <c:pt idx="5211">
                  <c:v>45052.125</c:v>
                </c:pt>
                <c:pt idx="5212">
                  <c:v>45052.166666666657</c:v>
                </c:pt>
                <c:pt idx="5213">
                  <c:v>45052.208333333343</c:v>
                </c:pt>
                <c:pt idx="5214">
                  <c:v>45052.25</c:v>
                </c:pt>
                <c:pt idx="5215">
                  <c:v>45052.291666666657</c:v>
                </c:pt>
                <c:pt idx="5216">
                  <c:v>45052.333333333343</c:v>
                </c:pt>
                <c:pt idx="5217">
                  <c:v>45052.375</c:v>
                </c:pt>
                <c:pt idx="5218">
                  <c:v>45052.416666666657</c:v>
                </c:pt>
                <c:pt idx="5219">
                  <c:v>45052.458333333343</c:v>
                </c:pt>
                <c:pt idx="5220">
                  <c:v>45052.5</c:v>
                </c:pt>
                <c:pt idx="5221">
                  <c:v>45052.541666666657</c:v>
                </c:pt>
                <c:pt idx="5222">
                  <c:v>45052.583333333343</c:v>
                </c:pt>
                <c:pt idx="5223">
                  <c:v>45052.625</c:v>
                </c:pt>
                <c:pt idx="5224">
                  <c:v>45052.666666666657</c:v>
                </c:pt>
                <c:pt idx="5225">
                  <c:v>45052.708333333343</c:v>
                </c:pt>
                <c:pt idx="5226">
                  <c:v>45052.75</c:v>
                </c:pt>
                <c:pt idx="5227">
                  <c:v>45052.791666666657</c:v>
                </c:pt>
                <c:pt idx="5228">
                  <c:v>45052.833333333343</c:v>
                </c:pt>
                <c:pt idx="5229">
                  <c:v>45052.875</c:v>
                </c:pt>
                <c:pt idx="5230">
                  <c:v>45052.916666666657</c:v>
                </c:pt>
                <c:pt idx="5231">
                  <c:v>45052.958333333343</c:v>
                </c:pt>
                <c:pt idx="5232">
                  <c:v>45053</c:v>
                </c:pt>
                <c:pt idx="5233">
                  <c:v>45053.041666666657</c:v>
                </c:pt>
                <c:pt idx="5234">
                  <c:v>45053.083333333343</c:v>
                </c:pt>
                <c:pt idx="5235">
                  <c:v>45053.125</c:v>
                </c:pt>
                <c:pt idx="5236">
                  <c:v>45053.166666666657</c:v>
                </c:pt>
                <c:pt idx="5237">
                  <c:v>45053.208333333343</c:v>
                </c:pt>
                <c:pt idx="5238">
                  <c:v>45053.25</c:v>
                </c:pt>
                <c:pt idx="5239">
                  <c:v>45053.291666666657</c:v>
                </c:pt>
                <c:pt idx="5240">
                  <c:v>45053.333333333343</c:v>
                </c:pt>
                <c:pt idx="5241">
                  <c:v>45053.375</c:v>
                </c:pt>
                <c:pt idx="5242">
                  <c:v>45053.416666666657</c:v>
                </c:pt>
                <c:pt idx="5243">
                  <c:v>45053.458333333343</c:v>
                </c:pt>
                <c:pt idx="5244">
                  <c:v>45053.5</c:v>
                </c:pt>
                <c:pt idx="5245">
                  <c:v>45053.541666666657</c:v>
                </c:pt>
                <c:pt idx="5246">
                  <c:v>45053.583333333343</c:v>
                </c:pt>
                <c:pt idx="5247">
                  <c:v>45053.625</c:v>
                </c:pt>
                <c:pt idx="5248">
                  <c:v>45053.666666666657</c:v>
                </c:pt>
                <c:pt idx="5249">
                  <c:v>45053.708333333343</c:v>
                </c:pt>
                <c:pt idx="5250">
                  <c:v>45053.75</c:v>
                </c:pt>
                <c:pt idx="5251">
                  <c:v>45053.791666666657</c:v>
                </c:pt>
                <c:pt idx="5252">
                  <c:v>45053.833333333343</c:v>
                </c:pt>
                <c:pt idx="5253">
                  <c:v>45053.875</c:v>
                </c:pt>
                <c:pt idx="5254">
                  <c:v>45053.916666666657</c:v>
                </c:pt>
                <c:pt idx="5255">
                  <c:v>45053.958333333343</c:v>
                </c:pt>
                <c:pt idx="5256">
                  <c:v>45054</c:v>
                </c:pt>
                <c:pt idx="5257">
                  <c:v>45054.041666666657</c:v>
                </c:pt>
                <c:pt idx="5258">
                  <c:v>45054.083333333343</c:v>
                </c:pt>
                <c:pt idx="5259">
                  <c:v>45054.125</c:v>
                </c:pt>
                <c:pt idx="5260">
                  <c:v>45054.166666666657</c:v>
                </c:pt>
                <c:pt idx="5261">
                  <c:v>45054.208333333343</c:v>
                </c:pt>
                <c:pt idx="5262">
                  <c:v>45054.25</c:v>
                </c:pt>
                <c:pt idx="5263">
                  <c:v>45054.291666666657</c:v>
                </c:pt>
                <c:pt idx="5264">
                  <c:v>45054.333333333343</c:v>
                </c:pt>
                <c:pt idx="5265">
                  <c:v>45054.375</c:v>
                </c:pt>
                <c:pt idx="5266">
                  <c:v>45054.416666666657</c:v>
                </c:pt>
                <c:pt idx="5267">
                  <c:v>45054.458333333343</c:v>
                </c:pt>
                <c:pt idx="5268">
                  <c:v>45054.5</c:v>
                </c:pt>
                <c:pt idx="5269">
                  <c:v>45054.541666666657</c:v>
                </c:pt>
                <c:pt idx="5270">
                  <c:v>45054.583333333343</c:v>
                </c:pt>
                <c:pt idx="5271">
                  <c:v>45054.625</c:v>
                </c:pt>
                <c:pt idx="5272">
                  <c:v>45054.666666666657</c:v>
                </c:pt>
                <c:pt idx="5273">
                  <c:v>45054.708333333343</c:v>
                </c:pt>
                <c:pt idx="5274">
                  <c:v>45054.75</c:v>
                </c:pt>
                <c:pt idx="5275">
                  <c:v>45054.791666666657</c:v>
                </c:pt>
                <c:pt idx="5276">
                  <c:v>45054.833333333343</c:v>
                </c:pt>
                <c:pt idx="5277">
                  <c:v>45054.875</c:v>
                </c:pt>
                <c:pt idx="5278">
                  <c:v>45054.916666666657</c:v>
                </c:pt>
                <c:pt idx="5279">
                  <c:v>45054.958333333343</c:v>
                </c:pt>
                <c:pt idx="5280">
                  <c:v>45055</c:v>
                </c:pt>
                <c:pt idx="5281">
                  <c:v>45055.041666666657</c:v>
                </c:pt>
                <c:pt idx="5282">
                  <c:v>45055.083333333343</c:v>
                </c:pt>
                <c:pt idx="5283">
                  <c:v>45055.125</c:v>
                </c:pt>
                <c:pt idx="5284">
                  <c:v>45055.166666666657</c:v>
                </c:pt>
                <c:pt idx="5285">
                  <c:v>45055.208333333343</c:v>
                </c:pt>
                <c:pt idx="5286">
                  <c:v>45055.25</c:v>
                </c:pt>
                <c:pt idx="5287">
                  <c:v>45055.291666666657</c:v>
                </c:pt>
                <c:pt idx="5288">
                  <c:v>45055.333333333343</c:v>
                </c:pt>
                <c:pt idx="5289">
                  <c:v>45055.375</c:v>
                </c:pt>
                <c:pt idx="5290">
                  <c:v>45055.416666666657</c:v>
                </c:pt>
                <c:pt idx="5291">
                  <c:v>45055.458333333343</c:v>
                </c:pt>
                <c:pt idx="5292">
                  <c:v>45055.5</c:v>
                </c:pt>
                <c:pt idx="5293">
                  <c:v>45055.541666666657</c:v>
                </c:pt>
                <c:pt idx="5294">
                  <c:v>45055.583333333343</c:v>
                </c:pt>
                <c:pt idx="5295">
                  <c:v>45055.625</c:v>
                </c:pt>
                <c:pt idx="5296">
                  <c:v>45055.666666666657</c:v>
                </c:pt>
                <c:pt idx="5297">
                  <c:v>45055.708333333343</c:v>
                </c:pt>
                <c:pt idx="5298">
                  <c:v>45055.75</c:v>
                </c:pt>
                <c:pt idx="5299">
                  <c:v>45055.791666666657</c:v>
                </c:pt>
                <c:pt idx="5300">
                  <c:v>45055.833333333343</c:v>
                </c:pt>
                <c:pt idx="5301">
                  <c:v>45055.875</c:v>
                </c:pt>
                <c:pt idx="5302">
                  <c:v>45055.916666666657</c:v>
                </c:pt>
                <c:pt idx="5303">
                  <c:v>45055.958333333343</c:v>
                </c:pt>
                <c:pt idx="5304">
                  <c:v>45056</c:v>
                </c:pt>
                <c:pt idx="5305">
                  <c:v>45056.041666666657</c:v>
                </c:pt>
                <c:pt idx="5306">
                  <c:v>45056.083333333343</c:v>
                </c:pt>
                <c:pt idx="5307">
                  <c:v>45056.125</c:v>
                </c:pt>
                <c:pt idx="5308">
                  <c:v>45056.166666666657</c:v>
                </c:pt>
                <c:pt idx="5309">
                  <c:v>45056.208333333343</c:v>
                </c:pt>
                <c:pt idx="5310">
                  <c:v>45056.25</c:v>
                </c:pt>
                <c:pt idx="5311">
                  <c:v>45056.291666666657</c:v>
                </c:pt>
                <c:pt idx="5312">
                  <c:v>45056.333333333343</c:v>
                </c:pt>
                <c:pt idx="5313">
                  <c:v>45056.375</c:v>
                </c:pt>
                <c:pt idx="5314">
                  <c:v>45056.416666666657</c:v>
                </c:pt>
                <c:pt idx="5315">
                  <c:v>45056.458333333343</c:v>
                </c:pt>
                <c:pt idx="5316">
                  <c:v>45056.5</c:v>
                </c:pt>
                <c:pt idx="5317">
                  <c:v>45056.541666666657</c:v>
                </c:pt>
                <c:pt idx="5318">
                  <c:v>45056.583333333343</c:v>
                </c:pt>
                <c:pt idx="5319">
                  <c:v>45056.625</c:v>
                </c:pt>
                <c:pt idx="5320">
                  <c:v>45056.666666666657</c:v>
                </c:pt>
                <c:pt idx="5321">
                  <c:v>45056.708333333343</c:v>
                </c:pt>
                <c:pt idx="5322">
                  <c:v>45056.75</c:v>
                </c:pt>
                <c:pt idx="5323">
                  <c:v>45056.791666666657</c:v>
                </c:pt>
                <c:pt idx="5324">
                  <c:v>45056.833333333343</c:v>
                </c:pt>
                <c:pt idx="5325">
                  <c:v>45056.875</c:v>
                </c:pt>
                <c:pt idx="5326">
                  <c:v>45056.916666666657</c:v>
                </c:pt>
                <c:pt idx="5327">
                  <c:v>45056.958333333343</c:v>
                </c:pt>
                <c:pt idx="5328">
                  <c:v>45057</c:v>
                </c:pt>
                <c:pt idx="5329">
                  <c:v>45057.041666666657</c:v>
                </c:pt>
                <c:pt idx="5330">
                  <c:v>45057.083333333343</c:v>
                </c:pt>
                <c:pt idx="5331">
                  <c:v>45057.125</c:v>
                </c:pt>
                <c:pt idx="5332">
                  <c:v>45057.166666666657</c:v>
                </c:pt>
                <c:pt idx="5333">
                  <c:v>45057.208333333343</c:v>
                </c:pt>
                <c:pt idx="5334">
                  <c:v>45057.25</c:v>
                </c:pt>
                <c:pt idx="5335">
                  <c:v>45057.291666666657</c:v>
                </c:pt>
                <c:pt idx="5336">
                  <c:v>45057.333333333343</c:v>
                </c:pt>
                <c:pt idx="5337">
                  <c:v>45057.375</c:v>
                </c:pt>
                <c:pt idx="5338">
                  <c:v>45057.416666666657</c:v>
                </c:pt>
                <c:pt idx="5339">
                  <c:v>45057.458333333343</c:v>
                </c:pt>
                <c:pt idx="5340">
                  <c:v>45057.5</c:v>
                </c:pt>
                <c:pt idx="5341">
                  <c:v>45057.541666666657</c:v>
                </c:pt>
                <c:pt idx="5342">
                  <c:v>45057.583333333343</c:v>
                </c:pt>
                <c:pt idx="5343">
                  <c:v>45057.625</c:v>
                </c:pt>
                <c:pt idx="5344">
                  <c:v>45057.666666666657</c:v>
                </c:pt>
                <c:pt idx="5345">
                  <c:v>45057.708333333343</c:v>
                </c:pt>
                <c:pt idx="5346">
                  <c:v>45057.75</c:v>
                </c:pt>
                <c:pt idx="5347">
                  <c:v>45057.791666666657</c:v>
                </c:pt>
                <c:pt idx="5348">
                  <c:v>45057.833333333343</c:v>
                </c:pt>
                <c:pt idx="5349">
                  <c:v>45057.875</c:v>
                </c:pt>
                <c:pt idx="5350">
                  <c:v>45057.916666666657</c:v>
                </c:pt>
                <c:pt idx="5351">
                  <c:v>45057.958333333343</c:v>
                </c:pt>
                <c:pt idx="5352">
                  <c:v>45058</c:v>
                </c:pt>
                <c:pt idx="5353">
                  <c:v>45058.041666666657</c:v>
                </c:pt>
                <c:pt idx="5354">
                  <c:v>45058.083333333343</c:v>
                </c:pt>
                <c:pt idx="5355">
                  <c:v>45058.125</c:v>
                </c:pt>
                <c:pt idx="5356">
                  <c:v>45058.166666666657</c:v>
                </c:pt>
                <c:pt idx="5357">
                  <c:v>45058.208333333343</c:v>
                </c:pt>
                <c:pt idx="5358">
                  <c:v>45058.25</c:v>
                </c:pt>
                <c:pt idx="5359">
                  <c:v>45058.291666666657</c:v>
                </c:pt>
                <c:pt idx="5360">
                  <c:v>45058.333333333343</c:v>
                </c:pt>
                <c:pt idx="5361">
                  <c:v>45058.375</c:v>
                </c:pt>
                <c:pt idx="5362">
                  <c:v>45058.416666666657</c:v>
                </c:pt>
                <c:pt idx="5363">
                  <c:v>45058.458333333343</c:v>
                </c:pt>
                <c:pt idx="5364">
                  <c:v>45058.5</c:v>
                </c:pt>
                <c:pt idx="5365">
                  <c:v>45058.541666666657</c:v>
                </c:pt>
                <c:pt idx="5366">
                  <c:v>45058.583333333343</c:v>
                </c:pt>
                <c:pt idx="5367">
                  <c:v>45058.625</c:v>
                </c:pt>
                <c:pt idx="5368">
                  <c:v>45058.666666666657</c:v>
                </c:pt>
                <c:pt idx="5369">
                  <c:v>45058.708333333343</c:v>
                </c:pt>
                <c:pt idx="5370">
                  <c:v>45058.75</c:v>
                </c:pt>
                <c:pt idx="5371">
                  <c:v>45058.791666666657</c:v>
                </c:pt>
                <c:pt idx="5372">
                  <c:v>45058.833333333343</c:v>
                </c:pt>
                <c:pt idx="5373">
                  <c:v>45058.875</c:v>
                </c:pt>
                <c:pt idx="5374">
                  <c:v>45058.916666666657</c:v>
                </c:pt>
                <c:pt idx="5375">
                  <c:v>45058.958333333343</c:v>
                </c:pt>
                <c:pt idx="5376">
                  <c:v>45059</c:v>
                </c:pt>
                <c:pt idx="5377">
                  <c:v>45059.041666666657</c:v>
                </c:pt>
                <c:pt idx="5378">
                  <c:v>45059.083333333343</c:v>
                </c:pt>
                <c:pt idx="5379">
                  <c:v>45059.125</c:v>
                </c:pt>
                <c:pt idx="5380">
                  <c:v>45059.166666666657</c:v>
                </c:pt>
                <c:pt idx="5381">
                  <c:v>45059.208333333343</c:v>
                </c:pt>
                <c:pt idx="5382">
                  <c:v>45059.25</c:v>
                </c:pt>
                <c:pt idx="5383">
                  <c:v>45059.291666666657</c:v>
                </c:pt>
                <c:pt idx="5384">
                  <c:v>45059.333333333343</c:v>
                </c:pt>
                <c:pt idx="5385">
                  <c:v>45059.375</c:v>
                </c:pt>
                <c:pt idx="5386">
                  <c:v>45059.416666666657</c:v>
                </c:pt>
                <c:pt idx="5387">
                  <c:v>45059.458333333343</c:v>
                </c:pt>
                <c:pt idx="5388">
                  <c:v>45059.5</c:v>
                </c:pt>
                <c:pt idx="5389">
                  <c:v>45059.541666666657</c:v>
                </c:pt>
                <c:pt idx="5390">
                  <c:v>45059.583333333343</c:v>
                </c:pt>
                <c:pt idx="5391">
                  <c:v>45059.625</c:v>
                </c:pt>
                <c:pt idx="5392">
                  <c:v>45059.666666666657</c:v>
                </c:pt>
                <c:pt idx="5393">
                  <c:v>45059.708333333343</c:v>
                </c:pt>
                <c:pt idx="5394">
                  <c:v>45059.75</c:v>
                </c:pt>
                <c:pt idx="5395">
                  <c:v>45059.791666666657</c:v>
                </c:pt>
                <c:pt idx="5396">
                  <c:v>45059.833333333343</c:v>
                </c:pt>
                <c:pt idx="5397">
                  <c:v>45059.875</c:v>
                </c:pt>
                <c:pt idx="5398">
                  <c:v>45059.916666666657</c:v>
                </c:pt>
                <c:pt idx="5399">
                  <c:v>45059.958333333343</c:v>
                </c:pt>
                <c:pt idx="5400">
                  <c:v>45060</c:v>
                </c:pt>
                <c:pt idx="5401">
                  <c:v>45060.041666666657</c:v>
                </c:pt>
                <c:pt idx="5402">
                  <c:v>45060.083333333343</c:v>
                </c:pt>
                <c:pt idx="5403">
                  <c:v>45060.125</c:v>
                </c:pt>
                <c:pt idx="5404">
                  <c:v>45060.166666666657</c:v>
                </c:pt>
                <c:pt idx="5405">
                  <c:v>45060.208333333343</c:v>
                </c:pt>
                <c:pt idx="5406">
                  <c:v>45060.25</c:v>
                </c:pt>
                <c:pt idx="5407">
                  <c:v>45060.291666666657</c:v>
                </c:pt>
                <c:pt idx="5408">
                  <c:v>45060.333333333343</c:v>
                </c:pt>
                <c:pt idx="5409">
                  <c:v>45060.375</c:v>
                </c:pt>
                <c:pt idx="5410">
                  <c:v>45060.416666666657</c:v>
                </c:pt>
                <c:pt idx="5411">
                  <c:v>45060.458333333343</c:v>
                </c:pt>
                <c:pt idx="5412">
                  <c:v>45060.5</c:v>
                </c:pt>
                <c:pt idx="5413">
                  <c:v>45060.541666666657</c:v>
                </c:pt>
                <c:pt idx="5414">
                  <c:v>45060.583333333343</c:v>
                </c:pt>
                <c:pt idx="5415">
                  <c:v>45060.625</c:v>
                </c:pt>
                <c:pt idx="5416">
                  <c:v>45060.666666666657</c:v>
                </c:pt>
                <c:pt idx="5417">
                  <c:v>45060.708333333343</c:v>
                </c:pt>
                <c:pt idx="5418">
                  <c:v>45060.75</c:v>
                </c:pt>
                <c:pt idx="5419">
                  <c:v>45060.791666666657</c:v>
                </c:pt>
                <c:pt idx="5420">
                  <c:v>45060.833333333343</c:v>
                </c:pt>
                <c:pt idx="5421">
                  <c:v>45060.875</c:v>
                </c:pt>
                <c:pt idx="5422">
                  <c:v>45060.916666666657</c:v>
                </c:pt>
                <c:pt idx="5423">
                  <c:v>45060.958333333343</c:v>
                </c:pt>
                <c:pt idx="5424">
                  <c:v>45061</c:v>
                </c:pt>
                <c:pt idx="5425">
                  <c:v>45061.041666666657</c:v>
                </c:pt>
                <c:pt idx="5426">
                  <c:v>45061.083333333343</c:v>
                </c:pt>
                <c:pt idx="5427">
                  <c:v>45061.125</c:v>
                </c:pt>
                <c:pt idx="5428">
                  <c:v>45061.166666666657</c:v>
                </c:pt>
                <c:pt idx="5429">
                  <c:v>45061.208333333343</c:v>
                </c:pt>
                <c:pt idx="5430">
                  <c:v>45061.25</c:v>
                </c:pt>
                <c:pt idx="5431">
                  <c:v>45061.291666666657</c:v>
                </c:pt>
                <c:pt idx="5432">
                  <c:v>45061.333333333343</c:v>
                </c:pt>
                <c:pt idx="5433">
                  <c:v>45061.375</c:v>
                </c:pt>
                <c:pt idx="5434">
                  <c:v>45061.416666666657</c:v>
                </c:pt>
                <c:pt idx="5435">
                  <c:v>45061.458333333343</c:v>
                </c:pt>
                <c:pt idx="5436">
                  <c:v>45061.5</c:v>
                </c:pt>
                <c:pt idx="5437">
                  <c:v>45061.541666666657</c:v>
                </c:pt>
                <c:pt idx="5438">
                  <c:v>45061.583333333343</c:v>
                </c:pt>
                <c:pt idx="5439">
                  <c:v>45061.625</c:v>
                </c:pt>
                <c:pt idx="5440">
                  <c:v>45061.666666666657</c:v>
                </c:pt>
                <c:pt idx="5441">
                  <c:v>45061.708333333343</c:v>
                </c:pt>
                <c:pt idx="5442">
                  <c:v>45061.75</c:v>
                </c:pt>
                <c:pt idx="5443">
                  <c:v>45061.791666666657</c:v>
                </c:pt>
                <c:pt idx="5444">
                  <c:v>45061.833333333343</c:v>
                </c:pt>
                <c:pt idx="5445">
                  <c:v>45061.875</c:v>
                </c:pt>
                <c:pt idx="5446">
                  <c:v>45061.916666666657</c:v>
                </c:pt>
                <c:pt idx="5447">
                  <c:v>45061.958333333343</c:v>
                </c:pt>
                <c:pt idx="5448">
                  <c:v>45062</c:v>
                </c:pt>
                <c:pt idx="5449">
                  <c:v>45062.041666666657</c:v>
                </c:pt>
                <c:pt idx="5450">
                  <c:v>45062.083333333343</c:v>
                </c:pt>
                <c:pt idx="5451">
                  <c:v>45062.125</c:v>
                </c:pt>
                <c:pt idx="5452">
                  <c:v>45062.166666666657</c:v>
                </c:pt>
                <c:pt idx="5453">
                  <c:v>45062.208333333343</c:v>
                </c:pt>
                <c:pt idx="5454">
                  <c:v>45062.25</c:v>
                </c:pt>
                <c:pt idx="5455">
                  <c:v>45062.291666666657</c:v>
                </c:pt>
                <c:pt idx="5456">
                  <c:v>45062.333333333343</c:v>
                </c:pt>
                <c:pt idx="5457">
                  <c:v>45062.375</c:v>
                </c:pt>
                <c:pt idx="5458">
                  <c:v>45062.416666666657</c:v>
                </c:pt>
                <c:pt idx="5459">
                  <c:v>45062.458333333343</c:v>
                </c:pt>
                <c:pt idx="5460">
                  <c:v>45062.5</c:v>
                </c:pt>
                <c:pt idx="5461">
                  <c:v>45062.541666666657</c:v>
                </c:pt>
                <c:pt idx="5462">
                  <c:v>45062.583333333343</c:v>
                </c:pt>
                <c:pt idx="5463">
                  <c:v>45062.625</c:v>
                </c:pt>
                <c:pt idx="5464">
                  <c:v>45062.666666666657</c:v>
                </c:pt>
                <c:pt idx="5465">
                  <c:v>45062.708333333343</c:v>
                </c:pt>
                <c:pt idx="5466">
                  <c:v>45062.75</c:v>
                </c:pt>
                <c:pt idx="5467">
                  <c:v>45062.791666666657</c:v>
                </c:pt>
                <c:pt idx="5468">
                  <c:v>45062.833333333343</c:v>
                </c:pt>
                <c:pt idx="5469">
                  <c:v>45062.875</c:v>
                </c:pt>
                <c:pt idx="5470">
                  <c:v>45062.916666666657</c:v>
                </c:pt>
                <c:pt idx="5471">
                  <c:v>45062.958333333343</c:v>
                </c:pt>
                <c:pt idx="5472">
                  <c:v>45063</c:v>
                </c:pt>
                <c:pt idx="5473">
                  <c:v>45063.041666666657</c:v>
                </c:pt>
                <c:pt idx="5474">
                  <c:v>45063.083333333343</c:v>
                </c:pt>
                <c:pt idx="5475">
                  <c:v>45063.125</c:v>
                </c:pt>
                <c:pt idx="5476">
                  <c:v>45063.166666666657</c:v>
                </c:pt>
                <c:pt idx="5477">
                  <c:v>45063.208333333343</c:v>
                </c:pt>
                <c:pt idx="5478">
                  <c:v>45063.25</c:v>
                </c:pt>
                <c:pt idx="5479">
                  <c:v>45063.291666666657</c:v>
                </c:pt>
                <c:pt idx="5480">
                  <c:v>45063.333333333343</c:v>
                </c:pt>
                <c:pt idx="5481">
                  <c:v>45063.375</c:v>
                </c:pt>
                <c:pt idx="5482">
                  <c:v>45063.416666666657</c:v>
                </c:pt>
                <c:pt idx="5483">
                  <c:v>45063.458333333343</c:v>
                </c:pt>
                <c:pt idx="5484">
                  <c:v>45063.5</c:v>
                </c:pt>
                <c:pt idx="5485">
                  <c:v>45063.541666666657</c:v>
                </c:pt>
                <c:pt idx="5486">
                  <c:v>45063.583333333343</c:v>
                </c:pt>
                <c:pt idx="5487">
                  <c:v>45063.625</c:v>
                </c:pt>
                <c:pt idx="5488">
                  <c:v>45063.666666666657</c:v>
                </c:pt>
                <c:pt idx="5489">
                  <c:v>45063.708333333343</c:v>
                </c:pt>
                <c:pt idx="5490">
                  <c:v>45063.75</c:v>
                </c:pt>
                <c:pt idx="5491">
                  <c:v>45063.791666666657</c:v>
                </c:pt>
                <c:pt idx="5492">
                  <c:v>45063.833333333343</c:v>
                </c:pt>
                <c:pt idx="5493">
                  <c:v>45063.875</c:v>
                </c:pt>
                <c:pt idx="5494">
                  <c:v>45063.916666666657</c:v>
                </c:pt>
                <c:pt idx="5495">
                  <c:v>45063.958333333343</c:v>
                </c:pt>
                <c:pt idx="5496">
                  <c:v>45064</c:v>
                </c:pt>
                <c:pt idx="5497">
                  <c:v>45064.041666666657</c:v>
                </c:pt>
                <c:pt idx="5498">
                  <c:v>45064.083333333343</c:v>
                </c:pt>
                <c:pt idx="5499">
                  <c:v>45064.125</c:v>
                </c:pt>
                <c:pt idx="5500">
                  <c:v>45064.166666666657</c:v>
                </c:pt>
                <c:pt idx="5501">
                  <c:v>45064.208333333343</c:v>
                </c:pt>
                <c:pt idx="5502">
                  <c:v>45064.25</c:v>
                </c:pt>
                <c:pt idx="5503">
                  <c:v>45064.291666666657</c:v>
                </c:pt>
                <c:pt idx="5504">
                  <c:v>45064.333333333343</c:v>
                </c:pt>
                <c:pt idx="5505">
                  <c:v>45064.375</c:v>
                </c:pt>
                <c:pt idx="5506">
                  <c:v>45064.416666666657</c:v>
                </c:pt>
                <c:pt idx="5507">
                  <c:v>45064.458333333343</c:v>
                </c:pt>
                <c:pt idx="5508">
                  <c:v>45064.5</c:v>
                </c:pt>
                <c:pt idx="5509">
                  <c:v>45064.541666666657</c:v>
                </c:pt>
                <c:pt idx="5510">
                  <c:v>45064.583333333343</c:v>
                </c:pt>
                <c:pt idx="5511">
                  <c:v>45064.625</c:v>
                </c:pt>
                <c:pt idx="5512">
                  <c:v>45064.666666666657</c:v>
                </c:pt>
                <c:pt idx="5513">
                  <c:v>45064.708333333343</c:v>
                </c:pt>
                <c:pt idx="5514">
                  <c:v>45064.75</c:v>
                </c:pt>
                <c:pt idx="5515">
                  <c:v>45064.791666666657</c:v>
                </c:pt>
                <c:pt idx="5516">
                  <c:v>45064.833333333343</c:v>
                </c:pt>
                <c:pt idx="5517">
                  <c:v>45064.875</c:v>
                </c:pt>
                <c:pt idx="5518">
                  <c:v>45064.916666666657</c:v>
                </c:pt>
                <c:pt idx="5519">
                  <c:v>45064.958333333343</c:v>
                </c:pt>
                <c:pt idx="5520">
                  <c:v>45065</c:v>
                </c:pt>
                <c:pt idx="5521">
                  <c:v>45065.041666666657</c:v>
                </c:pt>
                <c:pt idx="5522">
                  <c:v>45065.083333333343</c:v>
                </c:pt>
                <c:pt idx="5523">
                  <c:v>45065.125</c:v>
                </c:pt>
                <c:pt idx="5524">
                  <c:v>45065.166666666657</c:v>
                </c:pt>
                <c:pt idx="5525">
                  <c:v>45065.208333333343</c:v>
                </c:pt>
                <c:pt idx="5526">
                  <c:v>45065.25</c:v>
                </c:pt>
                <c:pt idx="5527">
                  <c:v>45065.291666666657</c:v>
                </c:pt>
                <c:pt idx="5528">
                  <c:v>45065.333333333343</c:v>
                </c:pt>
                <c:pt idx="5529">
                  <c:v>45065.375</c:v>
                </c:pt>
                <c:pt idx="5530">
                  <c:v>45065.416666666657</c:v>
                </c:pt>
                <c:pt idx="5531">
                  <c:v>45065.458333333343</c:v>
                </c:pt>
                <c:pt idx="5532">
                  <c:v>45065.5</c:v>
                </c:pt>
                <c:pt idx="5533">
                  <c:v>45065.541666666657</c:v>
                </c:pt>
                <c:pt idx="5534">
                  <c:v>45065.583333333343</c:v>
                </c:pt>
                <c:pt idx="5535">
                  <c:v>45065.625</c:v>
                </c:pt>
                <c:pt idx="5536">
                  <c:v>45065.666666666657</c:v>
                </c:pt>
                <c:pt idx="5537">
                  <c:v>45065.708333333343</c:v>
                </c:pt>
                <c:pt idx="5538">
                  <c:v>45065.75</c:v>
                </c:pt>
                <c:pt idx="5539">
                  <c:v>45065.791666666657</c:v>
                </c:pt>
                <c:pt idx="5540">
                  <c:v>45065.833333333343</c:v>
                </c:pt>
                <c:pt idx="5541">
                  <c:v>45065.875</c:v>
                </c:pt>
                <c:pt idx="5542">
                  <c:v>45065.916666666657</c:v>
                </c:pt>
                <c:pt idx="5543">
                  <c:v>45065.958333333343</c:v>
                </c:pt>
                <c:pt idx="5544">
                  <c:v>45066</c:v>
                </c:pt>
                <c:pt idx="5545">
                  <c:v>45066.041666666657</c:v>
                </c:pt>
                <c:pt idx="5546">
                  <c:v>45066.083333333343</c:v>
                </c:pt>
                <c:pt idx="5547">
                  <c:v>45066.125</c:v>
                </c:pt>
                <c:pt idx="5548">
                  <c:v>45066.166666666657</c:v>
                </c:pt>
                <c:pt idx="5549">
                  <c:v>45066.208333333343</c:v>
                </c:pt>
                <c:pt idx="5550">
                  <c:v>45066.25</c:v>
                </c:pt>
                <c:pt idx="5551">
                  <c:v>45066.291666666657</c:v>
                </c:pt>
                <c:pt idx="5552">
                  <c:v>45066.333333333343</c:v>
                </c:pt>
                <c:pt idx="5553">
                  <c:v>45066.375</c:v>
                </c:pt>
                <c:pt idx="5554">
                  <c:v>45066.416666666657</c:v>
                </c:pt>
                <c:pt idx="5555">
                  <c:v>45066.458333333343</c:v>
                </c:pt>
                <c:pt idx="5556">
                  <c:v>45066.5</c:v>
                </c:pt>
                <c:pt idx="5557">
                  <c:v>45066.541666666657</c:v>
                </c:pt>
                <c:pt idx="5558">
                  <c:v>45066.583333333343</c:v>
                </c:pt>
                <c:pt idx="5559">
                  <c:v>45066.625</c:v>
                </c:pt>
                <c:pt idx="5560">
                  <c:v>45066.666666666657</c:v>
                </c:pt>
                <c:pt idx="5561">
                  <c:v>45066.708333333343</c:v>
                </c:pt>
                <c:pt idx="5562">
                  <c:v>45066.75</c:v>
                </c:pt>
                <c:pt idx="5563">
                  <c:v>45066.791666666657</c:v>
                </c:pt>
                <c:pt idx="5564">
                  <c:v>45066.833333333343</c:v>
                </c:pt>
                <c:pt idx="5565">
                  <c:v>45066.875</c:v>
                </c:pt>
                <c:pt idx="5566">
                  <c:v>45066.916666666657</c:v>
                </c:pt>
                <c:pt idx="5567">
                  <c:v>45066.958333333343</c:v>
                </c:pt>
                <c:pt idx="5568">
                  <c:v>45067</c:v>
                </c:pt>
                <c:pt idx="5569">
                  <c:v>45067.041666666657</c:v>
                </c:pt>
                <c:pt idx="5570">
                  <c:v>45067.083333333343</c:v>
                </c:pt>
                <c:pt idx="5571">
                  <c:v>45067.125</c:v>
                </c:pt>
                <c:pt idx="5572">
                  <c:v>45067.166666666657</c:v>
                </c:pt>
                <c:pt idx="5573">
                  <c:v>45067.208333333343</c:v>
                </c:pt>
                <c:pt idx="5574">
                  <c:v>45067.25</c:v>
                </c:pt>
                <c:pt idx="5575">
                  <c:v>45067.291666666657</c:v>
                </c:pt>
                <c:pt idx="5576">
                  <c:v>45067.333333333343</c:v>
                </c:pt>
                <c:pt idx="5577">
                  <c:v>45067.375</c:v>
                </c:pt>
                <c:pt idx="5578">
                  <c:v>45067.416666666657</c:v>
                </c:pt>
                <c:pt idx="5579">
                  <c:v>45067.458333333343</c:v>
                </c:pt>
                <c:pt idx="5580">
                  <c:v>45067.5</c:v>
                </c:pt>
                <c:pt idx="5581">
                  <c:v>45067.541666666657</c:v>
                </c:pt>
                <c:pt idx="5582">
                  <c:v>45067.583333333343</c:v>
                </c:pt>
                <c:pt idx="5583">
                  <c:v>45067.625</c:v>
                </c:pt>
                <c:pt idx="5584">
                  <c:v>45067.666666666657</c:v>
                </c:pt>
                <c:pt idx="5585">
                  <c:v>45067.708333333343</c:v>
                </c:pt>
                <c:pt idx="5586">
                  <c:v>45067.75</c:v>
                </c:pt>
                <c:pt idx="5587">
                  <c:v>45067.791666666657</c:v>
                </c:pt>
                <c:pt idx="5588">
                  <c:v>45067.833333333343</c:v>
                </c:pt>
                <c:pt idx="5589">
                  <c:v>45067.875</c:v>
                </c:pt>
                <c:pt idx="5590">
                  <c:v>45067.916666666657</c:v>
                </c:pt>
                <c:pt idx="5591">
                  <c:v>45067.958333333343</c:v>
                </c:pt>
                <c:pt idx="5592">
                  <c:v>45068</c:v>
                </c:pt>
                <c:pt idx="5593">
                  <c:v>45068.041666666657</c:v>
                </c:pt>
                <c:pt idx="5594">
                  <c:v>45068.083333333343</c:v>
                </c:pt>
                <c:pt idx="5595">
                  <c:v>45068.125</c:v>
                </c:pt>
                <c:pt idx="5596">
                  <c:v>45068.166666666657</c:v>
                </c:pt>
                <c:pt idx="5597">
                  <c:v>45068.208333333343</c:v>
                </c:pt>
                <c:pt idx="5598">
                  <c:v>45068.25</c:v>
                </c:pt>
                <c:pt idx="5599">
                  <c:v>45068.291666666657</c:v>
                </c:pt>
                <c:pt idx="5600">
                  <c:v>45068.333333333343</c:v>
                </c:pt>
                <c:pt idx="5601">
                  <c:v>45068.375</c:v>
                </c:pt>
                <c:pt idx="5602">
                  <c:v>45068.416666666657</c:v>
                </c:pt>
                <c:pt idx="5603">
                  <c:v>45068.458333333343</c:v>
                </c:pt>
                <c:pt idx="5604">
                  <c:v>45068.5</c:v>
                </c:pt>
                <c:pt idx="5605">
                  <c:v>45068.541666666657</c:v>
                </c:pt>
                <c:pt idx="5606">
                  <c:v>45068.583333333343</c:v>
                </c:pt>
                <c:pt idx="5607">
                  <c:v>45068.625</c:v>
                </c:pt>
                <c:pt idx="5608">
                  <c:v>45068.666666666657</c:v>
                </c:pt>
                <c:pt idx="5609">
                  <c:v>45068.708333333343</c:v>
                </c:pt>
                <c:pt idx="5610">
                  <c:v>45068.75</c:v>
                </c:pt>
                <c:pt idx="5611">
                  <c:v>45068.791666666657</c:v>
                </c:pt>
                <c:pt idx="5612">
                  <c:v>45068.833333333343</c:v>
                </c:pt>
                <c:pt idx="5613">
                  <c:v>45068.875</c:v>
                </c:pt>
                <c:pt idx="5614">
                  <c:v>45068.916666666657</c:v>
                </c:pt>
                <c:pt idx="5615">
                  <c:v>45068.958333333343</c:v>
                </c:pt>
                <c:pt idx="5616">
                  <c:v>45069</c:v>
                </c:pt>
                <c:pt idx="5617">
                  <c:v>45069.041666666657</c:v>
                </c:pt>
                <c:pt idx="5618">
                  <c:v>45069.083333333343</c:v>
                </c:pt>
                <c:pt idx="5619">
                  <c:v>45069.125</c:v>
                </c:pt>
                <c:pt idx="5620">
                  <c:v>45069.166666666657</c:v>
                </c:pt>
                <c:pt idx="5621">
                  <c:v>45069.208333333343</c:v>
                </c:pt>
                <c:pt idx="5622">
                  <c:v>45069.25</c:v>
                </c:pt>
                <c:pt idx="5623">
                  <c:v>45069.291666666657</c:v>
                </c:pt>
                <c:pt idx="5624">
                  <c:v>45069.333333333343</c:v>
                </c:pt>
                <c:pt idx="5625">
                  <c:v>45069.375</c:v>
                </c:pt>
                <c:pt idx="5626">
                  <c:v>45069.416666666657</c:v>
                </c:pt>
                <c:pt idx="5627">
                  <c:v>45069.458333333343</c:v>
                </c:pt>
                <c:pt idx="5628">
                  <c:v>45069.5</c:v>
                </c:pt>
                <c:pt idx="5629">
                  <c:v>45069.541666666657</c:v>
                </c:pt>
                <c:pt idx="5630">
                  <c:v>45069.583333333343</c:v>
                </c:pt>
                <c:pt idx="5631">
                  <c:v>45069.625</c:v>
                </c:pt>
                <c:pt idx="5632">
                  <c:v>45069.666666666657</c:v>
                </c:pt>
                <c:pt idx="5633">
                  <c:v>45069.708333333343</c:v>
                </c:pt>
                <c:pt idx="5634">
                  <c:v>45069.75</c:v>
                </c:pt>
                <c:pt idx="5635">
                  <c:v>45069.791666666657</c:v>
                </c:pt>
                <c:pt idx="5636">
                  <c:v>45069.833333333343</c:v>
                </c:pt>
                <c:pt idx="5637">
                  <c:v>45069.875</c:v>
                </c:pt>
                <c:pt idx="5638">
                  <c:v>45069.916666666657</c:v>
                </c:pt>
                <c:pt idx="5639">
                  <c:v>45069.958333333343</c:v>
                </c:pt>
                <c:pt idx="5640">
                  <c:v>45070</c:v>
                </c:pt>
                <c:pt idx="5641">
                  <c:v>45070.041666666657</c:v>
                </c:pt>
                <c:pt idx="5642">
                  <c:v>45070.083333333343</c:v>
                </c:pt>
                <c:pt idx="5643">
                  <c:v>45070.125</c:v>
                </c:pt>
                <c:pt idx="5644">
                  <c:v>45070.166666666657</c:v>
                </c:pt>
                <c:pt idx="5645">
                  <c:v>45070.208333333343</c:v>
                </c:pt>
                <c:pt idx="5646">
                  <c:v>45070.25</c:v>
                </c:pt>
                <c:pt idx="5647">
                  <c:v>45070.291666666657</c:v>
                </c:pt>
                <c:pt idx="5648">
                  <c:v>45070.333333333343</c:v>
                </c:pt>
                <c:pt idx="5649">
                  <c:v>45070.375</c:v>
                </c:pt>
                <c:pt idx="5650">
                  <c:v>45070.416666666657</c:v>
                </c:pt>
                <c:pt idx="5651">
                  <c:v>45070.458333333343</c:v>
                </c:pt>
                <c:pt idx="5652">
                  <c:v>45070.5</c:v>
                </c:pt>
                <c:pt idx="5653">
                  <c:v>45070.541666666657</c:v>
                </c:pt>
                <c:pt idx="5654">
                  <c:v>45070.583333333343</c:v>
                </c:pt>
                <c:pt idx="5655">
                  <c:v>45070.625</c:v>
                </c:pt>
                <c:pt idx="5656">
                  <c:v>45070.666666666657</c:v>
                </c:pt>
                <c:pt idx="5657">
                  <c:v>45070.708333333343</c:v>
                </c:pt>
                <c:pt idx="5658">
                  <c:v>45070.75</c:v>
                </c:pt>
                <c:pt idx="5659">
                  <c:v>45070.791666666657</c:v>
                </c:pt>
                <c:pt idx="5660">
                  <c:v>45070.833333333343</c:v>
                </c:pt>
                <c:pt idx="5661">
                  <c:v>45070.875</c:v>
                </c:pt>
                <c:pt idx="5662">
                  <c:v>45070.916666666657</c:v>
                </c:pt>
                <c:pt idx="5663">
                  <c:v>45070.958333333343</c:v>
                </c:pt>
                <c:pt idx="5664">
                  <c:v>45071</c:v>
                </c:pt>
                <c:pt idx="5665">
                  <c:v>45071.041666666657</c:v>
                </c:pt>
                <c:pt idx="5666">
                  <c:v>45071.083333333343</c:v>
                </c:pt>
                <c:pt idx="5667">
                  <c:v>45071.125</c:v>
                </c:pt>
                <c:pt idx="5668">
                  <c:v>45071.166666666657</c:v>
                </c:pt>
                <c:pt idx="5669">
                  <c:v>45071.208333333343</c:v>
                </c:pt>
                <c:pt idx="5670">
                  <c:v>45071.25</c:v>
                </c:pt>
                <c:pt idx="5671">
                  <c:v>45071.291666666657</c:v>
                </c:pt>
                <c:pt idx="5672">
                  <c:v>45071.333333333343</c:v>
                </c:pt>
                <c:pt idx="5673">
                  <c:v>45071.375</c:v>
                </c:pt>
                <c:pt idx="5674">
                  <c:v>45071.416666666657</c:v>
                </c:pt>
                <c:pt idx="5675">
                  <c:v>45071.458333333343</c:v>
                </c:pt>
                <c:pt idx="5676">
                  <c:v>45071.5</c:v>
                </c:pt>
                <c:pt idx="5677">
                  <c:v>45071.541666666657</c:v>
                </c:pt>
                <c:pt idx="5678">
                  <c:v>45071.583333333343</c:v>
                </c:pt>
                <c:pt idx="5679">
                  <c:v>45071.625</c:v>
                </c:pt>
                <c:pt idx="5680">
                  <c:v>45071.666666666657</c:v>
                </c:pt>
                <c:pt idx="5681">
                  <c:v>45071.708333333343</c:v>
                </c:pt>
                <c:pt idx="5682">
                  <c:v>45071.75</c:v>
                </c:pt>
                <c:pt idx="5683">
                  <c:v>45071.791666666657</c:v>
                </c:pt>
                <c:pt idx="5684">
                  <c:v>45071.833333333343</c:v>
                </c:pt>
                <c:pt idx="5685">
                  <c:v>45071.875</c:v>
                </c:pt>
                <c:pt idx="5686">
                  <c:v>45071.916666666657</c:v>
                </c:pt>
                <c:pt idx="5687">
                  <c:v>45071.958333333343</c:v>
                </c:pt>
                <c:pt idx="5688">
                  <c:v>45072</c:v>
                </c:pt>
                <c:pt idx="5689">
                  <c:v>45072.041666666657</c:v>
                </c:pt>
                <c:pt idx="5690">
                  <c:v>45072.083333333343</c:v>
                </c:pt>
                <c:pt idx="5691">
                  <c:v>45072.125</c:v>
                </c:pt>
                <c:pt idx="5692">
                  <c:v>45072.166666666657</c:v>
                </c:pt>
                <c:pt idx="5693">
                  <c:v>45072.208333333343</c:v>
                </c:pt>
                <c:pt idx="5694">
                  <c:v>45072.25</c:v>
                </c:pt>
                <c:pt idx="5695">
                  <c:v>45072.291666666657</c:v>
                </c:pt>
                <c:pt idx="5696">
                  <c:v>45072.333333333343</c:v>
                </c:pt>
                <c:pt idx="5697">
                  <c:v>45072.375</c:v>
                </c:pt>
                <c:pt idx="5698">
                  <c:v>45072.416666666657</c:v>
                </c:pt>
                <c:pt idx="5699">
                  <c:v>45072.458333333343</c:v>
                </c:pt>
                <c:pt idx="5700">
                  <c:v>45072.5</c:v>
                </c:pt>
                <c:pt idx="5701">
                  <c:v>45072.541666666657</c:v>
                </c:pt>
                <c:pt idx="5702">
                  <c:v>45072.583333333343</c:v>
                </c:pt>
                <c:pt idx="5703">
                  <c:v>45072.625</c:v>
                </c:pt>
                <c:pt idx="5704">
                  <c:v>45072.666666666657</c:v>
                </c:pt>
                <c:pt idx="5705">
                  <c:v>45072.708333333343</c:v>
                </c:pt>
                <c:pt idx="5706">
                  <c:v>45072.75</c:v>
                </c:pt>
                <c:pt idx="5707">
                  <c:v>45072.791666666657</c:v>
                </c:pt>
                <c:pt idx="5708">
                  <c:v>45072.833333333343</c:v>
                </c:pt>
                <c:pt idx="5709">
                  <c:v>45072.875</c:v>
                </c:pt>
                <c:pt idx="5710">
                  <c:v>45072.916666666657</c:v>
                </c:pt>
                <c:pt idx="5711">
                  <c:v>45072.958333333343</c:v>
                </c:pt>
                <c:pt idx="5712">
                  <c:v>45073</c:v>
                </c:pt>
                <c:pt idx="5713">
                  <c:v>45073.041666666657</c:v>
                </c:pt>
                <c:pt idx="5714">
                  <c:v>45073.083333333343</c:v>
                </c:pt>
                <c:pt idx="5715">
                  <c:v>45073.125</c:v>
                </c:pt>
                <c:pt idx="5716">
                  <c:v>45073.166666666657</c:v>
                </c:pt>
                <c:pt idx="5717">
                  <c:v>45073.208333333343</c:v>
                </c:pt>
                <c:pt idx="5718">
                  <c:v>45073.25</c:v>
                </c:pt>
                <c:pt idx="5719">
                  <c:v>45073.291666666657</c:v>
                </c:pt>
                <c:pt idx="5720">
                  <c:v>45073.333333333343</c:v>
                </c:pt>
                <c:pt idx="5721">
                  <c:v>45073.375</c:v>
                </c:pt>
                <c:pt idx="5722">
                  <c:v>45073.416666666657</c:v>
                </c:pt>
                <c:pt idx="5723">
                  <c:v>45073.458333333343</c:v>
                </c:pt>
                <c:pt idx="5724">
                  <c:v>45073.5</c:v>
                </c:pt>
                <c:pt idx="5725">
                  <c:v>45073.541666666657</c:v>
                </c:pt>
                <c:pt idx="5726">
                  <c:v>45073.583333333343</c:v>
                </c:pt>
                <c:pt idx="5727">
                  <c:v>45073.625</c:v>
                </c:pt>
                <c:pt idx="5728">
                  <c:v>45073.666666666657</c:v>
                </c:pt>
                <c:pt idx="5729">
                  <c:v>45073.708333333343</c:v>
                </c:pt>
                <c:pt idx="5730">
                  <c:v>45073.75</c:v>
                </c:pt>
                <c:pt idx="5731">
                  <c:v>45073.791666666657</c:v>
                </c:pt>
                <c:pt idx="5732">
                  <c:v>45073.833333333343</c:v>
                </c:pt>
                <c:pt idx="5733">
                  <c:v>45073.875</c:v>
                </c:pt>
                <c:pt idx="5734">
                  <c:v>45073.916666666657</c:v>
                </c:pt>
                <c:pt idx="5735">
                  <c:v>45073.958333333343</c:v>
                </c:pt>
                <c:pt idx="5736">
                  <c:v>45074</c:v>
                </c:pt>
                <c:pt idx="5737">
                  <c:v>45074.041666666657</c:v>
                </c:pt>
                <c:pt idx="5738">
                  <c:v>45074.083333333343</c:v>
                </c:pt>
                <c:pt idx="5739">
                  <c:v>45074.125</c:v>
                </c:pt>
                <c:pt idx="5740">
                  <c:v>45074.166666666657</c:v>
                </c:pt>
                <c:pt idx="5741">
                  <c:v>45074.208333333343</c:v>
                </c:pt>
                <c:pt idx="5742">
                  <c:v>45074.25</c:v>
                </c:pt>
                <c:pt idx="5743">
                  <c:v>45074.291666666657</c:v>
                </c:pt>
                <c:pt idx="5744">
                  <c:v>45074.333333333343</c:v>
                </c:pt>
                <c:pt idx="5745">
                  <c:v>45074.375</c:v>
                </c:pt>
                <c:pt idx="5746">
                  <c:v>45074.416666666657</c:v>
                </c:pt>
                <c:pt idx="5747">
                  <c:v>45074.458333333343</c:v>
                </c:pt>
                <c:pt idx="5748">
                  <c:v>45074.5</c:v>
                </c:pt>
                <c:pt idx="5749">
                  <c:v>45074.541666666657</c:v>
                </c:pt>
                <c:pt idx="5750">
                  <c:v>45074.583333333343</c:v>
                </c:pt>
                <c:pt idx="5751">
                  <c:v>45074.625</c:v>
                </c:pt>
                <c:pt idx="5752">
                  <c:v>45074.666666666657</c:v>
                </c:pt>
                <c:pt idx="5753">
                  <c:v>45074.708333333343</c:v>
                </c:pt>
                <c:pt idx="5754">
                  <c:v>45074.75</c:v>
                </c:pt>
                <c:pt idx="5755">
                  <c:v>45074.791666666657</c:v>
                </c:pt>
                <c:pt idx="5756">
                  <c:v>45074.833333333343</c:v>
                </c:pt>
                <c:pt idx="5757">
                  <c:v>45074.875</c:v>
                </c:pt>
                <c:pt idx="5758">
                  <c:v>45074.916666666657</c:v>
                </c:pt>
                <c:pt idx="5759">
                  <c:v>45074.958333333343</c:v>
                </c:pt>
                <c:pt idx="5760">
                  <c:v>45075</c:v>
                </c:pt>
                <c:pt idx="5761">
                  <c:v>45075.041666666657</c:v>
                </c:pt>
                <c:pt idx="5762">
                  <c:v>45075.083333333343</c:v>
                </c:pt>
                <c:pt idx="5763">
                  <c:v>45075.125</c:v>
                </c:pt>
                <c:pt idx="5764">
                  <c:v>45075.166666666657</c:v>
                </c:pt>
                <c:pt idx="5765">
                  <c:v>45075.208333333343</c:v>
                </c:pt>
                <c:pt idx="5766">
                  <c:v>45075.25</c:v>
                </c:pt>
                <c:pt idx="5767">
                  <c:v>45075.291666666657</c:v>
                </c:pt>
                <c:pt idx="5768">
                  <c:v>45075.333333333343</c:v>
                </c:pt>
                <c:pt idx="5769">
                  <c:v>45075.375</c:v>
                </c:pt>
                <c:pt idx="5770">
                  <c:v>45075.416666666657</c:v>
                </c:pt>
                <c:pt idx="5771">
                  <c:v>45075.458333333343</c:v>
                </c:pt>
                <c:pt idx="5772">
                  <c:v>45075.5</c:v>
                </c:pt>
                <c:pt idx="5773">
                  <c:v>45075.541666666657</c:v>
                </c:pt>
                <c:pt idx="5774">
                  <c:v>45075.583333333343</c:v>
                </c:pt>
                <c:pt idx="5775">
                  <c:v>45075.625</c:v>
                </c:pt>
                <c:pt idx="5776">
                  <c:v>45075.666666666657</c:v>
                </c:pt>
                <c:pt idx="5777">
                  <c:v>45075.708333333343</c:v>
                </c:pt>
                <c:pt idx="5778">
                  <c:v>45075.75</c:v>
                </c:pt>
                <c:pt idx="5779">
                  <c:v>45075.791666666657</c:v>
                </c:pt>
                <c:pt idx="5780">
                  <c:v>45075.833333333343</c:v>
                </c:pt>
                <c:pt idx="5781">
                  <c:v>45075.875</c:v>
                </c:pt>
                <c:pt idx="5782">
                  <c:v>45075.916666666657</c:v>
                </c:pt>
                <c:pt idx="5783">
                  <c:v>45075.958333333343</c:v>
                </c:pt>
                <c:pt idx="5784">
                  <c:v>45076</c:v>
                </c:pt>
                <c:pt idx="5785">
                  <c:v>45076.041666666657</c:v>
                </c:pt>
                <c:pt idx="5786">
                  <c:v>45076.083333333343</c:v>
                </c:pt>
                <c:pt idx="5787">
                  <c:v>45076.125</c:v>
                </c:pt>
                <c:pt idx="5788">
                  <c:v>45076.166666666657</c:v>
                </c:pt>
                <c:pt idx="5789">
                  <c:v>45076.208333333343</c:v>
                </c:pt>
                <c:pt idx="5790">
                  <c:v>45076.25</c:v>
                </c:pt>
                <c:pt idx="5791">
                  <c:v>45076.291666666657</c:v>
                </c:pt>
                <c:pt idx="5792">
                  <c:v>45076.333333333343</c:v>
                </c:pt>
                <c:pt idx="5793">
                  <c:v>45076.375</c:v>
                </c:pt>
                <c:pt idx="5794">
                  <c:v>45076.416666666657</c:v>
                </c:pt>
                <c:pt idx="5795">
                  <c:v>45076.458333333343</c:v>
                </c:pt>
                <c:pt idx="5796">
                  <c:v>45076.5</c:v>
                </c:pt>
                <c:pt idx="5797">
                  <c:v>45076.541666666657</c:v>
                </c:pt>
                <c:pt idx="5798">
                  <c:v>45076.583333333343</c:v>
                </c:pt>
                <c:pt idx="5799">
                  <c:v>45076.625</c:v>
                </c:pt>
                <c:pt idx="5800">
                  <c:v>45076.666666666657</c:v>
                </c:pt>
                <c:pt idx="5801">
                  <c:v>45076.708333333343</c:v>
                </c:pt>
                <c:pt idx="5802">
                  <c:v>45076.75</c:v>
                </c:pt>
                <c:pt idx="5803">
                  <c:v>45076.791666666657</c:v>
                </c:pt>
                <c:pt idx="5804">
                  <c:v>45076.833333333343</c:v>
                </c:pt>
                <c:pt idx="5805">
                  <c:v>45076.875</c:v>
                </c:pt>
                <c:pt idx="5806">
                  <c:v>45076.916666666657</c:v>
                </c:pt>
                <c:pt idx="5807">
                  <c:v>45076.958333333343</c:v>
                </c:pt>
                <c:pt idx="5808">
                  <c:v>45077</c:v>
                </c:pt>
                <c:pt idx="5809">
                  <c:v>45077.041666666657</c:v>
                </c:pt>
                <c:pt idx="5810">
                  <c:v>45077.083333333343</c:v>
                </c:pt>
                <c:pt idx="5811">
                  <c:v>45077.125</c:v>
                </c:pt>
                <c:pt idx="5812">
                  <c:v>45077.166666666657</c:v>
                </c:pt>
                <c:pt idx="5813">
                  <c:v>45077.208333333343</c:v>
                </c:pt>
                <c:pt idx="5814">
                  <c:v>45077.25</c:v>
                </c:pt>
                <c:pt idx="5815">
                  <c:v>45077.291666666657</c:v>
                </c:pt>
                <c:pt idx="5816">
                  <c:v>45077.333333333343</c:v>
                </c:pt>
                <c:pt idx="5817">
                  <c:v>45077.375</c:v>
                </c:pt>
                <c:pt idx="5818">
                  <c:v>45077.416666666657</c:v>
                </c:pt>
                <c:pt idx="5819">
                  <c:v>45077.458333333343</c:v>
                </c:pt>
                <c:pt idx="5820">
                  <c:v>45077.5</c:v>
                </c:pt>
                <c:pt idx="5821">
                  <c:v>45077.541666666657</c:v>
                </c:pt>
                <c:pt idx="5822">
                  <c:v>45077.583333333343</c:v>
                </c:pt>
                <c:pt idx="5823">
                  <c:v>45077.625</c:v>
                </c:pt>
                <c:pt idx="5824">
                  <c:v>45077.666666666657</c:v>
                </c:pt>
                <c:pt idx="5825">
                  <c:v>45077.708333333343</c:v>
                </c:pt>
                <c:pt idx="5826">
                  <c:v>45077.75</c:v>
                </c:pt>
                <c:pt idx="5827">
                  <c:v>45077.791666666657</c:v>
                </c:pt>
                <c:pt idx="5828">
                  <c:v>45077.833333333343</c:v>
                </c:pt>
                <c:pt idx="5829">
                  <c:v>45077.875</c:v>
                </c:pt>
                <c:pt idx="5830">
                  <c:v>45077.916666666657</c:v>
                </c:pt>
                <c:pt idx="5831">
                  <c:v>45077.958333333343</c:v>
                </c:pt>
                <c:pt idx="5832">
                  <c:v>45078</c:v>
                </c:pt>
                <c:pt idx="5833">
                  <c:v>45078.041666666657</c:v>
                </c:pt>
                <c:pt idx="5834">
                  <c:v>45078.083333333343</c:v>
                </c:pt>
                <c:pt idx="5835">
                  <c:v>45078.125</c:v>
                </c:pt>
                <c:pt idx="5836">
                  <c:v>45078.166666666657</c:v>
                </c:pt>
                <c:pt idx="5837">
                  <c:v>45078.208333333343</c:v>
                </c:pt>
                <c:pt idx="5838">
                  <c:v>45078.25</c:v>
                </c:pt>
                <c:pt idx="5839">
                  <c:v>45078.291666666657</c:v>
                </c:pt>
                <c:pt idx="5840">
                  <c:v>45078.333333333343</c:v>
                </c:pt>
                <c:pt idx="5841">
                  <c:v>45078.375</c:v>
                </c:pt>
                <c:pt idx="5842">
                  <c:v>45078.416666666657</c:v>
                </c:pt>
                <c:pt idx="5843">
                  <c:v>45078.458333333343</c:v>
                </c:pt>
                <c:pt idx="5844">
                  <c:v>45078.5</c:v>
                </c:pt>
                <c:pt idx="5845">
                  <c:v>45078.541666666657</c:v>
                </c:pt>
                <c:pt idx="5846">
                  <c:v>45078.583333333343</c:v>
                </c:pt>
                <c:pt idx="5847">
                  <c:v>45078.625</c:v>
                </c:pt>
                <c:pt idx="5848">
                  <c:v>45078.666666666657</c:v>
                </c:pt>
                <c:pt idx="5849">
                  <c:v>45078.708333333343</c:v>
                </c:pt>
                <c:pt idx="5850">
                  <c:v>45078.75</c:v>
                </c:pt>
                <c:pt idx="5851">
                  <c:v>45078.791666666657</c:v>
                </c:pt>
                <c:pt idx="5852">
                  <c:v>45078.833333333343</c:v>
                </c:pt>
                <c:pt idx="5853">
                  <c:v>45078.875</c:v>
                </c:pt>
                <c:pt idx="5854">
                  <c:v>45078.916666666657</c:v>
                </c:pt>
                <c:pt idx="5855">
                  <c:v>45078.958333333343</c:v>
                </c:pt>
                <c:pt idx="5856">
                  <c:v>45079</c:v>
                </c:pt>
                <c:pt idx="5857">
                  <c:v>45079.041666666657</c:v>
                </c:pt>
                <c:pt idx="5858">
                  <c:v>45079.083333333343</c:v>
                </c:pt>
                <c:pt idx="5859">
                  <c:v>45079.125</c:v>
                </c:pt>
                <c:pt idx="5860">
                  <c:v>45079.166666666657</c:v>
                </c:pt>
                <c:pt idx="5861">
                  <c:v>45079.208333333343</c:v>
                </c:pt>
                <c:pt idx="5862">
                  <c:v>45079.25</c:v>
                </c:pt>
                <c:pt idx="5863">
                  <c:v>45079.291666666657</c:v>
                </c:pt>
                <c:pt idx="5864">
                  <c:v>45079.333333333343</c:v>
                </c:pt>
                <c:pt idx="5865">
                  <c:v>45079.375</c:v>
                </c:pt>
                <c:pt idx="5866">
                  <c:v>45079.416666666657</c:v>
                </c:pt>
                <c:pt idx="5867">
                  <c:v>45079.458333333343</c:v>
                </c:pt>
                <c:pt idx="5868">
                  <c:v>45079.5</c:v>
                </c:pt>
                <c:pt idx="5869">
                  <c:v>45079.541666666657</c:v>
                </c:pt>
                <c:pt idx="5870">
                  <c:v>45079.583333333343</c:v>
                </c:pt>
                <c:pt idx="5871">
                  <c:v>45079.625</c:v>
                </c:pt>
                <c:pt idx="5872">
                  <c:v>45079.666666666657</c:v>
                </c:pt>
                <c:pt idx="5873">
                  <c:v>45079.708333333343</c:v>
                </c:pt>
                <c:pt idx="5874">
                  <c:v>45079.75</c:v>
                </c:pt>
                <c:pt idx="5875">
                  <c:v>45079.791666666657</c:v>
                </c:pt>
                <c:pt idx="5876">
                  <c:v>45079.833333333343</c:v>
                </c:pt>
                <c:pt idx="5877">
                  <c:v>45079.875</c:v>
                </c:pt>
                <c:pt idx="5878">
                  <c:v>45079.916666666657</c:v>
                </c:pt>
                <c:pt idx="5879">
                  <c:v>45079.958333333343</c:v>
                </c:pt>
                <c:pt idx="5880">
                  <c:v>45080</c:v>
                </c:pt>
                <c:pt idx="5881">
                  <c:v>45080.041666666657</c:v>
                </c:pt>
                <c:pt idx="5882">
                  <c:v>45080.083333333343</c:v>
                </c:pt>
                <c:pt idx="5883">
                  <c:v>45080.125</c:v>
                </c:pt>
                <c:pt idx="5884">
                  <c:v>45080.166666666657</c:v>
                </c:pt>
                <c:pt idx="5885">
                  <c:v>45080.208333333343</c:v>
                </c:pt>
                <c:pt idx="5886">
                  <c:v>45080.25</c:v>
                </c:pt>
                <c:pt idx="5887">
                  <c:v>45080.291666666657</c:v>
                </c:pt>
                <c:pt idx="5888">
                  <c:v>45080.333333333343</c:v>
                </c:pt>
                <c:pt idx="5889">
                  <c:v>45080.375</c:v>
                </c:pt>
                <c:pt idx="5890">
                  <c:v>45080.416666666657</c:v>
                </c:pt>
                <c:pt idx="5891">
                  <c:v>45080.458333333343</c:v>
                </c:pt>
                <c:pt idx="5892">
                  <c:v>45080.5</c:v>
                </c:pt>
                <c:pt idx="5893">
                  <c:v>45080.541666666657</c:v>
                </c:pt>
                <c:pt idx="5894">
                  <c:v>45080.583333333343</c:v>
                </c:pt>
                <c:pt idx="5895">
                  <c:v>45080.625</c:v>
                </c:pt>
                <c:pt idx="5896">
                  <c:v>45080.666666666657</c:v>
                </c:pt>
                <c:pt idx="5897">
                  <c:v>45080.708333333343</c:v>
                </c:pt>
                <c:pt idx="5898">
                  <c:v>45080.75</c:v>
                </c:pt>
                <c:pt idx="5899">
                  <c:v>45080.791666666657</c:v>
                </c:pt>
                <c:pt idx="5900">
                  <c:v>45080.833333333343</c:v>
                </c:pt>
                <c:pt idx="5901">
                  <c:v>45080.875</c:v>
                </c:pt>
                <c:pt idx="5902">
                  <c:v>45080.916666666657</c:v>
                </c:pt>
                <c:pt idx="5903">
                  <c:v>45080.958333333343</c:v>
                </c:pt>
                <c:pt idx="5904">
                  <c:v>45081</c:v>
                </c:pt>
                <c:pt idx="5905">
                  <c:v>45081.041666666657</c:v>
                </c:pt>
                <c:pt idx="5906">
                  <c:v>45081.083333333343</c:v>
                </c:pt>
                <c:pt idx="5907">
                  <c:v>45081.125</c:v>
                </c:pt>
                <c:pt idx="5908">
                  <c:v>45081.166666666657</c:v>
                </c:pt>
                <c:pt idx="5909">
                  <c:v>45081.208333333343</c:v>
                </c:pt>
                <c:pt idx="5910">
                  <c:v>45081.25</c:v>
                </c:pt>
                <c:pt idx="5911">
                  <c:v>45081.291666666657</c:v>
                </c:pt>
                <c:pt idx="5912">
                  <c:v>45081.333333333343</c:v>
                </c:pt>
                <c:pt idx="5913">
                  <c:v>45081.375</c:v>
                </c:pt>
                <c:pt idx="5914">
                  <c:v>45081.416666666657</c:v>
                </c:pt>
                <c:pt idx="5915">
                  <c:v>45081.458333333343</c:v>
                </c:pt>
                <c:pt idx="5916">
                  <c:v>45081.5</c:v>
                </c:pt>
                <c:pt idx="5917">
                  <c:v>45081.541666666657</c:v>
                </c:pt>
                <c:pt idx="5918">
                  <c:v>45081.583333333343</c:v>
                </c:pt>
                <c:pt idx="5919">
                  <c:v>45081.625</c:v>
                </c:pt>
                <c:pt idx="5920">
                  <c:v>45081.666666666657</c:v>
                </c:pt>
                <c:pt idx="5921">
                  <c:v>45081.708333333343</c:v>
                </c:pt>
                <c:pt idx="5922">
                  <c:v>45081.75</c:v>
                </c:pt>
                <c:pt idx="5923">
                  <c:v>45081.791666666657</c:v>
                </c:pt>
                <c:pt idx="5924">
                  <c:v>45081.833333333343</c:v>
                </c:pt>
                <c:pt idx="5925">
                  <c:v>45081.875</c:v>
                </c:pt>
                <c:pt idx="5926">
                  <c:v>45081.916666666657</c:v>
                </c:pt>
                <c:pt idx="5927">
                  <c:v>45081.958333333343</c:v>
                </c:pt>
                <c:pt idx="5928">
                  <c:v>45082</c:v>
                </c:pt>
                <c:pt idx="5929">
                  <c:v>45082.041666666657</c:v>
                </c:pt>
                <c:pt idx="5930">
                  <c:v>45082.083333333343</c:v>
                </c:pt>
                <c:pt idx="5931">
                  <c:v>45082.125</c:v>
                </c:pt>
                <c:pt idx="5932">
                  <c:v>45082.166666666657</c:v>
                </c:pt>
                <c:pt idx="5933">
                  <c:v>45082.208333333343</c:v>
                </c:pt>
                <c:pt idx="5934">
                  <c:v>45082.25</c:v>
                </c:pt>
                <c:pt idx="5935">
                  <c:v>45082.291666666657</c:v>
                </c:pt>
                <c:pt idx="5936">
                  <c:v>45082.333333333343</c:v>
                </c:pt>
                <c:pt idx="5937">
                  <c:v>45082.375</c:v>
                </c:pt>
                <c:pt idx="5938">
                  <c:v>45082.416666666657</c:v>
                </c:pt>
                <c:pt idx="5939">
                  <c:v>45082.458333333343</c:v>
                </c:pt>
                <c:pt idx="5940">
                  <c:v>45082.5</c:v>
                </c:pt>
                <c:pt idx="5941">
                  <c:v>45082.541666666657</c:v>
                </c:pt>
                <c:pt idx="5942">
                  <c:v>45082.583333333343</c:v>
                </c:pt>
                <c:pt idx="5943">
                  <c:v>45082.625</c:v>
                </c:pt>
                <c:pt idx="5944">
                  <c:v>45082.666666666657</c:v>
                </c:pt>
                <c:pt idx="5945">
                  <c:v>45082.708333333343</c:v>
                </c:pt>
                <c:pt idx="5946">
                  <c:v>45082.75</c:v>
                </c:pt>
                <c:pt idx="5947">
                  <c:v>45082.791666666657</c:v>
                </c:pt>
                <c:pt idx="5948">
                  <c:v>45082.833333333343</c:v>
                </c:pt>
                <c:pt idx="5949">
                  <c:v>45082.875</c:v>
                </c:pt>
                <c:pt idx="5950">
                  <c:v>45082.916666666657</c:v>
                </c:pt>
                <c:pt idx="5951">
                  <c:v>45082.958333333343</c:v>
                </c:pt>
                <c:pt idx="5952">
                  <c:v>45083</c:v>
                </c:pt>
                <c:pt idx="5953">
                  <c:v>45083.041666666657</c:v>
                </c:pt>
                <c:pt idx="5954">
                  <c:v>45083.083333333343</c:v>
                </c:pt>
                <c:pt idx="5955">
                  <c:v>45083.125</c:v>
                </c:pt>
                <c:pt idx="5956">
                  <c:v>45083.166666666657</c:v>
                </c:pt>
                <c:pt idx="5957">
                  <c:v>45083.208333333343</c:v>
                </c:pt>
                <c:pt idx="5958">
                  <c:v>45083.25</c:v>
                </c:pt>
                <c:pt idx="5959">
                  <c:v>45083.291666666657</c:v>
                </c:pt>
                <c:pt idx="5960">
                  <c:v>45083.333333333343</c:v>
                </c:pt>
                <c:pt idx="5961">
                  <c:v>45083.375</c:v>
                </c:pt>
                <c:pt idx="5962">
                  <c:v>45083.416666666657</c:v>
                </c:pt>
                <c:pt idx="5963">
                  <c:v>45083.458333333343</c:v>
                </c:pt>
                <c:pt idx="5964">
                  <c:v>45083.5</c:v>
                </c:pt>
                <c:pt idx="5965">
                  <c:v>45083.541666666657</c:v>
                </c:pt>
                <c:pt idx="5966">
                  <c:v>45083.583333333343</c:v>
                </c:pt>
                <c:pt idx="5967">
                  <c:v>45083.625</c:v>
                </c:pt>
                <c:pt idx="5968">
                  <c:v>45083.666666666657</c:v>
                </c:pt>
                <c:pt idx="5969">
                  <c:v>45083.708333333343</c:v>
                </c:pt>
                <c:pt idx="5970">
                  <c:v>45083.75</c:v>
                </c:pt>
                <c:pt idx="5971">
                  <c:v>45083.791666666657</c:v>
                </c:pt>
                <c:pt idx="5972">
                  <c:v>45083.833333333343</c:v>
                </c:pt>
                <c:pt idx="5973">
                  <c:v>45083.875</c:v>
                </c:pt>
                <c:pt idx="5974">
                  <c:v>45083.916666666657</c:v>
                </c:pt>
                <c:pt idx="5975">
                  <c:v>45083.958333333343</c:v>
                </c:pt>
                <c:pt idx="5976">
                  <c:v>45084</c:v>
                </c:pt>
                <c:pt idx="5977">
                  <c:v>45084.041666666657</c:v>
                </c:pt>
                <c:pt idx="5978">
                  <c:v>45084.083333333343</c:v>
                </c:pt>
                <c:pt idx="5979">
                  <c:v>45084.125</c:v>
                </c:pt>
                <c:pt idx="5980">
                  <c:v>45084.166666666657</c:v>
                </c:pt>
                <c:pt idx="5981">
                  <c:v>45084.208333333343</c:v>
                </c:pt>
                <c:pt idx="5982">
                  <c:v>45084.25</c:v>
                </c:pt>
                <c:pt idx="5983">
                  <c:v>45084.291666666657</c:v>
                </c:pt>
                <c:pt idx="5984">
                  <c:v>45084.333333333343</c:v>
                </c:pt>
                <c:pt idx="5985">
                  <c:v>45084.375</c:v>
                </c:pt>
                <c:pt idx="5986">
                  <c:v>45084.416666666657</c:v>
                </c:pt>
                <c:pt idx="5987">
                  <c:v>45084.458333333343</c:v>
                </c:pt>
                <c:pt idx="5988">
                  <c:v>45084.5</c:v>
                </c:pt>
                <c:pt idx="5989">
                  <c:v>45084.541666666657</c:v>
                </c:pt>
                <c:pt idx="5990">
                  <c:v>45084.583333333343</c:v>
                </c:pt>
                <c:pt idx="5991">
                  <c:v>45084.625</c:v>
                </c:pt>
                <c:pt idx="5992">
                  <c:v>45084.666666666657</c:v>
                </c:pt>
                <c:pt idx="5993">
                  <c:v>45084.708333333343</c:v>
                </c:pt>
                <c:pt idx="5994">
                  <c:v>45084.75</c:v>
                </c:pt>
                <c:pt idx="5995">
                  <c:v>45084.791666666657</c:v>
                </c:pt>
                <c:pt idx="5996">
                  <c:v>45084.833333333343</c:v>
                </c:pt>
                <c:pt idx="5997">
                  <c:v>45084.875</c:v>
                </c:pt>
                <c:pt idx="5998">
                  <c:v>45084.916666666657</c:v>
                </c:pt>
                <c:pt idx="5999">
                  <c:v>45084.958333333343</c:v>
                </c:pt>
                <c:pt idx="6000">
                  <c:v>45085</c:v>
                </c:pt>
                <c:pt idx="6001">
                  <c:v>45085.041666666657</c:v>
                </c:pt>
                <c:pt idx="6002">
                  <c:v>45085.083333333343</c:v>
                </c:pt>
                <c:pt idx="6003">
                  <c:v>45085.125</c:v>
                </c:pt>
                <c:pt idx="6004">
                  <c:v>45085.166666666657</c:v>
                </c:pt>
                <c:pt idx="6005">
                  <c:v>45085.208333333343</c:v>
                </c:pt>
                <c:pt idx="6006">
                  <c:v>45085.25</c:v>
                </c:pt>
                <c:pt idx="6007">
                  <c:v>45085.291666666657</c:v>
                </c:pt>
                <c:pt idx="6008">
                  <c:v>45085.333333333343</c:v>
                </c:pt>
                <c:pt idx="6009">
                  <c:v>45085.375</c:v>
                </c:pt>
                <c:pt idx="6010">
                  <c:v>45085.416666666657</c:v>
                </c:pt>
                <c:pt idx="6011">
                  <c:v>45085.458333333343</c:v>
                </c:pt>
                <c:pt idx="6012">
                  <c:v>45085.5</c:v>
                </c:pt>
                <c:pt idx="6013">
                  <c:v>45085.541666666657</c:v>
                </c:pt>
                <c:pt idx="6014">
                  <c:v>45085.583333333343</c:v>
                </c:pt>
                <c:pt idx="6015">
                  <c:v>45085.625</c:v>
                </c:pt>
                <c:pt idx="6016">
                  <c:v>45085.666666666657</c:v>
                </c:pt>
                <c:pt idx="6017">
                  <c:v>45085.708333333343</c:v>
                </c:pt>
                <c:pt idx="6018">
                  <c:v>45085.75</c:v>
                </c:pt>
                <c:pt idx="6019">
                  <c:v>45085.791666666657</c:v>
                </c:pt>
                <c:pt idx="6020">
                  <c:v>45085.833333333343</c:v>
                </c:pt>
                <c:pt idx="6021">
                  <c:v>45085.875</c:v>
                </c:pt>
                <c:pt idx="6022">
                  <c:v>45085.916666666657</c:v>
                </c:pt>
                <c:pt idx="6023">
                  <c:v>45085.958333333343</c:v>
                </c:pt>
                <c:pt idx="6024">
                  <c:v>45086</c:v>
                </c:pt>
                <c:pt idx="6025">
                  <c:v>45086.041666666657</c:v>
                </c:pt>
                <c:pt idx="6026">
                  <c:v>45086.083333333343</c:v>
                </c:pt>
                <c:pt idx="6027">
                  <c:v>45086.125</c:v>
                </c:pt>
                <c:pt idx="6028">
                  <c:v>45086.166666666657</c:v>
                </c:pt>
                <c:pt idx="6029">
                  <c:v>45086.208333333343</c:v>
                </c:pt>
                <c:pt idx="6030">
                  <c:v>45086.25</c:v>
                </c:pt>
                <c:pt idx="6031">
                  <c:v>45086.291666666657</c:v>
                </c:pt>
                <c:pt idx="6032">
                  <c:v>45086.333333333343</c:v>
                </c:pt>
                <c:pt idx="6033">
                  <c:v>45086.375</c:v>
                </c:pt>
                <c:pt idx="6034">
                  <c:v>45086.416666666657</c:v>
                </c:pt>
                <c:pt idx="6035">
                  <c:v>45086.458333333343</c:v>
                </c:pt>
                <c:pt idx="6036">
                  <c:v>45086.5</c:v>
                </c:pt>
                <c:pt idx="6037">
                  <c:v>45086.541666666657</c:v>
                </c:pt>
                <c:pt idx="6038">
                  <c:v>45086.583333333343</c:v>
                </c:pt>
                <c:pt idx="6039">
                  <c:v>45086.625</c:v>
                </c:pt>
                <c:pt idx="6040">
                  <c:v>45086.666666666657</c:v>
                </c:pt>
                <c:pt idx="6041">
                  <c:v>45086.708333333343</c:v>
                </c:pt>
                <c:pt idx="6042">
                  <c:v>45086.75</c:v>
                </c:pt>
                <c:pt idx="6043">
                  <c:v>45086.791666666657</c:v>
                </c:pt>
                <c:pt idx="6044">
                  <c:v>45086.833333333343</c:v>
                </c:pt>
                <c:pt idx="6045">
                  <c:v>45086.875</c:v>
                </c:pt>
                <c:pt idx="6046">
                  <c:v>45086.916666666657</c:v>
                </c:pt>
                <c:pt idx="6047">
                  <c:v>45086.958333333343</c:v>
                </c:pt>
                <c:pt idx="6048">
                  <c:v>45087</c:v>
                </c:pt>
                <c:pt idx="6049">
                  <c:v>45087.041666666657</c:v>
                </c:pt>
                <c:pt idx="6050">
                  <c:v>45087.083333333343</c:v>
                </c:pt>
                <c:pt idx="6051">
                  <c:v>45087.125</c:v>
                </c:pt>
                <c:pt idx="6052">
                  <c:v>45087.166666666657</c:v>
                </c:pt>
                <c:pt idx="6053">
                  <c:v>45087.208333333343</c:v>
                </c:pt>
                <c:pt idx="6054">
                  <c:v>45087.25</c:v>
                </c:pt>
                <c:pt idx="6055">
                  <c:v>45087.291666666657</c:v>
                </c:pt>
                <c:pt idx="6056">
                  <c:v>45087.333333333343</c:v>
                </c:pt>
                <c:pt idx="6057">
                  <c:v>45087.375</c:v>
                </c:pt>
                <c:pt idx="6058">
                  <c:v>45087.416666666657</c:v>
                </c:pt>
                <c:pt idx="6059">
                  <c:v>45087.458333333343</c:v>
                </c:pt>
                <c:pt idx="6060">
                  <c:v>45087.5</c:v>
                </c:pt>
                <c:pt idx="6061">
                  <c:v>45087.541666666657</c:v>
                </c:pt>
                <c:pt idx="6062">
                  <c:v>45087.583333333343</c:v>
                </c:pt>
                <c:pt idx="6063">
                  <c:v>45087.625</c:v>
                </c:pt>
                <c:pt idx="6064">
                  <c:v>45087.666666666657</c:v>
                </c:pt>
                <c:pt idx="6065">
                  <c:v>45087.708333333343</c:v>
                </c:pt>
                <c:pt idx="6066">
                  <c:v>45087.75</c:v>
                </c:pt>
                <c:pt idx="6067">
                  <c:v>45087.791666666657</c:v>
                </c:pt>
                <c:pt idx="6068">
                  <c:v>45087.833333333343</c:v>
                </c:pt>
                <c:pt idx="6069">
                  <c:v>45087.875</c:v>
                </c:pt>
                <c:pt idx="6070">
                  <c:v>45087.916666666657</c:v>
                </c:pt>
                <c:pt idx="6071">
                  <c:v>45087.958333333343</c:v>
                </c:pt>
                <c:pt idx="6072">
                  <c:v>45088</c:v>
                </c:pt>
                <c:pt idx="6073">
                  <c:v>45088.041666666657</c:v>
                </c:pt>
                <c:pt idx="6074">
                  <c:v>45088.083333333343</c:v>
                </c:pt>
                <c:pt idx="6075">
                  <c:v>45088.125</c:v>
                </c:pt>
                <c:pt idx="6076">
                  <c:v>45088.166666666657</c:v>
                </c:pt>
                <c:pt idx="6077">
                  <c:v>45088.208333333343</c:v>
                </c:pt>
                <c:pt idx="6078">
                  <c:v>45088.25</c:v>
                </c:pt>
                <c:pt idx="6079">
                  <c:v>45088.291666666657</c:v>
                </c:pt>
                <c:pt idx="6080">
                  <c:v>45088.333333333343</c:v>
                </c:pt>
                <c:pt idx="6081">
                  <c:v>45088.375</c:v>
                </c:pt>
                <c:pt idx="6082">
                  <c:v>45088.416666666657</c:v>
                </c:pt>
                <c:pt idx="6083">
                  <c:v>45088.458333333343</c:v>
                </c:pt>
                <c:pt idx="6084">
                  <c:v>45088.5</c:v>
                </c:pt>
                <c:pt idx="6085">
                  <c:v>45088.541666666657</c:v>
                </c:pt>
                <c:pt idx="6086">
                  <c:v>45088.583333333343</c:v>
                </c:pt>
                <c:pt idx="6087">
                  <c:v>45088.625</c:v>
                </c:pt>
                <c:pt idx="6088">
                  <c:v>45088.666666666657</c:v>
                </c:pt>
                <c:pt idx="6089">
                  <c:v>45088.708333333343</c:v>
                </c:pt>
                <c:pt idx="6090">
                  <c:v>45088.75</c:v>
                </c:pt>
                <c:pt idx="6091">
                  <c:v>45088.791666666657</c:v>
                </c:pt>
                <c:pt idx="6092">
                  <c:v>45088.833333333343</c:v>
                </c:pt>
                <c:pt idx="6093">
                  <c:v>45088.875</c:v>
                </c:pt>
                <c:pt idx="6094">
                  <c:v>45088.916666666657</c:v>
                </c:pt>
                <c:pt idx="6095">
                  <c:v>45088.958333333343</c:v>
                </c:pt>
                <c:pt idx="6096">
                  <c:v>45089</c:v>
                </c:pt>
                <c:pt idx="6097">
                  <c:v>45089.041666666657</c:v>
                </c:pt>
                <c:pt idx="6098">
                  <c:v>45089.083333333343</c:v>
                </c:pt>
                <c:pt idx="6099">
                  <c:v>45089.125</c:v>
                </c:pt>
                <c:pt idx="6100">
                  <c:v>45089.166666666657</c:v>
                </c:pt>
                <c:pt idx="6101">
                  <c:v>45089.208333333343</c:v>
                </c:pt>
                <c:pt idx="6102">
                  <c:v>45089.25</c:v>
                </c:pt>
                <c:pt idx="6103">
                  <c:v>45089.291666666657</c:v>
                </c:pt>
                <c:pt idx="6104">
                  <c:v>45089.333333333343</c:v>
                </c:pt>
                <c:pt idx="6105">
                  <c:v>45089.375</c:v>
                </c:pt>
                <c:pt idx="6106">
                  <c:v>45089.416666666657</c:v>
                </c:pt>
                <c:pt idx="6107">
                  <c:v>45089.458333333343</c:v>
                </c:pt>
                <c:pt idx="6108">
                  <c:v>45089.5</c:v>
                </c:pt>
                <c:pt idx="6109">
                  <c:v>45089.541666666657</c:v>
                </c:pt>
                <c:pt idx="6110">
                  <c:v>45089.583333333343</c:v>
                </c:pt>
                <c:pt idx="6111">
                  <c:v>45089.625</c:v>
                </c:pt>
                <c:pt idx="6112">
                  <c:v>45089.666666666657</c:v>
                </c:pt>
                <c:pt idx="6113">
                  <c:v>45089.708333333343</c:v>
                </c:pt>
                <c:pt idx="6114">
                  <c:v>45089.75</c:v>
                </c:pt>
                <c:pt idx="6115">
                  <c:v>45089.791666666657</c:v>
                </c:pt>
                <c:pt idx="6116">
                  <c:v>45089.833333333343</c:v>
                </c:pt>
                <c:pt idx="6117">
                  <c:v>45089.875</c:v>
                </c:pt>
                <c:pt idx="6118">
                  <c:v>45089.916666666657</c:v>
                </c:pt>
                <c:pt idx="6119">
                  <c:v>45089.958333333343</c:v>
                </c:pt>
                <c:pt idx="6120">
                  <c:v>45090</c:v>
                </c:pt>
                <c:pt idx="6121">
                  <c:v>45090.041666666657</c:v>
                </c:pt>
                <c:pt idx="6122">
                  <c:v>45090.083333333343</c:v>
                </c:pt>
                <c:pt idx="6123">
                  <c:v>45090.125</c:v>
                </c:pt>
                <c:pt idx="6124">
                  <c:v>45090.166666666657</c:v>
                </c:pt>
                <c:pt idx="6125">
                  <c:v>45090.208333333343</c:v>
                </c:pt>
                <c:pt idx="6126">
                  <c:v>45090.25</c:v>
                </c:pt>
                <c:pt idx="6127">
                  <c:v>45090.291666666657</c:v>
                </c:pt>
                <c:pt idx="6128">
                  <c:v>45090.333333333343</c:v>
                </c:pt>
                <c:pt idx="6129">
                  <c:v>45090.375</c:v>
                </c:pt>
                <c:pt idx="6130">
                  <c:v>45090.416666666657</c:v>
                </c:pt>
                <c:pt idx="6131">
                  <c:v>45090.458333333343</c:v>
                </c:pt>
                <c:pt idx="6132">
                  <c:v>45090.5</c:v>
                </c:pt>
                <c:pt idx="6133">
                  <c:v>45090.541666666657</c:v>
                </c:pt>
                <c:pt idx="6134">
                  <c:v>45090.583333333343</c:v>
                </c:pt>
                <c:pt idx="6135">
                  <c:v>45090.625</c:v>
                </c:pt>
                <c:pt idx="6136">
                  <c:v>45090.666666666657</c:v>
                </c:pt>
                <c:pt idx="6137">
                  <c:v>45090.708333333343</c:v>
                </c:pt>
                <c:pt idx="6138">
                  <c:v>45090.75</c:v>
                </c:pt>
                <c:pt idx="6139">
                  <c:v>45090.791666666657</c:v>
                </c:pt>
                <c:pt idx="6140">
                  <c:v>45090.833333333343</c:v>
                </c:pt>
                <c:pt idx="6141">
                  <c:v>45090.875</c:v>
                </c:pt>
                <c:pt idx="6142">
                  <c:v>45090.916666666657</c:v>
                </c:pt>
                <c:pt idx="6143">
                  <c:v>45090.958333333343</c:v>
                </c:pt>
                <c:pt idx="6144">
                  <c:v>45091</c:v>
                </c:pt>
                <c:pt idx="6145">
                  <c:v>45091.041666666657</c:v>
                </c:pt>
                <c:pt idx="6146">
                  <c:v>45091.083333333343</c:v>
                </c:pt>
                <c:pt idx="6147">
                  <c:v>45091.125</c:v>
                </c:pt>
                <c:pt idx="6148">
                  <c:v>45091.166666666657</c:v>
                </c:pt>
                <c:pt idx="6149">
                  <c:v>45091.208333333343</c:v>
                </c:pt>
                <c:pt idx="6150">
                  <c:v>45091.25</c:v>
                </c:pt>
                <c:pt idx="6151">
                  <c:v>45091.291666666657</c:v>
                </c:pt>
                <c:pt idx="6152">
                  <c:v>45091.333333333343</c:v>
                </c:pt>
                <c:pt idx="6153">
                  <c:v>45091.375</c:v>
                </c:pt>
                <c:pt idx="6154">
                  <c:v>45091.416666666657</c:v>
                </c:pt>
                <c:pt idx="6155">
                  <c:v>45091.458333333343</c:v>
                </c:pt>
                <c:pt idx="6156">
                  <c:v>45091.5</c:v>
                </c:pt>
                <c:pt idx="6157">
                  <c:v>45091.541666666657</c:v>
                </c:pt>
                <c:pt idx="6158">
                  <c:v>45091.583333333343</c:v>
                </c:pt>
                <c:pt idx="6159">
                  <c:v>45091.625</c:v>
                </c:pt>
                <c:pt idx="6160">
                  <c:v>45091.666666666657</c:v>
                </c:pt>
                <c:pt idx="6161">
                  <c:v>45091.708333333343</c:v>
                </c:pt>
                <c:pt idx="6162">
                  <c:v>45091.75</c:v>
                </c:pt>
                <c:pt idx="6163">
                  <c:v>45091.791666666657</c:v>
                </c:pt>
                <c:pt idx="6164">
                  <c:v>45091.833333333343</c:v>
                </c:pt>
                <c:pt idx="6165">
                  <c:v>45091.875</c:v>
                </c:pt>
                <c:pt idx="6166">
                  <c:v>45091.916666666657</c:v>
                </c:pt>
                <c:pt idx="6167">
                  <c:v>45091.958333333343</c:v>
                </c:pt>
                <c:pt idx="6168">
                  <c:v>45092</c:v>
                </c:pt>
                <c:pt idx="6169">
                  <c:v>45092.041666666657</c:v>
                </c:pt>
                <c:pt idx="6170">
                  <c:v>45092.083333333343</c:v>
                </c:pt>
                <c:pt idx="6171">
                  <c:v>45092.125</c:v>
                </c:pt>
                <c:pt idx="6172">
                  <c:v>45092.166666666657</c:v>
                </c:pt>
                <c:pt idx="6173">
                  <c:v>45092.208333333343</c:v>
                </c:pt>
                <c:pt idx="6174">
                  <c:v>45092.25</c:v>
                </c:pt>
                <c:pt idx="6175">
                  <c:v>45092.291666666657</c:v>
                </c:pt>
                <c:pt idx="6176">
                  <c:v>45092.333333333343</c:v>
                </c:pt>
                <c:pt idx="6177">
                  <c:v>45092.375</c:v>
                </c:pt>
                <c:pt idx="6178">
                  <c:v>45092.416666666657</c:v>
                </c:pt>
                <c:pt idx="6179">
                  <c:v>45092.458333333343</c:v>
                </c:pt>
                <c:pt idx="6180">
                  <c:v>45092.5</c:v>
                </c:pt>
                <c:pt idx="6181">
                  <c:v>45092.541666666657</c:v>
                </c:pt>
                <c:pt idx="6182">
                  <c:v>45092.583333333343</c:v>
                </c:pt>
                <c:pt idx="6183">
                  <c:v>45092.625</c:v>
                </c:pt>
                <c:pt idx="6184">
                  <c:v>45092.666666666657</c:v>
                </c:pt>
                <c:pt idx="6185">
                  <c:v>45092.708333333343</c:v>
                </c:pt>
                <c:pt idx="6186">
                  <c:v>45092.75</c:v>
                </c:pt>
                <c:pt idx="6187">
                  <c:v>45092.791666666657</c:v>
                </c:pt>
                <c:pt idx="6188">
                  <c:v>45092.833333333343</c:v>
                </c:pt>
                <c:pt idx="6189">
                  <c:v>45092.875</c:v>
                </c:pt>
                <c:pt idx="6190">
                  <c:v>45092.916666666657</c:v>
                </c:pt>
                <c:pt idx="6191">
                  <c:v>45092.958333333343</c:v>
                </c:pt>
                <c:pt idx="6192">
                  <c:v>45093</c:v>
                </c:pt>
                <c:pt idx="6193">
                  <c:v>45093.041666666657</c:v>
                </c:pt>
                <c:pt idx="6194">
                  <c:v>45093.083333333343</c:v>
                </c:pt>
                <c:pt idx="6195">
                  <c:v>45093.125</c:v>
                </c:pt>
                <c:pt idx="6196">
                  <c:v>45093.166666666657</c:v>
                </c:pt>
                <c:pt idx="6197">
                  <c:v>45093.208333333343</c:v>
                </c:pt>
                <c:pt idx="6198">
                  <c:v>45093.25</c:v>
                </c:pt>
                <c:pt idx="6199">
                  <c:v>45093.291666666657</c:v>
                </c:pt>
                <c:pt idx="6200">
                  <c:v>45093.333333333343</c:v>
                </c:pt>
                <c:pt idx="6201">
                  <c:v>45093.375</c:v>
                </c:pt>
                <c:pt idx="6202">
                  <c:v>45093.416666666657</c:v>
                </c:pt>
                <c:pt idx="6203">
                  <c:v>45093.458333333343</c:v>
                </c:pt>
                <c:pt idx="6204">
                  <c:v>45093.5</c:v>
                </c:pt>
                <c:pt idx="6205">
                  <c:v>45093.541666666657</c:v>
                </c:pt>
                <c:pt idx="6206">
                  <c:v>45093.583333333343</c:v>
                </c:pt>
                <c:pt idx="6207">
                  <c:v>45093.625</c:v>
                </c:pt>
                <c:pt idx="6208">
                  <c:v>45093.666666666657</c:v>
                </c:pt>
                <c:pt idx="6209">
                  <c:v>45093.708333333343</c:v>
                </c:pt>
                <c:pt idx="6210">
                  <c:v>45093.75</c:v>
                </c:pt>
                <c:pt idx="6211">
                  <c:v>45093.791666666657</c:v>
                </c:pt>
                <c:pt idx="6212">
                  <c:v>45093.833333333343</c:v>
                </c:pt>
                <c:pt idx="6213">
                  <c:v>45093.875</c:v>
                </c:pt>
                <c:pt idx="6214">
                  <c:v>45093.916666666657</c:v>
                </c:pt>
                <c:pt idx="6215">
                  <c:v>45093.958333333343</c:v>
                </c:pt>
                <c:pt idx="6216">
                  <c:v>45094</c:v>
                </c:pt>
                <c:pt idx="6217">
                  <c:v>45094.041666666657</c:v>
                </c:pt>
                <c:pt idx="6218">
                  <c:v>45094.083333333343</c:v>
                </c:pt>
                <c:pt idx="6219">
                  <c:v>45094.125</c:v>
                </c:pt>
                <c:pt idx="6220">
                  <c:v>45094.166666666657</c:v>
                </c:pt>
                <c:pt idx="6221">
                  <c:v>45094.208333333343</c:v>
                </c:pt>
                <c:pt idx="6222">
                  <c:v>45094.25</c:v>
                </c:pt>
                <c:pt idx="6223">
                  <c:v>45094.291666666657</c:v>
                </c:pt>
                <c:pt idx="6224">
                  <c:v>45094.333333333343</c:v>
                </c:pt>
                <c:pt idx="6225">
                  <c:v>45094.375</c:v>
                </c:pt>
                <c:pt idx="6226">
                  <c:v>45094.416666666657</c:v>
                </c:pt>
                <c:pt idx="6227">
                  <c:v>45094.458333333343</c:v>
                </c:pt>
                <c:pt idx="6228">
                  <c:v>45094.5</c:v>
                </c:pt>
                <c:pt idx="6229">
                  <c:v>45094.541666666657</c:v>
                </c:pt>
                <c:pt idx="6230">
                  <c:v>45094.583333333343</c:v>
                </c:pt>
                <c:pt idx="6231">
                  <c:v>45094.625</c:v>
                </c:pt>
                <c:pt idx="6232">
                  <c:v>45094.666666666657</c:v>
                </c:pt>
                <c:pt idx="6233">
                  <c:v>45094.708333333343</c:v>
                </c:pt>
                <c:pt idx="6234">
                  <c:v>45094.75</c:v>
                </c:pt>
                <c:pt idx="6235">
                  <c:v>45094.791666666657</c:v>
                </c:pt>
                <c:pt idx="6236">
                  <c:v>45094.833333333343</c:v>
                </c:pt>
                <c:pt idx="6237">
                  <c:v>45094.875</c:v>
                </c:pt>
                <c:pt idx="6238">
                  <c:v>45094.916666666657</c:v>
                </c:pt>
                <c:pt idx="6239">
                  <c:v>45094.958333333343</c:v>
                </c:pt>
                <c:pt idx="6240">
                  <c:v>45095</c:v>
                </c:pt>
                <c:pt idx="6241">
                  <c:v>45095.041666666657</c:v>
                </c:pt>
                <c:pt idx="6242">
                  <c:v>45095.083333333343</c:v>
                </c:pt>
                <c:pt idx="6243">
                  <c:v>45095.125</c:v>
                </c:pt>
                <c:pt idx="6244">
                  <c:v>45095.166666666657</c:v>
                </c:pt>
                <c:pt idx="6245">
                  <c:v>45095.208333333343</c:v>
                </c:pt>
                <c:pt idx="6246">
                  <c:v>45095.25</c:v>
                </c:pt>
                <c:pt idx="6247">
                  <c:v>45095.291666666657</c:v>
                </c:pt>
                <c:pt idx="6248">
                  <c:v>45095.333333333343</c:v>
                </c:pt>
                <c:pt idx="6249">
                  <c:v>45095.375</c:v>
                </c:pt>
                <c:pt idx="6250">
                  <c:v>45095.416666666657</c:v>
                </c:pt>
                <c:pt idx="6251">
                  <c:v>45095.458333333343</c:v>
                </c:pt>
                <c:pt idx="6252">
                  <c:v>45095.5</c:v>
                </c:pt>
                <c:pt idx="6253">
                  <c:v>45095.541666666657</c:v>
                </c:pt>
                <c:pt idx="6254">
                  <c:v>45095.583333333343</c:v>
                </c:pt>
                <c:pt idx="6255">
                  <c:v>45095.625</c:v>
                </c:pt>
                <c:pt idx="6256">
                  <c:v>45095.666666666657</c:v>
                </c:pt>
                <c:pt idx="6257">
                  <c:v>45095.708333333343</c:v>
                </c:pt>
                <c:pt idx="6258">
                  <c:v>45095.75</c:v>
                </c:pt>
                <c:pt idx="6259">
                  <c:v>45095.791666666657</c:v>
                </c:pt>
                <c:pt idx="6260">
                  <c:v>45095.833333333343</c:v>
                </c:pt>
                <c:pt idx="6261">
                  <c:v>45095.875</c:v>
                </c:pt>
                <c:pt idx="6262">
                  <c:v>45095.916666666657</c:v>
                </c:pt>
                <c:pt idx="6263">
                  <c:v>45095.958333333343</c:v>
                </c:pt>
                <c:pt idx="6264">
                  <c:v>45096</c:v>
                </c:pt>
                <c:pt idx="6265">
                  <c:v>45096.041666666657</c:v>
                </c:pt>
                <c:pt idx="6266">
                  <c:v>45096.083333333343</c:v>
                </c:pt>
                <c:pt idx="6267">
                  <c:v>45096.125</c:v>
                </c:pt>
                <c:pt idx="6268">
                  <c:v>45096.166666666657</c:v>
                </c:pt>
                <c:pt idx="6269">
                  <c:v>45096.208333333343</c:v>
                </c:pt>
                <c:pt idx="6270">
                  <c:v>45096.25</c:v>
                </c:pt>
                <c:pt idx="6271">
                  <c:v>45096.291666666657</c:v>
                </c:pt>
                <c:pt idx="6272">
                  <c:v>45096.333333333343</c:v>
                </c:pt>
                <c:pt idx="6273">
                  <c:v>45096.375</c:v>
                </c:pt>
                <c:pt idx="6274">
                  <c:v>45096.416666666657</c:v>
                </c:pt>
                <c:pt idx="6275">
                  <c:v>45096.458333333343</c:v>
                </c:pt>
                <c:pt idx="6276">
                  <c:v>45096.5</c:v>
                </c:pt>
                <c:pt idx="6277">
                  <c:v>45096.541666666657</c:v>
                </c:pt>
                <c:pt idx="6278">
                  <c:v>45096.583333333343</c:v>
                </c:pt>
                <c:pt idx="6279">
                  <c:v>45096.625</c:v>
                </c:pt>
                <c:pt idx="6280">
                  <c:v>45096.666666666657</c:v>
                </c:pt>
                <c:pt idx="6281">
                  <c:v>45096.708333333343</c:v>
                </c:pt>
                <c:pt idx="6282">
                  <c:v>45096.75</c:v>
                </c:pt>
                <c:pt idx="6283">
                  <c:v>45096.791666666657</c:v>
                </c:pt>
                <c:pt idx="6284">
                  <c:v>45096.833333333343</c:v>
                </c:pt>
                <c:pt idx="6285">
                  <c:v>45096.875</c:v>
                </c:pt>
                <c:pt idx="6286">
                  <c:v>45096.916666666657</c:v>
                </c:pt>
                <c:pt idx="6287">
                  <c:v>45096.958333333343</c:v>
                </c:pt>
                <c:pt idx="6288">
                  <c:v>45097</c:v>
                </c:pt>
                <c:pt idx="6289">
                  <c:v>45097.041666666657</c:v>
                </c:pt>
                <c:pt idx="6290">
                  <c:v>45097.083333333343</c:v>
                </c:pt>
                <c:pt idx="6291">
                  <c:v>45097.125</c:v>
                </c:pt>
                <c:pt idx="6292">
                  <c:v>45097.166666666657</c:v>
                </c:pt>
                <c:pt idx="6293">
                  <c:v>45097.208333333343</c:v>
                </c:pt>
                <c:pt idx="6294">
                  <c:v>45097.25</c:v>
                </c:pt>
                <c:pt idx="6295">
                  <c:v>45097.291666666657</c:v>
                </c:pt>
                <c:pt idx="6296">
                  <c:v>45097.333333333343</c:v>
                </c:pt>
                <c:pt idx="6297">
                  <c:v>45097.375</c:v>
                </c:pt>
                <c:pt idx="6298">
                  <c:v>45097.416666666657</c:v>
                </c:pt>
                <c:pt idx="6299">
                  <c:v>45097.458333333343</c:v>
                </c:pt>
                <c:pt idx="6300">
                  <c:v>45097.5</c:v>
                </c:pt>
                <c:pt idx="6301">
                  <c:v>45097.541666666657</c:v>
                </c:pt>
                <c:pt idx="6302">
                  <c:v>45097.583333333343</c:v>
                </c:pt>
                <c:pt idx="6303">
                  <c:v>45097.625</c:v>
                </c:pt>
                <c:pt idx="6304">
                  <c:v>45097.666666666657</c:v>
                </c:pt>
                <c:pt idx="6305">
                  <c:v>45097.708333333343</c:v>
                </c:pt>
                <c:pt idx="6306">
                  <c:v>45097.75</c:v>
                </c:pt>
                <c:pt idx="6307">
                  <c:v>45097.791666666657</c:v>
                </c:pt>
                <c:pt idx="6308">
                  <c:v>45097.833333333343</c:v>
                </c:pt>
                <c:pt idx="6309">
                  <c:v>45097.875</c:v>
                </c:pt>
                <c:pt idx="6310">
                  <c:v>45097.916666666657</c:v>
                </c:pt>
                <c:pt idx="6311">
                  <c:v>45097.958333333343</c:v>
                </c:pt>
                <c:pt idx="6312">
                  <c:v>45098</c:v>
                </c:pt>
                <c:pt idx="6313">
                  <c:v>45098.041666666657</c:v>
                </c:pt>
                <c:pt idx="6314">
                  <c:v>45098.083333333343</c:v>
                </c:pt>
                <c:pt idx="6315">
                  <c:v>45098.125</c:v>
                </c:pt>
                <c:pt idx="6316">
                  <c:v>45098.166666666657</c:v>
                </c:pt>
                <c:pt idx="6317">
                  <c:v>45098.208333333343</c:v>
                </c:pt>
                <c:pt idx="6318">
                  <c:v>45098.25</c:v>
                </c:pt>
                <c:pt idx="6319">
                  <c:v>45098.291666666657</c:v>
                </c:pt>
                <c:pt idx="6320">
                  <c:v>45098.333333333343</c:v>
                </c:pt>
                <c:pt idx="6321">
                  <c:v>45098.375</c:v>
                </c:pt>
                <c:pt idx="6322">
                  <c:v>45098.416666666657</c:v>
                </c:pt>
                <c:pt idx="6323">
                  <c:v>45098.458333333343</c:v>
                </c:pt>
                <c:pt idx="6324">
                  <c:v>45098.5</c:v>
                </c:pt>
                <c:pt idx="6325">
                  <c:v>45098.541666666657</c:v>
                </c:pt>
                <c:pt idx="6326">
                  <c:v>45098.583333333343</c:v>
                </c:pt>
                <c:pt idx="6327">
                  <c:v>45098.625</c:v>
                </c:pt>
                <c:pt idx="6328">
                  <c:v>45098.666666666657</c:v>
                </c:pt>
                <c:pt idx="6329">
                  <c:v>45098.708333333343</c:v>
                </c:pt>
                <c:pt idx="6330">
                  <c:v>45098.75</c:v>
                </c:pt>
                <c:pt idx="6331">
                  <c:v>45098.791666666657</c:v>
                </c:pt>
                <c:pt idx="6332">
                  <c:v>45098.833333333343</c:v>
                </c:pt>
                <c:pt idx="6333">
                  <c:v>45098.875</c:v>
                </c:pt>
                <c:pt idx="6334">
                  <c:v>45098.916666666657</c:v>
                </c:pt>
                <c:pt idx="6335">
                  <c:v>45098.958333333343</c:v>
                </c:pt>
                <c:pt idx="6336">
                  <c:v>45099</c:v>
                </c:pt>
                <c:pt idx="6337">
                  <c:v>45099.041666666657</c:v>
                </c:pt>
                <c:pt idx="6338">
                  <c:v>45099.083333333343</c:v>
                </c:pt>
                <c:pt idx="6339">
                  <c:v>45099.125</c:v>
                </c:pt>
                <c:pt idx="6340">
                  <c:v>45099.166666666657</c:v>
                </c:pt>
                <c:pt idx="6341">
                  <c:v>45099.208333333343</c:v>
                </c:pt>
                <c:pt idx="6342">
                  <c:v>45099.25</c:v>
                </c:pt>
                <c:pt idx="6343">
                  <c:v>45099.291666666657</c:v>
                </c:pt>
                <c:pt idx="6344">
                  <c:v>45099.333333333343</c:v>
                </c:pt>
                <c:pt idx="6345">
                  <c:v>45099.375</c:v>
                </c:pt>
                <c:pt idx="6346">
                  <c:v>45099.416666666657</c:v>
                </c:pt>
                <c:pt idx="6347">
                  <c:v>45099.458333333343</c:v>
                </c:pt>
                <c:pt idx="6348">
                  <c:v>45099.5</c:v>
                </c:pt>
                <c:pt idx="6349">
                  <c:v>45099.541666666657</c:v>
                </c:pt>
                <c:pt idx="6350">
                  <c:v>45099.583333333343</c:v>
                </c:pt>
                <c:pt idx="6351">
                  <c:v>45099.625</c:v>
                </c:pt>
                <c:pt idx="6352">
                  <c:v>45099.666666666657</c:v>
                </c:pt>
                <c:pt idx="6353">
                  <c:v>45099.708333333343</c:v>
                </c:pt>
                <c:pt idx="6354">
                  <c:v>45099.75</c:v>
                </c:pt>
                <c:pt idx="6355">
                  <c:v>45099.791666666657</c:v>
                </c:pt>
                <c:pt idx="6356">
                  <c:v>45099.833333333343</c:v>
                </c:pt>
                <c:pt idx="6357">
                  <c:v>45099.875</c:v>
                </c:pt>
                <c:pt idx="6358">
                  <c:v>45099.916666666657</c:v>
                </c:pt>
                <c:pt idx="6359">
                  <c:v>45099.958333333343</c:v>
                </c:pt>
                <c:pt idx="6360">
                  <c:v>45100</c:v>
                </c:pt>
                <c:pt idx="6361">
                  <c:v>45100.041666666657</c:v>
                </c:pt>
                <c:pt idx="6362">
                  <c:v>45100.083333333343</c:v>
                </c:pt>
                <c:pt idx="6363">
                  <c:v>45100.125</c:v>
                </c:pt>
                <c:pt idx="6364">
                  <c:v>45100.166666666657</c:v>
                </c:pt>
                <c:pt idx="6365">
                  <c:v>45100.208333333343</c:v>
                </c:pt>
                <c:pt idx="6366">
                  <c:v>45100.25</c:v>
                </c:pt>
                <c:pt idx="6367">
                  <c:v>45100.291666666657</c:v>
                </c:pt>
                <c:pt idx="6368">
                  <c:v>45100.333333333343</c:v>
                </c:pt>
                <c:pt idx="6369">
                  <c:v>45100.375</c:v>
                </c:pt>
                <c:pt idx="6370">
                  <c:v>45100.416666666657</c:v>
                </c:pt>
                <c:pt idx="6371">
                  <c:v>45100.458333333343</c:v>
                </c:pt>
                <c:pt idx="6372">
                  <c:v>45100.5</c:v>
                </c:pt>
                <c:pt idx="6373">
                  <c:v>45100.541666666657</c:v>
                </c:pt>
                <c:pt idx="6374">
                  <c:v>45100.583333333343</c:v>
                </c:pt>
                <c:pt idx="6375">
                  <c:v>45100.625</c:v>
                </c:pt>
                <c:pt idx="6376">
                  <c:v>45100.666666666657</c:v>
                </c:pt>
                <c:pt idx="6377">
                  <c:v>45100.708333333343</c:v>
                </c:pt>
                <c:pt idx="6378">
                  <c:v>45100.75</c:v>
                </c:pt>
                <c:pt idx="6379">
                  <c:v>45100.791666666657</c:v>
                </c:pt>
                <c:pt idx="6380">
                  <c:v>45100.833333333343</c:v>
                </c:pt>
                <c:pt idx="6381">
                  <c:v>45100.875</c:v>
                </c:pt>
                <c:pt idx="6382">
                  <c:v>45100.916666666657</c:v>
                </c:pt>
                <c:pt idx="6383">
                  <c:v>45100.958333333343</c:v>
                </c:pt>
                <c:pt idx="6384">
                  <c:v>45101</c:v>
                </c:pt>
                <c:pt idx="6385">
                  <c:v>45101.041666666657</c:v>
                </c:pt>
                <c:pt idx="6386">
                  <c:v>45101.083333333343</c:v>
                </c:pt>
                <c:pt idx="6387">
                  <c:v>45101.125</c:v>
                </c:pt>
                <c:pt idx="6388">
                  <c:v>45101.166666666657</c:v>
                </c:pt>
                <c:pt idx="6389">
                  <c:v>45101.208333333343</c:v>
                </c:pt>
                <c:pt idx="6390">
                  <c:v>45101.25</c:v>
                </c:pt>
                <c:pt idx="6391">
                  <c:v>45101.291666666657</c:v>
                </c:pt>
                <c:pt idx="6392">
                  <c:v>45101.333333333343</c:v>
                </c:pt>
                <c:pt idx="6393">
                  <c:v>45101.375</c:v>
                </c:pt>
                <c:pt idx="6394">
                  <c:v>45101.416666666657</c:v>
                </c:pt>
                <c:pt idx="6395">
                  <c:v>45101.458333333343</c:v>
                </c:pt>
                <c:pt idx="6396">
                  <c:v>45101.5</c:v>
                </c:pt>
                <c:pt idx="6397">
                  <c:v>45101.541666666657</c:v>
                </c:pt>
                <c:pt idx="6398">
                  <c:v>45101.583333333343</c:v>
                </c:pt>
                <c:pt idx="6399">
                  <c:v>45101.625</c:v>
                </c:pt>
                <c:pt idx="6400">
                  <c:v>45101.666666666657</c:v>
                </c:pt>
                <c:pt idx="6401">
                  <c:v>45101.708333333343</c:v>
                </c:pt>
                <c:pt idx="6402">
                  <c:v>45101.75</c:v>
                </c:pt>
                <c:pt idx="6403">
                  <c:v>45101.791666666657</c:v>
                </c:pt>
                <c:pt idx="6404">
                  <c:v>45101.833333333343</c:v>
                </c:pt>
                <c:pt idx="6405">
                  <c:v>45101.875</c:v>
                </c:pt>
                <c:pt idx="6406">
                  <c:v>45101.916666666657</c:v>
                </c:pt>
                <c:pt idx="6407">
                  <c:v>45101.958333333343</c:v>
                </c:pt>
                <c:pt idx="6408">
                  <c:v>45102</c:v>
                </c:pt>
                <c:pt idx="6409">
                  <c:v>45102.041666666657</c:v>
                </c:pt>
                <c:pt idx="6410">
                  <c:v>45102.083333333343</c:v>
                </c:pt>
                <c:pt idx="6411">
                  <c:v>45102.125</c:v>
                </c:pt>
                <c:pt idx="6412">
                  <c:v>45102.166666666657</c:v>
                </c:pt>
                <c:pt idx="6413">
                  <c:v>45102.208333333343</c:v>
                </c:pt>
                <c:pt idx="6414">
                  <c:v>45102.25</c:v>
                </c:pt>
                <c:pt idx="6415">
                  <c:v>45102.291666666657</c:v>
                </c:pt>
                <c:pt idx="6416">
                  <c:v>45102.333333333343</c:v>
                </c:pt>
                <c:pt idx="6417">
                  <c:v>45102.375</c:v>
                </c:pt>
                <c:pt idx="6418">
                  <c:v>45102.416666666657</c:v>
                </c:pt>
                <c:pt idx="6419">
                  <c:v>45102.458333333343</c:v>
                </c:pt>
                <c:pt idx="6420">
                  <c:v>45102.5</c:v>
                </c:pt>
                <c:pt idx="6421">
                  <c:v>45102.541666666657</c:v>
                </c:pt>
                <c:pt idx="6422">
                  <c:v>45102.583333333343</c:v>
                </c:pt>
                <c:pt idx="6423">
                  <c:v>45102.625</c:v>
                </c:pt>
                <c:pt idx="6424">
                  <c:v>45102.666666666657</c:v>
                </c:pt>
                <c:pt idx="6425">
                  <c:v>45102.708333333343</c:v>
                </c:pt>
                <c:pt idx="6426">
                  <c:v>45102.75</c:v>
                </c:pt>
                <c:pt idx="6427">
                  <c:v>45102.791666666657</c:v>
                </c:pt>
                <c:pt idx="6428">
                  <c:v>45102.833333333343</c:v>
                </c:pt>
                <c:pt idx="6429">
                  <c:v>45102.875</c:v>
                </c:pt>
                <c:pt idx="6430">
                  <c:v>45102.916666666657</c:v>
                </c:pt>
                <c:pt idx="6431">
                  <c:v>45102.958333333343</c:v>
                </c:pt>
                <c:pt idx="6432">
                  <c:v>45103</c:v>
                </c:pt>
                <c:pt idx="6433">
                  <c:v>45103.041666666657</c:v>
                </c:pt>
                <c:pt idx="6434">
                  <c:v>45103.083333333343</c:v>
                </c:pt>
                <c:pt idx="6435">
                  <c:v>45103.125</c:v>
                </c:pt>
                <c:pt idx="6436">
                  <c:v>45103.166666666657</c:v>
                </c:pt>
                <c:pt idx="6437">
                  <c:v>45103.208333333343</c:v>
                </c:pt>
                <c:pt idx="6438">
                  <c:v>45103.25</c:v>
                </c:pt>
                <c:pt idx="6439">
                  <c:v>45103.291666666657</c:v>
                </c:pt>
                <c:pt idx="6440">
                  <c:v>45103.333333333343</c:v>
                </c:pt>
                <c:pt idx="6441">
                  <c:v>45103.375</c:v>
                </c:pt>
                <c:pt idx="6442">
                  <c:v>45103.416666666657</c:v>
                </c:pt>
                <c:pt idx="6443">
                  <c:v>45103.458333333343</c:v>
                </c:pt>
                <c:pt idx="6444">
                  <c:v>45103.5</c:v>
                </c:pt>
                <c:pt idx="6445">
                  <c:v>45103.541666666657</c:v>
                </c:pt>
                <c:pt idx="6446">
                  <c:v>45103.583333333343</c:v>
                </c:pt>
                <c:pt idx="6447">
                  <c:v>45103.625</c:v>
                </c:pt>
                <c:pt idx="6448">
                  <c:v>45103.666666666657</c:v>
                </c:pt>
                <c:pt idx="6449">
                  <c:v>45103.708333333343</c:v>
                </c:pt>
                <c:pt idx="6450">
                  <c:v>45103.75</c:v>
                </c:pt>
                <c:pt idx="6451">
                  <c:v>45103.791666666657</c:v>
                </c:pt>
                <c:pt idx="6452">
                  <c:v>45103.833333333343</c:v>
                </c:pt>
                <c:pt idx="6453">
                  <c:v>45103.875</c:v>
                </c:pt>
                <c:pt idx="6454">
                  <c:v>45103.916666666657</c:v>
                </c:pt>
                <c:pt idx="6455">
                  <c:v>45103.958333333343</c:v>
                </c:pt>
                <c:pt idx="6456">
                  <c:v>45104</c:v>
                </c:pt>
                <c:pt idx="6457">
                  <c:v>45104.041666666657</c:v>
                </c:pt>
                <c:pt idx="6458">
                  <c:v>45104.083333333343</c:v>
                </c:pt>
                <c:pt idx="6459">
                  <c:v>45104.125</c:v>
                </c:pt>
                <c:pt idx="6460">
                  <c:v>45104.166666666657</c:v>
                </c:pt>
                <c:pt idx="6461">
                  <c:v>45104.208333333343</c:v>
                </c:pt>
                <c:pt idx="6462">
                  <c:v>45104.25</c:v>
                </c:pt>
                <c:pt idx="6463">
                  <c:v>45104.291666666657</c:v>
                </c:pt>
                <c:pt idx="6464">
                  <c:v>45104.333333333343</c:v>
                </c:pt>
                <c:pt idx="6465">
                  <c:v>45104.375</c:v>
                </c:pt>
                <c:pt idx="6466">
                  <c:v>45104.416666666657</c:v>
                </c:pt>
                <c:pt idx="6467">
                  <c:v>45104.458333333343</c:v>
                </c:pt>
                <c:pt idx="6468">
                  <c:v>45104.5</c:v>
                </c:pt>
                <c:pt idx="6469">
                  <c:v>45104.541666666657</c:v>
                </c:pt>
                <c:pt idx="6470">
                  <c:v>45104.583333333343</c:v>
                </c:pt>
                <c:pt idx="6471">
                  <c:v>45104.625</c:v>
                </c:pt>
                <c:pt idx="6472">
                  <c:v>45104.666666666657</c:v>
                </c:pt>
                <c:pt idx="6473">
                  <c:v>45104.708333333343</c:v>
                </c:pt>
                <c:pt idx="6474">
                  <c:v>45104.75</c:v>
                </c:pt>
                <c:pt idx="6475">
                  <c:v>45104.791666666657</c:v>
                </c:pt>
                <c:pt idx="6476">
                  <c:v>45104.833333333343</c:v>
                </c:pt>
                <c:pt idx="6477">
                  <c:v>45104.875</c:v>
                </c:pt>
                <c:pt idx="6478">
                  <c:v>45104.916666666657</c:v>
                </c:pt>
                <c:pt idx="6479">
                  <c:v>45104.958333333343</c:v>
                </c:pt>
                <c:pt idx="6480">
                  <c:v>45105</c:v>
                </c:pt>
                <c:pt idx="6481">
                  <c:v>45105.041666666657</c:v>
                </c:pt>
                <c:pt idx="6482">
                  <c:v>45105.083333333343</c:v>
                </c:pt>
                <c:pt idx="6483">
                  <c:v>45105.125</c:v>
                </c:pt>
                <c:pt idx="6484">
                  <c:v>45105.166666666657</c:v>
                </c:pt>
                <c:pt idx="6485">
                  <c:v>45105.208333333343</c:v>
                </c:pt>
                <c:pt idx="6486">
                  <c:v>45105.25</c:v>
                </c:pt>
                <c:pt idx="6487">
                  <c:v>45105.291666666657</c:v>
                </c:pt>
                <c:pt idx="6488">
                  <c:v>45105.333333333343</c:v>
                </c:pt>
                <c:pt idx="6489">
                  <c:v>45105.375</c:v>
                </c:pt>
                <c:pt idx="6490">
                  <c:v>45105.416666666657</c:v>
                </c:pt>
                <c:pt idx="6491">
                  <c:v>45105.458333333343</c:v>
                </c:pt>
                <c:pt idx="6492">
                  <c:v>45105.5</c:v>
                </c:pt>
                <c:pt idx="6493">
                  <c:v>45105.541666666657</c:v>
                </c:pt>
                <c:pt idx="6494">
                  <c:v>45105.583333333343</c:v>
                </c:pt>
                <c:pt idx="6495">
                  <c:v>45105.625</c:v>
                </c:pt>
                <c:pt idx="6496">
                  <c:v>45105.666666666657</c:v>
                </c:pt>
                <c:pt idx="6497">
                  <c:v>45105.708333333343</c:v>
                </c:pt>
                <c:pt idx="6498">
                  <c:v>45105.75</c:v>
                </c:pt>
                <c:pt idx="6499">
                  <c:v>45105.791666666657</c:v>
                </c:pt>
                <c:pt idx="6500">
                  <c:v>45105.833333333343</c:v>
                </c:pt>
                <c:pt idx="6501">
                  <c:v>45105.875</c:v>
                </c:pt>
                <c:pt idx="6502">
                  <c:v>45105.916666666657</c:v>
                </c:pt>
                <c:pt idx="6503">
                  <c:v>45105.958333333343</c:v>
                </c:pt>
                <c:pt idx="6504">
                  <c:v>45106</c:v>
                </c:pt>
                <c:pt idx="6505">
                  <c:v>45106.041666666657</c:v>
                </c:pt>
                <c:pt idx="6506">
                  <c:v>45106.083333333343</c:v>
                </c:pt>
                <c:pt idx="6507">
                  <c:v>45106.125</c:v>
                </c:pt>
                <c:pt idx="6508">
                  <c:v>45106.166666666657</c:v>
                </c:pt>
                <c:pt idx="6509">
                  <c:v>45106.208333333343</c:v>
                </c:pt>
                <c:pt idx="6510">
                  <c:v>45106.25</c:v>
                </c:pt>
                <c:pt idx="6511">
                  <c:v>45106.291666666657</c:v>
                </c:pt>
                <c:pt idx="6512">
                  <c:v>45106.333333333343</c:v>
                </c:pt>
                <c:pt idx="6513">
                  <c:v>45106.375</c:v>
                </c:pt>
                <c:pt idx="6514">
                  <c:v>45106.416666666657</c:v>
                </c:pt>
                <c:pt idx="6515">
                  <c:v>45106.458333333343</c:v>
                </c:pt>
                <c:pt idx="6516">
                  <c:v>45106.5</c:v>
                </c:pt>
                <c:pt idx="6517">
                  <c:v>45106.541666666657</c:v>
                </c:pt>
                <c:pt idx="6518">
                  <c:v>45106.583333333343</c:v>
                </c:pt>
                <c:pt idx="6519">
                  <c:v>45106.625</c:v>
                </c:pt>
                <c:pt idx="6520">
                  <c:v>45106.666666666657</c:v>
                </c:pt>
                <c:pt idx="6521">
                  <c:v>45106.708333333343</c:v>
                </c:pt>
                <c:pt idx="6522">
                  <c:v>45106.75</c:v>
                </c:pt>
                <c:pt idx="6523">
                  <c:v>45106.791666666657</c:v>
                </c:pt>
                <c:pt idx="6524">
                  <c:v>45106.833333333343</c:v>
                </c:pt>
                <c:pt idx="6525">
                  <c:v>45106.875</c:v>
                </c:pt>
                <c:pt idx="6526">
                  <c:v>45106.916666666657</c:v>
                </c:pt>
                <c:pt idx="6527">
                  <c:v>45106.958333333343</c:v>
                </c:pt>
                <c:pt idx="6528">
                  <c:v>45107</c:v>
                </c:pt>
                <c:pt idx="6529">
                  <c:v>45107.041666666657</c:v>
                </c:pt>
                <c:pt idx="6530">
                  <c:v>45107.083333333343</c:v>
                </c:pt>
                <c:pt idx="6531">
                  <c:v>45107.125</c:v>
                </c:pt>
                <c:pt idx="6532">
                  <c:v>45107.166666666657</c:v>
                </c:pt>
                <c:pt idx="6533">
                  <c:v>45107.208333333343</c:v>
                </c:pt>
                <c:pt idx="6534">
                  <c:v>45107.25</c:v>
                </c:pt>
                <c:pt idx="6535">
                  <c:v>45107.291666666657</c:v>
                </c:pt>
                <c:pt idx="6536">
                  <c:v>45107.333333333343</c:v>
                </c:pt>
                <c:pt idx="6537">
                  <c:v>45107.375</c:v>
                </c:pt>
                <c:pt idx="6538">
                  <c:v>45107.416666666657</c:v>
                </c:pt>
                <c:pt idx="6539">
                  <c:v>45107.458333333343</c:v>
                </c:pt>
                <c:pt idx="6540">
                  <c:v>45107.5</c:v>
                </c:pt>
                <c:pt idx="6541">
                  <c:v>45107.541666666657</c:v>
                </c:pt>
                <c:pt idx="6542">
                  <c:v>45107.583333333343</c:v>
                </c:pt>
                <c:pt idx="6543">
                  <c:v>45107.625</c:v>
                </c:pt>
                <c:pt idx="6544">
                  <c:v>45107.666666666657</c:v>
                </c:pt>
                <c:pt idx="6545">
                  <c:v>45107.708333333343</c:v>
                </c:pt>
                <c:pt idx="6546">
                  <c:v>45107.75</c:v>
                </c:pt>
                <c:pt idx="6547">
                  <c:v>45107.791666666657</c:v>
                </c:pt>
                <c:pt idx="6548">
                  <c:v>45107.833333333343</c:v>
                </c:pt>
                <c:pt idx="6549">
                  <c:v>45107.875</c:v>
                </c:pt>
                <c:pt idx="6550">
                  <c:v>45107.916666666657</c:v>
                </c:pt>
                <c:pt idx="6551">
                  <c:v>45107.958333333343</c:v>
                </c:pt>
                <c:pt idx="6552">
                  <c:v>45108</c:v>
                </c:pt>
                <c:pt idx="6553">
                  <c:v>45108.041666666657</c:v>
                </c:pt>
                <c:pt idx="6554">
                  <c:v>45108.083333333343</c:v>
                </c:pt>
                <c:pt idx="6555">
                  <c:v>45108.125</c:v>
                </c:pt>
                <c:pt idx="6556">
                  <c:v>45108.166666666657</c:v>
                </c:pt>
                <c:pt idx="6557">
                  <c:v>45108.208333333343</c:v>
                </c:pt>
                <c:pt idx="6558">
                  <c:v>45108.25</c:v>
                </c:pt>
                <c:pt idx="6559">
                  <c:v>45108.291666666657</c:v>
                </c:pt>
                <c:pt idx="6560">
                  <c:v>45108.333333333343</c:v>
                </c:pt>
                <c:pt idx="6561">
                  <c:v>45108.375</c:v>
                </c:pt>
                <c:pt idx="6562">
                  <c:v>45108.416666666657</c:v>
                </c:pt>
                <c:pt idx="6563">
                  <c:v>45108.458333333343</c:v>
                </c:pt>
                <c:pt idx="6564">
                  <c:v>45108.5</c:v>
                </c:pt>
                <c:pt idx="6565">
                  <c:v>45108.541666666657</c:v>
                </c:pt>
                <c:pt idx="6566">
                  <c:v>45108.583333333343</c:v>
                </c:pt>
                <c:pt idx="6567">
                  <c:v>45108.625</c:v>
                </c:pt>
                <c:pt idx="6568">
                  <c:v>45108.666666666657</c:v>
                </c:pt>
                <c:pt idx="6569">
                  <c:v>45108.708333333343</c:v>
                </c:pt>
                <c:pt idx="6570">
                  <c:v>45108.75</c:v>
                </c:pt>
                <c:pt idx="6571">
                  <c:v>45108.791666666657</c:v>
                </c:pt>
                <c:pt idx="6572">
                  <c:v>45108.833333333343</c:v>
                </c:pt>
                <c:pt idx="6573">
                  <c:v>45108.875</c:v>
                </c:pt>
                <c:pt idx="6574">
                  <c:v>45108.916666666657</c:v>
                </c:pt>
                <c:pt idx="6575">
                  <c:v>45108.958333333343</c:v>
                </c:pt>
                <c:pt idx="6576">
                  <c:v>45109</c:v>
                </c:pt>
                <c:pt idx="6577">
                  <c:v>45109.041666666657</c:v>
                </c:pt>
                <c:pt idx="6578">
                  <c:v>45109.083333333343</c:v>
                </c:pt>
                <c:pt idx="6579">
                  <c:v>45109.125</c:v>
                </c:pt>
                <c:pt idx="6580">
                  <c:v>45109.166666666657</c:v>
                </c:pt>
                <c:pt idx="6581">
                  <c:v>45109.208333333343</c:v>
                </c:pt>
                <c:pt idx="6582">
                  <c:v>45109.25</c:v>
                </c:pt>
                <c:pt idx="6583">
                  <c:v>45109.291666666657</c:v>
                </c:pt>
                <c:pt idx="6584">
                  <c:v>45109.333333333343</c:v>
                </c:pt>
                <c:pt idx="6585">
                  <c:v>45109.375</c:v>
                </c:pt>
                <c:pt idx="6586">
                  <c:v>45109.416666666657</c:v>
                </c:pt>
                <c:pt idx="6587">
                  <c:v>45109.458333333343</c:v>
                </c:pt>
                <c:pt idx="6588">
                  <c:v>45109.5</c:v>
                </c:pt>
                <c:pt idx="6589">
                  <c:v>45109.541666666657</c:v>
                </c:pt>
                <c:pt idx="6590">
                  <c:v>45109.583333333343</c:v>
                </c:pt>
                <c:pt idx="6591">
                  <c:v>45109.625</c:v>
                </c:pt>
                <c:pt idx="6592">
                  <c:v>45109.666666666657</c:v>
                </c:pt>
                <c:pt idx="6593">
                  <c:v>45109.708333333343</c:v>
                </c:pt>
                <c:pt idx="6594">
                  <c:v>45109.75</c:v>
                </c:pt>
                <c:pt idx="6595">
                  <c:v>45109.791666666657</c:v>
                </c:pt>
                <c:pt idx="6596">
                  <c:v>45109.833333333343</c:v>
                </c:pt>
                <c:pt idx="6597">
                  <c:v>45109.875</c:v>
                </c:pt>
                <c:pt idx="6598">
                  <c:v>45109.916666666657</c:v>
                </c:pt>
                <c:pt idx="6599">
                  <c:v>45109.958333333343</c:v>
                </c:pt>
                <c:pt idx="6600">
                  <c:v>45110</c:v>
                </c:pt>
                <c:pt idx="6601">
                  <c:v>45110.041666666657</c:v>
                </c:pt>
                <c:pt idx="6602">
                  <c:v>45110.083333333343</c:v>
                </c:pt>
                <c:pt idx="6603">
                  <c:v>45110.125</c:v>
                </c:pt>
                <c:pt idx="6604">
                  <c:v>45110.166666666657</c:v>
                </c:pt>
                <c:pt idx="6605">
                  <c:v>45110.208333333343</c:v>
                </c:pt>
                <c:pt idx="6606">
                  <c:v>45110.25</c:v>
                </c:pt>
                <c:pt idx="6607">
                  <c:v>45110.291666666657</c:v>
                </c:pt>
                <c:pt idx="6608">
                  <c:v>45110.333333333343</c:v>
                </c:pt>
                <c:pt idx="6609">
                  <c:v>45110.375</c:v>
                </c:pt>
                <c:pt idx="6610">
                  <c:v>45110.416666666657</c:v>
                </c:pt>
                <c:pt idx="6611">
                  <c:v>45110.458333333343</c:v>
                </c:pt>
                <c:pt idx="6612">
                  <c:v>45110.5</c:v>
                </c:pt>
                <c:pt idx="6613">
                  <c:v>45110.541666666657</c:v>
                </c:pt>
                <c:pt idx="6614">
                  <c:v>45110.583333333343</c:v>
                </c:pt>
                <c:pt idx="6615">
                  <c:v>45110.625</c:v>
                </c:pt>
                <c:pt idx="6616">
                  <c:v>45110.666666666657</c:v>
                </c:pt>
                <c:pt idx="6617">
                  <c:v>45110.708333333343</c:v>
                </c:pt>
                <c:pt idx="6618">
                  <c:v>45110.75</c:v>
                </c:pt>
                <c:pt idx="6619">
                  <c:v>45110.791666666657</c:v>
                </c:pt>
                <c:pt idx="6620">
                  <c:v>45110.833333333343</c:v>
                </c:pt>
                <c:pt idx="6621">
                  <c:v>45110.875</c:v>
                </c:pt>
                <c:pt idx="6622">
                  <c:v>45110.916666666657</c:v>
                </c:pt>
                <c:pt idx="6623">
                  <c:v>45110.958333333343</c:v>
                </c:pt>
                <c:pt idx="6624">
                  <c:v>45111</c:v>
                </c:pt>
                <c:pt idx="6625">
                  <c:v>45111.041666666657</c:v>
                </c:pt>
                <c:pt idx="6626">
                  <c:v>45111.083333333343</c:v>
                </c:pt>
                <c:pt idx="6627">
                  <c:v>45111.125</c:v>
                </c:pt>
                <c:pt idx="6628">
                  <c:v>45111.166666666657</c:v>
                </c:pt>
                <c:pt idx="6629">
                  <c:v>45111.208333333343</c:v>
                </c:pt>
                <c:pt idx="6630">
                  <c:v>45111.25</c:v>
                </c:pt>
                <c:pt idx="6631">
                  <c:v>45111.291666666657</c:v>
                </c:pt>
                <c:pt idx="6632">
                  <c:v>45111.333333333343</c:v>
                </c:pt>
                <c:pt idx="6633">
                  <c:v>45111.375</c:v>
                </c:pt>
                <c:pt idx="6634">
                  <c:v>45111.416666666657</c:v>
                </c:pt>
                <c:pt idx="6635">
                  <c:v>45111.458333333343</c:v>
                </c:pt>
                <c:pt idx="6636">
                  <c:v>45111.5</c:v>
                </c:pt>
                <c:pt idx="6637">
                  <c:v>45111.541666666657</c:v>
                </c:pt>
                <c:pt idx="6638">
                  <c:v>45111.583333333343</c:v>
                </c:pt>
                <c:pt idx="6639">
                  <c:v>45111.625</c:v>
                </c:pt>
                <c:pt idx="6640">
                  <c:v>45111.666666666657</c:v>
                </c:pt>
                <c:pt idx="6641">
                  <c:v>45111.708333333343</c:v>
                </c:pt>
                <c:pt idx="6642">
                  <c:v>45111.75</c:v>
                </c:pt>
                <c:pt idx="6643">
                  <c:v>45111.791666666657</c:v>
                </c:pt>
                <c:pt idx="6644">
                  <c:v>45111.833333333343</c:v>
                </c:pt>
                <c:pt idx="6645">
                  <c:v>45111.875</c:v>
                </c:pt>
                <c:pt idx="6646">
                  <c:v>45111.916666666657</c:v>
                </c:pt>
                <c:pt idx="6647">
                  <c:v>45111.958333333343</c:v>
                </c:pt>
                <c:pt idx="6648">
                  <c:v>45112</c:v>
                </c:pt>
                <c:pt idx="6649">
                  <c:v>45112.041666666657</c:v>
                </c:pt>
                <c:pt idx="6650">
                  <c:v>45112.083333333343</c:v>
                </c:pt>
                <c:pt idx="6651">
                  <c:v>45112.125</c:v>
                </c:pt>
                <c:pt idx="6652">
                  <c:v>45112.166666666657</c:v>
                </c:pt>
                <c:pt idx="6653">
                  <c:v>45112.208333333343</c:v>
                </c:pt>
                <c:pt idx="6654">
                  <c:v>45112.25</c:v>
                </c:pt>
                <c:pt idx="6655">
                  <c:v>45112.291666666657</c:v>
                </c:pt>
                <c:pt idx="6656">
                  <c:v>45112.333333333343</c:v>
                </c:pt>
                <c:pt idx="6657">
                  <c:v>45112.375</c:v>
                </c:pt>
                <c:pt idx="6658">
                  <c:v>45112.416666666657</c:v>
                </c:pt>
                <c:pt idx="6659">
                  <c:v>45112.458333333343</c:v>
                </c:pt>
                <c:pt idx="6660">
                  <c:v>45112.5</c:v>
                </c:pt>
                <c:pt idx="6661">
                  <c:v>45112.541666666657</c:v>
                </c:pt>
                <c:pt idx="6662">
                  <c:v>45112.583333333343</c:v>
                </c:pt>
                <c:pt idx="6663">
                  <c:v>45112.625</c:v>
                </c:pt>
                <c:pt idx="6664">
                  <c:v>45112.666666666657</c:v>
                </c:pt>
                <c:pt idx="6665">
                  <c:v>45112.708333333343</c:v>
                </c:pt>
                <c:pt idx="6666">
                  <c:v>45112.75</c:v>
                </c:pt>
                <c:pt idx="6667">
                  <c:v>45112.791666666657</c:v>
                </c:pt>
                <c:pt idx="6668">
                  <c:v>45112.833333333343</c:v>
                </c:pt>
                <c:pt idx="6669">
                  <c:v>45112.875</c:v>
                </c:pt>
                <c:pt idx="6670">
                  <c:v>45112.916666666657</c:v>
                </c:pt>
                <c:pt idx="6671">
                  <c:v>45112.958333333343</c:v>
                </c:pt>
                <c:pt idx="6672">
                  <c:v>45113</c:v>
                </c:pt>
                <c:pt idx="6673">
                  <c:v>45113.041666666657</c:v>
                </c:pt>
                <c:pt idx="6674">
                  <c:v>45113.083333333343</c:v>
                </c:pt>
                <c:pt idx="6675">
                  <c:v>45113.125</c:v>
                </c:pt>
                <c:pt idx="6676">
                  <c:v>45113.166666666657</c:v>
                </c:pt>
                <c:pt idx="6677">
                  <c:v>45113.208333333343</c:v>
                </c:pt>
                <c:pt idx="6678">
                  <c:v>45113.25</c:v>
                </c:pt>
                <c:pt idx="6679">
                  <c:v>45113.291666666657</c:v>
                </c:pt>
                <c:pt idx="6680">
                  <c:v>45113.333333333343</c:v>
                </c:pt>
                <c:pt idx="6681">
                  <c:v>45113.375</c:v>
                </c:pt>
                <c:pt idx="6682">
                  <c:v>45113.416666666657</c:v>
                </c:pt>
                <c:pt idx="6683">
                  <c:v>45113.458333333343</c:v>
                </c:pt>
                <c:pt idx="6684">
                  <c:v>45113.5</c:v>
                </c:pt>
                <c:pt idx="6685">
                  <c:v>45113.541666666657</c:v>
                </c:pt>
                <c:pt idx="6686">
                  <c:v>45113.583333333343</c:v>
                </c:pt>
                <c:pt idx="6687">
                  <c:v>45113.625</c:v>
                </c:pt>
                <c:pt idx="6688">
                  <c:v>45113.666666666657</c:v>
                </c:pt>
                <c:pt idx="6689">
                  <c:v>45113.708333333343</c:v>
                </c:pt>
                <c:pt idx="6690">
                  <c:v>45113.75</c:v>
                </c:pt>
                <c:pt idx="6691">
                  <c:v>45113.791666666657</c:v>
                </c:pt>
                <c:pt idx="6692">
                  <c:v>45113.833333333343</c:v>
                </c:pt>
                <c:pt idx="6693">
                  <c:v>45113.875</c:v>
                </c:pt>
                <c:pt idx="6694">
                  <c:v>45113.916666666657</c:v>
                </c:pt>
                <c:pt idx="6695">
                  <c:v>45113.958333333343</c:v>
                </c:pt>
                <c:pt idx="6696">
                  <c:v>45114</c:v>
                </c:pt>
                <c:pt idx="6697">
                  <c:v>45114.041666666657</c:v>
                </c:pt>
                <c:pt idx="6698">
                  <c:v>45114.083333333343</c:v>
                </c:pt>
                <c:pt idx="6699">
                  <c:v>45114.125</c:v>
                </c:pt>
                <c:pt idx="6700">
                  <c:v>45114.166666666657</c:v>
                </c:pt>
                <c:pt idx="6701">
                  <c:v>45114.208333333343</c:v>
                </c:pt>
                <c:pt idx="6702">
                  <c:v>45114.25</c:v>
                </c:pt>
                <c:pt idx="6703">
                  <c:v>45114.291666666657</c:v>
                </c:pt>
                <c:pt idx="6704">
                  <c:v>45114.333333333343</c:v>
                </c:pt>
                <c:pt idx="6705">
                  <c:v>45114.375</c:v>
                </c:pt>
                <c:pt idx="6706">
                  <c:v>45114.416666666657</c:v>
                </c:pt>
                <c:pt idx="6707">
                  <c:v>45114.458333333343</c:v>
                </c:pt>
                <c:pt idx="6708">
                  <c:v>45114.5</c:v>
                </c:pt>
                <c:pt idx="6709">
                  <c:v>45114.541666666657</c:v>
                </c:pt>
                <c:pt idx="6710">
                  <c:v>45114.583333333343</c:v>
                </c:pt>
                <c:pt idx="6711">
                  <c:v>45114.625</c:v>
                </c:pt>
                <c:pt idx="6712">
                  <c:v>45114.666666666657</c:v>
                </c:pt>
                <c:pt idx="6713">
                  <c:v>45114.708333333343</c:v>
                </c:pt>
                <c:pt idx="6714">
                  <c:v>45114.75</c:v>
                </c:pt>
                <c:pt idx="6715">
                  <c:v>45114.791666666657</c:v>
                </c:pt>
                <c:pt idx="6716">
                  <c:v>45114.833333333343</c:v>
                </c:pt>
                <c:pt idx="6717">
                  <c:v>45114.875</c:v>
                </c:pt>
                <c:pt idx="6718">
                  <c:v>45114.916666666657</c:v>
                </c:pt>
                <c:pt idx="6719">
                  <c:v>45114.958333333343</c:v>
                </c:pt>
                <c:pt idx="6720">
                  <c:v>45115</c:v>
                </c:pt>
                <c:pt idx="6721">
                  <c:v>45115.041666666657</c:v>
                </c:pt>
                <c:pt idx="6722">
                  <c:v>45115.083333333343</c:v>
                </c:pt>
                <c:pt idx="6723">
                  <c:v>45115.125</c:v>
                </c:pt>
                <c:pt idx="6724">
                  <c:v>45115.166666666657</c:v>
                </c:pt>
                <c:pt idx="6725">
                  <c:v>45115.208333333343</c:v>
                </c:pt>
                <c:pt idx="6726">
                  <c:v>45115.25</c:v>
                </c:pt>
                <c:pt idx="6727">
                  <c:v>45115.291666666657</c:v>
                </c:pt>
                <c:pt idx="6728">
                  <c:v>45115.333333333343</c:v>
                </c:pt>
                <c:pt idx="6729">
                  <c:v>45115.375</c:v>
                </c:pt>
                <c:pt idx="6730">
                  <c:v>45115.416666666657</c:v>
                </c:pt>
                <c:pt idx="6731">
                  <c:v>45115.458333333343</c:v>
                </c:pt>
                <c:pt idx="6732">
                  <c:v>45115.5</c:v>
                </c:pt>
                <c:pt idx="6733">
                  <c:v>45115.541666666657</c:v>
                </c:pt>
                <c:pt idx="6734">
                  <c:v>45115.583333333343</c:v>
                </c:pt>
                <c:pt idx="6735">
                  <c:v>45115.625</c:v>
                </c:pt>
                <c:pt idx="6736">
                  <c:v>45115.666666666657</c:v>
                </c:pt>
                <c:pt idx="6737">
                  <c:v>45115.708333333343</c:v>
                </c:pt>
                <c:pt idx="6738">
                  <c:v>45115.75</c:v>
                </c:pt>
                <c:pt idx="6739">
                  <c:v>45115.791666666657</c:v>
                </c:pt>
                <c:pt idx="6740">
                  <c:v>45115.833333333343</c:v>
                </c:pt>
                <c:pt idx="6741">
                  <c:v>45115.875</c:v>
                </c:pt>
                <c:pt idx="6742">
                  <c:v>45115.916666666657</c:v>
                </c:pt>
                <c:pt idx="6743">
                  <c:v>45115.958333333343</c:v>
                </c:pt>
                <c:pt idx="6744">
                  <c:v>45116</c:v>
                </c:pt>
                <c:pt idx="6745">
                  <c:v>45116.041666666657</c:v>
                </c:pt>
                <c:pt idx="6746">
                  <c:v>45116.083333333343</c:v>
                </c:pt>
                <c:pt idx="6747">
                  <c:v>45116.125</c:v>
                </c:pt>
                <c:pt idx="6748">
                  <c:v>45116.166666666657</c:v>
                </c:pt>
                <c:pt idx="6749">
                  <c:v>45116.208333333343</c:v>
                </c:pt>
                <c:pt idx="6750">
                  <c:v>45116.25</c:v>
                </c:pt>
                <c:pt idx="6751">
                  <c:v>45116.291666666657</c:v>
                </c:pt>
                <c:pt idx="6752">
                  <c:v>45116.333333333343</c:v>
                </c:pt>
                <c:pt idx="6753">
                  <c:v>45116.375</c:v>
                </c:pt>
                <c:pt idx="6754">
                  <c:v>45116.416666666657</c:v>
                </c:pt>
                <c:pt idx="6755">
                  <c:v>45116.458333333343</c:v>
                </c:pt>
                <c:pt idx="6756">
                  <c:v>45116.5</c:v>
                </c:pt>
                <c:pt idx="6757">
                  <c:v>45116.541666666657</c:v>
                </c:pt>
                <c:pt idx="6758">
                  <c:v>45116.583333333343</c:v>
                </c:pt>
                <c:pt idx="6759">
                  <c:v>45116.625</c:v>
                </c:pt>
                <c:pt idx="6760">
                  <c:v>45116.666666666657</c:v>
                </c:pt>
                <c:pt idx="6761">
                  <c:v>45116.708333333343</c:v>
                </c:pt>
                <c:pt idx="6762">
                  <c:v>45116.75</c:v>
                </c:pt>
                <c:pt idx="6763">
                  <c:v>45116.791666666657</c:v>
                </c:pt>
                <c:pt idx="6764">
                  <c:v>45116.833333333343</c:v>
                </c:pt>
                <c:pt idx="6765">
                  <c:v>45116.875</c:v>
                </c:pt>
                <c:pt idx="6766">
                  <c:v>45116.916666666657</c:v>
                </c:pt>
                <c:pt idx="6767">
                  <c:v>45116.958333333343</c:v>
                </c:pt>
                <c:pt idx="6768">
                  <c:v>45117</c:v>
                </c:pt>
                <c:pt idx="6769">
                  <c:v>45117.041666666657</c:v>
                </c:pt>
                <c:pt idx="6770">
                  <c:v>45117.083333333343</c:v>
                </c:pt>
                <c:pt idx="6771">
                  <c:v>45117.125</c:v>
                </c:pt>
                <c:pt idx="6772">
                  <c:v>45117.166666666657</c:v>
                </c:pt>
                <c:pt idx="6773">
                  <c:v>45117.208333333343</c:v>
                </c:pt>
                <c:pt idx="6774">
                  <c:v>45117.25</c:v>
                </c:pt>
                <c:pt idx="6775">
                  <c:v>45117.291666666657</c:v>
                </c:pt>
                <c:pt idx="6776">
                  <c:v>45117.333333333343</c:v>
                </c:pt>
                <c:pt idx="6777">
                  <c:v>45117.375</c:v>
                </c:pt>
                <c:pt idx="6778">
                  <c:v>45117.416666666657</c:v>
                </c:pt>
                <c:pt idx="6779">
                  <c:v>45117.458333333343</c:v>
                </c:pt>
                <c:pt idx="6780">
                  <c:v>45117.5</c:v>
                </c:pt>
                <c:pt idx="6781">
                  <c:v>45117.541666666657</c:v>
                </c:pt>
                <c:pt idx="6782">
                  <c:v>45117.583333333343</c:v>
                </c:pt>
                <c:pt idx="6783">
                  <c:v>45117.625</c:v>
                </c:pt>
                <c:pt idx="6784">
                  <c:v>45117.666666666657</c:v>
                </c:pt>
                <c:pt idx="6785">
                  <c:v>45117.708333333343</c:v>
                </c:pt>
                <c:pt idx="6786">
                  <c:v>45117.75</c:v>
                </c:pt>
                <c:pt idx="6787">
                  <c:v>45117.791666666657</c:v>
                </c:pt>
                <c:pt idx="6788">
                  <c:v>45117.833333333343</c:v>
                </c:pt>
                <c:pt idx="6789">
                  <c:v>45117.875</c:v>
                </c:pt>
                <c:pt idx="6790">
                  <c:v>45117.916666666657</c:v>
                </c:pt>
                <c:pt idx="6791">
                  <c:v>45117.958333333343</c:v>
                </c:pt>
                <c:pt idx="6792">
                  <c:v>45118</c:v>
                </c:pt>
                <c:pt idx="6793">
                  <c:v>45118.041666666657</c:v>
                </c:pt>
                <c:pt idx="6794">
                  <c:v>45118.083333333343</c:v>
                </c:pt>
                <c:pt idx="6795">
                  <c:v>45118.125</c:v>
                </c:pt>
                <c:pt idx="6796">
                  <c:v>45118.166666666657</c:v>
                </c:pt>
                <c:pt idx="6797">
                  <c:v>45118.208333333343</c:v>
                </c:pt>
                <c:pt idx="6798">
                  <c:v>45118.25</c:v>
                </c:pt>
                <c:pt idx="6799">
                  <c:v>45118.291666666657</c:v>
                </c:pt>
                <c:pt idx="6800">
                  <c:v>45118.333333333343</c:v>
                </c:pt>
                <c:pt idx="6801">
                  <c:v>45118.375</c:v>
                </c:pt>
                <c:pt idx="6802">
                  <c:v>45118.416666666657</c:v>
                </c:pt>
                <c:pt idx="6803">
                  <c:v>45118.458333333343</c:v>
                </c:pt>
                <c:pt idx="6804">
                  <c:v>45118.5</c:v>
                </c:pt>
                <c:pt idx="6805">
                  <c:v>45118.541666666657</c:v>
                </c:pt>
                <c:pt idx="6806">
                  <c:v>45118.583333333343</c:v>
                </c:pt>
                <c:pt idx="6807">
                  <c:v>45118.625</c:v>
                </c:pt>
                <c:pt idx="6808">
                  <c:v>45118.666666666657</c:v>
                </c:pt>
                <c:pt idx="6809">
                  <c:v>45118.708333333343</c:v>
                </c:pt>
                <c:pt idx="6810">
                  <c:v>45118.75</c:v>
                </c:pt>
                <c:pt idx="6811">
                  <c:v>45118.791666666657</c:v>
                </c:pt>
                <c:pt idx="6812">
                  <c:v>45118.833333333343</c:v>
                </c:pt>
                <c:pt idx="6813">
                  <c:v>45118.875</c:v>
                </c:pt>
                <c:pt idx="6814">
                  <c:v>45118.916666666657</c:v>
                </c:pt>
                <c:pt idx="6815">
                  <c:v>45118.958333333343</c:v>
                </c:pt>
                <c:pt idx="6816">
                  <c:v>45119</c:v>
                </c:pt>
                <c:pt idx="6817">
                  <c:v>45119.041666666657</c:v>
                </c:pt>
                <c:pt idx="6818">
                  <c:v>45119.083333333343</c:v>
                </c:pt>
                <c:pt idx="6819">
                  <c:v>45119.125</c:v>
                </c:pt>
                <c:pt idx="6820">
                  <c:v>45119.166666666657</c:v>
                </c:pt>
                <c:pt idx="6821">
                  <c:v>45119.208333333343</c:v>
                </c:pt>
                <c:pt idx="6822">
                  <c:v>45119.25</c:v>
                </c:pt>
                <c:pt idx="6823">
                  <c:v>45119.291666666657</c:v>
                </c:pt>
                <c:pt idx="6824">
                  <c:v>45119.333333333343</c:v>
                </c:pt>
                <c:pt idx="6825">
                  <c:v>45119.375</c:v>
                </c:pt>
                <c:pt idx="6826">
                  <c:v>45119.416666666657</c:v>
                </c:pt>
                <c:pt idx="6827">
                  <c:v>45119.458333333343</c:v>
                </c:pt>
                <c:pt idx="6828">
                  <c:v>45119.5</c:v>
                </c:pt>
                <c:pt idx="6829">
                  <c:v>45119.541666666657</c:v>
                </c:pt>
                <c:pt idx="6830">
                  <c:v>45119.583333333343</c:v>
                </c:pt>
                <c:pt idx="6831">
                  <c:v>45119.625</c:v>
                </c:pt>
                <c:pt idx="6832">
                  <c:v>45119.666666666657</c:v>
                </c:pt>
                <c:pt idx="6833">
                  <c:v>45119.708333333343</c:v>
                </c:pt>
                <c:pt idx="6834">
                  <c:v>45119.75</c:v>
                </c:pt>
                <c:pt idx="6835">
                  <c:v>45119.791666666657</c:v>
                </c:pt>
                <c:pt idx="6836">
                  <c:v>45119.833333333343</c:v>
                </c:pt>
                <c:pt idx="6837">
                  <c:v>45119.875</c:v>
                </c:pt>
                <c:pt idx="6838">
                  <c:v>45119.916666666657</c:v>
                </c:pt>
                <c:pt idx="6839">
                  <c:v>45119.958333333343</c:v>
                </c:pt>
                <c:pt idx="6840">
                  <c:v>45120</c:v>
                </c:pt>
                <c:pt idx="6841">
                  <c:v>45120.041666666657</c:v>
                </c:pt>
                <c:pt idx="6842">
                  <c:v>45120.083333333343</c:v>
                </c:pt>
                <c:pt idx="6843">
                  <c:v>45120.125</c:v>
                </c:pt>
                <c:pt idx="6844">
                  <c:v>45120.166666666657</c:v>
                </c:pt>
                <c:pt idx="6845">
                  <c:v>45120.208333333343</c:v>
                </c:pt>
                <c:pt idx="6846">
                  <c:v>45120.25</c:v>
                </c:pt>
                <c:pt idx="6847">
                  <c:v>45120.291666666657</c:v>
                </c:pt>
                <c:pt idx="6848">
                  <c:v>45120.333333333343</c:v>
                </c:pt>
                <c:pt idx="6849">
                  <c:v>45120.375</c:v>
                </c:pt>
                <c:pt idx="6850">
                  <c:v>45120.416666666657</c:v>
                </c:pt>
                <c:pt idx="6851">
                  <c:v>45120.458333333343</c:v>
                </c:pt>
                <c:pt idx="6852">
                  <c:v>45120.5</c:v>
                </c:pt>
                <c:pt idx="6853">
                  <c:v>45120.541666666657</c:v>
                </c:pt>
                <c:pt idx="6854">
                  <c:v>45120.583333333343</c:v>
                </c:pt>
                <c:pt idx="6855">
                  <c:v>45120.625</c:v>
                </c:pt>
                <c:pt idx="6856">
                  <c:v>45120.666666666657</c:v>
                </c:pt>
                <c:pt idx="6857">
                  <c:v>45120.708333333343</c:v>
                </c:pt>
                <c:pt idx="6858">
                  <c:v>45120.75</c:v>
                </c:pt>
                <c:pt idx="6859">
                  <c:v>45120.791666666657</c:v>
                </c:pt>
                <c:pt idx="6860">
                  <c:v>45120.833333333343</c:v>
                </c:pt>
                <c:pt idx="6861">
                  <c:v>45120.875</c:v>
                </c:pt>
                <c:pt idx="6862">
                  <c:v>45120.916666666657</c:v>
                </c:pt>
                <c:pt idx="6863">
                  <c:v>45120.958333333343</c:v>
                </c:pt>
                <c:pt idx="6864">
                  <c:v>45121</c:v>
                </c:pt>
                <c:pt idx="6865">
                  <c:v>45121.041666666657</c:v>
                </c:pt>
                <c:pt idx="6866">
                  <c:v>45121.083333333343</c:v>
                </c:pt>
                <c:pt idx="6867">
                  <c:v>45121.125</c:v>
                </c:pt>
                <c:pt idx="6868">
                  <c:v>45121.166666666657</c:v>
                </c:pt>
                <c:pt idx="6869">
                  <c:v>45121.208333333343</c:v>
                </c:pt>
                <c:pt idx="6870">
                  <c:v>45121.25</c:v>
                </c:pt>
                <c:pt idx="6871">
                  <c:v>45121.291666666657</c:v>
                </c:pt>
                <c:pt idx="6872">
                  <c:v>45121.333333333343</c:v>
                </c:pt>
                <c:pt idx="6873">
                  <c:v>45121.375</c:v>
                </c:pt>
                <c:pt idx="6874">
                  <c:v>45121.416666666657</c:v>
                </c:pt>
                <c:pt idx="6875">
                  <c:v>45121.458333333343</c:v>
                </c:pt>
                <c:pt idx="6876">
                  <c:v>45121.5</c:v>
                </c:pt>
                <c:pt idx="6877">
                  <c:v>45121.541666666657</c:v>
                </c:pt>
                <c:pt idx="6878">
                  <c:v>45121.583333333343</c:v>
                </c:pt>
                <c:pt idx="6879">
                  <c:v>45121.625</c:v>
                </c:pt>
                <c:pt idx="6880">
                  <c:v>45121.666666666657</c:v>
                </c:pt>
                <c:pt idx="6881">
                  <c:v>45121.708333333343</c:v>
                </c:pt>
                <c:pt idx="6882">
                  <c:v>45121.75</c:v>
                </c:pt>
                <c:pt idx="6883">
                  <c:v>45121.791666666657</c:v>
                </c:pt>
                <c:pt idx="6884">
                  <c:v>45121.833333333343</c:v>
                </c:pt>
                <c:pt idx="6885">
                  <c:v>45121.875</c:v>
                </c:pt>
                <c:pt idx="6886">
                  <c:v>45121.916666666657</c:v>
                </c:pt>
                <c:pt idx="6887">
                  <c:v>45121.958333333343</c:v>
                </c:pt>
                <c:pt idx="6888">
                  <c:v>45122</c:v>
                </c:pt>
                <c:pt idx="6889">
                  <c:v>45122.041666666657</c:v>
                </c:pt>
                <c:pt idx="6890">
                  <c:v>45122.083333333343</c:v>
                </c:pt>
                <c:pt idx="6891">
                  <c:v>45122.125</c:v>
                </c:pt>
                <c:pt idx="6892">
                  <c:v>45122.166666666657</c:v>
                </c:pt>
                <c:pt idx="6893">
                  <c:v>45122.208333333343</c:v>
                </c:pt>
                <c:pt idx="6894">
                  <c:v>45122.25</c:v>
                </c:pt>
                <c:pt idx="6895">
                  <c:v>45122.291666666657</c:v>
                </c:pt>
                <c:pt idx="6896">
                  <c:v>45122.333333333343</c:v>
                </c:pt>
                <c:pt idx="6897">
                  <c:v>45122.375</c:v>
                </c:pt>
                <c:pt idx="6898">
                  <c:v>45122.416666666657</c:v>
                </c:pt>
                <c:pt idx="6899">
                  <c:v>45122.458333333343</c:v>
                </c:pt>
                <c:pt idx="6900">
                  <c:v>45122.5</c:v>
                </c:pt>
                <c:pt idx="6901">
                  <c:v>45122.541666666657</c:v>
                </c:pt>
                <c:pt idx="6902">
                  <c:v>45122.583333333343</c:v>
                </c:pt>
                <c:pt idx="6903">
                  <c:v>45122.625</c:v>
                </c:pt>
                <c:pt idx="6904">
                  <c:v>45122.666666666657</c:v>
                </c:pt>
                <c:pt idx="6905">
                  <c:v>45122.708333333343</c:v>
                </c:pt>
                <c:pt idx="6906">
                  <c:v>45122.75</c:v>
                </c:pt>
                <c:pt idx="6907">
                  <c:v>45122.791666666657</c:v>
                </c:pt>
                <c:pt idx="6908">
                  <c:v>45122.833333333343</c:v>
                </c:pt>
                <c:pt idx="6909">
                  <c:v>45122.875</c:v>
                </c:pt>
                <c:pt idx="6910">
                  <c:v>45122.916666666657</c:v>
                </c:pt>
                <c:pt idx="6911">
                  <c:v>45122.958333333343</c:v>
                </c:pt>
                <c:pt idx="6912">
                  <c:v>45123</c:v>
                </c:pt>
                <c:pt idx="6913">
                  <c:v>45123.041666666657</c:v>
                </c:pt>
                <c:pt idx="6914">
                  <c:v>45123.083333333343</c:v>
                </c:pt>
                <c:pt idx="6915">
                  <c:v>45123.125</c:v>
                </c:pt>
                <c:pt idx="6916">
                  <c:v>45123.166666666657</c:v>
                </c:pt>
                <c:pt idx="6917">
                  <c:v>45123.208333333343</c:v>
                </c:pt>
                <c:pt idx="6918">
                  <c:v>45123.25</c:v>
                </c:pt>
                <c:pt idx="6919">
                  <c:v>45123.291666666657</c:v>
                </c:pt>
                <c:pt idx="6920">
                  <c:v>45123.333333333343</c:v>
                </c:pt>
                <c:pt idx="6921">
                  <c:v>45123.375</c:v>
                </c:pt>
                <c:pt idx="6922">
                  <c:v>45123.416666666657</c:v>
                </c:pt>
                <c:pt idx="6923">
                  <c:v>45123.458333333343</c:v>
                </c:pt>
                <c:pt idx="6924">
                  <c:v>45123.5</c:v>
                </c:pt>
                <c:pt idx="6925">
                  <c:v>45123.541666666657</c:v>
                </c:pt>
                <c:pt idx="6926">
                  <c:v>45123.583333333343</c:v>
                </c:pt>
                <c:pt idx="6927">
                  <c:v>45123.625</c:v>
                </c:pt>
                <c:pt idx="6928">
                  <c:v>45123.666666666657</c:v>
                </c:pt>
                <c:pt idx="6929">
                  <c:v>45123.708333333343</c:v>
                </c:pt>
                <c:pt idx="6930">
                  <c:v>45123.75</c:v>
                </c:pt>
                <c:pt idx="6931">
                  <c:v>45123.791666666657</c:v>
                </c:pt>
                <c:pt idx="6932">
                  <c:v>45123.833333333343</c:v>
                </c:pt>
                <c:pt idx="6933">
                  <c:v>45123.875</c:v>
                </c:pt>
                <c:pt idx="6934">
                  <c:v>45123.916666666657</c:v>
                </c:pt>
                <c:pt idx="6935">
                  <c:v>45123.958333333343</c:v>
                </c:pt>
                <c:pt idx="6936">
                  <c:v>45124</c:v>
                </c:pt>
                <c:pt idx="6937">
                  <c:v>45124.041666666657</c:v>
                </c:pt>
                <c:pt idx="6938">
                  <c:v>45124.083333333343</c:v>
                </c:pt>
                <c:pt idx="6939">
                  <c:v>45124.125</c:v>
                </c:pt>
                <c:pt idx="6940">
                  <c:v>45124.166666666657</c:v>
                </c:pt>
                <c:pt idx="6941">
                  <c:v>45124.208333333343</c:v>
                </c:pt>
                <c:pt idx="6942">
                  <c:v>45124.25</c:v>
                </c:pt>
                <c:pt idx="6943">
                  <c:v>45124.291666666657</c:v>
                </c:pt>
                <c:pt idx="6944">
                  <c:v>45124.333333333343</c:v>
                </c:pt>
                <c:pt idx="6945">
                  <c:v>45124.375</c:v>
                </c:pt>
                <c:pt idx="6946">
                  <c:v>45124.416666666657</c:v>
                </c:pt>
                <c:pt idx="6947">
                  <c:v>45124.458333333343</c:v>
                </c:pt>
                <c:pt idx="6948">
                  <c:v>45124.5</c:v>
                </c:pt>
                <c:pt idx="6949">
                  <c:v>45124.541666666657</c:v>
                </c:pt>
                <c:pt idx="6950">
                  <c:v>45124.583333333343</c:v>
                </c:pt>
                <c:pt idx="6951">
                  <c:v>45124.625</c:v>
                </c:pt>
                <c:pt idx="6952">
                  <c:v>45124.666666666657</c:v>
                </c:pt>
                <c:pt idx="6953">
                  <c:v>45124.708333333343</c:v>
                </c:pt>
                <c:pt idx="6954">
                  <c:v>45124.75</c:v>
                </c:pt>
                <c:pt idx="6955">
                  <c:v>45124.791666666657</c:v>
                </c:pt>
                <c:pt idx="6956">
                  <c:v>45124.833333333343</c:v>
                </c:pt>
                <c:pt idx="6957">
                  <c:v>45124.875</c:v>
                </c:pt>
                <c:pt idx="6958">
                  <c:v>45124.916666666657</c:v>
                </c:pt>
                <c:pt idx="6959">
                  <c:v>45124.958333333343</c:v>
                </c:pt>
                <c:pt idx="6960">
                  <c:v>45125</c:v>
                </c:pt>
                <c:pt idx="6961">
                  <c:v>45125.041666666657</c:v>
                </c:pt>
                <c:pt idx="6962">
                  <c:v>45125.083333333343</c:v>
                </c:pt>
                <c:pt idx="6963">
                  <c:v>45125.125</c:v>
                </c:pt>
                <c:pt idx="6964">
                  <c:v>45125.166666666657</c:v>
                </c:pt>
                <c:pt idx="6965">
                  <c:v>45125.208333333343</c:v>
                </c:pt>
                <c:pt idx="6966">
                  <c:v>45125.25</c:v>
                </c:pt>
                <c:pt idx="6967">
                  <c:v>45125.291666666657</c:v>
                </c:pt>
                <c:pt idx="6968">
                  <c:v>45125.333333333343</c:v>
                </c:pt>
                <c:pt idx="6969">
                  <c:v>45125.375</c:v>
                </c:pt>
                <c:pt idx="6970">
                  <c:v>45125.416666666657</c:v>
                </c:pt>
                <c:pt idx="6971">
                  <c:v>45125.458333333343</c:v>
                </c:pt>
                <c:pt idx="6972">
                  <c:v>45125.5</c:v>
                </c:pt>
                <c:pt idx="6973">
                  <c:v>45125.541666666657</c:v>
                </c:pt>
                <c:pt idx="6974">
                  <c:v>45125.583333333343</c:v>
                </c:pt>
                <c:pt idx="6975">
                  <c:v>45125.625</c:v>
                </c:pt>
                <c:pt idx="6976">
                  <c:v>45125.666666666657</c:v>
                </c:pt>
                <c:pt idx="6977">
                  <c:v>45125.708333333343</c:v>
                </c:pt>
                <c:pt idx="6978">
                  <c:v>45125.75</c:v>
                </c:pt>
                <c:pt idx="6979">
                  <c:v>45125.791666666657</c:v>
                </c:pt>
                <c:pt idx="6980">
                  <c:v>45125.833333333343</c:v>
                </c:pt>
                <c:pt idx="6981">
                  <c:v>45125.875</c:v>
                </c:pt>
                <c:pt idx="6982">
                  <c:v>45125.916666666657</c:v>
                </c:pt>
                <c:pt idx="6983">
                  <c:v>45125.958333333343</c:v>
                </c:pt>
                <c:pt idx="6984">
                  <c:v>45126</c:v>
                </c:pt>
                <c:pt idx="6985">
                  <c:v>45126.041666666657</c:v>
                </c:pt>
                <c:pt idx="6986">
                  <c:v>45126.083333333343</c:v>
                </c:pt>
                <c:pt idx="6987">
                  <c:v>45126.125</c:v>
                </c:pt>
                <c:pt idx="6988">
                  <c:v>45126.166666666657</c:v>
                </c:pt>
                <c:pt idx="6989">
                  <c:v>45126.208333333343</c:v>
                </c:pt>
                <c:pt idx="6990">
                  <c:v>45126.25</c:v>
                </c:pt>
                <c:pt idx="6991">
                  <c:v>45126.291666666657</c:v>
                </c:pt>
                <c:pt idx="6992">
                  <c:v>45126.333333333343</c:v>
                </c:pt>
                <c:pt idx="6993">
                  <c:v>45126.375</c:v>
                </c:pt>
                <c:pt idx="6994">
                  <c:v>45126.416666666657</c:v>
                </c:pt>
                <c:pt idx="6995">
                  <c:v>45126.458333333343</c:v>
                </c:pt>
                <c:pt idx="6996">
                  <c:v>45126.5</c:v>
                </c:pt>
                <c:pt idx="6997">
                  <c:v>45126.541666666657</c:v>
                </c:pt>
                <c:pt idx="6998">
                  <c:v>45126.583333333343</c:v>
                </c:pt>
                <c:pt idx="6999">
                  <c:v>45126.625</c:v>
                </c:pt>
                <c:pt idx="7000">
                  <c:v>45126.666666666657</c:v>
                </c:pt>
                <c:pt idx="7001">
                  <c:v>45126.708333333343</c:v>
                </c:pt>
                <c:pt idx="7002">
                  <c:v>45126.75</c:v>
                </c:pt>
                <c:pt idx="7003">
                  <c:v>45126.791666666657</c:v>
                </c:pt>
                <c:pt idx="7004">
                  <c:v>45126.833333333343</c:v>
                </c:pt>
                <c:pt idx="7005">
                  <c:v>45126.875</c:v>
                </c:pt>
                <c:pt idx="7006">
                  <c:v>45126.916666666657</c:v>
                </c:pt>
                <c:pt idx="7007">
                  <c:v>45126.958333333343</c:v>
                </c:pt>
                <c:pt idx="7008">
                  <c:v>45127</c:v>
                </c:pt>
                <c:pt idx="7009">
                  <c:v>45127.041666666657</c:v>
                </c:pt>
                <c:pt idx="7010">
                  <c:v>45127.083333333343</c:v>
                </c:pt>
                <c:pt idx="7011">
                  <c:v>45127.125</c:v>
                </c:pt>
                <c:pt idx="7012">
                  <c:v>45127.166666666657</c:v>
                </c:pt>
                <c:pt idx="7013">
                  <c:v>45127.208333333343</c:v>
                </c:pt>
                <c:pt idx="7014">
                  <c:v>45127.25</c:v>
                </c:pt>
                <c:pt idx="7015">
                  <c:v>45127.291666666657</c:v>
                </c:pt>
                <c:pt idx="7016">
                  <c:v>45127.333333333343</c:v>
                </c:pt>
                <c:pt idx="7017">
                  <c:v>45127.375</c:v>
                </c:pt>
                <c:pt idx="7018">
                  <c:v>45127.416666666657</c:v>
                </c:pt>
                <c:pt idx="7019">
                  <c:v>45127.458333333343</c:v>
                </c:pt>
                <c:pt idx="7020">
                  <c:v>45127.5</c:v>
                </c:pt>
                <c:pt idx="7021">
                  <c:v>45127.541666666657</c:v>
                </c:pt>
                <c:pt idx="7022">
                  <c:v>45127.583333333343</c:v>
                </c:pt>
                <c:pt idx="7023">
                  <c:v>45127.625</c:v>
                </c:pt>
                <c:pt idx="7024">
                  <c:v>45127.666666666657</c:v>
                </c:pt>
                <c:pt idx="7025">
                  <c:v>45127.708333333343</c:v>
                </c:pt>
                <c:pt idx="7026">
                  <c:v>45127.75</c:v>
                </c:pt>
                <c:pt idx="7027">
                  <c:v>45127.791666666657</c:v>
                </c:pt>
                <c:pt idx="7028">
                  <c:v>45127.833333333343</c:v>
                </c:pt>
                <c:pt idx="7029">
                  <c:v>45127.875</c:v>
                </c:pt>
                <c:pt idx="7030">
                  <c:v>45127.916666666657</c:v>
                </c:pt>
                <c:pt idx="7031">
                  <c:v>45127.958333333343</c:v>
                </c:pt>
                <c:pt idx="7032">
                  <c:v>45128</c:v>
                </c:pt>
                <c:pt idx="7033">
                  <c:v>45128.041666666657</c:v>
                </c:pt>
                <c:pt idx="7034">
                  <c:v>45128.083333333343</c:v>
                </c:pt>
                <c:pt idx="7035">
                  <c:v>45128.125</c:v>
                </c:pt>
                <c:pt idx="7036">
                  <c:v>45128.166666666657</c:v>
                </c:pt>
                <c:pt idx="7037">
                  <c:v>45128.208333333343</c:v>
                </c:pt>
                <c:pt idx="7038">
                  <c:v>45128.25</c:v>
                </c:pt>
                <c:pt idx="7039">
                  <c:v>45128.291666666657</c:v>
                </c:pt>
                <c:pt idx="7040">
                  <c:v>45128.333333333343</c:v>
                </c:pt>
                <c:pt idx="7041">
                  <c:v>45128.375</c:v>
                </c:pt>
                <c:pt idx="7042">
                  <c:v>45128.416666666657</c:v>
                </c:pt>
                <c:pt idx="7043">
                  <c:v>45128.458333333343</c:v>
                </c:pt>
                <c:pt idx="7044">
                  <c:v>45128.5</c:v>
                </c:pt>
                <c:pt idx="7045">
                  <c:v>45128.541666666657</c:v>
                </c:pt>
                <c:pt idx="7046">
                  <c:v>45128.583333333343</c:v>
                </c:pt>
                <c:pt idx="7047">
                  <c:v>45128.625</c:v>
                </c:pt>
                <c:pt idx="7048">
                  <c:v>45128.666666666657</c:v>
                </c:pt>
                <c:pt idx="7049">
                  <c:v>45128.708333333343</c:v>
                </c:pt>
                <c:pt idx="7050">
                  <c:v>45128.75</c:v>
                </c:pt>
                <c:pt idx="7051">
                  <c:v>45128.791666666657</c:v>
                </c:pt>
                <c:pt idx="7052">
                  <c:v>45128.833333333343</c:v>
                </c:pt>
                <c:pt idx="7053">
                  <c:v>45128.875</c:v>
                </c:pt>
                <c:pt idx="7054">
                  <c:v>45128.916666666657</c:v>
                </c:pt>
                <c:pt idx="7055">
                  <c:v>45128.958333333343</c:v>
                </c:pt>
                <c:pt idx="7056">
                  <c:v>45129</c:v>
                </c:pt>
                <c:pt idx="7057">
                  <c:v>45129.041666666657</c:v>
                </c:pt>
                <c:pt idx="7058">
                  <c:v>45129.083333333343</c:v>
                </c:pt>
                <c:pt idx="7059">
                  <c:v>45129.125</c:v>
                </c:pt>
                <c:pt idx="7060">
                  <c:v>45129.166666666657</c:v>
                </c:pt>
                <c:pt idx="7061">
                  <c:v>45129.208333333343</c:v>
                </c:pt>
                <c:pt idx="7062">
                  <c:v>45129.25</c:v>
                </c:pt>
                <c:pt idx="7063">
                  <c:v>45129.291666666657</c:v>
                </c:pt>
                <c:pt idx="7064">
                  <c:v>45129.333333333343</c:v>
                </c:pt>
                <c:pt idx="7065">
                  <c:v>45129.375</c:v>
                </c:pt>
                <c:pt idx="7066">
                  <c:v>45129.416666666657</c:v>
                </c:pt>
                <c:pt idx="7067">
                  <c:v>45129.458333333343</c:v>
                </c:pt>
                <c:pt idx="7068">
                  <c:v>45129.5</c:v>
                </c:pt>
                <c:pt idx="7069">
                  <c:v>45129.541666666657</c:v>
                </c:pt>
                <c:pt idx="7070">
                  <c:v>45129.583333333343</c:v>
                </c:pt>
                <c:pt idx="7071">
                  <c:v>45129.625</c:v>
                </c:pt>
                <c:pt idx="7072">
                  <c:v>45129.666666666657</c:v>
                </c:pt>
                <c:pt idx="7073">
                  <c:v>45129.708333333343</c:v>
                </c:pt>
                <c:pt idx="7074">
                  <c:v>45129.75</c:v>
                </c:pt>
                <c:pt idx="7075">
                  <c:v>45129.791666666657</c:v>
                </c:pt>
                <c:pt idx="7076">
                  <c:v>45129.833333333343</c:v>
                </c:pt>
                <c:pt idx="7077">
                  <c:v>45129.875</c:v>
                </c:pt>
                <c:pt idx="7078">
                  <c:v>45129.916666666657</c:v>
                </c:pt>
                <c:pt idx="7079">
                  <c:v>45129.958333333343</c:v>
                </c:pt>
                <c:pt idx="7080">
                  <c:v>45130</c:v>
                </c:pt>
                <c:pt idx="7081">
                  <c:v>45130.041666666657</c:v>
                </c:pt>
                <c:pt idx="7082">
                  <c:v>45130.083333333343</c:v>
                </c:pt>
                <c:pt idx="7083">
                  <c:v>45130.125</c:v>
                </c:pt>
                <c:pt idx="7084">
                  <c:v>45130.166666666657</c:v>
                </c:pt>
                <c:pt idx="7085">
                  <c:v>45130.208333333343</c:v>
                </c:pt>
                <c:pt idx="7086">
                  <c:v>45130.25</c:v>
                </c:pt>
                <c:pt idx="7087">
                  <c:v>45130.291666666657</c:v>
                </c:pt>
                <c:pt idx="7088">
                  <c:v>45130.333333333343</c:v>
                </c:pt>
                <c:pt idx="7089">
                  <c:v>45130.375</c:v>
                </c:pt>
                <c:pt idx="7090">
                  <c:v>45130.416666666657</c:v>
                </c:pt>
                <c:pt idx="7091">
                  <c:v>45130.458333333343</c:v>
                </c:pt>
                <c:pt idx="7092">
                  <c:v>45130.5</c:v>
                </c:pt>
                <c:pt idx="7093">
                  <c:v>45130.541666666657</c:v>
                </c:pt>
                <c:pt idx="7094">
                  <c:v>45130.583333333343</c:v>
                </c:pt>
                <c:pt idx="7095">
                  <c:v>45130.625</c:v>
                </c:pt>
                <c:pt idx="7096">
                  <c:v>45130.666666666657</c:v>
                </c:pt>
                <c:pt idx="7097">
                  <c:v>45130.708333333343</c:v>
                </c:pt>
                <c:pt idx="7098">
                  <c:v>45130.75</c:v>
                </c:pt>
                <c:pt idx="7099">
                  <c:v>45130.791666666657</c:v>
                </c:pt>
                <c:pt idx="7100">
                  <c:v>45130.833333333343</c:v>
                </c:pt>
                <c:pt idx="7101">
                  <c:v>45130.875</c:v>
                </c:pt>
                <c:pt idx="7102">
                  <c:v>45130.916666666657</c:v>
                </c:pt>
                <c:pt idx="7103">
                  <c:v>45130.958333333343</c:v>
                </c:pt>
                <c:pt idx="7104">
                  <c:v>45131</c:v>
                </c:pt>
                <c:pt idx="7105">
                  <c:v>45131.041666666657</c:v>
                </c:pt>
                <c:pt idx="7106">
                  <c:v>45131.083333333343</c:v>
                </c:pt>
                <c:pt idx="7107">
                  <c:v>45131.125</c:v>
                </c:pt>
                <c:pt idx="7108">
                  <c:v>45131.166666666657</c:v>
                </c:pt>
                <c:pt idx="7109">
                  <c:v>45131.208333333343</c:v>
                </c:pt>
                <c:pt idx="7110">
                  <c:v>45131.25</c:v>
                </c:pt>
                <c:pt idx="7111">
                  <c:v>45131.291666666657</c:v>
                </c:pt>
                <c:pt idx="7112">
                  <c:v>45131.333333333343</c:v>
                </c:pt>
                <c:pt idx="7113">
                  <c:v>45131.375</c:v>
                </c:pt>
                <c:pt idx="7114">
                  <c:v>45131.416666666657</c:v>
                </c:pt>
                <c:pt idx="7115">
                  <c:v>45131.458333333343</c:v>
                </c:pt>
                <c:pt idx="7116">
                  <c:v>45131.5</c:v>
                </c:pt>
                <c:pt idx="7117">
                  <c:v>45131.541666666657</c:v>
                </c:pt>
                <c:pt idx="7118">
                  <c:v>45131.583333333343</c:v>
                </c:pt>
                <c:pt idx="7119">
                  <c:v>45131.625</c:v>
                </c:pt>
                <c:pt idx="7120">
                  <c:v>45131.666666666657</c:v>
                </c:pt>
                <c:pt idx="7121">
                  <c:v>45131.708333333343</c:v>
                </c:pt>
                <c:pt idx="7122">
                  <c:v>45131.75</c:v>
                </c:pt>
                <c:pt idx="7123">
                  <c:v>45131.791666666657</c:v>
                </c:pt>
                <c:pt idx="7124">
                  <c:v>45131.833333333343</c:v>
                </c:pt>
                <c:pt idx="7125">
                  <c:v>45131.875</c:v>
                </c:pt>
                <c:pt idx="7126">
                  <c:v>45131.916666666657</c:v>
                </c:pt>
                <c:pt idx="7127">
                  <c:v>45131.958333333343</c:v>
                </c:pt>
                <c:pt idx="7128">
                  <c:v>45132</c:v>
                </c:pt>
                <c:pt idx="7129">
                  <c:v>45132.041666666657</c:v>
                </c:pt>
                <c:pt idx="7130">
                  <c:v>45132.083333333343</c:v>
                </c:pt>
                <c:pt idx="7131">
                  <c:v>45132.125</c:v>
                </c:pt>
                <c:pt idx="7132">
                  <c:v>45132.166666666657</c:v>
                </c:pt>
                <c:pt idx="7133">
                  <c:v>45132.208333333343</c:v>
                </c:pt>
                <c:pt idx="7134">
                  <c:v>45132.25</c:v>
                </c:pt>
                <c:pt idx="7135">
                  <c:v>45132.291666666657</c:v>
                </c:pt>
                <c:pt idx="7136">
                  <c:v>45132.333333333343</c:v>
                </c:pt>
                <c:pt idx="7137">
                  <c:v>45132.375</c:v>
                </c:pt>
                <c:pt idx="7138">
                  <c:v>45132.416666666657</c:v>
                </c:pt>
                <c:pt idx="7139">
                  <c:v>45132.458333333343</c:v>
                </c:pt>
                <c:pt idx="7140">
                  <c:v>45132.5</c:v>
                </c:pt>
                <c:pt idx="7141">
                  <c:v>45132.541666666657</c:v>
                </c:pt>
                <c:pt idx="7142">
                  <c:v>45132.583333333343</c:v>
                </c:pt>
                <c:pt idx="7143">
                  <c:v>45132.625</c:v>
                </c:pt>
                <c:pt idx="7144">
                  <c:v>45132.666666666657</c:v>
                </c:pt>
                <c:pt idx="7145">
                  <c:v>45132.708333333343</c:v>
                </c:pt>
                <c:pt idx="7146">
                  <c:v>45132.75</c:v>
                </c:pt>
                <c:pt idx="7147">
                  <c:v>45132.791666666657</c:v>
                </c:pt>
                <c:pt idx="7148">
                  <c:v>45132.833333333343</c:v>
                </c:pt>
                <c:pt idx="7149">
                  <c:v>45132.875</c:v>
                </c:pt>
                <c:pt idx="7150">
                  <c:v>45132.916666666657</c:v>
                </c:pt>
                <c:pt idx="7151">
                  <c:v>45132.958333333343</c:v>
                </c:pt>
                <c:pt idx="7152">
                  <c:v>45133</c:v>
                </c:pt>
                <c:pt idx="7153">
                  <c:v>45133.041666666657</c:v>
                </c:pt>
                <c:pt idx="7154">
                  <c:v>45133.083333333343</c:v>
                </c:pt>
                <c:pt idx="7155">
                  <c:v>45133.125</c:v>
                </c:pt>
                <c:pt idx="7156">
                  <c:v>45133.166666666657</c:v>
                </c:pt>
                <c:pt idx="7157">
                  <c:v>45133.208333333343</c:v>
                </c:pt>
                <c:pt idx="7158">
                  <c:v>45133.25</c:v>
                </c:pt>
                <c:pt idx="7159">
                  <c:v>45133.291666666657</c:v>
                </c:pt>
                <c:pt idx="7160">
                  <c:v>45133.333333333343</c:v>
                </c:pt>
                <c:pt idx="7161">
                  <c:v>45133.375</c:v>
                </c:pt>
                <c:pt idx="7162">
                  <c:v>45133.416666666657</c:v>
                </c:pt>
                <c:pt idx="7163">
                  <c:v>45133.458333333343</c:v>
                </c:pt>
                <c:pt idx="7164">
                  <c:v>45133.5</c:v>
                </c:pt>
                <c:pt idx="7165">
                  <c:v>45133.541666666657</c:v>
                </c:pt>
                <c:pt idx="7166">
                  <c:v>45133.583333333343</c:v>
                </c:pt>
                <c:pt idx="7167">
                  <c:v>45133.625</c:v>
                </c:pt>
                <c:pt idx="7168">
                  <c:v>45133.666666666657</c:v>
                </c:pt>
                <c:pt idx="7169">
                  <c:v>45133.708333333343</c:v>
                </c:pt>
                <c:pt idx="7170">
                  <c:v>45133.75</c:v>
                </c:pt>
                <c:pt idx="7171">
                  <c:v>45133.791666666657</c:v>
                </c:pt>
                <c:pt idx="7172">
                  <c:v>45133.833333333343</c:v>
                </c:pt>
                <c:pt idx="7173">
                  <c:v>45133.875</c:v>
                </c:pt>
                <c:pt idx="7174">
                  <c:v>45133.916666666657</c:v>
                </c:pt>
                <c:pt idx="7175">
                  <c:v>45133.958333333343</c:v>
                </c:pt>
                <c:pt idx="7176">
                  <c:v>45134</c:v>
                </c:pt>
                <c:pt idx="7177">
                  <c:v>45134.041666666657</c:v>
                </c:pt>
                <c:pt idx="7178">
                  <c:v>45134.083333333343</c:v>
                </c:pt>
                <c:pt idx="7179">
                  <c:v>45134.125</c:v>
                </c:pt>
                <c:pt idx="7180">
                  <c:v>45134.166666666657</c:v>
                </c:pt>
                <c:pt idx="7181">
                  <c:v>45134.208333333343</c:v>
                </c:pt>
                <c:pt idx="7182">
                  <c:v>45134.25</c:v>
                </c:pt>
                <c:pt idx="7183">
                  <c:v>45134.291666666657</c:v>
                </c:pt>
                <c:pt idx="7184">
                  <c:v>45134.333333333343</c:v>
                </c:pt>
                <c:pt idx="7185">
                  <c:v>45134.375</c:v>
                </c:pt>
                <c:pt idx="7186">
                  <c:v>45134.416666666657</c:v>
                </c:pt>
                <c:pt idx="7187">
                  <c:v>45134.458333333343</c:v>
                </c:pt>
                <c:pt idx="7188">
                  <c:v>45134.5</c:v>
                </c:pt>
                <c:pt idx="7189">
                  <c:v>45134.541666666657</c:v>
                </c:pt>
                <c:pt idx="7190">
                  <c:v>45134.583333333343</c:v>
                </c:pt>
                <c:pt idx="7191">
                  <c:v>45134.625</c:v>
                </c:pt>
                <c:pt idx="7192">
                  <c:v>45134.666666666657</c:v>
                </c:pt>
                <c:pt idx="7193">
                  <c:v>45134.708333333343</c:v>
                </c:pt>
                <c:pt idx="7194">
                  <c:v>45134.75</c:v>
                </c:pt>
                <c:pt idx="7195">
                  <c:v>45134.791666666657</c:v>
                </c:pt>
                <c:pt idx="7196">
                  <c:v>45134.833333333343</c:v>
                </c:pt>
                <c:pt idx="7197">
                  <c:v>45134.875</c:v>
                </c:pt>
                <c:pt idx="7198">
                  <c:v>45134.916666666657</c:v>
                </c:pt>
                <c:pt idx="7199">
                  <c:v>45134.958333333343</c:v>
                </c:pt>
                <c:pt idx="7200">
                  <c:v>45135</c:v>
                </c:pt>
                <c:pt idx="7201">
                  <c:v>45135.041666666657</c:v>
                </c:pt>
                <c:pt idx="7202">
                  <c:v>45135.083333333343</c:v>
                </c:pt>
                <c:pt idx="7203">
                  <c:v>45135.125</c:v>
                </c:pt>
                <c:pt idx="7204">
                  <c:v>45135.166666666657</c:v>
                </c:pt>
                <c:pt idx="7205">
                  <c:v>45135.208333333343</c:v>
                </c:pt>
                <c:pt idx="7206">
                  <c:v>45135.25</c:v>
                </c:pt>
                <c:pt idx="7207">
                  <c:v>45135.291666666657</c:v>
                </c:pt>
                <c:pt idx="7208">
                  <c:v>45135.333333333343</c:v>
                </c:pt>
                <c:pt idx="7209">
                  <c:v>45135.375</c:v>
                </c:pt>
                <c:pt idx="7210">
                  <c:v>45135.416666666657</c:v>
                </c:pt>
                <c:pt idx="7211">
                  <c:v>45135.458333333343</c:v>
                </c:pt>
                <c:pt idx="7212">
                  <c:v>45135.5</c:v>
                </c:pt>
                <c:pt idx="7213">
                  <c:v>45135.541666666657</c:v>
                </c:pt>
                <c:pt idx="7214">
                  <c:v>45135.583333333343</c:v>
                </c:pt>
                <c:pt idx="7215">
                  <c:v>45135.625</c:v>
                </c:pt>
                <c:pt idx="7216">
                  <c:v>45135.666666666657</c:v>
                </c:pt>
                <c:pt idx="7217">
                  <c:v>45135.708333333343</c:v>
                </c:pt>
                <c:pt idx="7218">
                  <c:v>45135.75</c:v>
                </c:pt>
                <c:pt idx="7219">
                  <c:v>45135.791666666657</c:v>
                </c:pt>
                <c:pt idx="7220">
                  <c:v>45135.833333333343</c:v>
                </c:pt>
                <c:pt idx="7221">
                  <c:v>45135.875</c:v>
                </c:pt>
                <c:pt idx="7222">
                  <c:v>45135.916666666657</c:v>
                </c:pt>
                <c:pt idx="7223">
                  <c:v>45135.958333333343</c:v>
                </c:pt>
                <c:pt idx="7224">
                  <c:v>45136</c:v>
                </c:pt>
                <c:pt idx="7225">
                  <c:v>45136.041666666657</c:v>
                </c:pt>
                <c:pt idx="7226">
                  <c:v>45136.083333333343</c:v>
                </c:pt>
                <c:pt idx="7227">
                  <c:v>45136.125</c:v>
                </c:pt>
                <c:pt idx="7228">
                  <c:v>45136.166666666657</c:v>
                </c:pt>
                <c:pt idx="7229">
                  <c:v>45136.208333333343</c:v>
                </c:pt>
                <c:pt idx="7230">
                  <c:v>45136.25</c:v>
                </c:pt>
                <c:pt idx="7231">
                  <c:v>45136.291666666657</c:v>
                </c:pt>
                <c:pt idx="7232">
                  <c:v>45136.333333333343</c:v>
                </c:pt>
                <c:pt idx="7233">
                  <c:v>45136.375</c:v>
                </c:pt>
                <c:pt idx="7234">
                  <c:v>45136.416666666657</c:v>
                </c:pt>
                <c:pt idx="7235">
                  <c:v>45136.458333333343</c:v>
                </c:pt>
                <c:pt idx="7236">
                  <c:v>45136.5</c:v>
                </c:pt>
                <c:pt idx="7237">
                  <c:v>45136.541666666657</c:v>
                </c:pt>
                <c:pt idx="7238">
                  <c:v>45136.583333333343</c:v>
                </c:pt>
                <c:pt idx="7239">
                  <c:v>45136.625</c:v>
                </c:pt>
                <c:pt idx="7240">
                  <c:v>45136.666666666657</c:v>
                </c:pt>
                <c:pt idx="7241">
                  <c:v>45136.708333333343</c:v>
                </c:pt>
                <c:pt idx="7242">
                  <c:v>45136.75</c:v>
                </c:pt>
                <c:pt idx="7243">
                  <c:v>45136.791666666657</c:v>
                </c:pt>
                <c:pt idx="7244">
                  <c:v>45136.833333333343</c:v>
                </c:pt>
                <c:pt idx="7245">
                  <c:v>45136.875</c:v>
                </c:pt>
                <c:pt idx="7246">
                  <c:v>45136.916666666657</c:v>
                </c:pt>
                <c:pt idx="7247">
                  <c:v>45136.958333333343</c:v>
                </c:pt>
                <c:pt idx="7248">
                  <c:v>45137</c:v>
                </c:pt>
                <c:pt idx="7249">
                  <c:v>45137.041666666657</c:v>
                </c:pt>
                <c:pt idx="7250">
                  <c:v>45137.083333333343</c:v>
                </c:pt>
                <c:pt idx="7251">
                  <c:v>45137.125</c:v>
                </c:pt>
                <c:pt idx="7252">
                  <c:v>45137.166666666657</c:v>
                </c:pt>
                <c:pt idx="7253">
                  <c:v>45137.208333333343</c:v>
                </c:pt>
                <c:pt idx="7254">
                  <c:v>45137.25</c:v>
                </c:pt>
                <c:pt idx="7255">
                  <c:v>45137.291666666657</c:v>
                </c:pt>
                <c:pt idx="7256">
                  <c:v>45137.333333333343</c:v>
                </c:pt>
                <c:pt idx="7257">
                  <c:v>45137.375</c:v>
                </c:pt>
                <c:pt idx="7258">
                  <c:v>45137.416666666657</c:v>
                </c:pt>
                <c:pt idx="7259">
                  <c:v>45137.458333333343</c:v>
                </c:pt>
                <c:pt idx="7260">
                  <c:v>45137.5</c:v>
                </c:pt>
                <c:pt idx="7261">
                  <c:v>45137.541666666657</c:v>
                </c:pt>
                <c:pt idx="7262">
                  <c:v>45137.583333333343</c:v>
                </c:pt>
                <c:pt idx="7263">
                  <c:v>45137.625</c:v>
                </c:pt>
                <c:pt idx="7264">
                  <c:v>45137.666666666657</c:v>
                </c:pt>
                <c:pt idx="7265">
                  <c:v>45137.708333333343</c:v>
                </c:pt>
                <c:pt idx="7266">
                  <c:v>45137.75</c:v>
                </c:pt>
                <c:pt idx="7267">
                  <c:v>45137.791666666657</c:v>
                </c:pt>
                <c:pt idx="7268">
                  <c:v>45137.833333333343</c:v>
                </c:pt>
                <c:pt idx="7269">
                  <c:v>45137.875</c:v>
                </c:pt>
                <c:pt idx="7270">
                  <c:v>45137.916666666657</c:v>
                </c:pt>
                <c:pt idx="7271">
                  <c:v>45137.958333333343</c:v>
                </c:pt>
                <c:pt idx="7272">
                  <c:v>45138</c:v>
                </c:pt>
                <c:pt idx="7273">
                  <c:v>45138.041666666657</c:v>
                </c:pt>
                <c:pt idx="7274">
                  <c:v>45138.083333333343</c:v>
                </c:pt>
                <c:pt idx="7275">
                  <c:v>45138.125</c:v>
                </c:pt>
                <c:pt idx="7276">
                  <c:v>45138.166666666657</c:v>
                </c:pt>
                <c:pt idx="7277">
                  <c:v>45138.208333333343</c:v>
                </c:pt>
                <c:pt idx="7278">
                  <c:v>45138.25</c:v>
                </c:pt>
                <c:pt idx="7279">
                  <c:v>45138.291666666657</c:v>
                </c:pt>
                <c:pt idx="7280">
                  <c:v>45138.333333333343</c:v>
                </c:pt>
                <c:pt idx="7281">
                  <c:v>45138.375</c:v>
                </c:pt>
                <c:pt idx="7282">
                  <c:v>45138.416666666657</c:v>
                </c:pt>
                <c:pt idx="7283">
                  <c:v>45138.458333333343</c:v>
                </c:pt>
                <c:pt idx="7284">
                  <c:v>45138.5</c:v>
                </c:pt>
                <c:pt idx="7285">
                  <c:v>45138.541666666657</c:v>
                </c:pt>
                <c:pt idx="7286">
                  <c:v>45138.583333333343</c:v>
                </c:pt>
                <c:pt idx="7287">
                  <c:v>45138.625</c:v>
                </c:pt>
                <c:pt idx="7288">
                  <c:v>45138.666666666657</c:v>
                </c:pt>
                <c:pt idx="7289">
                  <c:v>45138.708333333343</c:v>
                </c:pt>
                <c:pt idx="7290">
                  <c:v>45138.75</c:v>
                </c:pt>
                <c:pt idx="7291">
                  <c:v>45138.791666666657</c:v>
                </c:pt>
                <c:pt idx="7292">
                  <c:v>45138.833333333343</c:v>
                </c:pt>
                <c:pt idx="7293">
                  <c:v>45138.875</c:v>
                </c:pt>
                <c:pt idx="7294">
                  <c:v>45138.916666666657</c:v>
                </c:pt>
                <c:pt idx="7295">
                  <c:v>45138.958333333343</c:v>
                </c:pt>
                <c:pt idx="7296">
                  <c:v>45139</c:v>
                </c:pt>
                <c:pt idx="7297">
                  <c:v>45139.041666666657</c:v>
                </c:pt>
                <c:pt idx="7298">
                  <c:v>45139.083333333343</c:v>
                </c:pt>
                <c:pt idx="7299">
                  <c:v>45139.125</c:v>
                </c:pt>
                <c:pt idx="7300">
                  <c:v>45139.166666666657</c:v>
                </c:pt>
                <c:pt idx="7301">
                  <c:v>45139.208333333343</c:v>
                </c:pt>
                <c:pt idx="7302">
                  <c:v>45139.25</c:v>
                </c:pt>
                <c:pt idx="7303">
                  <c:v>45139.291666666657</c:v>
                </c:pt>
                <c:pt idx="7304">
                  <c:v>45139.333333333343</c:v>
                </c:pt>
                <c:pt idx="7305">
                  <c:v>45139.375</c:v>
                </c:pt>
                <c:pt idx="7306">
                  <c:v>45139.416666666657</c:v>
                </c:pt>
                <c:pt idx="7307">
                  <c:v>45139.458333333343</c:v>
                </c:pt>
                <c:pt idx="7308">
                  <c:v>45139.5</c:v>
                </c:pt>
                <c:pt idx="7309">
                  <c:v>45139.541666666657</c:v>
                </c:pt>
                <c:pt idx="7310">
                  <c:v>45139.583333333343</c:v>
                </c:pt>
                <c:pt idx="7311">
                  <c:v>45139.625</c:v>
                </c:pt>
                <c:pt idx="7312">
                  <c:v>45139.666666666657</c:v>
                </c:pt>
                <c:pt idx="7313">
                  <c:v>45139.708333333343</c:v>
                </c:pt>
                <c:pt idx="7314">
                  <c:v>45139.75</c:v>
                </c:pt>
                <c:pt idx="7315">
                  <c:v>45139.791666666657</c:v>
                </c:pt>
                <c:pt idx="7316">
                  <c:v>45139.833333333343</c:v>
                </c:pt>
                <c:pt idx="7317">
                  <c:v>45139.875</c:v>
                </c:pt>
                <c:pt idx="7318">
                  <c:v>45139.916666666657</c:v>
                </c:pt>
                <c:pt idx="7319">
                  <c:v>45139.958333333343</c:v>
                </c:pt>
                <c:pt idx="7320">
                  <c:v>45140</c:v>
                </c:pt>
                <c:pt idx="7321">
                  <c:v>45140.041666666657</c:v>
                </c:pt>
                <c:pt idx="7322">
                  <c:v>45140.083333333343</c:v>
                </c:pt>
                <c:pt idx="7323">
                  <c:v>45140.125</c:v>
                </c:pt>
                <c:pt idx="7324">
                  <c:v>45140.166666666657</c:v>
                </c:pt>
                <c:pt idx="7325">
                  <c:v>45140.208333333343</c:v>
                </c:pt>
                <c:pt idx="7326">
                  <c:v>45140.25</c:v>
                </c:pt>
                <c:pt idx="7327">
                  <c:v>45140.291666666657</c:v>
                </c:pt>
                <c:pt idx="7328">
                  <c:v>45140.333333333343</c:v>
                </c:pt>
                <c:pt idx="7329">
                  <c:v>45140.375</c:v>
                </c:pt>
                <c:pt idx="7330">
                  <c:v>45140.416666666657</c:v>
                </c:pt>
                <c:pt idx="7331">
                  <c:v>45140.458333333343</c:v>
                </c:pt>
                <c:pt idx="7332">
                  <c:v>45140.5</c:v>
                </c:pt>
                <c:pt idx="7333">
                  <c:v>45140.541666666657</c:v>
                </c:pt>
                <c:pt idx="7334">
                  <c:v>45140.583333333343</c:v>
                </c:pt>
                <c:pt idx="7335">
                  <c:v>45140.625</c:v>
                </c:pt>
                <c:pt idx="7336">
                  <c:v>45140.666666666657</c:v>
                </c:pt>
                <c:pt idx="7337">
                  <c:v>45140.708333333343</c:v>
                </c:pt>
                <c:pt idx="7338">
                  <c:v>45140.75</c:v>
                </c:pt>
                <c:pt idx="7339">
                  <c:v>45140.791666666657</c:v>
                </c:pt>
                <c:pt idx="7340">
                  <c:v>45140.833333333343</c:v>
                </c:pt>
                <c:pt idx="7341">
                  <c:v>45140.875</c:v>
                </c:pt>
                <c:pt idx="7342">
                  <c:v>45140.916666666657</c:v>
                </c:pt>
                <c:pt idx="7343">
                  <c:v>45140.958333333343</c:v>
                </c:pt>
                <c:pt idx="7344">
                  <c:v>45141</c:v>
                </c:pt>
                <c:pt idx="7345">
                  <c:v>45141.041666666657</c:v>
                </c:pt>
                <c:pt idx="7346">
                  <c:v>45141.083333333343</c:v>
                </c:pt>
                <c:pt idx="7347">
                  <c:v>45141.125</c:v>
                </c:pt>
                <c:pt idx="7348">
                  <c:v>45141.166666666657</c:v>
                </c:pt>
                <c:pt idx="7349">
                  <c:v>45141.208333333343</c:v>
                </c:pt>
                <c:pt idx="7350">
                  <c:v>45141.25</c:v>
                </c:pt>
                <c:pt idx="7351">
                  <c:v>45141.291666666657</c:v>
                </c:pt>
                <c:pt idx="7352">
                  <c:v>45141.333333333343</c:v>
                </c:pt>
                <c:pt idx="7353">
                  <c:v>45141.375</c:v>
                </c:pt>
                <c:pt idx="7354">
                  <c:v>45141.416666666657</c:v>
                </c:pt>
                <c:pt idx="7355">
                  <c:v>45141.458333333343</c:v>
                </c:pt>
                <c:pt idx="7356">
                  <c:v>45141.5</c:v>
                </c:pt>
                <c:pt idx="7357">
                  <c:v>45141.541666666657</c:v>
                </c:pt>
                <c:pt idx="7358">
                  <c:v>45141.583333333343</c:v>
                </c:pt>
                <c:pt idx="7359">
                  <c:v>45141.625</c:v>
                </c:pt>
                <c:pt idx="7360">
                  <c:v>45141.666666666657</c:v>
                </c:pt>
                <c:pt idx="7361">
                  <c:v>45141.708333333343</c:v>
                </c:pt>
                <c:pt idx="7362">
                  <c:v>45141.75</c:v>
                </c:pt>
                <c:pt idx="7363">
                  <c:v>45141.791666666657</c:v>
                </c:pt>
                <c:pt idx="7364">
                  <c:v>45141.833333333343</c:v>
                </c:pt>
                <c:pt idx="7365">
                  <c:v>45141.875</c:v>
                </c:pt>
                <c:pt idx="7366">
                  <c:v>45141.916666666657</c:v>
                </c:pt>
                <c:pt idx="7367">
                  <c:v>45141.958333333343</c:v>
                </c:pt>
                <c:pt idx="7368">
                  <c:v>45142</c:v>
                </c:pt>
                <c:pt idx="7369">
                  <c:v>45142.041666666657</c:v>
                </c:pt>
                <c:pt idx="7370">
                  <c:v>45142.083333333343</c:v>
                </c:pt>
                <c:pt idx="7371">
                  <c:v>45142.125</c:v>
                </c:pt>
                <c:pt idx="7372">
                  <c:v>45142.166666666657</c:v>
                </c:pt>
                <c:pt idx="7373">
                  <c:v>45142.208333333343</c:v>
                </c:pt>
                <c:pt idx="7374">
                  <c:v>45142.25</c:v>
                </c:pt>
                <c:pt idx="7375">
                  <c:v>45142.291666666657</c:v>
                </c:pt>
                <c:pt idx="7376">
                  <c:v>45142.333333333343</c:v>
                </c:pt>
                <c:pt idx="7377">
                  <c:v>45142.375</c:v>
                </c:pt>
                <c:pt idx="7378">
                  <c:v>45142.416666666657</c:v>
                </c:pt>
                <c:pt idx="7379">
                  <c:v>45142.458333333343</c:v>
                </c:pt>
                <c:pt idx="7380">
                  <c:v>45142.5</c:v>
                </c:pt>
                <c:pt idx="7381">
                  <c:v>45142.541666666657</c:v>
                </c:pt>
                <c:pt idx="7382">
                  <c:v>45142.583333333343</c:v>
                </c:pt>
                <c:pt idx="7383">
                  <c:v>45142.625</c:v>
                </c:pt>
                <c:pt idx="7384">
                  <c:v>45142.666666666657</c:v>
                </c:pt>
                <c:pt idx="7385">
                  <c:v>45142.708333333343</c:v>
                </c:pt>
                <c:pt idx="7386">
                  <c:v>45142.75</c:v>
                </c:pt>
                <c:pt idx="7387">
                  <c:v>45142.791666666657</c:v>
                </c:pt>
                <c:pt idx="7388">
                  <c:v>45142.833333333343</c:v>
                </c:pt>
                <c:pt idx="7389">
                  <c:v>45142.875</c:v>
                </c:pt>
                <c:pt idx="7390">
                  <c:v>45142.916666666657</c:v>
                </c:pt>
                <c:pt idx="7391">
                  <c:v>45142.958333333343</c:v>
                </c:pt>
                <c:pt idx="7392">
                  <c:v>45143</c:v>
                </c:pt>
                <c:pt idx="7393">
                  <c:v>45143.041666666657</c:v>
                </c:pt>
                <c:pt idx="7394">
                  <c:v>45143.083333333343</c:v>
                </c:pt>
                <c:pt idx="7395">
                  <c:v>45143.125</c:v>
                </c:pt>
                <c:pt idx="7396">
                  <c:v>45143.166666666657</c:v>
                </c:pt>
                <c:pt idx="7397">
                  <c:v>45143.208333333343</c:v>
                </c:pt>
                <c:pt idx="7398">
                  <c:v>45143.25</c:v>
                </c:pt>
                <c:pt idx="7399">
                  <c:v>45143.291666666657</c:v>
                </c:pt>
                <c:pt idx="7400">
                  <c:v>45143.333333333343</c:v>
                </c:pt>
                <c:pt idx="7401">
                  <c:v>45143.375</c:v>
                </c:pt>
                <c:pt idx="7402">
                  <c:v>45143.416666666657</c:v>
                </c:pt>
                <c:pt idx="7403">
                  <c:v>45143.458333333343</c:v>
                </c:pt>
                <c:pt idx="7404">
                  <c:v>45143.5</c:v>
                </c:pt>
                <c:pt idx="7405">
                  <c:v>45143.541666666657</c:v>
                </c:pt>
                <c:pt idx="7406">
                  <c:v>45143.583333333343</c:v>
                </c:pt>
                <c:pt idx="7407">
                  <c:v>45143.625</c:v>
                </c:pt>
                <c:pt idx="7408">
                  <c:v>45143.666666666657</c:v>
                </c:pt>
                <c:pt idx="7409">
                  <c:v>45143.708333333343</c:v>
                </c:pt>
                <c:pt idx="7410">
                  <c:v>45143.75</c:v>
                </c:pt>
                <c:pt idx="7411">
                  <c:v>45143.791666666657</c:v>
                </c:pt>
                <c:pt idx="7412">
                  <c:v>45143.833333333343</c:v>
                </c:pt>
                <c:pt idx="7413">
                  <c:v>45143.875</c:v>
                </c:pt>
                <c:pt idx="7414">
                  <c:v>45143.916666666657</c:v>
                </c:pt>
                <c:pt idx="7415">
                  <c:v>45143.958333333343</c:v>
                </c:pt>
                <c:pt idx="7416">
                  <c:v>45144</c:v>
                </c:pt>
                <c:pt idx="7417">
                  <c:v>45144.041666666657</c:v>
                </c:pt>
                <c:pt idx="7418">
                  <c:v>45144.083333333343</c:v>
                </c:pt>
                <c:pt idx="7419">
                  <c:v>45144.125</c:v>
                </c:pt>
                <c:pt idx="7420">
                  <c:v>45144.166666666657</c:v>
                </c:pt>
                <c:pt idx="7421">
                  <c:v>45144.208333333343</c:v>
                </c:pt>
                <c:pt idx="7422">
                  <c:v>45144.25</c:v>
                </c:pt>
                <c:pt idx="7423">
                  <c:v>45144.291666666657</c:v>
                </c:pt>
                <c:pt idx="7424">
                  <c:v>45144.333333333343</c:v>
                </c:pt>
                <c:pt idx="7425">
                  <c:v>45144.375</c:v>
                </c:pt>
                <c:pt idx="7426">
                  <c:v>45144.416666666657</c:v>
                </c:pt>
                <c:pt idx="7427">
                  <c:v>45144.458333333343</c:v>
                </c:pt>
                <c:pt idx="7428">
                  <c:v>45144.5</c:v>
                </c:pt>
                <c:pt idx="7429">
                  <c:v>45144.541666666657</c:v>
                </c:pt>
                <c:pt idx="7430">
                  <c:v>45144.583333333343</c:v>
                </c:pt>
                <c:pt idx="7431">
                  <c:v>45144.625</c:v>
                </c:pt>
                <c:pt idx="7432">
                  <c:v>45144.666666666657</c:v>
                </c:pt>
                <c:pt idx="7433">
                  <c:v>45144.708333333343</c:v>
                </c:pt>
                <c:pt idx="7434">
                  <c:v>45144.75</c:v>
                </c:pt>
                <c:pt idx="7435">
                  <c:v>45144.791666666657</c:v>
                </c:pt>
                <c:pt idx="7436">
                  <c:v>45144.833333333343</c:v>
                </c:pt>
                <c:pt idx="7437">
                  <c:v>45144.875</c:v>
                </c:pt>
                <c:pt idx="7438">
                  <c:v>45144.916666666657</c:v>
                </c:pt>
                <c:pt idx="7439">
                  <c:v>45144.958333333343</c:v>
                </c:pt>
                <c:pt idx="7440">
                  <c:v>45145</c:v>
                </c:pt>
                <c:pt idx="7441">
                  <c:v>45145.041666666657</c:v>
                </c:pt>
                <c:pt idx="7442">
                  <c:v>45145.083333333343</c:v>
                </c:pt>
                <c:pt idx="7443">
                  <c:v>45145.125</c:v>
                </c:pt>
                <c:pt idx="7444">
                  <c:v>45145.166666666657</c:v>
                </c:pt>
                <c:pt idx="7445">
                  <c:v>45145.208333333343</c:v>
                </c:pt>
                <c:pt idx="7446">
                  <c:v>45145.25</c:v>
                </c:pt>
                <c:pt idx="7447">
                  <c:v>45145.291666666657</c:v>
                </c:pt>
                <c:pt idx="7448">
                  <c:v>45145.333333333343</c:v>
                </c:pt>
                <c:pt idx="7449">
                  <c:v>45145.375</c:v>
                </c:pt>
                <c:pt idx="7450">
                  <c:v>45145.416666666657</c:v>
                </c:pt>
                <c:pt idx="7451">
                  <c:v>45145.458333333343</c:v>
                </c:pt>
                <c:pt idx="7452">
                  <c:v>45145.5</c:v>
                </c:pt>
                <c:pt idx="7453">
                  <c:v>45145.541666666657</c:v>
                </c:pt>
                <c:pt idx="7454">
                  <c:v>45145.583333333343</c:v>
                </c:pt>
                <c:pt idx="7455">
                  <c:v>45145.625</c:v>
                </c:pt>
                <c:pt idx="7456">
                  <c:v>45145.666666666657</c:v>
                </c:pt>
                <c:pt idx="7457">
                  <c:v>45145.708333333343</c:v>
                </c:pt>
                <c:pt idx="7458">
                  <c:v>45145.75</c:v>
                </c:pt>
                <c:pt idx="7459">
                  <c:v>45145.791666666657</c:v>
                </c:pt>
                <c:pt idx="7460">
                  <c:v>45145.833333333343</c:v>
                </c:pt>
                <c:pt idx="7461">
                  <c:v>45145.875</c:v>
                </c:pt>
                <c:pt idx="7462">
                  <c:v>45145.916666666657</c:v>
                </c:pt>
                <c:pt idx="7463">
                  <c:v>45145.958333333343</c:v>
                </c:pt>
                <c:pt idx="7464">
                  <c:v>45146</c:v>
                </c:pt>
                <c:pt idx="7465">
                  <c:v>45146.041666666657</c:v>
                </c:pt>
                <c:pt idx="7466">
                  <c:v>45146.083333333343</c:v>
                </c:pt>
                <c:pt idx="7467">
                  <c:v>45146.125</c:v>
                </c:pt>
                <c:pt idx="7468">
                  <c:v>45146.166666666657</c:v>
                </c:pt>
                <c:pt idx="7469">
                  <c:v>45146.208333333343</c:v>
                </c:pt>
                <c:pt idx="7470">
                  <c:v>45146.25</c:v>
                </c:pt>
                <c:pt idx="7471">
                  <c:v>45146.291666666657</c:v>
                </c:pt>
                <c:pt idx="7472">
                  <c:v>45146.333333333343</c:v>
                </c:pt>
                <c:pt idx="7473">
                  <c:v>45146.375</c:v>
                </c:pt>
                <c:pt idx="7474">
                  <c:v>45146.416666666657</c:v>
                </c:pt>
                <c:pt idx="7475">
                  <c:v>45146.458333333343</c:v>
                </c:pt>
                <c:pt idx="7476">
                  <c:v>45146.5</c:v>
                </c:pt>
                <c:pt idx="7477">
                  <c:v>45146.541666666657</c:v>
                </c:pt>
                <c:pt idx="7478">
                  <c:v>45146.583333333343</c:v>
                </c:pt>
                <c:pt idx="7479">
                  <c:v>45146.625</c:v>
                </c:pt>
                <c:pt idx="7480">
                  <c:v>45146.666666666657</c:v>
                </c:pt>
                <c:pt idx="7481">
                  <c:v>45146.708333333343</c:v>
                </c:pt>
                <c:pt idx="7482">
                  <c:v>45146.75</c:v>
                </c:pt>
                <c:pt idx="7483">
                  <c:v>45146.791666666657</c:v>
                </c:pt>
                <c:pt idx="7484">
                  <c:v>45146.833333333343</c:v>
                </c:pt>
                <c:pt idx="7485">
                  <c:v>45146.875</c:v>
                </c:pt>
                <c:pt idx="7486">
                  <c:v>45146.916666666657</c:v>
                </c:pt>
                <c:pt idx="7487">
                  <c:v>45146.958333333343</c:v>
                </c:pt>
                <c:pt idx="7488">
                  <c:v>45147</c:v>
                </c:pt>
                <c:pt idx="7489">
                  <c:v>45147.041666666657</c:v>
                </c:pt>
                <c:pt idx="7490">
                  <c:v>45147.083333333343</c:v>
                </c:pt>
                <c:pt idx="7491">
                  <c:v>45147.125</c:v>
                </c:pt>
                <c:pt idx="7492">
                  <c:v>45147.166666666657</c:v>
                </c:pt>
                <c:pt idx="7493">
                  <c:v>45147.208333333343</c:v>
                </c:pt>
                <c:pt idx="7494">
                  <c:v>45147.25</c:v>
                </c:pt>
                <c:pt idx="7495">
                  <c:v>45147.291666666657</c:v>
                </c:pt>
                <c:pt idx="7496">
                  <c:v>45147.333333333343</c:v>
                </c:pt>
                <c:pt idx="7497">
                  <c:v>45147.375</c:v>
                </c:pt>
                <c:pt idx="7498">
                  <c:v>45147.416666666657</c:v>
                </c:pt>
                <c:pt idx="7499">
                  <c:v>45147.458333333343</c:v>
                </c:pt>
                <c:pt idx="7500">
                  <c:v>45147.5</c:v>
                </c:pt>
                <c:pt idx="7501">
                  <c:v>45147.541666666657</c:v>
                </c:pt>
                <c:pt idx="7502">
                  <c:v>45147.583333333343</c:v>
                </c:pt>
                <c:pt idx="7503">
                  <c:v>45147.625</c:v>
                </c:pt>
                <c:pt idx="7504">
                  <c:v>45147.666666666657</c:v>
                </c:pt>
                <c:pt idx="7505">
                  <c:v>45147.708333333343</c:v>
                </c:pt>
                <c:pt idx="7506">
                  <c:v>45147.75</c:v>
                </c:pt>
                <c:pt idx="7507">
                  <c:v>45147.791666666657</c:v>
                </c:pt>
                <c:pt idx="7508">
                  <c:v>45147.833333333343</c:v>
                </c:pt>
                <c:pt idx="7509">
                  <c:v>45147.875</c:v>
                </c:pt>
                <c:pt idx="7510">
                  <c:v>45147.916666666657</c:v>
                </c:pt>
                <c:pt idx="7511">
                  <c:v>45147.958333333343</c:v>
                </c:pt>
                <c:pt idx="7512">
                  <c:v>45148</c:v>
                </c:pt>
                <c:pt idx="7513">
                  <c:v>45148.041666666657</c:v>
                </c:pt>
                <c:pt idx="7514">
                  <c:v>45148.083333333343</c:v>
                </c:pt>
                <c:pt idx="7515">
                  <c:v>45148.125</c:v>
                </c:pt>
                <c:pt idx="7516">
                  <c:v>45148.166666666657</c:v>
                </c:pt>
                <c:pt idx="7517">
                  <c:v>45148.208333333343</c:v>
                </c:pt>
                <c:pt idx="7518">
                  <c:v>45148.25</c:v>
                </c:pt>
                <c:pt idx="7519">
                  <c:v>45148.291666666657</c:v>
                </c:pt>
                <c:pt idx="7520">
                  <c:v>45148.333333333343</c:v>
                </c:pt>
                <c:pt idx="7521">
                  <c:v>45148.375</c:v>
                </c:pt>
                <c:pt idx="7522">
                  <c:v>45148.416666666657</c:v>
                </c:pt>
                <c:pt idx="7523">
                  <c:v>45148.458333333343</c:v>
                </c:pt>
                <c:pt idx="7524">
                  <c:v>45148.5</c:v>
                </c:pt>
                <c:pt idx="7525">
                  <c:v>45148.541666666657</c:v>
                </c:pt>
                <c:pt idx="7526">
                  <c:v>45148.583333333343</c:v>
                </c:pt>
                <c:pt idx="7527">
                  <c:v>45148.625</c:v>
                </c:pt>
                <c:pt idx="7528">
                  <c:v>45148.666666666657</c:v>
                </c:pt>
                <c:pt idx="7529">
                  <c:v>45148.708333333343</c:v>
                </c:pt>
                <c:pt idx="7530">
                  <c:v>45148.75</c:v>
                </c:pt>
                <c:pt idx="7531">
                  <c:v>45148.791666666657</c:v>
                </c:pt>
                <c:pt idx="7532">
                  <c:v>45148.833333333343</c:v>
                </c:pt>
                <c:pt idx="7533">
                  <c:v>45148.875</c:v>
                </c:pt>
                <c:pt idx="7534">
                  <c:v>45148.916666666657</c:v>
                </c:pt>
                <c:pt idx="7535">
                  <c:v>45148.958333333343</c:v>
                </c:pt>
                <c:pt idx="7536">
                  <c:v>45149</c:v>
                </c:pt>
                <c:pt idx="7537">
                  <c:v>45149.041666666657</c:v>
                </c:pt>
                <c:pt idx="7538">
                  <c:v>45149.083333333343</c:v>
                </c:pt>
                <c:pt idx="7539">
                  <c:v>45149.125</c:v>
                </c:pt>
                <c:pt idx="7540">
                  <c:v>45149.166666666657</c:v>
                </c:pt>
                <c:pt idx="7541">
                  <c:v>45149.208333333343</c:v>
                </c:pt>
                <c:pt idx="7542">
                  <c:v>45149.25</c:v>
                </c:pt>
                <c:pt idx="7543">
                  <c:v>45149.291666666657</c:v>
                </c:pt>
                <c:pt idx="7544">
                  <c:v>45149.333333333343</c:v>
                </c:pt>
                <c:pt idx="7545">
                  <c:v>45149.375</c:v>
                </c:pt>
                <c:pt idx="7546">
                  <c:v>45149.416666666657</c:v>
                </c:pt>
                <c:pt idx="7547">
                  <c:v>45149.458333333343</c:v>
                </c:pt>
                <c:pt idx="7548">
                  <c:v>45149.5</c:v>
                </c:pt>
                <c:pt idx="7549">
                  <c:v>45149.541666666657</c:v>
                </c:pt>
                <c:pt idx="7550">
                  <c:v>45149.583333333343</c:v>
                </c:pt>
                <c:pt idx="7551">
                  <c:v>45149.625</c:v>
                </c:pt>
                <c:pt idx="7552">
                  <c:v>45149.666666666657</c:v>
                </c:pt>
                <c:pt idx="7553">
                  <c:v>45149.708333333343</c:v>
                </c:pt>
                <c:pt idx="7554">
                  <c:v>45149.75</c:v>
                </c:pt>
                <c:pt idx="7555">
                  <c:v>45149.791666666657</c:v>
                </c:pt>
                <c:pt idx="7556">
                  <c:v>45149.833333333343</c:v>
                </c:pt>
                <c:pt idx="7557">
                  <c:v>45149.875</c:v>
                </c:pt>
                <c:pt idx="7558">
                  <c:v>45149.916666666657</c:v>
                </c:pt>
                <c:pt idx="7559">
                  <c:v>45149.958333333343</c:v>
                </c:pt>
                <c:pt idx="7560">
                  <c:v>45150</c:v>
                </c:pt>
                <c:pt idx="7561">
                  <c:v>45150.041666666657</c:v>
                </c:pt>
                <c:pt idx="7562">
                  <c:v>45150.083333333343</c:v>
                </c:pt>
                <c:pt idx="7563">
                  <c:v>45150.125</c:v>
                </c:pt>
                <c:pt idx="7564">
                  <c:v>45150.166666666657</c:v>
                </c:pt>
                <c:pt idx="7565">
                  <c:v>45150.208333333343</c:v>
                </c:pt>
                <c:pt idx="7566">
                  <c:v>45150.25</c:v>
                </c:pt>
                <c:pt idx="7567">
                  <c:v>45150.291666666657</c:v>
                </c:pt>
                <c:pt idx="7568">
                  <c:v>45150.333333333343</c:v>
                </c:pt>
                <c:pt idx="7569">
                  <c:v>45150.375</c:v>
                </c:pt>
                <c:pt idx="7570">
                  <c:v>45150.416666666657</c:v>
                </c:pt>
                <c:pt idx="7571">
                  <c:v>45150.458333333343</c:v>
                </c:pt>
                <c:pt idx="7572">
                  <c:v>45150.5</c:v>
                </c:pt>
                <c:pt idx="7573">
                  <c:v>45150.541666666657</c:v>
                </c:pt>
                <c:pt idx="7574">
                  <c:v>45150.583333333343</c:v>
                </c:pt>
                <c:pt idx="7575">
                  <c:v>45150.625</c:v>
                </c:pt>
                <c:pt idx="7576">
                  <c:v>45150.666666666657</c:v>
                </c:pt>
                <c:pt idx="7577">
                  <c:v>45150.708333333343</c:v>
                </c:pt>
                <c:pt idx="7578">
                  <c:v>45150.75</c:v>
                </c:pt>
                <c:pt idx="7579">
                  <c:v>45150.791666666657</c:v>
                </c:pt>
                <c:pt idx="7580">
                  <c:v>45150.833333333343</c:v>
                </c:pt>
                <c:pt idx="7581">
                  <c:v>45150.875</c:v>
                </c:pt>
                <c:pt idx="7582">
                  <c:v>45150.916666666657</c:v>
                </c:pt>
                <c:pt idx="7583">
                  <c:v>45150.958333333343</c:v>
                </c:pt>
                <c:pt idx="7584">
                  <c:v>45151</c:v>
                </c:pt>
                <c:pt idx="7585">
                  <c:v>45151.041666666657</c:v>
                </c:pt>
                <c:pt idx="7586">
                  <c:v>45151.083333333343</c:v>
                </c:pt>
                <c:pt idx="7587">
                  <c:v>45151.125</c:v>
                </c:pt>
                <c:pt idx="7588">
                  <c:v>45151.166666666657</c:v>
                </c:pt>
                <c:pt idx="7589">
                  <c:v>45151.208333333343</c:v>
                </c:pt>
                <c:pt idx="7590">
                  <c:v>45151.25</c:v>
                </c:pt>
                <c:pt idx="7591">
                  <c:v>45151.291666666657</c:v>
                </c:pt>
                <c:pt idx="7592">
                  <c:v>45151.333333333343</c:v>
                </c:pt>
                <c:pt idx="7593">
                  <c:v>45151.375</c:v>
                </c:pt>
                <c:pt idx="7594">
                  <c:v>45151.416666666657</c:v>
                </c:pt>
                <c:pt idx="7595">
                  <c:v>45151.458333333343</c:v>
                </c:pt>
                <c:pt idx="7596">
                  <c:v>45151.5</c:v>
                </c:pt>
                <c:pt idx="7597">
                  <c:v>45151.541666666657</c:v>
                </c:pt>
                <c:pt idx="7598">
                  <c:v>45151.583333333343</c:v>
                </c:pt>
                <c:pt idx="7599">
                  <c:v>45151.625</c:v>
                </c:pt>
                <c:pt idx="7600">
                  <c:v>45151.666666666657</c:v>
                </c:pt>
                <c:pt idx="7601">
                  <c:v>45151.708333333343</c:v>
                </c:pt>
                <c:pt idx="7602">
                  <c:v>45151.75</c:v>
                </c:pt>
                <c:pt idx="7603">
                  <c:v>45151.791666666657</c:v>
                </c:pt>
                <c:pt idx="7604">
                  <c:v>45151.833333333343</c:v>
                </c:pt>
                <c:pt idx="7605">
                  <c:v>45151.875</c:v>
                </c:pt>
                <c:pt idx="7606">
                  <c:v>45151.916666666657</c:v>
                </c:pt>
                <c:pt idx="7607">
                  <c:v>45151.958333333343</c:v>
                </c:pt>
                <c:pt idx="7608">
                  <c:v>45152</c:v>
                </c:pt>
                <c:pt idx="7609">
                  <c:v>45152.041666666657</c:v>
                </c:pt>
                <c:pt idx="7610">
                  <c:v>45152.083333333343</c:v>
                </c:pt>
                <c:pt idx="7611">
                  <c:v>45152.125</c:v>
                </c:pt>
                <c:pt idx="7612">
                  <c:v>45152.166666666657</c:v>
                </c:pt>
                <c:pt idx="7613">
                  <c:v>45152.208333333343</c:v>
                </c:pt>
                <c:pt idx="7614">
                  <c:v>45152.25</c:v>
                </c:pt>
                <c:pt idx="7615">
                  <c:v>45152.291666666657</c:v>
                </c:pt>
                <c:pt idx="7616">
                  <c:v>45152.333333333343</c:v>
                </c:pt>
                <c:pt idx="7617">
                  <c:v>45152.375</c:v>
                </c:pt>
                <c:pt idx="7618">
                  <c:v>45152.416666666657</c:v>
                </c:pt>
                <c:pt idx="7619">
                  <c:v>45152.458333333343</c:v>
                </c:pt>
                <c:pt idx="7620">
                  <c:v>45152.5</c:v>
                </c:pt>
                <c:pt idx="7621">
                  <c:v>45152.541666666657</c:v>
                </c:pt>
                <c:pt idx="7622">
                  <c:v>45152.583333333343</c:v>
                </c:pt>
                <c:pt idx="7623">
                  <c:v>45152.625</c:v>
                </c:pt>
                <c:pt idx="7624">
                  <c:v>45152.666666666657</c:v>
                </c:pt>
                <c:pt idx="7625">
                  <c:v>45152.708333333343</c:v>
                </c:pt>
                <c:pt idx="7626">
                  <c:v>45152.75</c:v>
                </c:pt>
                <c:pt idx="7627">
                  <c:v>45152.791666666657</c:v>
                </c:pt>
                <c:pt idx="7628">
                  <c:v>45152.833333333343</c:v>
                </c:pt>
                <c:pt idx="7629">
                  <c:v>45152.875</c:v>
                </c:pt>
                <c:pt idx="7630">
                  <c:v>45152.916666666657</c:v>
                </c:pt>
                <c:pt idx="7631">
                  <c:v>45152.958333333343</c:v>
                </c:pt>
                <c:pt idx="7632">
                  <c:v>45153</c:v>
                </c:pt>
                <c:pt idx="7633">
                  <c:v>45153.041666666657</c:v>
                </c:pt>
                <c:pt idx="7634">
                  <c:v>45153.083333333343</c:v>
                </c:pt>
                <c:pt idx="7635">
                  <c:v>45153.125</c:v>
                </c:pt>
                <c:pt idx="7636">
                  <c:v>45153.166666666657</c:v>
                </c:pt>
                <c:pt idx="7637">
                  <c:v>45153.208333333343</c:v>
                </c:pt>
                <c:pt idx="7638">
                  <c:v>45153.25</c:v>
                </c:pt>
                <c:pt idx="7639">
                  <c:v>45153.291666666657</c:v>
                </c:pt>
                <c:pt idx="7640">
                  <c:v>45153.333333333343</c:v>
                </c:pt>
                <c:pt idx="7641">
                  <c:v>45153.375</c:v>
                </c:pt>
                <c:pt idx="7642">
                  <c:v>45153.416666666657</c:v>
                </c:pt>
                <c:pt idx="7643">
                  <c:v>45153.458333333343</c:v>
                </c:pt>
                <c:pt idx="7644">
                  <c:v>45153.5</c:v>
                </c:pt>
                <c:pt idx="7645">
                  <c:v>45153.541666666657</c:v>
                </c:pt>
                <c:pt idx="7646">
                  <c:v>45153.583333333343</c:v>
                </c:pt>
                <c:pt idx="7647">
                  <c:v>45153.625</c:v>
                </c:pt>
                <c:pt idx="7648">
                  <c:v>45153.666666666657</c:v>
                </c:pt>
                <c:pt idx="7649">
                  <c:v>45153.708333333343</c:v>
                </c:pt>
                <c:pt idx="7650">
                  <c:v>45153.75</c:v>
                </c:pt>
                <c:pt idx="7651">
                  <c:v>45153.791666666657</c:v>
                </c:pt>
                <c:pt idx="7652">
                  <c:v>45153.833333333343</c:v>
                </c:pt>
                <c:pt idx="7653">
                  <c:v>45153.875</c:v>
                </c:pt>
                <c:pt idx="7654">
                  <c:v>45153.916666666657</c:v>
                </c:pt>
                <c:pt idx="7655">
                  <c:v>45153.958333333343</c:v>
                </c:pt>
                <c:pt idx="7656">
                  <c:v>45154</c:v>
                </c:pt>
                <c:pt idx="7657">
                  <c:v>45154.041666666657</c:v>
                </c:pt>
                <c:pt idx="7658">
                  <c:v>45154.083333333343</c:v>
                </c:pt>
                <c:pt idx="7659">
                  <c:v>45154.125</c:v>
                </c:pt>
                <c:pt idx="7660">
                  <c:v>45154.166666666657</c:v>
                </c:pt>
                <c:pt idx="7661">
                  <c:v>45154.208333333343</c:v>
                </c:pt>
                <c:pt idx="7662">
                  <c:v>45154.25</c:v>
                </c:pt>
                <c:pt idx="7663">
                  <c:v>45154.291666666657</c:v>
                </c:pt>
                <c:pt idx="7664">
                  <c:v>45154.333333333343</c:v>
                </c:pt>
                <c:pt idx="7665">
                  <c:v>45154.375</c:v>
                </c:pt>
                <c:pt idx="7666">
                  <c:v>45154.416666666657</c:v>
                </c:pt>
                <c:pt idx="7667">
                  <c:v>45154.458333333343</c:v>
                </c:pt>
                <c:pt idx="7668">
                  <c:v>45154.5</c:v>
                </c:pt>
                <c:pt idx="7669">
                  <c:v>45154.541666666657</c:v>
                </c:pt>
                <c:pt idx="7670">
                  <c:v>45154.583333333343</c:v>
                </c:pt>
                <c:pt idx="7671">
                  <c:v>45154.625</c:v>
                </c:pt>
                <c:pt idx="7672">
                  <c:v>45154.666666666657</c:v>
                </c:pt>
                <c:pt idx="7673">
                  <c:v>45154.708333333343</c:v>
                </c:pt>
                <c:pt idx="7674">
                  <c:v>45154.75</c:v>
                </c:pt>
                <c:pt idx="7675">
                  <c:v>45154.791666666657</c:v>
                </c:pt>
                <c:pt idx="7676">
                  <c:v>45154.833333333343</c:v>
                </c:pt>
                <c:pt idx="7677">
                  <c:v>45154.875</c:v>
                </c:pt>
                <c:pt idx="7678">
                  <c:v>45154.916666666657</c:v>
                </c:pt>
                <c:pt idx="7679">
                  <c:v>45154.958333333343</c:v>
                </c:pt>
                <c:pt idx="7680">
                  <c:v>45155</c:v>
                </c:pt>
                <c:pt idx="7681">
                  <c:v>45155.041666666657</c:v>
                </c:pt>
                <c:pt idx="7682">
                  <c:v>45155.083333333343</c:v>
                </c:pt>
                <c:pt idx="7683">
                  <c:v>45155.125</c:v>
                </c:pt>
                <c:pt idx="7684">
                  <c:v>45155.166666666657</c:v>
                </c:pt>
                <c:pt idx="7685">
                  <c:v>45155.208333333343</c:v>
                </c:pt>
                <c:pt idx="7686">
                  <c:v>45155.25</c:v>
                </c:pt>
                <c:pt idx="7687">
                  <c:v>45155.291666666657</c:v>
                </c:pt>
                <c:pt idx="7688">
                  <c:v>45155.333333333343</c:v>
                </c:pt>
                <c:pt idx="7689">
                  <c:v>45155.375</c:v>
                </c:pt>
                <c:pt idx="7690">
                  <c:v>45155.416666666657</c:v>
                </c:pt>
                <c:pt idx="7691">
                  <c:v>45155.458333333343</c:v>
                </c:pt>
                <c:pt idx="7692">
                  <c:v>45155.5</c:v>
                </c:pt>
                <c:pt idx="7693">
                  <c:v>45155.541666666657</c:v>
                </c:pt>
                <c:pt idx="7694">
                  <c:v>45155.583333333343</c:v>
                </c:pt>
                <c:pt idx="7695">
                  <c:v>45155.625</c:v>
                </c:pt>
                <c:pt idx="7696">
                  <c:v>45155.666666666657</c:v>
                </c:pt>
                <c:pt idx="7697">
                  <c:v>45155.708333333343</c:v>
                </c:pt>
                <c:pt idx="7698">
                  <c:v>45155.75</c:v>
                </c:pt>
                <c:pt idx="7699">
                  <c:v>45155.791666666657</c:v>
                </c:pt>
                <c:pt idx="7700">
                  <c:v>45155.833333333343</c:v>
                </c:pt>
                <c:pt idx="7701">
                  <c:v>45155.875</c:v>
                </c:pt>
                <c:pt idx="7702">
                  <c:v>45155.916666666657</c:v>
                </c:pt>
                <c:pt idx="7703">
                  <c:v>45155.958333333343</c:v>
                </c:pt>
                <c:pt idx="7704">
                  <c:v>45156</c:v>
                </c:pt>
                <c:pt idx="7705">
                  <c:v>45156.041666666657</c:v>
                </c:pt>
                <c:pt idx="7706">
                  <c:v>45156.083333333343</c:v>
                </c:pt>
                <c:pt idx="7707">
                  <c:v>45156.125</c:v>
                </c:pt>
                <c:pt idx="7708">
                  <c:v>45156.166666666657</c:v>
                </c:pt>
                <c:pt idx="7709">
                  <c:v>45156.208333333343</c:v>
                </c:pt>
                <c:pt idx="7710">
                  <c:v>45156.25</c:v>
                </c:pt>
                <c:pt idx="7711">
                  <c:v>45156.291666666657</c:v>
                </c:pt>
                <c:pt idx="7712">
                  <c:v>45156.333333333343</c:v>
                </c:pt>
                <c:pt idx="7713">
                  <c:v>45156.375</c:v>
                </c:pt>
                <c:pt idx="7714">
                  <c:v>45156.416666666657</c:v>
                </c:pt>
                <c:pt idx="7715">
                  <c:v>45156.458333333343</c:v>
                </c:pt>
                <c:pt idx="7716">
                  <c:v>45156.5</c:v>
                </c:pt>
                <c:pt idx="7717">
                  <c:v>45156.541666666657</c:v>
                </c:pt>
                <c:pt idx="7718">
                  <c:v>45156.583333333343</c:v>
                </c:pt>
                <c:pt idx="7719">
                  <c:v>45156.625</c:v>
                </c:pt>
                <c:pt idx="7720">
                  <c:v>45156.666666666657</c:v>
                </c:pt>
                <c:pt idx="7721">
                  <c:v>45156.708333333343</c:v>
                </c:pt>
                <c:pt idx="7722">
                  <c:v>45156.75</c:v>
                </c:pt>
                <c:pt idx="7723">
                  <c:v>45156.791666666657</c:v>
                </c:pt>
                <c:pt idx="7724">
                  <c:v>45156.833333333343</c:v>
                </c:pt>
                <c:pt idx="7725">
                  <c:v>45156.875</c:v>
                </c:pt>
                <c:pt idx="7726">
                  <c:v>45156.916666666657</c:v>
                </c:pt>
                <c:pt idx="7727">
                  <c:v>45156.958333333343</c:v>
                </c:pt>
                <c:pt idx="7728">
                  <c:v>45157</c:v>
                </c:pt>
                <c:pt idx="7729">
                  <c:v>45157.041666666657</c:v>
                </c:pt>
                <c:pt idx="7730">
                  <c:v>45157.083333333343</c:v>
                </c:pt>
                <c:pt idx="7731">
                  <c:v>45157.125</c:v>
                </c:pt>
                <c:pt idx="7732">
                  <c:v>45157.166666666657</c:v>
                </c:pt>
                <c:pt idx="7733">
                  <c:v>45157.208333333343</c:v>
                </c:pt>
                <c:pt idx="7734">
                  <c:v>45157.25</c:v>
                </c:pt>
                <c:pt idx="7735">
                  <c:v>45157.291666666657</c:v>
                </c:pt>
                <c:pt idx="7736">
                  <c:v>45157.333333333343</c:v>
                </c:pt>
                <c:pt idx="7737">
                  <c:v>45157.375</c:v>
                </c:pt>
                <c:pt idx="7738">
                  <c:v>45157.416666666657</c:v>
                </c:pt>
                <c:pt idx="7739">
                  <c:v>45157.458333333343</c:v>
                </c:pt>
                <c:pt idx="7740">
                  <c:v>45157.5</c:v>
                </c:pt>
                <c:pt idx="7741">
                  <c:v>45157.541666666657</c:v>
                </c:pt>
                <c:pt idx="7742">
                  <c:v>45157.583333333343</c:v>
                </c:pt>
                <c:pt idx="7743">
                  <c:v>45157.625</c:v>
                </c:pt>
                <c:pt idx="7744">
                  <c:v>45157.666666666657</c:v>
                </c:pt>
                <c:pt idx="7745">
                  <c:v>45157.708333333343</c:v>
                </c:pt>
                <c:pt idx="7746">
                  <c:v>45157.75</c:v>
                </c:pt>
                <c:pt idx="7747">
                  <c:v>45157.791666666657</c:v>
                </c:pt>
                <c:pt idx="7748">
                  <c:v>45157.833333333343</c:v>
                </c:pt>
                <c:pt idx="7749">
                  <c:v>45157.875</c:v>
                </c:pt>
                <c:pt idx="7750">
                  <c:v>45157.916666666657</c:v>
                </c:pt>
                <c:pt idx="7751">
                  <c:v>45157.958333333343</c:v>
                </c:pt>
                <c:pt idx="7752">
                  <c:v>45158</c:v>
                </c:pt>
                <c:pt idx="7753">
                  <c:v>45158.041666666657</c:v>
                </c:pt>
                <c:pt idx="7754">
                  <c:v>45158.083333333343</c:v>
                </c:pt>
                <c:pt idx="7755">
                  <c:v>45158.125</c:v>
                </c:pt>
                <c:pt idx="7756">
                  <c:v>45158.166666666657</c:v>
                </c:pt>
                <c:pt idx="7757">
                  <c:v>45158.208333333343</c:v>
                </c:pt>
                <c:pt idx="7758">
                  <c:v>45158.25</c:v>
                </c:pt>
                <c:pt idx="7759">
                  <c:v>45158.291666666657</c:v>
                </c:pt>
                <c:pt idx="7760">
                  <c:v>45158.333333333343</c:v>
                </c:pt>
                <c:pt idx="7761">
                  <c:v>45158.375</c:v>
                </c:pt>
                <c:pt idx="7762">
                  <c:v>45158.416666666657</c:v>
                </c:pt>
                <c:pt idx="7763">
                  <c:v>45158.458333333343</c:v>
                </c:pt>
                <c:pt idx="7764">
                  <c:v>45158.5</c:v>
                </c:pt>
                <c:pt idx="7765">
                  <c:v>45158.541666666657</c:v>
                </c:pt>
                <c:pt idx="7766">
                  <c:v>45158.583333333343</c:v>
                </c:pt>
                <c:pt idx="7767">
                  <c:v>45158.625</c:v>
                </c:pt>
                <c:pt idx="7768">
                  <c:v>45158.666666666657</c:v>
                </c:pt>
                <c:pt idx="7769">
                  <c:v>45158.708333333343</c:v>
                </c:pt>
                <c:pt idx="7770">
                  <c:v>45158.75</c:v>
                </c:pt>
                <c:pt idx="7771">
                  <c:v>45158.791666666657</c:v>
                </c:pt>
                <c:pt idx="7772">
                  <c:v>45158.833333333343</c:v>
                </c:pt>
                <c:pt idx="7773">
                  <c:v>45158.875</c:v>
                </c:pt>
                <c:pt idx="7774">
                  <c:v>45158.916666666657</c:v>
                </c:pt>
                <c:pt idx="7775">
                  <c:v>45158.958333333343</c:v>
                </c:pt>
                <c:pt idx="7776">
                  <c:v>45159</c:v>
                </c:pt>
                <c:pt idx="7777">
                  <c:v>45159.041666666657</c:v>
                </c:pt>
                <c:pt idx="7778">
                  <c:v>45159.083333333343</c:v>
                </c:pt>
                <c:pt idx="7779">
                  <c:v>45159.125</c:v>
                </c:pt>
                <c:pt idx="7780">
                  <c:v>45159.166666666657</c:v>
                </c:pt>
                <c:pt idx="7781">
                  <c:v>45159.208333333343</c:v>
                </c:pt>
                <c:pt idx="7782">
                  <c:v>45159.25</c:v>
                </c:pt>
                <c:pt idx="7783">
                  <c:v>45159.291666666657</c:v>
                </c:pt>
                <c:pt idx="7784">
                  <c:v>45159.333333333343</c:v>
                </c:pt>
                <c:pt idx="7785">
                  <c:v>45159.375</c:v>
                </c:pt>
                <c:pt idx="7786">
                  <c:v>45159.416666666657</c:v>
                </c:pt>
                <c:pt idx="7787">
                  <c:v>45159.458333333343</c:v>
                </c:pt>
                <c:pt idx="7788">
                  <c:v>45159.5</c:v>
                </c:pt>
                <c:pt idx="7789">
                  <c:v>45159.541666666657</c:v>
                </c:pt>
                <c:pt idx="7790">
                  <c:v>45159.583333333343</c:v>
                </c:pt>
                <c:pt idx="7791">
                  <c:v>45159.625</c:v>
                </c:pt>
                <c:pt idx="7792">
                  <c:v>45159.666666666657</c:v>
                </c:pt>
                <c:pt idx="7793">
                  <c:v>45159.708333333343</c:v>
                </c:pt>
                <c:pt idx="7794">
                  <c:v>45159.75</c:v>
                </c:pt>
                <c:pt idx="7795">
                  <c:v>45159.791666666657</c:v>
                </c:pt>
                <c:pt idx="7796">
                  <c:v>45159.833333333343</c:v>
                </c:pt>
                <c:pt idx="7797">
                  <c:v>45159.875</c:v>
                </c:pt>
                <c:pt idx="7798">
                  <c:v>45159.916666666657</c:v>
                </c:pt>
                <c:pt idx="7799">
                  <c:v>45159.958333333343</c:v>
                </c:pt>
                <c:pt idx="7800">
                  <c:v>45160</c:v>
                </c:pt>
                <c:pt idx="7801">
                  <c:v>45160.041666666657</c:v>
                </c:pt>
                <c:pt idx="7802">
                  <c:v>45160.083333333343</c:v>
                </c:pt>
                <c:pt idx="7803">
                  <c:v>45160.125</c:v>
                </c:pt>
                <c:pt idx="7804">
                  <c:v>45160.166666666657</c:v>
                </c:pt>
                <c:pt idx="7805">
                  <c:v>45160.208333333343</c:v>
                </c:pt>
                <c:pt idx="7806">
                  <c:v>45160.25</c:v>
                </c:pt>
                <c:pt idx="7807">
                  <c:v>45160.291666666657</c:v>
                </c:pt>
                <c:pt idx="7808">
                  <c:v>45160.333333333343</c:v>
                </c:pt>
                <c:pt idx="7809">
                  <c:v>45160.375</c:v>
                </c:pt>
                <c:pt idx="7810">
                  <c:v>45160.416666666657</c:v>
                </c:pt>
                <c:pt idx="7811">
                  <c:v>45160.458333333343</c:v>
                </c:pt>
                <c:pt idx="7812">
                  <c:v>45160.5</c:v>
                </c:pt>
                <c:pt idx="7813">
                  <c:v>45160.541666666657</c:v>
                </c:pt>
                <c:pt idx="7814">
                  <c:v>45160.583333333343</c:v>
                </c:pt>
                <c:pt idx="7815">
                  <c:v>45160.625</c:v>
                </c:pt>
                <c:pt idx="7816">
                  <c:v>45160.666666666657</c:v>
                </c:pt>
                <c:pt idx="7817">
                  <c:v>45160.708333333343</c:v>
                </c:pt>
                <c:pt idx="7818">
                  <c:v>45160.75</c:v>
                </c:pt>
                <c:pt idx="7819">
                  <c:v>45160.791666666657</c:v>
                </c:pt>
                <c:pt idx="7820">
                  <c:v>45160.833333333343</c:v>
                </c:pt>
                <c:pt idx="7821">
                  <c:v>45160.875</c:v>
                </c:pt>
                <c:pt idx="7822">
                  <c:v>45160.916666666657</c:v>
                </c:pt>
                <c:pt idx="7823">
                  <c:v>45160.958333333343</c:v>
                </c:pt>
                <c:pt idx="7824">
                  <c:v>45161</c:v>
                </c:pt>
                <c:pt idx="7825">
                  <c:v>45161.041666666657</c:v>
                </c:pt>
                <c:pt idx="7826">
                  <c:v>45161.083333333343</c:v>
                </c:pt>
                <c:pt idx="7827">
                  <c:v>45161.125</c:v>
                </c:pt>
                <c:pt idx="7828">
                  <c:v>45161.166666666657</c:v>
                </c:pt>
                <c:pt idx="7829">
                  <c:v>45161.208333333343</c:v>
                </c:pt>
                <c:pt idx="7830">
                  <c:v>45161.25</c:v>
                </c:pt>
                <c:pt idx="7831">
                  <c:v>45161.291666666657</c:v>
                </c:pt>
                <c:pt idx="7832">
                  <c:v>45161.333333333343</c:v>
                </c:pt>
                <c:pt idx="7833">
                  <c:v>45161.375</c:v>
                </c:pt>
                <c:pt idx="7834">
                  <c:v>45161.416666666657</c:v>
                </c:pt>
                <c:pt idx="7835">
                  <c:v>45161.458333333343</c:v>
                </c:pt>
                <c:pt idx="7836">
                  <c:v>45161.5</c:v>
                </c:pt>
                <c:pt idx="7837">
                  <c:v>45161.541666666657</c:v>
                </c:pt>
                <c:pt idx="7838">
                  <c:v>45161.583333333343</c:v>
                </c:pt>
                <c:pt idx="7839">
                  <c:v>45161.625</c:v>
                </c:pt>
                <c:pt idx="7840">
                  <c:v>45161.666666666657</c:v>
                </c:pt>
                <c:pt idx="7841">
                  <c:v>45161.708333333343</c:v>
                </c:pt>
                <c:pt idx="7842">
                  <c:v>45161.75</c:v>
                </c:pt>
                <c:pt idx="7843">
                  <c:v>45161.791666666657</c:v>
                </c:pt>
                <c:pt idx="7844">
                  <c:v>45161.833333333343</c:v>
                </c:pt>
                <c:pt idx="7845">
                  <c:v>45161.875</c:v>
                </c:pt>
                <c:pt idx="7846">
                  <c:v>45161.916666666657</c:v>
                </c:pt>
                <c:pt idx="7847">
                  <c:v>45161.958333333343</c:v>
                </c:pt>
                <c:pt idx="7848">
                  <c:v>45162</c:v>
                </c:pt>
                <c:pt idx="7849">
                  <c:v>45162.041666666657</c:v>
                </c:pt>
                <c:pt idx="7850">
                  <c:v>45162.083333333343</c:v>
                </c:pt>
                <c:pt idx="7851">
                  <c:v>45162.125</c:v>
                </c:pt>
                <c:pt idx="7852">
                  <c:v>45162.166666666657</c:v>
                </c:pt>
                <c:pt idx="7853">
                  <c:v>45162.208333333343</c:v>
                </c:pt>
                <c:pt idx="7854">
                  <c:v>45162.25</c:v>
                </c:pt>
                <c:pt idx="7855">
                  <c:v>45162.291666666657</c:v>
                </c:pt>
                <c:pt idx="7856">
                  <c:v>45162.333333333343</c:v>
                </c:pt>
                <c:pt idx="7857">
                  <c:v>45162.375</c:v>
                </c:pt>
                <c:pt idx="7858">
                  <c:v>45162.416666666657</c:v>
                </c:pt>
                <c:pt idx="7859">
                  <c:v>45162.458333333343</c:v>
                </c:pt>
                <c:pt idx="7860">
                  <c:v>45162.5</c:v>
                </c:pt>
                <c:pt idx="7861">
                  <c:v>45162.541666666657</c:v>
                </c:pt>
                <c:pt idx="7862">
                  <c:v>45162.583333333343</c:v>
                </c:pt>
                <c:pt idx="7863">
                  <c:v>45162.625</c:v>
                </c:pt>
                <c:pt idx="7864">
                  <c:v>45162.666666666657</c:v>
                </c:pt>
                <c:pt idx="7865">
                  <c:v>45162.708333333343</c:v>
                </c:pt>
                <c:pt idx="7866">
                  <c:v>45162.75</c:v>
                </c:pt>
                <c:pt idx="7867">
                  <c:v>45162.791666666657</c:v>
                </c:pt>
                <c:pt idx="7868">
                  <c:v>45162.833333333343</c:v>
                </c:pt>
                <c:pt idx="7869">
                  <c:v>45162.875</c:v>
                </c:pt>
                <c:pt idx="7870">
                  <c:v>45162.916666666657</c:v>
                </c:pt>
                <c:pt idx="7871">
                  <c:v>45162.958333333343</c:v>
                </c:pt>
                <c:pt idx="7872">
                  <c:v>45163</c:v>
                </c:pt>
                <c:pt idx="7873">
                  <c:v>45163.041666666657</c:v>
                </c:pt>
                <c:pt idx="7874">
                  <c:v>45163.083333333343</c:v>
                </c:pt>
                <c:pt idx="7875">
                  <c:v>45163.125</c:v>
                </c:pt>
                <c:pt idx="7876">
                  <c:v>45163.166666666657</c:v>
                </c:pt>
                <c:pt idx="7877">
                  <c:v>45163.208333333343</c:v>
                </c:pt>
                <c:pt idx="7878">
                  <c:v>45163.25</c:v>
                </c:pt>
                <c:pt idx="7879">
                  <c:v>45163.291666666657</c:v>
                </c:pt>
                <c:pt idx="7880">
                  <c:v>45163.333333333343</c:v>
                </c:pt>
                <c:pt idx="7881">
                  <c:v>45163.375</c:v>
                </c:pt>
                <c:pt idx="7882">
                  <c:v>45163.416666666657</c:v>
                </c:pt>
                <c:pt idx="7883">
                  <c:v>45163.458333333343</c:v>
                </c:pt>
                <c:pt idx="7884">
                  <c:v>45163.5</c:v>
                </c:pt>
                <c:pt idx="7885">
                  <c:v>45163.541666666657</c:v>
                </c:pt>
                <c:pt idx="7886">
                  <c:v>45163.583333333343</c:v>
                </c:pt>
                <c:pt idx="7887">
                  <c:v>45163.625</c:v>
                </c:pt>
                <c:pt idx="7888">
                  <c:v>45163.666666666657</c:v>
                </c:pt>
                <c:pt idx="7889">
                  <c:v>45163.708333333343</c:v>
                </c:pt>
                <c:pt idx="7890">
                  <c:v>45163.75</c:v>
                </c:pt>
                <c:pt idx="7891">
                  <c:v>45163.791666666657</c:v>
                </c:pt>
                <c:pt idx="7892">
                  <c:v>45163.833333333343</c:v>
                </c:pt>
                <c:pt idx="7893">
                  <c:v>45163.875</c:v>
                </c:pt>
                <c:pt idx="7894">
                  <c:v>45163.916666666657</c:v>
                </c:pt>
                <c:pt idx="7895">
                  <c:v>45163.958333333343</c:v>
                </c:pt>
                <c:pt idx="7896">
                  <c:v>45164</c:v>
                </c:pt>
                <c:pt idx="7897">
                  <c:v>45164.041666666657</c:v>
                </c:pt>
                <c:pt idx="7898">
                  <c:v>45164.083333333343</c:v>
                </c:pt>
                <c:pt idx="7899">
                  <c:v>45164.125</c:v>
                </c:pt>
                <c:pt idx="7900">
                  <c:v>45164.166666666657</c:v>
                </c:pt>
                <c:pt idx="7901">
                  <c:v>45164.208333333343</c:v>
                </c:pt>
                <c:pt idx="7902">
                  <c:v>45164.25</c:v>
                </c:pt>
                <c:pt idx="7903">
                  <c:v>45164.291666666657</c:v>
                </c:pt>
                <c:pt idx="7904">
                  <c:v>45164.333333333343</c:v>
                </c:pt>
                <c:pt idx="7905">
                  <c:v>45164.375</c:v>
                </c:pt>
                <c:pt idx="7906">
                  <c:v>45164.416666666657</c:v>
                </c:pt>
                <c:pt idx="7907">
                  <c:v>45164.458333333343</c:v>
                </c:pt>
                <c:pt idx="7908">
                  <c:v>45164.5</c:v>
                </c:pt>
                <c:pt idx="7909">
                  <c:v>45164.541666666657</c:v>
                </c:pt>
                <c:pt idx="7910">
                  <c:v>45164.583333333343</c:v>
                </c:pt>
                <c:pt idx="7911">
                  <c:v>45164.625</c:v>
                </c:pt>
                <c:pt idx="7912">
                  <c:v>45164.666666666657</c:v>
                </c:pt>
                <c:pt idx="7913">
                  <c:v>45164.708333333343</c:v>
                </c:pt>
                <c:pt idx="7914">
                  <c:v>45164.75</c:v>
                </c:pt>
                <c:pt idx="7915">
                  <c:v>45164.791666666657</c:v>
                </c:pt>
                <c:pt idx="7916">
                  <c:v>45164.833333333343</c:v>
                </c:pt>
                <c:pt idx="7917">
                  <c:v>45164.875</c:v>
                </c:pt>
                <c:pt idx="7918">
                  <c:v>45164.916666666657</c:v>
                </c:pt>
                <c:pt idx="7919">
                  <c:v>45164.958333333343</c:v>
                </c:pt>
                <c:pt idx="7920">
                  <c:v>45165</c:v>
                </c:pt>
                <c:pt idx="7921">
                  <c:v>45165.041666666657</c:v>
                </c:pt>
                <c:pt idx="7922">
                  <c:v>45165.083333333343</c:v>
                </c:pt>
                <c:pt idx="7923">
                  <c:v>45165.125</c:v>
                </c:pt>
                <c:pt idx="7924">
                  <c:v>45165.166666666657</c:v>
                </c:pt>
                <c:pt idx="7925">
                  <c:v>45165.208333333343</c:v>
                </c:pt>
                <c:pt idx="7926">
                  <c:v>45165.25</c:v>
                </c:pt>
                <c:pt idx="7927">
                  <c:v>45165.291666666657</c:v>
                </c:pt>
                <c:pt idx="7928">
                  <c:v>45165.333333333343</c:v>
                </c:pt>
                <c:pt idx="7929">
                  <c:v>45165.375</c:v>
                </c:pt>
                <c:pt idx="7930">
                  <c:v>45165.416666666657</c:v>
                </c:pt>
                <c:pt idx="7931">
                  <c:v>45165.458333333343</c:v>
                </c:pt>
                <c:pt idx="7932">
                  <c:v>45165.5</c:v>
                </c:pt>
                <c:pt idx="7933">
                  <c:v>45165.541666666657</c:v>
                </c:pt>
                <c:pt idx="7934">
                  <c:v>45165.583333333343</c:v>
                </c:pt>
                <c:pt idx="7935">
                  <c:v>45165.625</c:v>
                </c:pt>
                <c:pt idx="7936">
                  <c:v>45165.666666666657</c:v>
                </c:pt>
                <c:pt idx="7937">
                  <c:v>45165.708333333343</c:v>
                </c:pt>
                <c:pt idx="7938">
                  <c:v>45165.75</c:v>
                </c:pt>
                <c:pt idx="7939">
                  <c:v>45165.791666666657</c:v>
                </c:pt>
                <c:pt idx="7940">
                  <c:v>45165.833333333343</c:v>
                </c:pt>
                <c:pt idx="7941">
                  <c:v>45165.875</c:v>
                </c:pt>
                <c:pt idx="7942">
                  <c:v>45165.916666666657</c:v>
                </c:pt>
                <c:pt idx="7943">
                  <c:v>45165.958333333343</c:v>
                </c:pt>
                <c:pt idx="7944">
                  <c:v>45166</c:v>
                </c:pt>
                <c:pt idx="7945">
                  <c:v>45166.041666666657</c:v>
                </c:pt>
                <c:pt idx="7946">
                  <c:v>45166.083333333343</c:v>
                </c:pt>
                <c:pt idx="7947">
                  <c:v>45166.125</c:v>
                </c:pt>
                <c:pt idx="7948">
                  <c:v>45166.166666666657</c:v>
                </c:pt>
                <c:pt idx="7949">
                  <c:v>45166.208333333343</c:v>
                </c:pt>
                <c:pt idx="7950">
                  <c:v>45166.25</c:v>
                </c:pt>
                <c:pt idx="7951">
                  <c:v>45166.291666666657</c:v>
                </c:pt>
                <c:pt idx="7952">
                  <c:v>45166.333333333343</c:v>
                </c:pt>
                <c:pt idx="7953">
                  <c:v>45166.375</c:v>
                </c:pt>
                <c:pt idx="7954">
                  <c:v>45166.416666666657</c:v>
                </c:pt>
                <c:pt idx="7955">
                  <c:v>45166.458333333343</c:v>
                </c:pt>
                <c:pt idx="7956">
                  <c:v>45166.5</c:v>
                </c:pt>
                <c:pt idx="7957">
                  <c:v>45166.541666666657</c:v>
                </c:pt>
                <c:pt idx="7958">
                  <c:v>45166.583333333343</c:v>
                </c:pt>
                <c:pt idx="7959">
                  <c:v>45166.625</c:v>
                </c:pt>
                <c:pt idx="7960">
                  <c:v>45166.666666666657</c:v>
                </c:pt>
                <c:pt idx="7961">
                  <c:v>45166.708333333343</c:v>
                </c:pt>
                <c:pt idx="7962">
                  <c:v>45166.75</c:v>
                </c:pt>
                <c:pt idx="7963">
                  <c:v>45166.791666666657</c:v>
                </c:pt>
                <c:pt idx="7964">
                  <c:v>45166.833333333343</c:v>
                </c:pt>
                <c:pt idx="7965">
                  <c:v>45166.875</c:v>
                </c:pt>
                <c:pt idx="7966">
                  <c:v>45166.916666666657</c:v>
                </c:pt>
                <c:pt idx="7967">
                  <c:v>45166.958333333343</c:v>
                </c:pt>
                <c:pt idx="7968">
                  <c:v>45167</c:v>
                </c:pt>
                <c:pt idx="7969">
                  <c:v>45167.041666666657</c:v>
                </c:pt>
                <c:pt idx="7970">
                  <c:v>45167.083333333343</c:v>
                </c:pt>
                <c:pt idx="7971">
                  <c:v>45167.125</c:v>
                </c:pt>
                <c:pt idx="7972">
                  <c:v>45167.166666666657</c:v>
                </c:pt>
                <c:pt idx="7973">
                  <c:v>45167.208333333343</c:v>
                </c:pt>
                <c:pt idx="7974">
                  <c:v>45167.25</c:v>
                </c:pt>
                <c:pt idx="7975">
                  <c:v>45167.291666666657</c:v>
                </c:pt>
                <c:pt idx="7976">
                  <c:v>45167.333333333343</c:v>
                </c:pt>
                <c:pt idx="7977">
                  <c:v>45167.375</c:v>
                </c:pt>
                <c:pt idx="7978">
                  <c:v>45167.416666666657</c:v>
                </c:pt>
                <c:pt idx="7979">
                  <c:v>45167.458333333343</c:v>
                </c:pt>
                <c:pt idx="7980">
                  <c:v>45167.5</c:v>
                </c:pt>
                <c:pt idx="7981">
                  <c:v>45167.541666666657</c:v>
                </c:pt>
                <c:pt idx="7982">
                  <c:v>45167.583333333343</c:v>
                </c:pt>
                <c:pt idx="7983">
                  <c:v>45167.625</c:v>
                </c:pt>
                <c:pt idx="7984">
                  <c:v>45167.666666666657</c:v>
                </c:pt>
                <c:pt idx="7985">
                  <c:v>45167.708333333343</c:v>
                </c:pt>
                <c:pt idx="7986">
                  <c:v>45167.75</c:v>
                </c:pt>
                <c:pt idx="7987">
                  <c:v>45167.791666666657</c:v>
                </c:pt>
                <c:pt idx="7988">
                  <c:v>45167.833333333343</c:v>
                </c:pt>
                <c:pt idx="7989">
                  <c:v>45167.875</c:v>
                </c:pt>
                <c:pt idx="7990">
                  <c:v>45167.916666666657</c:v>
                </c:pt>
                <c:pt idx="7991">
                  <c:v>45167.958333333343</c:v>
                </c:pt>
                <c:pt idx="7992">
                  <c:v>45168</c:v>
                </c:pt>
                <c:pt idx="7993">
                  <c:v>45168.041666666657</c:v>
                </c:pt>
                <c:pt idx="7994">
                  <c:v>45168.083333333343</c:v>
                </c:pt>
                <c:pt idx="7995">
                  <c:v>45168.125</c:v>
                </c:pt>
                <c:pt idx="7996">
                  <c:v>45168.166666666657</c:v>
                </c:pt>
                <c:pt idx="7997">
                  <c:v>45168.208333333343</c:v>
                </c:pt>
                <c:pt idx="7998">
                  <c:v>45168.25</c:v>
                </c:pt>
                <c:pt idx="7999">
                  <c:v>45168.291666666657</c:v>
                </c:pt>
                <c:pt idx="8000">
                  <c:v>45168.333333333343</c:v>
                </c:pt>
                <c:pt idx="8001">
                  <c:v>45168.375</c:v>
                </c:pt>
                <c:pt idx="8002">
                  <c:v>45168.416666666657</c:v>
                </c:pt>
                <c:pt idx="8003">
                  <c:v>45168.458333333343</c:v>
                </c:pt>
                <c:pt idx="8004">
                  <c:v>45168.5</c:v>
                </c:pt>
                <c:pt idx="8005">
                  <c:v>45168.541666666657</c:v>
                </c:pt>
                <c:pt idx="8006">
                  <c:v>45168.583333333343</c:v>
                </c:pt>
                <c:pt idx="8007">
                  <c:v>45168.625</c:v>
                </c:pt>
                <c:pt idx="8008">
                  <c:v>45168.666666666657</c:v>
                </c:pt>
                <c:pt idx="8009">
                  <c:v>45168.708333333343</c:v>
                </c:pt>
                <c:pt idx="8010">
                  <c:v>45168.75</c:v>
                </c:pt>
                <c:pt idx="8011">
                  <c:v>45168.791666666657</c:v>
                </c:pt>
                <c:pt idx="8012">
                  <c:v>45168.833333333343</c:v>
                </c:pt>
                <c:pt idx="8013">
                  <c:v>45168.875</c:v>
                </c:pt>
                <c:pt idx="8014">
                  <c:v>45168.916666666657</c:v>
                </c:pt>
                <c:pt idx="8015">
                  <c:v>45168.958333333343</c:v>
                </c:pt>
                <c:pt idx="8016">
                  <c:v>45169</c:v>
                </c:pt>
                <c:pt idx="8017">
                  <c:v>45169.041666666657</c:v>
                </c:pt>
                <c:pt idx="8018">
                  <c:v>45169.083333333343</c:v>
                </c:pt>
                <c:pt idx="8019">
                  <c:v>45169.125</c:v>
                </c:pt>
                <c:pt idx="8020">
                  <c:v>45169.166666666657</c:v>
                </c:pt>
                <c:pt idx="8021">
                  <c:v>45169.208333333343</c:v>
                </c:pt>
                <c:pt idx="8022">
                  <c:v>45169.25</c:v>
                </c:pt>
                <c:pt idx="8023">
                  <c:v>45169.291666666657</c:v>
                </c:pt>
                <c:pt idx="8024">
                  <c:v>45169.333333333343</c:v>
                </c:pt>
                <c:pt idx="8025">
                  <c:v>45169.375</c:v>
                </c:pt>
                <c:pt idx="8026">
                  <c:v>45169.416666666657</c:v>
                </c:pt>
                <c:pt idx="8027">
                  <c:v>45169.458333333343</c:v>
                </c:pt>
                <c:pt idx="8028">
                  <c:v>45169.5</c:v>
                </c:pt>
                <c:pt idx="8029">
                  <c:v>45169.541666666657</c:v>
                </c:pt>
                <c:pt idx="8030">
                  <c:v>45169.583333333343</c:v>
                </c:pt>
                <c:pt idx="8031">
                  <c:v>45169.625</c:v>
                </c:pt>
                <c:pt idx="8032">
                  <c:v>45169.666666666657</c:v>
                </c:pt>
                <c:pt idx="8033">
                  <c:v>45169.708333333343</c:v>
                </c:pt>
                <c:pt idx="8034">
                  <c:v>45169.75</c:v>
                </c:pt>
                <c:pt idx="8035">
                  <c:v>45169.791666666657</c:v>
                </c:pt>
                <c:pt idx="8036">
                  <c:v>45169.833333333343</c:v>
                </c:pt>
                <c:pt idx="8037">
                  <c:v>45169.875</c:v>
                </c:pt>
                <c:pt idx="8038">
                  <c:v>45169.916666666657</c:v>
                </c:pt>
                <c:pt idx="8039">
                  <c:v>45169.958333333343</c:v>
                </c:pt>
                <c:pt idx="8040">
                  <c:v>45170</c:v>
                </c:pt>
                <c:pt idx="8041">
                  <c:v>45170.041666666657</c:v>
                </c:pt>
                <c:pt idx="8042">
                  <c:v>45170.083333333343</c:v>
                </c:pt>
                <c:pt idx="8043">
                  <c:v>45170.125</c:v>
                </c:pt>
                <c:pt idx="8044">
                  <c:v>45170.166666666657</c:v>
                </c:pt>
                <c:pt idx="8045">
                  <c:v>45170.208333333343</c:v>
                </c:pt>
                <c:pt idx="8046">
                  <c:v>45170.25</c:v>
                </c:pt>
                <c:pt idx="8047">
                  <c:v>45170.291666666657</c:v>
                </c:pt>
                <c:pt idx="8048">
                  <c:v>45170.333333333343</c:v>
                </c:pt>
                <c:pt idx="8049">
                  <c:v>45170.375</c:v>
                </c:pt>
                <c:pt idx="8050">
                  <c:v>45170.416666666657</c:v>
                </c:pt>
                <c:pt idx="8051">
                  <c:v>45170.458333333343</c:v>
                </c:pt>
                <c:pt idx="8052">
                  <c:v>45170.5</c:v>
                </c:pt>
                <c:pt idx="8053">
                  <c:v>45170.541666666657</c:v>
                </c:pt>
                <c:pt idx="8054">
                  <c:v>45170.583333333343</c:v>
                </c:pt>
                <c:pt idx="8055">
                  <c:v>45170.625</c:v>
                </c:pt>
                <c:pt idx="8056">
                  <c:v>45170.666666666657</c:v>
                </c:pt>
                <c:pt idx="8057">
                  <c:v>45170.708333333343</c:v>
                </c:pt>
                <c:pt idx="8058">
                  <c:v>45170.75</c:v>
                </c:pt>
                <c:pt idx="8059">
                  <c:v>45170.791666666657</c:v>
                </c:pt>
                <c:pt idx="8060">
                  <c:v>45170.833333333343</c:v>
                </c:pt>
                <c:pt idx="8061">
                  <c:v>45170.875</c:v>
                </c:pt>
                <c:pt idx="8062">
                  <c:v>45170.916666666657</c:v>
                </c:pt>
                <c:pt idx="8063">
                  <c:v>45170.958333333343</c:v>
                </c:pt>
                <c:pt idx="8064">
                  <c:v>45171</c:v>
                </c:pt>
                <c:pt idx="8065">
                  <c:v>45171.041666666657</c:v>
                </c:pt>
                <c:pt idx="8066">
                  <c:v>45171.083333333343</c:v>
                </c:pt>
                <c:pt idx="8067">
                  <c:v>45171.125</c:v>
                </c:pt>
                <c:pt idx="8068">
                  <c:v>45171.166666666657</c:v>
                </c:pt>
                <c:pt idx="8069">
                  <c:v>45171.208333333343</c:v>
                </c:pt>
                <c:pt idx="8070">
                  <c:v>45171.25</c:v>
                </c:pt>
                <c:pt idx="8071">
                  <c:v>45171.291666666657</c:v>
                </c:pt>
                <c:pt idx="8072">
                  <c:v>45171.333333333343</c:v>
                </c:pt>
                <c:pt idx="8073">
                  <c:v>45171.375</c:v>
                </c:pt>
                <c:pt idx="8074">
                  <c:v>45171.416666666657</c:v>
                </c:pt>
                <c:pt idx="8075">
                  <c:v>45171.458333333343</c:v>
                </c:pt>
                <c:pt idx="8076">
                  <c:v>45171.5</c:v>
                </c:pt>
                <c:pt idx="8077">
                  <c:v>45171.541666666657</c:v>
                </c:pt>
                <c:pt idx="8078">
                  <c:v>45171.583333333343</c:v>
                </c:pt>
                <c:pt idx="8079">
                  <c:v>45171.625</c:v>
                </c:pt>
                <c:pt idx="8080">
                  <c:v>45171.666666666657</c:v>
                </c:pt>
                <c:pt idx="8081">
                  <c:v>45171.708333333343</c:v>
                </c:pt>
                <c:pt idx="8082">
                  <c:v>45171.75</c:v>
                </c:pt>
                <c:pt idx="8083">
                  <c:v>45171.791666666657</c:v>
                </c:pt>
                <c:pt idx="8084">
                  <c:v>45171.833333333343</c:v>
                </c:pt>
                <c:pt idx="8085">
                  <c:v>45171.875</c:v>
                </c:pt>
                <c:pt idx="8086">
                  <c:v>45171.916666666657</c:v>
                </c:pt>
                <c:pt idx="8087">
                  <c:v>45171.958333333343</c:v>
                </c:pt>
                <c:pt idx="8088">
                  <c:v>45172</c:v>
                </c:pt>
                <c:pt idx="8089">
                  <c:v>45172.041666666657</c:v>
                </c:pt>
                <c:pt idx="8090">
                  <c:v>45172.083333333343</c:v>
                </c:pt>
                <c:pt idx="8091">
                  <c:v>45172.125</c:v>
                </c:pt>
                <c:pt idx="8092">
                  <c:v>45172.166666666657</c:v>
                </c:pt>
                <c:pt idx="8093">
                  <c:v>45172.208333333343</c:v>
                </c:pt>
                <c:pt idx="8094">
                  <c:v>45172.25</c:v>
                </c:pt>
                <c:pt idx="8095">
                  <c:v>45172.291666666657</c:v>
                </c:pt>
                <c:pt idx="8096">
                  <c:v>45172.333333333343</c:v>
                </c:pt>
                <c:pt idx="8097">
                  <c:v>45172.375</c:v>
                </c:pt>
                <c:pt idx="8098">
                  <c:v>45172.416666666657</c:v>
                </c:pt>
                <c:pt idx="8099">
                  <c:v>45172.458333333343</c:v>
                </c:pt>
                <c:pt idx="8100">
                  <c:v>45172.5</c:v>
                </c:pt>
                <c:pt idx="8101">
                  <c:v>45172.541666666657</c:v>
                </c:pt>
                <c:pt idx="8102">
                  <c:v>45172.583333333343</c:v>
                </c:pt>
                <c:pt idx="8103">
                  <c:v>45172.625</c:v>
                </c:pt>
                <c:pt idx="8104">
                  <c:v>45172.666666666657</c:v>
                </c:pt>
                <c:pt idx="8105">
                  <c:v>45172.708333333343</c:v>
                </c:pt>
                <c:pt idx="8106">
                  <c:v>45172.75</c:v>
                </c:pt>
                <c:pt idx="8107">
                  <c:v>45172.791666666657</c:v>
                </c:pt>
                <c:pt idx="8108">
                  <c:v>45172.833333333343</c:v>
                </c:pt>
                <c:pt idx="8109">
                  <c:v>45172.875</c:v>
                </c:pt>
                <c:pt idx="8110">
                  <c:v>45172.916666666657</c:v>
                </c:pt>
                <c:pt idx="8111">
                  <c:v>45172.958333333343</c:v>
                </c:pt>
                <c:pt idx="8112">
                  <c:v>45173</c:v>
                </c:pt>
                <c:pt idx="8113">
                  <c:v>45173.041666666657</c:v>
                </c:pt>
                <c:pt idx="8114">
                  <c:v>45173.083333333343</c:v>
                </c:pt>
                <c:pt idx="8115">
                  <c:v>45173.125</c:v>
                </c:pt>
                <c:pt idx="8116">
                  <c:v>45173.166666666657</c:v>
                </c:pt>
                <c:pt idx="8117">
                  <c:v>45173.208333333343</c:v>
                </c:pt>
                <c:pt idx="8118">
                  <c:v>45173.25</c:v>
                </c:pt>
                <c:pt idx="8119">
                  <c:v>45173.291666666657</c:v>
                </c:pt>
                <c:pt idx="8120">
                  <c:v>45173.333333333343</c:v>
                </c:pt>
                <c:pt idx="8121">
                  <c:v>45173.375</c:v>
                </c:pt>
                <c:pt idx="8122">
                  <c:v>45173.416666666657</c:v>
                </c:pt>
                <c:pt idx="8123">
                  <c:v>45173.458333333343</c:v>
                </c:pt>
                <c:pt idx="8124">
                  <c:v>45173.5</c:v>
                </c:pt>
                <c:pt idx="8125">
                  <c:v>45173.541666666657</c:v>
                </c:pt>
                <c:pt idx="8126">
                  <c:v>45173.583333333343</c:v>
                </c:pt>
                <c:pt idx="8127">
                  <c:v>45173.625</c:v>
                </c:pt>
                <c:pt idx="8128">
                  <c:v>45173.666666666657</c:v>
                </c:pt>
                <c:pt idx="8129">
                  <c:v>45173.708333333343</c:v>
                </c:pt>
                <c:pt idx="8130">
                  <c:v>45173.75</c:v>
                </c:pt>
                <c:pt idx="8131">
                  <c:v>45173.791666666657</c:v>
                </c:pt>
                <c:pt idx="8132">
                  <c:v>45173.833333333343</c:v>
                </c:pt>
                <c:pt idx="8133">
                  <c:v>45173.875</c:v>
                </c:pt>
                <c:pt idx="8134">
                  <c:v>45173.916666666657</c:v>
                </c:pt>
                <c:pt idx="8135">
                  <c:v>45173.958333333343</c:v>
                </c:pt>
                <c:pt idx="8136">
                  <c:v>45174</c:v>
                </c:pt>
                <c:pt idx="8137">
                  <c:v>45174.041666666657</c:v>
                </c:pt>
                <c:pt idx="8138">
                  <c:v>45174.083333333343</c:v>
                </c:pt>
                <c:pt idx="8139">
                  <c:v>45174.125</c:v>
                </c:pt>
                <c:pt idx="8140">
                  <c:v>45174.166666666657</c:v>
                </c:pt>
                <c:pt idx="8141">
                  <c:v>45174.208333333343</c:v>
                </c:pt>
                <c:pt idx="8142">
                  <c:v>45174.25</c:v>
                </c:pt>
                <c:pt idx="8143">
                  <c:v>45174.291666666657</c:v>
                </c:pt>
                <c:pt idx="8144">
                  <c:v>45174.333333333343</c:v>
                </c:pt>
                <c:pt idx="8145">
                  <c:v>45174.375</c:v>
                </c:pt>
                <c:pt idx="8146">
                  <c:v>45174.416666666657</c:v>
                </c:pt>
                <c:pt idx="8147">
                  <c:v>45174.458333333343</c:v>
                </c:pt>
                <c:pt idx="8148">
                  <c:v>45174.5</c:v>
                </c:pt>
                <c:pt idx="8149">
                  <c:v>45174.541666666657</c:v>
                </c:pt>
                <c:pt idx="8150">
                  <c:v>45174.583333333343</c:v>
                </c:pt>
                <c:pt idx="8151">
                  <c:v>45174.625</c:v>
                </c:pt>
                <c:pt idx="8152">
                  <c:v>45174.666666666657</c:v>
                </c:pt>
                <c:pt idx="8153">
                  <c:v>45174.708333333343</c:v>
                </c:pt>
                <c:pt idx="8154">
                  <c:v>45174.75</c:v>
                </c:pt>
                <c:pt idx="8155">
                  <c:v>45174.791666666657</c:v>
                </c:pt>
                <c:pt idx="8156">
                  <c:v>45174.833333333343</c:v>
                </c:pt>
                <c:pt idx="8157">
                  <c:v>45174.875</c:v>
                </c:pt>
                <c:pt idx="8158">
                  <c:v>45174.916666666657</c:v>
                </c:pt>
                <c:pt idx="8159">
                  <c:v>45174.958333333343</c:v>
                </c:pt>
                <c:pt idx="8160">
                  <c:v>45175</c:v>
                </c:pt>
                <c:pt idx="8161">
                  <c:v>45175.041666666657</c:v>
                </c:pt>
                <c:pt idx="8162">
                  <c:v>45175.083333333343</c:v>
                </c:pt>
                <c:pt idx="8163">
                  <c:v>45175.125</c:v>
                </c:pt>
                <c:pt idx="8164">
                  <c:v>45175.166666666657</c:v>
                </c:pt>
                <c:pt idx="8165">
                  <c:v>45175.208333333343</c:v>
                </c:pt>
                <c:pt idx="8166">
                  <c:v>45175.25</c:v>
                </c:pt>
                <c:pt idx="8167">
                  <c:v>45175.291666666657</c:v>
                </c:pt>
                <c:pt idx="8168">
                  <c:v>45175.333333333343</c:v>
                </c:pt>
                <c:pt idx="8169">
                  <c:v>45175.375</c:v>
                </c:pt>
                <c:pt idx="8170">
                  <c:v>45175.416666666657</c:v>
                </c:pt>
                <c:pt idx="8171">
                  <c:v>45175.458333333343</c:v>
                </c:pt>
                <c:pt idx="8172">
                  <c:v>45175.5</c:v>
                </c:pt>
                <c:pt idx="8173">
                  <c:v>45175.541666666657</c:v>
                </c:pt>
                <c:pt idx="8174">
                  <c:v>45175.583333333343</c:v>
                </c:pt>
                <c:pt idx="8175">
                  <c:v>45175.625</c:v>
                </c:pt>
                <c:pt idx="8176">
                  <c:v>45175.666666666657</c:v>
                </c:pt>
                <c:pt idx="8177">
                  <c:v>45175.708333333343</c:v>
                </c:pt>
                <c:pt idx="8178">
                  <c:v>45175.75</c:v>
                </c:pt>
                <c:pt idx="8179">
                  <c:v>45175.791666666657</c:v>
                </c:pt>
                <c:pt idx="8180">
                  <c:v>45175.833333333343</c:v>
                </c:pt>
                <c:pt idx="8181">
                  <c:v>45175.875</c:v>
                </c:pt>
                <c:pt idx="8182">
                  <c:v>45175.916666666657</c:v>
                </c:pt>
                <c:pt idx="8183">
                  <c:v>45175.958333333343</c:v>
                </c:pt>
                <c:pt idx="8184">
                  <c:v>45176</c:v>
                </c:pt>
                <c:pt idx="8185">
                  <c:v>45176.041666666657</c:v>
                </c:pt>
                <c:pt idx="8186">
                  <c:v>45176.083333333343</c:v>
                </c:pt>
                <c:pt idx="8187">
                  <c:v>45176.125</c:v>
                </c:pt>
                <c:pt idx="8188">
                  <c:v>45176.166666666657</c:v>
                </c:pt>
                <c:pt idx="8189">
                  <c:v>45176.208333333343</c:v>
                </c:pt>
                <c:pt idx="8190">
                  <c:v>45176.25</c:v>
                </c:pt>
                <c:pt idx="8191">
                  <c:v>45176.291666666657</c:v>
                </c:pt>
                <c:pt idx="8192">
                  <c:v>45176.333333333343</c:v>
                </c:pt>
                <c:pt idx="8193">
                  <c:v>45176.375</c:v>
                </c:pt>
                <c:pt idx="8194">
                  <c:v>45176.416666666657</c:v>
                </c:pt>
                <c:pt idx="8195">
                  <c:v>45176.458333333343</c:v>
                </c:pt>
                <c:pt idx="8196">
                  <c:v>45176.5</c:v>
                </c:pt>
                <c:pt idx="8197">
                  <c:v>45176.541666666657</c:v>
                </c:pt>
                <c:pt idx="8198">
                  <c:v>45176.583333333343</c:v>
                </c:pt>
                <c:pt idx="8199">
                  <c:v>45176.625</c:v>
                </c:pt>
                <c:pt idx="8200">
                  <c:v>45176.666666666657</c:v>
                </c:pt>
                <c:pt idx="8201">
                  <c:v>45176.708333333343</c:v>
                </c:pt>
                <c:pt idx="8202">
                  <c:v>45176.75</c:v>
                </c:pt>
                <c:pt idx="8203">
                  <c:v>45176.791666666657</c:v>
                </c:pt>
                <c:pt idx="8204">
                  <c:v>45176.833333333343</c:v>
                </c:pt>
                <c:pt idx="8205">
                  <c:v>45176.875</c:v>
                </c:pt>
                <c:pt idx="8206">
                  <c:v>45176.916666666657</c:v>
                </c:pt>
                <c:pt idx="8207">
                  <c:v>45176.958333333343</c:v>
                </c:pt>
                <c:pt idx="8208">
                  <c:v>45177</c:v>
                </c:pt>
                <c:pt idx="8209">
                  <c:v>45177.041666666657</c:v>
                </c:pt>
                <c:pt idx="8210">
                  <c:v>45177.083333333343</c:v>
                </c:pt>
                <c:pt idx="8211">
                  <c:v>45177.125</c:v>
                </c:pt>
                <c:pt idx="8212">
                  <c:v>45177.166666666657</c:v>
                </c:pt>
                <c:pt idx="8213">
                  <c:v>45177.208333333343</c:v>
                </c:pt>
                <c:pt idx="8214">
                  <c:v>45177.25</c:v>
                </c:pt>
                <c:pt idx="8215">
                  <c:v>45177.291666666657</c:v>
                </c:pt>
                <c:pt idx="8216">
                  <c:v>45177.333333333343</c:v>
                </c:pt>
                <c:pt idx="8217">
                  <c:v>45177.375</c:v>
                </c:pt>
                <c:pt idx="8218">
                  <c:v>45177.416666666657</c:v>
                </c:pt>
                <c:pt idx="8219">
                  <c:v>45177.458333333343</c:v>
                </c:pt>
                <c:pt idx="8220">
                  <c:v>45177.5</c:v>
                </c:pt>
                <c:pt idx="8221">
                  <c:v>45177.541666666657</c:v>
                </c:pt>
                <c:pt idx="8222">
                  <c:v>45177.583333333343</c:v>
                </c:pt>
                <c:pt idx="8223">
                  <c:v>45177.625</c:v>
                </c:pt>
                <c:pt idx="8224">
                  <c:v>45177.666666666657</c:v>
                </c:pt>
                <c:pt idx="8225">
                  <c:v>45177.708333333343</c:v>
                </c:pt>
                <c:pt idx="8226">
                  <c:v>45177.75</c:v>
                </c:pt>
                <c:pt idx="8227">
                  <c:v>45177.791666666657</c:v>
                </c:pt>
                <c:pt idx="8228">
                  <c:v>45177.833333333343</c:v>
                </c:pt>
                <c:pt idx="8229">
                  <c:v>45177.875</c:v>
                </c:pt>
                <c:pt idx="8230">
                  <c:v>45177.916666666657</c:v>
                </c:pt>
                <c:pt idx="8231">
                  <c:v>45177.958333333343</c:v>
                </c:pt>
                <c:pt idx="8232">
                  <c:v>45178</c:v>
                </c:pt>
                <c:pt idx="8233">
                  <c:v>45178.041666666657</c:v>
                </c:pt>
                <c:pt idx="8234">
                  <c:v>45178.083333333343</c:v>
                </c:pt>
                <c:pt idx="8235">
                  <c:v>45178.125</c:v>
                </c:pt>
                <c:pt idx="8236">
                  <c:v>45178.166666666657</c:v>
                </c:pt>
                <c:pt idx="8237">
                  <c:v>45178.208333333343</c:v>
                </c:pt>
                <c:pt idx="8238">
                  <c:v>45178.25</c:v>
                </c:pt>
                <c:pt idx="8239">
                  <c:v>45178.291666666657</c:v>
                </c:pt>
                <c:pt idx="8240">
                  <c:v>45178.333333333343</c:v>
                </c:pt>
                <c:pt idx="8241">
                  <c:v>45178.375</c:v>
                </c:pt>
                <c:pt idx="8242">
                  <c:v>45178.416666666657</c:v>
                </c:pt>
                <c:pt idx="8243">
                  <c:v>45178.458333333343</c:v>
                </c:pt>
                <c:pt idx="8244">
                  <c:v>45178.5</c:v>
                </c:pt>
                <c:pt idx="8245">
                  <c:v>45178.541666666657</c:v>
                </c:pt>
                <c:pt idx="8246">
                  <c:v>45178.583333333343</c:v>
                </c:pt>
                <c:pt idx="8247">
                  <c:v>45178.625</c:v>
                </c:pt>
                <c:pt idx="8248">
                  <c:v>45178.666666666657</c:v>
                </c:pt>
                <c:pt idx="8249">
                  <c:v>45178.708333333343</c:v>
                </c:pt>
                <c:pt idx="8250">
                  <c:v>45178.75</c:v>
                </c:pt>
                <c:pt idx="8251">
                  <c:v>45178.791666666657</c:v>
                </c:pt>
                <c:pt idx="8252">
                  <c:v>45178.833333333343</c:v>
                </c:pt>
                <c:pt idx="8253">
                  <c:v>45178.875</c:v>
                </c:pt>
                <c:pt idx="8254">
                  <c:v>45178.916666666657</c:v>
                </c:pt>
                <c:pt idx="8255">
                  <c:v>45178.958333333343</c:v>
                </c:pt>
                <c:pt idx="8256">
                  <c:v>45179</c:v>
                </c:pt>
                <c:pt idx="8257">
                  <c:v>45179.041666666657</c:v>
                </c:pt>
                <c:pt idx="8258">
                  <c:v>45179.083333333343</c:v>
                </c:pt>
                <c:pt idx="8259">
                  <c:v>45179.125</c:v>
                </c:pt>
                <c:pt idx="8260">
                  <c:v>45179.166666666657</c:v>
                </c:pt>
                <c:pt idx="8261">
                  <c:v>45179.208333333343</c:v>
                </c:pt>
                <c:pt idx="8262">
                  <c:v>45179.25</c:v>
                </c:pt>
                <c:pt idx="8263">
                  <c:v>45179.291666666657</c:v>
                </c:pt>
                <c:pt idx="8264">
                  <c:v>45179.333333333343</c:v>
                </c:pt>
                <c:pt idx="8265">
                  <c:v>45179.375</c:v>
                </c:pt>
                <c:pt idx="8266">
                  <c:v>45179.416666666657</c:v>
                </c:pt>
                <c:pt idx="8267">
                  <c:v>45179.458333333343</c:v>
                </c:pt>
                <c:pt idx="8268">
                  <c:v>45179.5</c:v>
                </c:pt>
                <c:pt idx="8269">
                  <c:v>45179.541666666657</c:v>
                </c:pt>
                <c:pt idx="8270">
                  <c:v>45179.583333333343</c:v>
                </c:pt>
                <c:pt idx="8271">
                  <c:v>45179.625</c:v>
                </c:pt>
                <c:pt idx="8272">
                  <c:v>45179.666666666657</c:v>
                </c:pt>
                <c:pt idx="8273">
                  <c:v>45179.708333333343</c:v>
                </c:pt>
                <c:pt idx="8274">
                  <c:v>45179.75</c:v>
                </c:pt>
                <c:pt idx="8275">
                  <c:v>45179.791666666657</c:v>
                </c:pt>
                <c:pt idx="8276">
                  <c:v>45179.833333333343</c:v>
                </c:pt>
                <c:pt idx="8277">
                  <c:v>45179.875</c:v>
                </c:pt>
                <c:pt idx="8278">
                  <c:v>45179.916666666657</c:v>
                </c:pt>
                <c:pt idx="8279">
                  <c:v>45179.958333333343</c:v>
                </c:pt>
                <c:pt idx="8280">
                  <c:v>45180</c:v>
                </c:pt>
                <c:pt idx="8281">
                  <c:v>45180.041666666657</c:v>
                </c:pt>
                <c:pt idx="8282">
                  <c:v>45180.083333333343</c:v>
                </c:pt>
                <c:pt idx="8283">
                  <c:v>45180.125</c:v>
                </c:pt>
                <c:pt idx="8284">
                  <c:v>45180.166666666657</c:v>
                </c:pt>
                <c:pt idx="8285">
                  <c:v>45180.208333333343</c:v>
                </c:pt>
                <c:pt idx="8286">
                  <c:v>45180.25</c:v>
                </c:pt>
                <c:pt idx="8287">
                  <c:v>45180.291666666657</c:v>
                </c:pt>
                <c:pt idx="8288">
                  <c:v>45180.333333333343</c:v>
                </c:pt>
                <c:pt idx="8289">
                  <c:v>45180.375</c:v>
                </c:pt>
                <c:pt idx="8290">
                  <c:v>45180.416666666657</c:v>
                </c:pt>
                <c:pt idx="8291">
                  <c:v>45180.458333333343</c:v>
                </c:pt>
                <c:pt idx="8292">
                  <c:v>45180.5</c:v>
                </c:pt>
                <c:pt idx="8293">
                  <c:v>45180.541666666657</c:v>
                </c:pt>
                <c:pt idx="8294">
                  <c:v>45180.583333333343</c:v>
                </c:pt>
                <c:pt idx="8295">
                  <c:v>45180.625</c:v>
                </c:pt>
                <c:pt idx="8296">
                  <c:v>45180.666666666657</c:v>
                </c:pt>
                <c:pt idx="8297">
                  <c:v>45180.708333333343</c:v>
                </c:pt>
                <c:pt idx="8298">
                  <c:v>45180.75</c:v>
                </c:pt>
                <c:pt idx="8299">
                  <c:v>45180.791666666657</c:v>
                </c:pt>
                <c:pt idx="8300">
                  <c:v>45180.833333333343</c:v>
                </c:pt>
                <c:pt idx="8301">
                  <c:v>45180.875</c:v>
                </c:pt>
                <c:pt idx="8302">
                  <c:v>45180.916666666657</c:v>
                </c:pt>
                <c:pt idx="8303">
                  <c:v>45180.958333333343</c:v>
                </c:pt>
                <c:pt idx="8304">
                  <c:v>45181</c:v>
                </c:pt>
                <c:pt idx="8305">
                  <c:v>45181.041666666657</c:v>
                </c:pt>
                <c:pt idx="8306">
                  <c:v>45181.083333333343</c:v>
                </c:pt>
                <c:pt idx="8307">
                  <c:v>45181.125</c:v>
                </c:pt>
                <c:pt idx="8308">
                  <c:v>45181.166666666657</c:v>
                </c:pt>
                <c:pt idx="8309">
                  <c:v>45181.208333333343</c:v>
                </c:pt>
                <c:pt idx="8310">
                  <c:v>45181.25</c:v>
                </c:pt>
                <c:pt idx="8311">
                  <c:v>45181.291666666657</c:v>
                </c:pt>
                <c:pt idx="8312">
                  <c:v>45181.333333333343</c:v>
                </c:pt>
                <c:pt idx="8313">
                  <c:v>45181.375</c:v>
                </c:pt>
                <c:pt idx="8314">
                  <c:v>45181.416666666657</c:v>
                </c:pt>
                <c:pt idx="8315">
                  <c:v>45181.458333333343</c:v>
                </c:pt>
                <c:pt idx="8316">
                  <c:v>45181.5</c:v>
                </c:pt>
                <c:pt idx="8317">
                  <c:v>45181.541666666657</c:v>
                </c:pt>
                <c:pt idx="8318">
                  <c:v>45181.583333333343</c:v>
                </c:pt>
                <c:pt idx="8319">
                  <c:v>45181.625</c:v>
                </c:pt>
                <c:pt idx="8320">
                  <c:v>45181.666666666657</c:v>
                </c:pt>
                <c:pt idx="8321">
                  <c:v>45181.708333333343</c:v>
                </c:pt>
                <c:pt idx="8322">
                  <c:v>45181.75</c:v>
                </c:pt>
                <c:pt idx="8323">
                  <c:v>45181.791666666657</c:v>
                </c:pt>
                <c:pt idx="8324">
                  <c:v>45181.833333333343</c:v>
                </c:pt>
                <c:pt idx="8325">
                  <c:v>45181.875</c:v>
                </c:pt>
                <c:pt idx="8326">
                  <c:v>45181.916666666657</c:v>
                </c:pt>
                <c:pt idx="8327">
                  <c:v>45181.958333333343</c:v>
                </c:pt>
                <c:pt idx="8328">
                  <c:v>45182</c:v>
                </c:pt>
                <c:pt idx="8329">
                  <c:v>45182.041666666657</c:v>
                </c:pt>
                <c:pt idx="8330">
                  <c:v>45182.083333333343</c:v>
                </c:pt>
                <c:pt idx="8331">
                  <c:v>45182.125</c:v>
                </c:pt>
                <c:pt idx="8332">
                  <c:v>45182.166666666657</c:v>
                </c:pt>
                <c:pt idx="8333">
                  <c:v>45182.208333333343</c:v>
                </c:pt>
                <c:pt idx="8334">
                  <c:v>45182.25</c:v>
                </c:pt>
                <c:pt idx="8335">
                  <c:v>45182.291666666657</c:v>
                </c:pt>
                <c:pt idx="8336">
                  <c:v>45182.333333333343</c:v>
                </c:pt>
                <c:pt idx="8337">
                  <c:v>45182.375</c:v>
                </c:pt>
                <c:pt idx="8338">
                  <c:v>45182.416666666657</c:v>
                </c:pt>
                <c:pt idx="8339">
                  <c:v>45182.458333333343</c:v>
                </c:pt>
                <c:pt idx="8340">
                  <c:v>45182.5</c:v>
                </c:pt>
                <c:pt idx="8341">
                  <c:v>45182.541666666657</c:v>
                </c:pt>
                <c:pt idx="8342">
                  <c:v>45182.583333333343</c:v>
                </c:pt>
                <c:pt idx="8343">
                  <c:v>45182.625</c:v>
                </c:pt>
                <c:pt idx="8344">
                  <c:v>45182.666666666657</c:v>
                </c:pt>
                <c:pt idx="8345">
                  <c:v>45182.708333333343</c:v>
                </c:pt>
                <c:pt idx="8346">
                  <c:v>45182.75</c:v>
                </c:pt>
                <c:pt idx="8347">
                  <c:v>45182.791666666657</c:v>
                </c:pt>
                <c:pt idx="8348">
                  <c:v>45182.833333333343</c:v>
                </c:pt>
                <c:pt idx="8349">
                  <c:v>45182.875</c:v>
                </c:pt>
                <c:pt idx="8350">
                  <c:v>45182.916666666657</c:v>
                </c:pt>
                <c:pt idx="8351">
                  <c:v>45182.958333333343</c:v>
                </c:pt>
                <c:pt idx="8352">
                  <c:v>45183</c:v>
                </c:pt>
                <c:pt idx="8353">
                  <c:v>45183.041666666657</c:v>
                </c:pt>
                <c:pt idx="8354">
                  <c:v>45183.083333333343</c:v>
                </c:pt>
                <c:pt idx="8355">
                  <c:v>45183.125</c:v>
                </c:pt>
                <c:pt idx="8356">
                  <c:v>45183.166666666657</c:v>
                </c:pt>
                <c:pt idx="8357">
                  <c:v>45183.208333333343</c:v>
                </c:pt>
                <c:pt idx="8358">
                  <c:v>45183.25</c:v>
                </c:pt>
                <c:pt idx="8359">
                  <c:v>45183.291666666657</c:v>
                </c:pt>
                <c:pt idx="8360">
                  <c:v>45183.333333333343</c:v>
                </c:pt>
                <c:pt idx="8361">
                  <c:v>45183.375</c:v>
                </c:pt>
                <c:pt idx="8362">
                  <c:v>45183.416666666657</c:v>
                </c:pt>
                <c:pt idx="8363">
                  <c:v>45183.458333333343</c:v>
                </c:pt>
                <c:pt idx="8364">
                  <c:v>45183.5</c:v>
                </c:pt>
                <c:pt idx="8365">
                  <c:v>45183.541666666657</c:v>
                </c:pt>
                <c:pt idx="8366">
                  <c:v>45183.583333333343</c:v>
                </c:pt>
                <c:pt idx="8367">
                  <c:v>45183.625</c:v>
                </c:pt>
                <c:pt idx="8368">
                  <c:v>45183.666666666657</c:v>
                </c:pt>
                <c:pt idx="8369">
                  <c:v>45183.708333333343</c:v>
                </c:pt>
                <c:pt idx="8370">
                  <c:v>45183.75</c:v>
                </c:pt>
                <c:pt idx="8371">
                  <c:v>45183.791666666657</c:v>
                </c:pt>
                <c:pt idx="8372">
                  <c:v>45183.833333333343</c:v>
                </c:pt>
                <c:pt idx="8373">
                  <c:v>45183.875</c:v>
                </c:pt>
                <c:pt idx="8374">
                  <c:v>45183.916666666657</c:v>
                </c:pt>
                <c:pt idx="8375">
                  <c:v>45183.958333333343</c:v>
                </c:pt>
                <c:pt idx="8376">
                  <c:v>45184</c:v>
                </c:pt>
                <c:pt idx="8377">
                  <c:v>45184.041666666657</c:v>
                </c:pt>
                <c:pt idx="8378">
                  <c:v>45184.083333333343</c:v>
                </c:pt>
                <c:pt idx="8379">
                  <c:v>45184.125</c:v>
                </c:pt>
                <c:pt idx="8380">
                  <c:v>45184.166666666657</c:v>
                </c:pt>
                <c:pt idx="8381">
                  <c:v>45184.208333333343</c:v>
                </c:pt>
                <c:pt idx="8382">
                  <c:v>45184.25</c:v>
                </c:pt>
                <c:pt idx="8383">
                  <c:v>45184.291666666657</c:v>
                </c:pt>
                <c:pt idx="8384">
                  <c:v>45184.333333333343</c:v>
                </c:pt>
                <c:pt idx="8385">
                  <c:v>45184.375</c:v>
                </c:pt>
                <c:pt idx="8386">
                  <c:v>45184.416666666657</c:v>
                </c:pt>
                <c:pt idx="8387">
                  <c:v>45184.458333333343</c:v>
                </c:pt>
                <c:pt idx="8388">
                  <c:v>45184.5</c:v>
                </c:pt>
                <c:pt idx="8389">
                  <c:v>45184.541666666657</c:v>
                </c:pt>
                <c:pt idx="8390">
                  <c:v>45184.583333333343</c:v>
                </c:pt>
                <c:pt idx="8391">
                  <c:v>45184.625</c:v>
                </c:pt>
                <c:pt idx="8392">
                  <c:v>45184.666666666657</c:v>
                </c:pt>
                <c:pt idx="8393">
                  <c:v>45184.708333333343</c:v>
                </c:pt>
                <c:pt idx="8394">
                  <c:v>45184.75</c:v>
                </c:pt>
                <c:pt idx="8395">
                  <c:v>45184.791666666657</c:v>
                </c:pt>
                <c:pt idx="8396">
                  <c:v>45184.833333333343</c:v>
                </c:pt>
                <c:pt idx="8397">
                  <c:v>45184.875</c:v>
                </c:pt>
                <c:pt idx="8398">
                  <c:v>45184.916666666657</c:v>
                </c:pt>
                <c:pt idx="8399">
                  <c:v>45184.958333333343</c:v>
                </c:pt>
                <c:pt idx="8400">
                  <c:v>45185</c:v>
                </c:pt>
                <c:pt idx="8401">
                  <c:v>45185.041666666657</c:v>
                </c:pt>
                <c:pt idx="8402">
                  <c:v>45185.083333333343</c:v>
                </c:pt>
                <c:pt idx="8403">
                  <c:v>45185.125</c:v>
                </c:pt>
                <c:pt idx="8404">
                  <c:v>45185.166666666657</c:v>
                </c:pt>
                <c:pt idx="8405">
                  <c:v>45185.208333333343</c:v>
                </c:pt>
                <c:pt idx="8406">
                  <c:v>45185.25</c:v>
                </c:pt>
                <c:pt idx="8407">
                  <c:v>45185.291666666657</c:v>
                </c:pt>
                <c:pt idx="8408">
                  <c:v>45185.333333333343</c:v>
                </c:pt>
                <c:pt idx="8409">
                  <c:v>45185.375</c:v>
                </c:pt>
                <c:pt idx="8410">
                  <c:v>45185.416666666657</c:v>
                </c:pt>
                <c:pt idx="8411">
                  <c:v>45185.458333333343</c:v>
                </c:pt>
                <c:pt idx="8412">
                  <c:v>45185.5</c:v>
                </c:pt>
                <c:pt idx="8413">
                  <c:v>45185.541666666657</c:v>
                </c:pt>
                <c:pt idx="8414">
                  <c:v>45185.583333333343</c:v>
                </c:pt>
                <c:pt idx="8415">
                  <c:v>45185.625</c:v>
                </c:pt>
                <c:pt idx="8416">
                  <c:v>45185.666666666657</c:v>
                </c:pt>
                <c:pt idx="8417">
                  <c:v>45185.708333333343</c:v>
                </c:pt>
                <c:pt idx="8418">
                  <c:v>45185.75</c:v>
                </c:pt>
                <c:pt idx="8419">
                  <c:v>45185.791666666657</c:v>
                </c:pt>
                <c:pt idx="8420">
                  <c:v>45185.833333333343</c:v>
                </c:pt>
                <c:pt idx="8421">
                  <c:v>45185.875</c:v>
                </c:pt>
                <c:pt idx="8422">
                  <c:v>45185.916666666657</c:v>
                </c:pt>
                <c:pt idx="8423">
                  <c:v>45185.958333333343</c:v>
                </c:pt>
                <c:pt idx="8424">
                  <c:v>45186</c:v>
                </c:pt>
                <c:pt idx="8425">
                  <c:v>45186.041666666657</c:v>
                </c:pt>
                <c:pt idx="8426">
                  <c:v>45186.083333333343</c:v>
                </c:pt>
                <c:pt idx="8427">
                  <c:v>45186.125</c:v>
                </c:pt>
                <c:pt idx="8428">
                  <c:v>45186.166666666657</c:v>
                </c:pt>
                <c:pt idx="8429">
                  <c:v>45186.208333333343</c:v>
                </c:pt>
                <c:pt idx="8430">
                  <c:v>45186.25</c:v>
                </c:pt>
                <c:pt idx="8431">
                  <c:v>45186.291666666657</c:v>
                </c:pt>
                <c:pt idx="8432">
                  <c:v>45186.333333333343</c:v>
                </c:pt>
                <c:pt idx="8433">
                  <c:v>45186.375</c:v>
                </c:pt>
                <c:pt idx="8434">
                  <c:v>45186.416666666657</c:v>
                </c:pt>
                <c:pt idx="8435">
                  <c:v>45186.458333333343</c:v>
                </c:pt>
                <c:pt idx="8436">
                  <c:v>45186.5</c:v>
                </c:pt>
                <c:pt idx="8437">
                  <c:v>45186.541666666657</c:v>
                </c:pt>
                <c:pt idx="8438">
                  <c:v>45186.583333333343</c:v>
                </c:pt>
                <c:pt idx="8439">
                  <c:v>45186.625</c:v>
                </c:pt>
                <c:pt idx="8440">
                  <c:v>45186.666666666657</c:v>
                </c:pt>
                <c:pt idx="8441">
                  <c:v>45186.708333333343</c:v>
                </c:pt>
                <c:pt idx="8442">
                  <c:v>45186.75</c:v>
                </c:pt>
                <c:pt idx="8443">
                  <c:v>45186.791666666657</c:v>
                </c:pt>
                <c:pt idx="8444">
                  <c:v>45186.833333333343</c:v>
                </c:pt>
                <c:pt idx="8445">
                  <c:v>45186.875</c:v>
                </c:pt>
                <c:pt idx="8446">
                  <c:v>45186.916666666657</c:v>
                </c:pt>
                <c:pt idx="8447">
                  <c:v>45186.958333333343</c:v>
                </c:pt>
                <c:pt idx="8448">
                  <c:v>45187</c:v>
                </c:pt>
                <c:pt idx="8449">
                  <c:v>45187.041666666657</c:v>
                </c:pt>
                <c:pt idx="8450">
                  <c:v>45187.083333333343</c:v>
                </c:pt>
                <c:pt idx="8451">
                  <c:v>45187.125</c:v>
                </c:pt>
                <c:pt idx="8452">
                  <c:v>45187.166666666657</c:v>
                </c:pt>
                <c:pt idx="8453">
                  <c:v>45187.208333333343</c:v>
                </c:pt>
                <c:pt idx="8454">
                  <c:v>45187.25</c:v>
                </c:pt>
                <c:pt idx="8455">
                  <c:v>45187.291666666657</c:v>
                </c:pt>
                <c:pt idx="8456">
                  <c:v>45187.333333333343</c:v>
                </c:pt>
                <c:pt idx="8457">
                  <c:v>45187.375</c:v>
                </c:pt>
                <c:pt idx="8458">
                  <c:v>45187.416666666657</c:v>
                </c:pt>
                <c:pt idx="8459">
                  <c:v>45187.458333333343</c:v>
                </c:pt>
                <c:pt idx="8460">
                  <c:v>45187.5</c:v>
                </c:pt>
                <c:pt idx="8461">
                  <c:v>45187.541666666657</c:v>
                </c:pt>
                <c:pt idx="8462">
                  <c:v>45187.583333333343</c:v>
                </c:pt>
                <c:pt idx="8463">
                  <c:v>45187.625</c:v>
                </c:pt>
                <c:pt idx="8464">
                  <c:v>45187.666666666657</c:v>
                </c:pt>
                <c:pt idx="8465">
                  <c:v>45187.708333333343</c:v>
                </c:pt>
                <c:pt idx="8466">
                  <c:v>45187.75</c:v>
                </c:pt>
                <c:pt idx="8467">
                  <c:v>45187.791666666657</c:v>
                </c:pt>
                <c:pt idx="8468">
                  <c:v>45187.833333333343</c:v>
                </c:pt>
                <c:pt idx="8469">
                  <c:v>45187.875</c:v>
                </c:pt>
                <c:pt idx="8470">
                  <c:v>45187.916666666657</c:v>
                </c:pt>
                <c:pt idx="8471">
                  <c:v>45187.958333333343</c:v>
                </c:pt>
                <c:pt idx="8472">
                  <c:v>45188</c:v>
                </c:pt>
                <c:pt idx="8473">
                  <c:v>45188.041666666657</c:v>
                </c:pt>
                <c:pt idx="8474">
                  <c:v>45188.083333333343</c:v>
                </c:pt>
                <c:pt idx="8475">
                  <c:v>45188.125</c:v>
                </c:pt>
                <c:pt idx="8476">
                  <c:v>45188.166666666657</c:v>
                </c:pt>
                <c:pt idx="8477">
                  <c:v>45188.208333333343</c:v>
                </c:pt>
                <c:pt idx="8478">
                  <c:v>45188.25</c:v>
                </c:pt>
                <c:pt idx="8479">
                  <c:v>45188.291666666657</c:v>
                </c:pt>
                <c:pt idx="8480">
                  <c:v>45188.333333333343</c:v>
                </c:pt>
                <c:pt idx="8481">
                  <c:v>45188.375</c:v>
                </c:pt>
                <c:pt idx="8482">
                  <c:v>45188.416666666657</c:v>
                </c:pt>
                <c:pt idx="8483">
                  <c:v>45188.458333333343</c:v>
                </c:pt>
                <c:pt idx="8484">
                  <c:v>45188.5</c:v>
                </c:pt>
                <c:pt idx="8485">
                  <c:v>45188.541666666657</c:v>
                </c:pt>
                <c:pt idx="8486">
                  <c:v>45188.583333333343</c:v>
                </c:pt>
                <c:pt idx="8487">
                  <c:v>45188.625</c:v>
                </c:pt>
                <c:pt idx="8488">
                  <c:v>45188.666666666657</c:v>
                </c:pt>
                <c:pt idx="8489">
                  <c:v>45188.708333333343</c:v>
                </c:pt>
                <c:pt idx="8490">
                  <c:v>45188.75</c:v>
                </c:pt>
                <c:pt idx="8491">
                  <c:v>45188.791666666657</c:v>
                </c:pt>
                <c:pt idx="8492">
                  <c:v>45188.833333333343</c:v>
                </c:pt>
                <c:pt idx="8493">
                  <c:v>45188.875</c:v>
                </c:pt>
                <c:pt idx="8494">
                  <c:v>45188.916666666657</c:v>
                </c:pt>
                <c:pt idx="8495">
                  <c:v>45188.958333333343</c:v>
                </c:pt>
                <c:pt idx="8496">
                  <c:v>45189</c:v>
                </c:pt>
                <c:pt idx="8497">
                  <c:v>45189.041666666657</c:v>
                </c:pt>
                <c:pt idx="8498">
                  <c:v>45189.083333333343</c:v>
                </c:pt>
                <c:pt idx="8499">
                  <c:v>45189.125</c:v>
                </c:pt>
                <c:pt idx="8500">
                  <c:v>45189.166666666657</c:v>
                </c:pt>
                <c:pt idx="8501">
                  <c:v>45189.208333333343</c:v>
                </c:pt>
                <c:pt idx="8502">
                  <c:v>45189.25</c:v>
                </c:pt>
                <c:pt idx="8503">
                  <c:v>45189.291666666657</c:v>
                </c:pt>
                <c:pt idx="8504">
                  <c:v>45189.333333333343</c:v>
                </c:pt>
                <c:pt idx="8505">
                  <c:v>45189.375</c:v>
                </c:pt>
                <c:pt idx="8506">
                  <c:v>45189.416666666657</c:v>
                </c:pt>
                <c:pt idx="8507">
                  <c:v>45189.458333333343</c:v>
                </c:pt>
                <c:pt idx="8508">
                  <c:v>45189.5</c:v>
                </c:pt>
                <c:pt idx="8509">
                  <c:v>45189.541666666657</c:v>
                </c:pt>
                <c:pt idx="8510">
                  <c:v>45189.583333333343</c:v>
                </c:pt>
                <c:pt idx="8511">
                  <c:v>45189.625</c:v>
                </c:pt>
                <c:pt idx="8512">
                  <c:v>45189.666666666657</c:v>
                </c:pt>
                <c:pt idx="8513">
                  <c:v>45189.708333333343</c:v>
                </c:pt>
                <c:pt idx="8514">
                  <c:v>45189.75</c:v>
                </c:pt>
                <c:pt idx="8515">
                  <c:v>45189.791666666657</c:v>
                </c:pt>
                <c:pt idx="8516">
                  <c:v>45189.833333333343</c:v>
                </c:pt>
                <c:pt idx="8517">
                  <c:v>45189.875</c:v>
                </c:pt>
                <c:pt idx="8518">
                  <c:v>45189.916666666657</c:v>
                </c:pt>
                <c:pt idx="8519">
                  <c:v>45189.958333333343</c:v>
                </c:pt>
                <c:pt idx="8520">
                  <c:v>45190</c:v>
                </c:pt>
                <c:pt idx="8521">
                  <c:v>45190.041666666657</c:v>
                </c:pt>
                <c:pt idx="8522">
                  <c:v>45190.083333333343</c:v>
                </c:pt>
                <c:pt idx="8523">
                  <c:v>45190.125</c:v>
                </c:pt>
                <c:pt idx="8524">
                  <c:v>45190.166666666657</c:v>
                </c:pt>
                <c:pt idx="8525">
                  <c:v>45190.208333333343</c:v>
                </c:pt>
                <c:pt idx="8526">
                  <c:v>45190.25</c:v>
                </c:pt>
                <c:pt idx="8527">
                  <c:v>45190.291666666657</c:v>
                </c:pt>
                <c:pt idx="8528">
                  <c:v>45190.333333333343</c:v>
                </c:pt>
                <c:pt idx="8529">
                  <c:v>45190.375</c:v>
                </c:pt>
                <c:pt idx="8530">
                  <c:v>45190.416666666657</c:v>
                </c:pt>
                <c:pt idx="8531">
                  <c:v>45190.458333333343</c:v>
                </c:pt>
                <c:pt idx="8532">
                  <c:v>45190.5</c:v>
                </c:pt>
                <c:pt idx="8533">
                  <c:v>45190.541666666657</c:v>
                </c:pt>
                <c:pt idx="8534">
                  <c:v>45190.583333333343</c:v>
                </c:pt>
                <c:pt idx="8535">
                  <c:v>45190.625</c:v>
                </c:pt>
                <c:pt idx="8536">
                  <c:v>45190.666666666657</c:v>
                </c:pt>
                <c:pt idx="8537">
                  <c:v>45190.708333333343</c:v>
                </c:pt>
                <c:pt idx="8538">
                  <c:v>45190.75</c:v>
                </c:pt>
                <c:pt idx="8539">
                  <c:v>45190.791666666657</c:v>
                </c:pt>
                <c:pt idx="8540">
                  <c:v>45190.833333333343</c:v>
                </c:pt>
                <c:pt idx="8541">
                  <c:v>45190.875</c:v>
                </c:pt>
                <c:pt idx="8542">
                  <c:v>45190.916666666657</c:v>
                </c:pt>
                <c:pt idx="8543">
                  <c:v>45190.958333333343</c:v>
                </c:pt>
                <c:pt idx="8544">
                  <c:v>45191</c:v>
                </c:pt>
                <c:pt idx="8545">
                  <c:v>45191.041666666657</c:v>
                </c:pt>
                <c:pt idx="8546">
                  <c:v>45191.083333333343</c:v>
                </c:pt>
                <c:pt idx="8547">
                  <c:v>45191.125</c:v>
                </c:pt>
                <c:pt idx="8548">
                  <c:v>45191.166666666657</c:v>
                </c:pt>
                <c:pt idx="8549">
                  <c:v>45191.208333333343</c:v>
                </c:pt>
                <c:pt idx="8550">
                  <c:v>45191.25</c:v>
                </c:pt>
                <c:pt idx="8551">
                  <c:v>45191.291666666657</c:v>
                </c:pt>
                <c:pt idx="8552">
                  <c:v>45191.333333333343</c:v>
                </c:pt>
                <c:pt idx="8553">
                  <c:v>45191.375</c:v>
                </c:pt>
                <c:pt idx="8554">
                  <c:v>45191.416666666657</c:v>
                </c:pt>
                <c:pt idx="8555">
                  <c:v>45191.458333333343</c:v>
                </c:pt>
                <c:pt idx="8556">
                  <c:v>45191.5</c:v>
                </c:pt>
                <c:pt idx="8557">
                  <c:v>45191.541666666657</c:v>
                </c:pt>
                <c:pt idx="8558">
                  <c:v>45191.583333333343</c:v>
                </c:pt>
                <c:pt idx="8559">
                  <c:v>45191.625</c:v>
                </c:pt>
                <c:pt idx="8560">
                  <c:v>45191.666666666657</c:v>
                </c:pt>
                <c:pt idx="8561">
                  <c:v>45191.708333333343</c:v>
                </c:pt>
                <c:pt idx="8562">
                  <c:v>45191.75</c:v>
                </c:pt>
                <c:pt idx="8563">
                  <c:v>45191.791666666657</c:v>
                </c:pt>
                <c:pt idx="8564">
                  <c:v>45191.833333333343</c:v>
                </c:pt>
                <c:pt idx="8565">
                  <c:v>45191.875</c:v>
                </c:pt>
                <c:pt idx="8566">
                  <c:v>45191.916666666657</c:v>
                </c:pt>
                <c:pt idx="8567">
                  <c:v>45191.958333333343</c:v>
                </c:pt>
                <c:pt idx="8568">
                  <c:v>45192</c:v>
                </c:pt>
                <c:pt idx="8569">
                  <c:v>45192.041666666657</c:v>
                </c:pt>
                <c:pt idx="8570">
                  <c:v>45192.083333333343</c:v>
                </c:pt>
                <c:pt idx="8571">
                  <c:v>45192.125</c:v>
                </c:pt>
                <c:pt idx="8572">
                  <c:v>45192.166666666657</c:v>
                </c:pt>
                <c:pt idx="8573">
                  <c:v>45192.208333333343</c:v>
                </c:pt>
                <c:pt idx="8574">
                  <c:v>45192.25</c:v>
                </c:pt>
                <c:pt idx="8575">
                  <c:v>45192.291666666657</c:v>
                </c:pt>
                <c:pt idx="8576">
                  <c:v>45192.333333333343</c:v>
                </c:pt>
                <c:pt idx="8577">
                  <c:v>45192.375</c:v>
                </c:pt>
                <c:pt idx="8578">
                  <c:v>45192.416666666657</c:v>
                </c:pt>
                <c:pt idx="8579">
                  <c:v>45192.458333333343</c:v>
                </c:pt>
                <c:pt idx="8580">
                  <c:v>45192.5</c:v>
                </c:pt>
                <c:pt idx="8581">
                  <c:v>45192.541666666657</c:v>
                </c:pt>
                <c:pt idx="8582">
                  <c:v>45192.583333333343</c:v>
                </c:pt>
                <c:pt idx="8583">
                  <c:v>45192.625</c:v>
                </c:pt>
                <c:pt idx="8584">
                  <c:v>45192.666666666657</c:v>
                </c:pt>
                <c:pt idx="8585">
                  <c:v>45192.708333333343</c:v>
                </c:pt>
                <c:pt idx="8586">
                  <c:v>45192.75</c:v>
                </c:pt>
                <c:pt idx="8587">
                  <c:v>45192.791666666657</c:v>
                </c:pt>
                <c:pt idx="8588">
                  <c:v>45192.833333333343</c:v>
                </c:pt>
                <c:pt idx="8589">
                  <c:v>45192.875</c:v>
                </c:pt>
                <c:pt idx="8590">
                  <c:v>45192.916666666657</c:v>
                </c:pt>
                <c:pt idx="8591">
                  <c:v>45192.958333333343</c:v>
                </c:pt>
                <c:pt idx="8592">
                  <c:v>45193</c:v>
                </c:pt>
                <c:pt idx="8593">
                  <c:v>45193.041666666657</c:v>
                </c:pt>
                <c:pt idx="8594">
                  <c:v>45193.083333333343</c:v>
                </c:pt>
                <c:pt idx="8595">
                  <c:v>45193.125</c:v>
                </c:pt>
                <c:pt idx="8596">
                  <c:v>45193.166666666657</c:v>
                </c:pt>
                <c:pt idx="8597">
                  <c:v>45193.208333333343</c:v>
                </c:pt>
                <c:pt idx="8598">
                  <c:v>45193.25</c:v>
                </c:pt>
                <c:pt idx="8599">
                  <c:v>45193.291666666657</c:v>
                </c:pt>
                <c:pt idx="8600">
                  <c:v>45193.333333333343</c:v>
                </c:pt>
                <c:pt idx="8601">
                  <c:v>45193.375</c:v>
                </c:pt>
                <c:pt idx="8602">
                  <c:v>45193.416666666657</c:v>
                </c:pt>
                <c:pt idx="8603">
                  <c:v>45193.458333333343</c:v>
                </c:pt>
                <c:pt idx="8604">
                  <c:v>45193.5</c:v>
                </c:pt>
                <c:pt idx="8605">
                  <c:v>45193.541666666657</c:v>
                </c:pt>
                <c:pt idx="8606">
                  <c:v>45193.583333333343</c:v>
                </c:pt>
                <c:pt idx="8607">
                  <c:v>45193.625</c:v>
                </c:pt>
                <c:pt idx="8608">
                  <c:v>45193.666666666657</c:v>
                </c:pt>
                <c:pt idx="8609">
                  <c:v>45193.708333333343</c:v>
                </c:pt>
                <c:pt idx="8610">
                  <c:v>45193.75</c:v>
                </c:pt>
                <c:pt idx="8611">
                  <c:v>45193.791666666657</c:v>
                </c:pt>
                <c:pt idx="8612">
                  <c:v>45193.833333333343</c:v>
                </c:pt>
                <c:pt idx="8613">
                  <c:v>45193.875</c:v>
                </c:pt>
                <c:pt idx="8614">
                  <c:v>45193.916666666657</c:v>
                </c:pt>
                <c:pt idx="8615">
                  <c:v>45193.958333333343</c:v>
                </c:pt>
                <c:pt idx="8616">
                  <c:v>45194</c:v>
                </c:pt>
                <c:pt idx="8617">
                  <c:v>45194.041666666657</c:v>
                </c:pt>
                <c:pt idx="8618">
                  <c:v>45194.083333333343</c:v>
                </c:pt>
                <c:pt idx="8619">
                  <c:v>45194.125</c:v>
                </c:pt>
                <c:pt idx="8620">
                  <c:v>45194.166666666657</c:v>
                </c:pt>
                <c:pt idx="8621">
                  <c:v>45194.208333333343</c:v>
                </c:pt>
                <c:pt idx="8622">
                  <c:v>45194.25</c:v>
                </c:pt>
                <c:pt idx="8623">
                  <c:v>45194.291666666657</c:v>
                </c:pt>
                <c:pt idx="8624">
                  <c:v>45194.333333333343</c:v>
                </c:pt>
                <c:pt idx="8625">
                  <c:v>45194.375</c:v>
                </c:pt>
                <c:pt idx="8626">
                  <c:v>45194.416666666657</c:v>
                </c:pt>
                <c:pt idx="8627">
                  <c:v>45194.458333333343</c:v>
                </c:pt>
                <c:pt idx="8628">
                  <c:v>45194.5</c:v>
                </c:pt>
                <c:pt idx="8629">
                  <c:v>45194.541666666657</c:v>
                </c:pt>
                <c:pt idx="8630">
                  <c:v>45194.583333333343</c:v>
                </c:pt>
                <c:pt idx="8631">
                  <c:v>45194.625</c:v>
                </c:pt>
                <c:pt idx="8632">
                  <c:v>45194.666666666657</c:v>
                </c:pt>
                <c:pt idx="8633">
                  <c:v>45194.708333333343</c:v>
                </c:pt>
                <c:pt idx="8634">
                  <c:v>45194.75</c:v>
                </c:pt>
                <c:pt idx="8635">
                  <c:v>45194.791666666657</c:v>
                </c:pt>
                <c:pt idx="8636">
                  <c:v>45194.833333333343</c:v>
                </c:pt>
                <c:pt idx="8637">
                  <c:v>45194.875</c:v>
                </c:pt>
                <c:pt idx="8638">
                  <c:v>45194.916666666657</c:v>
                </c:pt>
                <c:pt idx="8639">
                  <c:v>45194.958333333343</c:v>
                </c:pt>
                <c:pt idx="8640">
                  <c:v>45195</c:v>
                </c:pt>
                <c:pt idx="8641">
                  <c:v>45195.041666666657</c:v>
                </c:pt>
                <c:pt idx="8642">
                  <c:v>45195.083333333343</c:v>
                </c:pt>
                <c:pt idx="8643">
                  <c:v>45195.125</c:v>
                </c:pt>
                <c:pt idx="8644">
                  <c:v>45195.166666666657</c:v>
                </c:pt>
                <c:pt idx="8645">
                  <c:v>45195.208333333343</c:v>
                </c:pt>
                <c:pt idx="8646">
                  <c:v>45195.25</c:v>
                </c:pt>
                <c:pt idx="8647">
                  <c:v>45195.291666666657</c:v>
                </c:pt>
                <c:pt idx="8648">
                  <c:v>45195.333333333343</c:v>
                </c:pt>
                <c:pt idx="8649">
                  <c:v>45195.375</c:v>
                </c:pt>
                <c:pt idx="8650">
                  <c:v>45195.416666666657</c:v>
                </c:pt>
                <c:pt idx="8651">
                  <c:v>45195.458333333343</c:v>
                </c:pt>
                <c:pt idx="8652">
                  <c:v>45195.5</c:v>
                </c:pt>
                <c:pt idx="8653">
                  <c:v>45195.541666666657</c:v>
                </c:pt>
                <c:pt idx="8654">
                  <c:v>45195.583333333343</c:v>
                </c:pt>
                <c:pt idx="8655">
                  <c:v>45195.625</c:v>
                </c:pt>
                <c:pt idx="8656">
                  <c:v>45195.666666666657</c:v>
                </c:pt>
                <c:pt idx="8657">
                  <c:v>45195.708333333343</c:v>
                </c:pt>
                <c:pt idx="8658">
                  <c:v>45195.75</c:v>
                </c:pt>
                <c:pt idx="8659">
                  <c:v>45195.791666666657</c:v>
                </c:pt>
                <c:pt idx="8660">
                  <c:v>45195.833333333343</c:v>
                </c:pt>
                <c:pt idx="8661">
                  <c:v>45195.875</c:v>
                </c:pt>
                <c:pt idx="8662">
                  <c:v>45195.916666666657</c:v>
                </c:pt>
                <c:pt idx="8663">
                  <c:v>45195.958333333343</c:v>
                </c:pt>
                <c:pt idx="8664">
                  <c:v>45196</c:v>
                </c:pt>
                <c:pt idx="8665">
                  <c:v>45196.041666666657</c:v>
                </c:pt>
                <c:pt idx="8666">
                  <c:v>45196.083333333343</c:v>
                </c:pt>
                <c:pt idx="8667">
                  <c:v>45196.125</c:v>
                </c:pt>
                <c:pt idx="8668">
                  <c:v>45196.166666666657</c:v>
                </c:pt>
                <c:pt idx="8669">
                  <c:v>45196.208333333343</c:v>
                </c:pt>
                <c:pt idx="8670">
                  <c:v>45196.25</c:v>
                </c:pt>
                <c:pt idx="8671">
                  <c:v>45196.291666666657</c:v>
                </c:pt>
                <c:pt idx="8672">
                  <c:v>45196.333333333343</c:v>
                </c:pt>
                <c:pt idx="8673">
                  <c:v>45196.375</c:v>
                </c:pt>
                <c:pt idx="8674">
                  <c:v>45196.416666666657</c:v>
                </c:pt>
                <c:pt idx="8675">
                  <c:v>45196.458333333343</c:v>
                </c:pt>
                <c:pt idx="8676">
                  <c:v>45196.5</c:v>
                </c:pt>
                <c:pt idx="8677">
                  <c:v>45196.541666666657</c:v>
                </c:pt>
                <c:pt idx="8678">
                  <c:v>45196.583333333343</c:v>
                </c:pt>
                <c:pt idx="8679">
                  <c:v>45196.625</c:v>
                </c:pt>
                <c:pt idx="8680">
                  <c:v>45196.666666666657</c:v>
                </c:pt>
                <c:pt idx="8681">
                  <c:v>45196.708333333343</c:v>
                </c:pt>
                <c:pt idx="8682">
                  <c:v>45196.75</c:v>
                </c:pt>
                <c:pt idx="8683">
                  <c:v>45196.791666666657</c:v>
                </c:pt>
                <c:pt idx="8684">
                  <c:v>45196.833333333343</c:v>
                </c:pt>
                <c:pt idx="8685">
                  <c:v>45196.875</c:v>
                </c:pt>
                <c:pt idx="8686">
                  <c:v>45196.916666666657</c:v>
                </c:pt>
                <c:pt idx="8687">
                  <c:v>45196.958333333343</c:v>
                </c:pt>
                <c:pt idx="8688">
                  <c:v>45197</c:v>
                </c:pt>
                <c:pt idx="8689">
                  <c:v>45197.041666666657</c:v>
                </c:pt>
                <c:pt idx="8690">
                  <c:v>45197.083333333343</c:v>
                </c:pt>
                <c:pt idx="8691">
                  <c:v>45197.125</c:v>
                </c:pt>
                <c:pt idx="8692">
                  <c:v>45197.166666666657</c:v>
                </c:pt>
                <c:pt idx="8693">
                  <c:v>45197.208333333343</c:v>
                </c:pt>
                <c:pt idx="8694">
                  <c:v>45197.25</c:v>
                </c:pt>
                <c:pt idx="8695">
                  <c:v>45197.291666666657</c:v>
                </c:pt>
                <c:pt idx="8696">
                  <c:v>45197.333333333343</c:v>
                </c:pt>
                <c:pt idx="8697">
                  <c:v>45197.375</c:v>
                </c:pt>
                <c:pt idx="8698">
                  <c:v>45197.416666666657</c:v>
                </c:pt>
                <c:pt idx="8699">
                  <c:v>45197.458333333343</c:v>
                </c:pt>
                <c:pt idx="8700">
                  <c:v>45197.5</c:v>
                </c:pt>
                <c:pt idx="8701">
                  <c:v>45197.541666666657</c:v>
                </c:pt>
                <c:pt idx="8702">
                  <c:v>45197.583333333343</c:v>
                </c:pt>
                <c:pt idx="8703">
                  <c:v>45197.625</c:v>
                </c:pt>
                <c:pt idx="8704">
                  <c:v>45197.666666666657</c:v>
                </c:pt>
                <c:pt idx="8705">
                  <c:v>45197.708333333343</c:v>
                </c:pt>
                <c:pt idx="8706">
                  <c:v>45197.75</c:v>
                </c:pt>
                <c:pt idx="8707">
                  <c:v>45197.791666666657</c:v>
                </c:pt>
                <c:pt idx="8708">
                  <c:v>45197.833333333343</c:v>
                </c:pt>
                <c:pt idx="8709">
                  <c:v>45197.875</c:v>
                </c:pt>
                <c:pt idx="8710">
                  <c:v>45197.916666666657</c:v>
                </c:pt>
                <c:pt idx="8711">
                  <c:v>45197.958333333343</c:v>
                </c:pt>
                <c:pt idx="8712">
                  <c:v>45198</c:v>
                </c:pt>
                <c:pt idx="8713">
                  <c:v>45198.041666666657</c:v>
                </c:pt>
                <c:pt idx="8714">
                  <c:v>45198.083333333343</c:v>
                </c:pt>
                <c:pt idx="8715">
                  <c:v>45198.125</c:v>
                </c:pt>
                <c:pt idx="8716">
                  <c:v>45198.166666666657</c:v>
                </c:pt>
                <c:pt idx="8717">
                  <c:v>45198.208333333343</c:v>
                </c:pt>
                <c:pt idx="8718">
                  <c:v>45198.25</c:v>
                </c:pt>
                <c:pt idx="8719">
                  <c:v>45198.291666666657</c:v>
                </c:pt>
                <c:pt idx="8720">
                  <c:v>45198.333333333343</c:v>
                </c:pt>
                <c:pt idx="8721">
                  <c:v>45198.375</c:v>
                </c:pt>
                <c:pt idx="8722">
                  <c:v>45198.416666666657</c:v>
                </c:pt>
                <c:pt idx="8723">
                  <c:v>45198.458333333343</c:v>
                </c:pt>
                <c:pt idx="8724">
                  <c:v>45198.5</c:v>
                </c:pt>
                <c:pt idx="8725">
                  <c:v>45198.541666666657</c:v>
                </c:pt>
                <c:pt idx="8726">
                  <c:v>45198.583333333343</c:v>
                </c:pt>
                <c:pt idx="8727">
                  <c:v>45198.625</c:v>
                </c:pt>
                <c:pt idx="8728">
                  <c:v>45198.666666666657</c:v>
                </c:pt>
                <c:pt idx="8729">
                  <c:v>45198.708333333343</c:v>
                </c:pt>
                <c:pt idx="8730">
                  <c:v>45198.75</c:v>
                </c:pt>
                <c:pt idx="8731">
                  <c:v>45198.791666666657</c:v>
                </c:pt>
                <c:pt idx="8732">
                  <c:v>45198.833333333343</c:v>
                </c:pt>
                <c:pt idx="8733">
                  <c:v>45198.875</c:v>
                </c:pt>
                <c:pt idx="8734">
                  <c:v>45198.916666666657</c:v>
                </c:pt>
                <c:pt idx="8735">
                  <c:v>45198.958333333343</c:v>
                </c:pt>
                <c:pt idx="8736">
                  <c:v>45199</c:v>
                </c:pt>
                <c:pt idx="8737">
                  <c:v>45199.041666666657</c:v>
                </c:pt>
                <c:pt idx="8738">
                  <c:v>45199.083333333343</c:v>
                </c:pt>
                <c:pt idx="8739">
                  <c:v>45199.125</c:v>
                </c:pt>
                <c:pt idx="8740">
                  <c:v>45199.166666666657</c:v>
                </c:pt>
                <c:pt idx="8741">
                  <c:v>45199.208333333343</c:v>
                </c:pt>
                <c:pt idx="8742">
                  <c:v>45199.25</c:v>
                </c:pt>
                <c:pt idx="8743">
                  <c:v>45199.291666666657</c:v>
                </c:pt>
                <c:pt idx="8744">
                  <c:v>45199.333333333343</c:v>
                </c:pt>
                <c:pt idx="8745">
                  <c:v>45199.375</c:v>
                </c:pt>
                <c:pt idx="8746">
                  <c:v>45199.416666666657</c:v>
                </c:pt>
                <c:pt idx="8747">
                  <c:v>45199.458333333343</c:v>
                </c:pt>
                <c:pt idx="8748">
                  <c:v>45199.5</c:v>
                </c:pt>
                <c:pt idx="8749">
                  <c:v>45199.541666666657</c:v>
                </c:pt>
                <c:pt idx="8750">
                  <c:v>45199.583333333343</c:v>
                </c:pt>
                <c:pt idx="8751">
                  <c:v>45199.625</c:v>
                </c:pt>
              </c:numCache>
            </c:numRef>
          </c:xVal>
          <c:yVal>
            <c:numRef>
              <c:f>Sheet2!$G$2:$G$8753</c:f>
              <c:numCache>
                <c:formatCode>General</c:formatCode>
                <c:ptCount val="8752"/>
                <c:pt idx="0">
                  <c:v>2.1626075753712778E-2</c:v>
                </c:pt>
                <c:pt idx="1">
                  <c:v>2.3153816628925933E-2</c:v>
                </c:pt>
                <c:pt idx="2">
                  <c:v>2.4177004751099157E-2</c:v>
                </c:pt>
                <c:pt idx="3">
                  <c:v>8.7687649277114948E-2</c:v>
                </c:pt>
                <c:pt idx="4">
                  <c:v>8.2673647623749819E-2</c:v>
                </c:pt>
                <c:pt idx="5">
                  <c:v>6.4164724273593751E-2</c:v>
                </c:pt>
                <c:pt idx="6">
                  <c:v>6.1367099263049604E-2</c:v>
                </c:pt>
                <c:pt idx="7">
                  <c:v>6.1616760892289582E-2</c:v>
                </c:pt>
                <c:pt idx="8">
                  <c:v>5.4207713154717847E-2</c:v>
                </c:pt>
                <c:pt idx="9">
                  <c:v>5.301619476608125E-2</c:v>
                </c:pt>
                <c:pt idx="10">
                  <c:v>2.2735467530242661E-2</c:v>
                </c:pt>
                <c:pt idx="11">
                  <c:v>2.235628467241341E-2</c:v>
                </c:pt>
                <c:pt idx="12">
                  <c:v>2.0054031306869592E-2</c:v>
                </c:pt>
                <c:pt idx="13">
                  <c:v>1.9692725716464625E-2</c:v>
                </c:pt>
                <c:pt idx="14">
                  <c:v>2.3452103641243158E-2</c:v>
                </c:pt>
                <c:pt idx="15">
                  <c:v>2.3146157842725716E-2</c:v>
                </c:pt>
                <c:pt idx="16">
                  <c:v>2.1598207156376354E-2</c:v>
                </c:pt>
                <c:pt idx="17">
                  <c:v>2.0585942581649246E-2</c:v>
                </c:pt>
                <c:pt idx="18">
                  <c:v>2.533121208244685E-2</c:v>
                </c:pt>
                <c:pt idx="19">
                  <c:v>2.2572176359471459E-2</c:v>
                </c:pt>
                <c:pt idx="20">
                  <c:v>2.0675859378220762E-2</c:v>
                </c:pt>
                <c:pt idx="21">
                  <c:v>2.2216043270986918E-2</c:v>
                </c:pt>
                <c:pt idx="22">
                  <c:v>7.3509386330450191E-2</c:v>
                </c:pt>
                <c:pt idx="23">
                  <c:v>0.10274420546957468</c:v>
                </c:pt>
                <c:pt idx="24">
                  <c:v>6.9582923067223051E-2</c:v>
                </c:pt>
                <c:pt idx="25">
                  <c:v>5.6120453752042901E-2</c:v>
                </c:pt>
                <c:pt idx="26">
                  <c:v>7.6521064375756856E-2</c:v>
                </c:pt>
                <c:pt idx="27">
                  <c:v>0.10757883909361095</c:v>
                </c:pt>
                <c:pt idx="28">
                  <c:v>0.10632961812439304</c:v>
                </c:pt>
                <c:pt idx="29">
                  <c:v>0.1131337558915954</c:v>
                </c:pt>
                <c:pt idx="30">
                  <c:v>0.13064405617332769</c:v>
                </c:pt>
                <c:pt idx="31">
                  <c:v>0.13334863602815258</c:v>
                </c:pt>
                <c:pt idx="32">
                  <c:v>0.12362612832071465</c:v>
                </c:pt>
                <c:pt idx="33">
                  <c:v>0.13086956642426592</c:v>
                </c:pt>
                <c:pt idx="34">
                  <c:v>0.12965640428086356</c:v>
                </c:pt>
                <c:pt idx="35">
                  <c:v>0.13679070153053552</c:v>
                </c:pt>
                <c:pt idx="36">
                  <c:v>0.13811222271869197</c:v>
                </c:pt>
                <c:pt idx="37">
                  <c:v>0.12359993501063517</c:v>
                </c:pt>
                <c:pt idx="38">
                  <c:v>0.10255821539960409</c:v>
                </c:pt>
                <c:pt idx="39">
                  <c:v>0.10493952108862571</c:v>
                </c:pt>
                <c:pt idx="40">
                  <c:v>5.5871317720223294E-2</c:v>
                </c:pt>
                <c:pt idx="41">
                  <c:v>6.2172646761834094E-2</c:v>
                </c:pt>
                <c:pt idx="42">
                  <c:v>0.19332213836367676</c:v>
                </c:pt>
                <c:pt idx="43">
                  <c:v>0.10793569920209509</c:v>
                </c:pt>
                <c:pt idx="44">
                  <c:v>0.10125870220223689</c:v>
                </c:pt>
                <c:pt idx="45">
                  <c:v>0.10262797118319844</c:v>
                </c:pt>
                <c:pt idx="46">
                  <c:v>0.10012790775445508</c:v>
                </c:pt>
                <c:pt idx="47">
                  <c:v>0.10368702117510437</c:v>
                </c:pt>
                <c:pt idx="48">
                  <c:v>0.10646274119476531</c:v>
                </c:pt>
                <c:pt idx="49">
                  <c:v>0.11031657706515648</c:v>
                </c:pt>
                <c:pt idx="50">
                  <c:v>0.11168502423619817</c:v>
                </c:pt>
                <c:pt idx="51">
                  <c:v>0.11227929249681749</c:v>
                </c:pt>
                <c:pt idx="52">
                  <c:v>0.10874433974496224</c:v>
                </c:pt>
                <c:pt idx="53">
                  <c:v>0.10966251415981196</c:v>
                </c:pt>
                <c:pt idx="54">
                  <c:v>0.10744791481361665</c:v>
                </c:pt>
                <c:pt idx="55">
                  <c:v>0.10911330881701017</c:v>
                </c:pt>
                <c:pt idx="56">
                  <c:v>9.369401289051954E-2</c:v>
                </c:pt>
                <c:pt idx="57">
                  <c:v>0.10281165122090412</c:v>
                </c:pt>
                <c:pt idx="58">
                  <c:v>8.5889135093482893E-2</c:v>
                </c:pt>
                <c:pt idx="59">
                  <c:v>0.1060114309800682</c:v>
                </c:pt>
                <c:pt idx="60">
                  <c:v>0.15537275780999427</c:v>
                </c:pt>
                <c:pt idx="61">
                  <c:v>0.11825871115165303</c:v>
                </c:pt>
                <c:pt idx="62">
                  <c:v>8.2473689199636588E-2</c:v>
                </c:pt>
                <c:pt idx="63">
                  <c:v>5.9337230329336209E-2</c:v>
                </c:pt>
                <c:pt idx="64">
                  <c:v>6.3010023878341162E-2</c:v>
                </c:pt>
                <c:pt idx="65">
                  <c:v>6.3719371126631952E-2</c:v>
                </c:pt>
                <c:pt idx="66">
                  <c:v>6.3483811294166512E-2</c:v>
                </c:pt>
                <c:pt idx="67">
                  <c:v>0.1332089147047997</c:v>
                </c:pt>
                <c:pt idx="68">
                  <c:v>0.18306532295549569</c:v>
                </c:pt>
                <c:pt idx="69">
                  <c:v>0.10656388613058704</c:v>
                </c:pt>
                <c:pt idx="70">
                  <c:v>0.10525340733609696</c:v>
                </c:pt>
                <c:pt idx="71">
                  <c:v>0.10352035726486962</c:v>
                </c:pt>
                <c:pt idx="72">
                  <c:v>0.11046705292795907</c:v>
                </c:pt>
                <c:pt idx="73">
                  <c:v>0.10810893730980485</c:v>
                </c:pt>
                <c:pt idx="74">
                  <c:v>0.10451210620491792</c:v>
                </c:pt>
                <c:pt idx="75">
                  <c:v>7.9319619320870421E-2</c:v>
                </c:pt>
                <c:pt idx="76">
                  <c:v>0.10493907389005143</c:v>
                </c:pt>
                <c:pt idx="77">
                  <c:v>0.11353517688262231</c:v>
                </c:pt>
                <c:pt idx="78">
                  <c:v>0.11459460475491269</c:v>
                </c:pt>
                <c:pt idx="79">
                  <c:v>0.11736622235644487</c:v>
                </c:pt>
                <c:pt idx="80">
                  <c:v>0.10277279979649513</c:v>
                </c:pt>
                <c:pt idx="81">
                  <c:v>0.10499810070082177</c:v>
                </c:pt>
                <c:pt idx="82">
                  <c:v>9.2672813961518261E-2</c:v>
                </c:pt>
                <c:pt idx="83">
                  <c:v>9.1040657914936166E-2</c:v>
                </c:pt>
                <c:pt idx="84">
                  <c:v>8.2144875545251475E-2</c:v>
                </c:pt>
                <c:pt idx="85">
                  <c:v>6.1205786966474572E-2</c:v>
                </c:pt>
                <c:pt idx="86">
                  <c:v>5.9233183199543453E-2</c:v>
                </c:pt>
                <c:pt idx="87">
                  <c:v>5.1380662407345012E-2</c:v>
                </c:pt>
                <c:pt idx="88">
                  <c:v>5.555813101958898E-2</c:v>
                </c:pt>
                <c:pt idx="89">
                  <c:v>5.9366964287093628E-2</c:v>
                </c:pt>
                <c:pt idx="90">
                  <c:v>5.6159545037486068E-2</c:v>
                </c:pt>
                <c:pt idx="91">
                  <c:v>5.3885816439330832E-2</c:v>
                </c:pt>
                <c:pt idx="92">
                  <c:v>6.0109241982473902E-2</c:v>
                </c:pt>
                <c:pt idx="93">
                  <c:v>6.5761907344593806E-2</c:v>
                </c:pt>
                <c:pt idx="94">
                  <c:v>7.0415872255546283E-2</c:v>
                </c:pt>
                <c:pt idx="95">
                  <c:v>7.3714026900338653E-2</c:v>
                </c:pt>
                <c:pt idx="96">
                  <c:v>6.7113733352834479E-2</c:v>
                </c:pt>
                <c:pt idx="97">
                  <c:v>0.11736283263207405</c:v>
                </c:pt>
                <c:pt idx="98">
                  <c:v>0.17161056114878168</c:v>
                </c:pt>
                <c:pt idx="99">
                  <c:v>0.11139082572535534</c:v>
                </c:pt>
                <c:pt idx="100">
                  <c:v>0.11013160645232663</c:v>
                </c:pt>
                <c:pt idx="101">
                  <c:v>0.10168934558785499</c:v>
                </c:pt>
                <c:pt idx="102">
                  <c:v>9.8620053751653738E-2</c:v>
                </c:pt>
                <c:pt idx="103">
                  <c:v>0.1038375035268858</c:v>
                </c:pt>
                <c:pt idx="104">
                  <c:v>6.613103321882019E-2</c:v>
                </c:pt>
                <c:pt idx="105">
                  <c:v>0.10078348462449833</c:v>
                </c:pt>
                <c:pt idx="106">
                  <c:v>7.7691906865115193E-2</c:v>
                </c:pt>
                <c:pt idx="107">
                  <c:v>6.014910391567195E-2</c:v>
                </c:pt>
                <c:pt idx="108">
                  <c:v>6.394538021330988E-2</c:v>
                </c:pt>
                <c:pt idx="109">
                  <c:v>5.3155653141653603E-2</c:v>
                </c:pt>
                <c:pt idx="110">
                  <c:v>4.5133661164466286E-2</c:v>
                </c:pt>
                <c:pt idx="111">
                  <c:v>4.8436801840304654E-2</c:v>
                </c:pt>
                <c:pt idx="112">
                  <c:v>5.0768858405124372E-2</c:v>
                </c:pt>
                <c:pt idx="113">
                  <c:v>5.218999022028302E-2</c:v>
                </c:pt>
                <c:pt idx="114">
                  <c:v>4.6532234582185278E-2</c:v>
                </c:pt>
                <c:pt idx="115">
                  <c:v>5.3331440571754943E-2</c:v>
                </c:pt>
                <c:pt idx="116">
                  <c:v>5.3593006952892833E-2</c:v>
                </c:pt>
                <c:pt idx="117">
                  <c:v>4.6632474028572561E-2</c:v>
                </c:pt>
                <c:pt idx="118">
                  <c:v>5.2897908245466939E-2</c:v>
                </c:pt>
                <c:pt idx="119">
                  <c:v>5.9653479098633409E-2</c:v>
                </c:pt>
                <c:pt idx="120">
                  <c:v>5.5749547632664154E-2</c:v>
                </c:pt>
                <c:pt idx="121">
                  <c:v>5.0255887925574338E-2</c:v>
                </c:pt>
                <c:pt idx="122">
                  <c:v>5.1140596279671754E-2</c:v>
                </c:pt>
                <c:pt idx="123">
                  <c:v>5.0458409037848394E-2</c:v>
                </c:pt>
                <c:pt idx="124">
                  <c:v>6.2224407832166373E-2</c:v>
                </c:pt>
                <c:pt idx="125">
                  <c:v>6.2192668296620471E-2</c:v>
                </c:pt>
                <c:pt idx="126">
                  <c:v>6.3640998563047349E-2</c:v>
                </c:pt>
                <c:pt idx="127">
                  <c:v>6.8520166665402574E-2</c:v>
                </c:pt>
                <c:pt idx="128">
                  <c:v>5.9714892263962482E-2</c:v>
                </c:pt>
                <c:pt idx="129">
                  <c:v>5.34665980996408E-2</c:v>
                </c:pt>
                <c:pt idx="130">
                  <c:v>5.0691692621275347E-2</c:v>
                </c:pt>
                <c:pt idx="131">
                  <c:v>4.538095888794997E-2</c:v>
                </c:pt>
                <c:pt idx="132">
                  <c:v>-0.19215628883211394</c:v>
                </c:pt>
                <c:pt idx="133">
                  <c:v>-0.21779429761130725</c:v>
                </c:pt>
                <c:pt idx="134">
                  <c:v>-0.26373492418994415</c:v>
                </c:pt>
                <c:pt idx="135">
                  <c:v>-0.27700802989933221</c:v>
                </c:pt>
                <c:pt idx="136">
                  <c:v>-0.22396101426897086</c:v>
                </c:pt>
                <c:pt idx="137">
                  <c:v>-0.19937792265240131</c:v>
                </c:pt>
                <c:pt idx="138">
                  <c:v>-0.16136557685277086</c:v>
                </c:pt>
                <c:pt idx="139">
                  <c:v>-0.12578606550225957</c:v>
                </c:pt>
                <c:pt idx="140">
                  <c:v>-2.290085088134786E-2</c:v>
                </c:pt>
                <c:pt idx="141">
                  <c:v>-0.11913355883083432</c:v>
                </c:pt>
                <c:pt idx="142">
                  <c:v>-0.11809299785906312</c:v>
                </c:pt>
                <c:pt idx="143">
                  <c:v>-4.5826116593492262E-2</c:v>
                </c:pt>
                <c:pt idx="144">
                  <c:v>-4.0199531668017895E-2</c:v>
                </c:pt>
                <c:pt idx="145">
                  <c:v>4.6790271535705905E-2</c:v>
                </c:pt>
                <c:pt idx="146">
                  <c:v>5.1595509346308584E-2</c:v>
                </c:pt>
                <c:pt idx="147">
                  <c:v>5.1570060844171185E-2</c:v>
                </c:pt>
                <c:pt idx="148">
                  <c:v>5.3386793156593025E-2</c:v>
                </c:pt>
                <c:pt idx="149">
                  <c:v>5.1280744602084517E-2</c:v>
                </c:pt>
                <c:pt idx="150">
                  <c:v>6.0181341975742798E-2</c:v>
                </c:pt>
                <c:pt idx="151">
                  <c:v>6.1546995048746202E-2</c:v>
                </c:pt>
                <c:pt idx="152">
                  <c:v>6.3186937519514638E-2</c:v>
                </c:pt>
                <c:pt idx="153">
                  <c:v>6.1468689805369035E-2</c:v>
                </c:pt>
                <c:pt idx="154">
                  <c:v>5.7990531796591922E-2</c:v>
                </c:pt>
                <c:pt idx="155">
                  <c:v>5.6107416188616144E-2</c:v>
                </c:pt>
                <c:pt idx="156">
                  <c:v>5.9308979832065067E-2</c:v>
                </c:pt>
                <c:pt idx="157">
                  <c:v>6.3774499649485547E-2</c:v>
                </c:pt>
                <c:pt idx="158">
                  <c:v>6.708041863196211E-2</c:v>
                </c:pt>
                <c:pt idx="159">
                  <c:v>6.2694493725762718E-2</c:v>
                </c:pt>
                <c:pt idx="160">
                  <c:v>7.0836132059669862E-2</c:v>
                </c:pt>
                <c:pt idx="161">
                  <c:v>0.14223630607520804</c:v>
                </c:pt>
                <c:pt idx="162">
                  <c:v>0.1152855492479868</c:v>
                </c:pt>
                <c:pt idx="163">
                  <c:v>0.25921870836283628</c:v>
                </c:pt>
                <c:pt idx="164">
                  <c:v>0.33325327983873182</c:v>
                </c:pt>
                <c:pt idx="165">
                  <c:v>0.41894906538567755</c:v>
                </c:pt>
                <c:pt idx="166">
                  <c:v>0.36859663573156098</c:v>
                </c:pt>
                <c:pt idx="167">
                  <c:v>0.27661404662010908</c:v>
                </c:pt>
                <c:pt idx="168">
                  <c:v>0.29570770508446059</c:v>
                </c:pt>
                <c:pt idx="169">
                  <c:v>0.29537320441866621</c:v>
                </c:pt>
                <c:pt idx="170">
                  <c:v>0.31644746766548948</c:v>
                </c:pt>
                <c:pt idx="171">
                  <c:v>0.33008707844406304</c:v>
                </c:pt>
                <c:pt idx="172">
                  <c:v>0.34896416815897946</c:v>
                </c:pt>
                <c:pt idx="173">
                  <c:v>0.35982201728431989</c:v>
                </c:pt>
                <c:pt idx="174">
                  <c:v>0.37087588742129179</c:v>
                </c:pt>
                <c:pt idx="175">
                  <c:v>0.36415605884293989</c:v>
                </c:pt>
                <c:pt idx="176">
                  <c:v>0.32828518847929999</c:v>
                </c:pt>
                <c:pt idx="177">
                  <c:v>0.27161381840813781</c:v>
                </c:pt>
                <c:pt idx="178">
                  <c:v>0.25559852698697388</c:v>
                </c:pt>
                <c:pt idx="179">
                  <c:v>0.25034589908805527</c:v>
                </c:pt>
                <c:pt idx="180">
                  <c:v>0.27019368407580874</c:v>
                </c:pt>
                <c:pt idx="181">
                  <c:v>0.27639565065519911</c:v>
                </c:pt>
                <c:pt idx="182">
                  <c:v>0.30945961174330389</c:v>
                </c:pt>
                <c:pt idx="183">
                  <c:v>0.29470050699108336</c:v>
                </c:pt>
                <c:pt idx="184">
                  <c:v>0.26396921369647008</c:v>
                </c:pt>
                <c:pt idx="185">
                  <c:v>0.23665821793537084</c:v>
                </c:pt>
                <c:pt idx="186">
                  <c:v>0.30548288662354528</c:v>
                </c:pt>
                <c:pt idx="187">
                  <c:v>0.27345275110159367</c:v>
                </c:pt>
                <c:pt idx="188">
                  <c:v>0.26235097080166098</c:v>
                </c:pt>
                <c:pt idx="189">
                  <c:v>0.27844937733418818</c:v>
                </c:pt>
                <c:pt idx="190">
                  <c:v>0.27963143899151793</c:v>
                </c:pt>
                <c:pt idx="191">
                  <c:v>0.28778658244309724</c:v>
                </c:pt>
                <c:pt idx="192">
                  <c:v>0.27170567421044906</c:v>
                </c:pt>
                <c:pt idx="193">
                  <c:v>0.25965322449717287</c:v>
                </c:pt>
                <c:pt idx="194">
                  <c:v>0.24855452794726535</c:v>
                </c:pt>
                <c:pt idx="195">
                  <c:v>0.26212057080253331</c:v>
                </c:pt>
                <c:pt idx="196">
                  <c:v>0.2693177960247804</c:v>
                </c:pt>
                <c:pt idx="197">
                  <c:v>0.24804213072450912</c:v>
                </c:pt>
                <c:pt idx="198">
                  <c:v>0.24256979262612002</c:v>
                </c:pt>
                <c:pt idx="199">
                  <c:v>0.27026996362192929</c:v>
                </c:pt>
                <c:pt idx="200">
                  <c:v>0.26390452210188525</c:v>
                </c:pt>
                <c:pt idx="201">
                  <c:v>0.26845381398266233</c:v>
                </c:pt>
                <c:pt idx="202">
                  <c:v>0.26368237379385551</c:v>
                </c:pt>
                <c:pt idx="203">
                  <c:v>0.2578396425905593</c:v>
                </c:pt>
                <c:pt idx="204">
                  <c:v>0.2544559586817603</c:v>
                </c:pt>
                <c:pt idx="205">
                  <c:v>0.23301445588902675</c:v>
                </c:pt>
                <c:pt idx="206">
                  <c:v>0.21521680183281269</c:v>
                </c:pt>
                <c:pt idx="207">
                  <c:v>0.13779389081919369</c:v>
                </c:pt>
                <c:pt idx="208">
                  <c:v>0.13972507062597583</c:v>
                </c:pt>
                <c:pt idx="209">
                  <c:v>0.16434684111410325</c:v>
                </c:pt>
                <c:pt idx="210">
                  <c:v>0.10233993223548836</c:v>
                </c:pt>
                <c:pt idx="211">
                  <c:v>0.47982606347980872</c:v>
                </c:pt>
                <c:pt idx="212">
                  <c:v>0.44523614093900615</c:v>
                </c:pt>
                <c:pt idx="213">
                  <c:v>0.27782189497665677</c:v>
                </c:pt>
                <c:pt idx="214">
                  <c:v>0.26449929443094056</c:v>
                </c:pt>
                <c:pt idx="215">
                  <c:v>0.27431443154888746</c:v>
                </c:pt>
                <c:pt idx="216">
                  <c:v>0.27809762750224226</c:v>
                </c:pt>
                <c:pt idx="217">
                  <c:v>0.2869931045674261</c:v>
                </c:pt>
                <c:pt idx="218">
                  <c:v>0.28598788577824574</c:v>
                </c:pt>
                <c:pt idx="219">
                  <c:v>0.27725646322842273</c:v>
                </c:pt>
                <c:pt idx="220">
                  <c:v>0.25976671464787332</c:v>
                </c:pt>
                <c:pt idx="221">
                  <c:v>0.26536641814554879</c:v>
                </c:pt>
                <c:pt idx="222">
                  <c:v>0.26045966816099259</c:v>
                </c:pt>
                <c:pt idx="223">
                  <c:v>0.27819649987252371</c:v>
                </c:pt>
                <c:pt idx="224">
                  <c:v>0.25928490932338655</c:v>
                </c:pt>
                <c:pt idx="225">
                  <c:v>0.22202411131894692</c:v>
                </c:pt>
                <c:pt idx="226">
                  <c:v>0.26646490503349679</c:v>
                </c:pt>
                <c:pt idx="227">
                  <c:v>0.25325906916876656</c:v>
                </c:pt>
                <c:pt idx="228">
                  <c:v>0.20434741052991498</c:v>
                </c:pt>
                <c:pt idx="229">
                  <c:v>0.19072317864146854</c:v>
                </c:pt>
                <c:pt idx="230">
                  <c:v>0.21300266922100611</c:v>
                </c:pt>
                <c:pt idx="231">
                  <c:v>0.21593385971374013</c:v>
                </c:pt>
                <c:pt idx="232">
                  <c:v>0.19620709111103293</c:v>
                </c:pt>
                <c:pt idx="233">
                  <c:v>0.2374262072037566</c:v>
                </c:pt>
                <c:pt idx="234">
                  <c:v>0.26425029710980358</c:v>
                </c:pt>
                <c:pt idx="235">
                  <c:v>0.2856911949442858</c:v>
                </c:pt>
                <c:pt idx="236">
                  <c:v>0.26579293180461722</c:v>
                </c:pt>
                <c:pt idx="237">
                  <c:v>0.25897806619221386</c:v>
                </c:pt>
                <c:pt idx="238">
                  <c:v>0.25683709809390093</c:v>
                </c:pt>
                <c:pt idx="239">
                  <c:v>0.26379066250304833</c:v>
                </c:pt>
                <c:pt idx="240">
                  <c:v>0.25666381361225776</c:v>
                </c:pt>
                <c:pt idx="241">
                  <c:v>0.26623598506538165</c:v>
                </c:pt>
                <c:pt idx="242">
                  <c:v>0.2490090661334568</c:v>
                </c:pt>
                <c:pt idx="243">
                  <c:v>0.26212054457700024</c:v>
                </c:pt>
                <c:pt idx="244">
                  <c:v>0.27957087883590331</c:v>
                </c:pt>
                <c:pt idx="245">
                  <c:v>0.27382779167038729</c:v>
                </c:pt>
                <c:pt idx="246">
                  <c:v>0.26691834398073772</c:v>
                </c:pt>
                <c:pt idx="247">
                  <c:v>0.26860445389450116</c:v>
                </c:pt>
                <c:pt idx="248">
                  <c:v>0.25409830008482909</c:v>
                </c:pt>
                <c:pt idx="249">
                  <c:v>0.25029577617274146</c:v>
                </c:pt>
                <c:pt idx="250">
                  <c:v>0.24012158500988418</c:v>
                </c:pt>
                <c:pt idx="251">
                  <c:v>0.18507425398140037</c:v>
                </c:pt>
                <c:pt idx="252">
                  <c:v>0.12213821900284719</c:v>
                </c:pt>
                <c:pt idx="253">
                  <c:v>7.6078223982942103E-2</c:v>
                </c:pt>
                <c:pt idx="254">
                  <c:v>5.6640386540271204E-2</c:v>
                </c:pt>
                <c:pt idx="255">
                  <c:v>5.4722483691584251E-2</c:v>
                </c:pt>
                <c:pt idx="256">
                  <c:v>5.5107762240427925E-2</c:v>
                </c:pt>
                <c:pt idx="257">
                  <c:v>5.7693517032841805E-2</c:v>
                </c:pt>
                <c:pt idx="258">
                  <c:v>5.8401323536963437E-2</c:v>
                </c:pt>
                <c:pt idx="259">
                  <c:v>5.3102358093230294E-2</c:v>
                </c:pt>
                <c:pt idx="260">
                  <c:v>5.9242395441114599E-2</c:v>
                </c:pt>
                <c:pt idx="261">
                  <c:v>5.3865449688771376E-2</c:v>
                </c:pt>
                <c:pt idx="262">
                  <c:v>5.6130236979155937E-2</c:v>
                </c:pt>
                <c:pt idx="263">
                  <c:v>6.6071698630507408E-2</c:v>
                </c:pt>
                <c:pt idx="264">
                  <c:v>0.19600594280743189</c:v>
                </c:pt>
                <c:pt idx="265">
                  <c:v>0.12004759573198363</c:v>
                </c:pt>
                <c:pt idx="266">
                  <c:v>0.16071046615010029</c:v>
                </c:pt>
                <c:pt idx="267">
                  <c:v>0.53905951619203307</c:v>
                </c:pt>
                <c:pt idx="268">
                  <c:v>0.33784572027916354</c:v>
                </c:pt>
                <c:pt idx="269">
                  <c:v>0.27911938289678828</c:v>
                </c:pt>
                <c:pt idx="270">
                  <c:v>0.29570355579859769</c:v>
                </c:pt>
                <c:pt idx="271">
                  <c:v>0.27062401343440651</c:v>
                </c:pt>
                <c:pt idx="272">
                  <c:v>0.25203239216187395</c:v>
                </c:pt>
                <c:pt idx="273">
                  <c:v>0.15608235813806998</c:v>
                </c:pt>
                <c:pt idx="274">
                  <c:v>6.411382207088441E-2</c:v>
                </c:pt>
                <c:pt idx="275">
                  <c:v>7.2535440242202237E-2</c:v>
                </c:pt>
                <c:pt idx="276">
                  <c:v>6.0558464592106009E-2</c:v>
                </c:pt>
                <c:pt idx="277">
                  <c:v>6.1208775033774317E-2</c:v>
                </c:pt>
                <c:pt idx="278">
                  <c:v>4.8481877937081565E-2</c:v>
                </c:pt>
                <c:pt idx="279">
                  <c:v>5.0658305156501965E-2</c:v>
                </c:pt>
                <c:pt idx="280">
                  <c:v>5.1658632625055212E-2</c:v>
                </c:pt>
                <c:pt idx="281">
                  <c:v>5.251711785141909E-2</c:v>
                </c:pt>
                <c:pt idx="282">
                  <c:v>5.2198668380434875E-2</c:v>
                </c:pt>
                <c:pt idx="283">
                  <c:v>5.3925518842151528E-2</c:v>
                </c:pt>
                <c:pt idx="284">
                  <c:v>5.4081974937148822E-2</c:v>
                </c:pt>
                <c:pt idx="285">
                  <c:v>5.1591602917781809E-2</c:v>
                </c:pt>
                <c:pt idx="286">
                  <c:v>5.0896050472566172E-2</c:v>
                </c:pt>
                <c:pt idx="287">
                  <c:v>5.8656486963705325E-2</c:v>
                </c:pt>
                <c:pt idx="288">
                  <c:v>5.5886671581207262E-2</c:v>
                </c:pt>
                <c:pt idx="289">
                  <c:v>5.6599505698673606E-2</c:v>
                </c:pt>
                <c:pt idx="290">
                  <c:v>5.4846749463597709E-2</c:v>
                </c:pt>
                <c:pt idx="291">
                  <c:v>5.6139376052679754E-2</c:v>
                </c:pt>
                <c:pt idx="292">
                  <c:v>5.621549192562459E-2</c:v>
                </c:pt>
                <c:pt idx="293">
                  <c:v>5.6740141535934527E-2</c:v>
                </c:pt>
                <c:pt idx="294">
                  <c:v>5.5895940760088053E-2</c:v>
                </c:pt>
                <c:pt idx="295">
                  <c:v>5.805148543553252E-2</c:v>
                </c:pt>
                <c:pt idx="296">
                  <c:v>5.8960609938144115E-2</c:v>
                </c:pt>
                <c:pt idx="297">
                  <c:v>5.1629924304399881E-2</c:v>
                </c:pt>
                <c:pt idx="298">
                  <c:v>5.5080490988542688E-2</c:v>
                </c:pt>
                <c:pt idx="299">
                  <c:v>5.5504546222453856E-2</c:v>
                </c:pt>
                <c:pt idx="300">
                  <c:v>5.4049003888757712E-2</c:v>
                </c:pt>
                <c:pt idx="301">
                  <c:v>5.830266449707671E-2</c:v>
                </c:pt>
                <c:pt idx="302">
                  <c:v>5.3702386474341009E-2</c:v>
                </c:pt>
                <c:pt idx="303">
                  <c:v>5.4885362614043087E-2</c:v>
                </c:pt>
                <c:pt idx="304">
                  <c:v>5.8796716387591763E-2</c:v>
                </c:pt>
                <c:pt idx="305">
                  <c:v>0.10079752442042585</c:v>
                </c:pt>
                <c:pt idx="306">
                  <c:v>5.9857222418635468E-2</c:v>
                </c:pt>
                <c:pt idx="307">
                  <c:v>6.3952854684093577E-2</c:v>
                </c:pt>
                <c:pt idx="308">
                  <c:v>7.1590823640064721E-2</c:v>
                </c:pt>
                <c:pt idx="309">
                  <c:v>6.8988954224275589E-2</c:v>
                </c:pt>
                <c:pt idx="310">
                  <c:v>6.477139901848121E-2</c:v>
                </c:pt>
                <c:pt idx="311">
                  <c:v>6.438318068259262E-2</c:v>
                </c:pt>
                <c:pt idx="312">
                  <c:v>6.5945629999534378E-2</c:v>
                </c:pt>
                <c:pt idx="313">
                  <c:v>6.1459748123741761E-2</c:v>
                </c:pt>
                <c:pt idx="314">
                  <c:v>0.22481200030722803</c:v>
                </c:pt>
                <c:pt idx="315">
                  <c:v>0.36022269128581547</c:v>
                </c:pt>
                <c:pt idx="316">
                  <c:v>0.34313314249161581</c:v>
                </c:pt>
                <c:pt idx="317">
                  <c:v>0.32330756665172494</c:v>
                </c:pt>
                <c:pt idx="318">
                  <c:v>0.30635485037316634</c:v>
                </c:pt>
                <c:pt idx="319">
                  <c:v>0.29429323827564435</c:v>
                </c:pt>
                <c:pt idx="320">
                  <c:v>0.2996924727959</c:v>
                </c:pt>
                <c:pt idx="321">
                  <c:v>0.2845067850542945</c:v>
                </c:pt>
                <c:pt idx="322">
                  <c:v>0.29509279129611266</c:v>
                </c:pt>
                <c:pt idx="323">
                  <c:v>0.14669182560934105</c:v>
                </c:pt>
                <c:pt idx="324">
                  <c:v>7.5853667165587418E-2</c:v>
                </c:pt>
                <c:pt idx="325">
                  <c:v>6.9066831322991101E-2</c:v>
                </c:pt>
                <c:pt idx="326">
                  <c:v>5.6789974531284204E-2</c:v>
                </c:pt>
                <c:pt idx="327">
                  <c:v>6.5587461320163035E-2</c:v>
                </c:pt>
                <c:pt idx="328">
                  <c:v>5.1517879479778213E-2</c:v>
                </c:pt>
                <c:pt idx="329">
                  <c:v>4.856446400402905E-2</c:v>
                </c:pt>
                <c:pt idx="330">
                  <c:v>6.0217056203354907E-2</c:v>
                </c:pt>
                <c:pt idx="331">
                  <c:v>6.4251474026363858E-2</c:v>
                </c:pt>
                <c:pt idx="332">
                  <c:v>6.8527851046232449E-2</c:v>
                </c:pt>
                <c:pt idx="333">
                  <c:v>7.4053090313977776E-2</c:v>
                </c:pt>
                <c:pt idx="334">
                  <c:v>6.4563668799013998E-2</c:v>
                </c:pt>
                <c:pt idx="335">
                  <c:v>6.7051058815266087E-2</c:v>
                </c:pt>
                <c:pt idx="336">
                  <c:v>0.18637080816214865</c:v>
                </c:pt>
                <c:pt idx="337">
                  <c:v>0.3001576217378899</c:v>
                </c:pt>
                <c:pt idx="338">
                  <c:v>0.36983995520535168</c:v>
                </c:pt>
                <c:pt idx="339">
                  <c:v>0.41369821913204397</c:v>
                </c:pt>
                <c:pt idx="340">
                  <c:v>0.40979349894648887</c:v>
                </c:pt>
                <c:pt idx="341">
                  <c:v>0.40208568595576466</c:v>
                </c:pt>
                <c:pt idx="342">
                  <c:v>0.38953541848233103</c:v>
                </c:pt>
                <c:pt idx="343">
                  <c:v>0.37418798663025227</c:v>
                </c:pt>
                <c:pt idx="344">
                  <c:v>0.33385220146447281</c:v>
                </c:pt>
                <c:pt idx="345">
                  <c:v>0.31019974471861889</c:v>
                </c:pt>
                <c:pt idx="346">
                  <c:v>0.33908414706341811</c:v>
                </c:pt>
                <c:pt idx="347">
                  <c:v>0.34075776689714049</c:v>
                </c:pt>
                <c:pt idx="348">
                  <c:v>0.13643541745658766</c:v>
                </c:pt>
                <c:pt idx="349">
                  <c:v>4.8212317525101973E-2</c:v>
                </c:pt>
                <c:pt idx="350">
                  <c:v>5.5193444805986119E-2</c:v>
                </c:pt>
                <c:pt idx="351">
                  <c:v>5.7428161973687851E-2</c:v>
                </c:pt>
                <c:pt idx="352">
                  <c:v>5.531487338703707E-2</c:v>
                </c:pt>
                <c:pt idx="353">
                  <c:v>5.2533574616051279E-2</c:v>
                </c:pt>
                <c:pt idx="354">
                  <c:v>4.2329006194436421E-2</c:v>
                </c:pt>
                <c:pt idx="355">
                  <c:v>6.2858185555595969E-2</c:v>
                </c:pt>
                <c:pt idx="356">
                  <c:v>5.9837570357419677E-2</c:v>
                </c:pt>
                <c:pt idx="357">
                  <c:v>6.4765856917676376E-2</c:v>
                </c:pt>
                <c:pt idx="358">
                  <c:v>7.0852774086654899E-2</c:v>
                </c:pt>
                <c:pt idx="359">
                  <c:v>0.23754268564886302</c:v>
                </c:pt>
                <c:pt idx="360">
                  <c:v>0.37506811226094217</c:v>
                </c:pt>
                <c:pt idx="361">
                  <c:v>0.39773805619633407</c:v>
                </c:pt>
                <c:pt idx="362">
                  <c:v>0.40679625198958952</c:v>
                </c:pt>
                <c:pt idx="363">
                  <c:v>0.40658100069543845</c:v>
                </c:pt>
                <c:pt idx="364">
                  <c:v>0.35957694628732556</c:v>
                </c:pt>
                <c:pt idx="365">
                  <c:v>0.34118307828700895</c:v>
                </c:pt>
                <c:pt idx="366">
                  <c:v>0.33104942064861381</c:v>
                </c:pt>
                <c:pt idx="367">
                  <c:v>0.32199464547141804</c:v>
                </c:pt>
                <c:pt idx="368">
                  <c:v>0.29978206733518725</c:v>
                </c:pt>
                <c:pt idx="369">
                  <c:v>0.26219154980158021</c:v>
                </c:pt>
                <c:pt idx="370">
                  <c:v>0.25451388412145987</c:v>
                </c:pt>
                <c:pt idx="371">
                  <c:v>0.28154344579496415</c:v>
                </c:pt>
                <c:pt idx="372">
                  <c:v>0.19607370364739413</c:v>
                </c:pt>
                <c:pt idx="373">
                  <c:v>6.350141592193391E-2</c:v>
                </c:pt>
                <c:pt idx="374">
                  <c:v>5.9738905916115047E-2</c:v>
                </c:pt>
                <c:pt idx="375">
                  <c:v>5.6897437004016539E-2</c:v>
                </c:pt>
                <c:pt idx="376">
                  <c:v>6.0143124803362771E-2</c:v>
                </c:pt>
                <c:pt idx="377">
                  <c:v>6.2318633026920901E-2</c:v>
                </c:pt>
                <c:pt idx="378">
                  <c:v>6.6398337968216675E-2</c:v>
                </c:pt>
                <c:pt idx="379">
                  <c:v>6.4303058002407959E-2</c:v>
                </c:pt>
                <c:pt idx="380">
                  <c:v>6.0935469564955248E-2</c:v>
                </c:pt>
                <c:pt idx="381">
                  <c:v>6.439245069320379E-2</c:v>
                </c:pt>
                <c:pt idx="382">
                  <c:v>0.1787121005444656</c:v>
                </c:pt>
                <c:pt idx="383">
                  <c:v>0.37636017941203748</c:v>
                </c:pt>
                <c:pt idx="384">
                  <c:v>0.39414283622677937</c:v>
                </c:pt>
                <c:pt idx="385">
                  <c:v>0.3986219695366936</c:v>
                </c:pt>
                <c:pt idx="386">
                  <c:v>0.40731032176462378</c:v>
                </c:pt>
                <c:pt idx="387">
                  <c:v>0.38899632389956618</c:v>
                </c:pt>
                <c:pt idx="388">
                  <c:v>0.36086218520933211</c:v>
                </c:pt>
                <c:pt idx="389">
                  <c:v>0.34259706549306851</c:v>
                </c:pt>
                <c:pt idx="390">
                  <c:v>0.33538996349223998</c:v>
                </c:pt>
                <c:pt idx="391">
                  <c:v>0.32995696305119382</c:v>
                </c:pt>
                <c:pt idx="392">
                  <c:v>0.3117158876594972</c:v>
                </c:pt>
                <c:pt idx="393">
                  <c:v>0.30937990571550994</c:v>
                </c:pt>
                <c:pt idx="394">
                  <c:v>0.33704007182107676</c:v>
                </c:pt>
                <c:pt idx="395">
                  <c:v>0.25348715644726538</c:v>
                </c:pt>
                <c:pt idx="396">
                  <c:v>6.6023536502334723E-2</c:v>
                </c:pt>
                <c:pt idx="397">
                  <c:v>5.8165233775919013E-2</c:v>
                </c:pt>
                <c:pt idx="398">
                  <c:v>5.8563842869072395E-2</c:v>
                </c:pt>
                <c:pt idx="399">
                  <c:v>6.5569558053406252E-2</c:v>
                </c:pt>
                <c:pt idx="400">
                  <c:v>6.5317742416446861E-2</c:v>
                </c:pt>
                <c:pt idx="401">
                  <c:v>7.8559922703164212E-2</c:v>
                </c:pt>
                <c:pt idx="402">
                  <c:v>6.7686534102240653E-2</c:v>
                </c:pt>
                <c:pt idx="403">
                  <c:v>7.1144223465873527E-2</c:v>
                </c:pt>
                <c:pt idx="404">
                  <c:v>6.6433784209509045E-2</c:v>
                </c:pt>
                <c:pt idx="405">
                  <c:v>0.28721109557694041</c:v>
                </c:pt>
                <c:pt idx="406">
                  <c:v>0.43806865667417216</c:v>
                </c:pt>
                <c:pt idx="407">
                  <c:v>0.44832636047141433</c:v>
                </c:pt>
                <c:pt idx="408">
                  <c:v>0.4372115464711297</c:v>
                </c:pt>
                <c:pt idx="409">
                  <c:v>0.4340776871948846</c:v>
                </c:pt>
                <c:pt idx="410">
                  <c:v>0.41742774290215606</c:v>
                </c:pt>
                <c:pt idx="411">
                  <c:v>0.40463833457502352</c:v>
                </c:pt>
                <c:pt idx="412">
                  <c:v>0.37778302279897247</c:v>
                </c:pt>
                <c:pt idx="413">
                  <c:v>0.36914758422159333</c:v>
                </c:pt>
                <c:pt idx="414">
                  <c:v>0.36490842405557705</c:v>
                </c:pt>
                <c:pt idx="415">
                  <c:v>0.34990852251112253</c:v>
                </c:pt>
                <c:pt idx="416">
                  <c:v>0.32240167356898924</c:v>
                </c:pt>
                <c:pt idx="417">
                  <c:v>0.29846163866787351</c:v>
                </c:pt>
                <c:pt idx="418">
                  <c:v>0.25706432274933172</c:v>
                </c:pt>
                <c:pt idx="419">
                  <c:v>0.24320393379833119</c:v>
                </c:pt>
                <c:pt idx="420">
                  <c:v>0.18955926967571388</c:v>
                </c:pt>
                <c:pt idx="421">
                  <c:v>0.19807526316007579</c:v>
                </c:pt>
                <c:pt idx="422">
                  <c:v>0.18389950457072718</c:v>
                </c:pt>
                <c:pt idx="423">
                  <c:v>0.12601505480408662</c:v>
                </c:pt>
                <c:pt idx="424">
                  <c:v>3.3264049490742777E-2</c:v>
                </c:pt>
                <c:pt idx="425">
                  <c:v>0.12639282287983353</c:v>
                </c:pt>
                <c:pt idx="426">
                  <c:v>0.27781173229986755</c:v>
                </c:pt>
                <c:pt idx="427">
                  <c:v>0.26691219382554915</c:v>
                </c:pt>
                <c:pt idx="428">
                  <c:v>0.21187594811805319</c:v>
                </c:pt>
                <c:pt idx="429">
                  <c:v>0.18137610883552785</c:v>
                </c:pt>
                <c:pt idx="430">
                  <c:v>0.17614012112997046</c:v>
                </c:pt>
                <c:pt idx="431">
                  <c:v>0.19117178603712165</c:v>
                </c:pt>
                <c:pt idx="432">
                  <c:v>0.18923618979277934</c:v>
                </c:pt>
                <c:pt idx="433">
                  <c:v>0.18700467427644818</c:v>
                </c:pt>
                <c:pt idx="434">
                  <c:v>0.1851063227467229</c:v>
                </c:pt>
                <c:pt idx="435">
                  <c:v>0.16997285429678347</c:v>
                </c:pt>
                <c:pt idx="436">
                  <c:v>0.17997997292672127</c:v>
                </c:pt>
                <c:pt idx="437">
                  <c:v>0.17494783537353276</c:v>
                </c:pt>
                <c:pt idx="438">
                  <c:v>0.18040563524678585</c:v>
                </c:pt>
                <c:pt idx="439">
                  <c:v>0.1771243684565213</c:v>
                </c:pt>
                <c:pt idx="440">
                  <c:v>0.17225337764508358</c:v>
                </c:pt>
                <c:pt idx="441">
                  <c:v>0.1738459234490336</c:v>
                </c:pt>
                <c:pt idx="442">
                  <c:v>0.17901090344388859</c:v>
                </c:pt>
                <c:pt idx="443">
                  <c:v>0.19526297884969118</c:v>
                </c:pt>
                <c:pt idx="444">
                  <c:v>0.17500423487236091</c:v>
                </c:pt>
                <c:pt idx="445">
                  <c:v>0.1774158917584169</c:v>
                </c:pt>
                <c:pt idx="446">
                  <c:v>0.19339305753223804</c:v>
                </c:pt>
                <c:pt idx="447">
                  <c:v>0.19505138923759116</c:v>
                </c:pt>
                <c:pt idx="448">
                  <c:v>0.19006815837888411</c:v>
                </c:pt>
                <c:pt idx="449">
                  <c:v>0.19172025158172021</c:v>
                </c:pt>
                <c:pt idx="450">
                  <c:v>0.17265799566727824</c:v>
                </c:pt>
                <c:pt idx="451">
                  <c:v>0.16973755707738211</c:v>
                </c:pt>
                <c:pt idx="452">
                  <c:v>0.17965214399781368</c:v>
                </c:pt>
                <c:pt idx="453">
                  <c:v>0.16969980148652586</c:v>
                </c:pt>
                <c:pt idx="454">
                  <c:v>0.17273566368915938</c:v>
                </c:pt>
                <c:pt idx="455">
                  <c:v>0.17687981877660489</c:v>
                </c:pt>
                <c:pt idx="456">
                  <c:v>0.17355316646024421</c:v>
                </c:pt>
                <c:pt idx="457">
                  <c:v>0.17302836499180493</c:v>
                </c:pt>
                <c:pt idx="458">
                  <c:v>0.16381059283099153</c:v>
                </c:pt>
                <c:pt idx="459">
                  <c:v>0.17302657046513364</c:v>
                </c:pt>
                <c:pt idx="460">
                  <c:v>0.16457956898524795</c:v>
                </c:pt>
                <c:pt idx="461">
                  <c:v>0.16642597963511788</c:v>
                </c:pt>
                <c:pt idx="462">
                  <c:v>0.16241108645380092</c:v>
                </c:pt>
                <c:pt idx="463">
                  <c:v>0.16269393450906244</c:v>
                </c:pt>
                <c:pt idx="464">
                  <c:v>0.17457858758718939</c:v>
                </c:pt>
                <c:pt idx="465">
                  <c:v>0.15992396991905714</c:v>
                </c:pt>
                <c:pt idx="466">
                  <c:v>0.18764613926290966</c:v>
                </c:pt>
                <c:pt idx="467">
                  <c:v>0.18371048781546004</c:v>
                </c:pt>
                <c:pt idx="468">
                  <c:v>0.17790737248610025</c:v>
                </c:pt>
                <c:pt idx="469">
                  <c:v>0.20666721420253126</c:v>
                </c:pt>
                <c:pt idx="470">
                  <c:v>0.16497905885204883</c:v>
                </c:pt>
                <c:pt idx="471">
                  <c:v>0.17267284430958854</c:v>
                </c:pt>
                <c:pt idx="472">
                  <c:v>0.18042910777139298</c:v>
                </c:pt>
                <c:pt idx="473">
                  <c:v>0.17710460989949692</c:v>
                </c:pt>
                <c:pt idx="474">
                  <c:v>0.1768932260256553</c:v>
                </c:pt>
                <c:pt idx="475">
                  <c:v>0.16357009822940424</c:v>
                </c:pt>
                <c:pt idx="476">
                  <c:v>0.16743476746243974</c:v>
                </c:pt>
                <c:pt idx="477">
                  <c:v>0.16791826480481203</c:v>
                </c:pt>
                <c:pt idx="478">
                  <c:v>0.16801941409108342</c:v>
                </c:pt>
                <c:pt idx="479">
                  <c:v>0.16709431528595137</c:v>
                </c:pt>
                <c:pt idx="480">
                  <c:v>0.1711622583509893</c:v>
                </c:pt>
                <c:pt idx="481">
                  <c:v>0.17110234923814102</c:v>
                </c:pt>
                <c:pt idx="482">
                  <c:v>0.16724640076286332</c:v>
                </c:pt>
                <c:pt idx="483">
                  <c:v>0.1803654709093323</c:v>
                </c:pt>
                <c:pt idx="484">
                  <c:v>0.17453910357093055</c:v>
                </c:pt>
                <c:pt idx="485">
                  <c:v>0.17137842002738377</c:v>
                </c:pt>
                <c:pt idx="486">
                  <c:v>0.16529366872537424</c:v>
                </c:pt>
                <c:pt idx="487">
                  <c:v>0.1740935239072251</c:v>
                </c:pt>
                <c:pt idx="488">
                  <c:v>0.17059059285212175</c:v>
                </c:pt>
                <c:pt idx="489">
                  <c:v>0.22651127728399104</c:v>
                </c:pt>
                <c:pt idx="490">
                  <c:v>0.23432450525991069</c:v>
                </c:pt>
                <c:pt idx="491">
                  <c:v>0.22032098411583562</c:v>
                </c:pt>
                <c:pt idx="492">
                  <c:v>0.12870484620037473</c:v>
                </c:pt>
                <c:pt idx="493">
                  <c:v>6.8528789681474744E-2</c:v>
                </c:pt>
                <c:pt idx="494">
                  <c:v>2.330162389634928E-2</c:v>
                </c:pt>
                <c:pt idx="495">
                  <c:v>3.6298506452226806E-2</c:v>
                </c:pt>
                <c:pt idx="496">
                  <c:v>2.3614647292371598E-2</c:v>
                </c:pt>
                <c:pt idx="497">
                  <c:v>2.0860147711727776E-2</c:v>
                </c:pt>
                <c:pt idx="498">
                  <c:v>2.2974003434178436E-2</c:v>
                </c:pt>
                <c:pt idx="499">
                  <c:v>2.4540904052771789E-2</c:v>
                </c:pt>
                <c:pt idx="500">
                  <c:v>0.15804599519349599</c:v>
                </c:pt>
                <c:pt idx="501">
                  <c:v>0.12008511654714309</c:v>
                </c:pt>
                <c:pt idx="502">
                  <c:v>7.3167991563168291E-2</c:v>
                </c:pt>
                <c:pt idx="503">
                  <c:v>7.0222647586446016E-2</c:v>
                </c:pt>
                <c:pt idx="504">
                  <c:v>6.5273076115307666E-2</c:v>
                </c:pt>
                <c:pt idx="505">
                  <c:v>6.4794155504863588E-2</c:v>
                </c:pt>
                <c:pt idx="506">
                  <c:v>5.5801012164106191E-2</c:v>
                </c:pt>
                <c:pt idx="507">
                  <c:v>5.6076404655884232E-2</c:v>
                </c:pt>
                <c:pt idx="508">
                  <c:v>0.26853925983505617</c:v>
                </c:pt>
                <c:pt idx="509">
                  <c:v>0.37520645612184295</c:v>
                </c:pt>
                <c:pt idx="510">
                  <c:v>0.23417941400177453</c:v>
                </c:pt>
                <c:pt idx="511">
                  <c:v>0.19526884149637658</c:v>
                </c:pt>
                <c:pt idx="512">
                  <c:v>0.17945706945170592</c:v>
                </c:pt>
                <c:pt idx="513">
                  <c:v>0.11092422551975395</c:v>
                </c:pt>
                <c:pt idx="514">
                  <c:v>4.8787138218202353E-2</c:v>
                </c:pt>
                <c:pt idx="515">
                  <c:v>2.3756806513071577E-2</c:v>
                </c:pt>
                <c:pt idx="516">
                  <c:v>1.1971649543432272E-2</c:v>
                </c:pt>
                <c:pt idx="517">
                  <c:v>1.825915289671081E-2</c:v>
                </c:pt>
                <c:pt idx="518">
                  <c:v>2.0772506489679318E-2</c:v>
                </c:pt>
                <c:pt idx="519">
                  <c:v>2.0425357835335303E-2</c:v>
                </c:pt>
                <c:pt idx="520">
                  <c:v>2.0680056349529807E-2</c:v>
                </c:pt>
                <c:pt idx="521">
                  <c:v>2.2160803600144802E-2</c:v>
                </c:pt>
                <c:pt idx="522">
                  <c:v>2.1561306259617653E-2</c:v>
                </c:pt>
                <c:pt idx="523">
                  <c:v>2.1503195063224515E-2</c:v>
                </c:pt>
                <c:pt idx="524">
                  <c:v>1.6404070383205044E-2</c:v>
                </c:pt>
                <c:pt idx="525">
                  <c:v>2.1288253187119587E-2</c:v>
                </c:pt>
                <c:pt idx="526">
                  <c:v>1.8779103555036838E-2</c:v>
                </c:pt>
                <c:pt idx="527">
                  <c:v>2.0412641267113601E-2</c:v>
                </c:pt>
                <c:pt idx="528">
                  <c:v>1.925279997839523E-2</c:v>
                </c:pt>
                <c:pt idx="529">
                  <c:v>2.0471444968859852E-2</c:v>
                </c:pt>
                <c:pt idx="530">
                  <c:v>1.9452755645612524E-2</c:v>
                </c:pt>
                <c:pt idx="531">
                  <c:v>2.1853344254392809E-2</c:v>
                </c:pt>
                <c:pt idx="532">
                  <c:v>2.0036367953694147E-2</c:v>
                </c:pt>
                <c:pt idx="533">
                  <c:v>2.1058713834733355E-2</c:v>
                </c:pt>
                <c:pt idx="534">
                  <c:v>6.6075390278705445E-2</c:v>
                </c:pt>
                <c:pt idx="535">
                  <c:v>0.11978466469358852</c:v>
                </c:pt>
                <c:pt idx="536">
                  <c:v>5.9906366839314107E-2</c:v>
                </c:pt>
                <c:pt idx="537">
                  <c:v>2.3213195626058628E-2</c:v>
                </c:pt>
                <c:pt idx="538">
                  <c:v>1.8845978210337219E-2</c:v>
                </c:pt>
                <c:pt idx="539">
                  <c:v>2.3337634582743447E-2</c:v>
                </c:pt>
                <c:pt idx="540">
                  <c:v>1.4237448052903719E-2</c:v>
                </c:pt>
                <c:pt idx="541">
                  <c:v>2.1095895235018761E-2</c:v>
                </c:pt>
                <c:pt idx="542">
                  <c:v>2.1822070602556271E-2</c:v>
                </c:pt>
                <c:pt idx="543">
                  <c:v>1.9852838123747524E-2</c:v>
                </c:pt>
                <c:pt idx="544">
                  <c:v>2.1439321132571246E-2</c:v>
                </c:pt>
                <c:pt idx="545">
                  <c:v>2.0590752351334757E-2</c:v>
                </c:pt>
                <c:pt idx="546">
                  <c:v>2.2055626341552923E-2</c:v>
                </c:pt>
                <c:pt idx="547">
                  <c:v>1.9534512711087498E-2</c:v>
                </c:pt>
                <c:pt idx="548">
                  <c:v>2.0241463689571512E-2</c:v>
                </c:pt>
                <c:pt idx="549">
                  <c:v>2.3480854012981073E-2</c:v>
                </c:pt>
                <c:pt idx="550">
                  <c:v>2.1261339390440663E-2</c:v>
                </c:pt>
                <c:pt idx="551">
                  <c:v>1.706291804332552E-2</c:v>
                </c:pt>
                <c:pt idx="552">
                  <c:v>1.8240825543811175E-2</c:v>
                </c:pt>
                <c:pt idx="553">
                  <c:v>1.8596880224702787E-2</c:v>
                </c:pt>
                <c:pt idx="554">
                  <c:v>2.3625992757683064E-2</c:v>
                </c:pt>
                <c:pt idx="555">
                  <c:v>2.6272496079533973E-2</c:v>
                </c:pt>
                <c:pt idx="556">
                  <c:v>2.1367767475224127E-2</c:v>
                </c:pt>
                <c:pt idx="557">
                  <c:v>2.230156004998152E-2</c:v>
                </c:pt>
                <c:pt idx="558">
                  <c:v>2.4921722335034629E-2</c:v>
                </c:pt>
                <c:pt idx="559">
                  <c:v>2.5535871751244318E-2</c:v>
                </c:pt>
                <c:pt idx="560">
                  <c:v>1.9299551512112358E-2</c:v>
                </c:pt>
                <c:pt idx="561">
                  <c:v>1.2322516413679771E-2</c:v>
                </c:pt>
                <c:pt idx="562">
                  <c:v>3.0260829594272575E-2</c:v>
                </c:pt>
                <c:pt idx="563">
                  <c:v>2.0082096004741215E-2</c:v>
                </c:pt>
                <c:pt idx="564">
                  <c:v>1.9993824356157298E-2</c:v>
                </c:pt>
                <c:pt idx="565">
                  <c:v>2.585489106261846E-2</c:v>
                </c:pt>
                <c:pt idx="566">
                  <c:v>2.3268865450497257E-2</c:v>
                </c:pt>
                <c:pt idx="567">
                  <c:v>1.8540127391206737E-2</c:v>
                </c:pt>
                <c:pt idx="568">
                  <c:v>2.3028331252819449E-2</c:v>
                </c:pt>
                <c:pt idx="569">
                  <c:v>2.3268272933756884E-2</c:v>
                </c:pt>
                <c:pt idx="570">
                  <c:v>2.2511558873676171E-2</c:v>
                </c:pt>
                <c:pt idx="571">
                  <c:v>2.2205921151608691E-2</c:v>
                </c:pt>
                <c:pt idx="572">
                  <c:v>2.2575957171116618E-2</c:v>
                </c:pt>
                <c:pt idx="573">
                  <c:v>2.2584769071637912E-2</c:v>
                </c:pt>
                <c:pt idx="574">
                  <c:v>2.4252895032625999E-2</c:v>
                </c:pt>
                <c:pt idx="575">
                  <c:v>2.1654192008773006E-2</c:v>
                </c:pt>
                <c:pt idx="576">
                  <c:v>2.1948208635331229E-2</c:v>
                </c:pt>
                <c:pt idx="577">
                  <c:v>2.1832457277754323E-2</c:v>
                </c:pt>
                <c:pt idx="578">
                  <c:v>2.1171481895063512E-2</c:v>
                </c:pt>
                <c:pt idx="579">
                  <c:v>2.0702904766942948E-2</c:v>
                </c:pt>
                <c:pt idx="580">
                  <c:v>2.1226975483107029E-2</c:v>
                </c:pt>
                <c:pt idx="581">
                  <c:v>1.985420439284908E-2</c:v>
                </c:pt>
                <c:pt idx="582">
                  <c:v>2.1721148208215527E-2</c:v>
                </c:pt>
                <c:pt idx="583">
                  <c:v>2.3567865667184763E-2</c:v>
                </c:pt>
                <c:pt idx="584">
                  <c:v>2.591467556928433E-2</c:v>
                </c:pt>
                <c:pt idx="585">
                  <c:v>2.517456094817333E-2</c:v>
                </c:pt>
                <c:pt idx="586">
                  <c:v>2.5204081116612671E-2</c:v>
                </c:pt>
                <c:pt idx="587">
                  <c:v>1.73093715749334E-2</c:v>
                </c:pt>
                <c:pt idx="588">
                  <c:v>1.6978225759886605E-2</c:v>
                </c:pt>
                <c:pt idx="589">
                  <c:v>-5.399164775626641E-4</c:v>
                </c:pt>
                <c:pt idx="590">
                  <c:v>3.198607574462449E-2</c:v>
                </c:pt>
                <c:pt idx="591">
                  <c:v>9.1697006119818791E-2</c:v>
                </c:pt>
                <c:pt idx="592">
                  <c:v>9.2569012647351803E-2</c:v>
                </c:pt>
                <c:pt idx="593">
                  <c:v>9.6775900707127466E-2</c:v>
                </c:pt>
                <c:pt idx="594">
                  <c:v>7.9405782486330359E-2</c:v>
                </c:pt>
                <c:pt idx="595">
                  <c:v>7.223082461117282E-2</c:v>
                </c:pt>
                <c:pt idx="596">
                  <c:v>5.7242408167528208E-2</c:v>
                </c:pt>
                <c:pt idx="597">
                  <c:v>7.2597466306775701E-2</c:v>
                </c:pt>
                <c:pt idx="598">
                  <c:v>6.7679242317318325E-2</c:v>
                </c:pt>
                <c:pt idx="599">
                  <c:v>6.9280683386583622E-2</c:v>
                </c:pt>
                <c:pt idx="600">
                  <c:v>5.9509002337084185E-2</c:v>
                </c:pt>
                <c:pt idx="601">
                  <c:v>5.8619815633597694E-2</c:v>
                </c:pt>
                <c:pt idx="602">
                  <c:v>4.9864690241830781E-2</c:v>
                </c:pt>
                <c:pt idx="603">
                  <c:v>4.2136767734296143E-2</c:v>
                </c:pt>
                <c:pt idx="604">
                  <c:v>3.5810980298983296E-2</c:v>
                </c:pt>
                <c:pt idx="605">
                  <c:v>3.1412553099867492E-2</c:v>
                </c:pt>
                <c:pt idx="606">
                  <c:v>2.5122382531022596E-2</c:v>
                </c:pt>
                <c:pt idx="607">
                  <c:v>2.324533859312921E-2</c:v>
                </c:pt>
                <c:pt idx="608">
                  <c:v>2.1031756369887682E-2</c:v>
                </c:pt>
                <c:pt idx="609">
                  <c:v>2.3313928568026825E-2</c:v>
                </c:pt>
                <c:pt idx="610">
                  <c:v>3.3045205699643483E-2</c:v>
                </c:pt>
                <c:pt idx="611">
                  <c:v>2.3133999228882197E-2</c:v>
                </c:pt>
                <c:pt idx="612">
                  <c:v>3.2415059043964412E-2</c:v>
                </c:pt>
                <c:pt idx="613">
                  <c:v>4.0134927133566582E-2</c:v>
                </c:pt>
                <c:pt idx="614">
                  <c:v>7.0396771683226847E-2</c:v>
                </c:pt>
                <c:pt idx="615">
                  <c:v>7.8969641703190749E-2</c:v>
                </c:pt>
                <c:pt idx="616">
                  <c:v>7.3497063313280916E-2</c:v>
                </c:pt>
                <c:pt idx="617">
                  <c:v>7.2224019828683192E-2</c:v>
                </c:pt>
                <c:pt idx="618">
                  <c:v>8.4215540390842392E-2</c:v>
                </c:pt>
                <c:pt idx="619">
                  <c:v>4.142326046274046E-2</c:v>
                </c:pt>
                <c:pt idx="620">
                  <c:v>8.2767882973869139E-2</c:v>
                </c:pt>
                <c:pt idx="621">
                  <c:v>7.1825064722720516E-2</c:v>
                </c:pt>
                <c:pt idx="622">
                  <c:v>7.0157967550601497E-2</c:v>
                </c:pt>
                <c:pt idx="623">
                  <c:v>7.1486350467375059E-2</c:v>
                </c:pt>
                <c:pt idx="624">
                  <c:v>7.3770841283903155E-2</c:v>
                </c:pt>
                <c:pt idx="625">
                  <c:v>6.539801054024276E-2</c:v>
                </c:pt>
                <c:pt idx="626">
                  <c:v>6.3213456115682062E-2</c:v>
                </c:pt>
                <c:pt idx="627">
                  <c:v>6.9731700247216033E-2</c:v>
                </c:pt>
                <c:pt idx="628">
                  <c:v>6.1012894787020273E-2</c:v>
                </c:pt>
                <c:pt idx="629">
                  <c:v>7.3697741181688467E-2</c:v>
                </c:pt>
                <c:pt idx="630">
                  <c:v>8.1626791482335967E-2</c:v>
                </c:pt>
                <c:pt idx="631">
                  <c:v>0.24334240605920252</c:v>
                </c:pt>
                <c:pt idx="632">
                  <c:v>0.39791219436139008</c:v>
                </c:pt>
                <c:pt idx="633">
                  <c:v>0.36541713395870007</c:v>
                </c:pt>
                <c:pt idx="634">
                  <c:v>0.3802378114433117</c:v>
                </c:pt>
                <c:pt idx="635">
                  <c:v>0.36845717011846729</c:v>
                </c:pt>
                <c:pt idx="636">
                  <c:v>0.34456994459897272</c:v>
                </c:pt>
                <c:pt idx="637">
                  <c:v>0.3468353281055363</c:v>
                </c:pt>
                <c:pt idx="638">
                  <c:v>0.25996055520172201</c:v>
                </c:pt>
                <c:pt idx="639">
                  <c:v>0.23054821436637465</c:v>
                </c:pt>
                <c:pt idx="640">
                  <c:v>0.23804781715138576</c:v>
                </c:pt>
                <c:pt idx="641">
                  <c:v>0.25165834031062878</c:v>
                </c:pt>
                <c:pt idx="642">
                  <c:v>0.25152155966028211</c:v>
                </c:pt>
                <c:pt idx="643">
                  <c:v>0.20268829374118949</c:v>
                </c:pt>
                <c:pt idx="644">
                  <c:v>0.20335655344784528</c:v>
                </c:pt>
                <c:pt idx="645">
                  <c:v>0.19243467630361383</c:v>
                </c:pt>
                <c:pt idx="646">
                  <c:v>0.17578204315496174</c:v>
                </c:pt>
                <c:pt idx="647">
                  <c:v>0.16750278218290116</c:v>
                </c:pt>
                <c:pt idx="648">
                  <c:v>0.16625353445729771</c:v>
                </c:pt>
                <c:pt idx="649">
                  <c:v>0.16457765590699366</c:v>
                </c:pt>
                <c:pt idx="650">
                  <c:v>0.15968648712565972</c:v>
                </c:pt>
                <c:pt idx="651">
                  <c:v>0.16877988563862364</c:v>
                </c:pt>
                <c:pt idx="652">
                  <c:v>0.17018976823435503</c:v>
                </c:pt>
                <c:pt idx="653">
                  <c:v>0.17826311165258316</c:v>
                </c:pt>
                <c:pt idx="654">
                  <c:v>0.17501388523383554</c:v>
                </c:pt>
                <c:pt idx="655">
                  <c:v>0.18165569852960897</c:v>
                </c:pt>
                <c:pt idx="656">
                  <c:v>0.17602934912288198</c:v>
                </c:pt>
                <c:pt idx="657">
                  <c:v>0.12663607914704353</c:v>
                </c:pt>
                <c:pt idx="658">
                  <c:v>0.12759410365533758</c:v>
                </c:pt>
                <c:pt idx="659">
                  <c:v>0.17991691637216861</c:v>
                </c:pt>
                <c:pt idx="660">
                  <c:v>0.17083748625979273</c:v>
                </c:pt>
                <c:pt idx="661">
                  <c:v>0.19551470710286545</c:v>
                </c:pt>
                <c:pt idx="662">
                  <c:v>0.2452413675224267</c:v>
                </c:pt>
                <c:pt idx="663">
                  <c:v>0.2162571691511401</c:v>
                </c:pt>
                <c:pt idx="664">
                  <c:v>0.20003101945966906</c:v>
                </c:pt>
                <c:pt idx="665">
                  <c:v>0.17447837539446354</c:v>
                </c:pt>
                <c:pt idx="666">
                  <c:v>0.1704568699171114</c:v>
                </c:pt>
                <c:pt idx="667">
                  <c:v>0.17984260674266128</c:v>
                </c:pt>
                <c:pt idx="668">
                  <c:v>0.19388735020879355</c:v>
                </c:pt>
                <c:pt idx="669">
                  <c:v>0.17762997962430468</c:v>
                </c:pt>
                <c:pt idx="670">
                  <c:v>0.16874539474043687</c:v>
                </c:pt>
                <c:pt idx="671">
                  <c:v>0.16688083906700477</c:v>
                </c:pt>
                <c:pt idx="672">
                  <c:v>0.17107935557351103</c:v>
                </c:pt>
                <c:pt idx="673">
                  <c:v>0.17399282088347864</c:v>
                </c:pt>
                <c:pt idx="674">
                  <c:v>0.17145937418867135</c:v>
                </c:pt>
                <c:pt idx="675">
                  <c:v>0.16079314946116235</c:v>
                </c:pt>
                <c:pt idx="676">
                  <c:v>0.17744213478410703</c:v>
                </c:pt>
                <c:pt idx="677">
                  <c:v>0.16918693572134416</c:v>
                </c:pt>
                <c:pt idx="678">
                  <c:v>0.17894755867755532</c:v>
                </c:pt>
                <c:pt idx="679">
                  <c:v>0.1757649058221305</c:v>
                </c:pt>
                <c:pt idx="680">
                  <c:v>0.16700478326389959</c:v>
                </c:pt>
                <c:pt idx="681">
                  <c:v>0.1313034585666632</c:v>
                </c:pt>
                <c:pt idx="682">
                  <c:v>0.10866941836355831</c:v>
                </c:pt>
                <c:pt idx="683">
                  <c:v>0.1329955346726589</c:v>
                </c:pt>
                <c:pt idx="684">
                  <c:v>0.11255966653505167</c:v>
                </c:pt>
                <c:pt idx="685">
                  <c:v>8.1770058381093177E-2</c:v>
                </c:pt>
                <c:pt idx="686">
                  <c:v>6.1724303873652686E-2</c:v>
                </c:pt>
                <c:pt idx="687">
                  <c:v>4.2685051414324E-2</c:v>
                </c:pt>
                <c:pt idx="688">
                  <c:v>1.9067122622742433E-2</c:v>
                </c:pt>
                <c:pt idx="689">
                  <c:v>2.0862651930624566E-2</c:v>
                </c:pt>
                <c:pt idx="690">
                  <c:v>2.3243614737409889E-2</c:v>
                </c:pt>
                <c:pt idx="691">
                  <c:v>0.15066529391925546</c:v>
                </c:pt>
                <c:pt idx="692">
                  <c:v>9.801292122558114E-2</c:v>
                </c:pt>
                <c:pt idx="693">
                  <c:v>6.7134115752499474E-2</c:v>
                </c:pt>
                <c:pt idx="694">
                  <c:v>6.4198066778079321E-2</c:v>
                </c:pt>
                <c:pt idx="695">
                  <c:v>6.8193589433619653E-2</c:v>
                </c:pt>
                <c:pt idx="696">
                  <c:v>7.2276919388369346E-2</c:v>
                </c:pt>
                <c:pt idx="697">
                  <c:v>6.7042481335196372E-2</c:v>
                </c:pt>
                <c:pt idx="698">
                  <c:v>7.6509938098275748E-2</c:v>
                </c:pt>
                <c:pt idx="699">
                  <c:v>0.12428758451123824</c:v>
                </c:pt>
                <c:pt idx="700">
                  <c:v>0.3633089143255458</c:v>
                </c:pt>
                <c:pt idx="701">
                  <c:v>0.38329877772100845</c:v>
                </c:pt>
                <c:pt idx="702">
                  <c:v>0.29518902743695152</c:v>
                </c:pt>
                <c:pt idx="703">
                  <c:v>0.26082962950591093</c:v>
                </c:pt>
                <c:pt idx="704">
                  <c:v>0.19770420470261932</c:v>
                </c:pt>
                <c:pt idx="705">
                  <c:v>0.18965991780017477</c:v>
                </c:pt>
                <c:pt idx="706">
                  <c:v>0.10961898387850477</c:v>
                </c:pt>
                <c:pt idx="707">
                  <c:v>6.1434570386801265E-2</c:v>
                </c:pt>
                <c:pt idx="708">
                  <c:v>3.7445487225408317E-2</c:v>
                </c:pt>
                <c:pt idx="709">
                  <c:v>1.7532505776846233E-2</c:v>
                </c:pt>
                <c:pt idx="710">
                  <c:v>2.5252847305247076E-2</c:v>
                </c:pt>
                <c:pt idx="711">
                  <c:v>1.6427637773402663E-2</c:v>
                </c:pt>
                <c:pt idx="712">
                  <c:v>1.9751186775514375E-2</c:v>
                </c:pt>
                <c:pt idx="713">
                  <c:v>2.0548466599460094E-2</c:v>
                </c:pt>
                <c:pt idx="714">
                  <c:v>1.9566886603700002E-2</c:v>
                </c:pt>
                <c:pt idx="715">
                  <c:v>1.9356341021185025E-2</c:v>
                </c:pt>
                <c:pt idx="716">
                  <c:v>1.9750313858989031E-2</c:v>
                </c:pt>
                <c:pt idx="717">
                  <c:v>2.2257575045169002E-2</c:v>
                </c:pt>
                <c:pt idx="718">
                  <c:v>7.4768017245975024E-2</c:v>
                </c:pt>
                <c:pt idx="719">
                  <c:v>0.15774593860169892</c:v>
                </c:pt>
                <c:pt idx="720">
                  <c:v>8.5571530099571011E-2</c:v>
                </c:pt>
                <c:pt idx="721">
                  <c:v>7.7752471151663449E-2</c:v>
                </c:pt>
                <c:pt idx="722">
                  <c:v>6.7900923595650711E-2</c:v>
                </c:pt>
                <c:pt idx="723">
                  <c:v>6.6469301667260464E-2</c:v>
                </c:pt>
                <c:pt idx="724">
                  <c:v>0.24384915609549937</c:v>
                </c:pt>
                <c:pt idx="725">
                  <c:v>0.35201560887978744</c:v>
                </c:pt>
                <c:pt idx="726">
                  <c:v>0.27522035159614744</c:v>
                </c:pt>
                <c:pt idx="727">
                  <c:v>0.22245092412622738</c:v>
                </c:pt>
                <c:pt idx="728">
                  <c:v>0.2208602549186689</c:v>
                </c:pt>
                <c:pt idx="729">
                  <c:v>0.18503428042331493</c:v>
                </c:pt>
                <c:pt idx="730">
                  <c:v>0.11193965721701396</c:v>
                </c:pt>
                <c:pt idx="731">
                  <c:v>2.9220541047294268E-2</c:v>
                </c:pt>
                <c:pt idx="732">
                  <c:v>1.8568178411381787E-2</c:v>
                </c:pt>
                <c:pt idx="733">
                  <c:v>2.0471740118386279E-2</c:v>
                </c:pt>
                <c:pt idx="734">
                  <c:v>2.2809053846804313E-2</c:v>
                </c:pt>
                <c:pt idx="735">
                  <c:v>1.8608582270634565E-2</c:v>
                </c:pt>
                <c:pt idx="736">
                  <c:v>2.1829642384788999E-2</c:v>
                </c:pt>
                <c:pt idx="737">
                  <c:v>2.3126698913665616E-2</c:v>
                </c:pt>
                <c:pt idx="738">
                  <c:v>2.2325209812402748E-2</c:v>
                </c:pt>
                <c:pt idx="739">
                  <c:v>2.0685881034046325E-2</c:v>
                </c:pt>
                <c:pt idx="740">
                  <c:v>1.8805495935211462E-2</c:v>
                </c:pt>
                <c:pt idx="741">
                  <c:v>2.1149392748635074E-2</c:v>
                </c:pt>
                <c:pt idx="742">
                  <c:v>2.2988305091226808E-2</c:v>
                </c:pt>
                <c:pt idx="743">
                  <c:v>2.4255626229010115E-2</c:v>
                </c:pt>
                <c:pt idx="744">
                  <c:v>2.135669407673613E-2</c:v>
                </c:pt>
                <c:pt idx="745">
                  <c:v>2.3157741602894341E-2</c:v>
                </c:pt>
                <c:pt idx="746">
                  <c:v>2.1217796431209027E-2</c:v>
                </c:pt>
                <c:pt idx="747">
                  <c:v>2.3347592382086925E-2</c:v>
                </c:pt>
                <c:pt idx="748">
                  <c:v>2.0821193972302605E-2</c:v>
                </c:pt>
                <c:pt idx="749">
                  <c:v>0.35953871483373095</c:v>
                </c:pt>
                <c:pt idx="750">
                  <c:v>0.41058432958627783</c:v>
                </c:pt>
                <c:pt idx="751">
                  <c:v>0.24981773516780187</c:v>
                </c:pt>
                <c:pt idx="752">
                  <c:v>0.20406182160377997</c:v>
                </c:pt>
                <c:pt idx="753">
                  <c:v>0.16842755601968423</c:v>
                </c:pt>
                <c:pt idx="754">
                  <c:v>0.13393454991843159</c:v>
                </c:pt>
                <c:pt idx="755">
                  <c:v>0.13046248357517851</c:v>
                </c:pt>
                <c:pt idx="756">
                  <c:v>8.2651634092791346E-2</c:v>
                </c:pt>
                <c:pt idx="757">
                  <c:v>2.1074609215993422E-2</c:v>
                </c:pt>
                <c:pt idx="758">
                  <c:v>2.1653173456632174E-2</c:v>
                </c:pt>
                <c:pt idx="759">
                  <c:v>2.1085286266204661E-2</c:v>
                </c:pt>
                <c:pt idx="760">
                  <c:v>2.0283981636015382E-2</c:v>
                </c:pt>
                <c:pt idx="761">
                  <c:v>2.0352335421628984E-2</c:v>
                </c:pt>
                <c:pt idx="762">
                  <c:v>2.3415917890987348E-2</c:v>
                </c:pt>
                <c:pt idx="763">
                  <c:v>2.3156679504496104E-2</c:v>
                </c:pt>
                <c:pt idx="764">
                  <c:v>2.1849848455234588E-2</c:v>
                </c:pt>
                <c:pt idx="765">
                  <c:v>2.4390558505920073E-2</c:v>
                </c:pt>
                <c:pt idx="766">
                  <c:v>2.2370662416599348E-2</c:v>
                </c:pt>
                <c:pt idx="767">
                  <c:v>0.3638524169542996</c:v>
                </c:pt>
                <c:pt idx="768">
                  <c:v>0.29844543257913347</c:v>
                </c:pt>
                <c:pt idx="769">
                  <c:v>0.21876829994528368</c:v>
                </c:pt>
                <c:pt idx="770">
                  <c:v>0.20819559632650766</c:v>
                </c:pt>
                <c:pt idx="771">
                  <c:v>0.21159099315778609</c:v>
                </c:pt>
                <c:pt idx="772">
                  <c:v>0.20818345574515429</c:v>
                </c:pt>
                <c:pt idx="773">
                  <c:v>0.16972870228879955</c:v>
                </c:pt>
                <c:pt idx="774">
                  <c:v>0.16290354666272142</c:v>
                </c:pt>
                <c:pt idx="775">
                  <c:v>0.17332848340506116</c:v>
                </c:pt>
                <c:pt idx="776">
                  <c:v>0.15984652520622958</c:v>
                </c:pt>
                <c:pt idx="777">
                  <c:v>0.11625700030402798</c:v>
                </c:pt>
                <c:pt idx="778">
                  <c:v>8.2008616601043305E-2</c:v>
                </c:pt>
                <c:pt idx="779">
                  <c:v>6.9126464717920971E-2</c:v>
                </c:pt>
                <c:pt idx="780">
                  <c:v>5.6853545727745702E-2</c:v>
                </c:pt>
                <c:pt idx="781">
                  <c:v>7.7359016540920117E-2</c:v>
                </c:pt>
                <c:pt idx="782">
                  <c:v>3.1687043928898248E-2</c:v>
                </c:pt>
                <c:pt idx="783">
                  <c:v>2.3591436174162105E-2</c:v>
                </c:pt>
                <c:pt idx="784">
                  <c:v>2.1811140244973874E-2</c:v>
                </c:pt>
                <c:pt idx="785">
                  <c:v>1.690565885467581E-2</c:v>
                </c:pt>
                <c:pt idx="786">
                  <c:v>2.1816435598960945E-2</c:v>
                </c:pt>
                <c:pt idx="787">
                  <c:v>2.4651348163578585E-2</c:v>
                </c:pt>
                <c:pt idx="788">
                  <c:v>0.13028055520069101</c:v>
                </c:pt>
                <c:pt idx="789">
                  <c:v>0.10413794416214035</c:v>
                </c:pt>
                <c:pt idx="790">
                  <c:v>7.7373403189897008E-2</c:v>
                </c:pt>
                <c:pt idx="791">
                  <c:v>7.0052998632134295E-2</c:v>
                </c:pt>
                <c:pt idx="792">
                  <c:v>6.7289601919393746E-2</c:v>
                </c:pt>
                <c:pt idx="793">
                  <c:v>6.323341979531534E-2</c:v>
                </c:pt>
                <c:pt idx="794">
                  <c:v>7.0063421410460097E-2</c:v>
                </c:pt>
                <c:pt idx="795">
                  <c:v>0.43257314587888801</c:v>
                </c:pt>
                <c:pt idx="796">
                  <c:v>0.38328187371808564</c:v>
                </c:pt>
                <c:pt idx="797">
                  <c:v>0.30009706644089096</c:v>
                </c:pt>
                <c:pt idx="798">
                  <c:v>0.26522811255763479</c:v>
                </c:pt>
                <c:pt idx="799">
                  <c:v>0.23330749841432619</c:v>
                </c:pt>
                <c:pt idx="800">
                  <c:v>0.19757828281634804</c:v>
                </c:pt>
                <c:pt idx="801">
                  <c:v>0.15149937486211756</c:v>
                </c:pt>
                <c:pt idx="802">
                  <c:v>0.13017801995018774</c:v>
                </c:pt>
                <c:pt idx="803">
                  <c:v>7.6456215366226543E-2</c:v>
                </c:pt>
                <c:pt idx="804">
                  <c:v>2.4231079817693964E-2</c:v>
                </c:pt>
                <c:pt idx="805">
                  <c:v>1.9902680259968358E-2</c:v>
                </c:pt>
                <c:pt idx="806">
                  <c:v>1.7698663801974331E-2</c:v>
                </c:pt>
                <c:pt idx="807">
                  <c:v>2.3434353107590185E-2</c:v>
                </c:pt>
                <c:pt idx="808">
                  <c:v>2.4546784627058182E-2</c:v>
                </c:pt>
                <c:pt idx="809">
                  <c:v>2.1483594662698776E-2</c:v>
                </c:pt>
                <c:pt idx="810">
                  <c:v>1.8808738580906325E-2</c:v>
                </c:pt>
                <c:pt idx="811">
                  <c:v>2.1796696301713964E-2</c:v>
                </c:pt>
                <c:pt idx="812">
                  <c:v>1.891401625017021E-2</c:v>
                </c:pt>
                <c:pt idx="813">
                  <c:v>2.0309654607896136E-2</c:v>
                </c:pt>
                <c:pt idx="814">
                  <c:v>2.0613930307569809E-2</c:v>
                </c:pt>
                <c:pt idx="815">
                  <c:v>2.5046377064452691E-2</c:v>
                </c:pt>
                <c:pt idx="816">
                  <c:v>2.8775554029414532E-2</c:v>
                </c:pt>
                <c:pt idx="817">
                  <c:v>2.5003371947834502E-2</c:v>
                </c:pt>
                <c:pt idx="818">
                  <c:v>2.2494025926105467E-2</c:v>
                </c:pt>
                <c:pt idx="819">
                  <c:v>2.2476277152896781E-2</c:v>
                </c:pt>
                <c:pt idx="820">
                  <c:v>0.12449261590002798</c:v>
                </c:pt>
                <c:pt idx="821">
                  <c:v>0.31698100486200653</c:v>
                </c:pt>
                <c:pt idx="822">
                  <c:v>0.24282116526342923</c:v>
                </c:pt>
                <c:pt idx="823">
                  <c:v>0.19141829544672484</c:v>
                </c:pt>
                <c:pt idx="824">
                  <c:v>0.16959885811041411</c:v>
                </c:pt>
                <c:pt idx="825">
                  <c:v>0.12002442368021601</c:v>
                </c:pt>
                <c:pt idx="826">
                  <c:v>6.137877860333471E-2</c:v>
                </c:pt>
                <c:pt idx="827">
                  <c:v>1.419040498433617E-2</c:v>
                </c:pt>
                <c:pt idx="828">
                  <c:v>1.6582591283474689E-2</c:v>
                </c:pt>
                <c:pt idx="829">
                  <c:v>2.0061014001851483E-2</c:v>
                </c:pt>
                <c:pt idx="830">
                  <c:v>2.3096791723512419E-2</c:v>
                </c:pt>
                <c:pt idx="831">
                  <c:v>2.5329592505971252E-2</c:v>
                </c:pt>
                <c:pt idx="832">
                  <c:v>3.1322513566549456E-2</c:v>
                </c:pt>
                <c:pt idx="833">
                  <c:v>2.6928229162093167E-2</c:v>
                </c:pt>
                <c:pt idx="834">
                  <c:v>1.9973943941549256E-2</c:v>
                </c:pt>
                <c:pt idx="835">
                  <c:v>2.1648798726475495E-2</c:v>
                </c:pt>
                <c:pt idx="836">
                  <c:v>2.1916852830529975E-2</c:v>
                </c:pt>
                <c:pt idx="837">
                  <c:v>2.2827034138893702E-2</c:v>
                </c:pt>
                <c:pt idx="838">
                  <c:v>1.961532836914805E-2</c:v>
                </c:pt>
                <c:pt idx="839">
                  <c:v>2.0010015552179804E-2</c:v>
                </c:pt>
                <c:pt idx="840">
                  <c:v>1.8617532853900724E-2</c:v>
                </c:pt>
                <c:pt idx="841">
                  <c:v>1.846818993762132E-2</c:v>
                </c:pt>
                <c:pt idx="842">
                  <c:v>2.1042603889078672E-2</c:v>
                </c:pt>
                <c:pt idx="843">
                  <c:v>2.2796072607140293E-2</c:v>
                </c:pt>
                <c:pt idx="844">
                  <c:v>2.1013696742213251E-2</c:v>
                </c:pt>
                <c:pt idx="845">
                  <c:v>2.0517107603961256E-2</c:v>
                </c:pt>
                <c:pt idx="846">
                  <c:v>2.0489512060428334E-2</c:v>
                </c:pt>
                <c:pt idx="847">
                  <c:v>1.8514559570083255E-2</c:v>
                </c:pt>
                <c:pt idx="848">
                  <c:v>1.4280718858912933E-2</c:v>
                </c:pt>
                <c:pt idx="849">
                  <c:v>1.1840711818605409E-2</c:v>
                </c:pt>
                <c:pt idx="850">
                  <c:v>7.3898599881114749E-3</c:v>
                </c:pt>
                <c:pt idx="851">
                  <c:v>2.3863346113256394E-3</c:v>
                </c:pt>
                <c:pt idx="852">
                  <c:v>1.9531043725012326E-2</c:v>
                </c:pt>
                <c:pt idx="853">
                  <c:v>1.928921333670347E-2</c:v>
                </c:pt>
                <c:pt idx="854">
                  <c:v>3.8281658705554375E-2</c:v>
                </c:pt>
                <c:pt idx="855">
                  <c:v>3.8056668125640167E-2</c:v>
                </c:pt>
                <c:pt idx="856">
                  <c:v>4.4217963676918472E-2</c:v>
                </c:pt>
                <c:pt idx="857">
                  <c:v>4.6656045529285317E-2</c:v>
                </c:pt>
                <c:pt idx="858">
                  <c:v>4.4575536728826796E-2</c:v>
                </c:pt>
                <c:pt idx="859">
                  <c:v>4.1789983204547465E-2</c:v>
                </c:pt>
                <c:pt idx="860">
                  <c:v>4.0485061254895691E-2</c:v>
                </c:pt>
                <c:pt idx="861">
                  <c:v>4.0596298195695137E-2</c:v>
                </c:pt>
                <c:pt idx="862">
                  <c:v>4.0454397681629055E-2</c:v>
                </c:pt>
                <c:pt idx="863">
                  <c:v>3.9885039049150313E-2</c:v>
                </c:pt>
                <c:pt idx="864">
                  <c:v>4.2150208092587092E-2</c:v>
                </c:pt>
                <c:pt idx="865">
                  <c:v>4.1406506741134608E-2</c:v>
                </c:pt>
                <c:pt idx="866">
                  <c:v>3.9861917354936813E-2</c:v>
                </c:pt>
                <c:pt idx="867">
                  <c:v>3.7710500052901844E-2</c:v>
                </c:pt>
                <c:pt idx="868">
                  <c:v>3.7506150741870907E-2</c:v>
                </c:pt>
                <c:pt idx="869">
                  <c:v>3.6462175391492928E-2</c:v>
                </c:pt>
                <c:pt idx="870">
                  <c:v>3.8298452372080523E-2</c:v>
                </c:pt>
                <c:pt idx="871">
                  <c:v>4.4905385895237356E-2</c:v>
                </c:pt>
                <c:pt idx="872">
                  <c:v>3.9982571569460827E-2</c:v>
                </c:pt>
                <c:pt idx="873">
                  <c:v>2.8418687401648737E-2</c:v>
                </c:pt>
                <c:pt idx="874">
                  <c:v>2.9143782557335268E-2</c:v>
                </c:pt>
                <c:pt idx="875">
                  <c:v>2.5962206868234142E-2</c:v>
                </c:pt>
                <c:pt idx="876">
                  <c:v>2.4910372878953386E-2</c:v>
                </c:pt>
                <c:pt idx="877">
                  <c:v>1.9669350792657646E-2</c:v>
                </c:pt>
                <c:pt idx="878">
                  <c:v>2.6182296550202433E-2</c:v>
                </c:pt>
                <c:pt idx="879">
                  <c:v>2.9233544039938514E-2</c:v>
                </c:pt>
                <c:pt idx="880">
                  <c:v>2.8706539119512854E-2</c:v>
                </c:pt>
                <c:pt idx="881">
                  <c:v>2.6624778782709201E-2</c:v>
                </c:pt>
                <c:pt idx="882">
                  <c:v>2.4552786107139513E-2</c:v>
                </c:pt>
                <c:pt idx="883">
                  <c:v>2.4714833127169055E-2</c:v>
                </c:pt>
                <c:pt idx="884">
                  <c:v>2.1176368584027983E-2</c:v>
                </c:pt>
                <c:pt idx="885">
                  <c:v>2.1537495310515572E-2</c:v>
                </c:pt>
                <c:pt idx="886">
                  <c:v>1.9546429708779452E-2</c:v>
                </c:pt>
                <c:pt idx="887">
                  <c:v>2.1361300711553337E-2</c:v>
                </c:pt>
                <c:pt idx="888">
                  <c:v>2.0688088958239925E-2</c:v>
                </c:pt>
                <c:pt idx="889">
                  <c:v>2.2044903927553802E-2</c:v>
                </c:pt>
                <c:pt idx="890">
                  <c:v>2.1977841108316635E-2</c:v>
                </c:pt>
                <c:pt idx="891">
                  <c:v>2.1727671640293669E-2</c:v>
                </c:pt>
                <c:pt idx="892">
                  <c:v>2.2526592638691417E-2</c:v>
                </c:pt>
                <c:pt idx="893">
                  <c:v>2.1138067558443274E-2</c:v>
                </c:pt>
                <c:pt idx="894">
                  <c:v>2.5828598363177441E-2</c:v>
                </c:pt>
                <c:pt idx="895">
                  <c:v>2.2970321583274958E-2</c:v>
                </c:pt>
                <c:pt idx="896">
                  <c:v>1.6645561987604848E-2</c:v>
                </c:pt>
                <c:pt idx="897">
                  <c:v>2.2215190093142698E-2</c:v>
                </c:pt>
                <c:pt idx="898">
                  <c:v>2.4809361682721933E-2</c:v>
                </c:pt>
                <c:pt idx="899">
                  <c:v>2.3117469827014979E-2</c:v>
                </c:pt>
                <c:pt idx="900">
                  <c:v>2.8158188369607661E-2</c:v>
                </c:pt>
                <c:pt idx="901">
                  <c:v>3.169344311787467E-2</c:v>
                </c:pt>
                <c:pt idx="902">
                  <c:v>2.6809041785512102E-2</c:v>
                </c:pt>
                <c:pt idx="903">
                  <c:v>2.4513558330255349E-2</c:v>
                </c:pt>
                <c:pt idx="904">
                  <c:v>0.11421436478447967</c:v>
                </c:pt>
                <c:pt idx="905">
                  <c:v>0.20896617059422798</c:v>
                </c:pt>
                <c:pt idx="906">
                  <c:v>0.26788042523740546</c:v>
                </c:pt>
                <c:pt idx="907">
                  <c:v>0.22460172628720643</c:v>
                </c:pt>
                <c:pt idx="908">
                  <c:v>0.19076107242870824</c:v>
                </c:pt>
                <c:pt idx="909">
                  <c:v>0.18128578178946456</c:v>
                </c:pt>
                <c:pt idx="910">
                  <c:v>0.19469589103493509</c:v>
                </c:pt>
                <c:pt idx="911">
                  <c:v>0.19646727007621112</c:v>
                </c:pt>
                <c:pt idx="912">
                  <c:v>0.18575928477455239</c:v>
                </c:pt>
                <c:pt idx="913">
                  <c:v>0.18267265212828068</c:v>
                </c:pt>
                <c:pt idx="914">
                  <c:v>0.17304109454222272</c:v>
                </c:pt>
                <c:pt idx="915">
                  <c:v>0.17015982467516391</c:v>
                </c:pt>
                <c:pt idx="916">
                  <c:v>0.17048418687704506</c:v>
                </c:pt>
                <c:pt idx="917">
                  <c:v>0.16716473132928422</c:v>
                </c:pt>
                <c:pt idx="918">
                  <c:v>0.17152564093267642</c:v>
                </c:pt>
                <c:pt idx="919">
                  <c:v>0.17998756686203973</c:v>
                </c:pt>
                <c:pt idx="920">
                  <c:v>0.16189807067469622</c:v>
                </c:pt>
                <c:pt idx="921">
                  <c:v>0.14563108647555567</c:v>
                </c:pt>
                <c:pt idx="922">
                  <c:v>0.14971367725876192</c:v>
                </c:pt>
                <c:pt idx="923">
                  <c:v>0.18478564772646472</c:v>
                </c:pt>
                <c:pt idx="924">
                  <c:v>0.18443780461289155</c:v>
                </c:pt>
                <c:pt idx="925">
                  <c:v>0.21462337150559008</c:v>
                </c:pt>
                <c:pt idx="926">
                  <c:v>0.22465512319814288</c:v>
                </c:pt>
                <c:pt idx="927">
                  <c:v>0.22296479019321688</c:v>
                </c:pt>
                <c:pt idx="928">
                  <c:v>0.20170781361704054</c:v>
                </c:pt>
                <c:pt idx="929">
                  <c:v>0.18625906320717575</c:v>
                </c:pt>
                <c:pt idx="930">
                  <c:v>0.16576265263247675</c:v>
                </c:pt>
                <c:pt idx="931">
                  <c:v>0.16978234707720574</c:v>
                </c:pt>
                <c:pt idx="932">
                  <c:v>0.17125050122574301</c:v>
                </c:pt>
                <c:pt idx="933">
                  <c:v>0.17022180556628946</c:v>
                </c:pt>
                <c:pt idx="934">
                  <c:v>0.17653175408009836</c:v>
                </c:pt>
                <c:pt idx="935">
                  <c:v>0.18293814667824204</c:v>
                </c:pt>
                <c:pt idx="936">
                  <c:v>0.1968136034567099</c:v>
                </c:pt>
                <c:pt idx="937">
                  <c:v>0.19199101071645852</c:v>
                </c:pt>
                <c:pt idx="938">
                  <c:v>0.18846730028548817</c:v>
                </c:pt>
                <c:pt idx="939">
                  <c:v>0.19062459903832774</c:v>
                </c:pt>
                <c:pt idx="940">
                  <c:v>0.19813341065974699</c:v>
                </c:pt>
                <c:pt idx="941">
                  <c:v>0.22127415823288343</c:v>
                </c:pt>
                <c:pt idx="942">
                  <c:v>0.22945032820143929</c:v>
                </c:pt>
                <c:pt idx="943">
                  <c:v>0.21252246568058136</c:v>
                </c:pt>
                <c:pt idx="944">
                  <c:v>0.20752656859232382</c:v>
                </c:pt>
                <c:pt idx="945">
                  <c:v>0.2002058910229044</c:v>
                </c:pt>
                <c:pt idx="946">
                  <c:v>0.17196043747127518</c:v>
                </c:pt>
                <c:pt idx="947">
                  <c:v>0.15046205970195989</c:v>
                </c:pt>
                <c:pt idx="948">
                  <c:v>0.11718216742810522</c:v>
                </c:pt>
                <c:pt idx="949">
                  <c:v>8.5654602035263441E-2</c:v>
                </c:pt>
                <c:pt idx="950">
                  <c:v>0.12995265132157752</c:v>
                </c:pt>
                <c:pt idx="951">
                  <c:v>0.20512939827301135</c:v>
                </c:pt>
                <c:pt idx="952">
                  <c:v>0.20261984558477175</c:v>
                </c:pt>
                <c:pt idx="953">
                  <c:v>0.17698370907568606</c:v>
                </c:pt>
                <c:pt idx="954">
                  <c:v>0.17134670967887483</c:v>
                </c:pt>
                <c:pt idx="955">
                  <c:v>0.19698995082807244</c:v>
                </c:pt>
                <c:pt idx="956">
                  <c:v>0.19265951409518128</c:v>
                </c:pt>
                <c:pt idx="957">
                  <c:v>0.1780375218462843</c:v>
                </c:pt>
                <c:pt idx="958">
                  <c:v>0.18399923419207348</c:v>
                </c:pt>
                <c:pt idx="959">
                  <c:v>0.17398470502872801</c:v>
                </c:pt>
                <c:pt idx="960">
                  <c:v>0.17902724199065748</c:v>
                </c:pt>
                <c:pt idx="961">
                  <c:v>0.19105653439813641</c:v>
                </c:pt>
                <c:pt idx="962">
                  <c:v>0.17210681591533444</c:v>
                </c:pt>
                <c:pt idx="963">
                  <c:v>0.17042943227167923</c:v>
                </c:pt>
                <c:pt idx="964">
                  <c:v>0.19264084965103309</c:v>
                </c:pt>
                <c:pt idx="965">
                  <c:v>0.18485957803918784</c:v>
                </c:pt>
                <c:pt idx="966">
                  <c:v>0.18015177346378977</c:v>
                </c:pt>
                <c:pt idx="967">
                  <c:v>0.17622401253204714</c:v>
                </c:pt>
                <c:pt idx="968">
                  <c:v>0.20362958301741568</c:v>
                </c:pt>
                <c:pt idx="969">
                  <c:v>0.19470796310259914</c:v>
                </c:pt>
                <c:pt idx="970">
                  <c:v>0.17735754778614646</c:v>
                </c:pt>
                <c:pt idx="971">
                  <c:v>0.14237643730632016</c:v>
                </c:pt>
                <c:pt idx="972">
                  <c:v>5.0813815991145123E-2</c:v>
                </c:pt>
                <c:pt idx="973">
                  <c:v>2.142730646828709E-2</c:v>
                </c:pt>
                <c:pt idx="974">
                  <c:v>1.9909353842410476E-2</c:v>
                </c:pt>
                <c:pt idx="975">
                  <c:v>2.0833621822157929E-2</c:v>
                </c:pt>
                <c:pt idx="976">
                  <c:v>1.7511645932989303E-2</c:v>
                </c:pt>
                <c:pt idx="977">
                  <c:v>2.0767767852010892E-2</c:v>
                </c:pt>
                <c:pt idx="978">
                  <c:v>2.0490059993068705E-2</c:v>
                </c:pt>
                <c:pt idx="979">
                  <c:v>2.0472112311569167E-2</c:v>
                </c:pt>
                <c:pt idx="980">
                  <c:v>2.2171056913466575E-2</c:v>
                </c:pt>
                <c:pt idx="981">
                  <c:v>2.3726150426521448E-2</c:v>
                </c:pt>
                <c:pt idx="982">
                  <c:v>2.1131075053284602E-2</c:v>
                </c:pt>
                <c:pt idx="983">
                  <c:v>2.6226940636793542E-2</c:v>
                </c:pt>
                <c:pt idx="984">
                  <c:v>2.442132768403002E-2</c:v>
                </c:pt>
                <c:pt idx="985">
                  <c:v>7.1897856461038218E-2</c:v>
                </c:pt>
                <c:pt idx="986">
                  <c:v>0.43552395704859642</c:v>
                </c:pt>
                <c:pt idx="987">
                  <c:v>0.25269739223779675</c:v>
                </c:pt>
                <c:pt idx="988">
                  <c:v>0.17345418994488804</c:v>
                </c:pt>
                <c:pt idx="989">
                  <c:v>0.14637337721730373</c:v>
                </c:pt>
                <c:pt idx="990">
                  <c:v>0.13952973546570654</c:v>
                </c:pt>
                <c:pt idx="991">
                  <c:v>0.13409774071725786</c:v>
                </c:pt>
                <c:pt idx="992">
                  <c:v>0.11655032209158674</c:v>
                </c:pt>
                <c:pt idx="993">
                  <c:v>8.163205999642191E-2</c:v>
                </c:pt>
                <c:pt idx="994">
                  <c:v>5.0265620727158428E-2</c:v>
                </c:pt>
                <c:pt idx="995">
                  <c:v>2.3338251429531855E-2</c:v>
                </c:pt>
                <c:pt idx="996">
                  <c:v>2.0161725096661812E-2</c:v>
                </c:pt>
                <c:pt idx="997">
                  <c:v>2.3432871622604656E-2</c:v>
                </c:pt>
                <c:pt idx="998">
                  <c:v>2.0229882511320622E-2</c:v>
                </c:pt>
                <c:pt idx="999">
                  <c:v>1.9205342909454172E-2</c:v>
                </c:pt>
                <c:pt idx="1000">
                  <c:v>1.8962713421980824E-2</c:v>
                </c:pt>
                <c:pt idx="1001">
                  <c:v>2.3196672742239542E-2</c:v>
                </c:pt>
                <c:pt idx="1002">
                  <c:v>2.334587327842217E-2</c:v>
                </c:pt>
                <c:pt idx="1003">
                  <c:v>2.4020448823218354E-2</c:v>
                </c:pt>
                <c:pt idx="1004">
                  <c:v>2.2037699078438115E-2</c:v>
                </c:pt>
                <c:pt idx="1005">
                  <c:v>2.3971782408040793E-2</c:v>
                </c:pt>
                <c:pt idx="1006">
                  <c:v>2.2643384623146409E-2</c:v>
                </c:pt>
                <c:pt idx="1007">
                  <c:v>2.0590688400278428E-2</c:v>
                </c:pt>
                <c:pt idx="1008">
                  <c:v>1.913284618297046E-2</c:v>
                </c:pt>
                <c:pt idx="1009">
                  <c:v>2.8503517476058917E-2</c:v>
                </c:pt>
                <c:pt idx="1010">
                  <c:v>0.22820496370170545</c:v>
                </c:pt>
                <c:pt idx="1011">
                  <c:v>0.30652360343013713</c:v>
                </c:pt>
                <c:pt idx="1012">
                  <c:v>0.24470062903132003</c:v>
                </c:pt>
                <c:pt idx="1013">
                  <c:v>0.19876099740680972</c:v>
                </c:pt>
                <c:pt idx="1014">
                  <c:v>0.19502342364077405</c:v>
                </c:pt>
                <c:pt idx="1015">
                  <c:v>0.17607520213164984</c:v>
                </c:pt>
                <c:pt idx="1016">
                  <c:v>0.19088540674731064</c:v>
                </c:pt>
                <c:pt idx="1017">
                  <c:v>0.16389891055578418</c:v>
                </c:pt>
                <c:pt idx="1018">
                  <c:v>0.17741594630138802</c:v>
                </c:pt>
                <c:pt idx="1019">
                  <c:v>0.16804429839003024</c:v>
                </c:pt>
                <c:pt idx="1020">
                  <c:v>0.12284078869255596</c:v>
                </c:pt>
                <c:pt idx="1021">
                  <c:v>2.4194903436311005E-2</c:v>
                </c:pt>
                <c:pt idx="1022">
                  <c:v>2.7351137557473582E-2</c:v>
                </c:pt>
                <c:pt idx="1023">
                  <c:v>0.11132442987462829</c:v>
                </c:pt>
                <c:pt idx="1024">
                  <c:v>0.14524172512350217</c:v>
                </c:pt>
                <c:pt idx="1025">
                  <c:v>9.339981345125796E-2</c:v>
                </c:pt>
                <c:pt idx="1026">
                  <c:v>0.24761638920842</c:v>
                </c:pt>
                <c:pt idx="1027">
                  <c:v>0.3943946679444118</c:v>
                </c:pt>
                <c:pt idx="1028">
                  <c:v>0.26726459450032225</c:v>
                </c:pt>
                <c:pt idx="1029">
                  <c:v>0.21973957953267481</c:v>
                </c:pt>
                <c:pt idx="1030">
                  <c:v>0.20582695331062759</c:v>
                </c:pt>
                <c:pt idx="1031">
                  <c:v>0.18987447944070698</c:v>
                </c:pt>
                <c:pt idx="1032">
                  <c:v>0.1902143180791934</c:v>
                </c:pt>
                <c:pt idx="1033">
                  <c:v>0.18424350776897541</c:v>
                </c:pt>
                <c:pt idx="1034">
                  <c:v>0.17370471478749711</c:v>
                </c:pt>
                <c:pt idx="1035">
                  <c:v>0.17981015919728005</c:v>
                </c:pt>
                <c:pt idx="1036">
                  <c:v>0.17344471396624644</c:v>
                </c:pt>
                <c:pt idx="1037">
                  <c:v>0.17291107936263181</c:v>
                </c:pt>
                <c:pt idx="1038">
                  <c:v>0.16784725688008037</c:v>
                </c:pt>
                <c:pt idx="1039">
                  <c:v>0.16566617064386072</c:v>
                </c:pt>
                <c:pt idx="1040">
                  <c:v>0.16313375239436367</c:v>
                </c:pt>
                <c:pt idx="1041">
                  <c:v>0.16509192556772587</c:v>
                </c:pt>
                <c:pt idx="1042">
                  <c:v>0.15886221090897992</c:v>
                </c:pt>
                <c:pt idx="1043">
                  <c:v>0.16999845101133856</c:v>
                </c:pt>
                <c:pt idx="1044">
                  <c:v>0.17164599310705048</c:v>
                </c:pt>
                <c:pt idx="1045">
                  <c:v>0.17029106704991875</c:v>
                </c:pt>
                <c:pt idx="1046">
                  <c:v>0.16398502488064862</c:v>
                </c:pt>
                <c:pt idx="1047">
                  <c:v>0.16870089089507873</c:v>
                </c:pt>
                <c:pt idx="1048">
                  <c:v>0.16255171176944599</c:v>
                </c:pt>
                <c:pt idx="1049">
                  <c:v>0.19188645910897023</c:v>
                </c:pt>
                <c:pt idx="1050">
                  <c:v>0.20517132288866169</c:v>
                </c:pt>
                <c:pt idx="1051">
                  <c:v>0.21208908455653802</c:v>
                </c:pt>
                <c:pt idx="1052">
                  <c:v>0.22322434824773649</c:v>
                </c:pt>
                <c:pt idx="1053">
                  <c:v>0.22294323301663416</c:v>
                </c:pt>
                <c:pt idx="1054">
                  <c:v>0.21735344310982777</c:v>
                </c:pt>
                <c:pt idx="1055">
                  <c:v>0.23288100325643923</c:v>
                </c:pt>
                <c:pt idx="1056">
                  <c:v>0.23674169073936832</c:v>
                </c:pt>
                <c:pt idx="1057">
                  <c:v>0.23092640350600721</c:v>
                </c:pt>
                <c:pt idx="1058">
                  <c:v>0.24872047429080821</c:v>
                </c:pt>
                <c:pt idx="1059">
                  <c:v>0.24615945525584315</c:v>
                </c:pt>
                <c:pt idx="1060">
                  <c:v>0.25028127247014548</c:v>
                </c:pt>
                <c:pt idx="1061">
                  <c:v>0.25996971771674704</c:v>
                </c:pt>
                <c:pt idx="1062">
                  <c:v>0.25772925678205161</c:v>
                </c:pt>
                <c:pt idx="1063">
                  <c:v>0.24517541989715994</c:v>
                </c:pt>
                <c:pt idx="1064">
                  <c:v>0.24661888976472857</c:v>
                </c:pt>
                <c:pt idx="1065">
                  <c:v>0.23069409945698482</c:v>
                </c:pt>
                <c:pt idx="1066">
                  <c:v>0.21674034873530956</c:v>
                </c:pt>
                <c:pt idx="1067">
                  <c:v>0.18380629366054574</c:v>
                </c:pt>
                <c:pt idx="1068">
                  <c:v>0.16718813918035569</c:v>
                </c:pt>
                <c:pt idx="1069">
                  <c:v>0.16943355857032047</c:v>
                </c:pt>
                <c:pt idx="1070">
                  <c:v>0.18105059023843603</c:v>
                </c:pt>
                <c:pt idx="1071">
                  <c:v>0.18167516230204295</c:v>
                </c:pt>
                <c:pt idx="1072">
                  <c:v>0.18720850592109906</c:v>
                </c:pt>
                <c:pt idx="1073">
                  <c:v>0.18462049080525159</c:v>
                </c:pt>
                <c:pt idx="1074">
                  <c:v>0.19069259615464743</c:v>
                </c:pt>
                <c:pt idx="1075">
                  <c:v>0.18244542760062987</c:v>
                </c:pt>
                <c:pt idx="1076">
                  <c:v>0.18996409077543991</c:v>
                </c:pt>
                <c:pt idx="1077">
                  <c:v>0.1898874916551683</c:v>
                </c:pt>
                <c:pt idx="1078">
                  <c:v>0.19575131077358948</c:v>
                </c:pt>
                <c:pt idx="1079">
                  <c:v>0.19042299528235299</c:v>
                </c:pt>
                <c:pt idx="1080">
                  <c:v>0.2060695409478506</c:v>
                </c:pt>
                <c:pt idx="1081">
                  <c:v>0.20868816669026655</c:v>
                </c:pt>
                <c:pt idx="1082">
                  <c:v>0.21179399164279034</c:v>
                </c:pt>
                <c:pt idx="1083">
                  <c:v>0.20977565311176632</c:v>
                </c:pt>
                <c:pt idx="1084">
                  <c:v>0.2252580964500249</c:v>
                </c:pt>
                <c:pt idx="1085">
                  <c:v>0.23496577341348321</c:v>
                </c:pt>
                <c:pt idx="1086">
                  <c:v>0.25004805137057018</c:v>
                </c:pt>
                <c:pt idx="1087">
                  <c:v>0.25611222417361129</c:v>
                </c:pt>
                <c:pt idx="1088">
                  <c:v>0.21660155408664927</c:v>
                </c:pt>
                <c:pt idx="1089">
                  <c:v>0.19480863530690828</c:v>
                </c:pt>
                <c:pt idx="1090">
                  <c:v>0.18503653756346883</c:v>
                </c:pt>
                <c:pt idx="1091">
                  <c:v>0.19649525386344124</c:v>
                </c:pt>
                <c:pt idx="1092">
                  <c:v>0.18801096869822306</c:v>
                </c:pt>
                <c:pt idx="1093">
                  <c:v>0.21515062722532741</c:v>
                </c:pt>
                <c:pt idx="1094">
                  <c:v>0.23098823114280051</c:v>
                </c:pt>
                <c:pt idx="1095">
                  <c:v>0.2142781430179132</c:v>
                </c:pt>
                <c:pt idx="1096">
                  <c:v>0.21010164852544361</c:v>
                </c:pt>
                <c:pt idx="1097">
                  <c:v>0.20835754097714493</c:v>
                </c:pt>
                <c:pt idx="1098">
                  <c:v>0.202014142900073</c:v>
                </c:pt>
                <c:pt idx="1099">
                  <c:v>0.206404880400822</c:v>
                </c:pt>
                <c:pt idx="1100">
                  <c:v>0.21062470009957696</c:v>
                </c:pt>
                <c:pt idx="1101">
                  <c:v>0.18530668417905574</c:v>
                </c:pt>
                <c:pt idx="1102">
                  <c:v>0.18742979809157492</c:v>
                </c:pt>
                <c:pt idx="1103">
                  <c:v>0.20017461032889763</c:v>
                </c:pt>
                <c:pt idx="1104">
                  <c:v>0.2115556928397484</c:v>
                </c:pt>
                <c:pt idx="1105">
                  <c:v>0.21785433637564516</c:v>
                </c:pt>
                <c:pt idx="1106">
                  <c:v>0.22440294778755532</c:v>
                </c:pt>
                <c:pt idx="1107">
                  <c:v>0.22951002826227831</c:v>
                </c:pt>
                <c:pt idx="1108">
                  <c:v>0.24281236388745814</c:v>
                </c:pt>
                <c:pt idx="1109">
                  <c:v>0.24858688782276897</c:v>
                </c:pt>
                <c:pt idx="1110">
                  <c:v>0.23791510066353452</c:v>
                </c:pt>
                <c:pt idx="1111">
                  <c:v>0.23604701287509713</c:v>
                </c:pt>
                <c:pt idx="1112">
                  <c:v>0.25597178817783522</c:v>
                </c:pt>
                <c:pt idx="1113">
                  <c:v>0.25318229907401574</c:v>
                </c:pt>
                <c:pt idx="1114">
                  <c:v>0.26879879226359227</c:v>
                </c:pt>
                <c:pt idx="1115">
                  <c:v>0.24328213503900362</c:v>
                </c:pt>
                <c:pt idx="1116">
                  <c:v>0.23207761938754634</c:v>
                </c:pt>
                <c:pt idx="1117">
                  <c:v>0.21487710245042371</c:v>
                </c:pt>
                <c:pt idx="1118">
                  <c:v>0.22299264604884489</c:v>
                </c:pt>
                <c:pt idx="1119">
                  <c:v>0.20197490788263339</c:v>
                </c:pt>
                <c:pt idx="1120">
                  <c:v>0.21059791665050287</c:v>
                </c:pt>
                <c:pt idx="1121">
                  <c:v>0.20803444364425805</c:v>
                </c:pt>
                <c:pt idx="1122">
                  <c:v>0.19014302913025682</c:v>
                </c:pt>
                <c:pt idx="1123">
                  <c:v>0.20735026703059867</c:v>
                </c:pt>
                <c:pt idx="1124">
                  <c:v>0.19695643635190269</c:v>
                </c:pt>
                <c:pt idx="1125">
                  <c:v>0.2051016510691008</c:v>
                </c:pt>
                <c:pt idx="1126">
                  <c:v>0.21461271852933866</c:v>
                </c:pt>
                <c:pt idx="1127">
                  <c:v>0.20808264218476019</c:v>
                </c:pt>
                <c:pt idx="1128">
                  <c:v>0.21852789411359738</c:v>
                </c:pt>
                <c:pt idx="1129">
                  <c:v>0.22368897687328615</c:v>
                </c:pt>
                <c:pt idx="1130">
                  <c:v>0.23451666359472406</c:v>
                </c:pt>
                <c:pt idx="1131">
                  <c:v>0.2452906540254591</c:v>
                </c:pt>
                <c:pt idx="1132">
                  <c:v>0.24789879345412241</c:v>
                </c:pt>
                <c:pt idx="1133">
                  <c:v>0.24711925564192122</c:v>
                </c:pt>
                <c:pt idx="1134">
                  <c:v>0.23650363457829549</c:v>
                </c:pt>
                <c:pt idx="1135">
                  <c:v>0.24009219649786809</c:v>
                </c:pt>
                <c:pt idx="1136">
                  <c:v>0.26358681134642059</c:v>
                </c:pt>
                <c:pt idx="1137">
                  <c:v>0.2331174600820991</c:v>
                </c:pt>
                <c:pt idx="1138">
                  <c:v>0.24870499735483476</c:v>
                </c:pt>
                <c:pt idx="1139">
                  <c:v>0.23784889820646052</c:v>
                </c:pt>
                <c:pt idx="1140">
                  <c:v>0.23649218546459833</c:v>
                </c:pt>
                <c:pt idx="1141">
                  <c:v>0.22929253940876357</c:v>
                </c:pt>
                <c:pt idx="1142">
                  <c:v>0.2381617379857065</c:v>
                </c:pt>
                <c:pt idx="1143">
                  <c:v>0.22908011388008004</c:v>
                </c:pt>
                <c:pt idx="1144">
                  <c:v>0.21674374792921419</c:v>
                </c:pt>
                <c:pt idx="1145">
                  <c:v>0.20543228507614014</c:v>
                </c:pt>
                <c:pt idx="1146">
                  <c:v>0.22531568723721107</c:v>
                </c:pt>
                <c:pt idx="1147">
                  <c:v>0.22374889613113205</c:v>
                </c:pt>
                <c:pt idx="1148">
                  <c:v>0.25803855213053095</c:v>
                </c:pt>
                <c:pt idx="1149">
                  <c:v>0.27215398992393858</c:v>
                </c:pt>
                <c:pt idx="1150">
                  <c:v>0.2660924327530414</c:v>
                </c:pt>
                <c:pt idx="1151">
                  <c:v>0.26866430925850993</c:v>
                </c:pt>
                <c:pt idx="1152">
                  <c:v>0.29045602061806775</c:v>
                </c:pt>
                <c:pt idx="1153">
                  <c:v>0.2784519855000927</c:v>
                </c:pt>
                <c:pt idx="1154">
                  <c:v>0.29667319769293421</c:v>
                </c:pt>
                <c:pt idx="1155">
                  <c:v>0.3195130303431703</c:v>
                </c:pt>
                <c:pt idx="1156">
                  <c:v>0.32463588142115823</c:v>
                </c:pt>
                <c:pt idx="1157">
                  <c:v>0.31870844794560527</c:v>
                </c:pt>
                <c:pt idx="1158">
                  <c:v>0.30690174570038192</c:v>
                </c:pt>
                <c:pt idx="1159">
                  <c:v>0.2989844857289356</c:v>
                </c:pt>
                <c:pt idx="1160">
                  <c:v>0.29244913180218068</c:v>
                </c:pt>
                <c:pt idx="1161">
                  <c:v>0.29796945761521854</c:v>
                </c:pt>
                <c:pt idx="1162">
                  <c:v>0.30053400330421104</c:v>
                </c:pt>
                <c:pt idx="1163">
                  <c:v>0.28630090600307501</c:v>
                </c:pt>
                <c:pt idx="1164">
                  <c:v>0.27751942245065742</c:v>
                </c:pt>
                <c:pt idx="1165">
                  <c:v>0.26543043746613676</c:v>
                </c:pt>
                <c:pt idx="1166">
                  <c:v>0.27316924450059094</c:v>
                </c:pt>
                <c:pt idx="1167">
                  <c:v>0.26261502542461057</c:v>
                </c:pt>
                <c:pt idx="1168">
                  <c:v>0.27671511310144714</c:v>
                </c:pt>
                <c:pt idx="1169">
                  <c:v>0.2736964561180758</c:v>
                </c:pt>
                <c:pt idx="1170">
                  <c:v>0.25778928466271167</c:v>
                </c:pt>
                <c:pt idx="1171">
                  <c:v>0.26291335846344777</c:v>
                </c:pt>
                <c:pt idx="1172">
                  <c:v>0.24333705110113482</c:v>
                </c:pt>
                <c:pt idx="1173">
                  <c:v>0.24028569257656288</c:v>
                </c:pt>
                <c:pt idx="1174">
                  <c:v>0.24759263810011845</c:v>
                </c:pt>
                <c:pt idx="1175">
                  <c:v>0.24597755331747273</c:v>
                </c:pt>
                <c:pt idx="1176">
                  <c:v>0.25255771035595503</c:v>
                </c:pt>
                <c:pt idx="1177">
                  <c:v>0.256178897793227</c:v>
                </c:pt>
                <c:pt idx="1178">
                  <c:v>0.26606577626033134</c:v>
                </c:pt>
                <c:pt idx="1179">
                  <c:v>0.24432213857975552</c:v>
                </c:pt>
                <c:pt idx="1180">
                  <c:v>0.24660185759730269</c:v>
                </c:pt>
                <c:pt idx="1181">
                  <c:v>0.24921470753139474</c:v>
                </c:pt>
                <c:pt idx="1182">
                  <c:v>0.22742999427456045</c:v>
                </c:pt>
                <c:pt idx="1183">
                  <c:v>0.215278934767831</c:v>
                </c:pt>
                <c:pt idx="1184">
                  <c:v>0.20410916443460919</c:v>
                </c:pt>
                <c:pt idx="1185">
                  <c:v>0.21457136744246039</c:v>
                </c:pt>
                <c:pt idx="1186">
                  <c:v>0.21579521299739657</c:v>
                </c:pt>
                <c:pt idx="1187">
                  <c:v>0.21132970596949149</c:v>
                </c:pt>
                <c:pt idx="1188">
                  <c:v>0.18274843252317202</c:v>
                </c:pt>
                <c:pt idx="1189">
                  <c:v>0.17998659660459768</c:v>
                </c:pt>
                <c:pt idx="1190">
                  <c:v>0.18298086157287308</c:v>
                </c:pt>
                <c:pt idx="1191">
                  <c:v>0.18676072070482197</c:v>
                </c:pt>
                <c:pt idx="1192">
                  <c:v>0.20193054808135963</c:v>
                </c:pt>
                <c:pt idx="1193">
                  <c:v>0.19518370625460879</c:v>
                </c:pt>
                <c:pt idx="1194">
                  <c:v>0.20310135762958684</c:v>
                </c:pt>
                <c:pt idx="1195">
                  <c:v>0.20791681351673041</c:v>
                </c:pt>
                <c:pt idx="1196">
                  <c:v>0.21996923923372447</c:v>
                </c:pt>
                <c:pt idx="1197">
                  <c:v>0.22621876036162655</c:v>
                </c:pt>
                <c:pt idx="1198">
                  <c:v>0.22270430366577351</c:v>
                </c:pt>
                <c:pt idx="1199">
                  <c:v>0.21107742934425627</c:v>
                </c:pt>
                <c:pt idx="1200">
                  <c:v>0.22327671839247529</c:v>
                </c:pt>
                <c:pt idx="1201">
                  <c:v>0.22242081250122944</c:v>
                </c:pt>
                <c:pt idx="1202">
                  <c:v>0.23158863479864078</c:v>
                </c:pt>
                <c:pt idx="1203">
                  <c:v>0.23462955695758098</c:v>
                </c:pt>
                <c:pt idx="1204">
                  <c:v>0.23611825606598097</c:v>
                </c:pt>
                <c:pt idx="1205">
                  <c:v>0.25603517936532205</c:v>
                </c:pt>
                <c:pt idx="1206">
                  <c:v>0.24273769767478931</c:v>
                </c:pt>
                <c:pt idx="1207">
                  <c:v>0.25218134679462983</c:v>
                </c:pt>
                <c:pt idx="1208">
                  <c:v>0.25831317507722196</c:v>
                </c:pt>
                <c:pt idx="1209">
                  <c:v>0.26959218557030495</c:v>
                </c:pt>
                <c:pt idx="1210">
                  <c:v>0.26486076320929852</c:v>
                </c:pt>
                <c:pt idx="1211">
                  <c:v>0.24572913062421389</c:v>
                </c:pt>
                <c:pt idx="1212">
                  <c:v>0.23145984959135293</c:v>
                </c:pt>
                <c:pt idx="1213">
                  <c:v>0.22579730327702266</c:v>
                </c:pt>
                <c:pt idx="1214">
                  <c:v>0.23354276910430929</c:v>
                </c:pt>
                <c:pt idx="1215">
                  <c:v>0.25247712106757625</c:v>
                </c:pt>
                <c:pt idx="1216">
                  <c:v>0.28664235795299381</c:v>
                </c:pt>
                <c:pt idx="1217">
                  <c:v>0.27539779846004264</c:v>
                </c:pt>
                <c:pt idx="1218">
                  <c:v>0.27870410928983641</c:v>
                </c:pt>
                <c:pt idx="1219">
                  <c:v>0.29224398284952463</c:v>
                </c:pt>
                <c:pt idx="1220">
                  <c:v>0.31035416468330673</c:v>
                </c:pt>
                <c:pt idx="1221">
                  <c:v>0.32930297329750363</c:v>
                </c:pt>
                <c:pt idx="1222">
                  <c:v>0.34964346146824615</c:v>
                </c:pt>
                <c:pt idx="1223">
                  <c:v>0.34494722251777687</c:v>
                </c:pt>
                <c:pt idx="1224">
                  <c:v>0.35373286818126409</c:v>
                </c:pt>
                <c:pt idx="1225">
                  <c:v>0.38306712923235675</c:v>
                </c:pt>
                <c:pt idx="1226">
                  <c:v>0.37495669694413503</c:v>
                </c:pt>
                <c:pt idx="1227">
                  <c:v>0.364078624375275</c:v>
                </c:pt>
                <c:pt idx="1228">
                  <c:v>0.36918991884271579</c:v>
                </c:pt>
                <c:pt idx="1229">
                  <c:v>0.37763878179282923</c:v>
                </c:pt>
                <c:pt idx="1230">
                  <c:v>0.35402478487027716</c:v>
                </c:pt>
                <c:pt idx="1231">
                  <c:v>0.34631685123442324</c:v>
                </c:pt>
                <c:pt idx="1232">
                  <c:v>0.3544199058769319</c:v>
                </c:pt>
                <c:pt idx="1233">
                  <c:v>0.30624729761109709</c:v>
                </c:pt>
                <c:pt idx="1234">
                  <c:v>0.29094453802966191</c:v>
                </c:pt>
                <c:pt idx="1235">
                  <c:v>0.27288556968399819</c:v>
                </c:pt>
                <c:pt idx="1236">
                  <c:v>0.24864588483336528</c:v>
                </c:pt>
                <c:pt idx="1237">
                  <c:v>0.24241893659618172</c:v>
                </c:pt>
                <c:pt idx="1238">
                  <c:v>0.25247642921016783</c:v>
                </c:pt>
                <c:pt idx="1239">
                  <c:v>0.24740948566383603</c:v>
                </c:pt>
                <c:pt idx="1240">
                  <c:v>0.24046139942408487</c:v>
                </c:pt>
                <c:pt idx="1241">
                  <c:v>0.22854181492330192</c:v>
                </c:pt>
                <c:pt idx="1242">
                  <c:v>0.2226395144783401</c:v>
                </c:pt>
                <c:pt idx="1243">
                  <c:v>0.20860553220672354</c:v>
                </c:pt>
                <c:pt idx="1244">
                  <c:v>0.18056580677378301</c:v>
                </c:pt>
                <c:pt idx="1245">
                  <c:v>0.16817337093166848</c:v>
                </c:pt>
                <c:pt idx="1246">
                  <c:v>0.16276533866723661</c:v>
                </c:pt>
                <c:pt idx="1247">
                  <c:v>0.17361814735348247</c:v>
                </c:pt>
                <c:pt idx="1248">
                  <c:v>0.18706281392836632</c:v>
                </c:pt>
                <c:pt idx="1249">
                  <c:v>0.21654580589023778</c:v>
                </c:pt>
                <c:pt idx="1250">
                  <c:v>0.23750332848204139</c:v>
                </c:pt>
                <c:pt idx="1251">
                  <c:v>0.27138650746086723</c:v>
                </c:pt>
                <c:pt idx="1252">
                  <c:v>0.28702342357403521</c:v>
                </c:pt>
                <c:pt idx="1253">
                  <c:v>0.31816899624126938</c:v>
                </c:pt>
                <c:pt idx="1254">
                  <c:v>0.32191144557569618</c:v>
                </c:pt>
                <c:pt idx="1255">
                  <c:v>0.31923808143378862</c:v>
                </c:pt>
                <c:pt idx="1256">
                  <c:v>0.28389074894434824</c:v>
                </c:pt>
                <c:pt idx="1257">
                  <c:v>0.24532650245764923</c:v>
                </c:pt>
                <c:pt idx="1258">
                  <c:v>0.2343623614130658</c:v>
                </c:pt>
                <c:pt idx="1259">
                  <c:v>0.24002483753418663</c:v>
                </c:pt>
                <c:pt idx="1260">
                  <c:v>0.22663139847494576</c:v>
                </c:pt>
                <c:pt idx="1261">
                  <c:v>0.22696505419328425</c:v>
                </c:pt>
                <c:pt idx="1262">
                  <c:v>0.22679171285977925</c:v>
                </c:pt>
                <c:pt idx="1263">
                  <c:v>0.21651677278430118</c:v>
                </c:pt>
                <c:pt idx="1264">
                  <c:v>0.21398371147563314</c:v>
                </c:pt>
                <c:pt idx="1265">
                  <c:v>0.22009887479585705</c:v>
                </c:pt>
                <c:pt idx="1266">
                  <c:v>0.21327315083958823</c:v>
                </c:pt>
                <c:pt idx="1267">
                  <c:v>0.22029714291686422</c:v>
                </c:pt>
                <c:pt idx="1268">
                  <c:v>0.22679491254858478</c:v>
                </c:pt>
                <c:pt idx="1269">
                  <c:v>0.2091213352286021</c:v>
                </c:pt>
                <c:pt idx="1270">
                  <c:v>0.217823277427204</c:v>
                </c:pt>
                <c:pt idx="1271">
                  <c:v>0.19859805278783627</c:v>
                </c:pt>
                <c:pt idx="1272">
                  <c:v>0.21017086885485914</c:v>
                </c:pt>
                <c:pt idx="1273">
                  <c:v>0.23152938171093529</c:v>
                </c:pt>
                <c:pt idx="1274">
                  <c:v>0.23414801218751824</c:v>
                </c:pt>
                <c:pt idx="1275">
                  <c:v>0.24146032331370976</c:v>
                </c:pt>
                <c:pt idx="1276">
                  <c:v>0.22546713707414742</c:v>
                </c:pt>
                <c:pt idx="1277">
                  <c:v>0.23345805720505117</c:v>
                </c:pt>
                <c:pt idx="1278">
                  <c:v>0.22948750178405328</c:v>
                </c:pt>
                <c:pt idx="1279">
                  <c:v>0.23647715982395417</c:v>
                </c:pt>
                <c:pt idx="1280">
                  <c:v>0.13519155336388167</c:v>
                </c:pt>
                <c:pt idx="1281">
                  <c:v>0.18884832604264698</c:v>
                </c:pt>
                <c:pt idx="1282">
                  <c:v>0.20952781346316354</c:v>
                </c:pt>
                <c:pt idx="1283">
                  <c:v>0.20303857262994576</c:v>
                </c:pt>
                <c:pt idx="1284">
                  <c:v>0.20846895231771204</c:v>
                </c:pt>
                <c:pt idx="1285">
                  <c:v>0.19715239763372946</c:v>
                </c:pt>
                <c:pt idx="1286">
                  <c:v>0.20339845372837256</c:v>
                </c:pt>
                <c:pt idx="1287">
                  <c:v>0.2151040062554691</c:v>
                </c:pt>
                <c:pt idx="1288">
                  <c:v>0.2108384123633476</c:v>
                </c:pt>
                <c:pt idx="1289">
                  <c:v>0.2044232364689646</c:v>
                </c:pt>
                <c:pt idx="1290">
                  <c:v>0.197607886699257</c:v>
                </c:pt>
                <c:pt idx="1291">
                  <c:v>0.20495455516043226</c:v>
                </c:pt>
                <c:pt idx="1292">
                  <c:v>0.21383838409020775</c:v>
                </c:pt>
                <c:pt idx="1293">
                  <c:v>0.23687274161673372</c:v>
                </c:pt>
                <c:pt idx="1294">
                  <c:v>0.256712330000962</c:v>
                </c:pt>
                <c:pt idx="1295">
                  <c:v>0.25177025511237877</c:v>
                </c:pt>
                <c:pt idx="1296">
                  <c:v>0.23799989936821628</c:v>
                </c:pt>
                <c:pt idx="1297">
                  <c:v>0.24468831251795994</c:v>
                </c:pt>
                <c:pt idx="1298">
                  <c:v>0.24114442707768952</c:v>
                </c:pt>
                <c:pt idx="1299">
                  <c:v>0.23664518691398811</c:v>
                </c:pt>
                <c:pt idx="1300">
                  <c:v>0.24057362621654449</c:v>
                </c:pt>
                <c:pt idx="1301">
                  <c:v>0.22353586725899732</c:v>
                </c:pt>
                <c:pt idx="1302">
                  <c:v>0.21152573625539828</c:v>
                </c:pt>
                <c:pt idx="1303">
                  <c:v>0.22023843843182669</c:v>
                </c:pt>
                <c:pt idx="1304">
                  <c:v>0.25521625817911414</c:v>
                </c:pt>
                <c:pt idx="1305">
                  <c:v>0.23353440372629233</c:v>
                </c:pt>
                <c:pt idx="1306">
                  <c:v>0.22263069423148785</c:v>
                </c:pt>
                <c:pt idx="1307">
                  <c:v>0.21897361133067123</c:v>
                </c:pt>
                <c:pt idx="1308">
                  <c:v>0.21011852541294448</c:v>
                </c:pt>
                <c:pt idx="1309">
                  <c:v>0.21243501699275186</c:v>
                </c:pt>
                <c:pt idx="1310">
                  <c:v>0.23443422837304334</c:v>
                </c:pt>
                <c:pt idx="1311">
                  <c:v>0.21073530042208405</c:v>
                </c:pt>
                <c:pt idx="1312">
                  <c:v>0.18948281981077902</c:v>
                </c:pt>
                <c:pt idx="1313">
                  <c:v>0.17419466343995166</c:v>
                </c:pt>
                <c:pt idx="1314">
                  <c:v>0.16760226305679765</c:v>
                </c:pt>
                <c:pt idx="1315">
                  <c:v>0.15581387481026007</c:v>
                </c:pt>
                <c:pt idx="1316">
                  <c:v>0.16085332548276679</c:v>
                </c:pt>
                <c:pt idx="1317">
                  <c:v>0.18050050864052442</c:v>
                </c:pt>
                <c:pt idx="1318">
                  <c:v>0.18749290628941265</c:v>
                </c:pt>
                <c:pt idx="1319">
                  <c:v>0.18829830337753278</c:v>
                </c:pt>
                <c:pt idx="1320">
                  <c:v>0.17632124373064947</c:v>
                </c:pt>
                <c:pt idx="1321">
                  <c:v>0.1743556714388875</c:v>
                </c:pt>
                <c:pt idx="1322">
                  <c:v>0.16366729837352181</c:v>
                </c:pt>
                <c:pt idx="1323">
                  <c:v>0.16630098449395203</c:v>
                </c:pt>
                <c:pt idx="1324">
                  <c:v>0.15824042736626853</c:v>
                </c:pt>
                <c:pt idx="1325">
                  <c:v>0.15910023198908979</c:v>
                </c:pt>
                <c:pt idx="1326">
                  <c:v>0.15330442390203819</c:v>
                </c:pt>
                <c:pt idx="1327">
                  <c:v>0.15835882107902646</c:v>
                </c:pt>
                <c:pt idx="1328">
                  <c:v>0.15808897549487258</c:v>
                </c:pt>
                <c:pt idx="1329">
                  <c:v>0.17588248911864895</c:v>
                </c:pt>
                <c:pt idx="1330">
                  <c:v>0.19261076947606476</c:v>
                </c:pt>
                <c:pt idx="1331">
                  <c:v>0.18847590121406219</c:v>
                </c:pt>
                <c:pt idx="1332">
                  <c:v>0.15631587857129306</c:v>
                </c:pt>
                <c:pt idx="1333">
                  <c:v>0.14832360752103049</c:v>
                </c:pt>
                <c:pt idx="1334">
                  <c:v>0.14400913049828332</c:v>
                </c:pt>
                <c:pt idx="1335">
                  <c:v>0.13763035873515525</c:v>
                </c:pt>
                <c:pt idx="1336">
                  <c:v>0.14288418460751554</c:v>
                </c:pt>
                <c:pt idx="1337">
                  <c:v>0.12917198088817089</c:v>
                </c:pt>
                <c:pt idx="1338">
                  <c:v>0.14834530449202685</c:v>
                </c:pt>
                <c:pt idx="1339">
                  <c:v>0.15057886490575134</c:v>
                </c:pt>
                <c:pt idx="1340">
                  <c:v>0.15430842040320072</c:v>
                </c:pt>
                <c:pt idx="1341">
                  <c:v>0.16360181290485357</c:v>
                </c:pt>
                <c:pt idx="1342">
                  <c:v>0.17224455044935544</c:v>
                </c:pt>
                <c:pt idx="1343">
                  <c:v>0.17094780626727371</c:v>
                </c:pt>
                <c:pt idx="1344">
                  <c:v>0.17302550073593362</c:v>
                </c:pt>
                <c:pt idx="1345">
                  <c:v>0.17674991611587157</c:v>
                </c:pt>
                <c:pt idx="1346">
                  <c:v>0.18010461724046242</c:v>
                </c:pt>
                <c:pt idx="1347">
                  <c:v>0.18113266717437124</c:v>
                </c:pt>
                <c:pt idx="1348">
                  <c:v>0.18345241539654911</c:v>
                </c:pt>
                <c:pt idx="1349">
                  <c:v>0.1906550331474095</c:v>
                </c:pt>
                <c:pt idx="1350">
                  <c:v>0.1908035705506507</c:v>
                </c:pt>
                <c:pt idx="1351">
                  <c:v>0.19092798923823984</c:v>
                </c:pt>
                <c:pt idx="1352">
                  <c:v>0.18099696117232392</c:v>
                </c:pt>
                <c:pt idx="1353">
                  <c:v>0.18277702381175945</c:v>
                </c:pt>
                <c:pt idx="1354">
                  <c:v>0.15664784598212272</c:v>
                </c:pt>
                <c:pt idx="1355">
                  <c:v>0.13169887718486425</c:v>
                </c:pt>
                <c:pt idx="1356">
                  <c:v>0.10675059365704037</c:v>
                </c:pt>
                <c:pt idx="1357">
                  <c:v>9.0869550106902106E-2</c:v>
                </c:pt>
                <c:pt idx="1358">
                  <c:v>7.9002737575381385E-2</c:v>
                </c:pt>
                <c:pt idx="1359">
                  <c:v>0.12211036704657913</c:v>
                </c:pt>
                <c:pt idx="1360">
                  <c:v>0.15510967358498592</c:v>
                </c:pt>
                <c:pt idx="1361">
                  <c:v>0.15110251875674652</c:v>
                </c:pt>
                <c:pt idx="1362">
                  <c:v>0.14584397987893666</c:v>
                </c:pt>
                <c:pt idx="1363">
                  <c:v>0.14602108675701062</c:v>
                </c:pt>
                <c:pt idx="1364">
                  <c:v>0.13809271474243992</c:v>
                </c:pt>
                <c:pt idx="1365">
                  <c:v>0.14730575675101787</c:v>
                </c:pt>
                <c:pt idx="1366">
                  <c:v>0.15094979338809353</c:v>
                </c:pt>
                <c:pt idx="1367">
                  <c:v>0.15713605236202577</c:v>
                </c:pt>
                <c:pt idx="1368">
                  <c:v>0.15798247929384521</c:v>
                </c:pt>
                <c:pt idx="1369">
                  <c:v>0.14370865733953825</c:v>
                </c:pt>
                <c:pt idx="1370">
                  <c:v>0.14615743080839763</c:v>
                </c:pt>
                <c:pt idx="1371">
                  <c:v>0.14568632425905598</c:v>
                </c:pt>
                <c:pt idx="1372">
                  <c:v>0.13322175536292252</c:v>
                </c:pt>
                <c:pt idx="1373">
                  <c:v>0.13627419802669102</c:v>
                </c:pt>
                <c:pt idx="1374">
                  <c:v>0.14813157392263618</c:v>
                </c:pt>
                <c:pt idx="1375">
                  <c:v>0.14391478836640784</c:v>
                </c:pt>
                <c:pt idx="1376">
                  <c:v>0.1490386897845235</c:v>
                </c:pt>
                <c:pt idx="1377">
                  <c:v>0.13185087683130906</c:v>
                </c:pt>
                <c:pt idx="1378">
                  <c:v>0.14432697501390951</c:v>
                </c:pt>
                <c:pt idx="1379">
                  <c:v>0.16280454917194229</c:v>
                </c:pt>
                <c:pt idx="1380">
                  <c:v>0.14964284660167432</c:v>
                </c:pt>
                <c:pt idx="1381">
                  <c:v>0.13876281649506442</c:v>
                </c:pt>
                <c:pt idx="1382">
                  <c:v>0.15264713262631285</c:v>
                </c:pt>
                <c:pt idx="1383">
                  <c:v>0.16092883949271833</c:v>
                </c:pt>
                <c:pt idx="1384">
                  <c:v>0.1345081917570069</c:v>
                </c:pt>
                <c:pt idx="1385">
                  <c:v>0.1666176765546076</c:v>
                </c:pt>
                <c:pt idx="1386">
                  <c:v>0.14489672135273204</c:v>
                </c:pt>
                <c:pt idx="1387">
                  <c:v>0.15458330235562437</c:v>
                </c:pt>
                <c:pt idx="1388">
                  <c:v>0.14152107445564988</c:v>
                </c:pt>
                <c:pt idx="1389">
                  <c:v>0.1390194066794706</c:v>
                </c:pt>
                <c:pt idx="1390">
                  <c:v>0.14070658976973321</c:v>
                </c:pt>
                <c:pt idx="1391">
                  <c:v>0.1442825272902527</c:v>
                </c:pt>
                <c:pt idx="1392">
                  <c:v>0.14613538662531977</c:v>
                </c:pt>
                <c:pt idx="1393">
                  <c:v>0.15122110268684005</c:v>
                </c:pt>
                <c:pt idx="1394">
                  <c:v>0.15544680688167323</c:v>
                </c:pt>
                <c:pt idx="1395">
                  <c:v>0.15913837168689679</c:v>
                </c:pt>
                <c:pt idx="1396">
                  <c:v>0.15941501394602392</c:v>
                </c:pt>
                <c:pt idx="1397">
                  <c:v>0.1551941597182098</c:v>
                </c:pt>
                <c:pt idx="1398">
                  <c:v>0.14968517269530401</c:v>
                </c:pt>
                <c:pt idx="1399">
                  <c:v>0.15773266324467813</c:v>
                </c:pt>
                <c:pt idx="1400">
                  <c:v>0.1486905409854101</c:v>
                </c:pt>
                <c:pt idx="1401">
                  <c:v>0.1434433479982648</c:v>
                </c:pt>
                <c:pt idx="1402">
                  <c:v>0.12973487116354412</c:v>
                </c:pt>
                <c:pt idx="1403">
                  <c:v>0.14141906893601486</c:v>
                </c:pt>
                <c:pt idx="1404">
                  <c:v>0.12634338142785803</c:v>
                </c:pt>
                <c:pt idx="1405">
                  <c:v>0.14614118018349628</c:v>
                </c:pt>
                <c:pt idx="1406">
                  <c:v>0.16340455759463671</c:v>
                </c:pt>
                <c:pt idx="1407">
                  <c:v>0.16842135670903832</c:v>
                </c:pt>
                <c:pt idx="1408">
                  <c:v>0.18124369250808722</c:v>
                </c:pt>
                <c:pt idx="1409">
                  <c:v>0.1834300365692339</c:v>
                </c:pt>
                <c:pt idx="1410">
                  <c:v>0.17573244100977675</c:v>
                </c:pt>
                <c:pt idx="1411">
                  <c:v>0.18936401219109422</c:v>
                </c:pt>
                <c:pt idx="1412">
                  <c:v>0.21352097361086397</c:v>
                </c:pt>
                <c:pt idx="1413">
                  <c:v>0.22356802148037136</c:v>
                </c:pt>
                <c:pt idx="1414">
                  <c:v>0.22631542194732251</c:v>
                </c:pt>
                <c:pt idx="1415">
                  <c:v>0.2255356646765527</c:v>
                </c:pt>
                <c:pt idx="1416">
                  <c:v>0.23371285301565992</c:v>
                </c:pt>
                <c:pt idx="1417">
                  <c:v>0.24781367505842811</c:v>
                </c:pt>
                <c:pt idx="1418">
                  <c:v>0.25818755938444393</c:v>
                </c:pt>
                <c:pt idx="1419">
                  <c:v>0.25931878410274078</c:v>
                </c:pt>
                <c:pt idx="1420">
                  <c:v>0.2644469791164864</c:v>
                </c:pt>
                <c:pt idx="1421">
                  <c:v>0.26708903225782626</c:v>
                </c:pt>
                <c:pt idx="1422">
                  <c:v>0.26750255634953429</c:v>
                </c:pt>
                <c:pt idx="1423">
                  <c:v>0.27147256712291573</c:v>
                </c:pt>
                <c:pt idx="1424">
                  <c:v>0.27407225762294513</c:v>
                </c:pt>
                <c:pt idx="1425">
                  <c:v>0.27416139296478315</c:v>
                </c:pt>
                <c:pt idx="1426">
                  <c:v>0.28054591673947354</c:v>
                </c:pt>
                <c:pt idx="1427">
                  <c:v>0.28181895194692158</c:v>
                </c:pt>
                <c:pt idx="1428">
                  <c:v>0.26249018440201666</c:v>
                </c:pt>
                <c:pt idx="1429">
                  <c:v>0.25893522946681485</c:v>
                </c:pt>
                <c:pt idx="1430">
                  <c:v>0.25479455441211912</c:v>
                </c:pt>
                <c:pt idx="1431">
                  <c:v>0.23598978040014665</c:v>
                </c:pt>
                <c:pt idx="1432">
                  <c:v>0.22996838593491531</c:v>
                </c:pt>
                <c:pt idx="1433">
                  <c:v>0.19845813621592132</c:v>
                </c:pt>
                <c:pt idx="1434">
                  <c:v>0.20704913430734009</c:v>
                </c:pt>
                <c:pt idx="1435">
                  <c:v>0.20507035234758189</c:v>
                </c:pt>
                <c:pt idx="1436">
                  <c:v>0.20254707145770995</c:v>
                </c:pt>
                <c:pt idx="1437">
                  <c:v>0.19906274173100794</c:v>
                </c:pt>
                <c:pt idx="1438">
                  <c:v>0.1964097144622691</c:v>
                </c:pt>
                <c:pt idx="1439">
                  <c:v>0.20734978774003782</c:v>
                </c:pt>
                <c:pt idx="1440">
                  <c:v>0.20645078395904709</c:v>
                </c:pt>
                <c:pt idx="1441">
                  <c:v>0.20508172540007849</c:v>
                </c:pt>
                <c:pt idx="1442">
                  <c:v>0.21323229328809273</c:v>
                </c:pt>
                <c:pt idx="1443">
                  <c:v>0.21701969662079038</c:v>
                </c:pt>
                <c:pt idx="1444">
                  <c:v>0.21534702315485887</c:v>
                </c:pt>
                <c:pt idx="1445">
                  <c:v>0.20640993771547339</c:v>
                </c:pt>
                <c:pt idx="1446">
                  <c:v>0.20109006795933568</c:v>
                </c:pt>
                <c:pt idx="1447">
                  <c:v>0.18722637066617875</c:v>
                </c:pt>
                <c:pt idx="1448">
                  <c:v>0.181993443100294</c:v>
                </c:pt>
                <c:pt idx="1449">
                  <c:v>0.17675811317388959</c:v>
                </c:pt>
                <c:pt idx="1450">
                  <c:v>0.16413908275739364</c:v>
                </c:pt>
                <c:pt idx="1451">
                  <c:v>0.17433443119359704</c:v>
                </c:pt>
                <c:pt idx="1452">
                  <c:v>0.17110177916915717</c:v>
                </c:pt>
                <c:pt idx="1453">
                  <c:v>0.16812606228501184</c:v>
                </c:pt>
                <c:pt idx="1454">
                  <c:v>0.14464609956296179</c:v>
                </c:pt>
                <c:pt idx="1455">
                  <c:v>0.14356647392046348</c:v>
                </c:pt>
                <c:pt idx="1456">
                  <c:v>0.11990222830565625</c:v>
                </c:pt>
                <c:pt idx="1457">
                  <c:v>8.535339020523465E-2</c:v>
                </c:pt>
                <c:pt idx="1458">
                  <c:v>0.1040277335638265</c:v>
                </c:pt>
                <c:pt idx="1459">
                  <c:v>0.13248708239085635</c:v>
                </c:pt>
                <c:pt idx="1460">
                  <c:v>0.14503998984461436</c:v>
                </c:pt>
                <c:pt idx="1461">
                  <c:v>0.15574186158087153</c:v>
                </c:pt>
                <c:pt idx="1462">
                  <c:v>0.15414969101533102</c:v>
                </c:pt>
                <c:pt idx="1463">
                  <c:v>0.17400021948009653</c:v>
                </c:pt>
                <c:pt idx="1464">
                  <c:v>0.16764653209257305</c:v>
                </c:pt>
                <c:pt idx="1465">
                  <c:v>0.17289073326107854</c:v>
                </c:pt>
                <c:pt idx="1466">
                  <c:v>0.19938203175629188</c:v>
                </c:pt>
                <c:pt idx="1467">
                  <c:v>0.21169047107476824</c:v>
                </c:pt>
                <c:pt idx="1468">
                  <c:v>0.21942061460040624</c:v>
                </c:pt>
                <c:pt idx="1469">
                  <c:v>0.2182562488751455</c:v>
                </c:pt>
                <c:pt idx="1470">
                  <c:v>0.22140825392279639</c:v>
                </c:pt>
                <c:pt idx="1471">
                  <c:v>0.26542940088576816</c:v>
                </c:pt>
                <c:pt idx="1472">
                  <c:v>0.39214615839988076</c:v>
                </c:pt>
                <c:pt idx="1473">
                  <c:v>0.37698128026491878</c:v>
                </c:pt>
                <c:pt idx="1474">
                  <c:v>0.36121585875115908</c:v>
                </c:pt>
                <c:pt idx="1475">
                  <c:v>0.31033872651700378</c:v>
                </c:pt>
                <c:pt idx="1476">
                  <c:v>0.30935355562103395</c:v>
                </c:pt>
                <c:pt idx="1477">
                  <c:v>0.33307047847401017</c:v>
                </c:pt>
                <c:pt idx="1478">
                  <c:v>0.32626910356875199</c:v>
                </c:pt>
                <c:pt idx="1479">
                  <c:v>0.34196674909036584</c:v>
                </c:pt>
                <c:pt idx="1480">
                  <c:v>0.35827443247047719</c:v>
                </c:pt>
                <c:pt idx="1481">
                  <c:v>0.36955361679709792</c:v>
                </c:pt>
                <c:pt idx="1482">
                  <c:v>0.37943689143250603</c:v>
                </c:pt>
                <c:pt idx="1483">
                  <c:v>0.38922796600421072</c:v>
                </c:pt>
                <c:pt idx="1484">
                  <c:v>0.39417268109799625</c:v>
                </c:pt>
                <c:pt idx="1485">
                  <c:v>0.40790367915589193</c:v>
                </c:pt>
                <c:pt idx="1486">
                  <c:v>0.40659056079014705</c:v>
                </c:pt>
                <c:pt idx="1487">
                  <c:v>0.41121575901310992</c:v>
                </c:pt>
                <c:pt idx="1488">
                  <c:v>0.42469622040028221</c:v>
                </c:pt>
                <c:pt idx="1489">
                  <c:v>0.41725631146133529</c:v>
                </c:pt>
                <c:pt idx="1490">
                  <c:v>0.42642338923655637</c:v>
                </c:pt>
                <c:pt idx="1491">
                  <c:v>0.42905210624203827</c:v>
                </c:pt>
                <c:pt idx="1492">
                  <c:v>0.43869687516297723</c:v>
                </c:pt>
                <c:pt idx="1493">
                  <c:v>0.44719202494458016</c:v>
                </c:pt>
                <c:pt idx="1494">
                  <c:v>0.45984747161649431</c:v>
                </c:pt>
                <c:pt idx="1495">
                  <c:v>0.45489083332574404</c:v>
                </c:pt>
                <c:pt idx="1496">
                  <c:v>0.42826545738860966</c:v>
                </c:pt>
                <c:pt idx="1497">
                  <c:v>0.40583912392098376</c:v>
                </c:pt>
                <c:pt idx="1498">
                  <c:v>0.38263456663803802</c:v>
                </c:pt>
                <c:pt idx="1499">
                  <c:v>0.33544286966199516</c:v>
                </c:pt>
                <c:pt idx="1500">
                  <c:v>0.32259184881653352</c:v>
                </c:pt>
                <c:pt idx="1501">
                  <c:v>0.30863481072951582</c:v>
                </c:pt>
                <c:pt idx="1502">
                  <c:v>0.31702688146852032</c:v>
                </c:pt>
                <c:pt idx="1503">
                  <c:v>0.31904844894455098</c:v>
                </c:pt>
                <c:pt idx="1504">
                  <c:v>0.2734388802608797</c:v>
                </c:pt>
                <c:pt idx="1505">
                  <c:v>0.16420472465234079</c:v>
                </c:pt>
                <c:pt idx="1506">
                  <c:v>0.16440396214926664</c:v>
                </c:pt>
                <c:pt idx="1507">
                  <c:v>0.17653997569733668</c:v>
                </c:pt>
                <c:pt idx="1508">
                  <c:v>0.16470071365840044</c:v>
                </c:pt>
                <c:pt idx="1509">
                  <c:v>0.15816259386032266</c:v>
                </c:pt>
                <c:pt idx="1510">
                  <c:v>0.15849668582026666</c:v>
                </c:pt>
                <c:pt idx="1511">
                  <c:v>0.155551494273828</c:v>
                </c:pt>
                <c:pt idx="1512">
                  <c:v>0.15607558256649878</c:v>
                </c:pt>
                <c:pt idx="1513">
                  <c:v>0.1525465561246214</c:v>
                </c:pt>
                <c:pt idx="1514">
                  <c:v>0.1532887749679519</c:v>
                </c:pt>
                <c:pt idx="1515">
                  <c:v>0.15028898140492383</c:v>
                </c:pt>
                <c:pt idx="1516">
                  <c:v>0.15165261037199745</c:v>
                </c:pt>
                <c:pt idx="1517">
                  <c:v>0.1473416086184412</c:v>
                </c:pt>
                <c:pt idx="1518">
                  <c:v>0.14623864757476454</c:v>
                </c:pt>
                <c:pt idx="1519">
                  <c:v>0.13377153829808228</c:v>
                </c:pt>
                <c:pt idx="1520">
                  <c:v>0.14763015892231288</c:v>
                </c:pt>
                <c:pt idx="1521">
                  <c:v>0.16050254892220014</c:v>
                </c:pt>
                <c:pt idx="1522">
                  <c:v>0.15549467951760595</c:v>
                </c:pt>
                <c:pt idx="1523">
                  <c:v>0.15216665754091616</c:v>
                </c:pt>
                <c:pt idx="1524">
                  <c:v>0.1426923873015809</c:v>
                </c:pt>
                <c:pt idx="1525">
                  <c:v>0.13143622767597296</c:v>
                </c:pt>
                <c:pt idx="1526">
                  <c:v>0.10980097490944996</c:v>
                </c:pt>
                <c:pt idx="1527">
                  <c:v>0.10342192456620125</c:v>
                </c:pt>
                <c:pt idx="1528">
                  <c:v>9.6980580294173779E-2</c:v>
                </c:pt>
                <c:pt idx="1529">
                  <c:v>0.18244442218327767</c:v>
                </c:pt>
                <c:pt idx="1530">
                  <c:v>0.15285732530327167</c:v>
                </c:pt>
                <c:pt idx="1531">
                  <c:v>0.15904503341382337</c:v>
                </c:pt>
                <c:pt idx="1532">
                  <c:v>0.15516020158114122</c:v>
                </c:pt>
                <c:pt idx="1533">
                  <c:v>0.15561729784342229</c:v>
                </c:pt>
                <c:pt idx="1534">
                  <c:v>0.18103029546438346</c:v>
                </c:pt>
                <c:pt idx="1535">
                  <c:v>0.19426977800412004</c:v>
                </c:pt>
                <c:pt idx="1536">
                  <c:v>0.21706166287587947</c:v>
                </c:pt>
                <c:pt idx="1537">
                  <c:v>0.229322009837399</c:v>
                </c:pt>
                <c:pt idx="1538">
                  <c:v>0.2400697505549142</c:v>
                </c:pt>
                <c:pt idx="1539">
                  <c:v>0.25737546162463792</c:v>
                </c:pt>
                <c:pt idx="1540">
                  <c:v>0.26864237190473422</c:v>
                </c:pt>
                <c:pt idx="1541">
                  <c:v>0.27498507967955416</c:v>
                </c:pt>
                <c:pt idx="1542">
                  <c:v>0.277529152954687</c:v>
                </c:pt>
                <c:pt idx="1543">
                  <c:v>0.29161313554864904</c:v>
                </c:pt>
                <c:pt idx="1544">
                  <c:v>0.27819288861939478</c:v>
                </c:pt>
                <c:pt idx="1545">
                  <c:v>0.25945352412071609</c:v>
                </c:pt>
                <c:pt idx="1546">
                  <c:v>0.24285577208556916</c:v>
                </c:pt>
                <c:pt idx="1547">
                  <c:v>0.22698849925070178</c:v>
                </c:pt>
                <c:pt idx="1548">
                  <c:v>0.24099363029249887</c:v>
                </c:pt>
                <c:pt idx="1549">
                  <c:v>0.23888697026467295</c:v>
                </c:pt>
                <c:pt idx="1550">
                  <c:v>0.23888069696844982</c:v>
                </c:pt>
                <c:pt idx="1551">
                  <c:v>0.24572292841433868</c:v>
                </c:pt>
                <c:pt idx="1552">
                  <c:v>0.24408999056016542</c:v>
                </c:pt>
                <c:pt idx="1553">
                  <c:v>0.24206660092760809</c:v>
                </c:pt>
                <c:pt idx="1554">
                  <c:v>0.23481248965470364</c:v>
                </c:pt>
                <c:pt idx="1555">
                  <c:v>0.22038818863140144</c:v>
                </c:pt>
                <c:pt idx="1556">
                  <c:v>0.21439648570486813</c:v>
                </c:pt>
                <c:pt idx="1557">
                  <c:v>0.21728992342174955</c:v>
                </c:pt>
                <c:pt idx="1558">
                  <c:v>0.21768621874838573</c:v>
                </c:pt>
                <c:pt idx="1559">
                  <c:v>0.21022016095675045</c:v>
                </c:pt>
                <c:pt idx="1560">
                  <c:v>0.2068148119622589</c:v>
                </c:pt>
                <c:pt idx="1561">
                  <c:v>0.21186461395535441</c:v>
                </c:pt>
                <c:pt idx="1562">
                  <c:v>0.20939548722420281</c:v>
                </c:pt>
                <c:pt idx="1563">
                  <c:v>0.20888270413744536</c:v>
                </c:pt>
                <c:pt idx="1564">
                  <c:v>0.21135452862243626</c:v>
                </c:pt>
                <c:pt idx="1565">
                  <c:v>0.21433271213614355</c:v>
                </c:pt>
                <c:pt idx="1566">
                  <c:v>0.37549578004264988</c:v>
                </c:pt>
                <c:pt idx="1567">
                  <c:v>0.40524711645952183</c:v>
                </c:pt>
                <c:pt idx="1568">
                  <c:v>0.36668231818605479</c:v>
                </c:pt>
                <c:pt idx="1569">
                  <c:v>0.32992519169166273</c:v>
                </c:pt>
                <c:pt idx="1570">
                  <c:v>0.27091131997970125</c:v>
                </c:pt>
                <c:pt idx="1571">
                  <c:v>0.23255623056818236</c:v>
                </c:pt>
                <c:pt idx="1572">
                  <c:v>0.20922433569353374</c:v>
                </c:pt>
                <c:pt idx="1573">
                  <c:v>0.21728731258494838</c:v>
                </c:pt>
                <c:pt idx="1574">
                  <c:v>0.22210183073249964</c:v>
                </c:pt>
                <c:pt idx="1575">
                  <c:v>0.211340310270238</c:v>
                </c:pt>
                <c:pt idx="1576">
                  <c:v>0.22818207599406312</c:v>
                </c:pt>
                <c:pt idx="1577">
                  <c:v>0.24406568614721025</c:v>
                </c:pt>
                <c:pt idx="1578">
                  <c:v>0.25393080185868561</c:v>
                </c:pt>
                <c:pt idx="1579">
                  <c:v>0.26221911004389442</c:v>
                </c:pt>
                <c:pt idx="1580">
                  <c:v>0.25870633950865696</c:v>
                </c:pt>
                <c:pt idx="1581">
                  <c:v>0.26468508299455051</c:v>
                </c:pt>
                <c:pt idx="1582">
                  <c:v>0.2709642452711416</c:v>
                </c:pt>
                <c:pt idx="1583">
                  <c:v>0.26971362354459</c:v>
                </c:pt>
                <c:pt idx="1584">
                  <c:v>0.28759197527892355</c:v>
                </c:pt>
                <c:pt idx="1585">
                  <c:v>0.29101745505171434</c:v>
                </c:pt>
                <c:pt idx="1586">
                  <c:v>0.29109992608225271</c:v>
                </c:pt>
                <c:pt idx="1587">
                  <c:v>0.28419684891753244</c:v>
                </c:pt>
                <c:pt idx="1588">
                  <c:v>0.29633059207803469</c:v>
                </c:pt>
                <c:pt idx="1589">
                  <c:v>0.28664348652874233</c:v>
                </c:pt>
                <c:pt idx="1590">
                  <c:v>0.28233681073620387</c:v>
                </c:pt>
                <c:pt idx="1591">
                  <c:v>0.28112477489425547</c:v>
                </c:pt>
                <c:pt idx="1592">
                  <c:v>0.25703713072198353</c:v>
                </c:pt>
                <c:pt idx="1593">
                  <c:v>0.22382239735649667</c:v>
                </c:pt>
                <c:pt idx="1594">
                  <c:v>0.19078965687451482</c:v>
                </c:pt>
                <c:pt idx="1595">
                  <c:v>0.18676028358181504</c:v>
                </c:pt>
                <c:pt idx="1596">
                  <c:v>0.18144591317445674</c:v>
                </c:pt>
                <c:pt idx="1597">
                  <c:v>0.20662887079881764</c:v>
                </c:pt>
                <c:pt idx="1598">
                  <c:v>0.23064877541359569</c:v>
                </c:pt>
                <c:pt idx="1599">
                  <c:v>0.23640449201998417</c:v>
                </c:pt>
                <c:pt idx="1600">
                  <c:v>0.25962223794739631</c:v>
                </c:pt>
                <c:pt idx="1601">
                  <c:v>0.27501793909667416</c:v>
                </c:pt>
                <c:pt idx="1602">
                  <c:v>0.28269277477497606</c:v>
                </c:pt>
                <c:pt idx="1603">
                  <c:v>0.28520876674691559</c:v>
                </c:pt>
                <c:pt idx="1604">
                  <c:v>0.27976144788025337</c:v>
                </c:pt>
                <c:pt idx="1605">
                  <c:v>0.22988881224283725</c:v>
                </c:pt>
                <c:pt idx="1606">
                  <c:v>0.21496940892467081</c:v>
                </c:pt>
                <c:pt idx="1607">
                  <c:v>0.20673793924111469</c:v>
                </c:pt>
                <c:pt idx="1608">
                  <c:v>0.19710204070983056</c:v>
                </c:pt>
                <c:pt idx="1609">
                  <c:v>0.19539359823059552</c:v>
                </c:pt>
                <c:pt idx="1610">
                  <c:v>0.20057701586405471</c:v>
                </c:pt>
                <c:pt idx="1611">
                  <c:v>0.21833572691809383</c:v>
                </c:pt>
                <c:pt idx="1612">
                  <c:v>0.26503778092148272</c:v>
                </c:pt>
                <c:pt idx="1613">
                  <c:v>0.29307898307696817</c:v>
                </c:pt>
                <c:pt idx="1614">
                  <c:v>0.28705166671373894</c:v>
                </c:pt>
                <c:pt idx="1615">
                  <c:v>0.26669685471813398</c:v>
                </c:pt>
                <c:pt idx="1616">
                  <c:v>0.23976542968233758</c:v>
                </c:pt>
                <c:pt idx="1617">
                  <c:v>0.22226341909240563</c:v>
                </c:pt>
                <c:pt idx="1618">
                  <c:v>0.22594851132450536</c:v>
                </c:pt>
                <c:pt idx="1619">
                  <c:v>0.27506975529004318</c:v>
                </c:pt>
                <c:pt idx="1620">
                  <c:v>0.33174040668904037</c:v>
                </c:pt>
                <c:pt idx="1621">
                  <c:v>0.2890532497960247</c:v>
                </c:pt>
                <c:pt idx="1622">
                  <c:v>0.24057124048939776</c:v>
                </c:pt>
                <c:pt idx="1623">
                  <c:v>0.26413417747781098</c:v>
                </c:pt>
                <c:pt idx="1624">
                  <c:v>0.24106105093445329</c:v>
                </c:pt>
                <c:pt idx="1625">
                  <c:v>0.25990831481247628</c:v>
                </c:pt>
                <c:pt idx="1626">
                  <c:v>0.26431231936930216</c:v>
                </c:pt>
                <c:pt idx="1627">
                  <c:v>0.26350516350621767</c:v>
                </c:pt>
                <c:pt idx="1628">
                  <c:v>0.26437072203133394</c:v>
                </c:pt>
                <c:pt idx="1629">
                  <c:v>0.26337381440073226</c:v>
                </c:pt>
                <c:pt idx="1630">
                  <c:v>0.27582477200852074</c:v>
                </c:pt>
                <c:pt idx="1631">
                  <c:v>0.26830000194826453</c:v>
                </c:pt>
                <c:pt idx="1632">
                  <c:v>0.26765038357426801</c:v>
                </c:pt>
                <c:pt idx="1633">
                  <c:v>0.27226174139195403</c:v>
                </c:pt>
                <c:pt idx="1634">
                  <c:v>0.27336792226444745</c:v>
                </c:pt>
                <c:pt idx="1635">
                  <c:v>0.28147605643983725</c:v>
                </c:pt>
                <c:pt idx="1636">
                  <c:v>0.28098586745192533</c:v>
                </c:pt>
                <c:pt idx="1637">
                  <c:v>0.27701144411029377</c:v>
                </c:pt>
                <c:pt idx="1638">
                  <c:v>0.27454996994371322</c:v>
                </c:pt>
                <c:pt idx="1639">
                  <c:v>0.28519390356479646</c:v>
                </c:pt>
                <c:pt idx="1640">
                  <c:v>0.30110677586623996</c:v>
                </c:pt>
                <c:pt idx="1641">
                  <c:v>0.30382827685682468</c:v>
                </c:pt>
                <c:pt idx="1642">
                  <c:v>0.25622835377487596</c:v>
                </c:pt>
                <c:pt idx="1643">
                  <c:v>0.17786371767158721</c:v>
                </c:pt>
                <c:pt idx="1644">
                  <c:v>0.13854887333038254</c:v>
                </c:pt>
                <c:pt idx="1645">
                  <c:v>0.11418030845206981</c:v>
                </c:pt>
                <c:pt idx="1646">
                  <c:v>0.11442034883154012</c:v>
                </c:pt>
                <c:pt idx="1647">
                  <c:v>0.11903671525627249</c:v>
                </c:pt>
                <c:pt idx="1648">
                  <c:v>0.13605353731887695</c:v>
                </c:pt>
                <c:pt idx="1649">
                  <c:v>7.1116182616640419E-2</c:v>
                </c:pt>
                <c:pt idx="1650">
                  <c:v>0.15880664042961398</c:v>
                </c:pt>
                <c:pt idx="1651">
                  <c:v>0.1756499318112397</c:v>
                </c:pt>
                <c:pt idx="1652">
                  <c:v>0.18486787253755682</c:v>
                </c:pt>
                <c:pt idx="1653">
                  <c:v>0.21015281629373497</c:v>
                </c:pt>
                <c:pt idx="1654">
                  <c:v>0.33568559092575101</c:v>
                </c:pt>
                <c:pt idx="1655">
                  <c:v>0.41991330665890031</c:v>
                </c:pt>
                <c:pt idx="1656">
                  <c:v>0.43545080747893994</c:v>
                </c:pt>
                <c:pt idx="1657">
                  <c:v>0.4592689673886467</c:v>
                </c:pt>
                <c:pt idx="1658">
                  <c:v>0.47604122799187154</c:v>
                </c:pt>
                <c:pt idx="1659">
                  <c:v>0.4938281459645088</c:v>
                </c:pt>
                <c:pt idx="1660">
                  <c:v>0.50358770982990597</c:v>
                </c:pt>
                <c:pt idx="1661">
                  <c:v>0.52575014441656864</c:v>
                </c:pt>
                <c:pt idx="1662">
                  <c:v>0.5502481250591218</c:v>
                </c:pt>
                <c:pt idx="1663">
                  <c:v>0.56878868713651165</c:v>
                </c:pt>
                <c:pt idx="1664">
                  <c:v>0.51563964122455663</c:v>
                </c:pt>
                <c:pt idx="1665">
                  <c:v>0.49925845794825358</c:v>
                </c:pt>
                <c:pt idx="1666">
                  <c:v>0.49375767030493822</c:v>
                </c:pt>
                <c:pt idx="1667">
                  <c:v>0.46187716145330859</c:v>
                </c:pt>
                <c:pt idx="1668">
                  <c:v>0.41252612099297403</c:v>
                </c:pt>
                <c:pt idx="1669">
                  <c:v>0.39668701158876829</c:v>
                </c:pt>
                <c:pt idx="1670">
                  <c:v>0.40266226705075719</c:v>
                </c:pt>
                <c:pt idx="1671">
                  <c:v>0.40529257182748868</c:v>
                </c:pt>
                <c:pt idx="1672">
                  <c:v>0.40942392425686391</c:v>
                </c:pt>
                <c:pt idx="1673">
                  <c:v>0.46067062844053824</c:v>
                </c:pt>
                <c:pt idx="1674">
                  <c:v>0.5252797448127301</c:v>
                </c:pt>
                <c:pt idx="1675">
                  <c:v>0.56841431777531848</c:v>
                </c:pt>
                <c:pt idx="1676">
                  <c:v>0.63110514071341883</c:v>
                </c:pt>
                <c:pt idx="1677">
                  <c:v>0.66258799287447101</c:v>
                </c:pt>
                <c:pt idx="1678">
                  <c:v>0.68124402234907078</c:v>
                </c:pt>
                <c:pt idx="1679">
                  <c:v>0.68076189870715254</c:v>
                </c:pt>
                <c:pt idx="1680">
                  <c:v>0.71294460334150456</c:v>
                </c:pt>
                <c:pt idx="1681">
                  <c:v>0.7390310704623787</c:v>
                </c:pt>
                <c:pt idx="1682">
                  <c:v>0.71338405544310879</c:v>
                </c:pt>
                <c:pt idx="1683">
                  <c:v>0.72168234136468368</c:v>
                </c:pt>
                <c:pt idx="1684">
                  <c:v>0.74312186124743251</c:v>
                </c:pt>
                <c:pt idx="1685">
                  <c:v>0.74479323169480249</c:v>
                </c:pt>
                <c:pt idx="1686">
                  <c:v>0.73872346711792547</c:v>
                </c:pt>
                <c:pt idx="1687">
                  <c:v>0.73791313622090782</c:v>
                </c:pt>
                <c:pt idx="1688">
                  <c:v>0.72846226026603644</c:v>
                </c:pt>
                <c:pt idx="1689">
                  <c:v>0.69703253034394386</c:v>
                </c:pt>
                <c:pt idx="1690">
                  <c:v>0.63841558487127459</c:v>
                </c:pt>
                <c:pt idx="1691">
                  <c:v>0.60439076072420483</c:v>
                </c:pt>
                <c:pt idx="1692">
                  <c:v>0.56303107137057484</c:v>
                </c:pt>
                <c:pt idx="1693">
                  <c:v>0.51918464293981303</c:v>
                </c:pt>
                <c:pt idx="1694">
                  <c:v>0.51104150236702917</c:v>
                </c:pt>
                <c:pt idx="1695">
                  <c:v>0.50359270880278351</c:v>
                </c:pt>
                <c:pt idx="1696">
                  <c:v>0.51645498427940928</c:v>
                </c:pt>
                <c:pt idx="1697">
                  <c:v>0.57290279237443198</c:v>
                </c:pt>
                <c:pt idx="1698">
                  <c:v>0.59295208097482044</c:v>
                </c:pt>
                <c:pt idx="1699">
                  <c:v>0.62290627961027933</c:v>
                </c:pt>
                <c:pt idx="1700">
                  <c:v>0.6670044974342223</c:v>
                </c:pt>
                <c:pt idx="1701">
                  <c:v>0.6816459388787266</c:v>
                </c:pt>
                <c:pt idx="1702">
                  <c:v>0.68383141202457354</c:v>
                </c:pt>
                <c:pt idx="1703">
                  <c:v>0.68107215985693725</c:v>
                </c:pt>
                <c:pt idx="1704">
                  <c:v>0.68933631514807114</c:v>
                </c:pt>
                <c:pt idx="1705">
                  <c:v>0.6964522259030258</c:v>
                </c:pt>
                <c:pt idx="1706">
                  <c:v>0.70945976254986787</c:v>
                </c:pt>
                <c:pt idx="1707">
                  <c:v>0.71174398588341092</c:v>
                </c:pt>
                <c:pt idx="1708">
                  <c:v>0.71319313589996325</c:v>
                </c:pt>
                <c:pt idx="1709">
                  <c:v>0.70513287690871707</c:v>
                </c:pt>
                <c:pt idx="1710">
                  <c:v>0.70574203037045435</c:v>
                </c:pt>
                <c:pt idx="1711">
                  <c:v>0.69463696522430374</c:v>
                </c:pt>
                <c:pt idx="1712">
                  <c:v>0.67821099094635207</c:v>
                </c:pt>
                <c:pt idx="1713">
                  <c:v>0.68293559883932642</c:v>
                </c:pt>
                <c:pt idx="1714">
                  <c:v>0.65230698488752936</c:v>
                </c:pt>
                <c:pt idx="1715">
                  <c:v>0.64688970563883375</c:v>
                </c:pt>
                <c:pt idx="1716">
                  <c:v>0.64221969137132273</c:v>
                </c:pt>
                <c:pt idx="1717">
                  <c:v>0.62405387078230112</c:v>
                </c:pt>
                <c:pt idx="1718">
                  <c:v>0.6022722303731104</c:v>
                </c:pt>
                <c:pt idx="1719">
                  <c:v>0.56280873061339176</c:v>
                </c:pt>
                <c:pt idx="1720">
                  <c:v>0.5986342686522218</c:v>
                </c:pt>
                <c:pt idx="1721">
                  <c:v>0.59650356156923789</c:v>
                </c:pt>
                <c:pt idx="1722">
                  <c:v>0.59698667462132249</c:v>
                </c:pt>
                <c:pt idx="1723">
                  <c:v>0.6031159954118489</c:v>
                </c:pt>
                <c:pt idx="1724">
                  <c:v>0.60066376100644381</c:v>
                </c:pt>
                <c:pt idx="1725">
                  <c:v>0.58502538337507692</c:v>
                </c:pt>
                <c:pt idx="1726">
                  <c:v>0.59208792403962796</c:v>
                </c:pt>
                <c:pt idx="1727">
                  <c:v>0.60942955813833999</c:v>
                </c:pt>
                <c:pt idx="1728">
                  <c:v>0.6315364367689551</c:v>
                </c:pt>
                <c:pt idx="1729">
                  <c:v>0.63470763973809807</c:v>
                </c:pt>
                <c:pt idx="1730">
                  <c:v>0.65419796281856535</c:v>
                </c:pt>
                <c:pt idx="1731">
                  <c:v>0.68597526229808781</c:v>
                </c:pt>
                <c:pt idx="1732">
                  <c:v>0.70497550489298333</c:v>
                </c:pt>
                <c:pt idx="1733">
                  <c:v>0.70289535075929477</c:v>
                </c:pt>
                <c:pt idx="1734">
                  <c:v>0.69948875576299829</c:v>
                </c:pt>
                <c:pt idx="1735">
                  <c:v>0.72990876718985742</c:v>
                </c:pt>
                <c:pt idx="1736">
                  <c:v>0.69953886144018063</c:v>
                </c:pt>
                <c:pt idx="1737">
                  <c:v>0.63757141828324515</c:v>
                </c:pt>
                <c:pt idx="1738">
                  <c:v>0.58840671294019598</c:v>
                </c:pt>
                <c:pt idx="1739">
                  <c:v>0.55539375669650115</c:v>
                </c:pt>
                <c:pt idx="1740">
                  <c:v>0.51603479574593347</c:v>
                </c:pt>
                <c:pt idx="1741">
                  <c:v>0.46331849070248765</c:v>
                </c:pt>
                <c:pt idx="1742">
                  <c:v>0.44930009618508038</c:v>
                </c:pt>
                <c:pt idx="1743">
                  <c:v>0.45580713851326182</c:v>
                </c:pt>
                <c:pt idx="1744">
                  <c:v>0.44278608005927889</c:v>
                </c:pt>
                <c:pt idx="1745">
                  <c:v>0.47062017774657444</c:v>
                </c:pt>
                <c:pt idx="1746">
                  <c:v>0.48901606585157142</c:v>
                </c:pt>
                <c:pt idx="1747">
                  <c:v>0.51096044407561059</c:v>
                </c:pt>
                <c:pt idx="1748">
                  <c:v>0.54010546865323728</c:v>
                </c:pt>
                <c:pt idx="1749">
                  <c:v>0.57087499012605003</c:v>
                </c:pt>
                <c:pt idx="1750">
                  <c:v>0.5792804605982097</c:v>
                </c:pt>
                <c:pt idx="1751">
                  <c:v>0.58472718702196447</c:v>
                </c:pt>
                <c:pt idx="1752">
                  <c:v>0.60110135293232003</c:v>
                </c:pt>
                <c:pt idx="1753">
                  <c:v>0.60861563175315836</c:v>
                </c:pt>
                <c:pt idx="1754">
                  <c:v>0.63770974845517903</c:v>
                </c:pt>
                <c:pt idx="1755">
                  <c:v>0.63458168403529724</c:v>
                </c:pt>
                <c:pt idx="1756">
                  <c:v>0.65771352280744499</c:v>
                </c:pt>
                <c:pt idx="1757">
                  <c:v>0.64993801743004642</c:v>
                </c:pt>
                <c:pt idx="1758">
                  <c:v>0.65534013988528406</c:v>
                </c:pt>
                <c:pt idx="1759">
                  <c:v>0.67935437107614283</c:v>
                </c:pt>
                <c:pt idx="1760">
                  <c:v>0.6787164451384311</c:v>
                </c:pt>
                <c:pt idx="1761">
                  <c:v>0.5928537014237939</c:v>
                </c:pt>
                <c:pt idx="1762">
                  <c:v>0.51595049134885351</c:v>
                </c:pt>
                <c:pt idx="1763">
                  <c:v>0.50190191260788186</c:v>
                </c:pt>
                <c:pt idx="1764">
                  <c:v>0.42637792188681078</c:v>
                </c:pt>
                <c:pt idx="1765">
                  <c:v>0.39708898435418016</c:v>
                </c:pt>
                <c:pt idx="1766">
                  <c:v>0.36157471679911418</c:v>
                </c:pt>
                <c:pt idx="1767">
                  <c:v>0.3455058972840172</c:v>
                </c:pt>
                <c:pt idx="1768">
                  <c:v>0.37679107931185984</c:v>
                </c:pt>
                <c:pt idx="1769">
                  <c:v>0.40367344650446713</c:v>
                </c:pt>
                <c:pt idx="1770">
                  <c:v>0.44308991679258958</c:v>
                </c:pt>
                <c:pt idx="1771">
                  <c:v>0.48303302407652376</c:v>
                </c:pt>
                <c:pt idx="1772">
                  <c:v>0.50692627499734266</c:v>
                </c:pt>
                <c:pt idx="1773">
                  <c:v>0.56881556791279442</c:v>
                </c:pt>
                <c:pt idx="1774">
                  <c:v>0.644377759149387</c:v>
                </c:pt>
                <c:pt idx="1775">
                  <c:v>0.63214953305210841</c:v>
                </c:pt>
                <c:pt idx="1776">
                  <c:v>0.64951038548101447</c:v>
                </c:pt>
                <c:pt idx="1777">
                  <c:v>0.67580787812528476</c:v>
                </c:pt>
                <c:pt idx="1778">
                  <c:v>0.67242357532462327</c:v>
                </c:pt>
                <c:pt idx="1779">
                  <c:v>0.65833741809403057</c:v>
                </c:pt>
                <c:pt idx="1780">
                  <c:v>0.67632500934409057</c:v>
                </c:pt>
                <c:pt idx="1781">
                  <c:v>0.68460120261033552</c:v>
                </c:pt>
                <c:pt idx="1782">
                  <c:v>0.66009957762818117</c:v>
                </c:pt>
                <c:pt idx="1783">
                  <c:v>0.86256079338943314</c:v>
                </c:pt>
                <c:pt idx="1784">
                  <c:v>0.38516992958415452</c:v>
                </c:pt>
                <c:pt idx="1785">
                  <c:v>0.28746723334710728</c:v>
                </c:pt>
                <c:pt idx="1786">
                  <c:v>0.28906925593932264</c:v>
                </c:pt>
                <c:pt idx="1787">
                  <c:v>0.27124803692083332</c:v>
                </c:pt>
                <c:pt idx="1788">
                  <c:v>0.22929088795449154</c:v>
                </c:pt>
                <c:pt idx="1789">
                  <c:v>0.18919265999257676</c:v>
                </c:pt>
                <c:pt idx="1790">
                  <c:v>0.18127402803020817</c:v>
                </c:pt>
                <c:pt idx="1791">
                  <c:v>0.17731515807115311</c:v>
                </c:pt>
                <c:pt idx="1792">
                  <c:v>0.19841281153414109</c:v>
                </c:pt>
                <c:pt idx="1793">
                  <c:v>0.18268547211085262</c:v>
                </c:pt>
                <c:pt idx="1794">
                  <c:v>0.17067417622315301</c:v>
                </c:pt>
                <c:pt idx="1795">
                  <c:v>0.15379914655812515</c:v>
                </c:pt>
                <c:pt idx="1796">
                  <c:v>0.16193257084520116</c:v>
                </c:pt>
                <c:pt idx="1797">
                  <c:v>0.16231901005285487</c:v>
                </c:pt>
                <c:pt idx="1798">
                  <c:v>0.15691893625108499</c:v>
                </c:pt>
                <c:pt idx="1799">
                  <c:v>0.14757722524214295</c:v>
                </c:pt>
                <c:pt idx="1800">
                  <c:v>0.15966572186094605</c:v>
                </c:pt>
                <c:pt idx="1801">
                  <c:v>0.17702905293292559</c:v>
                </c:pt>
                <c:pt idx="1802">
                  <c:v>0.18509627326029801</c:v>
                </c:pt>
                <c:pt idx="1803">
                  <c:v>0.18811476702510907</c:v>
                </c:pt>
                <c:pt idx="1804">
                  <c:v>0.18813503830475939</c:v>
                </c:pt>
                <c:pt idx="1805">
                  <c:v>0.1933136033222618</c:v>
                </c:pt>
                <c:pt idx="1806">
                  <c:v>0.20921369597129222</c:v>
                </c:pt>
                <c:pt idx="1807">
                  <c:v>0.23565030589307301</c:v>
                </c:pt>
                <c:pt idx="1808">
                  <c:v>0.19862789204764567</c:v>
                </c:pt>
                <c:pt idx="1809">
                  <c:v>0.18488001997994161</c:v>
                </c:pt>
                <c:pt idx="1810">
                  <c:v>0.17334211076140196</c:v>
                </c:pt>
                <c:pt idx="1811">
                  <c:v>0.15292313750650982</c:v>
                </c:pt>
                <c:pt idx="1812">
                  <c:v>0.13961637300000931</c:v>
                </c:pt>
                <c:pt idx="1813">
                  <c:v>0.14203994654947202</c:v>
                </c:pt>
                <c:pt idx="1814">
                  <c:v>0.1247323754718776</c:v>
                </c:pt>
                <c:pt idx="1815">
                  <c:v>0.1361354112339265</c:v>
                </c:pt>
                <c:pt idx="1816">
                  <c:v>0.13779209672702816</c:v>
                </c:pt>
                <c:pt idx="1817">
                  <c:v>0.14869783166947867</c:v>
                </c:pt>
                <c:pt idx="1818">
                  <c:v>0.16463429192992882</c:v>
                </c:pt>
                <c:pt idx="1819">
                  <c:v>0.17384649388928528</c:v>
                </c:pt>
                <c:pt idx="1820">
                  <c:v>0.17806870949797218</c:v>
                </c:pt>
                <c:pt idx="1821">
                  <c:v>0.18241875188770126</c:v>
                </c:pt>
                <c:pt idx="1822">
                  <c:v>0.18014767958971448</c:v>
                </c:pt>
                <c:pt idx="1823">
                  <c:v>0.176171583039962</c:v>
                </c:pt>
                <c:pt idx="1824">
                  <c:v>0.18417477049017592</c:v>
                </c:pt>
                <c:pt idx="1825">
                  <c:v>0.18809142778050067</c:v>
                </c:pt>
                <c:pt idx="1826">
                  <c:v>0.18958692713477646</c:v>
                </c:pt>
                <c:pt idx="1827">
                  <c:v>0.18984464384865812</c:v>
                </c:pt>
                <c:pt idx="1828">
                  <c:v>0.19333829055829008</c:v>
                </c:pt>
                <c:pt idx="1829">
                  <c:v>0.19418393594949954</c:v>
                </c:pt>
                <c:pt idx="1830">
                  <c:v>0.1942434974019325</c:v>
                </c:pt>
                <c:pt idx="1831">
                  <c:v>0.20584945662018794</c:v>
                </c:pt>
                <c:pt idx="1832">
                  <c:v>0.2292467247502897</c:v>
                </c:pt>
                <c:pt idx="1833">
                  <c:v>0.237957122783549</c:v>
                </c:pt>
                <c:pt idx="1834">
                  <c:v>0.2342358301456742</c:v>
                </c:pt>
                <c:pt idx="1835">
                  <c:v>0.23824809276660197</c:v>
                </c:pt>
                <c:pt idx="1836">
                  <c:v>0.22729374789205342</c:v>
                </c:pt>
                <c:pt idx="1837">
                  <c:v>0.21980801438370429</c:v>
                </c:pt>
                <c:pt idx="1838">
                  <c:v>0.21674779046155496</c:v>
                </c:pt>
                <c:pt idx="1839">
                  <c:v>0.19370540131095271</c:v>
                </c:pt>
                <c:pt idx="1840">
                  <c:v>0.20514748867598329</c:v>
                </c:pt>
                <c:pt idx="1841">
                  <c:v>0.21210494923620715</c:v>
                </c:pt>
                <c:pt idx="1842">
                  <c:v>0.2142317960648355</c:v>
                </c:pt>
                <c:pt idx="1843">
                  <c:v>0.21106605296114547</c:v>
                </c:pt>
                <c:pt idx="1844">
                  <c:v>0.21890677634747863</c:v>
                </c:pt>
                <c:pt idx="1845">
                  <c:v>0.22249921837690306</c:v>
                </c:pt>
                <c:pt idx="1846">
                  <c:v>0.22673115812828917</c:v>
                </c:pt>
                <c:pt idx="1847">
                  <c:v>0.22385479042910425</c:v>
                </c:pt>
                <c:pt idx="1848">
                  <c:v>0.22877104158205686</c:v>
                </c:pt>
                <c:pt idx="1849">
                  <c:v>0.23244126558685133</c:v>
                </c:pt>
                <c:pt idx="1850">
                  <c:v>0.23408334782604681</c:v>
                </c:pt>
                <c:pt idx="1851">
                  <c:v>0.22713502108756409</c:v>
                </c:pt>
                <c:pt idx="1852">
                  <c:v>0.23079093913870755</c:v>
                </c:pt>
                <c:pt idx="1853">
                  <c:v>0.23190269204348679</c:v>
                </c:pt>
                <c:pt idx="1854">
                  <c:v>0.23456363595535856</c:v>
                </c:pt>
                <c:pt idx="1855">
                  <c:v>0.23948557035932855</c:v>
                </c:pt>
                <c:pt idx="1856">
                  <c:v>0.23461795149169409</c:v>
                </c:pt>
                <c:pt idx="1857">
                  <c:v>0.23027000846049872</c:v>
                </c:pt>
                <c:pt idx="1858">
                  <c:v>0.22143815664450128</c:v>
                </c:pt>
                <c:pt idx="1859">
                  <c:v>0.22165432804035934</c:v>
                </c:pt>
                <c:pt idx="1860">
                  <c:v>0.21787961400115852</c:v>
                </c:pt>
                <c:pt idx="1861">
                  <c:v>0.22103538428892364</c:v>
                </c:pt>
                <c:pt idx="1862">
                  <c:v>0.21139806070668332</c:v>
                </c:pt>
                <c:pt idx="1863">
                  <c:v>0.20992265546137082</c:v>
                </c:pt>
                <c:pt idx="1864">
                  <c:v>0.21844229649991903</c:v>
                </c:pt>
                <c:pt idx="1865">
                  <c:v>0.21514554911403047</c:v>
                </c:pt>
                <c:pt idx="1866">
                  <c:v>0.20874468894581949</c:v>
                </c:pt>
                <c:pt idx="1867">
                  <c:v>0.21557348956712294</c:v>
                </c:pt>
                <c:pt idx="1868">
                  <c:v>0.218595450689749</c:v>
                </c:pt>
                <c:pt idx="1869">
                  <c:v>0.21420522909244369</c:v>
                </c:pt>
                <c:pt idx="1870">
                  <c:v>0.2112764795303346</c:v>
                </c:pt>
                <c:pt idx="1871">
                  <c:v>0.21277591216959124</c:v>
                </c:pt>
                <c:pt idx="1872">
                  <c:v>0.21295238777235484</c:v>
                </c:pt>
                <c:pt idx="1873">
                  <c:v>0.21356055387832848</c:v>
                </c:pt>
                <c:pt idx="1874">
                  <c:v>0.21183812082513187</c:v>
                </c:pt>
                <c:pt idx="1875">
                  <c:v>0.21959466958996499</c:v>
                </c:pt>
                <c:pt idx="1876">
                  <c:v>0.22276837515857137</c:v>
                </c:pt>
                <c:pt idx="1877">
                  <c:v>0.21785514188316846</c:v>
                </c:pt>
                <c:pt idx="1878">
                  <c:v>0.2214414494043089</c:v>
                </c:pt>
                <c:pt idx="1879">
                  <c:v>0.22425237146332999</c:v>
                </c:pt>
                <c:pt idx="1880">
                  <c:v>0.22973313672983142</c:v>
                </c:pt>
                <c:pt idx="1881">
                  <c:v>0.2374217602482688</c:v>
                </c:pt>
                <c:pt idx="1882">
                  <c:v>0.22443028805989657</c:v>
                </c:pt>
                <c:pt idx="1883">
                  <c:v>0.20841562063406474</c:v>
                </c:pt>
                <c:pt idx="1884">
                  <c:v>0.19796743875553016</c:v>
                </c:pt>
                <c:pt idx="1885">
                  <c:v>0.17741362911384659</c:v>
                </c:pt>
                <c:pt idx="1886">
                  <c:v>0.1697945621584783</c:v>
                </c:pt>
                <c:pt idx="1887">
                  <c:v>0.17233977072295834</c:v>
                </c:pt>
                <c:pt idx="1888">
                  <c:v>0.18919957409947785</c:v>
                </c:pt>
                <c:pt idx="1889">
                  <c:v>0.18962085884920535</c:v>
                </c:pt>
                <c:pt idx="1890">
                  <c:v>0.19748554353226072</c:v>
                </c:pt>
                <c:pt idx="1891">
                  <c:v>0.21124224933049757</c:v>
                </c:pt>
                <c:pt idx="1892">
                  <c:v>0.20483578537747665</c:v>
                </c:pt>
                <c:pt idx="1893">
                  <c:v>0.23194645228040428</c:v>
                </c:pt>
                <c:pt idx="1894">
                  <c:v>0.238007965500102</c:v>
                </c:pt>
                <c:pt idx="1895">
                  <c:v>0.23830282183200979</c:v>
                </c:pt>
                <c:pt idx="1896">
                  <c:v>0.23639559593018011</c:v>
                </c:pt>
                <c:pt idx="1897">
                  <c:v>0.23682879371080501</c:v>
                </c:pt>
                <c:pt idx="1898">
                  <c:v>0.2352904057540334</c:v>
                </c:pt>
                <c:pt idx="1899">
                  <c:v>0.24221460320416538</c:v>
                </c:pt>
                <c:pt idx="1900">
                  <c:v>0.2385244134157441</c:v>
                </c:pt>
                <c:pt idx="1901">
                  <c:v>0.25025621801185416</c:v>
                </c:pt>
                <c:pt idx="1902">
                  <c:v>0.2496746312414572</c:v>
                </c:pt>
                <c:pt idx="1903">
                  <c:v>0.24515232222861408</c:v>
                </c:pt>
                <c:pt idx="1904">
                  <c:v>0.25510799161181508</c:v>
                </c:pt>
                <c:pt idx="1905">
                  <c:v>0.23169815603329513</c:v>
                </c:pt>
                <c:pt idx="1906">
                  <c:v>0.23655768157146187</c:v>
                </c:pt>
                <c:pt idx="1907">
                  <c:v>0.22288117983447553</c:v>
                </c:pt>
                <c:pt idx="1908">
                  <c:v>0.21390476687476859</c:v>
                </c:pt>
                <c:pt idx="1909">
                  <c:v>0.19460952385136362</c:v>
                </c:pt>
                <c:pt idx="1910">
                  <c:v>0.17839904012029947</c:v>
                </c:pt>
                <c:pt idx="1911">
                  <c:v>0.19438382252707037</c:v>
                </c:pt>
                <c:pt idx="1912">
                  <c:v>0.17786801539296196</c:v>
                </c:pt>
                <c:pt idx="1913">
                  <c:v>0.17946027706050846</c:v>
                </c:pt>
                <c:pt idx="1914">
                  <c:v>0.18330221188232543</c:v>
                </c:pt>
                <c:pt idx="1915">
                  <c:v>0.18826980059444373</c:v>
                </c:pt>
                <c:pt idx="1916">
                  <c:v>0.19150804325800397</c:v>
                </c:pt>
                <c:pt idx="1917">
                  <c:v>0.21732454725094502</c:v>
                </c:pt>
                <c:pt idx="1918">
                  <c:v>0.22172511651428334</c:v>
                </c:pt>
                <c:pt idx="1919">
                  <c:v>0.22510123942015983</c:v>
                </c:pt>
                <c:pt idx="1920">
                  <c:v>0.21963025641104267</c:v>
                </c:pt>
                <c:pt idx="1921">
                  <c:v>0.22103388937619514</c:v>
                </c:pt>
                <c:pt idx="1922">
                  <c:v>0.21948419650659748</c:v>
                </c:pt>
                <c:pt idx="1923">
                  <c:v>0.24329834823991697</c:v>
                </c:pt>
                <c:pt idx="1924">
                  <c:v>0.25953544420897839</c:v>
                </c:pt>
                <c:pt idx="1925">
                  <c:v>0.25784699896301022</c:v>
                </c:pt>
                <c:pt idx="1926">
                  <c:v>0.25417513025244726</c:v>
                </c:pt>
                <c:pt idx="1927">
                  <c:v>0.25048827554462216</c:v>
                </c:pt>
                <c:pt idx="1928">
                  <c:v>0.24922984572744095</c:v>
                </c:pt>
                <c:pt idx="1929">
                  <c:v>0.26220576903359016</c:v>
                </c:pt>
                <c:pt idx="1930">
                  <c:v>0.26019488534947161</c:v>
                </c:pt>
                <c:pt idx="1931">
                  <c:v>0.25210420956433899</c:v>
                </c:pt>
                <c:pt idx="1932">
                  <c:v>0.24615095798312892</c:v>
                </c:pt>
                <c:pt idx="1933">
                  <c:v>0.21888829308788885</c:v>
                </c:pt>
                <c:pt idx="1934">
                  <c:v>0.26373120207534501</c:v>
                </c:pt>
                <c:pt idx="1935">
                  <c:v>0.24448727310283885</c:v>
                </c:pt>
                <c:pt idx="1936">
                  <c:v>0.23520603709783194</c:v>
                </c:pt>
                <c:pt idx="1937">
                  <c:v>0.22354788010392718</c:v>
                </c:pt>
                <c:pt idx="1938">
                  <c:v>0.24345204357608663</c:v>
                </c:pt>
                <c:pt idx="1939">
                  <c:v>0.22872793879433059</c:v>
                </c:pt>
                <c:pt idx="1940">
                  <c:v>0.23630612120070305</c:v>
                </c:pt>
                <c:pt idx="1941">
                  <c:v>0.27660733790733649</c:v>
                </c:pt>
                <c:pt idx="1942">
                  <c:v>0.29194679939915302</c:v>
                </c:pt>
                <c:pt idx="1943">
                  <c:v>0.28677454889434656</c:v>
                </c:pt>
                <c:pt idx="1944">
                  <c:v>0.29417040797815519</c:v>
                </c:pt>
                <c:pt idx="1945">
                  <c:v>0.28396396157683768</c:v>
                </c:pt>
                <c:pt idx="1946">
                  <c:v>0.28679042912029068</c:v>
                </c:pt>
                <c:pt idx="1947">
                  <c:v>0.30624547171858268</c:v>
                </c:pt>
                <c:pt idx="1948">
                  <c:v>0.31357905642115796</c:v>
                </c:pt>
                <c:pt idx="1949">
                  <c:v>0.31839002883894385</c:v>
                </c:pt>
                <c:pt idx="1950">
                  <c:v>0.30446480715200586</c:v>
                </c:pt>
                <c:pt idx="1951">
                  <c:v>0.29187561642409687</c:v>
                </c:pt>
                <c:pt idx="1952">
                  <c:v>0.27829674221084072</c:v>
                </c:pt>
                <c:pt idx="1953">
                  <c:v>0.28346078586600187</c:v>
                </c:pt>
                <c:pt idx="1954">
                  <c:v>0.25130226921220827</c:v>
                </c:pt>
                <c:pt idx="1955">
                  <c:v>0.21923208870181105</c:v>
                </c:pt>
                <c:pt idx="1956">
                  <c:v>0.2186126421173907</c:v>
                </c:pt>
                <c:pt idx="1957">
                  <c:v>0.23517852125103492</c:v>
                </c:pt>
                <c:pt idx="1958">
                  <c:v>0.20975825469077541</c:v>
                </c:pt>
                <c:pt idx="1959">
                  <c:v>0.19704927658630086</c:v>
                </c:pt>
                <c:pt idx="1960">
                  <c:v>0.19006960106648563</c:v>
                </c:pt>
                <c:pt idx="1961">
                  <c:v>0.19540151045648302</c:v>
                </c:pt>
                <c:pt idx="1962">
                  <c:v>0.20500679375294703</c:v>
                </c:pt>
                <c:pt idx="1963">
                  <c:v>0.21595918703717537</c:v>
                </c:pt>
                <c:pt idx="1964">
                  <c:v>0.23778251188344382</c:v>
                </c:pt>
                <c:pt idx="1965">
                  <c:v>0.24452558443007655</c:v>
                </c:pt>
                <c:pt idx="1966">
                  <c:v>0.26009243240787089</c:v>
                </c:pt>
                <c:pt idx="1967">
                  <c:v>0.27851197111914372</c:v>
                </c:pt>
                <c:pt idx="1968">
                  <c:v>0.28151840317996052</c:v>
                </c:pt>
                <c:pt idx="1969">
                  <c:v>0.29188768198856735</c:v>
                </c:pt>
                <c:pt idx="1970">
                  <c:v>0.28639160933179392</c:v>
                </c:pt>
                <c:pt idx="1971">
                  <c:v>0.29618328614898093</c:v>
                </c:pt>
                <c:pt idx="1972">
                  <c:v>0.31835555679849553</c:v>
                </c:pt>
                <c:pt idx="1973">
                  <c:v>0.31891242950090593</c:v>
                </c:pt>
                <c:pt idx="1974">
                  <c:v>0.31248479200762691</c:v>
                </c:pt>
                <c:pt idx="1975">
                  <c:v>0.33085153953060897</c:v>
                </c:pt>
                <c:pt idx="1976">
                  <c:v>0.34228824736016239</c:v>
                </c:pt>
                <c:pt idx="1977">
                  <c:v>0.34862282501133574</c:v>
                </c:pt>
                <c:pt idx="1978">
                  <c:v>0.31106869649775415</c:v>
                </c:pt>
                <c:pt idx="1979">
                  <c:v>0.31999169223629964</c:v>
                </c:pt>
                <c:pt idx="1980">
                  <c:v>0.2829537396836434</c:v>
                </c:pt>
                <c:pt idx="1981">
                  <c:v>0.29029774739238368</c:v>
                </c:pt>
                <c:pt idx="1982">
                  <c:v>0.2756309517447913</c:v>
                </c:pt>
                <c:pt idx="1983">
                  <c:v>0.2586516372215944</c:v>
                </c:pt>
                <c:pt idx="1984">
                  <c:v>0.28060409673260578</c:v>
                </c:pt>
                <c:pt idx="1985">
                  <c:v>0.26621454865185606</c:v>
                </c:pt>
                <c:pt idx="1986">
                  <c:v>0.27576355755480186</c:v>
                </c:pt>
                <c:pt idx="1987">
                  <c:v>0.28099846599794204</c:v>
                </c:pt>
                <c:pt idx="1988">
                  <c:v>0.2683762320234343</c:v>
                </c:pt>
                <c:pt idx="1989">
                  <c:v>0.24970412548853393</c:v>
                </c:pt>
                <c:pt idx="1990">
                  <c:v>0.24430679818919387</c:v>
                </c:pt>
                <c:pt idx="1991">
                  <c:v>0.24056683916719546</c:v>
                </c:pt>
                <c:pt idx="1992">
                  <c:v>0.24325340699946504</c:v>
                </c:pt>
                <c:pt idx="1993">
                  <c:v>0.26414513376443999</c:v>
                </c:pt>
                <c:pt idx="1994">
                  <c:v>0.23673457250274901</c:v>
                </c:pt>
                <c:pt idx="1995">
                  <c:v>0.21872221970626032</c:v>
                </c:pt>
                <c:pt idx="1996">
                  <c:v>0.20658286448263535</c:v>
                </c:pt>
                <c:pt idx="1997">
                  <c:v>0.21544235206667256</c:v>
                </c:pt>
                <c:pt idx="1998">
                  <c:v>0.21870173101398899</c:v>
                </c:pt>
                <c:pt idx="1999">
                  <c:v>0.20262603691359002</c:v>
                </c:pt>
                <c:pt idx="2000">
                  <c:v>0.19308428679000053</c:v>
                </c:pt>
                <c:pt idx="2001">
                  <c:v>0.1864755578316141</c:v>
                </c:pt>
                <c:pt idx="2002">
                  <c:v>0.15062217702412642</c:v>
                </c:pt>
                <c:pt idx="2003">
                  <c:v>0.11219725594188408</c:v>
                </c:pt>
                <c:pt idx="2004">
                  <c:v>0.10845198103691014</c:v>
                </c:pt>
                <c:pt idx="2005">
                  <c:v>0.1083272254411078</c:v>
                </c:pt>
                <c:pt idx="2006">
                  <c:v>0.1092336895178392</c:v>
                </c:pt>
                <c:pt idx="2007">
                  <c:v>0.14794145872445044</c:v>
                </c:pt>
                <c:pt idx="2008">
                  <c:v>0.20149397800876845</c:v>
                </c:pt>
                <c:pt idx="2009">
                  <c:v>0.23560217198705022</c:v>
                </c:pt>
                <c:pt idx="2010">
                  <c:v>0.26820444096706364</c:v>
                </c:pt>
                <c:pt idx="2011">
                  <c:v>0.28652971139561112</c:v>
                </c:pt>
                <c:pt idx="2012">
                  <c:v>0.32238682968947197</c:v>
                </c:pt>
                <c:pt idx="2013">
                  <c:v>0.33563500841809762</c:v>
                </c:pt>
                <c:pt idx="2014">
                  <c:v>0.36984637911299539</c:v>
                </c:pt>
                <c:pt idx="2015">
                  <c:v>0.37482822387322123</c:v>
                </c:pt>
                <c:pt idx="2016">
                  <c:v>0.39490171032070126</c:v>
                </c:pt>
                <c:pt idx="2017">
                  <c:v>0.39776171369953112</c:v>
                </c:pt>
                <c:pt idx="2018">
                  <c:v>0.3958374152939072</c:v>
                </c:pt>
                <c:pt idx="2019">
                  <c:v>0.38633352473800564</c:v>
                </c:pt>
                <c:pt idx="2020">
                  <c:v>0.38772069497837991</c:v>
                </c:pt>
                <c:pt idx="2021">
                  <c:v>0.38913516136030363</c:v>
                </c:pt>
                <c:pt idx="2022">
                  <c:v>0.37706114556030329</c:v>
                </c:pt>
                <c:pt idx="2023">
                  <c:v>0.3965148285413323</c:v>
                </c:pt>
                <c:pt idx="2024">
                  <c:v>0.39924657679134229</c:v>
                </c:pt>
                <c:pt idx="2025">
                  <c:v>0.39244114007900105</c:v>
                </c:pt>
                <c:pt idx="2026">
                  <c:v>0.38756144392291519</c:v>
                </c:pt>
                <c:pt idx="2027">
                  <c:v>0.37340272053670776</c:v>
                </c:pt>
                <c:pt idx="2028">
                  <c:v>0.38666922560873063</c:v>
                </c:pt>
                <c:pt idx="2029">
                  <c:v>0.32347206305507675</c:v>
                </c:pt>
                <c:pt idx="2030">
                  <c:v>0.3127623982601237</c:v>
                </c:pt>
                <c:pt idx="2031">
                  <c:v>0.32716049665634589</c:v>
                </c:pt>
                <c:pt idx="2032">
                  <c:v>0.37130262605601155</c:v>
                </c:pt>
                <c:pt idx="2033">
                  <c:v>0.37550540281158901</c:v>
                </c:pt>
                <c:pt idx="2034">
                  <c:v>0.37009655268033437</c:v>
                </c:pt>
                <c:pt idx="2035">
                  <c:v>0.36193523155269014</c:v>
                </c:pt>
                <c:pt idx="2036">
                  <c:v>0.36801696797445688</c:v>
                </c:pt>
                <c:pt idx="2037">
                  <c:v>0.37320499658010409</c:v>
                </c:pt>
                <c:pt idx="2038">
                  <c:v>0.36478437914440492</c:v>
                </c:pt>
                <c:pt idx="2039">
                  <c:v>0.38127750515619674</c:v>
                </c:pt>
                <c:pt idx="2040">
                  <c:v>0.37919375596440186</c:v>
                </c:pt>
                <c:pt idx="2041">
                  <c:v>0.36729389240699606</c:v>
                </c:pt>
                <c:pt idx="2042">
                  <c:v>0.36608157220140547</c:v>
                </c:pt>
                <c:pt idx="2043">
                  <c:v>0.35912201127343046</c:v>
                </c:pt>
                <c:pt idx="2044">
                  <c:v>0.35824534190994539</c:v>
                </c:pt>
                <c:pt idx="2045">
                  <c:v>0.35632409627860595</c:v>
                </c:pt>
                <c:pt idx="2046">
                  <c:v>0.36305173688392955</c:v>
                </c:pt>
                <c:pt idx="2047">
                  <c:v>0.34447488026066958</c:v>
                </c:pt>
                <c:pt idx="2048">
                  <c:v>0.34697550424030787</c:v>
                </c:pt>
                <c:pt idx="2049">
                  <c:v>0.35310092129294107</c:v>
                </c:pt>
                <c:pt idx="2050">
                  <c:v>0.31634338793290967</c:v>
                </c:pt>
                <c:pt idx="2051">
                  <c:v>0.27711411129025093</c:v>
                </c:pt>
                <c:pt idx="2052">
                  <c:v>0.2740339158216995</c:v>
                </c:pt>
                <c:pt idx="2053">
                  <c:v>0.29667711812833947</c:v>
                </c:pt>
                <c:pt idx="2054">
                  <c:v>0.29515059616316164</c:v>
                </c:pt>
                <c:pt idx="2055">
                  <c:v>0.2935624389207302</c:v>
                </c:pt>
                <c:pt idx="2056">
                  <c:v>0.30635100724721709</c:v>
                </c:pt>
                <c:pt idx="2057">
                  <c:v>0.31806069383570168</c:v>
                </c:pt>
                <c:pt idx="2058">
                  <c:v>0.32285415746412738</c:v>
                </c:pt>
                <c:pt idx="2059">
                  <c:v>0.31306853604605722</c:v>
                </c:pt>
                <c:pt idx="2060">
                  <c:v>0.30421569008555976</c:v>
                </c:pt>
                <c:pt idx="2061">
                  <c:v>0.30322508141076332</c:v>
                </c:pt>
                <c:pt idx="2062">
                  <c:v>0.31290909509387749</c:v>
                </c:pt>
                <c:pt idx="2063">
                  <c:v>0.33340216866661665</c:v>
                </c:pt>
                <c:pt idx="2064">
                  <c:v>0.33194464123641271</c:v>
                </c:pt>
                <c:pt idx="2065">
                  <c:v>0.33211796777496139</c:v>
                </c:pt>
                <c:pt idx="2066">
                  <c:v>0.3440101032604187</c:v>
                </c:pt>
                <c:pt idx="2067">
                  <c:v>0.34789742216380587</c:v>
                </c:pt>
                <c:pt idx="2068">
                  <c:v>0.34517397697627611</c:v>
                </c:pt>
                <c:pt idx="2069">
                  <c:v>0.35691597709218797</c:v>
                </c:pt>
                <c:pt idx="2070">
                  <c:v>0.35697248955642119</c:v>
                </c:pt>
                <c:pt idx="2071">
                  <c:v>0.36100173685454434</c:v>
                </c:pt>
                <c:pt idx="2072">
                  <c:v>0.36837347573326479</c:v>
                </c:pt>
                <c:pt idx="2073">
                  <c:v>0.41757861415081238</c:v>
                </c:pt>
                <c:pt idx="2074">
                  <c:v>0.42929431379642835</c:v>
                </c:pt>
                <c:pt idx="2075">
                  <c:v>0.32839450607539461</c:v>
                </c:pt>
                <c:pt idx="2076">
                  <c:v>0.31436924654082843</c:v>
                </c:pt>
                <c:pt idx="2077">
                  <c:v>0.30700208566412024</c:v>
                </c:pt>
                <c:pt idx="2078">
                  <c:v>0.2995769703276086</c:v>
                </c:pt>
                <c:pt idx="2079">
                  <c:v>0.29079751815091992</c:v>
                </c:pt>
                <c:pt idx="2080">
                  <c:v>0.28049077070585049</c:v>
                </c:pt>
                <c:pt idx="2081">
                  <c:v>0.27765054723392196</c:v>
                </c:pt>
                <c:pt idx="2082">
                  <c:v>0.27775441844565202</c:v>
                </c:pt>
                <c:pt idx="2083">
                  <c:v>0.28809194315875231</c:v>
                </c:pt>
                <c:pt idx="2084">
                  <c:v>0.29383433009063875</c:v>
                </c:pt>
                <c:pt idx="2085">
                  <c:v>0.29775929127035883</c:v>
                </c:pt>
                <c:pt idx="2086">
                  <c:v>0.30263371857680554</c:v>
                </c:pt>
                <c:pt idx="2087">
                  <c:v>0.30517625760084044</c:v>
                </c:pt>
                <c:pt idx="2088">
                  <c:v>0.30151769478879581</c:v>
                </c:pt>
                <c:pt idx="2089">
                  <c:v>0.29965741794131201</c:v>
                </c:pt>
                <c:pt idx="2090">
                  <c:v>0.31042013727222723</c:v>
                </c:pt>
                <c:pt idx="2091">
                  <c:v>0.31506053683599083</c:v>
                </c:pt>
                <c:pt idx="2092">
                  <c:v>0.31342265641890871</c:v>
                </c:pt>
                <c:pt idx="2093">
                  <c:v>0.31617346261357926</c:v>
                </c:pt>
                <c:pt idx="2094">
                  <c:v>0.32073419813526066</c:v>
                </c:pt>
                <c:pt idx="2095">
                  <c:v>0.32377227036153955</c:v>
                </c:pt>
                <c:pt idx="2096">
                  <c:v>0.34229812259500803</c:v>
                </c:pt>
                <c:pt idx="2097">
                  <c:v>0.36230711830081297</c:v>
                </c:pt>
                <c:pt idx="2098">
                  <c:v>0.35066216991376231</c:v>
                </c:pt>
                <c:pt idx="2099">
                  <c:v>0.33222700132765404</c:v>
                </c:pt>
                <c:pt idx="2100">
                  <c:v>0.30847178338208187</c:v>
                </c:pt>
                <c:pt idx="2101">
                  <c:v>0.30969897244183242</c:v>
                </c:pt>
                <c:pt idx="2102">
                  <c:v>0.2897947705296583</c:v>
                </c:pt>
                <c:pt idx="2103">
                  <c:v>0.29266206836165354</c:v>
                </c:pt>
                <c:pt idx="2104">
                  <c:v>0.28429987533967621</c:v>
                </c:pt>
                <c:pt idx="2105">
                  <c:v>0.26989794327341105</c:v>
                </c:pt>
                <c:pt idx="2106">
                  <c:v>0.28267593684584508</c:v>
                </c:pt>
                <c:pt idx="2107">
                  <c:v>0.31461059360914301</c:v>
                </c:pt>
                <c:pt idx="2108">
                  <c:v>0.32923287569789134</c:v>
                </c:pt>
                <c:pt idx="2109">
                  <c:v>0.31859273327779924</c:v>
                </c:pt>
                <c:pt idx="2110">
                  <c:v>0.32204910576874612</c:v>
                </c:pt>
                <c:pt idx="2111">
                  <c:v>0.31071830221815649</c:v>
                </c:pt>
                <c:pt idx="2112">
                  <c:v>0.29982837113064981</c:v>
                </c:pt>
                <c:pt idx="2113">
                  <c:v>0.29582162880511681</c:v>
                </c:pt>
                <c:pt idx="2114">
                  <c:v>0.28802897248749071</c:v>
                </c:pt>
                <c:pt idx="2115">
                  <c:v>0.28917522694295378</c:v>
                </c:pt>
                <c:pt idx="2116">
                  <c:v>0.29311503325077165</c:v>
                </c:pt>
                <c:pt idx="2117">
                  <c:v>0.29568673936383677</c:v>
                </c:pt>
                <c:pt idx="2118">
                  <c:v>0.29992346518188007</c:v>
                </c:pt>
                <c:pt idx="2119">
                  <c:v>0.29560181219508008</c:v>
                </c:pt>
                <c:pt idx="2120">
                  <c:v>0.29885684637570586</c:v>
                </c:pt>
                <c:pt idx="2121">
                  <c:v>0.28995802515361641</c:v>
                </c:pt>
                <c:pt idx="2122">
                  <c:v>0.27300728314090283</c:v>
                </c:pt>
                <c:pt idx="2123">
                  <c:v>0.26712715127809344</c:v>
                </c:pt>
                <c:pt idx="2124">
                  <c:v>0.24002111510028987</c:v>
                </c:pt>
                <c:pt idx="2125">
                  <c:v>0.25036332057072469</c:v>
                </c:pt>
                <c:pt idx="2126">
                  <c:v>0.25812807098390878</c:v>
                </c:pt>
                <c:pt idx="2127">
                  <c:v>0.25844676627436136</c:v>
                </c:pt>
                <c:pt idx="2128">
                  <c:v>0.24139642697556976</c:v>
                </c:pt>
                <c:pt idx="2129">
                  <c:v>0.24312328050470991</c:v>
                </c:pt>
                <c:pt idx="2130">
                  <c:v>0.23845969772080303</c:v>
                </c:pt>
                <c:pt idx="2131">
                  <c:v>0.23944963836258509</c:v>
                </c:pt>
                <c:pt idx="2132">
                  <c:v>0.23717337708121303</c:v>
                </c:pt>
                <c:pt idx="2133">
                  <c:v>0.23576134741611413</c:v>
                </c:pt>
                <c:pt idx="2134">
                  <c:v>0.23228248139054203</c:v>
                </c:pt>
                <c:pt idx="2135">
                  <c:v>0.22873440398714182</c:v>
                </c:pt>
                <c:pt idx="2136">
                  <c:v>0.23057731498761513</c:v>
                </c:pt>
                <c:pt idx="2137">
                  <c:v>0.22740817423568951</c:v>
                </c:pt>
                <c:pt idx="2138">
                  <c:v>0.21958920481985861</c:v>
                </c:pt>
                <c:pt idx="2139">
                  <c:v>0.21795473637900578</c:v>
                </c:pt>
                <c:pt idx="2140">
                  <c:v>0.21834458688869876</c:v>
                </c:pt>
                <c:pt idx="2141">
                  <c:v>0.20992793501724588</c:v>
                </c:pt>
                <c:pt idx="2142">
                  <c:v>0.2110295011692141</c:v>
                </c:pt>
                <c:pt idx="2143">
                  <c:v>0.20455739404719825</c:v>
                </c:pt>
                <c:pt idx="2144">
                  <c:v>0.20347733367673584</c:v>
                </c:pt>
                <c:pt idx="2145">
                  <c:v>0.19160980889653875</c:v>
                </c:pt>
                <c:pt idx="2146">
                  <c:v>0.15990332694816761</c:v>
                </c:pt>
                <c:pt idx="2147">
                  <c:v>0.14323621539268169</c:v>
                </c:pt>
                <c:pt idx="2148">
                  <c:v>0.1205031844811101</c:v>
                </c:pt>
                <c:pt idx="2149">
                  <c:v>0.10123604532491598</c:v>
                </c:pt>
                <c:pt idx="2150">
                  <c:v>9.6132597593887953E-2</c:v>
                </c:pt>
                <c:pt idx="2151">
                  <c:v>0.1202818181324726</c:v>
                </c:pt>
                <c:pt idx="2152">
                  <c:v>0.14648351515349939</c:v>
                </c:pt>
                <c:pt idx="2153">
                  <c:v>0.14251854290575064</c:v>
                </c:pt>
                <c:pt idx="2154">
                  <c:v>0.13244411891004709</c:v>
                </c:pt>
                <c:pt idx="2155">
                  <c:v>0.13487214891296243</c:v>
                </c:pt>
                <c:pt idx="2156">
                  <c:v>0.14178067018350654</c:v>
                </c:pt>
                <c:pt idx="2157">
                  <c:v>0.13838675140229253</c:v>
                </c:pt>
                <c:pt idx="2158">
                  <c:v>0.15290927819701799</c:v>
                </c:pt>
                <c:pt idx="2159">
                  <c:v>0.14878637862241625</c:v>
                </c:pt>
                <c:pt idx="2160">
                  <c:v>0.12621702419343558</c:v>
                </c:pt>
                <c:pt idx="2161">
                  <c:v>0.14102253427616104</c:v>
                </c:pt>
                <c:pt idx="2162">
                  <c:v>0.1570946922104719</c:v>
                </c:pt>
                <c:pt idx="2163">
                  <c:v>0.14122294666396873</c:v>
                </c:pt>
                <c:pt idx="2164">
                  <c:v>0.14236033772818835</c:v>
                </c:pt>
                <c:pt idx="2165">
                  <c:v>0.14286705920372522</c:v>
                </c:pt>
                <c:pt idx="2166">
                  <c:v>0.13637169534891894</c:v>
                </c:pt>
                <c:pt idx="2167">
                  <c:v>0.13811192978988532</c:v>
                </c:pt>
                <c:pt idx="2168">
                  <c:v>0.13829265024860132</c:v>
                </c:pt>
                <c:pt idx="2169">
                  <c:v>0.14185645795263555</c:v>
                </c:pt>
                <c:pt idx="2170">
                  <c:v>0.14516596910836235</c:v>
                </c:pt>
                <c:pt idx="2171">
                  <c:v>0.14533598176154133</c:v>
                </c:pt>
                <c:pt idx="2172">
                  <c:v>0.16541543095540567</c:v>
                </c:pt>
                <c:pt idx="2173">
                  <c:v>0.15829449331679862</c:v>
                </c:pt>
                <c:pt idx="2174">
                  <c:v>0.15147209519978011</c:v>
                </c:pt>
                <c:pt idx="2175">
                  <c:v>0.13788906633894224</c:v>
                </c:pt>
                <c:pt idx="2176">
                  <c:v>0.13747985012350722</c:v>
                </c:pt>
                <c:pt idx="2177">
                  <c:v>0.17820595354796806</c:v>
                </c:pt>
                <c:pt idx="2178">
                  <c:v>0.14359437551465909</c:v>
                </c:pt>
                <c:pt idx="2179">
                  <c:v>0.15184265341710668</c:v>
                </c:pt>
                <c:pt idx="2180">
                  <c:v>0.15920350448946935</c:v>
                </c:pt>
                <c:pt idx="2181">
                  <c:v>0.16094501050857304</c:v>
                </c:pt>
                <c:pt idx="2182">
                  <c:v>0.15599676690723091</c:v>
                </c:pt>
                <c:pt idx="2183">
                  <c:v>0.1577546897181146</c:v>
                </c:pt>
                <c:pt idx="2184">
                  <c:v>0.17556550774758459</c:v>
                </c:pt>
                <c:pt idx="2185">
                  <c:v>0.1481896068050978</c:v>
                </c:pt>
                <c:pt idx="2186">
                  <c:v>0.15467298207389057</c:v>
                </c:pt>
                <c:pt idx="2187">
                  <c:v>0.16468471597699927</c:v>
                </c:pt>
                <c:pt idx="2188">
                  <c:v>0.16509770589480002</c:v>
                </c:pt>
                <c:pt idx="2189">
                  <c:v>0.16204133292734735</c:v>
                </c:pt>
                <c:pt idx="2190">
                  <c:v>0.16390049454963543</c:v>
                </c:pt>
                <c:pt idx="2191">
                  <c:v>0.16366854306537906</c:v>
                </c:pt>
                <c:pt idx="2192">
                  <c:v>0.16709548191431534</c:v>
                </c:pt>
                <c:pt idx="2193">
                  <c:v>0.14803444229360316</c:v>
                </c:pt>
                <c:pt idx="2194">
                  <c:v>0.15484149616803586</c:v>
                </c:pt>
                <c:pt idx="2195">
                  <c:v>0.13459740969551703</c:v>
                </c:pt>
                <c:pt idx="2196">
                  <c:v>0.17373088021020222</c:v>
                </c:pt>
                <c:pt idx="2197">
                  <c:v>0.14841897702307427</c:v>
                </c:pt>
                <c:pt idx="2198">
                  <c:v>0.17378273078630549</c:v>
                </c:pt>
                <c:pt idx="2199">
                  <c:v>0.14935279180956332</c:v>
                </c:pt>
                <c:pt idx="2200">
                  <c:v>0.14373634654623449</c:v>
                </c:pt>
                <c:pt idx="2201">
                  <c:v>0.15748923320708141</c:v>
                </c:pt>
                <c:pt idx="2202">
                  <c:v>0.16517264533517875</c:v>
                </c:pt>
                <c:pt idx="2203">
                  <c:v>0.14754255404668298</c:v>
                </c:pt>
                <c:pt idx="2204">
                  <c:v>0.14293680717166143</c:v>
                </c:pt>
                <c:pt idx="2205">
                  <c:v>0.14350048749545066</c:v>
                </c:pt>
                <c:pt idx="2206">
                  <c:v>0.14383126287953826</c:v>
                </c:pt>
                <c:pt idx="2207">
                  <c:v>0.15603812004225609</c:v>
                </c:pt>
                <c:pt idx="2208">
                  <c:v>0.14882173616563432</c:v>
                </c:pt>
                <c:pt idx="2209">
                  <c:v>0.14513969084700667</c:v>
                </c:pt>
                <c:pt idx="2210">
                  <c:v>0.13339278490815457</c:v>
                </c:pt>
                <c:pt idx="2211">
                  <c:v>0.1337870075312281</c:v>
                </c:pt>
                <c:pt idx="2212">
                  <c:v>0.13332820961548841</c:v>
                </c:pt>
                <c:pt idx="2213">
                  <c:v>0.14146682971232527</c:v>
                </c:pt>
                <c:pt idx="2214">
                  <c:v>0.14355438556595279</c:v>
                </c:pt>
                <c:pt idx="2215">
                  <c:v>0.1478720263250142</c:v>
                </c:pt>
                <c:pt idx="2216">
                  <c:v>0.13908623523392252</c:v>
                </c:pt>
                <c:pt idx="2217">
                  <c:v>0.13884949452444137</c:v>
                </c:pt>
                <c:pt idx="2218">
                  <c:v>0.14184020513990153</c:v>
                </c:pt>
                <c:pt idx="2219">
                  <c:v>0.13977321563819708</c:v>
                </c:pt>
                <c:pt idx="2220">
                  <c:v>0.14460254496155842</c:v>
                </c:pt>
                <c:pt idx="2221">
                  <c:v>0.14306688517840971</c:v>
                </c:pt>
                <c:pt idx="2222">
                  <c:v>0.1435249760423789</c:v>
                </c:pt>
                <c:pt idx="2223">
                  <c:v>0.1431028498020713</c:v>
                </c:pt>
                <c:pt idx="2224">
                  <c:v>0.14248624151821088</c:v>
                </c:pt>
                <c:pt idx="2225">
                  <c:v>0.14562129534801016</c:v>
                </c:pt>
                <c:pt idx="2226">
                  <c:v>0.14763798056886865</c:v>
                </c:pt>
                <c:pt idx="2227">
                  <c:v>0.15333693581025562</c:v>
                </c:pt>
                <c:pt idx="2228">
                  <c:v>0.15754281720247873</c:v>
                </c:pt>
                <c:pt idx="2229">
                  <c:v>0.177862162264286</c:v>
                </c:pt>
                <c:pt idx="2230">
                  <c:v>0.18137158350586466</c:v>
                </c:pt>
                <c:pt idx="2231">
                  <c:v>0.18560982440268844</c:v>
                </c:pt>
                <c:pt idx="2232">
                  <c:v>0.19208423913814254</c:v>
                </c:pt>
                <c:pt idx="2233">
                  <c:v>0.19428846662186033</c:v>
                </c:pt>
                <c:pt idx="2234">
                  <c:v>0.19449988102444987</c:v>
                </c:pt>
                <c:pt idx="2235">
                  <c:v>0.19356205945996607</c:v>
                </c:pt>
                <c:pt idx="2236">
                  <c:v>0.19240731716509055</c:v>
                </c:pt>
                <c:pt idx="2237">
                  <c:v>0.19491057907244469</c:v>
                </c:pt>
                <c:pt idx="2238">
                  <c:v>0.19501985457391666</c:v>
                </c:pt>
                <c:pt idx="2239">
                  <c:v>0.19263104222623514</c:v>
                </c:pt>
                <c:pt idx="2240">
                  <c:v>0.19371188272027218</c:v>
                </c:pt>
                <c:pt idx="2241">
                  <c:v>0.20288315867753451</c:v>
                </c:pt>
                <c:pt idx="2242">
                  <c:v>0.18962392940544662</c:v>
                </c:pt>
                <c:pt idx="2243">
                  <c:v>0.17780929513745192</c:v>
                </c:pt>
                <c:pt idx="2244">
                  <c:v>0.1615722023062586</c:v>
                </c:pt>
                <c:pt idx="2245">
                  <c:v>0.14553836065941669</c:v>
                </c:pt>
                <c:pt idx="2246">
                  <c:v>0.13943069181509896</c:v>
                </c:pt>
                <c:pt idx="2247">
                  <c:v>0.13098010915661329</c:v>
                </c:pt>
                <c:pt idx="2248">
                  <c:v>0.13559200205252117</c:v>
                </c:pt>
                <c:pt idx="2249">
                  <c:v>0.1329678034657881</c:v>
                </c:pt>
                <c:pt idx="2250">
                  <c:v>0.14068750039860461</c:v>
                </c:pt>
                <c:pt idx="2251">
                  <c:v>0.13883484168049884</c:v>
                </c:pt>
                <c:pt idx="2252">
                  <c:v>0.14411000384647124</c:v>
                </c:pt>
                <c:pt idx="2253">
                  <c:v>0.15656569929543593</c:v>
                </c:pt>
                <c:pt idx="2254">
                  <c:v>0.15760918568511664</c:v>
                </c:pt>
                <c:pt idx="2255">
                  <c:v>0.16352736758382438</c:v>
                </c:pt>
                <c:pt idx="2256">
                  <c:v>0.16721724469730506</c:v>
                </c:pt>
                <c:pt idx="2257">
                  <c:v>0.17053756589612376</c:v>
                </c:pt>
                <c:pt idx="2258">
                  <c:v>0.16892526929192753</c:v>
                </c:pt>
                <c:pt idx="2259">
                  <c:v>0.17062072256626137</c:v>
                </c:pt>
                <c:pt idx="2260">
                  <c:v>0.17235912451842272</c:v>
                </c:pt>
                <c:pt idx="2261">
                  <c:v>0.16516529848298075</c:v>
                </c:pt>
                <c:pt idx="2262">
                  <c:v>0.16399567790294201</c:v>
                </c:pt>
                <c:pt idx="2263">
                  <c:v>0.16173361773017209</c:v>
                </c:pt>
                <c:pt idx="2264">
                  <c:v>0.1620919132352403</c:v>
                </c:pt>
                <c:pt idx="2265">
                  <c:v>0.17853838152011497</c:v>
                </c:pt>
                <c:pt idx="2266">
                  <c:v>0.18550926942038093</c:v>
                </c:pt>
                <c:pt idx="2267">
                  <c:v>0.18002357502495892</c:v>
                </c:pt>
                <c:pt idx="2268">
                  <c:v>0.1782576595926616</c:v>
                </c:pt>
                <c:pt idx="2269">
                  <c:v>0.1702686675032149</c:v>
                </c:pt>
                <c:pt idx="2270">
                  <c:v>0.15711640171258487</c:v>
                </c:pt>
                <c:pt idx="2271">
                  <c:v>0.14962168037971935</c:v>
                </c:pt>
                <c:pt idx="2272">
                  <c:v>0.16505813017152057</c:v>
                </c:pt>
                <c:pt idx="2273">
                  <c:v>0.17230620608460767</c:v>
                </c:pt>
                <c:pt idx="2274">
                  <c:v>0.17538455694197772</c:v>
                </c:pt>
                <c:pt idx="2275">
                  <c:v>0.18571318619936375</c:v>
                </c:pt>
                <c:pt idx="2276">
                  <c:v>0.17988556475207756</c:v>
                </c:pt>
                <c:pt idx="2277">
                  <c:v>0.17960933218691819</c:v>
                </c:pt>
                <c:pt idx="2278">
                  <c:v>0.18150173883264897</c:v>
                </c:pt>
                <c:pt idx="2279">
                  <c:v>0.18554157039246036</c:v>
                </c:pt>
                <c:pt idx="2280">
                  <c:v>0.18211791665542421</c:v>
                </c:pt>
                <c:pt idx="2281">
                  <c:v>0.18706383431000412</c:v>
                </c:pt>
                <c:pt idx="2282">
                  <c:v>0.19234526592072151</c:v>
                </c:pt>
                <c:pt idx="2283">
                  <c:v>0.19087107920368687</c:v>
                </c:pt>
                <c:pt idx="2284">
                  <c:v>0.19789454980945226</c:v>
                </c:pt>
                <c:pt idx="2285">
                  <c:v>0.18745288393301227</c:v>
                </c:pt>
                <c:pt idx="2286">
                  <c:v>0.199819446334533</c:v>
                </c:pt>
                <c:pt idx="2287">
                  <c:v>0.18895501160784395</c:v>
                </c:pt>
                <c:pt idx="2288">
                  <c:v>0.18592160603528704</c:v>
                </c:pt>
                <c:pt idx="2289">
                  <c:v>0.17811270648158931</c:v>
                </c:pt>
                <c:pt idx="2290">
                  <c:v>0.17441806579877767</c:v>
                </c:pt>
                <c:pt idx="2291">
                  <c:v>0.17521875226458594</c:v>
                </c:pt>
                <c:pt idx="2292">
                  <c:v>0.18040209306062335</c:v>
                </c:pt>
                <c:pt idx="2293">
                  <c:v>0.17812819981148637</c:v>
                </c:pt>
                <c:pt idx="2294">
                  <c:v>0.17042597258751399</c:v>
                </c:pt>
                <c:pt idx="2295">
                  <c:v>0.16805060650399867</c:v>
                </c:pt>
                <c:pt idx="2296">
                  <c:v>0.18671914767891612</c:v>
                </c:pt>
                <c:pt idx="2297">
                  <c:v>0.1893405091381887</c:v>
                </c:pt>
                <c:pt idx="2298">
                  <c:v>0.1962300216539071</c:v>
                </c:pt>
                <c:pt idx="2299">
                  <c:v>0.20084917097750241</c:v>
                </c:pt>
                <c:pt idx="2300">
                  <c:v>0.22518992119381012</c:v>
                </c:pt>
                <c:pt idx="2301">
                  <c:v>0.25020787249584375</c:v>
                </c:pt>
                <c:pt idx="2302">
                  <c:v>0.26905072780683731</c:v>
                </c:pt>
                <c:pt idx="2303">
                  <c:v>0.28430173794359032</c:v>
                </c:pt>
                <c:pt idx="2304">
                  <c:v>0.30074898332462385</c:v>
                </c:pt>
                <c:pt idx="2305">
                  <c:v>0.30138247995000206</c:v>
                </c:pt>
                <c:pt idx="2306">
                  <c:v>0.29566455189099544</c:v>
                </c:pt>
                <c:pt idx="2307">
                  <c:v>0.29203135369901495</c:v>
                </c:pt>
                <c:pt idx="2308">
                  <c:v>0.28533555039919445</c:v>
                </c:pt>
                <c:pt idx="2309">
                  <c:v>0.28025406414629045</c:v>
                </c:pt>
                <c:pt idx="2310">
                  <c:v>0.27741788163569742</c:v>
                </c:pt>
                <c:pt idx="2311">
                  <c:v>0.27712053765205324</c:v>
                </c:pt>
                <c:pt idx="2312">
                  <c:v>0.28012664582401914</c:v>
                </c:pt>
                <c:pt idx="2313">
                  <c:v>0.27940671478465884</c:v>
                </c:pt>
                <c:pt idx="2314">
                  <c:v>0.2777698961353004</c:v>
                </c:pt>
                <c:pt idx="2315">
                  <c:v>0.28586295202176598</c:v>
                </c:pt>
                <c:pt idx="2316">
                  <c:v>0.29769741216424445</c:v>
                </c:pt>
                <c:pt idx="2317">
                  <c:v>0.30362758424700953</c:v>
                </c:pt>
                <c:pt idx="2318">
                  <c:v>0.30696178550587322</c:v>
                </c:pt>
                <c:pt idx="2319">
                  <c:v>0.30035150921208875</c:v>
                </c:pt>
                <c:pt idx="2320">
                  <c:v>0.30191449374380058</c:v>
                </c:pt>
                <c:pt idx="2321">
                  <c:v>0.29489829504127257</c:v>
                </c:pt>
                <c:pt idx="2322">
                  <c:v>0.29589822747954608</c:v>
                </c:pt>
                <c:pt idx="2323">
                  <c:v>0.29878505346437051</c:v>
                </c:pt>
                <c:pt idx="2324">
                  <c:v>0.296219087330096</c:v>
                </c:pt>
                <c:pt idx="2325">
                  <c:v>0.29280612311973886</c:v>
                </c:pt>
                <c:pt idx="2326">
                  <c:v>0.2885411306376196</c:v>
                </c:pt>
                <c:pt idx="2327">
                  <c:v>0.28937612679070962</c:v>
                </c:pt>
                <c:pt idx="2328">
                  <c:v>0.29571576685152046</c:v>
                </c:pt>
                <c:pt idx="2329">
                  <c:v>0.29692644617548386</c:v>
                </c:pt>
                <c:pt idx="2330">
                  <c:v>0.29644428439776027</c:v>
                </c:pt>
                <c:pt idx="2331">
                  <c:v>0.28901136183176312</c:v>
                </c:pt>
                <c:pt idx="2332">
                  <c:v>0.28412975050194705</c:v>
                </c:pt>
                <c:pt idx="2333">
                  <c:v>0.29230917595166994</c:v>
                </c:pt>
                <c:pt idx="2334">
                  <c:v>0.28958181491536494</c:v>
                </c:pt>
                <c:pt idx="2335">
                  <c:v>0.27802730749582338</c:v>
                </c:pt>
                <c:pt idx="2336">
                  <c:v>0.27370887201713762</c:v>
                </c:pt>
                <c:pt idx="2337">
                  <c:v>0.26838632384197419</c:v>
                </c:pt>
                <c:pt idx="2338">
                  <c:v>0.25293445728846548</c:v>
                </c:pt>
                <c:pt idx="2339">
                  <c:v>0.24145608141512298</c:v>
                </c:pt>
                <c:pt idx="2340">
                  <c:v>0.223393677785302</c:v>
                </c:pt>
                <c:pt idx="2341">
                  <c:v>0.21324008001897921</c:v>
                </c:pt>
                <c:pt idx="2342">
                  <c:v>0.21399352031308688</c:v>
                </c:pt>
                <c:pt idx="2343">
                  <c:v>0.22342439240042342</c:v>
                </c:pt>
                <c:pt idx="2344">
                  <c:v>0.22834688931072072</c:v>
                </c:pt>
                <c:pt idx="2345">
                  <c:v>0.21714535325779197</c:v>
                </c:pt>
                <c:pt idx="2346">
                  <c:v>0.20564779744458819</c:v>
                </c:pt>
                <c:pt idx="2347">
                  <c:v>0.21273939895531591</c:v>
                </c:pt>
                <c:pt idx="2348">
                  <c:v>0.19084673550629461</c:v>
                </c:pt>
                <c:pt idx="2349">
                  <c:v>0.20146487589608097</c:v>
                </c:pt>
                <c:pt idx="2350">
                  <c:v>0.19132308463868811</c:v>
                </c:pt>
                <c:pt idx="2351">
                  <c:v>0.19163465854957618</c:v>
                </c:pt>
                <c:pt idx="2352">
                  <c:v>0.1916192825458897</c:v>
                </c:pt>
                <c:pt idx="2353">
                  <c:v>0.19419324444526198</c:v>
                </c:pt>
                <c:pt idx="2354">
                  <c:v>0.20989281893436154</c:v>
                </c:pt>
                <c:pt idx="2355">
                  <c:v>0.18834436689364242</c:v>
                </c:pt>
                <c:pt idx="2356">
                  <c:v>0.19344203574749552</c:v>
                </c:pt>
                <c:pt idx="2357">
                  <c:v>0.20205214349790396</c:v>
                </c:pt>
                <c:pt idx="2358">
                  <c:v>0.24746203773384584</c:v>
                </c:pt>
                <c:pt idx="2359">
                  <c:v>0.26192252669737504</c:v>
                </c:pt>
                <c:pt idx="2360">
                  <c:v>0.26772781125887668</c:v>
                </c:pt>
                <c:pt idx="2361">
                  <c:v>0.2623909119881549</c:v>
                </c:pt>
                <c:pt idx="2362">
                  <c:v>0.27354799709131078</c:v>
                </c:pt>
                <c:pt idx="2363">
                  <c:v>0.27319458495338056</c:v>
                </c:pt>
                <c:pt idx="2364">
                  <c:v>0.27051740864643437</c:v>
                </c:pt>
                <c:pt idx="2365">
                  <c:v>0.26810529825528551</c:v>
                </c:pt>
                <c:pt idx="2366">
                  <c:v>0.27558673279113521</c:v>
                </c:pt>
                <c:pt idx="2367">
                  <c:v>0.28418796851279127</c:v>
                </c:pt>
                <c:pt idx="2368">
                  <c:v>0.28587433433749343</c:v>
                </c:pt>
                <c:pt idx="2369">
                  <c:v>0.2915349935321323</c:v>
                </c:pt>
                <c:pt idx="2370">
                  <c:v>0.30811507344277311</c:v>
                </c:pt>
                <c:pt idx="2371">
                  <c:v>0.33499772510475501</c:v>
                </c:pt>
                <c:pt idx="2372">
                  <c:v>0.34577482278034621</c:v>
                </c:pt>
                <c:pt idx="2373">
                  <c:v>0.34783564873612849</c:v>
                </c:pt>
                <c:pt idx="2374">
                  <c:v>0.34509638024548794</c:v>
                </c:pt>
                <c:pt idx="2375">
                  <c:v>0.35575430650136858</c:v>
                </c:pt>
                <c:pt idx="2376">
                  <c:v>0.35188361429614162</c:v>
                </c:pt>
                <c:pt idx="2377">
                  <c:v>0.36341124568161065</c:v>
                </c:pt>
                <c:pt idx="2378">
                  <c:v>0.35771214109220167</c:v>
                </c:pt>
                <c:pt idx="2379">
                  <c:v>0.3677850439587782</c:v>
                </c:pt>
                <c:pt idx="2380">
                  <c:v>0.36868287480397294</c:v>
                </c:pt>
                <c:pt idx="2381">
                  <c:v>0.36937074321247443</c:v>
                </c:pt>
                <c:pt idx="2382">
                  <c:v>0.37637991543563043</c:v>
                </c:pt>
                <c:pt idx="2383">
                  <c:v>0.37053142923929094</c:v>
                </c:pt>
                <c:pt idx="2384">
                  <c:v>0.38055452991239758</c:v>
                </c:pt>
                <c:pt idx="2385">
                  <c:v>0.37133000024593349</c:v>
                </c:pt>
                <c:pt idx="2386">
                  <c:v>0.35940143990875228</c:v>
                </c:pt>
                <c:pt idx="2387">
                  <c:v>0.33620627445727713</c:v>
                </c:pt>
                <c:pt idx="2388">
                  <c:v>0.33365234152032519</c:v>
                </c:pt>
                <c:pt idx="2389">
                  <c:v>0.32768330776720805</c:v>
                </c:pt>
                <c:pt idx="2390">
                  <c:v>0.32408030600962989</c:v>
                </c:pt>
                <c:pt idx="2391">
                  <c:v>0.32217990312580841</c:v>
                </c:pt>
                <c:pt idx="2392">
                  <c:v>0.32505743601075837</c:v>
                </c:pt>
                <c:pt idx="2393">
                  <c:v>0.31008736095472983</c:v>
                </c:pt>
                <c:pt idx="2394">
                  <c:v>0.30122399760968821</c:v>
                </c:pt>
                <c:pt idx="2395">
                  <c:v>0.3046808996427165</c:v>
                </c:pt>
                <c:pt idx="2396">
                  <c:v>0.2945291864018959</c:v>
                </c:pt>
                <c:pt idx="2397">
                  <c:v>0.29440276131280185</c:v>
                </c:pt>
                <c:pt idx="2398">
                  <c:v>0.29018861329462531</c:v>
                </c:pt>
                <c:pt idx="2399">
                  <c:v>0.28255191484341813</c:v>
                </c:pt>
                <c:pt idx="2400">
                  <c:v>0.27972203886847335</c:v>
                </c:pt>
                <c:pt idx="2401">
                  <c:v>0.28948218507199086</c:v>
                </c:pt>
                <c:pt idx="2402">
                  <c:v>0.28491727020289626</c:v>
                </c:pt>
                <c:pt idx="2403">
                  <c:v>0.29415221211874715</c:v>
                </c:pt>
                <c:pt idx="2404">
                  <c:v>0.29363180015475393</c:v>
                </c:pt>
                <c:pt idx="2405">
                  <c:v>0.29357468812529097</c:v>
                </c:pt>
                <c:pt idx="2406">
                  <c:v>0.29459608414017152</c:v>
                </c:pt>
                <c:pt idx="2407">
                  <c:v>0.28660772827684955</c:v>
                </c:pt>
                <c:pt idx="2408">
                  <c:v>0.28967682895287622</c:v>
                </c:pt>
                <c:pt idx="2409">
                  <c:v>0.29233761387363055</c:v>
                </c:pt>
                <c:pt idx="2410">
                  <c:v>0.2924561026119234</c:v>
                </c:pt>
                <c:pt idx="2411">
                  <c:v>0.26443926795851208</c:v>
                </c:pt>
                <c:pt idx="2412">
                  <c:v>0.23496926067371718</c:v>
                </c:pt>
                <c:pt idx="2413">
                  <c:v>0.24387844337370668</c:v>
                </c:pt>
                <c:pt idx="2414">
                  <c:v>0.26075996241952637</c:v>
                </c:pt>
                <c:pt idx="2415">
                  <c:v>0.23619685724176695</c:v>
                </c:pt>
                <c:pt idx="2416">
                  <c:v>0.22886081643413966</c:v>
                </c:pt>
                <c:pt idx="2417">
                  <c:v>0.22648560607457285</c:v>
                </c:pt>
                <c:pt idx="2418">
                  <c:v>0.2149433715831254</c:v>
                </c:pt>
                <c:pt idx="2419">
                  <c:v>0.22543170486842545</c:v>
                </c:pt>
                <c:pt idx="2420">
                  <c:v>0.2260413442334209</c:v>
                </c:pt>
                <c:pt idx="2421">
                  <c:v>0.2274870940888393</c:v>
                </c:pt>
                <c:pt idx="2422">
                  <c:v>0.22068125396369709</c:v>
                </c:pt>
                <c:pt idx="2423">
                  <c:v>0.2213838226993084</c:v>
                </c:pt>
                <c:pt idx="2424">
                  <c:v>0.24948830114009835</c:v>
                </c:pt>
                <c:pt idx="2425">
                  <c:v>0.26664309483791632</c:v>
                </c:pt>
                <c:pt idx="2426">
                  <c:v>0.28316795735303302</c:v>
                </c:pt>
                <c:pt idx="2427">
                  <c:v>0.29248719168455184</c:v>
                </c:pt>
                <c:pt idx="2428">
                  <c:v>0.31560582892901873</c:v>
                </c:pt>
                <c:pt idx="2429">
                  <c:v>0.33801948071072235</c:v>
                </c:pt>
                <c:pt idx="2430">
                  <c:v>0.36260166721063691</c:v>
                </c:pt>
                <c:pt idx="2431">
                  <c:v>0.3656172688934386</c:v>
                </c:pt>
                <c:pt idx="2432">
                  <c:v>0.35282655228541138</c:v>
                </c:pt>
                <c:pt idx="2433">
                  <c:v>0.33451136911588231</c:v>
                </c:pt>
                <c:pt idx="2434">
                  <c:v>0.31845920165419345</c:v>
                </c:pt>
                <c:pt idx="2435">
                  <c:v>0.2914329865262949</c:v>
                </c:pt>
                <c:pt idx="2436">
                  <c:v>0.26253671619341318</c:v>
                </c:pt>
                <c:pt idx="2437">
                  <c:v>0.24093037487299077</c:v>
                </c:pt>
                <c:pt idx="2438">
                  <c:v>0.25038888612601939</c:v>
                </c:pt>
                <c:pt idx="2439">
                  <c:v>0.25013262009162657</c:v>
                </c:pt>
                <c:pt idx="2440">
                  <c:v>0.25620484894378426</c:v>
                </c:pt>
                <c:pt idx="2441">
                  <c:v>0.26189560805007783</c:v>
                </c:pt>
                <c:pt idx="2442">
                  <c:v>0.26938852123072521</c:v>
                </c:pt>
                <c:pt idx="2443">
                  <c:v>0.28908635774681335</c:v>
                </c:pt>
                <c:pt idx="2444">
                  <c:v>0.30729567190980372</c:v>
                </c:pt>
                <c:pt idx="2445">
                  <c:v>0.30351632954188851</c:v>
                </c:pt>
                <c:pt idx="2446">
                  <c:v>0.32959080307005845</c:v>
                </c:pt>
                <c:pt idx="2447">
                  <c:v>0.3635689978380463</c:v>
                </c:pt>
                <c:pt idx="2448">
                  <c:v>0.36855404786379348</c:v>
                </c:pt>
                <c:pt idx="2449">
                  <c:v>0.38568947227521733</c:v>
                </c:pt>
                <c:pt idx="2450">
                  <c:v>0.37908774803467171</c:v>
                </c:pt>
                <c:pt idx="2451">
                  <c:v>0.38718658542155338</c:v>
                </c:pt>
                <c:pt idx="2452">
                  <c:v>0.39941719641480911</c:v>
                </c:pt>
                <c:pt idx="2453">
                  <c:v>0.40944746396548026</c:v>
                </c:pt>
                <c:pt idx="2454">
                  <c:v>0.40315765484401228</c:v>
                </c:pt>
                <c:pt idx="2455">
                  <c:v>0.40544055869543594</c:v>
                </c:pt>
                <c:pt idx="2456">
                  <c:v>0.39012749796483803</c:v>
                </c:pt>
                <c:pt idx="2457">
                  <c:v>0.39147446356892734</c:v>
                </c:pt>
                <c:pt idx="2458">
                  <c:v>0.37677371552253058</c:v>
                </c:pt>
                <c:pt idx="2459">
                  <c:v>0.33076433217740864</c:v>
                </c:pt>
                <c:pt idx="2460">
                  <c:v>0.29214427054771941</c:v>
                </c:pt>
                <c:pt idx="2461">
                  <c:v>0.29402748835777848</c:v>
                </c:pt>
                <c:pt idx="2462">
                  <c:v>0.33249241026574305</c:v>
                </c:pt>
                <c:pt idx="2463">
                  <c:v>0.2969537845677277</c:v>
                </c:pt>
                <c:pt idx="2464">
                  <c:v>0.28474010147549966</c:v>
                </c:pt>
                <c:pt idx="2465">
                  <c:v>0.28754820247041329</c:v>
                </c:pt>
                <c:pt idx="2466">
                  <c:v>0.27535348361394668</c:v>
                </c:pt>
                <c:pt idx="2467">
                  <c:v>0.2800168237675324</c:v>
                </c:pt>
                <c:pt idx="2468">
                  <c:v>0.26286648765008158</c:v>
                </c:pt>
                <c:pt idx="2469">
                  <c:v>0.24954170920332164</c:v>
                </c:pt>
                <c:pt idx="2470">
                  <c:v>0.28401469841409233</c:v>
                </c:pt>
                <c:pt idx="2471">
                  <c:v>0.30662083261768969</c:v>
                </c:pt>
                <c:pt idx="2472">
                  <c:v>0.30853663333199771</c:v>
                </c:pt>
                <c:pt idx="2473">
                  <c:v>0.31825954318064187</c:v>
                </c:pt>
                <c:pt idx="2474">
                  <c:v>0.34356667520163375</c:v>
                </c:pt>
                <c:pt idx="2475">
                  <c:v>0.33842456193045017</c:v>
                </c:pt>
                <c:pt idx="2476">
                  <c:v>0.33282977607487901</c:v>
                </c:pt>
                <c:pt idx="2477">
                  <c:v>0.34212754206796475</c:v>
                </c:pt>
                <c:pt idx="2478">
                  <c:v>0.33578723045942693</c:v>
                </c:pt>
                <c:pt idx="2479">
                  <c:v>0.24495396056252619</c:v>
                </c:pt>
                <c:pt idx="2480">
                  <c:v>0.28880454241678111</c:v>
                </c:pt>
                <c:pt idx="2481">
                  <c:v>0.35510170587657086</c:v>
                </c:pt>
                <c:pt idx="2482">
                  <c:v>0.24568085972875867</c:v>
                </c:pt>
                <c:pt idx="2483">
                  <c:v>0.24152882592361521</c:v>
                </c:pt>
                <c:pt idx="2484">
                  <c:v>0.2266642588645546</c:v>
                </c:pt>
                <c:pt idx="2485">
                  <c:v>0.22035922029411262</c:v>
                </c:pt>
                <c:pt idx="2486">
                  <c:v>0.20746079530688602</c:v>
                </c:pt>
                <c:pt idx="2487">
                  <c:v>0.18728021911399217</c:v>
                </c:pt>
                <c:pt idx="2488">
                  <c:v>0.1670167527874849</c:v>
                </c:pt>
                <c:pt idx="2489">
                  <c:v>0.17491711548861058</c:v>
                </c:pt>
                <c:pt idx="2490">
                  <c:v>0.19038266328209691</c:v>
                </c:pt>
                <c:pt idx="2491">
                  <c:v>0.18229807512990298</c:v>
                </c:pt>
                <c:pt idx="2492">
                  <c:v>0.17343338700749658</c:v>
                </c:pt>
                <c:pt idx="2493">
                  <c:v>0.16910049145537195</c:v>
                </c:pt>
                <c:pt idx="2494">
                  <c:v>0.17779702841824205</c:v>
                </c:pt>
                <c:pt idx="2495">
                  <c:v>0.17297735018431717</c:v>
                </c:pt>
                <c:pt idx="2496">
                  <c:v>0.18408123597009049</c:v>
                </c:pt>
                <c:pt idx="2497">
                  <c:v>0.19987172936607511</c:v>
                </c:pt>
                <c:pt idx="2498">
                  <c:v>0.21416068542727668</c:v>
                </c:pt>
                <c:pt idx="2499">
                  <c:v>0.23180584640252641</c:v>
                </c:pt>
                <c:pt idx="2500">
                  <c:v>0.23512423990018302</c:v>
                </c:pt>
                <c:pt idx="2501">
                  <c:v>0.24101375851454113</c:v>
                </c:pt>
                <c:pt idx="2502">
                  <c:v>0.24378806989912058</c:v>
                </c:pt>
                <c:pt idx="2503">
                  <c:v>0.24064355891809616</c:v>
                </c:pt>
                <c:pt idx="2504">
                  <c:v>0.23601091493739973</c:v>
                </c:pt>
                <c:pt idx="2505">
                  <c:v>0.23155275069157635</c:v>
                </c:pt>
                <c:pt idx="2506">
                  <c:v>0.22314003446342962</c:v>
                </c:pt>
                <c:pt idx="2507">
                  <c:v>0.23318316454307242</c:v>
                </c:pt>
                <c:pt idx="2508">
                  <c:v>0.24474379924778764</c:v>
                </c:pt>
                <c:pt idx="2509">
                  <c:v>0.25964747009572425</c:v>
                </c:pt>
                <c:pt idx="2510">
                  <c:v>0.26689464178689581</c:v>
                </c:pt>
                <c:pt idx="2511">
                  <c:v>0.26000402930317534</c:v>
                </c:pt>
                <c:pt idx="2512">
                  <c:v>0.26650733624007561</c:v>
                </c:pt>
                <c:pt idx="2513">
                  <c:v>0.25139366041400124</c:v>
                </c:pt>
                <c:pt idx="2514">
                  <c:v>0.25769605378496285</c:v>
                </c:pt>
                <c:pt idx="2515">
                  <c:v>0.25936807763201353</c:v>
                </c:pt>
                <c:pt idx="2516">
                  <c:v>0.26035483341597665</c:v>
                </c:pt>
                <c:pt idx="2517">
                  <c:v>0.25949054247517728</c:v>
                </c:pt>
                <c:pt idx="2518">
                  <c:v>0.27854567744813774</c:v>
                </c:pt>
                <c:pt idx="2519">
                  <c:v>0.28711615213005298</c:v>
                </c:pt>
                <c:pt idx="2520">
                  <c:v>0.29079277578669832</c:v>
                </c:pt>
                <c:pt idx="2521">
                  <c:v>0.29536434243338755</c:v>
                </c:pt>
                <c:pt idx="2522">
                  <c:v>0.29794719832236016</c:v>
                </c:pt>
                <c:pt idx="2523">
                  <c:v>0.29563125302486981</c:v>
                </c:pt>
                <c:pt idx="2524">
                  <c:v>0.30348649931085514</c:v>
                </c:pt>
                <c:pt idx="2525">
                  <c:v>0.31554195928640327</c:v>
                </c:pt>
                <c:pt idx="2526">
                  <c:v>0.31096553810040389</c:v>
                </c:pt>
                <c:pt idx="2527">
                  <c:v>0.31278014343230909</c:v>
                </c:pt>
                <c:pt idx="2528">
                  <c:v>0.31397599892540862</c:v>
                </c:pt>
                <c:pt idx="2529">
                  <c:v>0.31476643374085511</c:v>
                </c:pt>
                <c:pt idx="2530">
                  <c:v>0.31554724581187105</c:v>
                </c:pt>
                <c:pt idx="2531">
                  <c:v>0.28589424503048927</c:v>
                </c:pt>
                <c:pt idx="2532">
                  <c:v>0.26999599061263119</c:v>
                </c:pt>
                <c:pt idx="2533">
                  <c:v>0.27779717596724263</c:v>
                </c:pt>
                <c:pt idx="2534">
                  <c:v>0.25565889207343517</c:v>
                </c:pt>
                <c:pt idx="2535">
                  <c:v>0.24748738062253908</c:v>
                </c:pt>
                <c:pt idx="2536">
                  <c:v>0.25817022479055007</c:v>
                </c:pt>
                <c:pt idx="2537">
                  <c:v>0.28649346812685311</c:v>
                </c:pt>
                <c:pt idx="2538">
                  <c:v>0.30423679710540991</c:v>
                </c:pt>
                <c:pt idx="2539">
                  <c:v>0.31736607432093672</c:v>
                </c:pt>
                <c:pt idx="2540">
                  <c:v>0.31150563903671208</c:v>
                </c:pt>
                <c:pt idx="2541">
                  <c:v>0.31699647574151912</c:v>
                </c:pt>
                <c:pt idx="2542">
                  <c:v>0.34001326918952379</c:v>
                </c:pt>
                <c:pt idx="2543">
                  <c:v>0.33681914083470615</c:v>
                </c:pt>
                <c:pt idx="2544">
                  <c:v>0.33923166602477717</c:v>
                </c:pt>
                <c:pt idx="2545">
                  <c:v>0.34089325317104197</c:v>
                </c:pt>
                <c:pt idx="2546">
                  <c:v>0.34771686208147101</c:v>
                </c:pt>
                <c:pt idx="2547">
                  <c:v>0.33947185993528933</c:v>
                </c:pt>
                <c:pt idx="2548">
                  <c:v>0.33148089607142533</c:v>
                </c:pt>
                <c:pt idx="2549">
                  <c:v>0.34362452155576551</c:v>
                </c:pt>
                <c:pt idx="2550">
                  <c:v>0.34910450557146211</c:v>
                </c:pt>
                <c:pt idx="2551">
                  <c:v>0.34063629824431763</c:v>
                </c:pt>
                <c:pt idx="2552">
                  <c:v>0.33279652329358833</c:v>
                </c:pt>
                <c:pt idx="2553">
                  <c:v>0.31850347532184337</c:v>
                </c:pt>
                <c:pt idx="2554">
                  <c:v>0.27670725054104239</c:v>
                </c:pt>
                <c:pt idx="2555">
                  <c:v>0.26687147041605391</c:v>
                </c:pt>
                <c:pt idx="2556">
                  <c:v>0.23760705749259553</c:v>
                </c:pt>
                <c:pt idx="2557">
                  <c:v>0.23299523621298981</c:v>
                </c:pt>
                <c:pt idx="2558">
                  <c:v>0.21332298977876615</c:v>
                </c:pt>
                <c:pt idx="2559">
                  <c:v>0.221226852741047</c:v>
                </c:pt>
                <c:pt idx="2560">
                  <c:v>0.21285108491810636</c:v>
                </c:pt>
                <c:pt idx="2561">
                  <c:v>0.21170638220434979</c:v>
                </c:pt>
                <c:pt idx="2562">
                  <c:v>0.22117806941993315</c:v>
                </c:pt>
                <c:pt idx="2563">
                  <c:v>0.24134345260126019</c:v>
                </c:pt>
                <c:pt idx="2564">
                  <c:v>0.25740183094535685</c:v>
                </c:pt>
                <c:pt idx="2565">
                  <c:v>0.25401975594636617</c:v>
                </c:pt>
                <c:pt idx="2566">
                  <c:v>0.26522124398640851</c:v>
                </c:pt>
                <c:pt idx="2567">
                  <c:v>0.27117840344676186</c:v>
                </c:pt>
                <c:pt idx="2568">
                  <c:v>0.29664324438458872</c:v>
                </c:pt>
                <c:pt idx="2569">
                  <c:v>0.31339679935951614</c:v>
                </c:pt>
                <c:pt idx="2570">
                  <c:v>0.31113679701740588</c:v>
                </c:pt>
                <c:pt idx="2571">
                  <c:v>0.31617415721436826</c:v>
                </c:pt>
                <c:pt idx="2572">
                  <c:v>0.32189505389664164</c:v>
                </c:pt>
                <c:pt idx="2573">
                  <c:v>0.32445701626363516</c:v>
                </c:pt>
                <c:pt idx="2574">
                  <c:v>0.32378966170530005</c:v>
                </c:pt>
                <c:pt idx="2575">
                  <c:v>0.3286790966226022</c:v>
                </c:pt>
                <c:pt idx="2576">
                  <c:v>0.37066858677882236</c:v>
                </c:pt>
                <c:pt idx="2577">
                  <c:v>0.35307847989383562</c:v>
                </c:pt>
                <c:pt idx="2578">
                  <c:v>0.30910066316552121</c:v>
                </c:pt>
                <c:pt idx="2579">
                  <c:v>0.28636217426770216</c:v>
                </c:pt>
                <c:pt idx="2580">
                  <c:v>0.26574188723788167</c:v>
                </c:pt>
                <c:pt idx="2581">
                  <c:v>0.24905151471907863</c:v>
                </c:pt>
                <c:pt idx="2582">
                  <c:v>0.22339286108285084</c:v>
                </c:pt>
                <c:pt idx="2583">
                  <c:v>0.23479986454643256</c:v>
                </c:pt>
                <c:pt idx="2584">
                  <c:v>0.23550879621764831</c:v>
                </c:pt>
                <c:pt idx="2585">
                  <c:v>0.24932769407698388</c:v>
                </c:pt>
                <c:pt idx="2586">
                  <c:v>0.25296627514605868</c:v>
                </c:pt>
                <c:pt idx="2587">
                  <c:v>0.25630605248985622</c:v>
                </c:pt>
                <c:pt idx="2588">
                  <c:v>0.25197814129929375</c:v>
                </c:pt>
                <c:pt idx="2589">
                  <c:v>0.25033275700405661</c:v>
                </c:pt>
                <c:pt idx="2590">
                  <c:v>0.26443515035117071</c:v>
                </c:pt>
                <c:pt idx="2591">
                  <c:v>0.23833144183348928</c:v>
                </c:pt>
                <c:pt idx="2592">
                  <c:v>0.25912292552476474</c:v>
                </c:pt>
                <c:pt idx="2593">
                  <c:v>0.27071460638508099</c:v>
                </c:pt>
                <c:pt idx="2594">
                  <c:v>0.29527099626175557</c:v>
                </c:pt>
                <c:pt idx="2595">
                  <c:v>0.28533949960153204</c:v>
                </c:pt>
                <c:pt idx="2596">
                  <c:v>0.29644837121905776</c:v>
                </c:pt>
                <c:pt idx="2597">
                  <c:v>0.31424580456578977</c:v>
                </c:pt>
                <c:pt idx="2598">
                  <c:v>0.31016495025930813</c:v>
                </c:pt>
                <c:pt idx="2599">
                  <c:v>0.2962840791987093</c:v>
                </c:pt>
                <c:pt idx="2600">
                  <c:v>0.29357967332159268</c:v>
                </c:pt>
                <c:pt idx="2601">
                  <c:v>0.26889227892842588</c:v>
                </c:pt>
                <c:pt idx="2602">
                  <c:v>0.24606027348603732</c:v>
                </c:pt>
                <c:pt idx="2603">
                  <c:v>0.22651278409906209</c:v>
                </c:pt>
                <c:pt idx="2604">
                  <c:v>0.20431341741219719</c:v>
                </c:pt>
                <c:pt idx="2605">
                  <c:v>0.18487246240608288</c:v>
                </c:pt>
                <c:pt idx="2606">
                  <c:v>0.19368097139463011</c:v>
                </c:pt>
                <c:pt idx="2607">
                  <c:v>0.19681783643011533</c:v>
                </c:pt>
                <c:pt idx="2608">
                  <c:v>0.20103574069829638</c:v>
                </c:pt>
                <c:pt idx="2609">
                  <c:v>0.20207100395347169</c:v>
                </c:pt>
                <c:pt idx="2610">
                  <c:v>0.18856970851635438</c:v>
                </c:pt>
                <c:pt idx="2611">
                  <c:v>0.1965225420913049</c:v>
                </c:pt>
                <c:pt idx="2612">
                  <c:v>0.18074310246855332</c:v>
                </c:pt>
                <c:pt idx="2613">
                  <c:v>0.18917934027012867</c:v>
                </c:pt>
                <c:pt idx="2614">
                  <c:v>0.19467970498915843</c:v>
                </c:pt>
                <c:pt idx="2615">
                  <c:v>0.18988224645058707</c:v>
                </c:pt>
                <c:pt idx="2616">
                  <c:v>0.19360818548234918</c:v>
                </c:pt>
                <c:pt idx="2617">
                  <c:v>0.18577052999063715</c:v>
                </c:pt>
                <c:pt idx="2618">
                  <c:v>0.19464955225117331</c:v>
                </c:pt>
                <c:pt idx="2619">
                  <c:v>0.20662609194718254</c:v>
                </c:pt>
                <c:pt idx="2620">
                  <c:v>0.20769505041404304</c:v>
                </c:pt>
                <c:pt idx="2621">
                  <c:v>0.20206980076247444</c:v>
                </c:pt>
                <c:pt idx="2622">
                  <c:v>0.19738722550378154</c:v>
                </c:pt>
                <c:pt idx="2623">
                  <c:v>0.19481977667093087</c:v>
                </c:pt>
                <c:pt idx="2624">
                  <c:v>0.19498089287555614</c:v>
                </c:pt>
                <c:pt idx="2625">
                  <c:v>0.19436278574215768</c:v>
                </c:pt>
                <c:pt idx="2626">
                  <c:v>0.19242719168143765</c:v>
                </c:pt>
                <c:pt idx="2627">
                  <c:v>0.18729141543952896</c:v>
                </c:pt>
                <c:pt idx="2628">
                  <c:v>0.18789810648406186</c:v>
                </c:pt>
                <c:pt idx="2629">
                  <c:v>0.17657468336376078</c:v>
                </c:pt>
                <c:pt idx="2630">
                  <c:v>0.16543524539219859</c:v>
                </c:pt>
                <c:pt idx="2631">
                  <c:v>0.17379385227835201</c:v>
                </c:pt>
                <c:pt idx="2632">
                  <c:v>0.16555969865887357</c:v>
                </c:pt>
                <c:pt idx="2633">
                  <c:v>0.1722065153413419</c:v>
                </c:pt>
                <c:pt idx="2634">
                  <c:v>0.15937903790783409</c:v>
                </c:pt>
                <c:pt idx="2635">
                  <c:v>0.17334548814483267</c:v>
                </c:pt>
                <c:pt idx="2636">
                  <c:v>0.1835977560423403</c:v>
                </c:pt>
                <c:pt idx="2637">
                  <c:v>0.1852188010596042</c:v>
                </c:pt>
                <c:pt idx="2638">
                  <c:v>0.18806089022303588</c:v>
                </c:pt>
                <c:pt idx="2639">
                  <c:v>0.19443761273226923</c:v>
                </c:pt>
                <c:pt idx="2640">
                  <c:v>0.21552584704987435</c:v>
                </c:pt>
                <c:pt idx="2641">
                  <c:v>0.23025603933743166</c:v>
                </c:pt>
                <c:pt idx="2642">
                  <c:v>0.23545817968823607</c:v>
                </c:pt>
                <c:pt idx="2643">
                  <c:v>0.22465932508902364</c:v>
                </c:pt>
                <c:pt idx="2644">
                  <c:v>0.22472174251848753</c:v>
                </c:pt>
                <c:pt idx="2645">
                  <c:v>0.22800759048311561</c:v>
                </c:pt>
                <c:pt idx="2646">
                  <c:v>0.22826132014416067</c:v>
                </c:pt>
                <c:pt idx="2647">
                  <c:v>0.22496261509990059</c:v>
                </c:pt>
                <c:pt idx="2648">
                  <c:v>0.2217506368654108</c:v>
                </c:pt>
                <c:pt idx="2649">
                  <c:v>0.22466914054847589</c:v>
                </c:pt>
                <c:pt idx="2650">
                  <c:v>0.23316304956665401</c:v>
                </c:pt>
                <c:pt idx="2651">
                  <c:v>0.24280332462158016</c:v>
                </c:pt>
                <c:pt idx="2652">
                  <c:v>0.22061845522111412</c:v>
                </c:pt>
                <c:pt idx="2653">
                  <c:v>0.24158936500540859</c:v>
                </c:pt>
                <c:pt idx="2654">
                  <c:v>0.24189790984159826</c:v>
                </c:pt>
                <c:pt idx="2655">
                  <c:v>0.22826527333640184</c:v>
                </c:pt>
                <c:pt idx="2656">
                  <c:v>0.24236916194777355</c:v>
                </c:pt>
                <c:pt idx="2657">
                  <c:v>0.22639735471749234</c:v>
                </c:pt>
                <c:pt idx="2658">
                  <c:v>0.23155163973203224</c:v>
                </c:pt>
                <c:pt idx="2659">
                  <c:v>0.24276581680559325</c:v>
                </c:pt>
                <c:pt idx="2660">
                  <c:v>0.24693364746625385</c:v>
                </c:pt>
                <c:pt idx="2661">
                  <c:v>0.24700951179355923</c:v>
                </c:pt>
                <c:pt idx="2662">
                  <c:v>0.25617562182232778</c:v>
                </c:pt>
                <c:pt idx="2663">
                  <c:v>0.26503085339628607</c:v>
                </c:pt>
                <c:pt idx="2664">
                  <c:v>0.2571239330644628</c:v>
                </c:pt>
                <c:pt idx="2665">
                  <c:v>0.26238235391395109</c:v>
                </c:pt>
                <c:pt idx="2666">
                  <c:v>0.24887233989844407</c:v>
                </c:pt>
                <c:pt idx="2667">
                  <c:v>0.24844648998767518</c:v>
                </c:pt>
                <c:pt idx="2668">
                  <c:v>0.24378667406684482</c:v>
                </c:pt>
                <c:pt idx="2669">
                  <c:v>0.24118684192276132</c:v>
                </c:pt>
                <c:pt idx="2670">
                  <c:v>0.24023673910695831</c:v>
                </c:pt>
                <c:pt idx="2671">
                  <c:v>0.24251620277580452</c:v>
                </c:pt>
                <c:pt idx="2672">
                  <c:v>0.24274364334641707</c:v>
                </c:pt>
                <c:pt idx="2673">
                  <c:v>0.27518709003396546</c:v>
                </c:pt>
                <c:pt idx="2674">
                  <c:v>0.27119733183430161</c:v>
                </c:pt>
                <c:pt idx="2675">
                  <c:v>0.28358139600736287</c:v>
                </c:pt>
                <c:pt idx="2676">
                  <c:v>0.23854560061800625</c:v>
                </c:pt>
                <c:pt idx="2677">
                  <c:v>0.27219489349454445</c:v>
                </c:pt>
                <c:pt idx="2678">
                  <c:v>0.27743000101544846</c:v>
                </c:pt>
                <c:pt idx="2679">
                  <c:v>0.24671640434586009</c:v>
                </c:pt>
                <c:pt idx="2680">
                  <c:v>0.26206752661114069</c:v>
                </c:pt>
                <c:pt idx="2681">
                  <c:v>0.24564876769067195</c:v>
                </c:pt>
                <c:pt idx="2682">
                  <c:v>0.24365156464293403</c:v>
                </c:pt>
                <c:pt idx="2683">
                  <c:v>0.25987997966512066</c:v>
                </c:pt>
                <c:pt idx="2684">
                  <c:v>0.26222172219969625</c:v>
                </c:pt>
                <c:pt idx="2685">
                  <c:v>0.26760335042940497</c:v>
                </c:pt>
                <c:pt idx="2686">
                  <c:v>0.275317463777701</c:v>
                </c:pt>
                <c:pt idx="2687">
                  <c:v>0.25861521668844356</c:v>
                </c:pt>
                <c:pt idx="2688">
                  <c:v>0.2623829685067352</c:v>
                </c:pt>
                <c:pt idx="2689">
                  <c:v>0.25405701664195296</c:v>
                </c:pt>
                <c:pt idx="2690">
                  <c:v>0.27641669517926881</c:v>
                </c:pt>
                <c:pt idx="2691">
                  <c:v>0.28753079680190796</c:v>
                </c:pt>
                <c:pt idx="2692">
                  <c:v>0.28866413112099293</c:v>
                </c:pt>
                <c:pt idx="2693">
                  <c:v>0.27721299570320318</c:v>
                </c:pt>
                <c:pt idx="2694">
                  <c:v>0.28922352057454342</c:v>
                </c:pt>
                <c:pt idx="2695">
                  <c:v>0.30028077761989524</c:v>
                </c:pt>
                <c:pt idx="2696">
                  <c:v>0.30185336099407151</c:v>
                </c:pt>
                <c:pt idx="2697">
                  <c:v>0.30407422482118945</c:v>
                </c:pt>
                <c:pt idx="2698">
                  <c:v>0.29420655311006483</c:v>
                </c:pt>
                <c:pt idx="2699">
                  <c:v>0.25318369580493744</c:v>
                </c:pt>
                <c:pt idx="2700">
                  <c:v>0.25600047113759544</c:v>
                </c:pt>
                <c:pt idx="2701">
                  <c:v>0.26229863191637903</c:v>
                </c:pt>
                <c:pt idx="2702">
                  <c:v>0.25827993784940101</c:v>
                </c:pt>
                <c:pt idx="2703">
                  <c:v>0.24409494431964796</c:v>
                </c:pt>
                <c:pt idx="2704">
                  <c:v>0.24313887615530658</c:v>
                </c:pt>
                <c:pt idx="2705">
                  <c:v>0.25359856384727797</c:v>
                </c:pt>
                <c:pt idx="2706">
                  <c:v>0.26829620044165842</c:v>
                </c:pt>
                <c:pt idx="2707">
                  <c:v>0.26217850989826091</c:v>
                </c:pt>
                <c:pt idx="2708">
                  <c:v>0.25899925251638445</c:v>
                </c:pt>
                <c:pt idx="2709">
                  <c:v>0.25726445961241218</c:v>
                </c:pt>
                <c:pt idx="2710">
                  <c:v>0.25270735729735905</c:v>
                </c:pt>
                <c:pt idx="2711">
                  <c:v>0.25622597970562039</c:v>
                </c:pt>
                <c:pt idx="2712">
                  <c:v>0.25701857396032268</c:v>
                </c:pt>
                <c:pt idx="2713">
                  <c:v>0.25210910725758817</c:v>
                </c:pt>
                <c:pt idx="2714">
                  <c:v>0.26415411115777576</c:v>
                </c:pt>
                <c:pt idx="2715">
                  <c:v>0.26703488642406198</c:v>
                </c:pt>
                <c:pt idx="2716">
                  <c:v>0.26858690651065542</c:v>
                </c:pt>
                <c:pt idx="2717">
                  <c:v>0.25528212393629135</c:v>
                </c:pt>
                <c:pt idx="2718">
                  <c:v>0.26494747891922976</c:v>
                </c:pt>
                <c:pt idx="2719">
                  <c:v>0.25689205757359057</c:v>
                </c:pt>
                <c:pt idx="2720">
                  <c:v>0.26476133652893807</c:v>
                </c:pt>
                <c:pt idx="2721">
                  <c:v>0.24256822240503487</c:v>
                </c:pt>
                <c:pt idx="2722">
                  <c:v>0.25162844209477331</c:v>
                </c:pt>
                <c:pt idx="2723">
                  <c:v>0.24970880745412444</c:v>
                </c:pt>
                <c:pt idx="2724">
                  <c:v>0.2411791425086747</c:v>
                </c:pt>
                <c:pt idx="2725">
                  <c:v>0.24589872113519437</c:v>
                </c:pt>
                <c:pt idx="2726">
                  <c:v>0.24120547240765366</c:v>
                </c:pt>
                <c:pt idx="2727">
                  <c:v>0.22148432231635415</c:v>
                </c:pt>
                <c:pt idx="2728">
                  <c:v>0.22267718100774975</c:v>
                </c:pt>
                <c:pt idx="2729">
                  <c:v>0.22776452671331179</c:v>
                </c:pt>
                <c:pt idx="2730">
                  <c:v>0.23142261358046384</c:v>
                </c:pt>
                <c:pt idx="2731">
                  <c:v>0.22971850870226151</c:v>
                </c:pt>
                <c:pt idx="2732">
                  <c:v>0.24140429825872145</c:v>
                </c:pt>
                <c:pt idx="2733">
                  <c:v>0.24942181945695235</c:v>
                </c:pt>
                <c:pt idx="2734">
                  <c:v>0.23972468697345542</c:v>
                </c:pt>
                <c:pt idx="2735">
                  <c:v>0.24628373458703082</c:v>
                </c:pt>
                <c:pt idx="2736">
                  <c:v>0.23055809424550044</c:v>
                </c:pt>
                <c:pt idx="2737">
                  <c:v>0.23232662590794956</c:v>
                </c:pt>
                <c:pt idx="2738">
                  <c:v>0.2346061809539923</c:v>
                </c:pt>
                <c:pt idx="2739">
                  <c:v>0.24338776099758833</c:v>
                </c:pt>
                <c:pt idx="2740">
                  <c:v>0.23936348473217425</c:v>
                </c:pt>
                <c:pt idx="2741">
                  <c:v>0.24856107682597584</c:v>
                </c:pt>
                <c:pt idx="2742">
                  <c:v>0.24711429860742953</c:v>
                </c:pt>
                <c:pt idx="2743">
                  <c:v>0.24675755543804115</c:v>
                </c:pt>
                <c:pt idx="2744">
                  <c:v>0.25305050216310504</c:v>
                </c:pt>
                <c:pt idx="2745">
                  <c:v>0.25126087961866689</c:v>
                </c:pt>
                <c:pt idx="2746">
                  <c:v>0.26740644108299549</c:v>
                </c:pt>
                <c:pt idx="2747">
                  <c:v>0.27865499024128698</c:v>
                </c:pt>
                <c:pt idx="2748">
                  <c:v>0.22985115187192817</c:v>
                </c:pt>
                <c:pt idx="2749">
                  <c:v>0.20588823879037704</c:v>
                </c:pt>
                <c:pt idx="2750">
                  <c:v>0.18298486887153814</c:v>
                </c:pt>
                <c:pt idx="2751">
                  <c:v>0.18461664596654698</c:v>
                </c:pt>
                <c:pt idx="2752">
                  <c:v>0.18405765314615599</c:v>
                </c:pt>
                <c:pt idx="2753">
                  <c:v>0.1798622622437766</c:v>
                </c:pt>
                <c:pt idx="2754">
                  <c:v>0.17744480081281055</c:v>
                </c:pt>
                <c:pt idx="2755">
                  <c:v>0.19069733886310791</c:v>
                </c:pt>
                <c:pt idx="2756">
                  <c:v>0.20475570114382177</c:v>
                </c:pt>
                <c:pt idx="2757">
                  <c:v>0.21506186080549</c:v>
                </c:pt>
                <c:pt idx="2758">
                  <c:v>0.21535825199152592</c:v>
                </c:pt>
                <c:pt idx="2759">
                  <c:v>0.20827286890419705</c:v>
                </c:pt>
                <c:pt idx="2760">
                  <c:v>0.20460126999131195</c:v>
                </c:pt>
                <c:pt idx="2761">
                  <c:v>0.20827104005993519</c:v>
                </c:pt>
                <c:pt idx="2762">
                  <c:v>0.21332300840638271</c:v>
                </c:pt>
                <c:pt idx="2763">
                  <c:v>0.215775125301962</c:v>
                </c:pt>
                <c:pt idx="2764">
                  <c:v>0.20691905139637257</c:v>
                </c:pt>
                <c:pt idx="2765">
                  <c:v>0.21294257852081733</c:v>
                </c:pt>
                <c:pt idx="2766">
                  <c:v>0.21172602294716722</c:v>
                </c:pt>
                <c:pt idx="2767">
                  <c:v>0.21199525150313581</c:v>
                </c:pt>
                <c:pt idx="2768">
                  <c:v>0.22433321537498135</c:v>
                </c:pt>
                <c:pt idx="2769">
                  <c:v>0.22268481214916988</c:v>
                </c:pt>
                <c:pt idx="2770">
                  <c:v>0.20265591486463128</c:v>
                </c:pt>
                <c:pt idx="2771">
                  <c:v>0.19626824334115436</c:v>
                </c:pt>
                <c:pt idx="2772">
                  <c:v>0.17633268637144869</c:v>
                </c:pt>
                <c:pt idx="2773">
                  <c:v>0.17773870294921643</c:v>
                </c:pt>
                <c:pt idx="2774">
                  <c:v>0.17542234445243016</c:v>
                </c:pt>
                <c:pt idx="2775">
                  <c:v>0.16833435158368676</c:v>
                </c:pt>
                <c:pt idx="2776">
                  <c:v>0.18075973434665937</c:v>
                </c:pt>
                <c:pt idx="2777">
                  <c:v>0.18043035969733393</c:v>
                </c:pt>
                <c:pt idx="2778">
                  <c:v>0.19543661413039506</c:v>
                </c:pt>
                <c:pt idx="2779">
                  <c:v>0.21368214638658029</c:v>
                </c:pt>
                <c:pt idx="2780">
                  <c:v>0.23439193843671921</c:v>
                </c:pt>
                <c:pt idx="2781">
                  <c:v>0.26181582425756916</c:v>
                </c:pt>
                <c:pt idx="2782">
                  <c:v>0.27105133377798074</c:v>
                </c:pt>
                <c:pt idx="2783">
                  <c:v>0.2873130630531443</c:v>
                </c:pt>
                <c:pt idx="2784">
                  <c:v>0.30386823182001604</c:v>
                </c:pt>
                <c:pt idx="2785">
                  <c:v>0.31892765413806051</c:v>
                </c:pt>
                <c:pt idx="2786">
                  <c:v>0.34975739404726292</c:v>
                </c:pt>
                <c:pt idx="2787">
                  <c:v>0.35610847220362857</c:v>
                </c:pt>
                <c:pt idx="2788">
                  <c:v>0.36409833477425019</c:v>
                </c:pt>
                <c:pt idx="2789">
                  <c:v>0.39231398903815667</c:v>
                </c:pt>
                <c:pt idx="2790">
                  <c:v>0.39848847326305781</c:v>
                </c:pt>
                <c:pt idx="2791">
                  <c:v>0.40393669551085332</c:v>
                </c:pt>
                <c:pt idx="2792">
                  <c:v>0.41784470470876789</c:v>
                </c:pt>
                <c:pt idx="2793">
                  <c:v>0.42151661379824235</c:v>
                </c:pt>
                <c:pt idx="2794">
                  <c:v>0.40017131107176779</c:v>
                </c:pt>
                <c:pt idx="2795">
                  <c:v>0.39670705017983215</c:v>
                </c:pt>
                <c:pt idx="2796">
                  <c:v>0.36010865869453873</c:v>
                </c:pt>
                <c:pt idx="2797">
                  <c:v>0.39477643178243604</c:v>
                </c:pt>
                <c:pt idx="2798">
                  <c:v>0.38994867108100378</c:v>
                </c:pt>
                <c:pt idx="2799">
                  <c:v>0.38246562315399163</c:v>
                </c:pt>
                <c:pt idx="2800">
                  <c:v>0.39278743197607646</c:v>
                </c:pt>
                <c:pt idx="2801">
                  <c:v>0.3701290484029876</c:v>
                </c:pt>
                <c:pt idx="2802">
                  <c:v>0.34335975887420211</c:v>
                </c:pt>
                <c:pt idx="2803">
                  <c:v>0.34681743593741926</c:v>
                </c:pt>
                <c:pt idx="2804">
                  <c:v>0.36588565606586221</c:v>
                </c:pt>
                <c:pt idx="2805">
                  <c:v>0.34403079063196601</c:v>
                </c:pt>
                <c:pt idx="2806">
                  <c:v>0.33437709203647692</c:v>
                </c:pt>
                <c:pt idx="2807">
                  <c:v>0.33074903802310596</c:v>
                </c:pt>
                <c:pt idx="2808">
                  <c:v>0.31983646122030956</c:v>
                </c:pt>
                <c:pt idx="2809">
                  <c:v>0.29821192470099339</c:v>
                </c:pt>
                <c:pt idx="2810">
                  <c:v>0.28861088222595177</c:v>
                </c:pt>
                <c:pt idx="2811">
                  <c:v>0.28366562904808745</c:v>
                </c:pt>
                <c:pt idx="2812">
                  <c:v>0.28492558656748246</c:v>
                </c:pt>
                <c:pt idx="2813">
                  <c:v>0.28600028683049689</c:v>
                </c:pt>
                <c:pt idx="2814">
                  <c:v>0.29401238954343867</c:v>
                </c:pt>
                <c:pt idx="2815">
                  <c:v>0.30380296249924615</c:v>
                </c:pt>
                <c:pt idx="2816">
                  <c:v>0.32047067726064471</c:v>
                </c:pt>
                <c:pt idx="2817">
                  <c:v>0.31662575967901729</c:v>
                </c:pt>
                <c:pt idx="2818">
                  <c:v>0.32201051150746535</c:v>
                </c:pt>
                <c:pt idx="2819">
                  <c:v>0.3255647058805699</c:v>
                </c:pt>
                <c:pt idx="2820">
                  <c:v>0.29048482079911148</c:v>
                </c:pt>
                <c:pt idx="2821">
                  <c:v>0.27862664869496173</c:v>
                </c:pt>
                <c:pt idx="2822">
                  <c:v>0.27650743535133726</c:v>
                </c:pt>
                <c:pt idx="2823">
                  <c:v>0.27317898653035355</c:v>
                </c:pt>
                <c:pt idx="2824">
                  <c:v>0.27993154857557162</c:v>
                </c:pt>
                <c:pt idx="2825">
                  <c:v>0.26446345612035027</c:v>
                </c:pt>
                <c:pt idx="2826">
                  <c:v>0.27863206116766986</c:v>
                </c:pt>
                <c:pt idx="2827">
                  <c:v>0.27544138323955097</c:v>
                </c:pt>
                <c:pt idx="2828">
                  <c:v>0.28376433241243576</c:v>
                </c:pt>
                <c:pt idx="2829">
                  <c:v>0.2812185545766962</c:v>
                </c:pt>
                <c:pt idx="2830">
                  <c:v>0.2813396954367528</c:v>
                </c:pt>
                <c:pt idx="2831">
                  <c:v>0.28291670864866492</c:v>
                </c:pt>
                <c:pt idx="2832">
                  <c:v>0.29682772622403997</c:v>
                </c:pt>
                <c:pt idx="2833">
                  <c:v>0.29363194438712409</c:v>
                </c:pt>
                <c:pt idx="2834">
                  <c:v>0.2943074617310939</c:v>
                </c:pt>
                <c:pt idx="2835">
                  <c:v>0.31435304474004827</c:v>
                </c:pt>
                <c:pt idx="2836">
                  <c:v>0.33057171550142189</c:v>
                </c:pt>
                <c:pt idx="2837">
                  <c:v>0.3494587899335127</c:v>
                </c:pt>
                <c:pt idx="2838">
                  <c:v>0.33749743216447115</c:v>
                </c:pt>
                <c:pt idx="2839">
                  <c:v>0.34842578627249365</c:v>
                </c:pt>
                <c:pt idx="2840">
                  <c:v>0.33966507463872503</c:v>
                </c:pt>
                <c:pt idx="2841">
                  <c:v>0.3246975846345147</c:v>
                </c:pt>
                <c:pt idx="2842">
                  <c:v>0.29559436628264768</c:v>
                </c:pt>
                <c:pt idx="2843">
                  <c:v>0.25823410581090933</c:v>
                </c:pt>
                <c:pt idx="2844">
                  <c:v>0.23848188159038841</c:v>
                </c:pt>
                <c:pt idx="2845">
                  <c:v>0.22246224592964747</c:v>
                </c:pt>
                <c:pt idx="2846">
                  <c:v>0.25208383460414818</c:v>
                </c:pt>
                <c:pt idx="2847">
                  <c:v>0.26372739499744485</c:v>
                </c:pt>
                <c:pt idx="2848">
                  <c:v>0.25389026722237618</c:v>
                </c:pt>
                <c:pt idx="2849">
                  <c:v>0.26214855797826464</c:v>
                </c:pt>
                <c:pt idx="2850">
                  <c:v>0.25311976095398359</c:v>
                </c:pt>
                <c:pt idx="2851">
                  <c:v>0.25071337030126711</c:v>
                </c:pt>
                <c:pt idx="2852">
                  <c:v>0.24950461383349445</c:v>
                </c:pt>
                <c:pt idx="2853">
                  <c:v>0.24247694976626985</c:v>
                </c:pt>
                <c:pt idx="2854">
                  <c:v>0.23614923182851916</c:v>
                </c:pt>
                <c:pt idx="2855">
                  <c:v>0.22971803124566437</c:v>
                </c:pt>
                <c:pt idx="2856">
                  <c:v>0.24113125630062832</c:v>
                </c:pt>
                <c:pt idx="2857">
                  <c:v>0.24015543329468778</c:v>
                </c:pt>
                <c:pt idx="2858">
                  <c:v>0.23704227130937519</c:v>
                </c:pt>
                <c:pt idx="2859">
                  <c:v>0.23369249193708261</c:v>
                </c:pt>
                <c:pt idx="2860">
                  <c:v>0.21557669682352212</c:v>
                </c:pt>
                <c:pt idx="2861">
                  <c:v>0.23757520633969853</c:v>
                </c:pt>
                <c:pt idx="2862">
                  <c:v>0.23881496060640406</c:v>
                </c:pt>
                <c:pt idx="2863">
                  <c:v>0.2513556040071015</c:v>
                </c:pt>
                <c:pt idx="2864">
                  <c:v>0.23432004111148047</c:v>
                </c:pt>
                <c:pt idx="2865">
                  <c:v>0.19880914047094597</c:v>
                </c:pt>
                <c:pt idx="2866">
                  <c:v>0.17563958608655739</c:v>
                </c:pt>
                <c:pt idx="2867">
                  <c:v>0.16568832838237865</c:v>
                </c:pt>
                <c:pt idx="2868">
                  <c:v>0.17181039112232974</c:v>
                </c:pt>
                <c:pt idx="2869">
                  <c:v>0.16331125630279134</c:v>
                </c:pt>
                <c:pt idx="2870">
                  <c:v>0.16133372786687594</c:v>
                </c:pt>
                <c:pt idx="2871">
                  <c:v>0.16295906831390153</c:v>
                </c:pt>
                <c:pt idx="2872">
                  <c:v>0.16920546247426241</c:v>
                </c:pt>
                <c:pt idx="2873">
                  <c:v>0.19523081638139583</c:v>
                </c:pt>
                <c:pt idx="2874">
                  <c:v>0.20951548756252653</c:v>
                </c:pt>
                <c:pt idx="2875">
                  <c:v>0.20434342238736025</c:v>
                </c:pt>
                <c:pt idx="2876">
                  <c:v>0.22138260832041387</c:v>
                </c:pt>
                <c:pt idx="2877">
                  <c:v>0.2224963498842335</c:v>
                </c:pt>
                <c:pt idx="2878">
                  <c:v>0.2350210500592966</c:v>
                </c:pt>
                <c:pt idx="2879">
                  <c:v>0.24974329422369923</c:v>
                </c:pt>
                <c:pt idx="2880">
                  <c:v>0.24597047613712422</c:v>
                </c:pt>
                <c:pt idx="2881">
                  <c:v>0.25176957249995385</c:v>
                </c:pt>
                <c:pt idx="2882">
                  <c:v>0.25322414411222743</c:v>
                </c:pt>
                <c:pt idx="2883">
                  <c:v>0.28271361444948312</c:v>
                </c:pt>
                <c:pt idx="2884">
                  <c:v>0.31546332930028426</c:v>
                </c:pt>
                <c:pt idx="2885">
                  <c:v>0.33863190866917853</c:v>
                </c:pt>
                <c:pt idx="2886">
                  <c:v>0.31968884449791796</c:v>
                </c:pt>
                <c:pt idx="2887">
                  <c:v>0.32730840473466333</c:v>
                </c:pt>
                <c:pt idx="2888">
                  <c:v>0.33896122010593371</c:v>
                </c:pt>
                <c:pt idx="2889">
                  <c:v>0.35083926694324513</c:v>
                </c:pt>
                <c:pt idx="2890">
                  <c:v>0.36966631490266222</c:v>
                </c:pt>
                <c:pt idx="2891">
                  <c:v>0.36975124494703238</c:v>
                </c:pt>
                <c:pt idx="2892">
                  <c:v>0.35666662695175583</c:v>
                </c:pt>
                <c:pt idx="2893">
                  <c:v>0.36941300770554258</c:v>
                </c:pt>
                <c:pt idx="2894">
                  <c:v>0.36237686058900864</c:v>
                </c:pt>
                <c:pt idx="2895">
                  <c:v>0.35573649347990505</c:v>
                </c:pt>
                <c:pt idx="2896">
                  <c:v>0.36627083313526809</c:v>
                </c:pt>
                <c:pt idx="2897">
                  <c:v>0.35082788549228666</c:v>
                </c:pt>
                <c:pt idx="2898">
                  <c:v>0.35945906580962211</c:v>
                </c:pt>
                <c:pt idx="2899">
                  <c:v>0.35741251647588834</c:v>
                </c:pt>
                <c:pt idx="2900">
                  <c:v>0.35076274868734281</c:v>
                </c:pt>
                <c:pt idx="2901">
                  <c:v>0.34692212632358022</c:v>
                </c:pt>
                <c:pt idx="2902">
                  <c:v>0.33733656081969476</c:v>
                </c:pt>
                <c:pt idx="2903">
                  <c:v>0.34296347865992305</c:v>
                </c:pt>
                <c:pt idx="2904">
                  <c:v>0.33962997832631142</c:v>
                </c:pt>
                <c:pt idx="2905">
                  <c:v>0.34050414551262803</c:v>
                </c:pt>
                <c:pt idx="2906">
                  <c:v>0.34397702948371695</c:v>
                </c:pt>
                <c:pt idx="2907">
                  <c:v>0.33546327474160009</c:v>
                </c:pt>
                <c:pt idx="2908">
                  <c:v>0.32893566764781379</c:v>
                </c:pt>
                <c:pt idx="2909">
                  <c:v>0.33391315734089694</c:v>
                </c:pt>
                <c:pt idx="2910">
                  <c:v>0.33006585345097333</c:v>
                </c:pt>
                <c:pt idx="2911">
                  <c:v>0.32669809779544828</c:v>
                </c:pt>
                <c:pt idx="2912">
                  <c:v>0.33192296294961715</c:v>
                </c:pt>
                <c:pt idx="2913">
                  <c:v>0.34798125020886739</c:v>
                </c:pt>
                <c:pt idx="2914">
                  <c:v>0.35206430819475937</c:v>
                </c:pt>
                <c:pt idx="2915">
                  <c:v>0.34573071647368719</c:v>
                </c:pt>
                <c:pt idx="2916">
                  <c:v>0.3590253123619167</c:v>
                </c:pt>
                <c:pt idx="2917">
                  <c:v>0.37847618769391722</c:v>
                </c:pt>
                <c:pt idx="2918">
                  <c:v>0.38513122893584723</c:v>
                </c:pt>
                <c:pt idx="2919">
                  <c:v>0.38072794452764841</c:v>
                </c:pt>
                <c:pt idx="2920">
                  <c:v>0.37539198171876925</c:v>
                </c:pt>
                <c:pt idx="2921">
                  <c:v>0.35805713257435579</c:v>
                </c:pt>
                <c:pt idx="2922">
                  <c:v>0.36298449281110629</c:v>
                </c:pt>
                <c:pt idx="2923">
                  <c:v>0.37526452244134645</c:v>
                </c:pt>
                <c:pt idx="2924">
                  <c:v>0.38302416844986498</c:v>
                </c:pt>
                <c:pt idx="2925">
                  <c:v>0.38251128850702609</c:v>
                </c:pt>
                <c:pt idx="2926">
                  <c:v>0.36658868597540895</c:v>
                </c:pt>
                <c:pt idx="2927">
                  <c:v>0.35714183614806599</c:v>
                </c:pt>
                <c:pt idx="2928">
                  <c:v>0.3609395831343884</c:v>
                </c:pt>
                <c:pt idx="2929">
                  <c:v>0.34652254030846158</c:v>
                </c:pt>
                <c:pt idx="2930">
                  <c:v>0.33537981876282397</c:v>
                </c:pt>
                <c:pt idx="2931">
                  <c:v>0.34773710855313311</c:v>
                </c:pt>
                <c:pt idx="2932">
                  <c:v>0.35391817594556491</c:v>
                </c:pt>
                <c:pt idx="2933">
                  <c:v>0.37017585934876118</c:v>
                </c:pt>
                <c:pt idx="2934">
                  <c:v>0.39524561350033727</c:v>
                </c:pt>
                <c:pt idx="2935">
                  <c:v>0.42426662282338079</c:v>
                </c:pt>
                <c:pt idx="2936">
                  <c:v>0.4139112225392868</c:v>
                </c:pt>
                <c:pt idx="2937">
                  <c:v>0.41784699779307838</c:v>
                </c:pt>
                <c:pt idx="2938">
                  <c:v>0.38788326552056795</c:v>
                </c:pt>
                <c:pt idx="2939">
                  <c:v>0.36171414817062192</c:v>
                </c:pt>
                <c:pt idx="2940">
                  <c:v>0.31914637215674757</c:v>
                </c:pt>
                <c:pt idx="2941">
                  <c:v>0.20950641388089661</c:v>
                </c:pt>
                <c:pt idx="2942">
                  <c:v>0.33216969251166889</c:v>
                </c:pt>
                <c:pt idx="2943">
                  <c:v>0.41082613707403942</c:v>
                </c:pt>
                <c:pt idx="2944">
                  <c:v>0.32567531275439748</c:v>
                </c:pt>
                <c:pt idx="2945">
                  <c:v>0.31943979972996694</c:v>
                </c:pt>
                <c:pt idx="2946">
                  <c:v>0.3073489688370894</c:v>
                </c:pt>
                <c:pt idx="2947">
                  <c:v>0.31417483785642658</c:v>
                </c:pt>
                <c:pt idx="2948">
                  <c:v>0.32500346613039471</c:v>
                </c:pt>
                <c:pt idx="2949">
                  <c:v>0.33973812910934387</c:v>
                </c:pt>
                <c:pt idx="2950">
                  <c:v>0.35241064189240229</c:v>
                </c:pt>
                <c:pt idx="2951">
                  <c:v>0.33809554216701337</c:v>
                </c:pt>
                <c:pt idx="2952">
                  <c:v>0.34752014489000543</c:v>
                </c:pt>
                <c:pt idx="2953">
                  <c:v>0.38098571159435601</c:v>
                </c:pt>
                <c:pt idx="2954">
                  <c:v>0.40318849586748229</c:v>
                </c:pt>
                <c:pt idx="2955">
                  <c:v>0.39408532279845515</c:v>
                </c:pt>
                <c:pt idx="2956">
                  <c:v>0.39469154370140452</c:v>
                </c:pt>
                <c:pt idx="2957">
                  <c:v>0.39852035750715326</c:v>
                </c:pt>
                <c:pt idx="2958">
                  <c:v>0.38875401553026379</c:v>
                </c:pt>
                <c:pt idx="2959">
                  <c:v>0.38088803469817079</c:v>
                </c:pt>
                <c:pt idx="2960">
                  <c:v>0.36277097099976302</c:v>
                </c:pt>
                <c:pt idx="2961">
                  <c:v>0.36736804884599555</c:v>
                </c:pt>
                <c:pt idx="2962">
                  <c:v>0.40439865832114885</c:v>
                </c:pt>
                <c:pt idx="2963">
                  <c:v>0.4221108552495747</c:v>
                </c:pt>
                <c:pt idx="2964">
                  <c:v>0.39281766572176585</c:v>
                </c:pt>
                <c:pt idx="2965">
                  <c:v>0.36199250566214952</c:v>
                </c:pt>
                <c:pt idx="2966">
                  <c:v>0.32026236896971322</c:v>
                </c:pt>
                <c:pt idx="2967">
                  <c:v>0.3149065207256187</c:v>
                </c:pt>
                <c:pt idx="2968">
                  <c:v>0.308275566148355</c:v>
                </c:pt>
                <c:pt idx="2969">
                  <c:v>0.3297241826193556</c:v>
                </c:pt>
                <c:pt idx="2970">
                  <c:v>0.31532504216605495</c:v>
                </c:pt>
                <c:pt idx="2971">
                  <c:v>0.31942865807451926</c:v>
                </c:pt>
                <c:pt idx="2972">
                  <c:v>0.32149294621972052</c:v>
                </c:pt>
                <c:pt idx="2973">
                  <c:v>0.3277888094540739</c:v>
                </c:pt>
                <c:pt idx="2974">
                  <c:v>0.30472775699407323</c:v>
                </c:pt>
                <c:pt idx="2975">
                  <c:v>0.30652636961535529</c:v>
                </c:pt>
                <c:pt idx="2976">
                  <c:v>0.31077705376727266</c:v>
                </c:pt>
                <c:pt idx="2977">
                  <c:v>0.30656789865960071</c:v>
                </c:pt>
                <c:pt idx="2978">
                  <c:v>0.29769583739144995</c:v>
                </c:pt>
                <c:pt idx="2979">
                  <c:v>0.28974491099616023</c:v>
                </c:pt>
                <c:pt idx="2980">
                  <c:v>0.28945731477865189</c:v>
                </c:pt>
                <c:pt idx="2981">
                  <c:v>0.28971069849881609</c:v>
                </c:pt>
                <c:pt idx="2982">
                  <c:v>0.28621926872001757</c:v>
                </c:pt>
                <c:pt idx="2983">
                  <c:v>0.28304592457417938</c:v>
                </c:pt>
                <c:pt idx="2984">
                  <c:v>0.29534657295245303</c:v>
                </c:pt>
                <c:pt idx="2985">
                  <c:v>0.29667151737845887</c:v>
                </c:pt>
                <c:pt idx="2986">
                  <c:v>0.25927031959585617</c:v>
                </c:pt>
                <c:pt idx="2987">
                  <c:v>0.28183898230691601</c:v>
                </c:pt>
                <c:pt idx="2988">
                  <c:v>0.26017077585904719</c:v>
                </c:pt>
                <c:pt idx="2989">
                  <c:v>0.24457335208529546</c:v>
                </c:pt>
                <c:pt idx="2990">
                  <c:v>0.24714347168757367</c:v>
                </c:pt>
                <c:pt idx="2991">
                  <c:v>0.23759651683080665</c:v>
                </c:pt>
                <c:pt idx="2992">
                  <c:v>0.26162510965269947</c:v>
                </c:pt>
                <c:pt idx="2993">
                  <c:v>0.22133718084158452</c:v>
                </c:pt>
                <c:pt idx="2994">
                  <c:v>0.23008763939837706</c:v>
                </c:pt>
                <c:pt idx="2995">
                  <c:v>0.24814722626763785</c:v>
                </c:pt>
                <c:pt idx="2996">
                  <c:v>0.24237021189689828</c:v>
                </c:pt>
                <c:pt idx="2997">
                  <c:v>0.2508503665798571</c:v>
                </c:pt>
                <c:pt idx="2998">
                  <c:v>0.27649891115367042</c:v>
                </c:pt>
                <c:pt idx="2999">
                  <c:v>0.33594362984618192</c:v>
                </c:pt>
                <c:pt idx="3000">
                  <c:v>0.38197025861006317</c:v>
                </c:pt>
                <c:pt idx="3001">
                  <c:v>0.63219914794005472</c:v>
                </c:pt>
                <c:pt idx="3002">
                  <c:v>0.80859863271289689</c:v>
                </c:pt>
                <c:pt idx="3003">
                  <c:v>0.84296872518162647</c:v>
                </c:pt>
                <c:pt idx="3004">
                  <c:v>0.88642864980519043</c:v>
                </c:pt>
                <c:pt idx="3005">
                  <c:v>0.91841654831923647</c:v>
                </c:pt>
                <c:pt idx="3006">
                  <c:v>0.97450487930039265</c:v>
                </c:pt>
                <c:pt idx="3007">
                  <c:v>1.0258240190953294</c:v>
                </c:pt>
                <c:pt idx="3008">
                  <c:v>1.0423653654117007</c:v>
                </c:pt>
                <c:pt idx="3009">
                  <c:v>1.0787767020674084</c:v>
                </c:pt>
                <c:pt idx="3010">
                  <c:v>1.218948175700781</c:v>
                </c:pt>
                <c:pt idx="3011">
                  <c:v>0.91434896009451982</c:v>
                </c:pt>
                <c:pt idx="3012">
                  <c:v>0.90037047858443542</c:v>
                </c:pt>
                <c:pt idx="3013">
                  <c:v>0.83600355879043498</c:v>
                </c:pt>
                <c:pt idx="3014">
                  <c:v>0.82421343901022048</c:v>
                </c:pt>
                <c:pt idx="3015">
                  <c:v>0.56460953541772951</c:v>
                </c:pt>
                <c:pt idx="3016">
                  <c:v>1.5266141357517539E-2</c:v>
                </c:pt>
                <c:pt idx="3017">
                  <c:v>7.5399948163602671E-3</c:v>
                </c:pt>
                <c:pt idx="3018">
                  <c:v>2.6157932848463782E-3</c:v>
                </c:pt>
                <c:pt idx="3019">
                  <c:v>1.1134882516126118E-3</c:v>
                </c:pt>
                <c:pt idx="3020">
                  <c:v>7.7198477416290975E-4</c:v>
                </c:pt>
                <c:pt idx="3021">
                  <c:v>3.8852698897540893E-4</c:v>
                </c:pt>
                <c:pt idx="3022">
                  <c:v>5.6006143940051385E-4</c:v>
                </c:pt>
                <c:pt idx="3023">
                  <c:v>8.3331640375839235E-4</c:v>
                </c:pt>
                <c:pt idx="3024">
                  <c:v>5.3886674846711168E-4</c:v>
                </c:pt>
                <c:pt idx="3025">
                  <c:v>3.8777181975163937E-4</c:v>
                </c:pt>
                <c:pt idx="3026">
                  <c:v>2.6687974930278549E-4</c:v>
                </c:pt>
                <c:pt idx="3027">
                  <c:v>2.0631832512937913E-4</c:v>
                </c:pt>
                <c:pt idx="3028">
                  <c:v>1.4295897615141184E-4</c:v>
                </c:pt>
                <c:pt idx="3029">
                  <c:v>1.034753692940232E-4</c:v>
                </c:pt>
                <c:pt idx="3030">
                  <c:v>-7.3309418771515365E-6</c:v>
                </c:pt>
                <c:pt idx="3031">
                  <c:v>-1.471117968529364E-4</c:v>
                </c:pt>
                <c:pt idx="3032">
                  <c:v>-1.6990792606781391E-3</c:v>
                </c:pt>
                <c:pt idx="3033">
                  <c:v>-3.257868188373128E-3</c:v>
                </c:pt>
                <c:pt idx="3034">
                  <c:v>-3.1195773308956391E-3</c:v>
                </c:pt>
                <c:pt idx="3035">
                  <c:v>-2.9269456218305435E-3</c:v>
                </c:pt>
                <c:pt idx="3036">
                  <c:v>-2.8067464183301259E-3</c:v>
                </c:pt>
                <c:pt idx="3037">
                  <c:v>-2.7763409916855136E-3</c:v>
                </c:pt>
                <c:pt idx="3038">
                  <c:v>-2.517540289481892E-3</c:v>
                </c:pt>
                <c:pt idx="3039">
                  <c:v>-2.2738816897593219E-3</c:v>
                </c:pt>
                <c:pt idx="3040">
                  <c:v>-2.1621660182686905E-3</c:v>
                </c:pt>
                <c:pt idx="3041">
                  <c:v>5.5341228234502017E-4</c:v>
                </c:pt>
                <c:pt idx="3042">
                  <c:v>8.6416568684882431E-4</c:v>
                </c:pt>
                <c:pt idx="3043">
                  <c:v>5.7394862001208932E-4</c:v>
                </c:pt>
                <c:pt idx="3044">
                  <c:v>3.990901318084872E-4</c:v>
                </c:pt>
                <c:pt idx="3045">
                  <c:v>2.8525892074305308E-4</c:v>
                </c:pt>
                <c:pt idx="3046">
                  <c:v>2.7280001954749493E-4</c:v>
                </c:pt>
                <c:pt idx="3047">
                  <c:v>2.15975963959881E-4</c:v>
                </c:pt>
                <c:pt idx="3048">
                  <c:v>2.3372977935893352E-4</c:v>
                </c:pt>
                <c:pt idx="3049">
                  <c:v>2.5060776410898243E-4</c:v>
                </c:pt>
                <c:pt idx="3050">
                  <c:v>2.1081080012879419E-4</c:v>
                </c:pt>
                <c:pt idx="3051">
                  <c:v>2.3468357074275941E-4</c:v>
                </c:pt>
                <c:pt idx="3052">
                  <c:v>1.8570999889834221E-4</c:v>
                </c:pt>
                <c:pt idx="3053">
                  <c:v>2.0679432946091726E-4</c:v>
                </c:pt>
                <c:pt idx="3054">
                  <c:v>2.5323224450393521E-4</c:v>
                </c:pt>
                <c:pt idx="3055">
                  <c:v>2.2798090680774326E-4</c:v>
                </c:pt>
                <c:pt idx="3056">
                  <c:v>-3.9239166349210649E-4</c:v>
                </c:pt>
                <c:pt idx="3057">
                  <c:v>-1.8686807210166112E-3</c:v>
                </c:pt>
                <c:pt idx="3058">
                  <c:v>-1.7611996909060327E-3</c:v>
                </c:pt>
                <c:pt idx="3059">
                  <c:v>-1.68165042593671E-3</c:v>
                </c:pt>
                <c:pt idx="3060">
                  <c:v>-1.7110506102562268E-3</c:v>
                </c:pt>
                <c:pt idx="3061">
                  <c:v>-2.0565429184915408E-3</c:v>
                </c:pt>
                <c:pt idx="3062">
                  <c:v>-1.6394983230316538E-3</c:v>
                </c:pt>
                <c:pt idx="3063">
                  <c:v>-1.5612200882837422E-3</c:v>
                </c:pt>
                <c:pt idx="3064">
                  <c:v>-1.5698181764399149E-3</c:v>
                </c:pt>
                <c:pt idx="3065">
                  <c:v>2.6478258399883857E-4</c:v>
                </c:pt>
                <c:pt idx="3066">
                  <c:v>4.3613049193429914E-4</c:v>
                </c:pt>
                <c:pt idx="3067">
                  <c:v>2.9278365280408658E-4</c:v>
                </c:pt>
                <c:pt idx="3068">
                  <c:v>2.5736559623638851E-4</c:v>
                </c:pt>
                <c:pt idx="3069">
                  <c:v>2.4604585185950673E-4</c:v>
                </c:pt>
                <c:pt idx="3070">
                  <c:v>1.5370902029257643E-4</c:v>
                </c:pt>
                <c:pt idx="3071">
                  <c:v>2.0504246945549467E-4</c:v>
                </c:pt>
                <c:pt idx="3072">
                  <c:v>1.5623881566973212E-4</c:v>
                </c:pt>
                <c:pt idx="3073">
                  <c:v>2.2365970504377691E-4</c:v>
                </c:pt>
                <c:pt idx="3074">
                  <c:v>1.5014480143133791E-4</c:v>
                </c:pt>
                <c:pt idx="3075">
                  <c:v>2.1259168662842061E-4</c:v>
                </c:pt>
                <c:pt idx="3076">
                  <c:v>1.7992225783108759E-4</c:v>
                </c:pt>
                <c:pt idx="3077">
                  <c:v>1.8472991098176101E-4</c:v>
                </c:pt>
                <c:pt idx="3078">
                  <c:v>1.7004070560020066E-4</c:v>
                </c:pt>
                <c:pt idx="3079">
                  <c:v>7.3850863699100066E-5</c:v>
                </c:pt>
                <c:pt idx="3080">
                  <c:v>-3.211788898335323E-4</c:v>
                </c:pt>
                <c:pt idx="3081">
                  <c:v>4.0351246882214817E-4</c:v>
                </c:pt>
                <c:pt idx="3082">
                  <c:v>-4.7291739210715409E-4</c:v>
                </c:pt>
                <c:pt idx="3083">
                  <c:v>-2.8465013622255749E-4</c:v>
                </c:pt>
                <c:pt idx="3084">
                  <c:v>4.3111079078556631E-5</c:v>
                </c:pt>
                <c:pt idx="3085">
                  <c:v>3.5223143143056092E-4</c:v>
                </c:pt>
                <c:pt idx="3086">
                  <c:v>3.8833681012222752E-4</c:v>
                </c:pt>
                <c:pt idx="3087">
                  <c:v>5.8885090277677871E-4</c:v>
                </c:pt>
                <c:pt idx="3088">
                  <c:v>6.9587465216669855E-4</c:v>
                </c:pt>
                <c:pt idx="3089">
                  <c:v>4.099643758630331E-4</c:v>
                </c:pt>
                <c:pt idx="3090">
                  <c:v>9.3922357596735033E-5</c:v>
                </c:pt>
                <c:pt idx="3091">
                  <c:v>-9.8280342110869672E-4</c:v>
                </c:pt>
                <c:pt idx="3092">
                  <c:v>-1.5242872182513964E-3</c:v>
                </c:pt>
                <c:pt idx="3093">
                  <c:v>-1.6969693662293327E-3</c:v>
                </c:pt>
                <c:pt idx="3094">
                  <c:v>-1.727192361625583E-3</c:v>
                </c:pt>
                <c:pt idx="3095">
                  <c:v>5.9710886355379483E-5</c:v>
                </c:pt>
                <c:pt idx="3096">
                  <c:v>3.2718757574882172E-4</c:v>
                </c:pt>
                <c:pt idx="3097">
                  <c:v>2.6094684828449144E-4</c:v>
                </c:pt>
                <c:pt idx="3098">
                  <c:v>2.8254921980892502E-4</c:v>
                </c:pt>
                <c:pt idx="3099">
                  <c:v>2.4123936315314441E-4</c:v>
                </c:pt>
                <c:pt idx="3100">
                  <c:v>2.3600092428502337E-4</c:v>
                </c:pt>
                <c:pt idx="3101">
                  <c:v>2.2483133285162903E-4</c:v>
                </c:pt>
                <c:pt idx="3102">
                  <c:v>2.4646650792184432E-4</c:v>
                </c:pt>
                <c:pt idx="3103">
                  <c:v>1.8573461950115497E-4</c:v>
                </c:pt>
                <c:pt idx="3104">
                  <c:v>-6.1981638541431887E-4</c:v>
                </c:pt>
                <c:pt idx="3105">
                  <c:v>-1.7865085600945324E-3</c:v>
                </c:pt>
                <c:pt idx="3106">
                  <c:v>-1.7432712319930808E-3</c:v>
                </c:pt>
                <c:pt idx="3107">
                  <c:v>-1.1997829516373168E-3</c:v>
                </c:pt>
                <c:pt idx="3108">
                  <c:v>-4.3762523199565622E-4</c:v>
                </c:pt>
                <c:pt idx="3109">
                  <c:v>-2.4208841596017999E-4</c:v>
                </c:pt>
                <c:pt idx="3110">
                  <c:v>2.9349290734979397E-2</c:v>
                </c:pt>
                <c:pt idx="3111">
                  <c:v>0.36465068148001162</c:v>
                </c:pt>
                <c:pt idx="3112">
                  <c:v>0.15962177924594784</c:v>
                </c:pt>
                <c:pt idx="3113">
                  <c:v>0.17381376627455372</c:v>
                </c:pt>
                <c:pt idx="3114">
                  <c:v>0.18755115495371422</c:v>
                </c:pt>
                <c:pt idx="3115">
                  <c:v>0.17544348743201191</c:v>
                </c:pt>
                <c:pt idx="3116">
                  <c:v>0.17560122833934952</c:v>
                </c:pt>
                <c:pt idx="3117">
                  <c:v>0.1696519162988368</c:v>
                </c:pt>
                <c:pt idx="3118">
                  <c:v>0.16902961825942101</c:v>
                </c:pt>
                <c:pt idx="3119">
                  <c:v>0.1556472694311784</c:v>
                </c:pt>
                <c:pt idx="3120">
                  <c:v>0.15683540090376741</c:v>
                </c:pt>
                <c:pt idx="3121">
                  <c:v>0.15994256338350726</c:v>
                </c:pt>
                <c:pt idx="3122">
                  <c:v>0.15987998837118375</c:v>
                </c:pt>
                <c:pt idx="3123">
                  <c:v>0.16381165119894395</c:v>
                </c:pt>
                <c:pt idx="3124">
                  <c:v>0.1611225512646326</c:v>
                </c:pt>
                <c:pt idx="3125">
                  <c:v>0.17142915682490933</c:v>
                </c:pt>
                <c:pt idx="3126">
                  <c:v>0.17264121313253267</c:v>
                </c:pt>
                <c:pt idx="3127">
                  <c:v>0.178108942893731</c:v>
                </c:pt>
                <c:pt idx="3128">
                  <c:v>0.23479501779466946</c:v>
                </c:pt>
                <c:pt idx="3129">
                  <c:v>0.13823875887812268</c:v>
                </c:pt>
                <c:pt idx="3130">
                  <c:v>0.12914474413448093</c:v>
                </c:pt>
                <c:pt idx="3131">
                  <c:v>0.10882084734708457</c:v>
                </c:pt>
                <c:pt idx="3132">
                  <c:v>0.11565619878585288</c:v>
                </c:pt>
                <c:pt idx="3133">
                  <c:v>0.13060409714348578</c:v>
                </c:pt>
                <c:pt idx="3134">
                  <c:v>0.13725003862889415</c:v>
                </c:pt>
                <c:pt idx="3135">
                  <c:v>0.15873524617768917</c:v>
                </c:pt>
                <c:pt idx="3136">
                  <c:v>0.14954820314684916</c:v>
                </c:pt>
                <c:pt idx="3137">
                  <c:v>0.15009420862673969</c:v>
                </c:pt>
                <c:pt idx="3138">
                  <c:v>0.14534121566522812</c:v>
                </c:pt>
                <c:pt idx="3139">
                  <c:v>0.14812147555610666</c:v>
                </c:pt>
                <c:pt idx="3140">
                  <c:v>0.15079814297764549</c:v>
                </c:pt>
                <c:pt idx="3141">
                  <c:v>0.15028239855056733</c:v>
                </c:pt>
                <c:pt idx="3142">
                  <c:v>0.14667793645897992</c:v>
                </c:pt>
                <c:pt idx="3143">
                  <c:v>0.1540213819910963</c:v>
                </c:pt>
                <c:pt idx="3144">
                  <c:v>0.16469704359439338</c:v>
                </c:pt>
                <c:pt idx="3145">
                  <c:v>0.18919203166395918</c:v>
                </c:pt>
                <c:pt idx="3146">
                  <c:v>0.20181544167075693</c:v>
                </c:pt>
                <c:pt idx="3147">
                  <c:v>0.20256503167810391</c:v>
                </c:pt>
                <c:pt idx="3148">
                  <c:v>0.20419033350145882</c:v>
                </c:pt>
                <c:pt idx="3149">
                  <c:v>0.20468268894821726</c:v>
                </c:pt>
                <c:pt idx="3150">
                  <c:v>0.22071363635299523</c:v>
                </c:pt>
                <c:pt idx="3151">
                  <c:v>0.22011268323983552</c:v>
                </c:pt>
                <c:pt idx="3152">
                  <c:v>0.23523514275187757</c:v>
                </c:pt>
                <c:pt idx="3153">
                  <c:v>0.24259177602382132</c:v>
                </c:pt>
                <c:pt idx="3154">
                  <c:v>0.21398456442643066</c:v>
                </c:pt>
                <c:pt idx="3155">
                  <c:v>0.17651663695606856</c:v>
                </c:pt>
                <c:pt idx="3156">
                  <c:v>0.18240565182769966</c:v>
                </c:pt>
                <c:pt idx="3157">
                  <c:v>0.19752582893351156</c:v>
                </c:pt>
                <c:pt idx="3158">
                  <c:v>0.18994693185740941</c:v>
                </c:pt>
                <c:pt idx="3159">
                  <c:v>0.20765040075564448</c:v>
                </c:pt>
                <c:pt idx="3160">
                  <c:v>0.21025280029930318</c:v>
                </c:pt>
                <c:pt idx="3161">
                  <c:v>0.20294709041465711</c:v>
                </c:pt>
                <c:pt idx="3162">
                  <c:v>0.19688695451963423</c:v>
                </c:pt>
                <c:pt idx="3163">
                  <c:v>0.18753900729403497</c:v>
                </c:pt>
                <c:pt idx="3164">
                  <c:v>0.18779991166457652</c:v>
                </c:pt>
                <c:pt idx="3165">
                  <c:v>0.17578837325778895</c:v>
                </c:pt>
                <c:pt idx="3166">
                  <c:v>0.16645841019394478</c:v>
                </c:pt>
                <c:pt idx="3167">
                  <c:v>0.16640682411242919</c:v>
                </c:pt>
                <c:pt idx="3168">
                  <c:v>0.17036214675772127</c:v>
                </c:pt>
                <c:pt idx="3169">
                  <c:v>0.16632269045758524</c:v>
                </c:pt>
                <c:pt idx="3170">
                  <c:v>0.14906778955670705</c:v>
                </c:pt>
                <c:pt idx="3171">
                  <c:v>0.13982652098297971</c:v>
                </c:pt>
                <c:pt idx="3172">
                  <c:v>0.13822095880632682</c:v>
                </c:pt>
                <c:pt idx="3173">
                  <c:v>0.12946064609211716</c:v>
                </c:pt>
                <c:pt idx="3174">
                  <c:v>0.12380889317727137</c:v>
                </c:pt>
                <c:pt idx="3175">
                  <c:v>0.12716832361266714</c:v>
                </c:pt>
                <c:pt idx="3176">
                  <c:v>0.13155403642347779</c:v>
                </c:pt>
                <c:pt idx="3177">
                  <c:v>0.14180151703283111</c:v>
                </c:pt>
                <c:pt idx="3178">
                  <c:v>0.16503269711548971</c:v>
                </c:pt>
                <c:pt idx="3179">
                  <c:v>0.17126566134179982</c:v>
                </c:pt>
                <c:pt idx="3180">
                  <c:v>0.16275961812729919</c:v>
                </c:pt>
                <c:pt idx="3181">
                  <c:v>0.15821780627865265</c:v>
                </c:pt>
                <c:pt idx="3182">
                  <c:v>0.14741810306077249</c:v>
                </c:pt>
                <c:pt idx="3183">
                  <c:v>0.15546080777685839</c:v>
                </c:pt>
                <c:pt idx="3184">
                  <c:v>0.17219014510765479</c:v>
                </c:pt>
                <c:pt idx="3185">
                  <c:v>0.15670507069457543</c:v>
                </c:pt>
                <c:pt idx="3186">
                  <c:v>0.17959380370384989</c:v>
                </c:pt>
                <c:pt idx="3187">
                  <c:v>0.17699099319059108</c:v>
                </c:pt>
                <c:pt idx="3188">
                  <c:v>0.18629652985047099</c:v>
                </c:pt>
                <c:pt idx="3189">
                  <c:v>0.20827020323437073</c:v>
                </c:pt>
                <c:pt idx="3190">
                  <c:v>0.22209305928519046</c:v>
                </c:pt>
                <c:pt idx="3191">
                  <c:v>0.23522608067698805</c:v>
                </c:pt>
                <c:pt idx="3192">
                  <c:v>0.24378619871752261</c:v>
                </c:pt>
                <c:pt idx="3193">
                  <c:v>0.25441287597831258</c:v>
                </c:pt>
                <c:pt idx="3194">
                  <c:v>0.26039982736703166</c:v>
                </c:pt>
                <c:pt idx="3195">
                  <c:v>0.26555115961292552</c:v>
                </c:pt>
                <c:pt idx="3196">
                  <c:v>0.27704515121067458</c:v>
                </c:pt>
                <c:pt idx="3197">
                  <c:v>0.28573147342155808</c:v>
                </c:pt>
                <c:pt idx="3198">
                  <c:v>0.2999148450768872</c:v>
                </c:pt>
                <c:pt idx="3199">
                  <c:v>0.31686630238070279</c:v>
                </c:pt>
                <c:pt idx="3200">
                  <c:v>0.27834286527403684</c:v>
                </c:pt>
                <c:pt idx="3201">
                  <c:v>0.262671837476327</c:v>
                </c:pt>
                <c:pt idx="3202">
                  <c:v>0.24471091257320335</c:v>
                </c:pt>
                <c:pt idx="3203">
                  <c:v>0.2325548071059145</c:v>
                </c:pt>
                <c:pt idx="3204">
                  <c:v>0.21463118486349725</c:v>
                </c:pt>
                <c:pt idx="3205">
                  <c:v>0.2167397811505192</c:v>
                </c:pt>
                <c:pt idx="3206">
                  <c:v>0.20868665446035647</c:v>
                </c:pt>
                <c:pt idx="3207">
                  <c:v>0.20307959130564757</c:v>
                </c:pt>
                <c:pt idx="3208">
                  <c:v>0.20244199151400183</c:v>
                </c:pt>
                <c:pt idx="3209">
                  <c:v>0.20364089156032261</c:v>
                </c:pt>
                <c:pt idx="3210">
                  <c:v>0.19755841980962643</c:v>
                </c:pt>
                <c:pt idx="3211">
                  <c:v>0.19079652502206745</c:v>
                </c:pt>
                <c:pt idx="3212">
                  <c:v>0.1873821637647681</c:v>
                </c:pt>
                <c:pt idx="3213">
                  <c:v>0.21472053639742381</c:v>
                </c:pt>
                <c:pt idx="3214">
                  <c:v>0.23221047578489706</c:v>
                </c:pt>
                <c:pt idx="3215">
                  <c:v>0.23533080650152155</c:v>
                </c:pt>
                <c:pt idx="3216">
                  <c:v>0.24209804915225319</c:v>
                </c:pt>
                <c:pt idx="3217">
                  <c:v>0.24519587806837859</c:v>
                </c:pt>
                <c:pt idx="3218">
                  <c:v>0.24238239130730896</c:v>
                </c:pt>
                <c:pt idx="3219">
                  <c:v>0.22253805691729575</c:v>
                </c:pt>
                <c:pt idx="3220">
                  <c:v>0.21811932756603014</c:v>
                </c:pt>
                <c:pt idx="3221">
                  <c:v>0.21894318270508326</c:v>
                </c:pt>
                <c:pt idx="3222">
                  <c:v>0.22057246017036075</c:v>
                </c:pt>
                <c:pt idx="3223">
                  <c:v>0.21769690355375015</c:v>
                </c:pt>
                <c:pt idx="3224">
                  <c:v>0.20929712994102215</c:v>
                </c:pt>
                <c:pt idx="3225">
                  <c:v>0.20418609841946211</c:v>
                </c:pt>
                <c:pt idx="3226">
                  <c:v>0.20055008060817614</c:v>
                </c:pt>
                <c:pt idx="3227">
                  <c:v>0.19548154169035001</c:v>
                </c:pt>
                <c:pt idx="3228">
                  <c:v>0.18553042493021266</c:v>
                </c:pt>
                <c:pt idx="3229">
                  <c:v>0.17302571034333017</c:v>
                </c:pt>
                <c:pt idx="3230">
                  <c:v>0.17372477805705208</c:v>
                </c:pt>
                <c:pt idx="3231">
                  <c:v>0.17246644414846043</c:v>
                </c:pt>
                <c:pt idx="3232">
                  <c:v>0.16925437932676959</c:v>
                </c:pt>
                <c:pt idx="3233">
                  <c:v>0.17877101375583274</c:v>
                </c:pt>
                <c:pt idx="3234">
                  <c:v>0.17410352856194039</c:v>
                </c:pt>
                <c:pt idx="3235">
                  <c:v>0.18473548466391104</c:v>
                </c:pt>
                <c:pt idx="3236">
                  <c:v>0.1785040557143823</c:v>
                </c:pt>
                <c:pt idx="3237">
                  <c:v>0.17708070766507553</c:v>
                </c:pt>
                <c:pt idx="3238">
                  <c:v>0.19335343747481545</c:v>
                </c:pt>
                <c:pt idx="3239">
                  <c:v>0.19283383376655022</c:v>
                </c:pt>
                <c:pt idx="3240">
                  <c:v>0.19014677864545998</c:v>
                </c:pt>
                <c:pt idx="3241">
                  <c:v>0.20311040493672974</c:v>
                </c:pt>
                <c:pt idx="3242">
                  <c:v>0.20314744787103561</c:v>
                </c:pt>
                <c:pt idx="3243">
                  <c:v>0.21048757353246461</c:v>
                </c:pt>
                <c:pt idx="3244">
                  <c:v>0.21759071571178965</c:v>
                </c:pt>
                <c:pt idx="3245">
                  <c:v>0.22252325731318975</c:v>
                </c:pt>
                <c:pt idx="3246">
                  <c:v>0.22001370009104906</c:v>
                </c:pt>
                <c:pt idx="3247">
                  <c:v>0.21194475763310089</c:v>
                </c:pt>
                <c:pt idx="3248">
                  <c:v>0.19552957645190969</c:v>
                </c:pt>
                <c:pt idx="3249">
                  <c:v>0.18377738424835141</c:v>
                </c:pt>
                <c:pt idx="3250">
                  <c:v>0.15794792355144582</c:v>
                </c:pt>
                <c:pt idx="3251">
                  <c:v>0.13558852326596155</c:v>
                </c:pt>
                <c:pt idx="3252">
                  <c:v>0.10200795478219432</c:v>
                </c:pt>
                <c:pt idx="3253">
                  <c:v>7.8344204641001683E-2</c:v>
                </c:pt>
                <c:pt idx="3254">
                  <c:v>9.6343073491214765E-2</c:v>
                </c:pt>
                <c:pt idx="3255">
                  <c:v>0.12402659715924115</c:v>
                </c:pt>
                <c:pt idx="3256">
                  <c:v>0.12802966242924119</c:v>
                </c:pt>
                <c:pt idx="3257">
                  <c:v>0.13628375447451468</c:v>
                </c:pt>
                <c:pt idx="3258">
                  <c:v>0.13920533877263266</c:v>
                </c:pt>
                <c:pt idx="3259">
                  <c:v>0.15698735884198264</c:v>
                </c:pt>
                <c:pt idx="3260">
                  <c:v>0.1670620355626046</c:v>
                </c:pt>
                <c:pt idx="3261">
                  <c:v>0.17671357484367556</c:v>
                </c:pt>
                <c:pt idx="3262">
                  <c:v>0.17741252212797537</c:v>
                </c:pt>
                <c:pt idx="3263">
                  <c:v>0.18282828085320613</c:v>
                </c:pt>
                <c:pt idx="3264">
                  <c:v>0.20819725010259824</c:v>
                </c:pt>
                <c:pt idx="3265">
                  <c:v>0.22502740101701477</c:v>
                </c:pt>
                <c:pt idx="3266">
                  <c:v>0.21459746883654141</c:v>
                </c:pt>
                <c:pt idx="3267">
                  <c:v>0.20877538710398727</c:v>
                </c:pt>
                <c:pt idx="3268">
                  <c:v>0.19663733610534237</c:v>
                </c:pt>
                <c:pt idx="3269">
                  <c:v>0.18105491459198181</c:v>
                </c:pt>
                <c:pt idx="3270">
                  <c:v>0.16904172136560427</c:v>
                </c:pt>
                <c:pt idx="3271">
                  <c:v>0.1596931830668942</c:v>
                </c:pt>
                <c:pt idx="3272">
                  <c:v>0.17384166544916846</c:v>
                </c:pt>
                <c:pt idx="3273">
                  <c:v>0.15975305598097175</c:v>
                </c:pt>
                <c:pt idx="3274">
                  <c:v>0.10135925927703454</c:v>
                </c:pt>
                <c:pt idx="3275">
                  <c:v>8.2565818312969941E-2</c:v>
                </c:pt>
                <c:pt idx="3276">
                  <c:v>7.8198919961634264E-2</c:v>
                </c:pt>
                <c:pt idx="3277">
                  <c:v>0.14019559693686276</c:v>
                </c:pt>
                <c:pt idx="3278">
                  <c:v>0.14093696740781414</c:v>
                </c:pt>
                <c:pt idx="3279">
                  <c:v>0.12198578264143475</c:v>
                </c:pt>
                <c:pt idx="3280">
                  <c:v>0.12644137972928951</c:v>
                </c:pt>
                <c:pt idx="3281">
                  <c:v>0.1344415217919408</c:v>
                </c:pt>
                <c:pt idx="3282">
                  <c:v>0.13924510848959273</c:v>
                </c:pt>
                <c:pt idx="3283">
                  <c:v>0.1259069720181667</c:v>
                </c:pt>
                <c:pt idx="3284">
                  <c:v>0.132114627912019</c:v>
                </c:pt>
                <c:pt idx="3285">
                  <c:v>0.14096601201401299</c:v>
                </c:pt>
                <c:pt idx="3286">
                  <c:v>0.14870156979280763</c:v>
                </c:pt>
                <c:pt idx="3287">
                  <c:v>0.15067605313143578</c:v>
                </c:pt>
                <c:pt idx="3288">
                  <c:v>0.14612930321370363</c:v>
                </c:pt>
                <c:pt idx="3289">
                  <c:v>0.1642153984130108</c:v>
                </c:pt>
                <c:pt idx="3290">
                  <c:v>0.17960703183284302</c:v>
                </c:pt>
                <c:pt idx="3291">
                  <c:v>0.19126770408570093</c:v>
                </c:pt>
                <c:pt idx="3292">
                  <c:v>0.18958994136388427</c:v>
                </c:pt>
                <c:pt idx="3293">
                  <c:v>0.18326558783147781</c:v>
                </c:pt>
                <c:pt idx="3294">
                  <c:v>0.17777916858087506</c:v>
                </c:pt>
                <c:pt idx="3295">
                  <c:v>0.16663397459577525</c:v>
                </c:pt>
                <c:pt idx="3296">
                  <c:v>0.157956360773434</c:v>
                </c:pt>
                <c:pt idx="3297">
                  <c:v>0.13605472337209293</c:v>
                </c:pt>
                <c:pt idx="3298">
                  <c:v>0.13278380499761833</c:v>
                </c:pt>
                <c:pt idx="3299">
                  <c:v>0.11278447548656946</c:v>
                </c:pt>
                <c:pt idx="3300">
                  <c:v>0.10009810005558953</c:v>
                </c:pt>
                <c:pt idx="3301">
                  <c:v>0.11861791375574673</c:v>
                </c:pt>
                <c:pt idx="3302">
                  <c:v>0.14910293112960721</c:v>
                </c:pt>
                <c:pt idx="3303">
                  <c:v>0.16830635435817173</c:v>
                </c:pt>
                <c:pt idx="3304">
                  <c:v>0.20287401066898642</c:v>
                </c:pt>
                <c:pt idx="3305">
                  <c:v>0.16137709407422443</c:v>
                </c:pt>
                <c:pt idx="3306">
                  <c:v>0.14686471519280705</c:v>
                </c:pt>
                <c:pt idx="3307">
                  <c:v>0.1398857058211487</c:v>
                </c:pt>
                <c:pt idx="3308">
                  <c:v>0.13725236650402411</c:v>
                </c:pt>
                <c:pt idx="3309">
                  <c:v>0.12424543223493795</c:v>
                </c:pt>
                <c:pt idx="3310">
                  <c:v>0.12281155153567644</c:v>
                </c:pt>
                <c:pt idx="3311">
                  <c:v>0.17884022273062097</c:v>
                </c:pt>
                <c:pt idx="3312">
                  <c:v>0.15039276091610113</c:v>
                </c:pt>
                <c:pt idx="3313">
                  <c:v>0.16035190319093634</c:v>
                </c:pt>
                <c:pt idx="3314">
                  <c:v>0.14905912613699918</c:v>
                </c:pt>
                <c:pt idx="3315">
                  <c:v>0.14593109880799557</c:v>
                </c:pt>
                <c:pt idx="3316">
                  <c:v>0.14508922759503973</c:v>
                </c:pt>
                <c:pt idx="3317">
                  <c:v>0.14285823451487342</c:v>
                </c:pt>
                <c:pt idx="3318">
                  <c:v>0.14240828806855227</c:v>
                </c:pt>
                <c:pt idx="3319">
                  <c:v>0.14246852558276532</c:v>
                </c:pt>
                <c:pt idx="3320">
                  <c:v>0.14652815880975015</c:v>
                </c:pt>
                <c:pt idx="3321">
                  <c:v>0.15251549351087559</c:v>
                </c:pt>
                <c:pt idx="3322">
                  <c:v>0.15115169928932021</c:v>
                </c:pt>
                <c:pt idx="3323">
                  <c:v>0.15852722191907817</c:v>
                </c:pt>
                <c:pt idx="3324">
                  <c:v>0.15509797515488249</c:v>
                </c:pt>
                <c:pt idx="3325">
                  <c:v>0.15424685685814651</c:v>
                </c:pt>
                <c:pt idx="3326">
                  <c:v>0.16365747820676377</c:v>
                </c:pt>
                <c:pt idx="3327">
                  <c:v>0.16154510988617701</c:v>
                </c:pt>
                <c:pt idx="3328">
                  <c:v>0.16470676153141106</c:v>
                </c:pt>
                <c:pt idx="3329">
                  <c:v>0.17064664103548879</c:v>
                </c:pt>
                <c:pt idx="3330">
                  <c:v>0.1674217504128695</c:v>
                </c:pt>
                <c:pt idx="3331">
                  <c:v>0.17446061486095968</c:v>
                </c:pt>
                <c:pt idx="3332">
                  <c:v>0.17438409610773001</c:v>
                </c:pt>
                <c:pt idx="3333">
                  <c:v>0.17966881869552848</c:v>
                </c:pt>
                <c:pt idx="3334">
                  <c:v>0.18539554490400226</c:v>
                </c:pt>
                <c:pt idx="3335">
                  <c:v>0.11920600771527953</c:v>
                </c:pt>
                <c:pt idx="3336">
                  <c:v>2.9203274347967823E-2</c:v>
                </c:pt>
                <c:pt idx="3337">
                  <c:v>6.9691208790790692E-4</c:v>
                </c:pt>
                <c:pt idx="3338">
                  <c:v>9.1662707137445051E-3</c:v>
                </c:pt>
                <c:pt idx="3339">
                  <c:v>8.6557325242659321E-3</c:v>
                </c:pt>
                <c:pt idx="3340">
                  <c:v>9.1666825096549213E-3</c:v>
                </c:pt>
                <c:pt idx="3341">
                  <c:v>1.6133485751866416E-2</c:v>
                </c:pt>
                <c:pt idx="3342">
                  <c:v>-1.415061414433783E-2</c:v>
                </c:pt>
                <c:pt idx="3343">
                  <c:v>1.6699067197849155E-2</c:v>
                </c:pt>
                <c:pt idx="3344">
                  <c:v>7.7003977774264811E-3</c:v>
                </c:pt>
                <c:pt idx="3345">
                  <c:v>5.9380962836019738E-3</c:v>
                </c:pt>
                <c:pt idx="3346">
                  <c:v>6.3744245016277845E-3</c:v>
                </c:pt>
                <c:pt idx="3347">
                  <c:v>5.5380953656212232E-3</c:v>
                </c:pt>
                <c:pt idx="3348">
                  <c:v>1.140509887161353E-2</c:v>
                </c:pt>
                <c:pt idx="3349">
                  <c:v>1.374416610061766E-2</c:v>
                </c:pt>
                <c:pt idx="3350">
                  <c:v>6.143398245027052E-3</c:v>
                </c:pt>
                <c:pt idx="3351">
                  <c:v>8.6101168098673443E-3</c:v>
                </c:pt>
                <c:pt idx="3352">
                  <c:v>6.9826005986917969E-3</c:v>
                </c:pt>
                <c:pt idx="3353">
                  <c:v>4.6705438807129006E-4</c:v>
                </c:pt>
                <c:pt idx="3354">
                  <c:v>-8.2909041180877965E-3</c:v>
                </c:pt>
                <c:pt idx="3355">
                  <c:v>-1.5562751382782703E-2</c:v>
                </c:pt>
                <c:pt idx="3356">
                  <c:v>-1.738072335335215E-2</c:v>
                </c:pt>
                <c:pt idx="3357">
                  <c:v>-2.1285709070289701E-2</c:v>
                </c:pt>
                <c:pt idx="3358">
                  <c:v>-2.1571405707864727E-2</c:v>
                </c:pt>
                <c:pt idx="3359">
                  <c:v>-1.0271965244572497E-2</c:v>
                </c:pt>
                <c:pt idx="3360">
                  <c:v>-1.205441839597581E-2</c:v>
                </c:pt>
                <c:pt idx="3361">
                  <c:v>-1.2756099847042169E-2</c:v>
                </c:pt>
                <c:pt idx="3362">
                  <c:v>-1.2283090504664118E-2</c:v>
                </c:pt>
                <c:pt idx="3363">
                  <c:v>-1.4664683879378174E-2</c:v>
                </c:pt>
                <c:pt idx="3364">
                  <c:v>-1.3392980284648246E-2</c:v>
                </c:pt>
                <c:pt idx="3365">
                  <c:v>-1.1637815940601912E-2</c:v>
                </c:pt>
                <c:pt idx="3366">
                  <c:v>-1.0975218601919388E-2</c:v>
                </c:pt>
                <c:pt idx="3367">
                  <c:v>-7.6711761043270245E-3</c:v>
                </c:pt>
                <c:pt idx="3368">
                  <c:v>-4.6215297165316076E-3</c:v>
                </c:pt>
                <c:pt idx="3369">
                  <c:v>-6.6004471855112979E-3</c:v>
                </c:pt>
                <c:pt idx="3370">
                  <c:v>-3.2966564108319538E-2</c:v>
                </c:pt>
                <c:pt idx="3371">
                  <c:v>-2.6312747835549787E-2</c:v>
                </c:pt>
                <c:pt idx="3372">
                  <c:v>-2.4947569414026965E-2</c:v>
                </c:pt>
                <c:pt idx="3373">
                  <c:v>-3.0877297811079289E-2</c:v>
                </c:pt>
                <c:pt idx="3374">
                  <c:v>-2.6634391045802137E-2</c:v>
                </c:pt>
                <c:pt idx="3375">
                  <c:v>-7.6704010454305728E-3</c:v>
                </c:pt>
                <c:pt idx="3376">
                  <c:v>-1.6640576889345973E-2</c:v>
                </c:pt>
                <c:pt idx="3377">
                  <c:v>-2.819356552126635E-2</c:v>
                </c:pt>
                <c:pt idx="3378">
                  <c:v>-8.4260820207853696E-3</c:v>
                </c:pt>
                <c:pt idx="3379">
                  <c:v>-1.6188030844469261E-2</c:v>
                </c:pt>
                <c:pt idx="3380">
                  <c:v>-1.4529147076425691E-2</c:v>
                </c:pt>
                <c:pt idx="3381">
                  <c:v>-2.0767357736577115E-2</c:v>
                </c:pt>
                <c:pt idx="3382">
                  <c:v>-1.6474332685391013E-2</c:v>
                </c:pt>
                <c:pt idx="3383">
                  <c:v>-1.4565257463435797E-2</c:v>
                </c:pt>
                <c:pt idx="3384">
                  <c:v>-2.5998676719633202E-2</c:v>
                </c:pt>
                <c:pt idx="3385">
                  <c:v>-1.3586135992558349E-2</c:v>
                </c:pt>
                <c:pt idx="3386">
                  <c:v>-3.2549378732226894E-2</c:v>
                </c:pt>
                <c:pt idx="3387">
                  <c:v>-1.6428663222777363E-5</c:v>
                </c:pt>
                <c:pt idx="3388">
                  <c:v>-2.9435831929219055E-2</c:v>
                </c:pt>
                <c:pt idx="3389">
                  <c:v>-1.9327396308102797E-2</c:v>
                </c:pt>
                <c:pt idx="3390">
                  <c:v>-6.1416902084057024E-3</c:v>
                </c:pt>
                <c:pt idx="3391">
                  <c:v>-1.8058665046403521E-2</c:v>
                </c:pt>
                <c:pt idx="3392">
                  <c:v>-1.7440445011875371E-2</c:v>
                </c:pt>
                <c:pt idx="3393">
                  <c:v>-2.1473293681275377E-2</c:v>
                </c:pt>
                <c:pt idx="3394">
                  <c:v>-1.9649378370101826E-2</c:v>
                </c:pt>
                <c:pt idx="3395">
                  <c:v>-1.5461910861261693E-2</c:v>
                </c:pt>
                <c:pt idx="3396">
                  <c:v>-1.5088121813724866E-2</c:v>
                </c:pt>
                <c:pt idx="3397">
                  <c:v>-2.0537597185411184E-2</c:v>
                </c:pt>
                <c:pt idx="3398">
                  <c:v>-1.4146113848123061E-2</c:v>
                </c:pt>
                <c:pt idx="3399">
                  <c:v>-1.8597544426159032E-2</c:v>
                </c:pt>
                <c:pt idx="3400">
                  <c:v>-1.8397905152465487E-2</c:v>
                </c:pt>
                <c:pt idx="3401">
                  <c:v>-8.8091659006982355E-3</c:v>
                </c:pt>
                <c:pt idx="3402">
                  <c:v>-7.3528201116842742E-3</c:v>
                </c:pt>
                <c:pt idx="3403">
                  <c:v>-1.531432375474719E-2</c:v>
                </c:pt>
                <c:pt idx="3404">
                  <c:v>-1.4047990362960356E-2</c:v>
                </c:pt>
                <c:pt idx="3405">
                  <c:v>-1.0617764583455218E-2</c:v>
                </c:pt>
                <c:pt idx="3406">
                  <c:v>-9.4568009638700493E-3</c:v>
                </c:pt>
                <c:pt idx="3407">
                  <c:v>-1.2563787365193367E-2</c:v>
                </c:pt>
                <c:pt idx="3408">
                  <c:v>-8.8814021186088745E-3</c:v>
                </c:pt>
                <c:pt idx="3409">
                  <c:v>-7.1375906573946579E-3</c:v>
                </c:pt>
                <c:pt idx="3410">
                  <c:v>1.4213392484862838E-3</c:v>
                </c:pt>
                <c:pt idx="3411">
                  <c:v>-9.7400579989029689E-3</c:v>
                </c:pt>
                <c:pt idx="3412">
                  <c:v>-1.0460900502439674E-2</c:v>
                </c:pt>
                <c:pt idx="3413">
                  <c:v>-1.4246659228407611E-2</c:v>
                </c:pt>
                <c:pt idx="3414">
                  <c:v>-1.7504968980566415E-2</c:v>
                </c:pt>
                <c:pt idx="3415">
                  <c:v>-1.1736692955977956E-2</c:v>
                </c:pt>
                <c:pt idx="3416">
                  <c:v>-1.5061109424650086E-2</c:v>
                </c:pt>
                <c:pt idx="3417">
                  <c:v>5.0391077669358041E-3</c:v>
                </c:pt>
                <c:pt idx="3418">
                  <c:v>5.8502113766646918E-3</c:v>
                </c:pt>
                <c:pt idx="3419">
                  <c:v>-5.0053200619226846E-3</c:v>
                </c:pt>
                <c:pt idx="3420">
                  <c:v>-2.0178417539907904E-2</c:v>
                </c:pt>
                <c:pt idx="3421">
                  <c:v>-1.3934845096654434E-2</c:v>
                </c:pt>
                <c:pt idx="3422">
                  <c:v>-4.004566031010711E-2</c:v>
                </c:pt>
                <c:pt idx="3423">
                  <c:v>-9.8766869964183497E-3</c:v>
                </c:pt>
                <c:pt idx="3424">
                  <c:v>-1.5109700249052773E-2</c:v>
                </c:pt>
                <c:pt idx="3425">
                  <c:v>-1.9018423511461768E-2</c:v>
                </c:pt>
                <c:pt idx="3426">
                  <c:v>-1.48973043314009E-2</c:v>
                </c:pt>
                <c:pt idx="3427">
                  <c:v>-1.4224384384303006E-2</c:v>
                </c:pt>
                <c:pt idx="3428">
                  <c:v>-1.7152535415595603E-2</c:v>
                </c:pt>
                <c:pt idx="3429">
                  <c:v>-1.3958751057631391E-2</c:v>
                </c:pt>
                <c:pt idx="3430">
                  <c:v>-1.7599173604108089E-2</c:v>
                </c:pt>
                <c:pt idx="3431">
                  <c:v>-1.0551031508361149E-2</c:v>
                </c:pt>
                <c:pt idx="3432">
                  <c:v>-7.1196101816937574E-3</c:v>
                </c:pt>
                <c:pt idx="3433">
                  <c:v>2.355865164163065E-3</c:v>
                </c:pt>
                <c:pt idx="3434">
                  <c:v>5.8803547987802398E-3</c:v>
                </c:pt>
                <c:pt idx="3435">
                  <c:v>6.0267345003129835E-3</c:v>
                </c:pt>
                <c:pt idx="3436">
                  <c:v>4.8026562863764553E-3</c:v>
                </c:pt>
                <c:pt idx="3437">
                  <c:v>4.4462071608227611E-3</c:v>
                </c:pt>
                <c:pt idx="3438">
                  <c:v>2.6704439394221631E-3</c:v>
                </c:pt>
                <c:pt idx="3439">
                  <c:v>3.2218892886639321E-3</c:v>
                </c:pt>
                <c:pt idx="3440">
                  <c:v>1.1105173816787075E-2</c:v>
                </c:pt>
                <c:pt idx="3441">
                  <c:v>8.4525356722935634E-3</c:v>
                </c:pt>
                <c:pt idx="3442">
                  <c:v>1.3187269860298419E-2</c:v>
                </c:pt>
                <c:pt idx="3443">
                  <c:v>1.5987350567650299E-2</c:v>
                </c:pt>
                <c:pt idx="3444">
                  <c:v>1.3619084562650922E-2</c:v>
                </c:pt>
                <c:pt idx="3445">
                  <c:v>1.6556156386349167E-2</c:v>
                </c:pt>
                <c:pt idx="3446">
                  <c:v>1.4667200621055245E-2</c:v>
                </c:pt>
                <c:pt idx="3447">
                  <c:v>1.6735396308050696E-2</c:v>
                </c:pt>
                <c:pt idx="3448">
                  <c:v>1.5834141440761066E-2</c:v>
                </c:pt>
                <c:pt idx="3449">
                  <c:v>1.2891741707942715E-2</c:v>
                </c:pt>
                <c:pt idx="3450">
                  <c:v>1.2515507830584392E-2</c:v>
                </c:pt>
                <c:pt idx="3451">
                  <c:v>-1.6590493781801489E-2</c:v>
                </c:pt>
                <c:pt idx="3452">
                  <c:v>-1.6609259273671469E-2</c:v>
                </c:pt>
                <c:pt idx="3453">
                  <c:v>-1.6618812814064642E-2</c:v>
                </c:pt>
                <c:pt idx="3454">
                  <c:v>-1.4781250473735885E-2</c:v>
                </c:pt>
                <c:pt idx="3455">
                  <c:v>-1.3550814804544989E-2</c:v>
                </c:pt>
                <c:pt idx="3456">
                  <c:v>-2.4406625427686887E-2</c:v>
                </c:pt>
                <c:pt idx="3457">
                  <c:v>-2.1816058867881401E-2</c:v>
                </c:pt>
                <c:pt idx="3458">
                  <c:v>-2.6418041552927568E-2</c:v>
                </c:pt>
                <c:pt idx="3459">
                  <c:v>-2.0207913674082614E-2</c:v>
                </c:pt>
                <c:pt idx="3460">
                  <c:v>-1.9698460846156778E-2</c:v>
                </c:pt>
                <c:pt idx="3461">
                  <c:v>-1.9336554090507708E-2</c:v>
                </c:pt>
                <c:pt idx="3462">
                  <c:v>-2.3412094815425565E-2</c:v>
                </c:pt>
                <c:pt idx="3463">
                  <c:v>-2.8759721304086362E-2</c:v>
                </c:pt>
                <c:pt idx="3464">
                  <c:v>-1.9627333795830895E-2</c:v>
                </c:pt>
                <c:pt idx="3465">
                  <c:v>-1.5860690971718508E-2</c:v>
                </c:pt>
                <c:pt idx="3466">
                  <c:v>-1.5410779559246425E-2</c:v>
                </c:pt>
                <c:pt idx="3467">
                  <c:v>-2.0157946646198664E-2</c:v>
                </c:pt>
                <c:pt idx="3468">
                  <c:v>-1.6315715426806553E-2</c:v>
                </c:pt>
                <c:pt idx="3469">
                  <c:v>-1.0306101799577683E-2</c:v>
                </c:pt>
                <c:pt idx="3470">
                  <c:v>-2.9670350161679255E-2</c:v>
                </c:pt>
                <c:pt idx="3471">
                  <c:v>-1.7286274494541357E-2</c:v>
                </c:pt>
                <c:pt idx="3472">
                  <c:v>-1.4275716721489223E-2</c:v>
                </c:pt>
                <c:pt idx="3473">
                  <c:v>-1.4801491592324689E-2</c:v>
                </c:pt>
                <c:pt idx="3474">
                  <c:v>-1.6921323733671313E-2</c:v>
                </c:pt>
                <c:pt idx="3475">
                  <c:v>-2.0213850152507481E-2</c:v>
                </c:pt>
                <c:pt idx="3476">
                  <c:v>-2.156006436906489E-2</c:v>
                </c:pt>
                <c:pt idx="3477">
                  <c:v>-2.220278436564645E-2</c:v>
                </c:pt>
                <c:pt idx="3478">
                  <c:v>-1.7881360429544416E-2</c:v>
                </c:pt>
                <c:pt idx="3479">
                  <c:v>-1.9169451690333378E-2</c:v>
                </c:pt>
                <c:pt idx="3480">
                  <c:v>-1.7549085609854589E-2</c:v>
                </c:pt>
                <c:pt idx="3481">
                  <c:v>-1.8392910661332602E-2</c:v>
                </c:pt>
                <c:pt idx="3482">
                  <c:v>-1.8870676026766394E-2</c:v>
                </c:pt>
                <c:pt idx="3483">
                  <c:v>-2.0326728569296178E-2</c:v>
                </c:pt>
                <c:pt idx="3484">
                  <c:v>-1.8572134378112729E-2</c:v>
                </c:pt>
                <c:pt idx="3485">
                  <c:v>-1.7387466889306202E-2</c:v>
                </c:pt>
                <c:pt idx="3486">
                  <c:v>-1.5152594334990697E-2</c:v>
                </c:pt>
                <c:pt idx="3487">
                  <c:v>-2.4061216445479486E-2</c:v>
                </c:pt>
                <c:pt idx="3488">
                  <c:v>-2.6013149574579987E-2</c:v>
                </c:pt>
                <c:pt idx="3489">
                  <c:v>-5.9679717656722642E-3</c:v>
                </c:pt>
                <c:pt idx="3490">
                  <c:v>8.7116198399050521E-3</c:v>
                </c:pt>
                <c:pt idx="3491">
                  <c:v>1.1573439412047368E-2</c:v>
                </c:pt>
                <c:pt idx="3492">
                  <c:v>1.7217437474561176E-3</c:v>
                </c:pt>
                <c:pt idx="3493">
                  <c:v>-7.9001171626907479E-3</c:v>
                </c:pt>
                <c:pt idx="3494">
                  <c:v>-2.1268779468799806E-2</c:v>
                </c:pt>
                <c:pt idx="3495">
                  <c:v>-2.3972093025398863E-2</c:v>
                </c:pt>
                <c:pt idx="3496">
                  <c:v>-2.651909760885883E-2</c:v>
                </c:pt>
                <c:pt idx="3497">
                  <c:v>-2.6044415421149922E-2</c:v>
                </c:pt>
                <c:pt idx="3498">
                  <c:v>-2.8145833811555568E-2</c:v>
                </c:pt>
                <c:pt idx="3499">
                  <c:v>-2.940140152441802E-2</c:v>
                </c:pt>
                <c:pt idx="3500">
                  <c:v>-2.7321184392141106E-2</c:v>
                </c:pt>
                <c:pt idx="3501">
                  <c:v>-2.6270538319072306E-2</c:v>
                </c:pt>
                <c:pt idx="3502">
                  <c:v>-2.527053514669297E-2</c:v>
                </c:pt>
                <c:pt idx="3503">
                  <c:v>-2.4050264817000261E-2</c:v>
                </c:pt>
                <c:pt idx="3504">
                  <c:v>-1.9931377038282419E-2</c:v>
                </c:pt>
                <c:pt idx="3505">
                  <c:v>-1.9653152379671412E-2</c:v>
                </c:pt>
                <c:pt idx="3506">
                  <c:v>-1.9432232412332814E-2</c:v>
                </c:pt>
                <c:pt idx="3507">
                  <c:v>-2.0451379115376343E-2</c:v>
                </c:pt>
                <c:pt idx="3508">
                  <c:v>-2.006930670624648E-2</c:v>
                </c:pt>
                <c:pt idx="3509">
                  <c:v>-2.1568607077348249E-2</c:v>
                </c:pt>
                <c:pt idx="3510">
                  <c:v>-1.8344470812891478E-2</c:v>
                </c:pt>
                <c:pt idx="3511">
                  <c:v>-2.5286350404015102E-2</c:v>
                </c:pt>
                <c:pt idx="3512">
                  <c:v>-2.004462773312311E-2</c:v>
                </c:pt>
                <c:pt idx="3513">
                  <c:v>-2.8305582296254576E-2</c:v>
                </c:pt>
                <c:pt idx="3514">
                  <c:v>-2.6614055135415957E-2</c:v>
                </c:pt>
                <c:pt idx="3515">
                  <c:v>-2.0956047885690159E-2</c:v>
                </c:pt>
                <c:pt idx="3516">
                  <c:v>-2.2765573960597554E-2</c:v>
                </c:pt>
                <c:pt idx="3517">
                  <c:v>-2.1811896186653048E-2</c:v>
                </c:pt>
                <c:pt idx="3518">
                  <c:v>-1.7578685977610808E-2</c:v>
                </c:pt>
                <c:pt idx="3519">
                  <c:v>-1.844559564147133E-2</c:v>
                </c:pt>
                <c:pt idx="3520">
                  <c:v>-1.8376035659289053E-2</c:v>
                </c:pt>
                <c:pt idx="3521">
                  <c:v>-2.2169395483029458E-2</c:v>
                </c:pt>
                <c:pt idx="3522">
                  <c:v>-2.4441984325158383E-2</c:v>
                </c:pt>
                <c:pt idx="3523">
                  <c:v>-2.6087229254093118E-2</c:v>
                </c:pt>
                <c:pt idx="3524">
                  <c:v>-2.3263678357917032E-2</c:v>
                </c:pt>
                <c:pt idx="3525">
                  <c:v>-2.1252407596100441E-2</c:v>
                </c:pt>
                <c:pt idx="3526">
                  <c:v>-1.7745123729056463E-2</c:v>
                </c:pt>
                <c:pt idx="3527">
                  <c:v>-1.8706957025209119E-2</c:v>
                </c:pt>
                <c:pt idx="3528">
                  <c:v>-1.9024254364730368E-2</c:v>
                </c:pt>
                <c:pt idx="3529">
                  <c:v>-2.1069018248693776E-2</c:v>
                </c:pt>
                <c:pt idx="3530">
                  <c:v>-2.4066522659572244E-2</c:v>
                </c:pt>
                <c:pt idx="3531">
                  <c:v>-2.729155872164557E-2</c:v>
                </c:pt>
                <c:pt idx="3532">
                  <c:v>-2.4849276012921834E-2</c:v>
                </c:pt>
                <c:pt idx="3533">
                  <c:v>-2.0168307539404448E-2</c:v>
                </c:pt>
                <c:pt idx="3534">
                  <c:v>-2.0268822770796568E-2</c:v>
                </c:pt>
                <c:pt idx="3535">
                  <c:v>-1.9399554274245331E-2</c:v>
                </c:pt>
                <c:pt idx="3536">
                  <c:v>-2.0171069042676834E-2</c:v>
                </c:pt>
                <c:pt idx="3537">
                  <c:v>-2.2907913724066097E-2</c:v>
                </c:pt>
                <c:pt idx="3538">
                  <c:v>-2.2889390071527838E-2</c:v>
                </c:pt>
                <c:pt idx="3539">
                  <c:v>-2.1775844528924823E-2</c:v>
                </c:pt>
                <c:pt idx="3540">
                  <c:v>-2.2829512184584923E-2</c:v>
                </c:pt>
                <c:pt idx="3541">
                  <c:v>-2.424774702783767E-2</c:v>
                </c:pt>
                <c:pt idx="3542">
                  <c:v>-1.9667717390064923E-2</c:v>
                </c:pt>
                <c:pt idx="3543">
                  <c:v>-2.2029255433230074E-2</c:v>
                </c:pt>
                <c:pt idx="3544">
                  <c:v>-2.1510192677195245E-2</c:v>
                </c:pt>
                <c:pt idx="3545">
                  <c:v>-1.6341839821590983E-2</c:v>
                </c:pt>
                <c:pt idx="3546">
                  <c:v>-1.7986595804857671E-2</c:v>
                </c:pt>
                <c:pt idx="3547">
                  <c:v>-1.542293237847484E-2</c:v>
                </c:pt>
                <c:pt idx="3548">
                  <c:v>-1.5338679265088513E-2</c:v>
                </c:pt>
                <c:pt idx="3549">
                  <c:v>-2.2095732715058922E-2</c:v>
                </c:pt>
                <c:pt idx="3550">
                  <c:v>-3.0843435965919552E-2</c:v>
                </c:pt>
                <c:pt idx="3551">
                  <c:v>-2.19960483530682E-2</c:v>
                </c:pt>
                <c:pt idx="3552">
                  <c:v>-1.9549205422187847E-2</c:v>
                </c:pt>
                <c:pt idx="3553">
                  <c:v>-2.3412251093828811E-2</c:v>
                </c:pt>
                <c:pt idx="3554">
                  <c:v>-2.4214583631267841E-2</c:v>
                </c:pt>
                <c:pt idx="3555">
                  <c:v>-1.9627829292125393E-2</c:v>
                </c:pt>
                <c:pt idx="3556">
                  <c:v>-4.1571594790022787E-2</c:v>
                </c:pt>
                <c:pt idx="3557">
                  <c:v>-2.2186008787769714E-2</c:v>
                </c:pt>
                <c:pt idx="3558">
                  <c:v>6.9384657238759416E-4</c:v>
                </c:pt>
                <c:pt idx="3559">
                  <c:v>1.5054212933213243E-3</c:v>
                </c:pt>
                <c:pt idx="3560">
                  <c:v>6.0207561301383761E-3</c:v>
                </c:pt>
                <c:pt idx="3561">
                  <c:v>7.3537055517763038E-3</c:v>
                </c:pt>
                <c:pt idx="3562">
                  <c:v>5.1381528029567905E-3</c:v>
                </c:pt>
                <c:pt idx="3563">
                  <c:v>4.3259108225517226E-3</c:v>
                </c:pt>
                <c:pt idx="3564">
                  <c:v>3.065520767544387E-3</c:v>
                </c:pt>
                <c:pt idx="3565">
                  <c:v>2.6347274335166608E-3</c:v>
                </c:pt>
                <c:pt idx="3566">
                  <c:v>2.066458486880602E-3</c:v>
                </c:pt>
                <c:pt idx="3567">
                  <c:v>1.5148895576622421E-3</c:v>
                </c:pt>
                <c:pt idx="3568">
                  <c:v>1.3697858210690076E-3</c:v>
                </c:pt>
                <c:pt idx="3569">
                  <c:v>1.8003513527316654E-3</c:v>
                </c:pt>
                <c:pt idx="3570">
                  <c:v>1.0624924069493457E-3</c:v>
                </c:pt>
                <c:pt idx="3571">
                  <c:v>9.4228219177712219E-4</c:v>
                </c:pt>
                <c:pt idx="3572">
                  <c:v>6.7158092455802049E-4</c:v>
                </c:pt>
                <c:pt idx="3573">
                  <c:v>6.0958476045106869E-4</c:v>
                </c:pt>
                <c:pt idx="3574">
                  <c:v>3.6386263462817662E-4</c:v>
                </c:pt>
                <c:pt idx="3575">
                  <c:v>2.4844259367068567E-4</c:v>
                </c:pt>
                <c:pt idx="3576">
                  <c:v>1.5512807659856859E-4</c:v>
                </c:pt>
                <c:pt idx="3577">
                  <c:v>2.9516448696395619E-4</c:v>
                </c:pt>
                <c:pt idx="3578">
                  <c:v>2.8568114049079367E-4</c:v>
                </c:pt>
                <c:pt idx="3579">
                  <c:v>2.2763904015186823E-4</c:v>
                </c:pt>
                <c:pt idx="3580">
                  <c:v>-3.4302736956461966E-2</c:v>
                </c:pt>
                <c:pt idx="3581">
                  <c:v>-4.4478500232848515E-2</c:v>
                </c:pt>
                <c:pt idx="3582">
                  <c:v>-4.3534866204809668E-2</c:v>
                </c:pt>
                <c:pt idx="3583">
                  <c:v>-5.2383616998626946E-2</c:v>
                </c:pt>
                <c:pt idx="3584">
                  <c:v>-3.9521345450775562E-2</c:v>
                </c:pt>
                <c:pt idx="3585">
                  <c:v>-5.0840789886251847E-2</c:v>
                </c:pt>
                <c:pt idx="3586">
                  <c:v>1.0455422668224761E-2</c:v>
                </c:pt>
                <c:pt idx="3587">
                  <c:v>-4.5163888385456208E-2</c:v>
                </c:pt>
                <c:pt idx="3588">
                  <c:v>4.2037952634831196E-3</c:v>
                </c:pt>
                <c:pt idx="3589">
                  <c:v>-3.7115032788494129E-3</c:v>
                </c:pt>
                <c:pt idx="3590">
                  <c:v>-5.0217592645012313E-2</c:v>
                </c:pt>
                <c:pt idx="3591">
                  <c:v>-6.4896462959755132E-3</c:v>
                </c:pt>
                <c:pt idx="3592">
                  <c:v>-5.2820578114205742E-2</c:v>
                </c:pt>
                <c:pt idx="3593">
                  <c:v>-6.8819237983722007E-3</c:v>
                </c:pt>
                <c:pt idx="3594">
                  <c:v>1.6492428056923865E-2</c:v>
                </c:pt>
                <c:pt idx="3595">
                  <c:v>1.7968364239340586E-2</c:v>
                </c:pt>
                <c:pt idx="3596">
                  <c:v>-2.8207564420130313E-2</c:v>
                </c:pt>
                <c:pt idx="3597">
                  <c:v>-1.720700237475397E-2</c:v>
                </c:pt>
                <c:pt idx="3598">
                  <c:v>-5.3726247246139558E-2</c:v>
                </c:pt>
                <c:pt idx="3599">
                  <c:v>-1.401113433950351E-2</c:v>
                </c:pt>
                <c:pt idx="3600">
                  <c:v>-4.0556148400761487E-2</c:v>
                </c:pt>
                <c:pt idx="3601">
                  <c:v>-4.2778355343416612E-2</c:v>
                </c:pt>
                <c:pt idx="3602">
                  <c:v>-2.110466953733996E-2</c:v>
                </c:pt>
                <c:pt idx="3603">
                  <c:v>-1.9036152123660364E-2</c:v>
                </c:pt>
                <c:pt idx="3604">
                  <c:v>1.8827794503652232E-3</c:v>
                </c:pt>
                <c:pt idx="3605">
                  <c:v>-2.0811295826722392E-2</c:v>
                </c:pt>
                <c:pt idx="3606">
                  <c:v>-2.7600507964984471E-3</c:v>
                </c:pt>
                <c:pt idx="3607">
                  <c:v>-2.7337230011158342E-2</c:v>
                </c:pt>
                <c:pt idx="3608">
                  <c:v>-4.5696115020487448E-2</c:v>
                </c:pt>
                <c:pt idx="3609">
                  <c:v>-2.1349990291052598E-2</c:v>
                </c:pt>
                <c:pt idx="3610">
                  <c:v>-7.0417526697077095E-3</c:v>
                </c:pt>
                <c:pt idx="3611">
                  <c:v>-2.7804036252694501E-2</c:v>
                </c:pt>
                <c:pt idx="3612">
                  <c:v>-2.7120533574950846E-2</c:v>
                </c:pt>
                <c:pt idx="3613">
                  <c:v>4.0412190873512471E-4</c:v>
                </c:pt>
                <c:pt idx="3614">
                  <c:v>-3.5547833890646849E-2</c:v>
                </c:pt>
                <c:pt idx="3615">
                  <c:v>1.0227027237348418E-2</c:v>
                </c:pt>
                <c:pt idx="3616">
                  <c:v>-7.4303435313395842E-3</c:v>
                </c:pt>
                <c:pt idx="3617">
                  <c:v>-8.5138520576356277E-3</c:v>
                </c:pt>
                <c:pt idx="3618">
                  <c:v>-1.3258869108518175E-2</c:v>
                </c:pt>
                <c:pt idx="3619">
                  <c:v>-3.3077129976302716E-2</c:v>
                </c:pt>
                <c:pt idx="3620">
                  <c:v>-2.2169712135533929E-2</c:v>
                </c:pt>
                <c:pt idx="3621">
                  <c:v>-1.3448243629889627E-2</c:v>
                </c:pt>
                <c:pt idx="3622">
                  <c:v>-1.0229638100349674E-2</c:v>
                </c:pt>
                <c:pt idx="3623">
                  <c:v>-1.1424464574848476E-3</c:v>
                </c:pt>
                <c:pt idx="3624">
                  <c:v>-1.8319658147428121E-2</c:v>
                </c:pt>
                <c:pt idx="3625">
                  <c:v>-1.8015180093554701E-2</c:v>
                </c:pt>
                <c:pt idx="3626">
                  <c:v>-2.2159417499752105E-2</c:v>
                </c:pt>
                <c:pt idx="3627">
                  <c:v>-2.0991305230286344E-2</c:v>
                </c:pt>
                <c:pt idx="3628">
                  <c:v>-2.3538677303260473E-2</c:v>
                </c:pt>
                <c:pt idx="3629">
                  <c:v>-2.2648793580855347E-2</c:v>
                </c:pt>
                <c:pt idx="3630">
                  <c:v>-2.2244967312048038E-2</c:v>
                </c:pt>
                <c:pt idx="3631">
                  <c:v>-1.7136823373408046E-2</c:v>
                </c:pt>
                <c:pt idx="3632">
                  <c:v>-2.6024463524900482E-2</c:v>
                </c:pt>
                <c:pt idx="3633">
                  <c:v>-1.1857406135774603E-2</c:v>
                </c:pt>
                <c:pt idx="3634">
                  <c:v>8.807559231137102E-3</c:v>
                </c:pt>
                <c:pt idx="3635">
                  <c:v>8.6171443518782836E-3</c:v>
                </c:pt>
                <c:pt idx="3636">
                  <c:v>-1.1490225254188602E-2</c:v>
                </c:pt>
                <c:pt idx="3637">
                  <c:v>-6.5749618151361164E-3</c:v>
                </c:pt>
                <c:pt idx="3638">
                  <c:v>2.3844372359816076E-3</c:v>
                </c:pt>
                <c:pt idx="3639">
                  <c:v>-8.4677376619950659E-3</c:v>
                </c:pt>
                <c:pt idx="3640">
                  <c:v>-1.0531088142961399E-2</c:v>
                </c:pt>
                <c:pt idx="3641">
                  <c:v>2.5288090426957605E-3</c:v>
                </c:pt>
                <c:pt idx="3642">
                  <c:v>-1.1991775354189035E-2</c:v>
                </c:pt>
                <c:pt idx="3643">
                  <c:v>-2.5476660456746153E-2</c:v>
                </c:pt>
                <c:pt idx="3644">
                  <c:v>-2.426172988438292E-2</c:v>
                </c:pt>
                <c:pt idx="3645">
                  <c:v>-7.5503185300979546E-3</c:v>
                </c:pt>
                <c:pt idx="3646">
                  <c:v>-3.9850225797012882E-3</c:v>
                </c:pt>
                <c:pt idx="3647">
                  <c:v>-1.8368120635219715E-2</c:v>
                </c:pt>
                <c:pt idx="3648">
                  <c:v>-1.7614215619563448E-2</c:v>
                </c:pt>
                <c:pt idx="3649">
                  <c:v>-1.5420196550092493E-2</c:v>
                </c:pt>
                <c:pt idx="3650">
                  <c:v>-1.5096523958746591E-2</c:v>
                </c:pt>
                <c:pt idx="3651">
                  <c:v>-1.6598117714870082E-2</c:v>
                </c:pt>
                <c:pt idx="3652">
                  <c:v>-1.69248036952445E-2</c:v>
                </c:pt>
                <c:pt idx="3653">
                  <c:v>-1.7471438044021952E-2</c:v>
                </c:pt>
                <c:pt idx="3654">
                  <c:v>-1.9333678467677612E-2</c:v>
                </c:pt>
                <c:pt idx="3655">
                  <c:v>-2.7745025178216781E-2</c:v>
                </c:pt>
                <c:pt idx="3656">
                  <c:v>-4.23406230167994E-3</c:v>
                </c:pt>
                <c:pt idx="3657">
                  <c:v>-2.1394217199876244E-2</c:v>
                </c:pt>
                <c:pt idx="3658">
                  <c:v>-3.6970643270300648E-3</c:v>
                </c:pt>
                <c:pt idx="3659">
                  <c:v>-2.9914089217602517E-2</c:v>
                </c:pt>
                <c:pt idx="3660">
                  <c:v>2.0177864542798685E-2</c:v>
                </c:pt>
                <c:pt idx="3661">
                  <c:v>-4.6174582999355882E-3</c:v>
                </c:pt>
                <c:pt idx="3662">
                  <c:v>-8.8450393531102397E-3</c:v>
                </c:pt>
                <c:pt idx="3663">
                  <c:v>-1.3369578124787429E-2</c:v>
                </c:pt>
                <c:pt idx="3664">
                  <c:v>3.5798475397594184E-4</c:v>
                </c:pt>
                <c:pt idx="3665">
                  <c:v>3.938045440096025E-3</c:v>
                </c:pt>
                <c:pt idx="3666">
                  <c:v>-2.173602580227783E-2</c:v>
                </c:pt>
                <c:pt idx="3667">
                  <c:v>-1.8186941248449908E-2</c:v>
                </c:pt>
                <c:pt idx="3668">
                  <c:v>-9.1819326962841261E-3</c:v>
                </c:pt>
                <c:pt idx="3669">
                  <c:v>-4.8950539240844235E-3</c:v>
                </c:pt>
                <c:pt idx="3670">
                  <c:v>-2.1168899957174771E-2</c:v>
                </c:pt>
                <c:pt idx="3671">
                  <c:v>-1.4139896531766859E-2</c:v>
                </c:pt>
                <c:pt idx="3672">
                  <c:v>-2.1651164922665979E-2</c:v>
                </c:pt>
                <c:pt idx="3673">
                  <c:v>-3.0248813014348008E-2</c:v>
                </c:pt>
                <c:pt idx="3674">
                  <c:v>-2.4678878891129213E-2</c:v>
                </c:pt>
                <c:pt idx="3675">
                  <c:v>-1.7631760575988001E-3</c:v>
                </c:pt>
                <c:pt idx="3676">
                  <c:v>-4.9632797071215713E-2</c:v>
                </c:pt>
                <c:pt idx="3677">
                  <c:v>-5.406057205121173E-2</c:v>
                </c:pt>
                <c:pt idx="3678">
                  <c:v>-5.034402170912302E-2</c:v>
                </c:pt>
                <c:pt idx="3679">
                  <c:v>-3.1328178404050187E-2</c:v>
                </c:pt>
                <c:pt idx="3680">
                  <c:v>6.1510861781717953E-4</c:v>
                </c:pt>
                <c:pt idx="3681">
                  <c:v>3.8902874994717561E-3</c:v>
                </c:pt>
                <c:pt idx="3682">
                  <c:v>-8.9055334229317935E-5</c:v>
                </c:pt>
                <c:pt idx="3683">
                  <c:v>-3.11703529799106E-3</c:v>
                </c:pt>
                <c:pt idx="3684">
                  <c:v>-4.3678749907655407E-3</c:v>
                </c:pt>
                <c:pt idx="3685">
                  <c:v>-3.9665523087065453E-2</c:v>
                </c:pt>
                <c:pt idx="3686">
                  <c:v>-4.49967072127547E-2</c:v>
                </c:pt>
                <c:pt idx="3687">
                  <c:v>-2.9312526460427892E-2</c:v>
                </c:pt>
                <c:pt idx="3688">
                  <c:v>-3.7959198784294414E-2</c:v>
                </c:pt>
                <c:pt idx="3689">
                  <c:v>-8.204030211729791E-3</c:v>
                </c:pt>
                <c:pt idx="3690">
                  <c:v>3.5783275543235737E-3</c:v>
                </c:pt>
                <c:pt idx="3691">
                  <c:v>7.4080968347096767E-3</c:v>
                </c:pt>
                <c:pt idx="3692">
                  <c:v>7.0660555550148838E-3</c:v>
                </c:pt>
                <c:pt idx="3693">
                  <c:v>5.5835264231344044E-3</c:v>
                </c:pt>
                <c:pt idx="3694">
                  <c:v>4.4297748547700274E-3</c:v>
                </c:pt>
                <c:pt idx="3695">
                  <c:v>1.3156520507957344E-3</c:v>
                </c:pt>
                <c:pt idx="3696">
                  <c:v>3.8586830064003721E-4</c:v>
                </c:pt>
                <c:pt idx="3697">
                  <c:v>1.6703311888045699E-4</c:v>
                </c:pt>
                <c:pt idx="3698">
                  <c:v>7.833776562983364E-5</c:v>
                </c:pt>
                <c:pt idx="3699">
                  <c:v>8.2358398801484295E-5</c:v>
                </c:pt>
                <c:pt idx="3700">
                  <c:v>3.1033720298953658E-4</c:v>
                </c:pt>
                <c:pt idx="3701">
                  <c:v>2.9279353009177631E-4</c:v>
                </c:pt>
                <c:pt idx="3702">
                  <c:v>1.1149340662875238E-3</c:v>
                </c:pt>
                <c:pt idx="3703">
                  <c:v>6.0575178029941847E-4</c:v>
                </c:pt>
                <c:pt idx="3704">
                  <c:v>2.2064626357997949E-3</c:v>
                </c:pt>
                <c:pt idx="3705">
                  <c:v>1.4911181152390367E-3</c:v>
                </c:pt>
                <c:pt idx="3706">
                  <c:v>7.364429727247751E-4</c:v>
                </c:pt>
                <c:pt idx="3707">
                  <c:v>2.9048195188672351E-4</c:v>
                </c:pt>
                <c:pt idx="3708">
                  <c:v>1.4720266992729626E-4</c:v>
                </c:pt>
                <c:pt idx="3709">
                  <c:v>2.2341665203968238E-4</c:v>
                </c:pt>
                <c:pt idx="3710">
                  <c:v>2.8109937938807384E-4</c:v>
                </c:pt>
                <c:pt idx="3711">
                  <c:v>3.3802294827814508E-4</c:v>
                </c:pt>
                <c:pt idx="3712">
                  <c:v>2.3223199711190301E-4</c:v>
                </c:pt>
                <c:pt idx="3713">
                  <c:v>9.1793740574753482E-4</c:v>
                </c:pt>
                <c:pt idx="3714">
                  <c:v>4.5357185558772789E-4</c:v>
                </c:pt>
                <c:pt idx="3715">
                  <c:v>1.6875748854014273E-4</c:v>
                </c:pt>
                <c:pt idx="3716">
                  <c:v>6.4366100057260058E-5</c:v>
                </c:pt>
                <c:pt idx="3717">
                  <c:v>1.531590371508137E-5</c:v>
                </c:pt>
                <c:pt idx="3718">
                  <c:v>-7.6237347756031703E-5</c:v>
                </c:pt>
                <c:pt idx="3719">
                  <c:v>-1.3450335853171951E-4</c:v>
                </c:pt>
                <c:pt idx="3720">
                  <c:v>-1.0852727736720712E-4</c:v>
                </c:pt>
                <c:pt idx="3721">
                  <c:v>-1.3065108469117659E-4</c:v>
                </c:pt>
                <c:pt idx="3722">
                  <c:v>-1.4283665055572783E-4</c:v>
                </c:pt>
                <c:pt idx="3723">
                  <c:v>-8.8258854806882322E-5</c:v>
                </c:pt>
                <c:pt idx="3724">
                  <c:v>-5.6966169728931081E-5</c:v>
                </c:pt>
                <c:pt idx="3725">
                  <c:v>-7.8299016450476022E-5</c:v>
                </c:pt>
                <c:pt idx="3726">
                  <c:v>-1.1333834770156418E-5</c:v>
                </c:pt>
                <c:pt idx="3727">
                  <c:v>1.9756011968170258E-5</c:v>
                </c:pt>
                <c:pt idx="3728">
                  <c:v>-7.5136049888458755E-5</c:v>
                </c:pt>
                <c:pt idx="3729">
                  <c:v>-2.960777000183869E-4</c:v>
                </c:pt>
                <c:pt idx="3730">
                  <c:v>-4.3718714623963581E-4</c:v>
                </c:pt>
                <c:pt idx="3731">
                  <c:v>-5.4843025255934402E-4</c:v>
                </c:pt>
                <c:pt idx="3732">
                  <c:v>-4.9480106121160047E-4</c:v>
                </c:pt>
                <c:pt idx="3733">
                  <c:v>-3.929710040192058E-4</c:v>
                </c:pt>
                <c:pt idx="3734">
                  <c:v>-3.6077405097814278E-4</c:v>
                </c:pt>
                <c:pt idx="3735">
                  <c:v>-4.6036794745715211E-4</c:v>
                </c:pt>
                <c:pt idx="3736">
                  <c:v>-4.0868709521076513E-4</c:v>
                </c:pt>
                <c:pt idx="3737">
                  <c:v>4.1685759334863885E-4</c:v>
                </c:pt>
                <c:pt idx="3738">
                  <c:v>1.2506704747568194E-4</c:v>
                </c:pt>
                <c:pt idx="3739">
                  <c:v>2.7503683168176381E-4</c:v>
                </c:pt>
                <c:pt idx="3740">
                  <c:v>6.4374238868650314E-5</c:v>
                </c:pt>
                <c:pt idx="3741">
                  <c:v>1.5142926628037188E-5</c:v>
                </c:pt>
                <c:pt idx="3742">
                  <c:v>-8.9041529129431429E-6</c:v>
                </c:pt>
                <c:pt idx="3743">
                  <c:v>7.4279158854484264E-6</c:v>
                </c:pt>
                <c:pt idx="3744">
                  <c:v>2.2548822810436977E-5</c:v>
                </c:pt>
                <c:pt idx="3745">
                  <c:v>1.2247656657085688E-5</c:v>
                </c:pt>
                <c:pt idx="3746">
                  <c:v>1.5847273594751624E-5</c:v>
                </c:pt>
                <c:pt idx="3747">
                  <c:v>1.8973039237038534E-5</c:v>
                </c:pt>
                <c:pt idx="3748">
                  <c:v>1.4847110013822178E-5</c:v>
                </c:pt>
                <c:pt idx="3749">
                  <c:v>1.2271959201592606E-5</c:v>
                </c:pt>
                <c:pt idx="3750">
                  <c:v>2.277434738361176E-5</c:v>
                </c:pt>
                <c:pt idx="3751">
                  <c:v>8.751197048578281E-5</c:v>
                </c:pt>
                <c:pt idx="3752">
                  <c:v>-2.0139603908082436E-4</c:v>
                </c:pt>
                <c:pt idx="3753">
                  <c:v>-6.3059340530750504E-4</c:v>
                </c:pt>
                <c:pt idx="3754">
                  <c:v>-9.3848670568813064E-4</c:v>
                </c:pt>
                <c:pt idx="3755">
                  <c:v>-8.6064220365018136E-4</c:v>
                </c:pt>
                <c:pt idx="3756">
                  <c:v>-9.2442538452233226E-4</c:v>
                </c:pt>
                <c:pt idx="3757">
                  <c:v>-7.880699271296161E-4</c:v>
                </c:pt>
                <c:pt idx="3758">
                  <c:v>-4.9320237567368149E-4</c:v>
                </c:pt>
                <c:pt idx="3759">
                  <c:v>-4.7316444927109915E-4</c:v>
                </c:pt>
                <c:pt idx="3760">
                  <c:v>-5.4622786611604264E-4</c:v>
                </c:pt>
                <c:pt idx="3761">
                  <c:v>-5.7043714037859875E-4</c:v>
                </c:pt>
                <c:pt idx="3762">
                  <c:v>-6.2803620988838402E-4</c:v>
                </c:pt>
                <c:pt idx="3763">
                  <c:v>-8.141967622166277E-4</c:v>
                </c:pt>
                <c:pt idx="3764">
                  <c:v>-8.0648110771493718E-4</c:v>
                </c:pt>
                <c:pt idx="3765">
                  <c:v>-7.0743277371167505E-4</c:v>
                </c:pt>
                <c:pt idx="3766">
                  <c:v>-8.5394829024860617E-4</c:v>
                </c:pt>
                <c:pt idx="3767">
                  <c:v>5.6396371049190696E-4</c:v>
                </c:pt>
                <c:pt idx="3768">
                  <c:v>2.1370956714573356E-4</c:v>
                </c:pt>
                <c:pt idx="3769">
                  <c:v>1.4763784463280372E-4</c:v>
                </c:pt>
                <c:pt idx="3770">
                  <c:v>1.4350479111160681E-4</c:v>
                </c:pt>
                <c:pt idx="3771">
                  <c:v>5.97332566890785E-5</c:v>
                </c:pt>
                <c:pt idx="3772">
                  <c:v>7.782854440025994E-5</c:v>
                </c:pt>
                <c:pt idx="3773">
                  <c:v>5.7039981934722105E-5</c:v>
                </c:pt>
                <c:pt idx="3774">
                  <c:v>3.3568802849699897E-5</c:v>
                </c:pt>
                <c:pt idx="3775">
                  <c:v>2.0760438272709038E-4</c:v>
                </c:pt>
                <c:pt idx="3776">
                  <c:v>5.9123411962043069E-4</c:v>
                </c:pt>
                <c:pt idx="3777">
                  <c:v>3.9917442996011297E-5</c:v>
                </c:pt>
                <c:pt idx="3778">
                  <c:v>-3.5696975214287349E-4</c:v>
                </c:pt>
                <c:pt idx="3779">
                  <c:v>-3.5812374569228761E-4</c:v>
                </c:pt>
                <c:pt idx="3780">
                  <c:v>-2.7202587397531298E-4</c:v>
                </c:pt>
                <c:pt idx="3781">
                  <c:v>-2.8429041316203586E-4</c:v>
                </c:pt>
                <c:pt idx="3782">
                  <c:v>-3.6842313703474091E-4</c:v>
                </c:pt>
                <c:pt idx="3783">
                  <c:v>-4.4733800278820866E-4</c:v>
                </c:pt>
                <c:pt idx="3784">
                  <c:v>-4.2086895673462319E-4</c:v>
                </c:pt>
                <c:pt idx="3785">
                  <c:v>-3.4255783225040185E-4</c:v>
                </c:pt>
                <c:pt idx="3786">
                  <c:v>-3.5129623707032097E-4</c:v>
                </c:pt>
                <c:pt idx="3787">
                  <c:v>-3.0286739990353819E-4</c:v>
                </c:pt>
                <c:pt idx="3788">
                  <c:v>-3.5882234485416108E-4</c:v>
                </c:pt>
                <c:pt idx="3789">
                  <c:v>-4.6397876246056006E-4</c:v>
                </c:pt>
                <c:pt idx="3790">
                  <c:v>-4.8795162781916854E-4</c:v>
                </c:pt>
                <c:pt idx="3791">
                  <c:v>6.6889196569906869E-4</c:v>
                </c:pt>
                <c:pt idx="3792">
                  <c:v>2.4185397277749543E-4</c:v>
                </c:pt>
                <c:pt idx="3793">
                  <c:v>8.5302862757219227E-5</c:v>
                </c:pt>
                <c:pt idx="3794">
                  <c:v>8.4762413364695283E-5</c:v>
                </c:pt>
                <c:pt idx="3795">
                  <c:v>-1.8919954216699598E-2</c:v>
                </c:pt>
                <c:pt idx="3796">
                  <c:v>-4.7927352437086138E-2</c:v>
                </c:pt>
                <c:pt idx="3797">
                  <c:v>-6.9424383249672511E-2</c:v>
                </c:pt>
                <c:pt idx="3798">
                  <c:v>-2.8390071334614651E-2</c:v>
                </c:pt>
                <c:pt idx="3799">
                  <c:v>-4.249685609194457E-2</c:v>
                </c:pt>
                <c:pt idx="3800">
                  <c:v>2.2549068091262956E-3</c:v>
                </c:pt>
                <c:pt idx="3801">
                  <c:v>-4.9181072558882717E-2</c:v>
                </c:pt>
                <c:pt idx="3802">
                  <c:v>-4.5535207477767285E-2</c:v>
                </c:pt>
                <c:pt idx="3803">
                  <c:v>-3.2791138137996535E-2</c:v>
                </c:pt>
                <c:pt idx="3804">
                  <c:v>-3.8671194472796377E-2</c:v>
                </c:pt>
                <c:pt idx="3805">
                  <c:v>-5.6551216757014522E-2</c:v>
                </c:pt>
                <c:pt idx="3806">
                  <c:v>-6.8378333243213144E-2</c:v>
                </c:pt>
                <c:pt idx="3807">
                  <c:v>-5.8761536606658192E-2</c:v>
                </c:pt>
                <c:pt idx="3808">
                  <c:v>-5.682649940166095E-2</c:v>
                </c:pt>
                <c:pt idx="3809">
                  <c:v>-2.5102183604683505E-2</c:v>
                </c:pt>
                <c:pt idx="3810">
                  <c:v>-2.9828244943189343E-2</c:v>
                </c:pt>
                <c:pt idx="3811">
                  <c:v>-3.9816316174108343E-2</c:v>
                </c:pt>
                <c:pt idx="3812">
                  <c:v>-4.0115479326581729E-2</c:v>
                </c:pt>
                <c:pt idx="3813">
                  <c:v>-2.0806236609667218E-2</c:v>
                </c:pt>
                <c:pt idx="3814">
                  <c:v>-4.8331186235814512E-2</c:v>
                </c:pt>
                <c:pt idx="3815">
                  <c:v>-3.9486254394521095E-2</c:v>
                </c:pt>
                <c:pt idx="3816">
                  <c:v>-1.0420038589540022E-2</c:v>
                </c:pt>
                <c:pt idx="3817">
                  <c:v>-2.8936596632310227E-2</c:v>
                </c:pt>
                <c:pt idx="3818">
                  <c:v>-1.9136100370796466E-2</c:v>
                </c:pt>
                <c:pt idx="3819">
                  <c:v>-2.1571570629591721E-2</c:v>
                </c:pt>
                <c:pt idx="3820">
                  <c:v>-3.8045862822048776E-2</c:v>
                </c:pt>
                <c:pt idx="3821">
                  <c:v>-1.5246648539291027E-2</c:v>
                </c:pt>
                <c:pt idx="3822">
                  <c:v>-5.6810965570708152E-2</c:v>
                </c:pt>
                <c:pt idx="3823">
                  <c:v>-2.3253925374134603E-2</c:v>
                </c:pt>
                <c:pt idx="3824">
                  <c:v>-4.2198894803674482E-2</c:v>
                </c:pt>
                <c:pt idx="3825">
                  <c:v>-5.0530103324804301E-2</c:v>
                </c:pt>
                <c:pt idx="3826">
                  <c:v>-4.3331407032253175E-2</c:v>
                </c:pt>
                <c:pt idx="3827">
                  <c:v>-1.1959080115507153E-2</c:v>
                </c:pt>
                <c:pt idx="3828">
                  <c:v>-1.7318682750784672E-2</c:v>
                </c:pt>
                <c:pt idx="3829">
                  <c:v>-4.7560146289721113E-2</c:v>
                </c:pt>
                <c:pt idx="3830">
                  <c:v>-4.2864645311878238E-2</c:v>
                </c:pt>
                <c:pt idx="3831">
                  <c:v>-7.2567830358041027E-2</c:v>
                </c:pt>
                <c:pt idx="3832">
                  <c:v>-3.0643452895310796E-2</c:v>
                </c:pt>
                <c:pt idx="3833">
                  <c:v>-3.5731093174753398E-2</c:v>
                </c:pt>
                <c:pt idx="3834">
                  <c:v>-2.2581869836590881E-2</c:v>
                </c:pt>
                <c:pt idx="3835">
                  <c:v>-7.9070764343289173E-3</c:v>
                </c:pt>
                <c:pt idx="3836">
                  <c:v>1.345674826881393E-2</c:v>
                </c:pt>
                <c:pt idx="3837">
                  <c:v>-5.6888090949281704E-2</c:v>
                </c:pt>
                <c:pt idx="3838">
                  <c:v>-2.675709270694563E-2</c:v>
                </c:pt>
                <c:pt idx="3839">
                  <c:v>-1.929060180878011E-2</c:v>
                </c:pt>
                <c:pt idx="3840">
                  <c:v>-1.6551249326348078E-2</c:v>
                </c:pt>
                <c:pt idx="3841">
                  <c:v>-3.560589848721734E-2</c:v>
                </c:pt>
                <c:pt idx="3842">
                  <c:v>-3.4508196821490929E-2</c:v>
                </c:pt>
                <c:pt idx="3843">
                  <c:v>-2.7920389749377481E-2</c:v>
                </c:pt>
                <c:pt idx="3844">
                  <c:v>-2.7786262505806E-2</c:v>
                </c:pt>
                <c:pt idx="3845">
                  <c:v>-2.4302484325446978E-2</c:v>
                </c:pt>
                <c:pt idx="3846">
                  <c:v>-2.0937025124733923E-2</c:v>
                </c:pt>
                <c:pt idx="3847">
                  <c:v>-2.777022127010409E-2</c:v>
                </c:pt>
                <c:pt idx="3848">
                  <c:v>-3.0741472467032752E-2</c:v>
                </c:pt>
                <c:pt idx="3849">
                  <c:v>-2.5839010161982184E-2</c:v>
                </c:pt>
                <c:pt idx="3850">
                  <c:v>-2.2011566115882938E-2</c:v>
                </c:pt>
                <c:pt idx="3851">
                  <c:v>-2.5110642660645933E-2</c:v>
                </c:pt>
                <c:pt idx="3852">
                  <c:v>-2.2035038163920606E-2</c:v>
                </c:pt>
                <c:pt idx="3853">
                  <c:v>-1.7305302524957773E-2</c:v>
                </c:pt>
                <c:pt idx="3854">
                  <c:v>-2.218902793852703E-2</c:v>
                </c:pt>
                <c:pt idx="3855">
                  <c:v>-3.2155712839901714E-2</c:v>
                </c:pt>
                <c:pt idx="3856">
                  <c:v>-3.833745232003654E-2</c:v>
                </c:pt>
                <c:pt idx="3857">
                  <c:v>-3.6228297347157511E-2</c:v>
                </c:pt>
                <c:pt idx="3858">
                  <c:v>-2.7674916169353869E-2</c:v>
                </c:pt>
                <c:pt idx="3859">
                  <c:v>-2.1636104240111483E-2</c:v>
                </c:pt>
                <c:pt idx="3860">
                  <c:v>-1.8915558164852148E-2</c:v>
                </c:pt>
                <c:pt idx="3861">
                  <c:v>-1.9490303961540646E-2</c:v>
                </c:pt>
                <c:pt idx="3862">
                  <c:v>-1.7467602239869751E-2</c:v>
                </c:pt>
                <c:pt idx="3863">
                  <c:v>-1.2605941991850358E-2</c:v>
                </c:pt>
                <c:pt idx="3864">
                  <c:v>-2.4741341608111925E-2</c:v>
                </c:pt>
                <c:pt idx="3865">
                  <c:v>-1.7217289190985998E-2</c:v>
                </c:pt>
                <c:pt idx="3866">
                  <c:v>-1.5739928922352559E-2</c:v>
                </c:pt>
                <c:pt idx="3867">
                  <c:v>-1.3186661957555235E-2</c:v>
                </c:pt>
                <c:pt idx="3868">
                  <c:v>-1.5997572373639891E-2</c:v>
                </c:pt>
                <c:pt idx="3869">
                  <c:v>-1.7420365523929865E-2</c:v>
                </c:pt>
                <c:pt idx="3870">
                  <c:v>-2.6448743283738627E-2</c:v>
                </c:pt>
                <c:pt idx="3871">
                  <c:v>-2.2868077404693495E-2</c:v>
                </c:pt>
                <c:pt idx="3872">
                  <c:v>-3.6302571032267264E-2</c:v>
                </c:pt>
                <c:pt idx="3873">
                  <c:v>-3.913387718982532E-2</c:v>
                </c:pt>
                <c:pt idx="3874">
                  <c:v>-1.0739348525816813E-2</c:v>
                </c:pt>
                <c:pt idx="3875">
                  <c:v>-2.6752929210845978E-2</c:v>
                </c:pt>
                <c:pt idx="3876">
                  <c:v>-4.1958553333034367E-2</c:v>
                </c:pt>
                <c:pt idx="3877">
                  <c:v>-2.0557604108520092E-2</c:v>
                </c:pt>
                <c:pt idx="3878">
                  <c:v>-4.4634398863096614E-2</c:v>
                </c:pt>
                <c:pt idx="3879">
                  <c:v>-3.4595680009188623E-3</c:v>
                </c:pt>
                <c:pt idx="3880">
                  <c:v>-5.5673127389553295E-2</c:v>
                </c:pt>
                <c:pt idx="3881">
                  <c:v>-1.0793289139168182E-2</c:v>
                </c:pt>
                <c:pt idx="3882">
                  <c:v>-2.1116461850823245E-2</c:v>
                </c:pt>
                <c:pt idx="3883">
                  <c:v>-2.3920682419609079E-2</c:v>
                </c:pt>
                <c:pt idx="3884">
                  <c:v>7.7970901370560714E-4</c:v>
                </c:pt>
                <c:pt idx="3885">
                  <c:v>-3.6240271964574224E-2</c:v>
                </c:pt>
                <c:pt idx="3886">
                  <c:v>-2.9800938146506983E-2</c:v>
                </c:pt>
                <c:pt idx="3887">
                  <c:v>-8.2006698806989364E-3</c:v>
                </c:pt>
                <c:pt idx="3888">
                  <c:v>-3.8360113578831657E-2</c:v>
                </c:pt>
                <c:pt idx="3889">
                  <c:v>-2.6150372412388458E-2</c:v>
                </c:pt>
                <c:pt idx="3890">
                  <c:v>-3.3064056747560827E-2</c:v>
                </c:pt>
                <c:pt idx="3891">
                  <c:v>-3.9876917880751053E-2</c:v>
                </c:pt>
                <c:pt idx="3892">
                  <c:v>-3.5752757736345835E-2</c:v>
                </c:pt>
                <c:pt idx="3893">
                  <c:v>-5.7476161716052604E-2</c:v>
                </c:pt>
                <c:pt idx="3894">
                  <c:v>-3.1046900980337445E-2</c:v>
                </c:pt>
                <c:pt idx="3895">
                  <c:v>-3.4533321826293019E-2</c:v>
                </c:pt>
                <c:pt idx="3896">
                  <c:v>-2.3549748159630495E-2</c:v>
                </c:pt>
                <c:pt idx="3897">
                  <c:v>-2.3281475116838205E-2</c:v>
                </c:pt>
                <c:pt idx="3898">
                  <c:v>-1.2986633512497741E-2</c:v>
                </c:pt>
                <c:pt idx="3899">
                  <c:v>-4.6944794790433654E-2</c:v>
                </c:pt>
                <c:pt idx="3900">
                  <c:v>-4.9910850579973499E-2</c:v>
                </c:pt>
                <c:pt idx="3901">
                  <c:v>3.7467509947301239E-4</c:v>
                </c:pt>
                <c:pt idx="3902">
                  <c:v>-3.3421992150886599E-2</c:v>
                </c:pt>
                <c:pt idx="3903">
                  <c:v>-1.3079924198685302E-2</c:v>
                </c:pt>
                <c:pt idx="3904">
                  <c:v>-5.0766823295565068E-2</c:v>
                </c:pt>
                <c:pt idx="3905">
                  <c:v>-1.6894188972784014E-3</c:v>
                </c:pt>
                <c:pt idx="3906">
                  <c:v>-1.2076294357325525E-3</c:v>
                </c:pt>
                <c:pt idx="3907">
                  <c:v>-2.8736819069954209E-2</c:v>
                </c:pt>
                <c:pt idx="3908">
                  <c:v>-1.938692520793486E-2</c:v>
                </c:pt>
                <c:pt idx="3909">
                  <c:v>-1.5740250484796065E-2</c:v>
                </c:pt>
                <c:pt idx="3910">
                  <c:v>-2.6077374004530657E-2</c:v>
                </c:pt>
                <c:pt idx="3911">
                  <c:v>-2.3702384867342184E-2</c:v>
                </c:pt>
                <c:pt idx="3912">
                  <c:v>-1.7011276474497496E-2</c:v>
                </c:pt>
                <c:pt idx="3913">
                  <c:v>-2.7188925475764205E-2</c:v>
                </c:pt>
                <c:pt idx="3914">
                  <c:v>-3.0865247874964367E-2</c:v>
                </c:pt>
                <c:pt idx="3915">
                  <c:v>-5.1755705421969731E-3</c:v>
                </c:pt>
                <c:pt idx="3916">
                  <c:v>-4.2359345067360499E-2</c:v>
                </c:pt>
                <c:pt idx="3917">
                  <c:v>4.6215668049693339E-3</c:v>
                </c:pt>
                <c:pt idx="3918">
                  <c:v>-4.6047944028979923E-2</c:v>
                </c:pt>
                <c:pt idx="3919">
                  <c:v>-3.5088260078506198E-2</c:v>
                </c:pt>
                <c:pt idx="3920">
                  <c:v>-5.5659425038875388E-2</c:v>
                </c:pt>
                <c:pt idx="3921">
                  <c:v>-6.1513314297835679E-2</c:v>
                </c:pt>
                <c:pt idx="3922">
                  <c:v>-6.5534796798049508E-2</c:v>
                </c:pt>
                <c:pt idx="3923">
                  <c:v>-6.6347249906144296E-2</c:v>
                </c:pt>
                <c:pt idx="3924">
                  <c:v>-5.4150681822732853E-2</c:v>
                </c:pt>
                <c:pt idx="3925">
                  <c:v>-3.4264571650573991E-2</c:v>
                </c:pt>
                <c:pt idx="3926">
                  <c:v>-3.0077162683536014E-2</c:v>
                </c:pt>
                <c:pt idx="3927">
                  <c:v>-3.5568594257212043E-3</c:v>
                </c:pt>
                <c:pt idx="3928">
                  <c:v>-2.4409253890153519E-2</c:v>
                </c:pt>
                <c:pt idx="3929">
                  <c:v>-5.7474009350263019E-2</c:v>
                </c:pt>
                <c:pt idx="3930">
                  <c:v>-4.4275337758288437E-2</c:v>
                </c:pt>
                <c:pt idx="3931">
                  <c:v>-2.8223751663430323E-2</c:v>
                </c:pt>
                <c:pt idx="3932">
                  <c:v>-1.0337122678245428E-2</c:v>
                </c:pt>
                <c:pt idx="3933">
                  <c:v>-2.2700308863918651E-2</c:v>
                </c:pt>
                <c:pt idx="3934">
                  <c:v>-2.2481215057481147E-2</c:v>
                </c:pt>
                <c:pt idx="3935">
                  <c:v>-1.0672619055110539E-2</c:v>
                </c:pt>
                <c:pt idx="3936">
                  <c:v>-5.2246977737028688E-2</c:v>
                </c:pt>
                <c:pt idx="3937">
                  <c:v>-2.1097168037207351E-2</c:v>
                </c:pt>
                <c:pt idx="3938">
                  <c:v>-3.6911541312465518E-2</c:v>
                </c:pt>
                <c:pt idx="3939">
                  <c:v>-5.7872409887979578E-2</c:v>
                </c:pt>
                <c:pt idx="3940">
                  <c:v>-2.1489985155671673E-2</c:v>
                </c:pt>
                <c:pt idx="3941">
                  <c:v>-8.8135225454360321E-3</c:v>
                </c:pt>
                <c:pt idx="3942">
                  <c:v>-3.3875346847024826E-2</c:v>
                </c:pt>
                <c:pt idx="3943">
                  <c:v>-6.2814248838286638E-2</c:v>
                </c:pt>
                <c:pt idx="3944">
                  <c:v>-6.2550729390404916E-2</c:v>
                </c:pt>
                <c:pt idx="3945">
                  <c:v>-2.5745138215966419E-2</c:v>
                </c:pt>
                <c:pt idx="3946">
                  <c:v>-1.6563490860434987E-2</c:v>
                </c:pt>
                <c:pt idx="3947">
                  <c:v>-2.9780694819412114E-2</c:v>
                </c:pt>
                <c:pt idx="3948">
                  <c:v>-7.2524084184090551E-2</c:v>
                </c:pt>
                <c:pt idx="3949">
                  <c:v>-7.2734280129561665E-2</c:v>
                </c:pt>
                <c:pt idx="3950">
                  <c:v>-3.3020997872131599E-2</c:v>
                </c:pt>
                <c:pt idx="3951">
                  <c:v>-2.4542824330519776E-2</c:v>
                </c:pt>
                <c:pt idx="3952">
                  <c:v>-2.2284295441457984E-2</c:v>
                </c:pt>
                <c:pt idx="3953">
                  <c:v>1.4055556383360422E-2</c:v>
                </c:pt>
                <c:pt idx="3954">
                  <c:v>-1.9366073121782231E-2</c:v>
                </c:pt>
                <c:pt idx="3955">
                  <c:v>-3.7210824798158376E-2</c:v>
                </c:pt>
                <c:pt idx="3956">
                  <c:v>-5.5254042742506358E-2</c:v>
                </c:pt>
                <c:pt idx="3957">
                  <c:v>-4.3429315553380719E-2</c:v>
                </c:pt>
                <c:pt idx="3958">
                  <c:v>-4.9889235529918374E-3</c:v>
                </c:pt>
                <c:pt idx="3959">
                  <c:v>-3.4265918881805628E-2</c:v>
                </c:pt>
                <c:pt idx="3960">
                  <c:v>-3.3023954005665386E-2</c:v>
                </c:pt>
                <c:pt idx="3961">
                  <c:v>-3.1775007383613142E-2</c:v>
                </c:pt>
                <c:pt idx="3962">
                  <c:v>-2.6306514459936849E-2</c:v>
                </c:pt>
                <c:pt idx="3963">
                  <c:v>-1.5486294584904954E-2</c:v>
                </c:pt>
                <c:pt idx="3964">
                  <c:v>-2.9709571952470468E-2</c:v>
                </c:pt>
                <c:pt idx="3965">
                  <c:v>-2.014832726841039E-3</c:v>
                </c:pt>
                <c:pt idx="3966">
                  <c:v>-2.3245408908723571E-2</c:v>
                </c:pt>
                <c:pt idx="3967">
                  <c:v>-5.1829003410403141E-2</c:v>
                </c:pt>
                <c:pt idx="3968">
                  <c:v>-5.6956005588695791E-2</c:v>
                </c:pt>
                <c:pt idx="3969">
                  <c:v>-7.4283340965271616E-2</c:v>
                </c:pt>
                <c:pt idx="3970">
                  <c:v>-3.0746781656911727E-2</c:v>
                </c:pt>
                <c:pt idx="3971">
                  <c:v>-2.4918462949826796E-2</c:v>
                </c:pt>
                <c:pt idx="3972">
                  <c:v>1.456417919768509E-3</c:v>
                </c:pt>
                <c:pt idx="3973">
                  <c:v>-1.6726490303969759E-2</c:v>
                </c:pt>
                <c:pt idx="3974">
                  <c:v>-2.5118792328324403E-2</c:v>
                </c:pt>
                <c:pt idx="3975">
                  <c:v>-3.3646597496866153E-2</c:v>
                </c:pt>
                <c:pt idx="3976">
                  <c:v>-2.9254547806806468E-2</c:v>
                </c:pt>
                <c:pt idx="3977">
                  <c:v>-2.6329231856430785E-2</c:v>
                </c:pt>
                <c:pt idx="3978">
                  <c:v>-1.8447676038521595E-2</c:v>
                </c:pt>
                <c:pt idx="3979">
                  <c:v>-2.0624602749621728E-2</c:v>
                </c:pt>
                <c:pt idx="3980">
                  <c:v>-1.9757929627936557E-2</c:v>
                </c:pt>
                <c:pt idx="3981">
                  <c:v>-2.6577400133575846E-2</c:v>
                </c:pt>
                <c:pt idx="3982">
                  <c:v>-1.5799395997498911E-2</c:v>
                </c:pt>
                <c:pt idx="3983">
                  <c:v>-2.5104539466593495E-2</c:v>
                </c:pt>
                <c:pt idx="3984">
                  <c:v>-3.9067684420074876E-3</c:v>
                </c:pt>
                <c:pt idx="3985">
                  <c:v>-3.9546822234240907E-2</c:v>
                </c:pt>
                <c:pt idx="3986">
                  <c:v>-4.1394312023487083E-2</c:v>
                </c:pt>
                <c:pt idx="3987">
                  <c:v>-3.0803077665176617E-2</c:v>
                </c:pt>
                <c:pt idx="3988">
                  <c:v>-7.3053549341267187E-4</c:v>
                </c:pt>
                <c:pt idx="3989">
                  <c:v>6.4736927796307754E-3</c:v>
                </c:pt>
                <c:pt idx="3990">
                  <c:v>-3.0924485782318146E-2</c:v>
                </c:pt>
                <c:pt idx="3991">
                  <c:v>-5.2001039084838219E-2</c:v>
                </c:pt>
                <c:pt idx="3992">
                  <c:v>-6.5445976002103237E-2</c:v>
                </c:pt>
                <c:pt idx="3993">
                  <c:v>-8.4809239492013452E-2</c:v>
                </c:pt>
                <c:pt idx="3994">
                  <c:v>-6.4756024931046041E-2</c:v>
                </c:pt>
                <c:pt idx="3995">
                  <c:v>-3.6072228435393476E-2</c:v>
                </c:pt>
                <c:pt idx="3996">
                  <c:v>-3.1996392581563546E-2</c:v>
                </c:pt>
                <c:pt idx="3997">
                  <c:v>-3.767369269354845E-2</c:v>
                </c:pt>
                <c:pt idx="3998">
                  <c:v>-5.0944225305770752E-2</c:v>
                </c:pt>
                <c:pt idx="3999">
                  <c:v>-3.913765126952741E-2</c:v>
                </c:pt>
                <c:pt idx="4000">
                  <c:v>7.241891452359722E-3</c:v>
                </c:pt>
                <c:pt idx="4001">
                  <c:v>9.6875109788741585E-4</c:v>
                </c:pt>
                <c:pt idx="4002">
                  <c:v>-3.0444191866159202E-2</c:v>
                </c:pt>
                <c:pt idx="4003">
                  <c:v>-1.9588988408436838E-2</c:v>
                </c:pt>
                <c:pt idx="4004">
                  <c:v>-9.332388658875642E-3</c:v>
                </c:pt>
                <c:pt idx="4005">
                  <c:v>-1.9409452275840578E-3</c:v>
                </c:pt>
                <c:pt idx="4006">
                  <c:v>-1.5571740011368011E-2</c:v>
                </c:pt>
                <c:pt idx="4007">
                  <c:v>-9.0206347179210087E-3</c:v>
                </c:pt>
                <c:pt idx="4008">
                  <c:v>-2.1723202318231782E-2</c:v>
                </c:pt>
                <c:pt idx="4009">
                  <c:v>-5.6135239161782091E-2</c:v>
                </c:pt>
                <c:pt idx="4010">
                  <c:v>-1.6691247298612443E-2</c:v>
                </c:pt>
                <c:pt idx="4011">
                  <c:v>-5.534553950306606E-2</c:v>
                </c:pt>
                <c:pt idx="4012">
                  <c:v>-1.9326883255631071E-2</c:v>
                </c:pt>
                <c:pt idx="4013">
                  <c:v>-2.9970049303721404E-2</c:v>
                </c:pt>
                <c:pt idx="4014">
                  <c:v>1.508283305480103E-5</c:v>
                </c:pt>
                <c:pt idx="4015">
                  <c:v>-5.3595084305995896E-2</c:v>
                </c:pt>
                <c:pt idx="4016">
                  <c:v>-5.7861950712175654E-2</c:v>
                </c:pt>
                <c:pt idx="4017">
                  <c:v>-2.4002627525721482E-2</c:v>
                </c:pt>
                <c:pt idx="4018">
                  <c:v>-3.4435841096138634E-2</c:v>
                </c:pt>
                <c:pt idx="4019">
                  <c:v>1.8033011210497156E-2</c:v>
                </c:pt>
                <c:pt idx="4020">
                  <c:v>7.2932403130280656E-3</c:v>
                </c:pt>
                <c:pt idx="4021">
                  <c:v>1.765599476635544E-3</c:v>
                </c:pt>
                <c:pt idx="4022">
                  <c:v>-2.9607283359825719E-2</c:v>
                </c:pt>
                <c:pt idx="4023">
                  <c:v>-3.1687101441338517E-2</c:v>
                </c:pt>
                <c:pt idx="4024">
                  <c:v>-2.1431610270658999E-2</c:v>
                </c:pt>
                <c:pt idx="4025">
                  <c:v>2.1720824105309917E-2</c:v>
                </c:pt>
                <c:pt idx="4026">
                  <c:v>-2.5395641601214422E-2</c:v>
                </c:pt>
                <c:pt idx="4027">
                  <c:v>-4.0890410445375426E-2</c:v>
                </c:pt>
                <c:pt idx="4028">
                  <c:v>-6.3535310009733463E-3</c:v>
                </c:pt>
                <c:pt idx="4029">
                  <c:v>-3.0159881856153387E-2</c:v>
                </c:pt>
                <c:pt idx="4030">
                  <c:v>1.0042266027756477E-3</c:v>
                </c:pt>
                <c:pt idx="4031">
                  <c:v>-1.2467935678515131E-2</c:v>
                </c:pt>
                <c:pt idx="4032">
                  <c:v>-2.0234671753241135E-2</c:v>
                </c:pt>
                <c:pt idx="4033">
                  <c:v>-1.5096224262760008E-2</c:v>
                </c:pt>
                <c:pt idx="4034">
                  <c:v>-3.8789533112685198E-4</c:v>
                </c:pt>
                <c:pt idx="4035">
                  <c:v>-3.5999805234222866E-2</c:v>
                </c:pt>
                <c:pt idx="4036">
                  <c:v>-7.8220728345315786E-3</c:v>
                </c:pt>
                <c:pt idx="4037">
                  <c:v>-4.3662817006321866E-2</c:v>
                </c:pt>
                <c:pt idx="4038">
                  <c:v>-2.8021911857658472E-2</c:v>
                </c:pt>
                <c:pt idx="4039">
                  <c:v>-2.3498854537786881E-3</c:v>
                </c:pt>
                <c:pt idx="4040">
                  <c:v>-5.3756337123627096E-2</c:v>
                </c:pt>
                <c:pt idx="4041">
                  <c:v>-3.1932858841100302E-2</c:v>
                </c:pt>
                <c:pt idx="4042">
                  <c:v>-1.2627004503689783E-2</c:v>
                </c:pt>
                <c:pt idx="4043">
                  <c:v>-9.8106004768015106E-3</c:v>
                </c:pt>
                <c:pt idx="4044">
                  <c:v>-4.0493995871906309E-2</c:v>
                </c:pt>
                <c:pt idx="4045">
                  <c:v>-1.3659227369051168E-2</c:v>
                </c:pt>
                <c:pt idx="4046">
                  <c:v>-2.5055178318590703E-2</c:v>
                </c:pt>
                <c:pt idx="4047">
                  <c:v>-1.9983852731307955E-2</c:v>
                </c:pt>
                <c:pt idx="4048">
                  <c:v>-1.6949044588983848E-2</c:v>
                </c:pt>
                <c:pt idx="4049">
                  <c:v>-3.0960414902492777E-3</c:v>
                </c:pt>
                <c:pt idx="4050">
                  <c:v>-1.4235512718666856E-2</c:v>
                </c:pt>
                <c:pt idx="4051">
                  <c:v>-4.511255557637462E-2</c:v>
                </c:pt>
                <c:pt idx="4052">
                  <c:v>-1.3236604329543451E-2</c:v>
                </c:pt>
                <c:pt idx="4053">
                  <c:v>-5.0887735963906805E-2</c:v>
                </c:pt>
                <c:pt idx="4054">
                  <c:v>-9.1356167176241346E-3</c:v>
                </c:pt>
                <c:pt idx="4055">
                  <c:v>-1.021784975838992E-2</c:v>
                </c:pt>
                <c:pt idx="4056">
                  <c:v>-4.5354962373828349E-2</c:v>
                </c:pt>
                <c:pt idx="4057">
                  <c:v>-3.249680041649964E-2</c:v>
                </c:pt>
                <c:pt idx="4058">
                  <c:v>-3.9797703540298247E-2</c:v>
                </c:pt>
                <c:pt idx="4059">
                  <c:v>-2.0324883674334489E-2</c:v>
                </c:pt>
                <c:pt idx="4060">
                  <c:v>-1.7032884622817105E-2</c:v>
                </c:pt>
                <c:pt idx="4061">
                  <c:v>-1.8647422715231007E-2</c:v>
                </c:pt>
                <c:pt idx="4062">
                  <c:v>-1.9354243295325559E-2</c:v>
                </c:pt>
                <c:pt idx="4063">
                  <c:v>-1.8465753312496773E-2</c:v>
                </c:pt>
                <c:pt idx="4064">
                  <c:v>-1.5212547576453779E-2</c:v>
                </c:pt>
                <c:pt idx="4065">
                  <c:v>-2.3677170708601359E-2</c:v>
                </c:pt>
                <c:pt idx="4066">
                  <c:v>-1.9656382952818668E-2</c:v>
                </c:pt>
                <c:pt idx="4067">
                  <c:v>-1.680264772062014E-2</c:v>
                </c:pt>
                <c:pt idx="4068">
                  <c:v>-2.9585732326792426E-2</c:v>
                </c:pt>
                <c:pt idx="4069">
                  <c:v>-2.3084332269071185E-2</c:v>
                </c:pt>
                <c:pt idx="4070">
                  <c:v>-2.9141084028797035E-2</c:v>
                </c:pt>
                <c:pt idx="4071">
                  <c:v>-2.9974186251947633E-2</c:v>
                </c:pt>
                <c:pt idx="4072">
                  <c:v>-2.5224997442391914E-2</c:v>
                </c:pt>
                <c:pt idx="4073">
                  <c:v>-1.5368833616224103E-2</c:v>
                </c:pt>
                <c:pt idx="4074">
                  <c:v>-3.7374733880677774E-2</c:v>
                </c:pt>
                <c:pt idx="4075">
                  <c:v>-3.9987076282315841E-2</c:v>
                </c:pt>
                <c:pt idx="4076">
                  <c:v>-3.4511555511037864E-2</c:v>
                </c:pt>
                <c:pt idx="4077">
                  <c:v>-2.291925523073687E-2</c:v>
                </c:pt>
                <c:pt idx="4078">
                  <c:v>-2.3152053881566239E-2</c:v>
                </c:pt>
                <c:pt idx="4079">
                  <c:v>-1.9637710094551834E-2</c:v>
                </c:pt>
                <c:pt idx="4080">
                  <c:v>-1.5784117570344817E-2</c:v>
                </c:pt>
                <c:pt idx="4081">
                  <c:v>-1.7280392666155699E-2</c:v>
                </c:pt>
                <c:pt idx="4082">
                  <c:v>-1.7605049293456163E-2</c:v>
                </c:pt>
                <c:pt idx="4083">
                  <c:v>-2.0755154550090624E-2</c:v>
                </c:pt>
                <c:pt idx="4084">
                  <c:v>-1.9907412059571975E-2</c:v>
                </c:pt>
                <c:pt idx="4085">
                  <c:v>-1.2945508756001305E-2</c:v>
                </c:pt>
                <c:pt idx="4086">
                  <c:v>-5.0171923327447722E-2</c:v>
                </c:pt>
                <c:pt idx="4087">
                  <c:v>-2.9762693339892277E-2</c:v>
                </c:pt>
                <c:pt idx="4088">
                  <c:v>6.8611062773693918E-3</c:v>
                </c:pt>
                <c:pt idx="4089">
                  <c:v>1.5098070294314226E-2</c:v>
                </c:pt>
                <c:pt idx="4090">
                  <c:v>-2.8428366344766264E-2</c:v>
                </c:pt>
                <c:pt idx="4091">
                  <c:v>-4.0562735877497386E-3</c:v>
                </c:pt>
                <c:pt idx="4092">
                  <c:v>1.0098861615652734E-2</c:v>
                </c:pt>
                <c:pt idx="4093">
                  <c:v>-2.6967240931791325E-2</c:v>
                </c:pt>
                <c:pt idx="4094">
                  <c:v>-4.8455708300744913E-3</c:v>
                </c:pt>
                <c:pt idx="4095">
                  <c:v>-2.1595065467914717E-2</c:v>
                </c:pt>
                <c:pt idx="4096">
                  <c:v>-1.2318079987090448E-2</c:v>
                </c:pt>
                <c:pt idx="4097">
                  <c:v>-2.0484142938824019E-2</c:v>
                </c:pt>
                <c:pt idx="4098">
                  <c:v>-9.2328179281845613E-3</c:v>
                </c:pt>
                <c:pt idx="4099">
                  <c:v>-4.4417828204489737E-2</c:v>
                </c:pt>
                <c:pt idx="4100">
                  <c:v>-2.4595359035599125E-2</c:v>
                </c:pt>
                <c:pt idx="4101">
                  <c:v>-4.8440275047951439E-2</c:v>
                </c:pt>
                <c:pt idx="4102">
                  <c:v>-1.0973179302347001E-2</c:v>
                </c:pt>
                <c:pt idx="4103">
                  <c:v>-3.5050192165279485E-2</c:v>
                </c:pt>
                <c:pt idx="4104">
                  <c:v>-3.4903243368923065E-3</c:v>
                </c:pt>
                <c:pt idx="4105">
                  <c:v>-2.647408586166489E-2</c:v>
                </c:pt>
                <c:pt idx="4106">
                  <c:v>-2.5420506152094634E-2</c:v>
                </c:pt>
                <c:pt idx="4107">
                  <c:v>7.721841888746648E-5</c:v>
                </c:pt>
                <c:pt idx="4108">
                  <c:v>-4.1803576939373414E-2</c:v>
                </c:pt>
                <c:pt idx="4109">
                  <c:v>-1.4044381557814418E-2</c:v>
                </c:pt>
                <c:pt idx="4110">
                  <c:v>-1.2763913928682178E-2</c:v>
                </c:pt>
                <c:pt idx="4111">
                  <c:v>-3.7617357140739792E-2</c:v>
                </c:pt>
                <c:pt idx="4112">
                  <c:v>-8.8090501368090889E-3</c:v>
                </c:pt>
                <c:pt idx="4113">
                  <c:v>-4.0871488620184922E-2</c:v>
                </c:pt>
                <c:pt idx="4114">
                  <c:v>-1.5736594527150309E-2</c:v>
                </c:pt>
                <c:pt idx="4115">
                  <c:v>-2.7800595607937083E-2</c:v>
                </c:pt>
                <c:pt idx="4116">
                  <c:v>-2.9302090575816946E-2</c:v>
                </c:pt>
                <c:pt idx="4117">
                  <c:v>-4.0168575111684257E-2</c:v>
                </c:pt>
                <c:pt idx="4118">
                  <c:v>-2.804684317604508E-2</c:v>
                </c:pt>
                <c:pt idx="4119">
                  <c:v>3.5515732133931232E-3</c:v>
                </c:pt>
                <c:pt idx="4120">
                  <c:v>-2.3923903213650299E-2</c:v>
                </c:pt>
                <c:pt idx="4121">
                  <c:v>-2.0490846153627597E-2</c:v>
                </c:pt>
                <c:pt idx="4122">
                  <c:v>-1.1568548813932667E-2</c:v>
                </c:pt>
                <c:pt idx="4123">
                  <c:v>-1.6432979334402159E-2</c:v>
                </c:pt>
                <c:pt idx="4124">
                  <c:v>-3.3255792362580826E-2</c:v>
                </c:pt>
                <c:pt idx="4125">
                  <c:v>-3.7249613272484695E-2</c:v>
                </c:pt>
                <c:pt idx="4126">
                  <c:v>-2.898885300814541E-2</c:v>
                </c:pt>
                <c:pt idx="4127">
                  <c:v>-3.1904118903611563E-2</c:v>
                </c:pt>
                <c:pt idx="4128">
                  <c:v>-3.3356656732927939E-2</c:v>
                </c:pt>
                <c:pt idx="4129">
                  <c:v>-2.7792193114009364E-2</c:v>
                </c:pt>
                <c:pt idx="4130">
                  <c:v>-4.715133033582556E-2</c:v>
                </c:pt>
                <c:pt idx="4131">
                  <c:v>-5.2747617446145728E-2</c:v>
                </c:pt>
                <c:pt idx="4132">
                  <c:v>-3.3670519608573361E-2</c:v>
                </c:pt>
                <c:pt idx="4133">
                  <c:v>-2.1640573554457535E-2</c:v>
                </c:pt>
                <c:pt idx="4134">
                  <c:v>-2.1206343822845405E-2</c:v>
                </c:pt>
                <c:pt idx="4135">
                  <c:v>-1.9357522795986161E-2</c:v>
                </c:pt>
                <c:pt idx="4136">
                  <c:v>-2.2100988579381441E-2</c:v>
                </c:pt>
                <c:pt idx="4137">
                  <c:v>-2.3181974011283628E-2</c:v>
                </c:pt>
                <c:pt idx="4138">
                  <c:v>-1.8372881202924653E-2</c:v>
                </c:pt>
                <c:pt idx="4139">
                  <c:v>-2.7526329137361638E-2</c:v>
                </c:pt>
                <c:pt idx="4140">
                  <c:v>-7.3834447994539192E-3</c:v>
                </c:pt>
                <c:pt idx="4141">
                  <c:v>-1.5640587762769449E-2</c:v>
                </c:pt>
                <c:pt idx="4142">
                  <c:v>-4.6429928173584559E-2</c:v>
                </c:pt>
                <c:pt idx="4143">
                  <c:v>-3.457865011471585E-2</c:v>
                </c:pt>
                <c:pt idx="4144">
                  <c:v>-2.418119454157263E-2</c:v>
                </c:pt>
                <c:pt idx="4145">
                  <c:v>-2.6449872131699258E-2</c:v>
                </c:pt>
                <c:pt idx="4146">
                  <c:v>-6.1890332596673319E-3</c:v>
                </c:pt>
                <c:pt idx="4147">
                  <c:v>-4.4729744833461059E-2</c:v>
                </c:pt>
                <c:pt idx="4148">
                  <c:v>-3.68399477872388E-2</c:v>
                </c:pt>
                <c:pt idx="4149">
                  <c:v>-1.7527518967381812E-2</c:v>
                </c:pt>
                <c:pt idx="4150">
                  <c:v>-3.4221340454138161E-2</c:v>
                </c:pt>
                <c:pt idx="4151">
                  <c:v>-2.4592731181802611E-2</c:v>
                </c:pt>
                <c:pt idx="4152">
                  <c:v>-4.1236892419144737E-2</c:v>
                </c:pt>
                <c:pt idx="4153">
                  <c:v>-2.3316921178876102E-2</c:v>
                </c:pt>
                <c:pt idx="4154">
                  <c:v>-5.2975512949423688E-2</c:v>
                </c:pt>
                <c:pt idx="4155">
                  <c:v>-1.601389966802581E-2</c:v>
                </c:pt>
                <c:pt idx="4156">
                  <c:v>-4.4508374942359215E-2</c:v>
                </c:pt>
                <c:pt idx="4157">
                  <c:v>-4.4570768154112178E-2</c:v>
                </c:pt>
                <c:pt idx="4158">
                  <c:v>-1.4793214415524225E-2</c:v>
                </c:pt>
                <c:pt idx="4159">
                  <c:v>-5.2765408543666618E-2</c:v>
                </c:pt>
                <c:pt idx="4160">
                  <c:v>-4.1039521123116859E-2</c:v>
                </c:pt>
                <c:pt idx="4161">
                  <c:v>-5.496606047993334E-2</c:v>
                </c:pt>
                <c:pt idx="4162">
                  <c:v>-3.6345702891988095E-2</c:v>
                </c:pt>
                <c:pt idx="4163">
                  <c:v>-1.9450320908673015E-2</c:v>
                </c:pt>
                <c:pt idx="4164">
                  <c:v>-3.6680996061412917E-2</c:v>
                </c:pt>
                <c:pt idx="4165">
                  <c:v>-4.9778303183149415E-2</c:v>
                </c:pt>
                <c:pt idx="4166">
                  <c:v>-5.1741363381896437E-2</c:v>
                </c:pt>
                <c:pt idx="4167">
                  <c:v>-6.4473701323208288E-2</c:v>
                </c:pt>
                <c:pt idx="4168">
                  <c:v>-2.1479882435436162E-2</c:v>
                </c:pt>
                <c:pt idx="4169">
                  <c:v>3.9732972903065347E-3</c:v>
                </c:pt>
                <c:pt idx="4170">
                  <c:v>1.1494627930527799E-2</c:v>
                </c:pt>
                <c:pt idx="4171">
                  <c:v>-4.7930455792392052E-2</c:v>
                </c:pt>
                <c:pt idx="4172">
                  <c:v>-2.3506321910246732E-2</c:v>
                </c:pt>
                <c:pt idx="4173">
                  <c:v>3.2862142377040682E-3</c:v>
                </c:pt>
                <c:pt idx="4174">
                  <c:v>-2.6036362095461705E-2</c:v>
                </c:pt>
                <c:pt idx="4175">
                  <c:v>-6.972206437628521E-3</c:v>
                </c:pt>
                <c:pt idx="4176">
                  <c:v>-2.5599590520049204E-2</c:v>
                </c:pt>
                <c:pt idx="4177">
                  <c:v>-2.3193838522789303E-2</c:v>
                </c:pt>
                <c:pt idx="4178">
                  <c:v>-1.963834718141854E-2</c:v>
                </c:pt>
                <c:pt idx="4179">
                  <c:v>-2.7989419160992113E-3</c:v>
                </c:pt>
                <c:pt idx="4180">
                  <c:v>-5.0708589632442944E-2</c:v>
                </c:pt>
                <c:pt idx="4181">
                  <c:v>-9.0431095891632483E-3</c:v>
                </c:pt>
                <c:pt idx="4182">
                  <c:v>-6.2432006969167543E-3</c:v>
                </c:pt>
                <c:pt idx="4183">
                  <c:v>-4.3436815080568028E-2</c:v>
                </c:pt>
                <c:pt idx="4184">
                  <c:v>-4.6205837064507163E-2</c:v>
                </c:pt>
                <c:pt idx="4185">
                  <c:v>-2.6686458800474853E-2</c:v>
                </c:pt>
                <c:pt idx="4186">
                  <c:v>2.1927930801882586E-2</c:v>
                </c:pt>
                <c:pt idx="4187">
                  <c:v>-1.5062032004626483E-2</c:v>
                </c:pt>
                <c:pt idx="4188">
                  <c:v>-2.3442288147002527E-2</c:v>
                </c:pt>
                <c:pt idx="4189">
                  <c:v>-2.5343440123973566E-2</c:v>
                </c:pt>
                <c:pt idx="4190">
                  <c:v>-2.3230761932146904E-2</c:v>
                </c:pt>
                <c:pt idx="4191">
                  <c:v>-1.2750322739695553E-2</c:v>
                </c:pt>
                <c:pt idx="4192">
                  <c:v>-1.1313031739016583E-2</c:v>
                </c:pt>
                <c:pt idx="4193">
                  <c:v>-2.3131492424978261E-2</c:v>
                </c:pt>
                <c:pt idx="4194">
                  <c:v>6.7456358995521383E-3</c:v>
                </c:pt>
                <c:pt idx="4195">
                  <c:v>-4.1280588036065727E-2</c:v>
                </c:pt>
                <c:pt idx="4196">
                  <c:v>-1.2020722808687942E-2</c:v>
                </c:pt>
                <c:pt idx="4197">
                  <c:v>-5.027028896664968E-2</c:v>
                </c:pt>
                <c:pt idx="4198">
                  <c:v>-3.1994431897406507E-2</c:v>
                </c:pt>
                <c:pt idx="4199">
                  <c:v>-3.3838590763789221E-2</c:v>
                </c:pt>
                <c:pt idx="4200">
                  <c:v>-1.9282599496217231E-2</c:v>
                </c:pt>
                <c:pt idx="4201">
                  <c:v>-3.014682764112633E-2</c:v>
                </c:pt>
                <c:pt idx="4202">
                  <c:v>-4.0325110332276967E-2</c:v>
                </c:pt>
                <c:pt idx="4203">
                  <c:v>-4.130180131934269E-2</c:v>
                </c:pt>
                <c:pt idx="4204">
                  <c:v>-2.5286945037760012E-2</c:v>
                </c:pt>
                <c:pt idx="4205">
                  <c:v>-5.0304788175089828E-2</c:v>
                </c:pt>
                <c:pt idx="4206">
                  <c:v>-2.5646028504920357E-2</c:v>
                </c:pt>
                <c:pt idx="4207">
                  <c:v>-2.8984183228168644E-2</c:v>
                </c:pt>
                <c:pt idx="4208">
                  <c:v>-3.6248106568106002E-2</c:v>
                </c:pt>
                <c:pt idx="4209">
                  <c:v>-2.3947332673244028E-2</c:v>
                </c:pt>
                <c:pt idx="4210">
                  <c:v>-4.0193403079114037E-2</c:v>
                </c:pt>
                <c:pt idx="4211">
                  <c:v>-1.8459720237075743E-2</c:v>
                </c:pt>
                <c:pt idx="4212">
                  <c:v>-3.3293747905355775E-2</c:v>
                </c:pt>
                <c:pt idx="4213">
                  <c:v>-1.207636703169788E-2</c:v>
                </c:pt>
                <c:pt idx="4214">
                  <c:v>-1.919206761901401E-2</c:v>
                </c:pt>
                <c:pt idx="4215">
                  <c:v>-4.6303738112834197E-2</c:v>
                </c:pt>
                <c:pt idx="4216">
                  <c:v>-2.0235155123844679E-2</c:v>
                </c:pt>
                <c:pt idx="4217">
                  <c:v>4.8582588059526925E-3</c:v>
                </c:pt>
                <c:pt idx="4218">
                  <c:v>-3.5101723559546903E-2</c:v>
                </c:pt>
                <c:pt idx="4219">
                  <c:v>-3.2903770679012838E-2</c:v>
                </c:pt>
                <c:pt idx="4220">
                  <c:v>-4.7131239180717349E-2</c:v>
                </c:pt>
                <c:pt idx="4221">
                  <c:v>-5.5848743445525199E-2</c:v>
                </c:pt>
                <c:pt idx="4222">
                  <c:v>-1.242341935896576E-2</c:v>
                </c:pt>
                <c:pt idx="4223">
                  <c:v>-3.8524858438997209E-2</c:v>
                </c:pt>
                <c:pt idx="4224">
                  <c:v>-1.0167077276796704E-2</c:v>
                </c:pt>
                <c:pt idx="4225">
                  <c:v>-5.2880034572370525E-2</c:v>
                </c:pt>
                <c:pt idx="4226">
                  <c:v>-2.8478566658084663E-2</c:v>
                </c:pt>
                <c:pt idx="4227">
                  <c:v>-2.4250130092416861E-2</c:v>
                </c:pt>
                <c:pt idx="4228">
                  <c:v>-1.2548426801012402E-3</c:v>
                </c:pt>
                <c:pt idx="4229">
                  <c:v>-9.6681467646802313E-3</c:v>
                </c:pt>
                <c:pt idx="4230">
                  <c:v>-2.7955564348807763E-2</c:v>
                </c:pt>
                <c:pt idx="4231">
                  <c:v>-3.0310013847350627E-2</c:v>
                </c:pt>
                <c:pt idx="4232">
                  <c:v>-3.2194954408035693E-2</c:v>
                </c:pt>
                <c:pt idx="4233">
                  <c:v>-1.6367228346185231E-2</c:v>
                </c:pt>
                <c:pt idx="4234">
                  <c:v>-2.5313463147796894E-2</c:v>
                </c:pt>
                <c:pt idx="4235">
                  <c:v>8.7145204309835758E-2</c:v>
                </c:pt>
                <c:pt idx="4236">
                  <c:v>-2.890485658281104E-3</c:v>
                </c:pt>
                <c:pt idx="4237">
                  <c:v>1.4228148330593405E-2</c:v>
                </c:pt>
                <c:pt idx="4238">
                  <c:v>-2.2568612676982035E-2</c:v>
                </c:pt>
                <c:pt idx="4239">
                  <c:v>-2.9449323462400773E-2</c:v>
                </c:pt>
                <c:pt idx="4240">
                  <c:v>-2.1441174467415464E-2</c:v>
                </c:pt>
                <c:pt idx="4241">
                  <c:v>-1.5349028109153324E-2</c:v>
                </c:pt>
                <c:pt idx="4242">
                  <c:v>-9.0145307672086436E-3</c:v>
                </c:pt>
                <c:pt idx="4243">
                  <c:v>-2.5409312953608119E-2</c:v>
                </c:pt>
                <c:pt idx="4244">
                  <c:v>-1.8492122833855287E-2</c:v>
                </c:pt>
                <c:pt idx="4245">
                  <c:v>-1.4519301341023264E-2</c:v>
                </c:pt>
                <c:pt idx="4246">
                  <c:v>-2.603725226980767E-2</c:v>
                </c:pt>
                <c:pt idx="4247">
                  <c:v>-6.5227226217522772E-3</c:v>
                </c:pt>
                <c:pt idx="4248">
                  <c:v>-4.2438603655038695E-2</c:v>
                </c:pt>
                <c:pt idx="4249">
                  <c:v>-3.1649990506700969E-2</c:v>
                </c:pt>
                <c:pt idx="4250">
                  <c:v>-9.1929390378433368E-3</c:v>
                </c:pt>
                <c:pt idx="4251">
                  <c:v>-2.1987811645217341E-2</c:v>
                </c:pt>
                <c:pt idx="4252">
                  <c:v>-5.8854437382981264E-3</c:v>
                </c:pt>
                <c:pt idx="4253">
                  <c:v>-4.8534633998714216E-2</c:v>
                </c:pt>
                <c:pt idx="4254">
                  <c:v>-4.8908644604840748E-2</c:v>
                </c:pt>
                <c:pt idx="4255">
                  <c:v>-7.5054785568517855E-3</c:v>
                </c:pt>
                <c:pt idx="4256">
                  <c:v>-3.6226031687203911E-2</c:v>
                </c:pt>
                <c:pt idx="4257">
                  <c:v>-2.0819963948662701E-2</c:v>
                </c:pt>
                <c:pt idx="4258">
                  <c:v>-3.5430540814494246E-2</c:v>
                </c:pt>
                <c:pt idx="4259">
                  <c:v>-1.4974059886999399E-2</c:v>
                </c:pt>
                <c:pt idx="4260">
                  <c:v>-2.5933400193370933E-2</c:v>
                </c:pt>
                <c:pt idx="4261">
                  <c:v>-2.6449709715901704E-2</c:v>
                </c:pt>
                <c:pt idx="4262">
                  <c:v>-2.9018142121069821E-2</c:v>
                </c:pt>
                <c:pt idx="4263">
                  <c:v>-3.0822789567424295E-2</c:v>
                </c:pt>
                <c:pt idx="4264">
                  <c:v>-2.6697242851846485E-2</c:v>
                </c:pt>
                <c:pt idx="4265">
                  <c:v>-2.5378361500268731E-2</c:v>
                </c:pt>
                <c:pt idx="4266">
                  <c:v>1.6488140485563169E-3</c:v>
                </c:pt>
                <c:pt idx="4267">
                  <c:v>-2.8582514948317633E-2</c:v>
                </c:pt>
                <c:pt idx="4268">
                  <c:v>-3.5621406945379533E-2</c:v>
                </c:pt>
                <c:pt idx="4269">
                  <c:v>-1.2775901398376619E-2</c:v>
                </c:pt>
                <c:pt idx="4270">
                  <c:v>-3.1225592896302716E-2</c:v>
                </c:pt>
                <c:pt idx="4271">
                  <c:v>-7.3520029699006527E-3</c:v>
                </c:pt>
                <c:pt idx="4272">
                  <c:v>-3.0080412054287145E-2</c:v>
                </c:pt>
                <c:pt idx="4273">
                  <c:v>-2.2051366749423016E-2</c:v>
                </c:pt>
                <c:pt idx="4274">
                  <c:v>-4.2347275785822439E-2</c:v>
                </c:pt>
                <c:pt idx="4275">
                  <c:v>1.3483212404712088E-2</c:v>
                </c:pt>
                <c:pt idx="4276">
                  <c:v>-3.1303782064020645E-2</c:v>
                </c:pt>
                <c:pt idx="4277">
                  <c:v>-1.3732276178599432E-2</c:v>
                </c:pt>
                <c:pt idx="4278">
                  <c:v>-3.2629657262051838E-2</c:v>
                </c:pt>
                <c:pt idx="4279">
                  <c:v>-6.6650625875676259E-2</c:v>
                </c:pt>
                <c:pt idx="4280">
                  <c:v>-2.5954958402081698E-2</c:v>
                </c:pt>
                <c:pt idx="4281">
                  <c:v>-2.4099366914867529E-2</c:v>
                </c:pt>
                <c:pt idx="4282">
                  <c:v>-3.1727145691754166E-2</c:v>
                </c:pt>
                <c:pt idx="4283">
                  <c:v>-3.4312050745632802E-2</c:v>
                </c:pt>
                <c:pt idx="4284">
                  <c:v>-1.0800008064884459E-2</c:v>
                </c:pt>
                <c:pt idx="4285">
                  <c:v>-6.5503101029587372E-3</c:v>
                </c:pt>
                <c:pt idx="4286">
                  <c:v>-4.6983534044118855E-2</c:v>
                </c:pt>
                <c:pt idx="4287">
                  <c:v>-2.6861439623940511E-2</c:v>
                </c:pt>
                <c:pt idx="4288">
                  <c:v>-2.8061389664816243E-2</c:v>
                </c:pt>
                <c:pt idx="4289">
                  <c:v>-5.4196361426125349E-3</c:v>
                </c:pt>
                <c:pt idx="4290">
                  <c:v>-4.5668878179570917E-2</c:v>
                </c:pt>
                <c:pt idx="4291">
                  <c:v>3.021930767219609E-3</c:v>
                </c:pt>
                <c:pt idx="4292">
                  <c:v>-4.4503648412924895E-2</c:v>
                </c:pt>
                <c:pt idx="4293">
                  <c:v>-2.6520755305174649E-2</c:v>
                </c:pt>
                <c:pt idx="4294">
                  <c:v>-4.1589963530838672E-2</c:v>
                </c:pt>
                <c:pt idx="4295">
                  <c:v>-3.1993966053559884E-2</c:v>
                </c:pt>
                <c:pt idx="4296">
                  <c:v>-1.3506533756790402E-2</c:v>
                </c:pt>
                <c:pt idx="4297">
                  <c:v>-2.6359098042552657E-2</c:v>
                </c:pt>
                <c:pt idx="4298">
                  <c:v>-1.1768329579503953E-2</c:v>
                </c:pt>
                <c:pt idx="4299">
                  <c:v>-4.0158063336475688E-2</c:v>
                </c:pt>
                <c:pt idx="4300">
                  <c:v>-4.6723468217030446E-2</c:v>
                </c:pt>
                <c:pt idx="4301">
                  <c:v>-4.6307550995305244E-2</c:v>
                </c:pt>
                <c:pt idx="4302">
                  <c:v>-2.7180214487700059E-2</c:v>
                </c:pt>
                <c:pt idx="4303">
                  <c:v>-2.267783257818037E-2</c:v>
                </c:pt>
                <c:pt idx="4304">
                  <c:v>-3.6729104922597428E-2</c:v>
                </c:pt>
                <c:pt idx="4305">
                  <c:v>-2.1722766420446706E-2</c:v>
                </c:pt>
                <c:pt idx="4306">
                  <c:v>5.821100138033687E-3</c:v>
                </c:pt>
                <c:pt idx="4307">
                  <c:v>-2.6439103347417996E-2</c:v>
                </c:pt>
                <c:pt idx="4308">
                  <c:v>-2.3729310283846457E-2</c:v>
                </c:pt>
                <c:pt idx="4309">
                  <c:v>-2.432947112471693E-2</c:v>
                </c:pt>
                <c:pt idx="4310">
                  <c:v>-2.5228570482752857E-2</c:v>
                </c:pt>
                <c:pt idx="4311">
                  <c:v>-2.5308839993493485E-2</c:v>
                </c:pt>
                <c:pt idx="4312">
                  <c:v>-2.2607790232509181E-2</c:v>
                </c:pt>
                <c:pt idx="4313">
                  <c:v>-2.3244135326412955E-2</c:v>
                </c:pt>
                <c:pt idx="4314">
                  <c:v>-2.0169822238224961E-2</c:v>
                </c:pt>
                <c:pt idx="4315">
                  <c:v>-2.1299173735845691E-2</c:v>
                </c:pt>
                <c:pt idx="4316">
                  <c:v>-1.6393253009061078E-2</c:v>
                </c:pt>
                <c:pt idx="4317">
                  <c:v>-6.8114687147100922E-2</c:v>
                </c:pt>
                <c:pt idx="4318">
                  <c:v>-7.8952648609478621E-2</c:v>
                </c:pt>
                <c:pt idx="4319">
                  <c:v>-3.161369956227654E-2</c:v>
                </c:pt>
                <c:pt idx="4320">
                  <c:v>-1.9537031855013244E-2</c:v>
                </c:pt>
                <c:pt idx="4321">
                  <c:v>-3.0527357443848612E-2</c:v>
                </c:pt>
                <c:pt idx="4322">
                  <c:v>-2.8906870111594513E-2</c:v>
                </c:pt>
                <c:pt idx="4323">
                  <c:v>-3.6273911768428549E-2</c:v>
                </c:pt>
                <c:pt idx="4324">
                  <c:v>-1.6784280551643365E-2</c:v>
                </c:pt>
                <c:pt idx="4325">
                  <c:v>-8.3073847457718116E-3</c:v>
                </c:pt>
                <c:pt idx="4326">
                  <c:v>-1.5023987285610154E-2</c:v>
                </c:pt>
                <c:pt idx="4327">
                  <c:v>-9.3590354707439993E-3</c:v>
                </c:pt>
                <c:pt idx="4328">
                  <c:v>-2.5789987685339945E-2</c:v>
                </c:pt>
                <c:pt idx="4329">
                  <c:v>-2.1703448118099294E-2</c:v>
                </c:pt>
                <c:pt idx="4330">
                  <c:v>-2.0064768151889109E-2</c:v>
                </c:pt>
                <c:pt idx="4331">
                  <c:v>-1.7826562293279006E-2</c:v>
                </c:pt>
                <c:pt idx="4332">
                  <c:v>-1.8599509835837653E-2</c:v>
                </c:pt>
                <c:pt idx="4333">
                  <c:v>-2.4802698401946169E-2</c:v>
                </c:pt>
                <c:pt idx="4334">
                  <c:v>-1.9072767071129884E-2</c:v>
                </c:pt>
                <c:pt idx="4335">
                  <c:v>-1.3488567375633115E-2</c:v>
                </c:pt>
                <c:pt idx="4336">
                  <c:v>6.1451125896525276E-3</c:v>
                </c:pt>
                <c:pt idx="4337">
                  <c:v>-1.3736836121803762E-2</c:v>
                </c:pt>
                <c:pt idx="4338">
                  <c:v>-2.1269004691679697E-2</c:v>
                </c:pt>
                <c:pt idx="4339">
                  <c:v>-2.2563231447774092E-2</c:v>
                </c:pt>
                <c:pt idx="4340">
                  <c:v>-3.2470666088483931E-2</c:v>
                </c:pt>
                <c:pt idx="4341">
                  <c:v>-1.6567177350629736E-2</c:v>
                </c:pt>
                <c:pt idx="4342">
                  <c:v>-1.5023048234330427E-2</c:v>
                </c:pt>
                <c:pt idx="4343">
                  <c:v>-5.058774631863442E-3</c:v>
                </c:pt>
                <c:pt idx="4344">
                  <c:v>-1.0681375438009027E-2</c:v>
                </c:pt>
                <c:pt idx="4345">
                  <c:v>-1.3589111487199846E-2</c:v>
                </c:pt>
                <c:pt idx="4346">
                  <c:v>-1.535985599393047E-2</c:v>
                </c:pt>
                <c:pt idx="4347">
                  <c:v>-2.4912294106974511E-2</c:v>
                </c:pt>
                <c:pt idx="4348">
                  <c:v>-3.7582343724319694E-3</c:v>
                </c:pt>
                <c:pt idx="4349">
                  <c:v>-3.2722943726236776E-2</c:v>
                </c:pt>
                <c:pt idx="4350">
                  <c:v>-2.0577473309112124E-2</c:v>
                </c:pt>
                <c:pt idx="4351">
                  <c:v>-4.9646509662225639E-3</c:v>
                </c:pt>
                <c:pt idx="4352">
                  <c:v>-3.6468337251118359E-2</c:v>
                </c:pt>
                <c:pt idx="4353">
                  <c:v>-2.865916508072984E-2</c:v>
                </c:pt>
                <c:pt idx="4354">
                  <c:v>-2.7401071295587581E-2</c:v>
                </c:pt>
                <c:pt idx="4355">
                  <c:v>-2.9681395780043484E-2</c:v>
                </c:pt>
                <c:pt idx="4356">
                  <c:v>-4.247804916387473E-2</c:v>
                </c:pt>
                <c:pt idx="4357">
                  <c:v>-2.8082498334937835E-2</c:v>
                </c:pt>
                <c:pt idx="4358">
                  <c:v>-2.5487065897198541E-2</c:v>
                </c:pt>
                <c:pt idx="4359">
                  <c:v>-1.6023332109984391E-2</c:v>
                </c:pt>
                <c:pt idx="4360">
                  <c:v>2.0556256954201439E-2</c:v>
                </c:pt>
                <c:pt idx="4361">
                  <c:v>-1.0759583599120683E-2</c:v>
                </c:pt>
                <c:pt idx="4362">
                  <c:v>-3.7997791268976601E-2</c:v>
                </c:pt>
                <c:pt idx="4363">
                  <c:v>-5.259752670480352E-2</c:v>
                </c:pt>
                <c:pt idx="4364">
                  <c:v>-1.1233804248093861E-2</c:v>
                </c:pt>
                <c:pt idx="4365">
                  <c:v>-9.8420537608817759E-3</c:v>
                </c:pt>
                <c:pt idx="4366">
                  <c:v>-9.229071105809292E-3</c:v>
                </c:pt>
                <c:pt idx="4367">
                  <c:v>-2.4385255385859051E-2</c:v>
                </c:pt>
                <c:pt idx="4368">
                  <c:v>-5.8582688225980971E-3</c:v>
                </c:pt>
                <c:pt idx="4369">
                  <c:v>-1.5148939921964664E-2</c:v>
                </c:pt>
                <c:pt idx="4370">
                  <c:v>-2.6589446272489183E-2</c:v>
                </c:pt>
                <c:pt idx="4371">
                  <c:v>4.079508215749662E-3</c:v>
                </c:pt>
                <c:pt idx="4372">
                  <c:v>-1.1524618877827906E-2</c:v>
                </c:pt>
                <c:pt idx="4373">
                  <c:v>-4.0833400705371926E-2</c:v>
                </c:pt>
                <c:pt idx="4374">
                  <c:v>-1.038774996295946E-3</c:v>
                </c:pt>
                <c:pt idx="4375">
                  <c:v>-1.3352323943884487E-2</c:v>
                </c:pt>
                <c:pt idx="4376">
                  <c:v>-5.0646296552935274E-2</c:v>
                </c:pt>
                <c:pt idx="4377">
                  <c:v>-1.3384830433410129E-2</c:v>
                </c:pt>
                <c:pt idx="4378">
                  <c:v>-5.4358025297522932E-3</c:v>
                </c:pt>
                <c:pt idx="4379">
                  <c:v>-2.8730447241817839E-2</c:v>
                </c:pt>
                <c:pt idx="4380">
                  <c:v>-1.9975855034095765E-2</c:v>
                </c:pt>
                <c:pt idx="4381">
                  <c:v>-1.7753775594345253E-2</c:v>
                </c:pt>
                <c:pt idx="4382">
                  <c:v>-2.1278892108355364E-2</c:v>
                </c:pt>
                <c:pt idx="4383">
                  <c:v>-1.7791523148621577E-2</c:v>
                </c:pt>
                <c:pt idx="4384">
                  <c:v>-1.3564701336721427E-2</c:v>
                </c:pt>
                <c:pt idx="4385">
                  <c:v>-5.4651421604931076E-3</c:v>
                </c:pt>
                <c:pt idx="4386">
                  <c:v>-1.1395750595022737E-2</c:v>
                </c:pt>
                <c:pt idx="4387">
                  <c:v>-1.4393053777319156E-2</c:v>
                </c:pt>
                <c:pt idx="4388">
                  <c:v>-1.6434708763862944E-2</c:v>
                </c:pt>
                <c:pt idx="4389">
                  <c:v>-1.2101675508524304E-2</c:v>
                </c:pt>
                <c:pt idx="4390">
                  <c:v>-2.3644130812510565E-2</c:v>
                </c:pt>
                <c:pt idx="4391">
                  <c:v>-3.0267329991648762E-2</c:v>
                </c:pt>
                <c:pt idx="4392">
                  <c:v>-8.1931437792860246E-3</c:v>
                </c:pt>
                <c:pt idx="4393">
                  <c:v>-2.7574958851402327E-2</c:v>
                </c:pt>
                <c:pt idx="4394">
                  <c:v>-3.9736032566580079E-2</c:v>
                </c:pt>
                <c:pt idx="4395">
                  <c:v>-1.0208086112988384E-2</c:v>
                </c:pt>
                <c:pt idx="4396">
                  <c:v>-2.2246194132856445E-2</c:v>
                </c:pt>
                <c:pt idx="4397">
                  <c:v>-1.1762421175970131E-2</c:v>
                </c:pt>
                <c:pt idx="4398">
                  <c:v>-1.7286199574146531E-2</c:v>
                </c:pt>
                <c:pt idx="4399">
                  <c:v>-1.2940923881606375E-2</c:v>
                </c:pt>
                <c:pt idx="4400">
                  <c:v>-1.4727969501452727E-2</c:v>
                </c:pt>
                <c:pt idx="4401">
                  <c:v>-1.9922602045383573E-2</c:v>
                </c:pt>
                <c:pt idx="4402">
                  <c:v>-1.8250998201501469E-2</c:v>
                </c:pt>
                <c:pt idx="4403">
                  <c:v>-1.5367666916399113E-2</c:v>
                </c:pt>
                <c:pt idx="4404">
                  <c:v>-2.4857702831840772E-2</c:v>
                </c:pt>
                <c:pt idx="4405">
                  <c:v>-3.0701749044182162E-2</c:v>
                </c:pt>
                <c:pt idx="4406">
                  <c:v>-1.4659654351009601E-2</c:v>
                </c:pt>
                <c:pt idx="4407">
                  <c:v>-4.8348633228880909E-2</c:v>
                </c:pt>
                <c:pt idx="4408">
                  <c:v>-1.7861376455272394E-2</c:v>
                </c:pt>
                <c:pt idx="4409">
                  <c:v>1.373186224051311E-2</c:v>
                </c:pt>
                <c:pt idx="4410">
                  <c:v>-1.6435788603500655E-2</c:v>
                </c:pt>
                <c:pt idx="4411">
                  <c:v>-1.344282859644848E-2</c:v>
                </c:pt>
                <c:pt idx="4412">
                  <c:v>-3.0398294136667173E-2</c:v>
                </c:pt>
                <c:pt idx="4413">
                  <c:v>-1.9210002718315494E-2</c:v>
                </c:pt>
                <c:pt idx="4414">
                  <c:v>4.890462507386048E-3</c:v>
                </c:pt>
                <c:pt idx="4415">
                  <c:v>-4.2978245179479908E-2</c:v>
                </c:pt>
                <c:pt idx="4416">
                  <c:v>-1.3770909552461824E-2</c:v>
                </c:pt>
                <c:pt idx="4417">
                  <c:v>-1.6341477693676568E-2</c:v>
                </c:pt>
                <c:pt idx="4418">
                  <c:v>-1.6604898916885664E-2</c:v>
                </c:pt>
                <c:pt idx="4419">
                  <c:v>-2.199796120493239E-2</c:v>
                </c:pt>
                <c:pt idx="4420">
                  <c:v>-1.5424095082065927E-2</c:v>
                </c:pt>
                <c:pt idx="4421">
                  <c:v>-2.3507457774807287E-2</c:v>
                </c:pt>
                <c:pt idx="4422">
                  <c:v>-1.8474208143303632E-2</c:v>
                </c:pt>
                <c:pt idx="4423">
                  <c:v>-5.5917802491369682E-3</c:v>
                </c:pt>
                <c:pt idx="4424">
                  <c:v>-1.3362976370876823E-2</c:v>
                </c:pt>
                <c:pt idx="4425">
                  <c:v>-2.090641503925391E-2</c:v>
                </c:pt>
                <c:pt idx="4426">
                  <c:v>-2.1165039973866987E-2</c:v>
                </c:pt>
                <c:pt idx="4427">
                  <c:v>-2.737821854656183E-2</c:v>
                </c:pt>
                <c:pt idx="4428">
                  <c:v>-4.3680580802024756E-2</c:v>
                </c:pt>
                <c:pt idx="4429">
                  <c:v>-3.7656352068948261E-2</c:v>
                </c:pt>
                <c:pt idx="4430">
                  <c:v>-3.561409922844154E-2</c:v>
                </c:pt>
                <c:pt idx="4431">
                  <c:v>-2.3184736724533282E-2</c:v>
                </c:pt>
                <c:pt idx="4432">
                  <c:v>-3.5673934937279252E-2</c:v>
                </c:pt>
                <c:pt idx="4433">
                  <c:v>-2.7731970007508055E-2</c:v>
                </c:pt>
                <c:pt idx="4434">
                  <c:v>-2.9769906035005102E-2</c:v>
                </c:pt>
                <c:pt idx="4435">
                  <c:v>-2.1723929491817482E-2</c:v>
                </c:pt>
                <c:pt idx="4436">
                  <c:v>-2.5359952700901953E-2</c:v>
                </c:pt>
                <c:pt idx="4437">
                  <c:v>-2.4388856409855015E-2</c:v>
                </c:pt>
                <c:pt idx="4438">
                  <c:v>-2.3075503437702344E-2</c:v>
                </c:pt>
                <c:pt idx="4439">
                  <c:v>-2.1002256048839506E-2</c:v>
                </c:pt>
                <c:pt idx="4440">
                  <c:v>-1.4517839288191987E-2</c:v>
                </c:pt>
                <c:pt idx="4441">
                  <c:v>-2.7316658509571295E-2</c:v>
                </c:pt>
                <c:pt idx="4442">
                  <c:v>-1.4199672125830794E-2</c:v>
                </c:pt>
                <c:pt idx="4443">
                  <c:v>-2.2447462388670215E-2</c:v>
                </c:pt>
                <c:pt idx="4444">
                  <c:v>-2.7498190011520852E-2</c:v>
                </c:pt>
                <c:pt idx="4445">
                  <c:v>-6.9556705605017576E-3</c:v>
                </c:pt>
                <c:pt idx="4446">
                  <c:v>-3.9425932798259948E-2</c:v>
                </c:pt>
                <c:pt idx="4447">
                  <c:v>-2.2941162850820027E-2</c:v>
                </c:pt>
                <c:pt idx="4448">
                  <c:v>-1.4171543075858018E-2</c:v>
                </c:pt>
                <c:pt idx="4449">
                  <c:v>-2.2631298970032715E-2</c:v>
                </c:pt>
                <c:pt idx="4450">
                  <c:v>-2.491735970492312E-2</c:v>
                </c:pt>
                <c:pt idx="4451">
                  <c:v>-2.5462381890560534E-2</c:v>
                </c:pt>
                <c:pt idx="4452">
                  <c:v>-1.8298070753034107E-2</c:v>
                </c:pt>
                <c:pt idx="4453">
                  <c:v>-1.6840601258528955E-2</c:v>
                </c:pt>
                <c:pt idx="4454">
                  <c:v>-2.0368113184967226E-2</c:v>
                </c:pt>
                <c:pt idx="4455">
                  <c:v>-2.2476546127547039E-2</c:v>
                </c:pt>
                <c:pt idx="4456">
                  <c:v>-2.1850963335869247E-2</c:v>
                </c:pt>
                <c:pt idx="4457">
                  <c:v>-2.4151474504130594E-2</c:v>
                </c:pt>
                <c:pt idx="4458">
                  <c:v>-3.0642935890698365E-2</c:v>
                </c:pt>
                <c:pt idx="4459">
                  <c:v>-1.7550442330753063E-2</c:v>
                </c:pt>
                <c:pt idx="4460">
                  <c:v>-1.860693847816066E-2</c:v>
                </c:pt>
                <c:pt idx="4461">
                  <c:v>-2.4372938180232655E-2</c:v>
                </c:pt>
                <c:pt idx="4462">
                  <c:v>-3.8653517117566588E-3</c:v>
                </c:pt>
                <c:pt idx="4463">
                  <c:v>-2.3573296502708556E-2</c:v>
                </c:pt>
                <c:pt idx="4464">
                  <c:v>-7.0006945429174489E-2</c:v>
                </c:pt>
                <c:pt idx="4465">
                  <c:v>-3.0217969864472703E-2</c:v>
                </c:pt>
                <c:pt idx="4466">
                  <c:v>-4.028675514426279E-2</c:v>
                </c:pt>
                <c:pt idx="4467">
                  <c:v>-3.4585564558069305E-2</c:v>
                </c:pt>
                <c:pt idx="4468">
                  <c:v>-4.6781732553294583E-2</c:v>
                </c:pt>
                <c:pt idx="4469">
                  <c:v>-1.9005065388121658E-2</c:v>
                </c:pt>
                <c:pt idx="4470">
                  <c:v>-3.4728009334105997E-2</c:v>
                </c:pt>
                <c:pt idx="4471">
                  <c:v>-1.4361275328800794E-2</c:v>
                </c:pt>
                <c:pt idx="4472">
                  <c:v>-3.5993976311503667E-2</c:v>
                </c:pt>
                <c:pt idx="4473">
                  <c:v>-1.4163304230783354E-2</c:v>
                </c:pt>
                <c:pt idx="4474">
                  <c:v>-2.1751505539391564E-2</c:v>
                </c:pt>
                <c:pt idx="4475">
                  <c:v>-5.4348173498422895E-3</c:v>
                </c:pt>
                <c:pt idx="4476">
                  <c:v>-2.6152954322253889E-2</c:v>
                </c:pt>
                <c:pt idx="4477">
                  <c:v>-7.8022511183608007E-2</c:v>
                </c:pt>
                <c:pt idx="4478">
                  <c:v>-4.4687469571029981E-2</c:v>
                </c:pt>
                <c:pt idx="4479">
                  <c:v>-1.2154419059831332E-2</c:v>
                </c:pt>
                <c:pt idx="4480">
                  <c:v>-3.666429273784827E-2</c:v>
                </c:pt>
                <c:pt idx="4481">
                  <c:v>-7.3831297831902315E-2</c:v>
                </c:pt>
                <c:pt idx="4482">
                  <c:v>-4.0070366238060345E-2</c:v>
                </c:pt>
                <c:pt idx="4483">
                  <c:v>-3.4321812139171549E-2</c:v>
                </c:pt>
                <c:pt idx="4484">
                  <c:v>-2.7832644101070635E-2</c:v>
                </c:pt>
                <c:pt idx="4485">
                  <c:v>-2.0446863032592889E-2</c:v>
                </c:pt>
                <c:pt idx="4486">
                  <c:v>-1.7796478135648608E-2</c:v>
                </c:pt>
                <c:pt idx="4487">
                  <c:v>-2.7835940538820264E-3</c:v>
                </c:pt>
                <c:pt idx="4488">
                  <c:v>-3.3175645236101184E-2</c:v>
                </c:pt>
                <c:pt idx="4489">
                  <c:v>-2.5370236073995418E-2</c:v>
                </c:pt>
                <c:pt idx="4490">
                  <c:v>-4.4754006014314777E-2</c:v>
                </c:pt>
                <c:pt idx="4491">
                  <c:v>-2.8866926531792431E-3</c:v>
                </c:pt>
                <c:pt idx="4492">
                  <c:v>-3.5428852827862359E-2</c:v>
                </c:pt>
                <c:pt idx="4493">
                  <c:v>-1.7076497734661189E-2</c:v>
                </c:pt>
                <c:pt idx="4494">
                  <c:v>-1.5507091901956519E-2</c:v>
                </c:pt>
                <c:pt idx="4495">
                  <c:v>-4.4453564892679275E-3</c:v>
                </c:pt>
                <c:pt idx="4496">
                  <c:v>3.6787130055940573E-4</c:v>
                </c:pt>
                <c:pt idx="4497">
                  <c:v>-2.0740318455368154E-2</c:v>
                </c:pt>
                <c:pt idx="4498">
                  <c:v>-2.3127917083936762E-2</c:v>
                </c:pt>
                <c:pt idx="4499">
                  <c:v>-3.0846151309263891E-2</c:v>
                </c:pt>
                <c:pt idx="4500">
                  <c:v>5.3993497089709318E-3</c:v>
                </c:pt>
                <c:pt idx="4501">
                  <c:v>-2.6508770898281291E-2</c:v>
                </c:pt>
                <c:pt idx="4502">
                  <c:v>-2.2680220903524215E-2</c:v>
                </c:pt>
                <c:pt idx="4503">
                  <c:v>-2.5639861025466316E-2</c:v>
                </c:pt>
                <c:pt idx="4504">
                  <c:v>-1.9993044911924308E-2</c:v>
                </c:pt>
                <c:pt idx="4505">
                  <c:v>-1.3049206042898226E-2</c:v>
                </c:pt>
                <c:pt idx="4506">
                  <c:v>-1.7089061258581877E-2</c:v>
                </c:pt>
                <c:pt idx="4507">
                  <c:v>-1.3813932469823211E-2</c:v>
                </c:pt>
                <c:pt idx="4508">
                  <c:v>-1.2421940934911549E-2</c:v>
                </c:pt>
                <c:pt idx="4509">
                  <c:v>-1.9029419293459006E-2</c:v>
                </c:pt>
                <c:pt idx="4510">
                  <c:v>-1.9751727949691218E-2</c:v>
                </c:pt>
                <c:pt idx="4511">
                  <c:v>-7.7008909236515035E-3</c:v>
                </c:pt>
                <c:pt idx="4512">
                  <c:v>-1.7272851752101481E-2</c:v>
                </c:pt>
                <c:pt idx="4513">
                  <c:v>-1.6792677596350832E-2</c:v>
                </c:pt>
                <c:pt idx="4514">
                  <c:v>-8.6707683524929156E-3</c:v>
                </c:pt>
                <c:pt idx="4515">
                  <c:v>-1.3744539334398011E-2</c:v>
                </c:pt>
                <c:pt idx="4516">
                  <c:v>-1.9966642427742029E-2</c:v>
                </c:pt>
                <c:pt idx="4517">
                  <c:v>-1.1978317348180601E-2</c:v>
                </c:pt>
                <c:pt idx="4518">
                  <c:v>-1.4842762090209103E-2</c:v>
                </c:pt>
                <c:pt idx="4519">
                  <c:v>-3.1408618098043219E-2</c:v>
                </c:pt>
                <c:pt idx="4520">
                  <c:v>-5.2258648392451805E-3</c:v>
                </c:pt>
                <c:pt idx="4521">
                  <c:v>-1.6558657139255417E-2</c:v>
                </c:pt>
                <c:pt idx="4522">
                  <c:v>-1.3621791214102032E-2</c:v>
                </c:pt>
                <c:pt idx="4523">
                  <c:v>-1.8862254409996053E-2</c:v>
                </c:pt>
                <c:pt idx="4524">
                  <c:v>-1.7253167666056692E-2</c:v>
                </c:pt>
                <c:pt idx="4525">
                  <c:v>-9.5285575876374214E-3</c:v>
                </c:pt>
                <c:pt idx="4526">
                  <c:v>-2.8997602786980832E-3</c:v>
                </c:pt>
                <c:pt idx="4527">
                  <c:v>-2.0133424705941254E-2</c:v>
                </c:pt>
                <c:pt idx="4528">
                  <c:v>1.5278537867654315E-3</c:v>
                </c:pt>
                <c:pt idx="4529">
                  <c:v>-1.9312849667764691E-2</c:v>
                </c:pt>
                <c:pt idx="4530">
                  <c:v>-2.4346080755170363E-2</c:v>
                </c:pt>
                <c:pt idx="4531">
                  <c:v>-2.1937809093555301E-2</c:v>
                </c:pt>
                <c:pt idx="4532">
                  <c:v>-2.1488059126266657E-2</c:v>
                </c:pt>
                <c:pt idx="4533">
                  <c:v>-3.9277247764205069E-2</c:v>
                </c:pt>
                <c:pt idx="4534">
                  <c:v>-3.7817170576267406E-2</c:v>
                </c:pt>
                <c:pt idx="4535">
                  <c:v>-1.466588711647044E-2</c:v>
                </c:pt>
                <c:pt idx="4536">
                  <c:v>-3.3019343263596054E-2</c:v>
                </c:pt>
                <c:pt idx="4537">
                  <c:v>-2.3482522907587275E-2</c:v>
                </c:pt>
                <c:pt idx="4538">
                  <c:v>-2.0523224727500438E-2</c:v>
                </c:pt>
                <c:pt idx="4539">
                  <c:v>-1.5669778827257248E-2</c:v>
                </c:pt>
                <c:pt idx="4540">
                  <c:v>-5.0126575969754644E-2</c:v>
                </c:pt>
                <c:pt idx="4541">
                  <c:v>-3.3777792469934467E-2</c:v>
                </c:pt>
                <c:pt idx="4542">
                  <c:v>-2.9689271191754296E-2</c:v>
                </c:pt>
                <c:pt idx="4543">
                  <c:v>-1.7765290702611545E-2</c:v>
                </c:pt>
                <c:pt idx="4544">
                  <c:v>-2.11995794902652E-2</c:v>
                </c:pt>
                <c:pt idx="4545">
                  <c:v>-3.5234204197810953E-2</c:v>
                </c:pt>
                <c:pt idx="4546">
                  <c:v>-3.2440784035373198E-2</c:v>
                </c:pt>
                <c:pt idx="4547">
                  <c:v>-1.5716326388009173E-2</c:v>
                </c:pt>
                <c:pt idx="4548">
                  <c:v>-2.2940506266200981E-2</c:v>
                </c:pt>
                <c:pt idx="4549">
                  <c:v>-2.2549729431922384E-2</c:v>
                </c:pt>
                <c:pt idx="4550">
                  <c:v>-1.8613085776956584E-2</c:v>
                </c:pt>
                <c:pt idx="4551">
                  <c:v>-1.4935926173064664E-2</c:v>
                </c:pt>
                <c:pt idx="4552">
                  <c:v>-1.814785157561933E-2</c:v>
                </c:pt>
                <c:pt idx="4553">
                  <c:v>-1.8623805742895863E-2</c:v>
                </c:pt>
                <c:pt idx="4554">
                  <c:v>-1.3656496985414846E-2</c:v>
                </c:pt>
                <c:pt idx="4555">
                  <c:v>-1.2562981687759154E-2</c:v>
                </c:pt>
                <c:pt idx="4556">
                  <c:v>-6.7141231713351412E-3</c:v>
                </c:pt>
                <c:pt idx="4557">
                  <c:v>-1.8220598032286837E-2</c:v>
                </c:pt>
                <c:pt idx="4558">
                  <c:v>-1.0158862888171992E-2</c:v>
                </c:pt>
                <c:pt idx="4559">
                  <c:v>-2.0513133370623934E-2</c:v>
                </c:pt>
                <c:pt idx="4560">
                  <c:v>-4.2874376627807943E-2</c:v>
                </c:pt>
                <c:pt idx="4561">
                  <c:v>-1.5301914178922306E-2</c:v>
                </c:pt>
                <c:pt idx="4562">
                  <c:v>-1.6618663435951284E-2</c:v>
                </c:pt>
                <c:pt idx="4563">
                  <c:v>-3.3424586724428884E-2</c:v>
                </c:pt>
                <c:pt idx="4564">
                  <c:v>-1.376128918975366E-2</c:v>
                </c:pt>
                <c:pt idx="4565">
                  <c:v>-3.926025109307809E-2</c:v>
                </c:pt>
                <c:pt idx="4566">
                  <c:v>-6.0213487369535999E-3</c:v>
                </c:pt>
                <c:pt idx="4567">
                  <c:v>-1.6574772041268768E-2</c:v>
                </c:pt>
                <c:pt idx="4568">
                  <c:v>-1.1173765713820907E-2</c:v>
                </c:pt>
                <c:pt idx="4569">
                  <c:v>-1.1175045024828722E-2</c:v>
                </c:pt>
                <c:pt idx="4570">
                  <c:v>-2.0875392859214338E-2</c:v>
                </c:pt>
                <c:pt idx="4571">
                  <c:v>-1.5343942690676004E-2</c:v>
                </c:pt>
                <c:pt idx="4572">
                  <c:v>-1.4535872337475747E-2</c:v>
                </c:pt>
                <c:pt idx="4573">
                  <c:v>-1.5065439940759489E-2</c:v>
                </c:pt>
                <c:pt idx="4574">
                  <c:v>-1.4520102184455435E-2</c:v>
                </c:pt>
                <c:pt idx="4575">
                  <c:v>-1.569212807550166E-2</c:v>
                </c:pt>
                <c:pt idx="4576">
                  <c:v>-1.4060071862960164E-2</c:v>
                </c:pt>
                <c:pt idx="4577">
                  <c:v>-3.3214217109096937E-3</c:v>
                </c:pt>
                <c:pt idx="4578">
                  <c:v>-1.338782806635032E-2</c:v>
                </c:pt>
                <c:pt idx="4579">
                  <c:v>-1.4069835779934106E-2</c:v>
                </c:pt>
                <c:pt idx="4580">
                  <c:v>-1.5794997097173111E-2</c:v>
                </c:pt>
                <c:pt idx="4581">
                  <c:v>-1.6740329076946812E-2</c:v>
                </c:pt>
                <c:pt idx="4582">
                  <c:v>-2.1376222914957669E-2</c:v>
                </c:pt>
                <c:pt idx="4583">
                  <c:v>-2.0225637740208375E-2</c:v>
                </c:pt>
                <c:pt idx="4584">
                  <c:v>-2.3338438658767023E-2</c:v>
                </c:pt>
                <c:pt idx="4585">
                  <c:v>-2.3358945335636592E-3</c:v>
                </c:pt>
                <c:pt idx="4586">
                  <c:v>-1.2433754077807181E-2</c:v>
                </c:pt>
                <c:pt idx="4587">
                  <c:v>-1.3908520643472283E-2</c:v>
                </c:pt>
                <c:pt idx="4588">
                  <c:v>-1.8604736157583547E-2</c:v>
                </c:pt>
                <c:pt idx="4589">
                  <c:v>-1.9732138475644371E-2</c:v>
                </c:pt>
                <c:pt idx="4590">
                  <c:v>-2.9783991629538358E-2</c:v>
                </c:pt>
                <c:pt idx="4591">
                  <c:v>-2.2468362880022734E-2</c:v>
                </c:pt>
                <c:pt idx="4592">
                  <c:v>-2.2135393502396874E-2</c:v>
                </c:pt>
                <c:pt idx="4593">
                  <c:v>-1.6497543606247708E-2</c:v>
                </c:pt>
                <c:pt idx="4594">
                  <c:v>-1.167246276704902E-2</c:v>
                </c:pt>
                <c:pt idx="4595">
                  <c:v>-7.9765673277341891E-3</c:v>
                </c:pt>
                <c:pt idx="4596">
                  <c:v>-2.4560567247904966E-3</c:v>
                </c:pt>
                <c:pt idx="4597">
                  <c:v>1.7363227869288207E-3</c:v>
                </c:pt>
                <c:pt idx="4598">
                  <c:v>5.5911990929920382E-4</c:v>
                </c:pt>
                <c:pt idx="4599">
                  <c:v>2.9780998821678536E-3</c:v>
                </c:pt>
                <c:pt idx="4600">
                  <c:v>3.1397847284621336E-3</c:v>
                </c:pt>
                <c:pt idx="4601">
                  <c:v>2.7949625573575158E-3</c:v>
                </c:pt>
                <c:pt idx="4602">
                  <c:v>-2.7142896264531924E-4</c:v>
                </c:pt>
                <c:pt idx="4603">
                  <c:v>-2.5079920371107677E-3</c:v>
                </c:pt>
                <c:pt idx="4604">
                  <c:v>-2.8374877507636306E-3</c:v>
                </c:pt>
                <c:pt idx="4605">
                  <c:v>-5.4811736027487882E-3</c:v>
                </c:pt>
                <c:pt idx="4606">
                  <c:v>-7.1024234295275993E-3</c:v>
                </c:pt>
                <c:pt idx="4607">
                  <c:v>7.02106512650139E-4</c:v>
                </c:pt>
                <c:pt idx="4608">
                  <c:v>-5.108246913344763E-3</c:v>
                </c:pt>
                <c:pt idx="4609">
                  <c:v>-7.1919846826769933E-3</c:v>
                </c:pt>
                <c:pt idx="4610">
                  <c:v>-4.8292527430985289E-3</c:v>
                </c:pt>
                <c:pt idx="4611">
                  <c:v>-6.1139427886865274E-3</c:v>
                </c:pt>
                <c:pt idx="4612">
                  <c:v>-7.9569046438709122E-3</c:v>
                </c:pt>
                <c:pt idx="4613">
                  <c:v>-9.1839688301511308E-3</c:v>
                </c:pt>
                <c:pt idx="4614">
                  <c:v>-8.6602494121976389E-3</c:v>
                </c:pt>
                <c:pt idx="4615">
                  <c:v>-1.3251402706048245E-2</c:v>
                </c:pt>
                <c:pt idx="4616">
                  <c:v>-8.9201809696972806E-3</c:v>
                </c:pt>
                <c:pt idx="4617">
                  <c:v>-7.5842154353702651E-3</c:v>
                </c:pt>
                <c:pt idx="4618">
                  <c:v>-6.5112477635799583E-3</c:v>
                </c:pt>
                <c:pt idx="4619">
                  <c:v>-3.329526867277879E-3</c:v>
                </c:pt>
                <c:pt idx="4620">
                  <c:v>-2.9753432149595639E-4</c:v>
                </c:pt>
                <c:pt idx="4621">
                  <c:v>2.317473729441162E-3</c:v>
                </c:pt>
                <c:pt idx="4622">
                  <c:v>3.7442054667929259E-3</c:v>
                </c:pt>
                <c:pt idx="4623">
                  <c:v>-4.6996035573140674E-4</c:v>
                </c:pt>
                <c:pt idx="4624">
                  <c:v>3.398329643258995E-3</c:v>
                </c:pt>
                <c:pt idx="4625">
                  <c:v>4.7172677247893271E-4</c:v>
                </c:pt>
                <c:pt idx="4626">
                  <c:v>3.6698334485470478E-4</c:v>
                </c:pt>
                <c:pt idx="4627">
                  <c:v>2.1508594414215272E-5</c:v>
                </c:pt>
                <c:pt idx="4628">
                  <c:v>4.4411459078812259E-4</c:v>
                </c:pt>
                <c:pt idx="4629">
                  <c:v>-7.7697989826077513E-4</c:v>
                </c:pt>
                <c:pt idx="4630">
                  <c:v>-2.4039170044999527E-3</c:v>
                </c:pt>
                <c:pt idx="4631">
                  <c:v>4.1288557417087776E-3</c:v>
                </c:pt>
                <c:pt idx="4632">
                  <c:v>-1.6894003832043048E-3</c:v>
                </c:pt>
                <c:pt idx="4633">
                  <c:v>-6.4981491069953379E-3</c:v>
                </c:pt>
                <c:pt idx="4634">
                  <c:v>-1.1370492348473957E-2</c:v>
                </c:pt>
                <c:pt idx="4635">
                  <c:v>-1.1659779586418126E-2</c:v>
                </c:pt>
                <c:pt idx="4636">
                  <c:v>-1.3320287716656642E-2</c:v>
                </c:pt>
                <c:pt idx="4637">
                  <c:v>-1.468606621037041E-2</c:v>
                </c:pt>
                <c:pt idx="4638">
                  <c:v>-1.8795094578445855E-2</c:v>
                </c:pt>
                <c:pt idx="4639">
                  <c:v>-1.4060714208676326E-2</c:v>
                </c:pt>
                <c:pt idx="4640">
                  <c:v>-2.0152766415497573E-2</c:v>
                </c:pt>
                <c:pt idx="4641">
                  <c:v>-2.3231722808840508E-2</c:v>
                </c:pt>
                <c:pt idx="4642">
                  <c:v>-2.5760538325955786E-2</c:v>
                </c:pt>
                <c:pt idx="4643">
                  <c:v>-2.0387730055697113E-2</c:v>
                </c:pt>
                <c:pt idx="4644">
                  <c:v>-1.7992181226415317E-2</c:v>
                </c:pt>
                <c:pt idx="4645">
                  <c:v>-9.5888705402309964E-3</c:v>
                </c:pt>
                <c:pt idx="4646">
                  <c:v>-5.2198932521413379E-3</c:v>
                </c:pt>
                <c:pt idx="4647">
                  <c:v>-1.9999513126426173E-3</c:v>
                </c:pt>
                <c:pt idx="4648">
                  <c:v>-4.5546622721692256E-3</c:v>
                </c:pt>
                <c:pt idx="4649">
                  <c:v>-2.0080084771235342E-3</c:v>
                </c:pt>
                <c:pt idx="4650">
                  <c:v>-2.3609218019036054E-3</c:v>
                </c:pt>
                <c:pt idx="4651">
                  <c:v>-2.5773086636848063E-3</c:v>
                </c:pt>
                <c:pt idx="4652">
                  <c:v>-3.1429788617757799E-3</c:v>
                </c:pt>
                <c:pt idx="4653">
                  <c:v>-6.6093609707120332E-3</c:v>
                </c:pt>
                <c:pt idx="4654">
                  <c:v>-5.8273008651490467E-3</c:v>
                </c:pt>
                <c:pt idx="4655">
                  <c:v>-9.6606601257740322E-4</c:v>
                </c:pt>
                <c:pt idx="4656">
                  <c:v>-7.8729226803731251E-3</c:v>
                </c:pt>
                <c:pt idx="4657">
                  <c:v>-5.3245594279212414E-3</c:v>
                </c:pt>
                <c:pt idx="4658">
                  <c:v>-7.6546311190863131E-3</c:v>
                </c:pt>
                <c:pt idx="4659">
                  <c:v>-6.7221431273703537E-3</c:v>
                </c:pt>
                <c:pt idx="4660">
                  <c:v>-1.3387151462526647E-2</c:v>
                </c:pt>
                <c:pt idx="4661">
                  <c:v>-1.8258678657927307E-2</c:v>
                </c:pt>
                <c:pt idx="4662">
                  <c:v>-1.4380912634374776E-2</c:v>
                </c:pt>
                <c:pt idx="4663">
                  <c:v>-1.205958567845525E-2</c:v>
                </c:pt>
                <c:pt idx="4664">
                  <c:v>-1.3529885672168685E-2</c:v>
                </c:pt>
                <c:pt idx="4665">
                  <c:v>4.7790743029099518E-3</c:v>
                </c:pt>
                <c:pt idx="4666">
                  <c:v>8.6779597568501631E-3</c:v>
                </c:pt>
                <c:pt idx="4667">
                  <c:v>-5.2277908122446849E-2</c:v>
                </c:pt>
                <c:pt idx="4668">
                  <c:v>2.0222596208847983E-2</c:v>
                </c:pt>
                <c:pt idx="4669">
                  <c:v>3.7741629648825582E-2</c:v>
                </c:pt>
                <c:pt idx="4670">
                  <c:v>5.5938210646774233E-2</c:v>
                </c:pt>
                <c:pt idx="4671">
                  <c:v>0.12113658061524168</c:v>
                </c:pt>
                <c:pt idx="4672">
                  <c:v>0.17143226366749514</c:v>
                </c:pt>
                <c:pt idx="4673">
                  <c:v>0.16716379174363138</c:v>
                </c:pt>
                <c:pt idx="4674">
                  <c:v>0.15546262861625354</c:v>
                </c:pt>
                <c:pt idx="4675">
                  <c:v>0.14822552303865424</c:v>
                </c:pt>
                <c:pt idx="4676">
                  <c:v>0.14202020242206123</c:v>
                </c:pt>
                <c:pt idx="4677">
                  <c:v>0.13883204673164279</c:v>
                </c:pt>
                <c:pt idx="4678">
                  <c:v>0.13470368080076525</c:v>
                </c:pt>
                <c:pt idx="4679">
                  <c:v>0.1384599445414238</c:v>
                </c:pt>
                <c:pt idx="4680">
                  <c:v>0.14360345069269487</c:v>
                </c:pt>
                <c:pt idx="4681">
                  <c:v>8.2156523543496368E-2</c:v>
                </c:pt>
                <c:pt idx="4682">
                  <c:v>8.3063255889629956E-2</c:v>
                </c:pt>
                <c:pt idx="4683">
                  <c:v>0.11950598929860672</c:v>
                </c:pt>
                <c:pt idx="4684">
                  <c:v>0.10196574730378735</c:v>
                </c:pt>
                <c:pt idx="4685">
                  <c:v>6.3821359597222141E-2</c:v>
                </c:pt>
                <c:pt idx="4686">
                  <c:v>5.7815606113292922E-2</c:v>
                </c:pt>
                <c:pt idx="4687">
                  <c:v>3.1682956662537003E-2</c:v>
                </c:pt>
                <c:pt idx="4688">
                  <c:v>3.0652069385490446E-2</c:v>
                </c:pt>
                <c:pt idx="4689">
                  <c:v>4.064335511148625E-2</c:v>
                </c:pt>
                <c:pt idx="4690">
                  <c:v>8.2664820096408714E-2</c:v>
                </c:pt>
                <c:pt idx="4691">
                  <c:v>9.3492189301443332E-2</c:v>
                </c:pt>
                <c:pt idx="4692">
                  <c:v>8.1964252249349126E-2</c:v>
                </c:pt>
                <c:pt idx="4693">
                  <c:v>9.2474530895237383E-2</c:v>
                </c:pt>
                <c:pt idx="4694">
                  <c:v>8.4442998770266592E-2</c:v>
                </c:pt>
                <c:pt idx="4695">
                  <c:v>9.0755370309290082E-2</c:v>
                </c:pt>
                <c:pt idx="4696">
                  <c:v>0.1066870489668464</c:v>
                </c:pt>
                <c:pt idx="4697">
                  <c:v>0.10730779983386173</c:v>
                </c:pt>
                <c:pt idx="4698">
                  <c:v>9.6786097469993795E-2</c:v>
                </c:pt>
                <c:pt idx="4699">
                  <c:v>8.7828955544368703E-2</c:v>
                </c:pt>
                <c:pt idx="4700">
                  <c:v>8.7946815660904037E-2</c:v>
                </c:pt>
                <c:pt idx="4701">
                  <c:v>9.143978887617088E-2</c:v>
                </c:pt>
                <c:pt idx="4702">
                  <c:v>7.7219141476241607E-2</c:v>
                </c:pt>
                <c:pt idx="4703">
                  <c:v>7.5082279285953221E-2</c:v>
                </c:pt>
                <c:pt idx="4704">
                  <c:v>3.5389491449267778E-2</c:v>
                </c:pt>
                <c:pt idx="4705">
                  <c:v>3.6608100035342726E-2</c:v>
                </c:pt>
                <c:pt idx="4706">
                  <c:v>3.2844058452211118E-2</c:v>
                </c:pt>
                <c:pt idx="4707">
                  <c:v>3.0935356990645688E-2</c:v>
                </c:pt>
                <c:pt idx="4708">
                  <c:v>1.1155998139977258E-2</c:v>
                </c:pt>
                <c:pt idx="4709">
                  <c:v>1.8634591175553706E-2</c:v>
                </c:pt>
                <c:pt idx="4710">
                  <c:v>6.3832607138141637E-2</c:v>
                </c:pt>
                <c:pt idx="4711">
                  <c:v>2.0845615893212006E-2</c:v>
                </c:pt>
                <c:pt idx="4712">
                  <c:v>3.0980135653193238E-2</c:v>
                </c:pt>
                <c:pt idx="4713">
                  <c:v>1.8643028834217191E-2</c:v>
                </c:pt>
                <c:pt idx="4714">
                  <c:v>8.3219681978052053E-3</c:v>
                </c:pt>
                <c:pt idx="4715">
                  <c:v>1.1722355331355573E-2</c:v>
                </c:pt>
                <c:pt idx="4716">
                  <c:v>1.6238633180195059E-2</c:v>
                </c:pt>
                <c:pt idx="4717">
                  <c:v>2.2282754632448495E-2</c:v>
                </c:pt>
                <c:pt idx="4718">
                  <c:v>5.5459064956522773E-2</c:v>
                </c:pt>
                <c:pt idx="4719">
                  <c:v>8.3982371897134686E-2</c:v>
                </c:pt>
                <c:pt idx="4720">
                  <c:v>8.094795091191051E-2</c:v>
                </c:pt>
                <c:pt idx="4721">
                  <c:v>9.0282798248665821E-2</c:v>
                </c:pt>
                <c:pt idx="4722">
                  <c:v>9.04319216468841E-2</c:v>
                </c:pt>
                <c:pt idx="4723">
                  <c:v>0.10800223315622354</c:v>
                </c:pt>
                <c:pt idx="4724">
                  <c:v>0.11228958213445552</c:v>
                </c:pt>
                <c:pt idx="4725">
                  <c:v>9.0678359338917824E-2</c:v>
                </c:pt>
                <c:pt idx="4726">
                  <c:v>8.764797287083774E-2</c:v>
                </c:pt>
                <c:pt idx="4727">
                  <c:v>5.1799314249693404E-2</c:v>
                </c:pt>
                <c:pt idx="4728">
                  <c:v>4.0295136808578692E-2</c:v>
                </c:pt>
                <c:pt idx="4729">
                  <c:v>3.7449192341424728E-2</c:v>
                </c:pt>
                <c:pt idx="4730">
                  <c:v>3.5858297492697651E-2</c:v>
                </c:pt>
                <c:pt idx="4731">
                  <c:v>5.1677364796689211E-2</c:v>
                </c:pt>
                <c:pt idx="4732">
                  <c:v>9.7161247261057689E-3</c:v>
                </c:pt>
                <c:pt idx="4733">
                  <c:v>2.7520471883516834E-2</c:v>
                </c:pt>
                <c:pt idx="4734">
                  <c:v>6.1468136631480208E-2</c:v>
                </c:pt>
                <c:pt idx="4735">
                  <c:v>1.1956552967714751E-2</c:v>
                </c:pt>
                <c:pt idx="4736">
                  <c:v>3.8777776810060734E-2</c:v>
                </c:pt>
                <c:pt idx="4737">
                  <c:v>2.1217069417418296E-2</c:v>
                </c:pt>
                <c:pt idx="4738">
                  <c:v>1.6764107356873788E-2</c:v>
                </c:pt>
                <c:pt idx="4739">
                  <c:v>3.8836283273575217E-2</c:v>
                </c:pt>
                <c:pt idx="4740">
                  <c:v>1.5474314471118647E-2</c:v>
                </c:pt>
                <c:pt idx="4741">
                  <c:v>2.3090150041701833E-2</c:v>
                </c:pt>
                <c:pt idx="4742">
                  <c:v>4.5676472980781542E-2</c:v>
                </c:pt>
                <c:pt idx="4743">
                  <c:v>9.1167308318976376E-2</c:v>
                </c:pt>
                <c:pt idx="4744">
                  <c:v>7.6280312391518598E-2</c:v>
                </c:pt>
                <c:pt idx="4745">
                  <c:v>8.6144964321442613E-2</c:v>
                </c:pt>
                <c:pt idx="4746">
                  <c:v>8.8915432165533576E-2</c:v>
                </c:pt>
                <c:pt idx="4747">
                  <c:v>8.8255600225009626E-2</c:v>
                </c:pt>
                <c:pt idx="4748">
                  <c:v>8.5676369468925734E-2</c:v>
                </c:pt>
                <c:pt idx="4749">
                  <c:v>9.2786596311143443E-2</c:v>
                </c:pt>
                <c:pt idx="4750">
                  <c:v>9.8384239102811549E-2</c:v>
                </c:pt>
                <c:pt idx="4751">
                  <c:v>6.4223122479750511E-2</c:v>
                </c:pt>
                <c:pt idx="4752">
                  <c:v>3.7759351542014097E-2</c:v>
                </c:pt>
                <c:pt idx="4753">
                  <c:v>3.6764725213557274E-2</c:v>
                </c:pt>
                <c:pt idx="4754">
                  <c:v>3.0699007665530784E-2</c:v>
                </c:pt>
                <c:pt idx="4755">
                  <c:v>3.0799227199242999E-2</c:v>
                </c:pt>
                <c:pt idx="4756">
                  <c:v>3.3955404707409577E-2</c:v>
                </c:pt>
                <c:pt idx="4757">
                  <c:v>3.3151339219230726E-2</c:v>
                </c:pt>
                <c:pt idx="4758">
                  <c:v>3.2665359432159147E-2</c:v>
                </c:pt>
                <c:pt idx="4759">
                  <c:v>2.9697248225927179E-2</c:v>
                </c:pt>
                <c:pt idx="4760">
                  <c:v>5.1281063631250047E-2</c:v>
                </c:pt>
                <c:pt idx="4761">
                  <c:v>4.962073591828399E-2</c:v>
                </c:pt>
                <c:pt idx="4762">
                  <c:v>4.6255383308558766E-2</c:v>
                </c:pt>
                <c:pt idx="4763">
                  <c:v>3.5121460771839356E-2</c:v>
                </c:pt>
                <c:pt idx="4764">
                  <c:v>2.6981077014537846E-2</c:v>
                </c:pt>
                <c:pt idx="4765">
                  <c:v>4.4405666467716869E-2</c:v>
                </c:pt>
                <c:pt idx="4766">
                  <c:v>5.211650309175761E-2</c:v>
                </c:pt>
                <c:pt idx="4767">
                  <c:v>2.9657325013432625E-2</c:v>
                </c:pt>
                <c:pt idx="4768">
                  <c:v>3.33242318618691E-2</c:v>
                </c:pt>
                <c:pt idx="4769">
                  <c:v>2.7245446213511947E-2</c:v>
                </c:pt>
                <c:pt idx="4770">
                  <c:v>1.3865561859268363E-2</c:v>
                </c:pt>
                <c:pt idx="4771">
                  <c:v>3.7719193396480388E-2</c:v>
                </c:pt>
                <c:pt idx="4772">
                  <c:v>3.389414209145674E-2</c:v>
                </c:pt>
                <c:pt idx="4773">
                  <c:v>4.9634390567984535E-2</c:v>
                </c:pt>
                <c:pt idx="4774">
                  <c:v>4.201966389789516E-2</c:v>
                </c:pt>
                <c:pt idx="4775">
                  <c:v>3.9625905849540038E-2</c:v>
                </c:pt>
                <c:pt idx="4776">
                  <c:v>3.673732158965793E-2</c:v>
                </c:pt>
                <c:pt idx="4777">
                  <c:v>5.5133862854084795E-2</c:v>
                </c:pt>
                <c:pt idx="4778">
                  <c:v>3.7453829841788293E-2</c:v>
                </c:pt>
                <c:pt idx="4779">
                  <c:v>5.7405773959796423E-2</c:v>
                </c:pt>
                <c:pt idx="4780">
                  <c:v>5.8018530229035595E-2</c:v>
                </c:pt>
                <c:pt idx="4781">
                  <c:v>5.575356595078651E-2</c:v>
                </c:pt>
                <c:pt idx="4782">
                  <c:v>5.3654555898368192E-2</c:v>
                </c:pt>
                <c:pt idx="4783">
                  <c:v>5.8505221927806328E-2</c:v>
                </c:pt>
                <c:pt idx="4784">
                  <c:v>0.12740716518937253</c:v>
                </c:pt>
                <c:pt idx="4785">
                  <c:v>0.17143621339699941</c:v>
                </c:pt>
                <c:pt idx="4786">
                  <c:v>0.10064410960801695</c:v>
                </c:pt>
                <c:pt idx="4787">
                  <c:v>6.1409867920745591E-2</c:v>
                </c:pt>
                <c:pt idx="4788">
                  <c:v>9.5976028133778687E-2</c:v>
                </c:pt>
                <c:pt idx="4789">
                  <c:v>7.807570954781029E-2</c:v>
                </c:pt>
                <c:pt idx="4790">
                  <c:v>7.3415342961840518E-2</c:v>
                </c:pt>
                <c:pt idx="4791">
                  <c:v>7.5706539580844986E-2</c:v>
                </c:pt>
                <c:pt idx="4792">
                  <c:v>6.485158386762134E-2</c:v>
                </c:pt>
                <c:pt idx="4793">
                  <c:v>7.5393445735478543E-2</c:v>
                </c:pt>
                <c:pt idx="4794">
                  <c:v>6.9509795586763637E-2</c:v>
                </c:pt>
                <c:pt idx="4795">
                  <c:v>8.4668301757052464E-2</c:v>
                </c:pt>
                <c:pt idx="4796">
                  <c:v>8.8605923214833557E-2</c:v>
                </c:pt>
                <c:pt idx="4797">
                  <c:v>8.1264370431856248E-2</c:v>
                </c:pt>
                <c:pt idx="4798">
                  <c:v>7.7992923841502249E-2</c:v>
                </c:pt>
                <c:pt idx="4799">
                  <c:v>8.8514300246960359E-2</c:v>
                </c:pt>
                <c:pt idx="4800">
                  <c:v>8.8282370340204808E-2</c:v>
                </c:pt>
                <c:pt idx="4801">
                  <c:v>9.0867639900253469E-2</c:v>
                </c:pt>
                <c:pt idx="4802">
                  <c:v>8.6158366284758467E-2</c:v>
                </c:pt>
                <c:pt idx="4803">
                  <c:v>8.6564581621564496E-2</c:v>
                </c:pt>
                <c:pt idx="4804">
                  <c:v>9.693489884594414E-2</c:v>
                </c:pt>
                <c:pt idx="4805">
                  <c:v>9.0675388239503274E-2</c:v>
                </c:pt>
                <c:pt idx="4806">
                  <c:v>9.3763789330653186E-2</c:v>
                </c:pt>
                <c:pt idx="4807">
                  <c:v>0.10390256762729917</c:v>
                </c:pt>
                <c:pt idx="4808">
                  <c:v>0.10691596978949519</c:v>
                </c:pt>
                <c:pt idx="4809">
                  <c:v>0.10231956249753188</c:v>
                </c:pt>
                <c:pt idx="4810">
                  <c:v>9.9893855375957269E-2</c:v>
                </c:pt>
                <c:pt idx="4811">
                  <c:v>0.17436930060782338</c:v>
                </c:pt>
                <c:pt idx="4812">
                  <c:v>0.2209442933546524</c:v>
                </c:pt>
                <c:pt idx="4813">
                  <c:v>0.23873977516816669</c:v>
                </c:pt>
                <c:pt idx="4814">
                  <c:v>0.20865719839927085</c:v>
                </c:pt>
                <c:pt idx="4815">
                  <c:v>0.20770643351342816</c:v>
                </c:pt>
                <c:pt idx="4816">
                  <c:v>0.18722820933223042</c:v>
                </c:pt>
                <c:pt idx="4817">
                  <c:v>0.19839262198476537</c:v>
                </c:pt>
                <c:pt idx="4818">
                  <c:v>0.19844987627881985</c:v>
                </c:pt>
                <c:pt idx="4819">
                  <c:v>0.19308431909190138</c:v>
                </c:pt>
                <c:pt idx="4820">
                  <c:v>0.1893586729309934</c:v>
                </c:pt>
                <c:pt idx="4821">
                  <c:v>0.19702229249740097</c:v>
                </c:pt>
                <c:pt idx="4822">
                  <c:v>0.19241078600165909</c:v>
                </c:pt>
                <c:pt idx="4823">
                  <c:v>0.18741123280444583</c:v>
                </c:pt>
                <c:pt idx="4824">
                  <c:v>0.19043829497319631</c:v>
                </c:pt>
                <c:pt idx="4825">
                  <c:v>0.18584559143684551</c:v>
                </c:pt>
                <c:pt idx="4826">
                  <c:v>0.18689360008917749</c:v>
                </c:pt>
                <c:pt idx="4827">
                  <c:v>0.18062837993412864</c:v>
                </c:pt>
                <c:pt idx="4828">
                  <c:v>0.20670824565987564</c:v>
                </c:pt>
                <c:pt idx="4829">
                  <c:v>0.23207300105070994</c:v>
                </c:pt>
                <c:pt idx="4830">
                  <c:v>0.23477029322135806</c:v>
                </c:pt>
                <c:pt idx="4831">
                  <c:v>0.24897064165471272</c:v>
                </c:pt>
                <c:pt idx="4832">
                  <c:v>0.23912697951560177</c:v>
                </c:pt>
                <c:pt idx="4833">
                  <c:v>0.2486110538086527</c:v>
                </c:pt>
                <c:pt idx="4834">
                  <c:v>0.2685247980777743</c:v>
                </c:pt>
                <c:pt idx="4835">
                  <c:v>0.26073363238028424</c:v>
                </c:pt>
                <c:pt idx="4836">
                  <c:v>0.26923111906471758</c:v>
                </c:pt>
                <c:pt idx="4837">
                  <c:v>0.26623341882647711</c:v>
                </c:pt>
                <c:pt idx="4838">
                  <c:v>0.26222096390167693</c:v>
                </c:pt>
                <c:pt idx="4839">
                  <c:v>0.23547120020919254</c:v>
                </c:pt>
                <c:pt idx="4840">
                  <c:v>0.18501365285843616</c:v>
                </c:pt>
                <c:pt idx="4841">
                  <c:v>0.18320805222310071</c:v>
                </c:pt>
                <c:pt idx="4842">
                  <c:v>0.20149215141847204</c:v>
                </c:pt>
                <c:pt idx="4843">
                  <c:v>0.19983219604151883</c:v>
                </c:pt>
                <c:pt idx="4844">
                  <c:v>0.20383698405995024</c:v>
                </c:pt>
                <c:pt idx="4845">
                  <c:v>0.21668549005327598</c:v>
                </c:pt>
                <c:pt idx="4846">
                  <c:v>0.2114217980984805</c:v>
                </c:pt>
                <c:pt idx="4847">
                  <c:v>0.22315617215597278</c:v>
                </c:pt>
                <c:pt idx="4848">
                  <c:v>0.19393694582121768</c:v>
                </c:pt>
                <c:pt idx="4849">
                  <c:v>0.18190745682820034</c:v>
                </c:pt>
                <c:pt idx="4850">
                  <c:v>0.2121070015150047</c:v>
                </c:pt>
                <c:pt idx="4851">
                  <c:v>0.20989046155876442</c:v>
                </c:pt>
                <c:pt idx="4852">
                  <c:v>0.20294486511014651</c:v>
                </c:pt>
                <c:pt idx="4853">
                  <c:v>0.22478686232214862</c:v>
                </c:pt>
                <c:pt idx="4854">
                  <c:v>0.22432839467355611</c:v>
                </c:pt>
                <c:pt idx="4855">
                  <c:v>0.22850606662665091</c:v>
                </c:pt>
                <c:pt idx="4856">
                  <c:v>0.23497705228498286</c:v>
                </c:pt>
                <c:pt idx="4857">
                  <c:v>0.25140890426462004</c:v>
                </c:pt>
                <c:pt idx="4858">
                  <c:v>0.25507102423856021</c:v>
                </c:pt>
                <c:pt idx="4859">
                  <c:v>0.24455958238796363</c:v>
                </c:pt>
                <c:pt idx="4860">
                  <c:v>0.21867477817601871</c:v>
                </c:pt>
                <c:pt idx="4861">
                  <c:v>0.22557621413906501</c:v>
                </c:pt>
                <c:pt idx="4862">
                  <c:v>0.17110236969858705</c:v>
                </c:pt>
                <c:pt idx="4863">
                  <c:v>9.8149275984533255E-2</c:v>
                </c:pt>
                <c:pt idx="4864">
                  <c:v>7.9466564170545442E-2</c:v>
                </c:pt>
                <c:pt idx="4865">
                  <c:v>6.2066783577909367E-2</c:v>
                </c:pt>
                <c:pt idx="4866">
                  <c:v>6.5158745536873702E-2</c:v>
                </c:pt>
                <c:pt idx="4867">
                  <c:v>5.4783325569626715E-2</c:v>
                </c:pt>
                <c:pt idx="4868">
                  <c:v>4.3174830992626125E-2</c:v>
                </c:pt>
                <c:pt idx="4869">
                  <c:v>4.2769949570175297E-2</c:v>
                </c:pt>
                <c:pt idx="4870">
                  <c:v>3.0919855943038286E-2</c:v>
                </c:pt>
                <c:pt idx="4871">
                  <c:v>4.2972821147635017E-2</c:v>
                </c:pt>
                <c:pt idx="4872">
                  <c:v>5.4298836045954008E-2</c:v>
                </c:pt>
                <c:pt idx="4873">
                  <c:v>5.4038994059485354E-2</c:v>
                </c:pt>
                <c:pt idx="4874">
                  <c:v>6.4418705866410908E-2</c:v>
                </c:pt>
                <c:pt idx="4875">
                  <c:v>6.4207891443955653E-2</c:v>
                </c:pt>
                <c:pt idx="4876">
                  <c:v>6.5878471849401821E-2</c:v>
                </c:pt>
                <c:pt idx="4877">
                  <c:v>6.4693880991543051E-2</c:v>
                </c:pt>
                <c:pt idx="4878">
                  <c:v>6.6941270453255403E-2</c:v>
                </c:pt>
                <c:pt idx="4879">
                  <c:v>6.4447544872795123E-2</c:v>
                </c:pt>
                <c:pt idx="4880">
                  <c:v>6.7516866801748704E-2</c:v>
                </c:pt>
                <c:pt idx="4881">
                  <c:v>5.1974225277174629E-2</c:v>
                </c:pt>
                <c:pt idx="4882">
                  <c:v>4.2963846531402353E-2</c:v>
                </c:pt>
                <c:pt idx="4883">
                  <c:v>3.2514750872744289E-2</c:v>
                </c:pt>
                <c:pt idx="4884">
                  <c:v>3.4249962029715725E-2</c:v>
                </c:pt>
                <c:pt idx="4885">
                  <c:v>2.0474795142335796E-2</c:v>
                </c:pt>
                <c:pt idx="4886">
                  <c:v>2.0901496774634949E-2</c:v>
                </c:pt>
                <c:pt idx="4887">
                  <c:v>2.5138984480833255E-2</c:v>
                </c:pt>
                <c:pt idx="4888">
                  <c:v>2.6070201730673356E-2</c:v>
                </c:pt>
                <c:pt idx="4889">
                  <c:v>2.2314679238584732E-2</c:v>
                </c:pt>
                <c:pt idx="4890">
                  <c:v>2.7737868140480237E-2</c:v>
                </c:pt>
                <c:pt idx="4891">
                  <c:v>2.7881783077864181E-2</c:v>
                </c:pt>
                <c:pt idx="4892">
                  <c:v>2.5746018158169383E-2</c:v>
                </c:pt>
                <c:pt idx="4893">
                  <c:v>2.7616058984515423E-2</c:v>
                </c:pt>
                <c:pt idx="4894">
                  <c:v>2.9033014021838843E-2</c:v>
                </c:pt>
                <c:pt idx="4895">
                  <c:v>2.8623160501869065E-2</c:v>
                </c:pt>
                <c:pt idx="4896">
                  <c:v>2.550790503100266E-2</c:v>
                </c:pt>
                <c:pt idx="4897">
                  <c:v>2.9552110721104682E-2</c:v>
                </c:pt>
                <c:pt idx="4898">
                  <c:v>2.5629739435366547E-2</c:v>
                </c:pt>
                <c:pt idx="4899">
                  <c:v>2.8672109452569507E-2</c:v>
                </c:pt>
                <c:pt idx="4900">
                  <c:v>2.9910669832824987E-2</c:v>
                </c:pt>
                <c:pt idx="4901">
                  <c:v>2.9237532313659349E-2</c:v>
                </c:pt>
                <c:pt idx="4902">
                  <c:v>2.8359965545559935E-2</c:v>
                </c:pt>
                <c:pt idx="4903">
                  <c:v>1.3200501122749356E-2</c:v>
                </c:pt>
                <c:pt idx="4904">
                  <c:v>5.3697102710984906E-2</c:v>
                </c:pt>
                <c:pt idx="4905">
                  <c:v>8.2652579163211767E-3</c:v>
                </c:pt>
                <c:pt idx="4906">
                  <c:v>5.8082436204940344E-2</c:v>
                </c:pt>
                <c:pt idx="4907">
                  <c:v>1.1547890688043952E-2</c:v>
                </c:pt>
                <c:pt idx="4908">
                  <c:v>2.806274676591794E-2</c:v>
                </c:pt>
                <c:pt idx="4909">
                  <c:v>4.0670109256231102E-2</c:v>
                </c:pt>
                <c:pt idx="4910">
                  <c:v>5.1974576478383633E-2</c:v>
                </c:pt>
                <c:pt idx="4911">
                  <c:v>4.0988849988970288E-2</c:v>
                </c:pt>
                <c:pt idx="4912">
                  <c:v>6.6863000619752824E-2</c:v>
                </c:pt>
                <c:pt idx="4913">
                  <c:v>2.159802255929244E-2</c:v>
                </c:pt>
                <c:pt idx="4914">
                  <c:v>7.6897898936768558E-2</c:v>
                </c:pt>
                <c:pt idx="4915">
                  <c:v>2.1755611627593888E-2</c:v>
                </c:pt>
                <c:pt idx="4916">
                  <c:v>5.5988006588337483E-2</c:v>
                </c:pt>
                <c:pt idx="4917">
                  <c:v>5.5412788927491623E-2</c:v>
                </c:pt>
                <c:pt idx="4918">
                  <c:v>6.0356750029052962E-2</c:v>
                </c:pt>
                <c:pt idx="4919">
                  <c:v>5.8271581075479979E-2</c:v>
                </c:pt>
                <c:pt idx="4920">
                  <c:v>6.071644695571779E-2</c:v>
                </c:pt>
                <c:pt idx="4921">
                  <c:v>6.4865238761841526E-2</c:v>
                </c:pt>
                <c:pt idx="4922">
                  <c:v>5.8358173570106892E-2</c:v>
                </c:pt>
                <c:pt idx="4923">
                  <c:v>6.4014443024838205E-2</c:v>
                </c:pt>
                <c:pt idx="4924">
                  <c:v>6.2079413041215788E-2</c:v>
                </c:pt>
                <c:pt idx="4925">
                  <c:v>6.2097239367591886E-2</c:v>
                </c:pt>
                <c:pt idx="4926">
                  <c:v>9.1732397143238678E-2</c:v>
                </c:pt>
                <c:pt idx="4927">
                  <c:v>8.725815141222143E-2</c:v>
                </c:pt>
                <c:pt idx="4928">
                  <c:v>0.10973229706349573</c:v>
                </c:pt>
                <c:pt idx="4929">
                  <c:v>0.12308928345071982</c:v>
                </c:pt>
                <c:pt idx="4930">
                  <c:v>0.12810095235128136</c:v>
                </c:pt>
                <c:pt idx="4931">
                  <c:v>0.13227096338850713</c:v>
                </c:pt>
                <c:pt idx="4932">
                  <c:v>0.12120461549923174</c:v>
                </c:pt>
                <c:pt idx="4933">
                  <c:v>0.1182646688798223</c:v>
                </c:pt>
                <c:pt idx="4934">
                  <c:v>0.11876418015622316</c:v>
                </c:pt>
                <c:pt idx="4935">
                  <c:v>0.10974405038561237</c:v>
                </c:pt>
                <c:pt idx="4936">
                  <c:v>0.13615457850490931</c:v>
                </c:pt>
                <c:pt idx="4937">
                  <c:v>9.9142426977225417E-2</c:v>
                </c:pt>
                <c:pt idx="4938">
                  <c:v>0.10569638508321511</c:v>
                </c:pt>
                <c:pt idx="4939">
                  <c:v>0.10882110448696024</c:v>
                </c:pt>
                <c:pt idx="4940">
                  <c:v>9.3525473786103486E-2</c:v>
                </c:pt>
                <c:pt idx="4941">
                  <c:v>9.7273214327938964E-2</c:v>
                </c:pt>
                <c:pt idx="4942">
                  <c:v>0.11342007632652046</c:v>
                </c:pt>
                <c:pt idx="4943">
                  <c:v>0.11628232237214926</c:v>
                </c:pt>
                <c:pt idx="4944">
                  <c:v>0.11884360585902387</c:v>
                </c:pt>
                <c:pt idx="4945">
                  <c:v>0.12280545716582107</c:v>
                </c:pt>
                <c:pt idx="4946">
                  <c:v>0.12203345737788487</c:v>
                </c:pt>
                <c:pt idx="4947">
                  <c:v>0.12418003128090306</c:v>
                </c:pt>
                <c:pt idx="4948">
                  <c:v>0.11599293665579259</c:v>
                </c:pt>
                <c:pt idx="4949">
                  <c:v>0.11365113210554255</c:v>
                </c:pt>
                <c:pt idx="4950">
                  <c:v>0.11071096958008485</c:v>
                </c:pt>
                <c:pt idx="4951">
                  <c:v>0.1115333354027057</c:v>
                </c:pt>
                <c:pt idx="4952">
                  <c:v>0.10757029594036943</c:v>
                </c:pt>
                <c:pt idx="4953">
                  <c:v>8.1252433283024353E-2</c:v>
                </c:pt>
                <c:pt idx="4954">
                  <c:v>0.12159855883930121</c:v>
                </c:pt>
                <c:pt idx="4955">
                  <c:v>0.13644060409504577</c:v>
                </c:pt>
                <c:pt idx="4956">
                  <c:v>0.11609269629341076</c:v>
                </c:pt>
                <c:pt idx="4957">
                  <c:v>0.13580163753833929</c:v>
                </c:pt>
                <c:pt idx="4958">
                  <c:v>6.902673315452991E-2</c:v>
                </c:pt>
                <c:pt idx="4959">
                  <c:v>6.0930240776757717E-2</c:v>
                </c:pt>
                <c:pt idx="4960">
                  <c:v>7.0547759482235003E-2</c:v>
                </c:pt>
                <c:pt idx="4961">
                  <c:v>4.9671899869268864E-2</c:v>
                </c:pt>
                <c:pt idx="4962">
                  <c:v>4.6149693675647814E-2</c:v>
                </c:pt>
                <c:pt idx="4963">
                  <c:v>5.4342990020120191E-2</c:v>
                </c:pt>
                <c:pt idx="4964">
                  <c:v>6.4375452850755549E-2</c:v>
                </c:pt>
                <c:pt idx="4965">
                  <c:v>4.0633787252342055E-2</c:v>
                </c:pt>
                <c:pt idx="4966">
                  <c:v>3.8123685064717243E-2</c:v>
                </c:pt>
                <c:pt idx="4967">
                  <c:v>7.1500772987099184E-2</c:v>
                </c:pt>
                <c:pt idx="4968">
                  <c:v>0.10205834413733189</c:v>
                </c:pt>
                <c:pt idx="4969">
                  <c:v>9.4567983440600023E-2</c:v>
                </c:pt>
                <c:pt idx="4970">
                  <c:v>0.10124081076263858</c:v>
                </c:pt>
                <c:pt idx="4971">
                  <c:v>9.9281033236280139E-2</c:v>
                </c:pt>
                <c:pt idx="4972">
                  <c:v>0.10009180209511959</c:v>
                </c:pt>
                <c:pt idx="4973">
                  <c:v>0.10877269638919776</c:v>
                </c:pt>
                <c:pt idx="4974">
                  <c:v>0.11591814170499355</c:v>
                </c:pt>
                <c:pt idx="4975">
                  <c:v>0.11891811623892701</c:v>
                </c:pt>
                <c:pt idx="4976">
                  <c:v>0.1356299377084802</c:v>
                </c:pt>
                <c:pt idx="4977">
                  <c:v>0.13704249098544286</c:v>
                </c:pt>
                <c:pt idx="4978">
                  <c:v>0.1733832497604334</c:v>
                </c:pt>
                <c:pt idx="4979">
                  <c:v>0.15688001852546321</c:v>
                </c:pt>
                <c:pt idx="4980">
                  <c:v>0.14113769496558012</c:v>
                </c:pt>
                <c:pt idx="4981">
                  <c:v>0.16753977296847875</c:v>
                </c:pt>
                <c:pt idx="4982">
                  <c:v>0.15964980266913434</c:v>
                </c:pt>
                <c:pt idx="4983">
                  <c:v>0.16138315518843868</c:v>
                </c:pt>
                <c:pt idx="4984">
                  <c:v>0.16732862421161421</c:v>
                </c:pt>
                <c:pt idx="4985">
                  <c:v>0.18277123777671886</c:v>
                </c:pt>
                <c:pt idx="4986">
                  <c:v>0.15870233612485884</c:v>
                </c:pt>
                <c:pt idx="4987">
                  <c:v>0.13831184350283185</c:v>
                </c:pt>
                <c:pt idx="4988">
                  <c:v>0.14837381305378147</c:v>
                </c:pt>
                <c:pt idx="4989">
                  <c:v>0.14692896749803824</c:v>
                </c:pt>
                <c:pt idx="4990">
                  <c:v>0.14427308726058052</c:v>
                </c:pt>
                <c:pt idx="4991">
                  <c:v>0.14135935028432695</c:v>
                </c:pt>
                <c:pt idx="4992">
                  <c:v>0.1429659973895917</c:v>
                </c:pt>
                <c:pt idx="4993">
                  <c:v>0.14930092964226713</c:v>
                </c:pt>
                <c:pt idx="4994">
                  <c:v>0.14471319646563927</c:v>
                </c:pt>
                <c:pt idx="4995">
                  <c:v>0.13805535086958098</c:v>
                </c:pt>
                <c:pt idx="4996">
                  <c:v>0.14180401956117883</c:v>
                </c:pt>
                <c:pt idx="4997">
                  <c:v>0.13934986339750746</c:v>
                </c:pt>
                <c:pt idx="4998">
                  <c:v>0.14326442364147743</c:v>
                </c:pt>
                <c:pt idx="4999">
                  <c:v>0.15409565351336502</c:v>
                </c:pt>
                <c:pt idx="5000">
                  <c:v>0.15268987725218597</c:v>
                </c:pt>
                <c:pt idx="5001">
                  <c:v>0.15818391013434693</c:v>
                </c:pt>
                <c:pt idx="5002">
                  <c:v>0.16515624376080204</c:v>
                </c:pt>
                <c:pt idx="5003">
                  <c:v>0.15036805946112486</c:v>
                </c:pt>
                <c:pt idx="5004">
                  <c:v>0.14118450692457382</c:v>
                </c:pt>
                <c:pt idx="5005">
                  <c:v>0.17286331256106224</c:v>
                </c:pt>
                <c:pt idx="5006">
                  <c:v>0.15661595359513597</c:v>
                </c:pt>
                <c:pt idx="5007">
                  <c:v>0.14214692552861302</c:v>
                </c:pt>
                <c:pt idx="5008">
                  <c:v>0.13427586195327926</c:v>
                </c:pt>
                <c:pt idx="5009">
                  <c:v>0.1188500740742426</c:v>
                </c:pt>
                <c:pt idx="5010">
                  <c:v>6.8720141427356954E-2</c:v>
                </c:pt>
                <c:pt idx="5011">
                  <c:v>7.4375319112418362E-2</c:v>
                </c:pt>
                <c:pt idx="5012">
                  <c:v>7.4697082769215523E-2</c:v>
                </c:pt>
                <c:pt idx="5013">
                  <c:v>7.2898610202207892E-2</c:v>
                </c:pt>
                <c:pt idx="5014">
                  <c:v>0.12597477092506834</c:v>
                </c:pt>
                <c:pt idx="5015">
                  <c:v>0.12678185882686963</c:v>
                </c:pt>
                <c:pt idx="5016">
                  <c:v>0.12682360503102194</c:v>
                </c:pt>
                <c:pt idx="5017">
                  <c:v>0.14416005972365545</c:v>
                </c:pt>
                <c:pt idx="5018">
                  <c:v>0.14342285786224637</c:v>
                </c:pt>
                <c:pt idx="5019">
                  <c:v>0.14742584306908071</c:v>
                </c:pt>
                <c:pt idx="5020">
                  <c:v>0.15150357919850174</c:v>
                </c:pt>
                <c:pt idx="5021">
                  <c:v>0.15595353732480866</c:v>
                </c:pt>
                <c:pt idx="5022">
                  <c:v>0.15411095794038143</c:v>
                </c:pt>
                <c:pt idx="5023">
                  <c:v>0.15805530716786853</c:v>
                </c:pt>
                <c:pt idx="5024">
                  <c:v>0.16533213567847493</c:v>
                </c:pt>
                <c:pt idx="5025">
                  <c:v>0.15207321579007152</c:v>
                </c:pt>
                <c:pt idx="5026">
                  <c:v>0.1531839909501142</c:v>
                </c:pt>
                <c:pt idx="5027">
                  <c:v>8.6349947558207574E-2</c:v>
                </c:pt>
                <c:pt idx="5028">
                  <c:v>6.5378380477824002E-2</c:v>
                </c:pt>
                <c:pt idx="5029">
                  <c:v>4.4036243439536618E-2</c:v>
                </c:pt>
                <c:pt idx="5030">
                  <c:v>4.055138573297111E-2</c:v>
                </c:pt>
                <c:pt idx="5031">
                  <c:v>3.3896115551651382E-2</c:v>
                </c:pt>
                <c:pt idx="5032">
                  <c:v>2.7161956038002203E-2</c:v>
                </c:pt>
                <c:pt idx="5033">
                  <c:v>2.433697561393558E-2</c:v>
                </c:pt>
                <c:pt idx="5034">
                  <c:v>2.4582721134321549E-2</c:v>
                </c:pt>
                <c:pt idx="5035">
                  <c:v>2.5183500424889118E-2</c:v>
                </c:pt>
                <c:pt idx="5036">
                  <c:v>2.9961557173665502E-2</c:v>
                </c:pt>
                <c:pt idx="5037">
                  <c:v>2.7317005962546888E-2</c:v>
                </c:pt>
                <c:pt idx="5038">
                  <c:v>2.6316254475234439E-2</c:v>
                </c:pt>
                <c:pt idx="5039">
                  <c:v>2.6288206079135942E-2</c:v>
                </c:pt>
                <c:pt idx="5040">
                  <c:v>2.6085207306211868E-2</c:v>
                </c:pt>
                <c:pt idx="5041">
                  <c:v>2.5012510972834748E-2</c:v>
                </c:pt>
                <c:pt idx="5042">
                  <c:v>2.6742717582901965E-2</c:v>
                </c:pt>
                <c:pt idx="5043">
                  <c:v>2.654199286186569E-2</c:v>
                </c:pt>
                <c:pt idx="5044">
                  <c:v>2.5865453469577804E-2</c:v>
                </c:pt>
                <c:pt idx="5045">
                  <c:v>2.8418018281843389E-2</c:v>
                </c:pt>
                <c:pt idx="5046">
                  <c:v>2.5698840281589592E-2</c:v>
                </c:pt>
                <c:pt idx="5047">
                  <c:v>2.5858754147315244E-2</c:v>
                </c:pt>
                <c:pt idx="5048">
                  <c:v>1.811674154723654E-2</c:v>
                </c:pt>
                <c:pt idx="5049">
                  <c:v>1.8578463556713651E-2</c:v>
                </c:pt>
                <c:pt idx="5050">
                  <c:v>2.4880302151261881E-2</c:v>
                </c:pt>
                <c:pt idx="5051">
                  <c:v>2.4929251371848975E-2</c:v>
                </c:pt>
                <c:pt idx="5052">
                  <c:v>2.3191105507121289E-2</c:v>
                </c:pt>
                <c:pt idx="5053">
                  <c:v>2.36577778953245E-2</c:v>
                </c:pt>
                <c:pt idx="5054">
                  <c:v>2.8165787320312802E-2</c:v>
                </c:pt>
                <c:pt idx="5055">
                  <c:v>2.0287367494963862E-2</c:v>
                </c:pt>
                <c:pt idx="5056">
                  <c:v>3.8650103527496898E-2</c:v>
                </c:pt>
                <c:pt idx="5057">
                  <c:v>2.3663687479982053E-2</c:v>
                </c:pt>
                <c:pt idx="5058">
                  <c:v>4.7691376782732518E-2</c:v>
                </c:pt>
                <c:pt idx="5059">
                  <c:v>3.9613790062552584E-2</c:v>
                </c:pt>
                <c:pt idx="5060">
                  <c:v>2.747004045109307E-2</c:v>
                </c:pt>
                <c:pt idx="5061">
                  <c:v>4.1618937301901644E-2</c:v>
                </c:pt>
                <c:pt idx="5062">
                  <c:v>3.8149693603282075E-2</c:v>
                </c:pt>
                <c:pt idx="5063">
                  <c:v>3.4664585247623829E-2</c:v>
                </c:pt>
                <c:pt idx="5064">
                  <c:v>4.6992116520322431E-2</c:v>
                </c:pt>
                <c:pt idx="5065">
                  <c:v>4.3950486834641748E-2</c:v>
                </c:pt>
                <c:pt idx="5066">
                  <c:v>5.04616340013384E-2</c:v>
                </c:pt>
                <c:pt idx="5067">
                  <c:v>5.9166138140977466E-2</c:v>
                </c:pt>
                <c:pt idx="5068">
                  <c:v>1.6985224450550614E-2</c:v>
                </c:pt>
                <c:pt idx="5069">
                  <c:v>4.3270551088751434E-2</c:v>
                </c:pt>
                <c:pt idx="5070">
                  <c:v>3.9972828319326803E-2</c:v>
                </c:pt>
                <c:pt idx="5071">
                  <c:v>4.7147658637717686E-2</c:v>
                </c:pt>
                <c:pt idx="5072">
                  <c:v>4.1566330821788559E-2</c:v>
                </c:pt>
                <c:pt idx="5073">
                  <c:v>4.8319967714027183E-2</c:v>
                </c:pt>
                <c:pt idx="5074">
                  <c:v>3.3424202563133255E-2</c:v>
                </c:pt>
                <c:pt idx="5075">
                  <c:v>2.073849275685102E-2</c:v>
                </c:pt>
                <c:pt idx="5076">
                  <c:v>2.5043769263350359E-2</c:v>
                </c:pt>
                <c:pt idx="5077">
                  <c:v>2.6842981413775901E-2</c:v>
                </c:pt>
                <c:pt idx="5078">
                  <c:v>2.8692231037788788E-2</c:v>
                </c:pt>
                <c:pt idx="5079">
                  <c:v>2.2423053305542062E-2</c:v>
                </c:pt>
                <c:pt idx="5080">
                  <c:v>2.646047175556657E-2</c:v>
                </c:pt>
                <c:pt idx="5081">
                  <c:v>3.1432144756121189E-2</c:v>
                </c:pt>
                <c:pt idx="5082">
                  <c:v>3.2284996010344888E-2</c:v>
                </c:pt>
                <c:pt idx="5083">
                  <c:v>3.2154611384382067E-2</c:v>
                </c:pt>
                <c:pt idx="5084">
                  <c:v>2.9049226090956247E-2</c:v>
                </c:pt>
                <c:pt idx="5085">
                  <c:v>3.5848142969100043E-2</c:v>
                </c:pt>
                <c:pt idx="5086">
                  <c:v>3.718599547805293E-2</c:v>
                </c:pt>
                <c:pt idx="5087">
                  <c:v>3.419050744774986E-2</c:v>
                </c:pt>
                <c:pt idx="5088">
                  <c:v>3.4716391721964217E-2</c:v>
                </c:pt>
                <c:pt idx="5089">
                  <c:v>4.0585904310115779E-2</c:v>
                </c:pt>
                <c:pt idx="5090">
                  <c:v>4.3883974930589653E-2</c:v>
                </c:pt>
                <c:pt idx="5091">
                  <c:v>4.8424948287065853E-2</c:v>
                </c:pt>
                <c:pt idx="5092">
                  <c:v>3.8958029920803432E-2</c:v>
                </c:pt>
                <c:pt idx="5093">
                  <c:v>4.6997112090161379E-2</c:v>
                </c:pt>
                <c:pt idx="5094">
                  <c:v>3.4426265207137929E-2</c:v>
                </c:pt>
                <c:pt idx="5095">
                  <c:v>3.9281723367262898E-2</c:v>
                </c:pt>
                <c:pt idx="5096">
                  <c:v>5.9063820746428262E-2</c:v>
                </c:pt>
                <c:pt idx="5097">
                  <c:v>7.7294080105372351E-2</c:v>
                </c:pt>
                <c:pt idx="5098">
                  <c:v>7.9196066912981145E-2</c:v>
                </c:pt>
                <c:pt idx="5099">
                  <c:v>5.668961269332292E-2</c:v>
                </c:pt>
                <c:pt idx="5100">
                  <c:v>7.1644894307185805E-2</c:v>
                </c:pt>
                <c:pt idx="5101">
                  <c:v>8.2522084172432897E-2</c:v>
                </c:pt>
                <c:pt idx="5102">
                  <c:v>0.10514533100609363</c:v>
                </c:pt>
                <c:pt idx="5103">
                  <c:v>0.11328548571846625</c:v>
                </c:pt>
                <c:pt idx="5104">
                  <c:v>0.10629987146758188</c:v>
                </c:pt>
                <c:pt idx="5105">
                  <c:v>8.9704450829377932E-2</c:v>
                </c:pt>
                <c:pt idx="5106">
                  <c:v>5.049864212254776E-2</c:v>
                </c:pt>
                <c:pt idx="5107">
                  <c:v>2.6428398239364315E-2</c:v>
                </c:pt>
                <c:pt idx="5108">
                  <c:v>3.3452654796575193E-2</c:v>
                </c:pt>
                <c:pt idx="5109">
                  <c:v>2.740212526275005E-2</c:v>
                </c:pt>
                <c:pt idx="5110">
                  <c:v>1.1795071467631169E-2</c:v>
                </c:pt>
                <c:pt idx="5111">
                  <c:v>4.0221572975934847E-3</c:v>
                </c:pt>
                <c:pt idx="5112">
                  <c:v>6.6099745955800551E-3</c:v>
                </c:pt>
                <c:pt idx="5113">
                  <c:v>2.8325513626929588E-2</c:v>
                </c:pt>
                <c:pt idx="5114">
                  <c:v>2.880254645870834E-2</c:v>
                </c:pt>
                <c:pt idx="5115">
                  <c:v>9.0021475643461579E-2</c:v>
                </c:pt>
                <c:pt idx="5116">
                  <c:v>8.9826192732890026E-2</c:v>
                </c:pt>
                <c:pt idx="5117">
                  <c:v>9.7335298416761543E-2</c:v>
                </c:pt>
                <c:pt idx="5118">
                  <c:v>0.10390139985458716</c:v>
                </c:pt>
                <c:pt idx="5119">
                  <c:v>9.9828481820071743E-2</c:v>
                </c:pt>
                <c:pt idx="5120">
                  <c:v>9.8205636738915567E-2</c:v>
                </c:pt>
                <c:pt idx="5121">
                  <c:v>0.11331629797207469</c:v>
                </c:pt>
                <c:pt idx="5122">
                  <c:v>0.10120946917349183</c:v>
                </c:pt>
                <c:pt idx="5123">
                  <c:v>8.4447772095710333E-2</c:v>
                </c:pt>
                <c:pt idx="5124">
                  <c:v>0.11461770989992713</c:v>
                </c:pt>
                <c:pt idx="5125">
                  <c:v>8.40276516859884E-2</c:v>
                </c:pt>
                <c:pt idx="5126">
                  <c:v>9.1129630300516809E-2</c:v>
                </c:pt>
                <c:pt idx="5127">
                  <c:v>9.2300700775266573E-2</c:v>
                </c:pt>
                <c:pt idx="5128">
                  <c:v>8.8301641063518052E-2</c:v>
                </c:pt>
                <c:pt idx="5129">
                  <c:v>5.1773767414859215E-2</c:v>
                </c:pt>
                <c:pt idx="5130">
                  <c:v>3.5155870577966354E-2</c:v>
                </c:pt>
                <c:pt idx="5131">
                  <c:v>4.3204616496056128E-2</c:v>
                </c:pt>
                <c:pt idx="5132">
                  <c:v>4.3265570640016182E-2</c:v>
                </c:pt>
                <c:pt idx="5133">
                  <c:v>4.6749619478823834E-2</c:v>
                </c:pt>
                <c:pt idx="5134">
                  <c:v>5.1777450904795755E-2</c:v>
                </c:pt>
                <c:pt idx="5135">
                  <c:v>4.9693507458291097E-2</c:v>
                </c:pt>
                <c:pt idx="5136">
                  <c:v>3.6358657800816124E-2</c:v>
                </c:pt>
                <c:pt idx="5137">
                  <c:v>3.8438072049661105E-2</c:v>
                </c:pt>
                <c:pt idx="5138">
                  <c:v>4.9405217021134887E-2</c:v>
                </c:pt>
                <c:pt idx="5139">
                  <c:v>5.4980253281199487E-2</c:v>
                </c:pt>
                <c:pt idx="5140">
                  <c:v>5.8084806225591978E-2</c:v>
                </c:pt>
                <c:pt idx="5141">
                  <c:v>6.3488909646745792E-2</c:v>
                </c:pt>
                <c:pt idx="5142">
                  <c:v>0.10243632832826287</c:v>
                </c:pt>
                <c:pt idx="5143">
                  <c:v>0.10177210284734566</c:v>
                </c:pt>
                <c:pt idx="5144">
                  <c:v>0.11685710495981541</c:v>
                </c:pt>
                <c:pt idx="5145">
                  <c:v>0.11071275907274553</c:v>
                </c:pt>
                <c:pt idx="5146">
                  <c:v>0.13815360962084516</c:v>
                </c:pt>
                <c:pt idx="5147">
                  <c:v>0.11495917557680584</c:v>
                </c:pt>
                <c:pt idx="5148">
                  <c:v>0.12591850864944365</c:v>
                </c:pt>
                <c:pt idx="5149">
                  <c:v>0.10525802572577155</c:v>
                </c:pt>
                <c:pt idx="5150">
                  <c:v>0.11343336127070669</c:v>
                </c:pt>
                <c:pt idx="5151">
                  <c:v>0.10406119857470625</c:v>
                </c:pt>
                <c:pt idx="5152">
                  <c:v>0.1194554668908593</c:v>
                </c:pt>
                <c:pt idx="5153">
                  <c:v>0.13390310711611028</c:v>
                </c:pt>
                <c:pt idx="5154">
                  <c:v>0.13818304676585316</c:v>
                </c:pt>
                <c:pt idx="5155">
                  <c:v>0.116868030721821</c:v>
                </c:pt>
                <c:pt idx="5156">
                  <c:v>0.10721171334059709</c:v>
                </c:pt>
                <c:pt idx="5157">
                  <c:v>0.10953842092855123</c:v>
                </c:pt>
                <c:pt idx="5158">
                  <c:v>0.10766422992641755</c:v>
                </c:pt>
                <c:pt idx="5159">
                  <c:v>0.115073671988906</c:v>
                </c:pt>
                <c:pt idx="5160">
                  <c:v>0.12013027150063919</c:v>
                </c:pt>
                <c:pt idx="5161">
                  <c:v>0.12733387925488854</c:v>
                </c:pt>
                <c:pt idx="5162">
                  <c:v>0.11924980638247633</c:v>
                </c:pt>
                <c:pt idx="5163">
                  <c:v>0.12366088057138143</c:v>
                </c:pt>
                <c:pt idx="5164">
                  <c:v>9.9161045862094718E-2</c:v>
                </c:pt>
                <c:pt idx="5165">
                  <c:v>0.11977147826005885</c:v>
                </c:pt>
                <c:pt idx="5166">
                  <c:v>0.11229517808420746</c:v>
                </c:pt>
                <c:pt idx="5167">
                  <c:v>0.1233622645040048</c:v>
                </c:pt>
                <c:pt idx="5168">
                  <c:v>0.11009831277225741</c:v>
                </c:pt>
                <c:pt idx="5169">
                  <c:v>0.11514426361877066</c:v>
                </c:pt>
                <c:pt idx="5170">
                  <c:v>0.11966364663566753</c:v>
                </c:pt>
                <c:pt idx="5171">
                  <c:v>0.13040313492315428</c:v>
                </c:pt>
                <c:pt idx="5172">
                  <c:v>0.12098721789071214</c:v>
                </c:pt>
                <c:pt idx="5173">
                  <c:v>0.14009560359212625</c:v>
                </c:pt>
                <c:pt idx="5174">
                  <c:v>0.12201200467618373</c:v>
                </c:pt>
                <c:pt idx="5175">
                  <c:v>0.13224160068239324</c:v>
                </c:pt>
                <c:pt idx="5176">
                  <c:v>0.1223298746380487</c:v>
                </c:pt>
                <c:pt idx="5177">
                  <c:v>0.1157467295822233</c:v>
                </c:pt>
                <c:pt idx="5178">
                  <c:v>0.10174697456620319</c:v>
                </c:pt>
                <c:pt idx="5179">
                  <c:v>6.663668257062702E-2</c:v>
                </c:pt>
                <c:pt idx="5180">
                  <c:v>7.0658378111981252E-2</c:v>
                </c:pt>
                <c:pt idx="5181">
                  <c:v>6.8736473147118671E-2</c:v>
                </c:pt>
                <c:pt idx="5182">
                  <c:v>7.1814324110272276E-2</c:v>
                </c:pt>
                <c:pt idx="5183">
                  <c:v>5.6176570344576689E-2</c:v>
                </c:pt>
                <c:pt idx="5184">
                  <c:v>8.3912771472430508E-2</c:v>
                </c:pt>
                <c:pt idx="5185">
                  <c:v>0.13388938489650742</c:v>
                </c:pt>
                <c:pt idx="5186">
                  <c:v>0.13479790803393221</c:v>
                </c:pt>
                <c:pt idx="5187">
                  <c:v>0.13651054580408609</c:v>
                </c:pt>
                <c:pt idx="5188">
                  <c:v>0.14751509104153029</c:v>
                </c:pt>
                <c:pt idx="5189">
                  <c:v>0.14392623557979814</c:v>
                </c:pt>
                <c:pt idx="5190">
                  <c:v>0.15080341495748231</c:v>
                </c:pt>
                <c:pt idx="5191">
                  <c:v>0.14204321689469621</c:v>
                </c:pt>
                <c:pt idx="5192">
                  <c:v>0.14819761323036945</c:v>
                </c:pt>
                <c:pt idx="5193">
                  <c:v>0.15320021309438994</c:v>
                </c:pt>
                <c:pt idx="5194">
                  <c:v>0.16904066344379337</c:v>
                </c:pt>
                <c:pt idx="5195">
                  <c:v>0.10322258308906015</c:v>
                </c:pt>
                <c:pt idx="5196">
                  <c:v>8.7854553357344919E-2</c:v>
                </c:pt>
                <c:pt idx="5197">
                  <c:v>5.5159955011899728E-2</c:v>
                </c:pt>
                <c:pt idx="5198">
                  <c:v>5.7162771167860241E-2</c:v>
                </c:pt>
                <c:pt idx="5199">
                  <c:v>2.6187901422948724E-2</c:v>
                </c:pt>
                <c:pt idx="5200">
                  <c:v>3.1317145227460513E-2</c:v>
                </c:pt>
                <c:pt idx="5201">
                  <c:v>2.7512085182453926E-2</c:v>
                </c:pt>
                <c:pt idx="5202">
                  <c:v>2.3162600784357647E-2</c:v>
                </c:pt>
                <c:pt idx="5203">
                  <c:v>2.3760528384371649E-2</c:v>
                </c:pt>
                <c:pt idx="5204">
                  <c:v>2.8481767984226438E-2</c:v>
                </c:pt>
                <c:pt idx="5205">
                  <c:v>2.6781207294851814E-2</c:v>
                </c:pt>
                <c:pt idx="5206">
                  <c:v>2.942865719050252E-2</c:v>
                </c:pt>
                <c:pt idx="5207">
                  <c:v>2.9108959574656024E-2</c:v>
                </c:pt>
                <c:pt idx="5208">
                  <c:v>2.8114763172646662E-2</c:v>
                </c:pt>
                <c:pt idx="5209">
                  <c:v>2.9591114441148179E-2</c:v>
                </c:pt>
                <c:pt idx="5210">
                  <c:v>2.8685477088021032E-2</c:v>
                </c:pt>
                <c:pt idx="5211">
                  <c:v>3.3464667240664679E-2</c:v>
                </c:pt>
                <c:pt idx="5212">
                  <c:v>3.0582927626400969E-2</c:v>
                </c:pt>
                <c:pt idx="5213">
                  <c:v>4.1729969033482396E-2</c:v>
                </c:pt>
                <c:pt idx="5214">
                  <c:v>4.113529536527169E-2</c:v>
                </c:pt>
                <c:pt idx="5215">
                  <c:v>2.0961564682385862E-2</c:v>
                </c:pt>
                <c:pt idx="5216">
                  <c:v>1.3847991589315116E-2</c:v>
                </c:pt>
                <c:pt idx="5217">
                  <c:v>1.3394372108078036E-2</c:v>
                </c:pt>
                <c:pt idx="5218">
                  <c:v>1.577987019310792E-2</c:v>
                </c:pt>
                <c:pt idx="5219">
                  <c:v>2.2341952954228587E-2</c:v>
                </c:pt>
                <c:pt idx="5220">
                  <c:v>6.4227722738108397E-3</c:v>
                </c:pt>
                <c:pt idx="5221">
                  <c:v>1.8836930084705435E-2</c:v>
                </c:pt>
                <c:pt idx="5222">
                  <c:v>3.1099087412018469E-2</c:v>
                </c:pt>
                <c:pt idx="5223">
                  <c:v>2.7715471541250578E-2</c:v>
                </c:pt>
                <c:pt idx="5224">
                  <c:v>3.2505316161502179E-2</c:v>
                </c:pt>
                <c:pt idx="5225">
                  <c:v>2.8688888520716962E-2</c:v>
                </c:pt>
                <c:pt idx="5226">
                  <c:v>2.8319907613821197E-2</c:v>
                </c:pt>
                <c:pt idx="5227">
                  <c:v>3.2753466586442889E-2</c:v>
                </c:pt>
                <c:pt idx="5228">
                  <c:v>3.3952051393961784E-2</c:v>
                </c:pt>
                <c:pt idx="5229">
                  <c:v>2.9494475322249122E-2</c:v>
                </c:pt>
                <c:pt idx="5230">
                  <c:v>2.6437823128486474E-2</c:v>
                </c:pt>
                <c:pt idx="5231">
                  <c:v>2.5178599671206055E-2</c:v>
                </c:pt>
                <c:pt idx="5232">
                  <c:v>2.6401846740726941E-2</c:v>
                </c:pt>
                <c:pt idx="5233">
                  <c:v>3.5750098727667406E-2</c:v>
                </c:pt>
                <c:pt idx="5234">
                  <c:v>2.6173382851464113E-2</c:v>
                </c:pt>
                <c:pt idx="5235">
                  <c:v>3.0624540731812311E-2</c:v>
                </c:pt>
                <c:pt idx="5236">
                  <c:v>3.3745325413196546E-2</c:v>
                </c:pt>
                <c:pt idx="5237">
                  <c:v>3.4353943807221947E-2</c:v>
                </c:pt>
                <c:pt idx="5238">
                  <c:v>3.2697134118744725E-2</c:v>
                </c:pt>
                <c:pt idx="5239">
                  <c:v>2.1338798870874816E-2</c:v>
                </c:pt>
                <c:pt idx="5240">
                  <c:v>1.0055574202228166E-2</c:v>
                </c:pt>
                <c:pt idx="5241">
                  <c:v>1.5948188476881349E-2</c:v>
                </c:pt>
                <c:pt idx="5242">
                  <c:v>1.2868100236983749E-2</c:v>
                </c:pt>
                <c:pt idx="5243">
                  <c:v>1.978639556423991E-2</c:v>
                </c:pt>
                <c:pt idx="5244">
                  <c:v>2.1599521730221286E-2</c:v>
                </c:pt>
                <c:pt idx="5245">
                  <c:v>1.3839722446477822E-2</c:v>
                </c:pt>
                <c:pt idx="5246">
                  <c:v>3.3724075305650948E-2</c:v>
                </c:pt>
                <c:pt idx="5247">
                  <c:v>3.3233940699664483E-2</c:v>
                </c:pt>
                <c:pt idx="5248">
                  <c:v>3.7291967619940081E-2</c:v>
                </c:pt>
                <c:pt idx="5249">
                  <c:v>4.3328188751735386E-2</c:v>
                </c:pt>
                <c:pt idx="5250">
                  <c:v>3.7889805918975117E-2</c:v>
                </c:pt>
                <c:pt idx="5251">
                  <c:v>4.3046400526421225E-2</c:v>
                </c:pt>
                <c:pt idx="5252">
                  <c:v>3.5977346662058797E-2</c:v>
                </c:pt>
                <c:pt idx="5253">
                  <c:v>3.516681462341717E-2</c:v>
                </c:pt>
                <c:pt idx="5254">
                  <c:v>3.366330049120618E-2</c:v>
                </c:pt>
                <c:pt idx="5255">
                  <c:v>3.1914803809690286E-2</c:v>
                </c:pt>
                <c:pt idx="5256">
                  <c:v>3.3365741837776935E-2</c:v>
                </c:pt>
                <c:pt idx="5257">
                  <c:v>3.1394343759773922E-2</c:v>
                </c:pt>
                <c:pt idx="5258">
                  <c:v>2.9994888639596203E-2</c:v>
                </c:pt>
                <c:pt idx="5259">
                  <c:v>2.8927863237096875E-2</c:v>
                </c:pt>
                <c:pt idx="5260">
                  <c:v>3.4957648477412055E-2</c:v>
                </c:pt>
                <c:pt idx="5261">
                  <c:v>3.2781682118381603E-2</c:v>
                </c:pt>
                <c:pt idx="5262">
                  <c:v>3.3255906752228927E-2</c:v>
                </c:pt>
                <c:pt idx="5263">
                  <c:v>2.0575392045341343E-2</c:v>
                </c:pt>
                <c:pt idx="5264">
                  <c:v>3.0732997102653661E-2</c:v>
                </c:pt>
                <c:pt idx="5265">
                  <c:v>5.5776258335264596E-2</c:v>
                </c:pt>
                <c:pt idx="5266">
                  <c:v>2.9170858297355062E-2</c:v>
                </c:pt>
                <c:pt idx="5267">
                  <c:v>4.7829347587570403E-2</c:v>
                </c:pt>
                <c:pt idx="5268">
                  <c:v>4.1906552069258821E-2</c:v>
                </c:pt>
                <c:pt idx="5269">
                  <c:v>4.717020198454324E-2</c:v>
                </c:pt>
                <c:pt idx="5270">
                  <c:v>4.4663252702713103E-2</c:v>
                </c:pt>
                <c:pt idx="5271">
                  <c:v>4.2037257156820253E-2</c:v>
                </c:pt>
                <c:pt idx="5272">
                  <c:v>3.8355227319329423E-2</c:v>
                </c:pt>
                <c:pt idx="5273">
                  <c:v>3.190309214963119E-2</c:v>
                </c:pt>
                <c:pt idx="5274">
                  <c:v>4.2082916496547745E-2</c:v>
                </c:pt>
                <c:pt idx="5275">
                  <c:v>3.0976919623065004E-2</c:v>
                </c:pt>
                <c:pt idx="5276">
                  <c:v>3.1770098278155898E-2</c:v>
                </c:pt>
                <c:pt idx="5277">
                  <c:v>4.5136199473215809E-2</c:v>
                </c:pt>
                <c:pt idx="5278">
                  <c:v>3.5114456288033495E-2</c:v>
                </c:pt>
                <c:pt idx="5279">
                  <c:v>3.5641641929589379E-2</c:v>
                </c:pt>
                <c:pt idx="5280">
                  <c:v>3.3793434263266357E-2</c:v>
                </c:pt>
                <c:pt idx="5281">
                  <c:v>3.2361287340474915E-2</c:v>
                </c:pt>
                <c:pt idx="5282">
                  <c:v>3.2728309157670984E-2</c:v>
                </c:pt>
                <c:pt idx="5283">
                  <c:v>1.9475423532872755E-2</c:v>
                </c:pt>
                <c:pt idx="5284">
                  <c:v>2.6012894118029501E-2</c:v>
                </c:pt>
                <c:pt idx="5285">
                  <c:v>2.3086256346725939E-2</c:v>
                </c:pt>
                <c:pt idx="5286">
                  <c:v>3.1741043701181415E-2</c:v>
                </c:pt>
                <c:pt idx="5287">
                  <c:v>3.960687418490387E-2</c:v>
                </c:pt>
                <c:pt idx="5288">
                  <c:v>4.1924360350291873E-2</c:v>
                </c:pt>
                <c:pt idx="5289">
                  <c:v>5.5782000081448013E-2</c:v>
                </c:pt>
                <c:pt idx="5290">
                  <c:v>5.0490843082975946E-2</c:v>
                </c:pt>
                <c:pt idx="5291">
                  <c:v>5.601772066267225E-2</c:v>
                </c:pt>
                <c:pt idx="5292">
                  <c:v>4.0441889277235313E-2</c:v>
                </c:pt>
                <c:pt idx="5293">
                  <c:v>3.4043795878789591E-2</c:v>
                </c:pt>
                <c:pt idx="5294">
                  <c:v>4.1587020419650948E-2</c:v>
                </c:pt>
                <c:pt idx="5295">
                  <c:v>3.9940826931363034E-2</c:v>
                </c:pt>
                <c:pt idx="5296">
                  <c:v>2.2979388890751677E-2</c:v>
                </c:pt>
                <c:pt idx="5297">
                  <c:v>3.0206356027702143E-2</c:v>
                </c:pt>
                <c:pt idx="5298">
                  <c:v>2.0903025434929955E-2</c:v>
                </c:pt>
                <c:pt idx="5299">
                  <c:v>2.5545400353669728E-2</c:v>
                </c:pt>
                <c:pt idx="5300">
                  <c:v>2.9256478950065112E-2</c:v>
                </c:pt>
                <c:pt idx="5301">
                  <c:v>2.6855482685433196E-2</c:v>
                </c:pt>
                <c:pt idx="5302">
                  <c:v>2.7100189888627123E-2</c:v>
                </c:pt>
                <c:pt idx="5303">
                  <c:v>2.7223177960730149E-2</c:v>
                </c:pt>
                <c:pt idx="5304">
                  <c:v>2.9850519476427455E-2</c:v>
                </c:pt>
                <c:pt idx="5305">
                  <c:v>2.6991332993531215E-2</c:v>
                </c:pt>
                <c:pt idx="5306">
                  <c:v>2.9962053371300597E-2</c:v>
                </c:pt>
                <c:pt idx="5307">
                  <c:v>4.1334204232983701E-2</c:v>
                </c:pt>
                <c:pt idx="5308">
                  <c:v>3.6149940112883139E-2</c:v>
                </c:pt>
                <c:pt idx="5309">
                  <c:v>2.9021260893796468E-2</c:v>
                </c:pt>
                <c:pt idx="5310">
                  <c:v>1.6398047391638988E-2</c:v>
                </c:pt>
                <c:pt idx="5311">
                  <c:v>1.9339951720145247E-2</c:v>
                </c:pt>
                <c:pt idx="5312">
                  <c:v>1.6506296412604232E-2</c:v>
                </c:pt>
                <c:pt idx="5313">
                  <c:v>2.1207125027925655E-2</c:v>
                </c:pt>
                <c:pt idx="5314">
                  <c:v>2.6297054265296559E-2</c:v>
                </c:pt>
                <c:pt idx="5315">
                  <c:v>1.9717046994329121E-2</c:v>
                </c:pt>
                <c:pt idx="5316">
                  <c:v>2.5521900931724888E-2</c:v>
                </c:pt>
                <c:pt idx="5317">
                  <c:v>3.281371080039016E-2</c:v>
                </c:pt>
                <c:pt idx="5318">
                  <c:v>3.7750555428469244E-2</c:v>
                </c:pt>
                <c:pt idx="5319">
                  <c:v>3.9006656697855073E-2</c:v>
                </c:pt>
                <c:pt idx="5320">
                  <c:v>4.0193396786069292E-2</c:v>
                </c:pt>
                <c:pt idx="5321">
                  <c:v>3.1121767161769412E-2</c:v>
                </c:pt>
                <c:pt idx="5322">
                  <c:v>3.5912599317700702E-2</c:v>
                </c:pt>
                <c:pt idx="5323">
                  <c:v>3.9094525980085948E-2</c:v>
                </c:pt>
                <c:pt idx="5324">
                  <c:v>4.8361330299582228E-2</c:v>
                </c:pt>
                <c:pt idx="5325">
                  <c:v>3.8660905722400447E-2</c:v>
                </c:pt>
                <c:pt idx="5326">
                  <c:v>3.6153263405350779E-2</c:v>
                </c:pt>
                <c:pt idx="5327">
                  <c:v>4.0968047660267244E-2</c:v>
                </c:pt>
                <c:pt idx="5328">
                  <c:v>3.2195067002610024E-2</c:v>
                </c:pt>
                <c:pt idx="5329">
                  <c:v>3.0502896574089715E-2</c:v>
                </c:pt>
                <c:pt idx="5330">
                  <c:v>2.9163753148940878E-2</c:v>
                </c:pt>
                <c:pt idx="5331">
                  <c:v>2.9476999078749094E-2</c:v>
                </c:pt>
                <c:pt idx="5332">
                  <c:v>2.6558931941826205E-2</c:v>
                </c:pt>
                <c:pt idx="5333">
                  <c:v>2.6329280015094596E-2</c:v>
                </c:pt>
                <c:pt idx="5334">
                  <c:v>2.6902763552390886E-2</c:v>
                </c:pt>
                <c:pt idx="5335">
                  <c:v>9.3274687960409556E-3</c:v>
                </c:pt>
                <c:pt idx="5336">
                  <c:v>1.3527632897317281E-2</c:v>
                </c:pt>
                <c:pt idx="5337">
                  <c:v>2.0109485678861446E-2</c:v>
                </c:pt>
                <c:pt idx="5338">
                  <c:v>3.4915715411169029E-2</c:v>
                </c:pt>
                <c:pt idx="5339">
                  <c:v>1.854751266134921E-2</c:v>
                </c:pt>
                <c:pt idx="5340">
                  <c:v>2.3127607281911301E-2</c:v>
                </c:pt>
                <c:pt idx="5341">
                  <c:v>-0.22519324858301398</c:v>
                </c:pt>
                <c:pt idx="5342">
                  <c:v>-0.58482563057338521</c:v>
                </c:pt>
                <c:pt idx="5343">
                  <c:v>-0.46314343630973975</c:v>
                </c:pt>
                <c:pt idx="5344">
                  <c:v>-0.421249329291083</c:v>
                </c:pt>
                <c:pt idx="5345">
                  <c:v>-0.33727321221216822</c:v>
                </c:pt>
                <c:pt idx="5346">
                  <c:v>-0.24506831207786625</c:v>
                </c:pt>
                <c:pt idx="5347">
                  <c:v>-0.23895768059084418</c:v>
                </c:pt>
                <c:pt idx="5348">
                  <c:v>-0.12382193469356338</c:v>
                </c:pt>
                <c:pt idx="5349">
                  <c:v>-3.5612403672624728E-3</c:v>
                </c:pt>
                <c:pt idx="5350">
                  <c:v>-0.13316637006205448</c:v>
                </c:pt>
                <c:pt idx="5351">
                  <c:v>-2.8975306275299078E-2</c:v>
                </c:pt>
                <c:pt idx="5352">
                  <c:v>-4.0248440911626786E-3</c:v>
                </c:pt>
                <c:pt idx="5353">
                  <c:v>1.1864835464652279E-2</c:v>
                </c:pt>
                <c:pt idx="5354">
                  <c:v>1.3518963868913134E-2</c:v>
                </c:pt>
                <c:pt idx="5355">
                  <c:v>1.8709290601916138E-2</c:v>
                </c:pt>
                <c:pt idx="5356">
                  <c:v>2.8666774757843128E-2</c:v>
                </c:pt>
                <c:pt idx="5357">
                  <c:v>2.518741495582685E-2</c:v>
                </c:pt>
                <c:pt idx="5358">
                  <c:v>2.7631262357295367E-2</c:v>
                </c:pt>
                <c:pt idx="5359">
                  <c:v>2.3243688739024139E-2</c:v>
                </c:pt>
                <c:pt idx="5360">
                  <c:v>6.3442302061830968E-3</c:v>
                </c:pt>
                <c:pt idx="5361">
                  <c:v>-0.3822139831113156</c:v>
                </c:pt>
                <c:pt idx="5362">
                  <c:v>-0.39337743947684867</c:v>
                </c:pt>
                <c:pt idx="5363">
                  <c:v>-0.39505294862765977</c:v>
                </c:pt>
                <c:pt idx="5364">
                  <c:v>-0.43060637752080172</c:v>
                </c:pt>
                <c:pt idx="5365">
                  <c:v>-0.33356080391026161</c:v>
                </c:pt>
                <c:pt idx="5366">
                  <c:v>-0.46225532853755968</c:v>
                </c:pt>
                <c:pt idx="5367">
                  <c:v>-0.43556843791098843</c:v>
                </c:pt>
                <c:pt idx="5368">
                  <c:v>-0.35062083357370522</c:v>
                </c:pt>
                <c:pt idx="5369">
                  <c:v>-0.33659968046849914</c:v>
                </c:pt>
                <c:pt idx="5370">
                  <c:v>-0.31851247734615284</c:v>
                </c:pt>
                <c:pt idx="5371">
                  <c:v>-0.30119007105718787</c:v>
                </c:pt>
                <c:pt idx="5372">
                  <c:v>-0.23925058670992491</c:v>
                </c:pt>
                <c:pt idx="5373">
                  <c:v>-0.23690771278624392</c:v>
                </c:pt>
                <c:pt idx="5374">
                  <c:v>-4.3679048144133738E-2</c:v>
                </c:pt>
                <c:pt idx="5375">
                  <c:v>-3.4896316460439128E-2</c:v>
                </c:pt>
                <c:pt idx="5376">
                  <c:v>-2.6061367742962624E-2</c:v>
                </c:pt>
                <c:pt idx="5377">
                  <c:v>-1.7174201991703879E-2</c:v>
                </c:pt>
                <c:pt idx="5378">
                  <c:v>-8.2348192066632291E-3</c:v>
                </c:pt>
                <c:pt idx="5379">
                  <c:v>7.5678061216029422E-4</c:v>
                </c:pt>
                <c:pt idx="5380">
                  <c:v>9.8005974647657271E-3</c:v>
                </c:pt>
                <c:pt idx="5381">
                  <c:v>1.8896631351153503E-2</c:v>
                </c:pt>
                <c:pt idx="5382">
                  <c:v>2.8044882271323287E-2</c:v>
                </c:pt>
                <c:pt idx="5383">
                  <c:v>3.7245350225275524E-2</c:v>
                </c:pt>
                <c:pt idx="5384">
                  <c:v>4.6498035213009867E-2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-0.10749372192072153</c:v>
                </c:pt>
                <c:pt idx="5440">
                  <c:v>-0.13912316430495214</c:v>
                </c:pt>
                <c:pt idx="5441">
                  <c:v>-0.12807186084793076</c:v>
                </c:pt>
                <c:pt idx="5442">
                  <c:v>-8.7692011535377853E-2</c:v>
                </c:pt>
                <c:pt idx="5443">
                  <c:v>-9.0498235730911494E-3</c:v>
                </c:pt>
                <c:pt idx="5444">
                  <c:v>-6.2708313420555634E-2</c:v>
                </c:pt>
                <c:pt idx="5445">
                  <c:v>-4.6063440832692558E-2</c:v>
                </c:pt>
                <c:pt idx="5446">
                  <c:v>6.0975530863902321E-3</c:v>
                </c:pt>
                <c:pt idx="5447">
                  <c:v>-1.3805985644659742E-2</c:v>
                </c:pt>
                <c:pt idx="5448">
                  <c:v>8.7233988454317336E-3</c:v>
                </c:pt>
                <c:pt idx="5449">
                  <c:v>1.1406737511062179E-2</c:v>
                </c:pt>
                <c:pt idx="5450">
                  <c:v>1.2783465231697173E-2</c:v>
                </c:pt>
                <c:pt idx="5451">
                  <c:v>1.8183768686898576E-2</c:v>
                </c:pt>
                <c:pt idx="5452">
                  <c:v>1.8930811302486982E-2</c:v>
                </c:pt>
                <c:pt idx="5453">
                  <c:v>2.0717488872490284E-2</c:v>
                </c:pt>
                <c:pt idx="5454">
                  <c:v>1.8458119998284499E-2</c:v>
                </c:pt>
                <c:pt idx="5455">
                  <c:v>1.7064772211980331E-2</c:v>
                </c:pt>
                <c:pt idx="5456">
                  <c:v>2.029169746126112E-2</c:v>
                </c:pt>
                <c:pt idx="5457">
                  <c:v>2.2843538172580877E-2</c:v>
                </c:pt>
                <c:pt idx="5458">
                  <c:v>2.7321816353080976E-2</c:v>
                </c:pt>
                <c:pt idx="5459">
                  <c:v>2.0582285800708644E-2</c:v>
                </c:pt>
                <c:pt idx="5460">
                  <c:v>3.3001092098294077E-2</c:v>
                </c:pt>
                <c:pt idx="5461">
                  <c:v>3.5005937727586901E-2</c:v>
                </c:pt>
                <c:pt idx="5462">
                  <c:v>8.7151255605323174E-3</c:v>
                </c:pt>
                <c:pt idx="5463">
                  <c:v>1.9709420473796865E-2</c:v>
                </c:pt>
                <c:pt idx="5464">
                  <c:v>1.5159584599943843E-2</c:v>
                </c:pt>
                <c:pt idx="5465">
                  <c:v>2.2634728280123889E-2</c:v>
                </c:pt>
                <c:pt idx="5466">
                  <c:v>1.6263311697796653E-2</c:v>
                </c:pt>
                <c:pt idx="5467">
                  <c:v>2.0413398614248891E-2</c:v>
                </c:pt>
                <c:pt idx="5468">
                  <c:v>2.1969991093284135E-2</c:v>
                </c:pt>
                <c:pt idx="5469">
                  <c:v>2.5591355104639564E-2</c:v>
                </c:pt>
                <c:pt idx="5470">
                  <c:v>2.8141290546965358E-2</c:v>
                </c:pt>
                <c:pt idx="5471">
                  <c:v>4.6044107201540389E-2</c:v>
                </c:pt>
                <c:pt idx="5472">
                  <c:v>4.3506602929075336E-2</c:v>
                </c:pt>
                <c:pt idx="5473">
                  <c:v>5.2472849313153283E-2</c:v>
                </c:pt>
                <c:pt idx="5474">
                  <c:v>4.697805523600334E-2</c:v>
                </c:pt>
                <c:pt idx="5475">
                  <c:v>4.6655282366280124E-2</c:v>
                </c:pt>
                <c:pt idx="5476">
                  <c:v>4.4250602463074148E-2</c:v>
                </c:pt>
                <c:pt idx="5477">
                  <c:v>7.407807290939826E-2</c:v>
                </c:pt>
                <c:pt idx="5478">
                  <c:v>9.0590119383846979E-2</c:v>
                </c:pt>
                <c:pt idx="5479">
                  <c:v>8.6395828432817387E-2</c:v>
                </c:pt>
                <c:pt idx="5480">
                  <c:v>0.10477008601040755</c:v>
                </c:pt>
                <c:pt idx="5481">
                  <c:v>0.1154703308853194</c:v>
                </c:pt>
                <c:pt idx="5482">
                  <c:v>0.13354410662373437</c:v>
                </c:pt>
                <c:pt idx="5483">
                  <c:v>0.12859642519807585</c:v>
                </c:pt>
                <c:pt idx="5484">
                  <c:v>0.15521792616343094</c:v>
                </c:pt>
                <c:pt idx="5485">
                  <c:v>0.15791565733382198</c:v>
                </c:pt>
                <c:pt idx="5486">
                  <c:v>0.16712865574074492</c:v>
                </c:pt>
                <c:pt idx="5487">
                  <c:v>0.16895928452213077</c:v>
                </c:pt>
                <c:pt idx="5488">
                  <c:v>0.16684395429521232</c:v>
                </c:pt>
                <c:pt idx="5489">
                  <c:v>0.16643079116922369</c:v>
                </c:pt>
                <c:pt idx="5490">
                  <c:v>0.16254630763377617</c:v>
                </c:pt>
                <c:pt idx="5491">
                  <c:v>0.15446010827781506</c:v>
                </c:pt>
                <c:pt idx="5492">
                  <c:v>0.16363946457054726</c:v>
                </c:pt>
                <c:pt idx="5493">
                  <c:v>0.1700874698201077</c:v>
                </c:pt>
                <c:pt idx="5494">
                  <c:v>0.18574059758651804</c:v>
                </c:pt>
                <c:pt idx="5495">
                  <c:v>0.18142187982239016</c:v>
                </c:pt>
                <c:pt idx="5496">
                  <c:v>0.18324925600354788</c:v>
                </c:pt>
                <c:pt idx="5497">
                  <c:v>0.19018403919292834</c:v>
                </c:pt>
                <c:pt idx="5498">
                  <c:v>0.18433016855787324</c:v>
                </c:pt>
                <c:pt idx="5499">
                  <c:v>0.18659378086251763</c:v>
                </c:pt>
                <c:pt idx="5500">
                  <c:v>0.17029259997436469</c:v>
                </c:pt>
                <c:pt idx="5501">
                  <c:v>0.16569794423625489</c:v>
                </c:pt>
                <c:pt idx="5502">
                  <c:v>0.17629602434031799</c:v>
                </c:pt>
                <c:pt idx="5503">
                  <c:v>0.16672957257587237</c:v>
                </c:pt>
                <c:pt idx="5504">
                  <c:v>0.18072408871334053</c:v>
                </c:pt>
                <c:pt idx="5505">
                  <c:v>0.18637877344197024</c:v>
                </c:pt>
                <c:pt idx="5506">
                  <c:v>0.2036227440976926</c:v>
                </c:pt>
                <c:pt idx="5507">
                  <c:v>0.19252852056299186</c:v>
                </c:pt>
                <c:pt idx="5508">
                  <c:v>0.16978642648556938</c:v>
                </c:pt>
                <c:pt idx="5509">
                  <c:v>0.12010299251783266</c:v>
                </c:pt>
                <c:pt idx="5510">
                  <c:v>9.6767264664525413E-2</c:v>
                </c:pt>
                <c:pt idx="5511">
                  <c:v>6.0914137874654384E-2</c:v>
                </c:pt>
                <c:pt idx="5512">
                  <c:v>4.6359259678425156E-2</c:v>
                </c:pt>
                <c:pt idx="5513">
                  <c:v>4.4184488097043284E-2</c:v>
                </c:pt>
                <c:pt idx="5514">
                  <c:v>4.7813129660665761E-2</c:v>
                </c:pt>
                <c:pt idx="5515">
                  <c:v>3.7120921118771404E-2</c:v>
                </c:pt>
                <c:pt idx="5516">
                  <c:v>3.9786428019385971E-2</c:v>
                </c:pt>
                <c:pt idx="5517">
                  <c:v>3.8511995955189067E-2</c:v>
                </c:pt>
                <c:pt idx="5518">
                  <c:v>4.068938657191886E-2</c:v>
                </c:pt>
                <c:pt idx="5519">
                  <c:v>4.2718305121722526E-2</c:v>
                </c:pt>
                <c:pt idx="5520">
                  <c:v>4.3237903270382974E-2</c:v>
                </c:pt>
                <c:pt idx="5521">
                  <c:v>5.0574980589650584E-2</c:v>
                </c:pt>
                <c:pt idx="5522">
                  <c:v>4.8086296616783562E-2</c:v>
                </c:pt>
                <c:pt idx="5523">
                  <c:v>5.8442893928468936E-2</c:v>
                </c:pt>
                <c:pt idx="5524">
                  <c:v>6.6108901206832563E-2</c:v>
                </c:pt>
                <c:pt idx="5525">
                  <c:v>6.3780702037204581E-2</c:v>
                </c:pt>
                <c:pt idx="5526">
                  <c:v>6.4370606398800351E-2</c:v>
                </c:pt>
                <c:pt idx="5527">
                  <c:v>6.2889005199523854E-2</c:v>
                </c:pt>
                <c:pt idx="5528">
                  <c:v>6.433353008483722E-2</c:v>
                </c:pt>
                <c:pt idx="5529">
                  <c:v>5.8749705585685159E-2</c:v>
                </c:pt>
                <c:pt idx="5530">
                  <c:v>4.8520775883021061E-2</c:v>
                </c:pt>
                <c:pt idx="5531">
                  <c:v>2.0926866788198707E-2</c:v>
                </c:pt>
                <c:pt idx="5532">
                  <c:v>-9.1974110551339625E-2</c:v>
                </c:pt>
                <c:pt idx="5533">
                  <c:v>-0.21106691875758254</c:v>
                </c:pt>
                <c:pt idx="5534">
                  <c:v>-0.24502552959725665</c:v>
                </c:pt>
                <c:pt idx="5535">
                  <c:v>-0.23065507695525977</c:v>
                </c:pt>
                <c:pt idx="5536">
                  <c:v>-0.2085111823151147</c:v>
                </c:pt>
                <c:pt idx="5537">
                  <c:v>-0.20570719340115118</c:v>
                </c:pt>
                <c:pt idx="5538">
                  <c:v>-0.18794995261135369</c:v>
                </c:pt>
                <c:pt idx="5539">
                  <c:v>-0.18228702177695127</c:v>
                </c:pt>
                <c:pt idx="5540">
                  <c:v>-9.6598581315553073E-2</c:v>
                </c:pt>
                <c:pt idx="5541">
                  <c:v>-0.10374660733067857</c:v>
                </c:pt>
                <c:pt idx="5542">
                  <c:v>-2.434362618554748E-2</c:v>
                </c:pt>
                <c:pt idx="5543">
                  <c:v>-2.1464381527160455E-2</c:v>
                </c:pt>
                <c:pt idx="5544">
                  <c:v>6.8904449609426353E-3</c:v>
                </c:pt>
                <c:pt idx="5545">
                  <c:v>1.2084211878118971E-2</c:v>
                </c:pt>
                <c:pt idx="5546">
                  <c:v>1.4323075503901217E-2</c:v>
                </c:pt>
                <c:pt idx="5547">
                  <c:v>1.4391910893154215E-2</c:v>
                </c:pt>
                <c:pt idx="5548">
                  <c:v>1.4808235382035781E-2</c:v>
                </c:pt>
                <c:pt idx="5549">
                  <c:v>1.8334071618417845E-2</c:v>
                </c:pt>
                <c:pt idx="5550">
                  <c:v>1.7946808511061778E-2</c:v>
                </c:pt>
                <c:pt idx="5551">
                  <c:v>1.6735835751185226E-2</c:v>
                </c:pt>
                <c:pt idx="5552">
                  <c:v>1.6219640655154303E-2</c:v>
                </c:pt>
                <c:pt idx="5553">
                  <c:v>-6.210120343614263E-2</c:v>
                </c:pt>
                <c:pt idx="5554">
                  <c:v>-7.2384290508984914E-2</c:v>
                </c:pt>
                <c:pt idx="5555">
                  <c:v>-0.14856306987209777</c:v>
                </c:pt>
                <c:pt idx="5556">
                  <c:v>-3.5755195391217208E-2</c:v>
                </c:pt>
                <c:pt idx="5557">
                  <c:v>-0.20737056337155765</c:v>
                </c:pt>
                <c:pt idx="5558">
                  <c:v>-2.8183344929517618E-2</c:v>
                </c:pt>
                <c:pt idx="5559">
                  <c:v>-0.19097593629204979</c:v>
                </c:pt>
                <c:pt idx="5560">
                  <c:v>-0.11018709852970095</c:v>
                </c:pt>
                <c:pt idx="5561">
                  <c:v>-6.0176460063801607E-4</c:v>
                </c:pt>
                <c:pt idx="5562">
                  <c:v>7.2953973690297212E-3</c:v>
                </c:pt>
                <c:pt idx="5563">
                  <c:v>-6.7643909178353393E-3</c:v>
                </c:pt>
                <c:pt idx="5564">
                  <c:v>3.8014993633235764E-3</c:v>
                </c:pt>
                <c:pt idx="5565">
                  <c:v>1.9217568046173514E-2</c:v>
                </c:pt>
                <c:pt idx="5566">
                  <c:v>2.513299218761926E-2</c:v>
                </c:pt>
                <c:pt idx="5567">
                  <c:v>2.2243680370992249E-2</c:v>
                </c:pt>
                <c:pt idx="5568">
                  <c:v>2.1980493468600898E-2</c:v>
                </c:pt>
                <c:pt idx="5569">
                  <c:v>1.9659039833703422E-2</c:v>
                </c:pt>
                <c:pt idx="5570">
                  <c:v>2.4487430861509077E-2</c:v>
                </c:pt>
                <c:pt idx="5571">
                  <c:v>2.7126464403800624E-2</c:v>
                </c:pt>
                <c:pt idx="5572">
                  <c:v>2.4827625119427627E-2</c:v>
                </c:pt>
                <c:pt idx="5573">
                  <c:v>2.4546221960901324E-2</c:v>
                </c:pt>
                <c:pt idx="5574">
                  <c:v>2.0596491647014891E-2</c:v>
                </c:pt>
                <c:pt idx="5575">
                  <c:v>2.0140940407946183E-2</c:v>
                </c:pt>
                <c:pt idx="5576">
                  <c:v>1.6472091981321303E-2</c:v>
                </c:pt>
                <c:pt idx="5577">
                  <c:v>1.5805654002342621E-2</c:v>
                </c:pt>
                <c:pt idx="5578">
                  <c:v>-3.6912357118342584E-3</c:v>
                </c:pt>
                <c:pt idx="5579">
                  <c:v>5.3637249163562871E-3</c:v>
                </c:pt>
                <c:pt idx="5580">
                  <c:v>-4.5237096387368829E-2</c:v>
                </c:pt>
                <c:pt idx="5581">
                  <c:v>-0.1065608630453645</c:v>
                </c:pt>
                <c:pt idx="5582">
                  <c:v>-0.1996308870678617</c:v>
                </c:pt>
                <c:pt idx="5583">
                  <c:v>-7.7652410060904467E-2</c:v>
                </c:pt>
                <c:pt idx="5584">
                  <c:v>-0.22952976095681721</c:v>
                </c:pt>
                <c:pt idx="5585">
                  <c:v>-6.039322269200291E-2</c:v>
                </c:pt>
                <c:pt idx="5586">
                  <c:v>-1.8455572724637142E-2</c:v>
                </c:pt>
                <c:pt idx="5587">
                  <c:v>-4.8998489441107185E-4</c:v>
                </c:pt>
                <c:pt idx="5588">
                  <c:v>1.1612343023527497E-2</c:v>
                </c:pt>
                <c:pt idx="5589">
                  <c:v>1.8048280307208724E-2</c:v>
                </c:pt>
                <c:pt idx="5590">
                  <c:v>2.9560077505568452E-2</c:v>
                </c:pt>
                <c:pt idx="5591">
                  <c:v>3.082912818995295E-2</c:v>
                </c:pt>
                <c:pt idx="5592">
                  <c:v>2.822503208864104E-2</c:v>
                </c:pt>
                <c:pt idx="5593">
                  <c:v>2.6887181287822883E-2</c:v>
                </c:pt>
                <c:pt idx="5594">
                  <c:v>2.5106773298712772E-2</c:v>
                </c:pt>
                <c:pt idx="5595">
                  <c:v>1.33055450967994E-2</c:v>
                </c:pt>
                <c:pt idx="5596">
                  <c:v>2.2579789216239866E-2</c:v>
                </c:pt>
                <c:pt idx="5597">
                  <c:v>5.7069486892275334E-3</c:v>
                </c:pt>
                <c:pt idx="5598">
                  <c:v>1.8423736477569227E-2</c:v>
                </c:pt>
                <c:pt idx="5599">
                  <c:v>4.2331612670594099E-2</c:v>
                </c:pt>
                <c:pt idx="5600">
                  <c:v>4.2170270792760214E-2</c:v>
                </c:pt>
                <c:pt idx="5601">
                  <c:v>4.221913464055109E-2</c:v>
                </c:pt>
                <c:pt idx="5602">
                  <c:v>4.8049247113634445E-2</c:v>
                </c:pt>
                <c:pt idx="5603">
                  <c:v>6.4448894945199647E-2</c:v>
                </c:pt>
                <c:pt idx="5604">
                  <c:v>5.8604114183869925E-2</c:v>
                </c:pt>
                <c:pt idx="5605">
                  <c:v>6.1083198704261106E-2</c:v>
                </c:pt>
                <c:pt idx="5606">
                  <c:v>4.6501101290167636E-2</c:v>
                </c:pt>
                <c:pt idx="5607">
                  <c:v>2.6130970213407087E-2</c:v>
                </c:pt>
                <c:pt idx="5608">
                  <c:v>1.4886926468870939E-2</c:v>
                </c:pt>
                <c:pt idx="5609">
                  <c:v>2.1564699608937241E-2</c:v>
                </c:pt>
                <c:pt idx="5610">
                  <c:v>1.9341479636041718E-2</c:v>
                </c:pt>
                <c:pt idx="5611">
                  <c:v>1.6349761781221449E-2</c:v>
                </c:pt>
                <c:pt idx="5612">
                  <c:v>2.0371093935335104E-2</c:v>
                </c:pt>
                <c:pt idx="5613">
                  <c:v>1.7538534942144961E-2</c:v>
                </c:pt>
                <c:pt idx="5614">
                  <c:v>2.2861647837358511E-2</c:v>
                </c:pt>
                <c:pt idx="5615">
                  <c:v>2.0308612250310637E-2</c:v>
                </c:pt>
                <c:pt idx="5616">
                  <c:v>2.3074099626962621E-2</c:v>
                </c:pt>
                <c:pt idx="5617">
                  <c:v>2.2626135192639282E-2</c:v>
                </c:pt>
                <c:pt idx="5618">
                  <c:v>2.4043186639447441E-2</c:v>
                </c:pt>
                <c:pt idx="5619">
                  <c:v>3.0684377548515863E-2</c:v>
                </c:pt>
                <c:pt idx="5620">
                  <c:v>2.4992147660473446E-2</c:v>
                </c:pt>
                <c:pt idx="5621">
                  <c:v>3.2203316444371893E-3</c:v>
                </c:pt>
                <c:pt idx="5622">
                  <c:v>2.4433302331082266E-2</c:v>
                </c:pt>
                <c:pt idx="5623">
                  <c:v>1.1294562249482701E-2</c:v>
                </c:pt>
                <c:pt idx="5624">
                  <c:v>1.0383556953886793E-2</c:v>
                </c:pt>
                <c:pt idx="5625">
                  <c:v>6.7448805982974216E-2</c:v>
                </c:pt>
                <c:pt idx="5626">
                  <c:v>4.7994146959740212E-2</c:v>
                </c:pt>
                <c:pt idx="5627">
                  <c:v>2.5696129041398317E-2</c:v>
                </c:pt>
                <c:pt idx="5628">
                  <c:v>3.3820091370617714E-2</c:v>
                </c:pt>
                <c:pt idx="5629">
                  <c:v>5.311287944585478E-3</c:v>
                </c:pt>
                <c:pt idx="5630">
                  <c:v>-0.35756075752280519</c:v>
                </c:pt>
                <c:pt idx="5631">
                  <c:v>-0.33842915640572363</c:v>
                </c:pt>
                <c:pt idx="5632">
                  <c:v>-0.30000912965969784</c:v>
                </c:pt>
                <c:pt idx="5633">
                  <c:v>-0.26476863141103579</c:v>
                </c:pt>
                <c:pt idx="5634">
                  <c:v>-0.22779999703244144</c:v>
                </c:pt>
                <c:pt idx="5635">
                  <c:v>-0.18970479721203976</c:v>
                </c:pt>
                <c:pt idx="5636">
                  <c:v>-0.15799909577404217</c:v>
                </c:pt>
                <c:pt idx="5637">
                  <c:v>-0.14600758441806619</c:v>
                </c:pt>
                <c:pt idx="5638">
                  <c:v>-0.12739065618064946</c:v>
                </c:pt>
                <c:pt idx="5639">
                  <c:v>-8.2589317671556556E-2</c:v>
                </c:pt>
                <c:pt idx="5640">
                  <c:v>-5.939715223499422E-3</c:v>
                </c:pt>
                <c:pt idx="5641">
                  <c:v>7.122919717265537E-3</c:v>
                </c:pt>
                <c:pt idx="5642">
                  <c:v>1.1044622096755573E-2</c:v>
                </c:pt>
                <c:pt idx="5643">
                  <c:v>1.0642922997611692E-2</c:v>
                </c:pt>
                <c:pt idx="5644">
                  <c:v>1.6053860432536163E-2</c:v>
                </c:pt>
                <c:pt idx="5645">
                  <c:v>1.5247313035602839E-2</c:v>
                </c:pt>
                <c:pt idx="5646">
                  <c:v>1.4023068766307991E-2</c:v>
                </c:pt>
                <c:pt idx="5647">
                  <c:v>-4.992857243906401E-3</c:v>
                </c:pt>
                <c:pt idx="5648">
                  <c:v>1.8600383085487886E-2</c:v>
                </c:pt>
                <c:pt idx="5649">
                  <c:v>2.8290017723920254E-2</c:v>
                </c:pt>
                <c:pt idx="5650">
                  <c:v>2.3275725318412023E-2</c:v>
                </c:pt>
                <c:pt idx="5651">
                  <c:v>3.7725318192653831E-2</c:v>
                </c:pt>
                <c:pt idx="5652">
                  <c:v>3.1536393787429777E-2</c:v>
                </c:pt>
                <c:pt idx="5653">
                  <c:v>1.7839988546879727E-2</c:v>
                </c:pt>
                <c:pt idx="5654">
                  <c:v>2.5633771263086073E-2</c:v>
                </c:pt>
                <c:pt idx="5655">
                  <c:v>3.3933692867353357E-2</c:v>
                </c:pt>
                <c:pt idx="5656">
                  <c:v>2.0117668026339981E-2</c:v>
                </c:pt>
                <c:pt idx="5657">
                  <c:v>1.9306641179036809E-2</c:v>
                </c:pt>
                <c:pt idx="5658">
                  <c:v>1.8538154656214181E-2</c:v>
                </c:pt>
                <c:pt idx="5659">
                  <c:v>2.0397947113971679E-2</c:v>
                </c:pt>
                <c:pt idx="5660">
                  <c:v>2.4845625021196201E-2</c:v>
                </c:pt>
                <c:pt idx="5661">
                  <c:v>2.632065127545722E-2</c:v>
                </c:pt>
                <c:pt idx="5662">
                  <c:v>2.6257177302732436E-2</c:v>
                </c:pt>
                <c:pt idx="5663">
                  <c:v>2.911824235057138E-2</c:v>
                </c:pt>
                <c:pt idx="5664">
                  <c:v>1.7332808811475406E-2</c:v>
                </c:pt>
                <c:pt idx="5665">
                  <c:v>2.0807743897481391E-2</c:v>
                </c:pt>
                <c:pt idx="5666">
                  <c:v>3.6054077883028481E-2</c:v>
                </c:pt>
                <c:pt idx="5667">
                  <c:v>5.1767671829890588E-2</c:v>
                </c:pt>
                <c:pt idx="5668">
                  <c:v>4.9646905417783931E-2</c:v>
                </c:pt>
                <c:pt idx="5669">
                  <c:v>4.4866422359974907E-2</c:v>
                </c:pt>
                <c:pt idx="5670">
                  <c:v>3.313288715120697E-2</c:v>
                </c:pt>
                <c:pt idx="5671">
                  <c:v>6.1094082185730036E-2</c:v>
                </c:pt>
                <c:pt idx="5672">
                  <c:v>7.3941793494680788E-2</c:v>
                </c:pt>
                <c:pt idx="5673">
                  <c:v>8.8032080610358124E-2</c:v>
                </c:pt>
                <c:pt idx="5674">
                  <c:v>7.5268528009157648E-2</c:v>
                </c:pt>
                <c:pt idx="5675">
                  <c:v>0.15044051793165539</c:v>
                </c:pt>
                <c:pt idx="5676">
                  <c:v>4.9150144006050056E-2</c:v>
                </c:pt>
                <c:pt idx="5677">
                  <c:v>2.6777165797014918E-2</c:v>
                </c:pt>
                <c:pt idx="5678">
                  <c:v>3.6763393382562015E-2</c:v>
                </c:pt>
                <c:pt idx="5679">
                  <c:v>3.3564268540875672E-2</c:v>
                </c:pt>
                <c:pt idx="5680">
                  <c:v>3.4970331933365871E-2</c:v>
                </c:pt>
                <c:pt idx="5681">
                  <c:v>3.1395626513752849E-2</c:v>
                </c:pt>
                <c:pt idx="5682">
                  <c:v>3.4173610482271313E-2</c:v>
                </c:pt>
                <c:pt idx="5683">
                  <c:v>2.1498368703339064E-2</c:v>
                </c:pt>
                <c:pt idx="5684">
                  <c:v>2.4899736969823529E-2</c:v>
                </c:pt>
                <c:pt idx="5685">
                  <c:v>2.4343913673400126E-2</c:v>
                </c:pt>
                <c:pt idx="5686">
                  <c:v>2.0487702638914668E-2</c:v>
                </c:pt>
                <c:pt idx="5687">
                  <c:v>2.5353016898058602E-2</c:v>
                </c:pt>
                <c:pt idx="5688">
                  <c:v>2.2391686358608016E-2</c:v>
                </c:pt>
                <c:pt idx="5689">
                  <c:v>2.4319576661820649E-2</c:v>
                </c:pt>
                <c:pt idx="5690">
                  <c:v>5.027427332284045E-2</c:v>
                </c:pt>
                <c:pt idx="5691">
                  <c:v>0.19395308682246612</c:v>
                </c:pt>
                <c:pt idx="5692">
                  <c:v>0.19596387453558181</c:v>
                </c:pt>
                <c:pt idx="5693">
                  <c:v>0.17089852461793648</c:v>
                </c:pt>
                <c:pt idx="5694">
                  <c:v>0.16032005858020323</c:v>
                </c:pt>
                <c:pt idx="5695">
                  <c:v>0.16402077299176707</c:v>
                </c:pt>
                <c:pt idx="5696">
                  <c:v>0.11575762841694869</c:v>
                </c:pt>
                <c:pt idx="5697">
                  <c:v>9.2818716545157692E-2</c:v>
                </c:pt>
                <c:pt idx="5698">
                  <c:v>1.7225310607579487E-2</c:v>
                </c:pt>
                <c:pt idx="5699">
                  <c:v>3.4632395783170719E-2</c:v>
                </c:pt>
                <c:pt idx="5700">
                  <c:v>2.7515454275630812E-2</c:v>
                </c:pt>
                <c:pt idx="5701">
                  <c:v>2.958901860929836E-2</c:v>
                </c:pt>
                <c:pt idx="5702">
                  <c:v>1.6609638415609633E-2</c:v>
                </c:pt>
                <c:pt idx="5703">
                  <c:v>3.5777639054438197E-2</c:v>
                </c:pt>
                <c:pt idx="5704">
                  <c:v>3.2523740701589261E-2</c:v>
                </c:pt>
                <c:pt idx="5705">
                  <c:v>9.7416501053376042E-3</c:v>
                </c:pt>
                <c:pt idx="5706">
                  <c:v>2.402822370645747E-2</c:v>
                </c:pt>
                <c:pt idx="5707">
                  <c:v>2.4674999698705413E-2</c:v>
                </c:pt>
                <c:pt idx="5708">
                  <c:v>2.4270633851532608E-2</c:v>
                </c:pt>
                <c:pt idx="5709">
                  <c:v>2.2074226503942508E-2</c:v>
                </c:pt>
                <c:pt idx="5710">
                  <c:v>2.7249078400072988E-2</c:v>
                </c:pt>
                <c:pt idx="5711">
                  <c:v>2.8060815359833555E-2</c:v>
                </c:pt>
                <c:pt idx="5712">
                  <c:v>2.2320360439884772E-2</c:v>
                </c:pt>
                <c:pt idx="5713">
                  <c:v>2.0851475694605638E-2</c:v>
                </c:pt>
                <c:pt idx="5714">
                  <c:v>1.6875859031062895E-2</c:v>
                </c:pt>
                <c:pt idx="5715">
                  <c:v>2.639279129021492E-2</c:v>
                </c:pt>
                <c:pt idx="5716">
                  <c:v>2.7289893970597463E-2</c:v>
                </c:pt>
                <c:pt idx="5717">
                  <c:v>2.1474456528146686E-2</c:v>
                </c:pt>
                <c:pt idx="5718">
                  <c:v>1.4593802885108953E-2</c:v>
                </c:pt>
                <c:pt idx="5719">
                  <c:v>1.036768283011737E-2</c:v>
                </c:pt>
                <c:pt idx="5720">
                  <c:v>5.3306613876396743E-2</c:v>
                </c:pt>
                <c:pt idx="5721">
                  <c:v>2.2850710126775049E-2</c:v>
                </c:pt>
                <c:pt idx="5722">
                  <c:v>-0.21196109813766886</c:v>
                </c:pt>
                <c:pt idx="5723">
                  <c:v>-0.33549769709163912</c:v>
                </c:pt>
                <c:pt idx="5724">
                  <c:v>-0.35716622165291861</c:v>
                </c:pt>
                <c:pt idx="5725">
                  <c:v>-0.35369705504633309</c:v>
                </c:pt>
                <c:pt idx="5726">
                  <c:v>-0.32856160889595964</c:v>
                </c:pt>
                <c:pt idx="5727">
                  <c:v>-0.35552018487468912</c:v>
                </c:pt>
                <c:pt idx="5728">
                  <c:v>-0.10737304613845707</c:v>
                </c:pt>
                <c:pt idx="5729">
                  <c:v>-3.7295028799693777E-2</c:v>
                </c:pt>
                <c:pt idx="5730">
                  <c:v>-2.1123023015751627E-2</c:v>
                </c:pt>
                <c:pt idx="5731">
                  <c:v>-4.2145264649030099E-3</c:v>
                </c:pt>
                <c:pt idx="5732">
                  <c:v>7.4917151002091148E-3</c:v>
                </c:pt>
                <c:pt idx="5733">
                  <c:v>1.0810008883254165E-2</c:v>
                </c:pt>
                <c:pt idx="5734">
                  <c:v>1.3952956878080036E-2</c:v>
                </c:pt>
                <c:pt idx="5735">
                  <c:v>2.1342523414694767E-2</c:v>
                </c:pt>
                <c:pt idx="5736">
                  <c:v>2.3874146089766513E-2</c:v>
                </c:pt>
                <c:pt idx="5737">
                  <c:v>2.2789007814294458E-2</c:v>
                </c:pt>
                <c:pt idx="5738">
                  <c:v>2.5469484477551003E-2</c:v>
                </c:pt>
                <c:pt idx="5739">
                  <c:v>2.5705160988758441E-2</c:v>
                </c:pt>
                <c:pt idx="5740">
                  <c:v>2.1844984590972168E-2</c:v>
                </c:pt>
                <c:pt idx="5741">
                  <c:v>2.0537401928602591E-2</c:v>
                </c:pt>
                <c:pt idx="5742">
                  <c:v>1.4226981805763348E-2</c:v>
                </c:pt>
                <c:pt idx="5743">
                  <c:v>4.3622655337981573E-3</c:v>
                </c:pt>
                <c:pt idx="5744">
                  <c:v>-4.680743137544309E-2</c:v>
                </c:pt>
                <c:pt idx="5745">
                  <c:v>-3.0834034131232917E-2</c:v>
                </c:pt>
                <c:pt idx="5746">
                  <c:v>-7.9933422257885217E-2</c:v>
                </c:pt>
                <c:pt idx="5747">
                  <c:v>-3.7565274934535438E-2</c:v>
                </c:pt>
                <c:pt idx="5748">
                  <c:v>-3.8759169885309801E-2</c:v>
                </c:pt>
                <c:pt idx="5749">
                  <c:v>-1.9538839943756731E-2</c:v>
                </c:pt>
                <c:pt idx="5750">
                  <c:v>-2.0367719197564031E-2</c:v>
                </c:pt>
                <c:pt idx="5751">
                  <c:v>-1.4111107261262874E-2</c:v>
                </c:pt>
                <c:pt idx="5752">
                  <c:v>8.1148880732378748E-2</c:v>
                </c:pt>
                <c:pt idx="5753">
                  <c:v>0.12947959599030159</c:v>
                </c:pt>
                <c:pt idx="5754">
                  <c:v>0.16820378577427811</c:v>
                </c:pt>
                <c:pt idx="5755">
                  <c:v>0.18452832143083886</c:v>
                </c:pt>
                <c:pt idx="5756">
                  <c:v>0.17973566501520508</c:v>
                </c:pt>
                <c:pt idx="5757">
                  <c:v>0.17889795112724788</c:v>
                </c:pt>
                <c:pt idx="5758">
                  <c:v>0.17845326009983786</c:v>
                </c:pt>
                <c:pt idx="5759">
                  <c:v>0.18800178887066718</c:v>
                </c:pt>
                <c:pt idx="5760">
                  <c:v>0.18119135161485453</c:v>
                </c:pt>
                <c:pt idx="5761">
                  <c:v>0.13015406058685153</c:v>
                </c:pt>
                <c:pt idx="5762">
                  <c:v>6.5728068131411646E-2</c:v>
                </c:pt>
                <c:pt idx="5763">
                  <c:v>3.1231259492595049E-2</c:v>
                </c:pt>
                <c:pt idx="5764">
                  <c:v>2.6518655514991486E-2</c:v>
                </c:pt>
                <c:pt idx="5765">
                  <c:v>2.7560387169379065E-2</c:v>
                </c:pt>
                <c:pt idx="5766">
                  <c:v>2.229019618803418E-2</c:v>
                </c:pt>
                <c:pt idx="5767">
                  <c:v>1.2889812255631541E-2</c:v>
                </c:pt>
                <c:pt idx="5768">
                  <c:v>2.0899218429729315E-2</c:v>
                </c:pt>
                <c:pt idx="5769">
                  <c:v>-5.6502801671807011E-2</c:v>
                </c:pt>
                <c:pt idx="5770">
                  <c:v>-0.12803263786581956</c:v>
                </c:pt>
                <c:pt idx="5771">
                  <c:v>-0.32872632600955037</c:v>
                </c:pt>
                <c:pt idx="5772">
                  <c:v>-0.31172901750962578</c:v>
                </c:pt>
                <c:pt idx="5773">
                  <c:v>-0.31378427917280055</c:v>
                </c:pt>
                <c:pt idx="5774">
                  <c:v>-0.28298631233664084</c:v>
                </c:pt>
                <c:pt idx="5775">
                  <c:v>-0.2595774372815548</c:v>
                </c:pt>
                <c:pt idx="5776">
                  <c:v>-0.26825973968529915</c:v>
                </c:pt>
                <c:pt idx="5777">
                  <c:v>-0.23502360989630419</c:v>
                </c:pt>
                <c:pt idx="5778">
                  <c:v>-0.23303695142428674</c:v>
                </c:pt>
                <c:pt idx="5779">
                  <c:v>-0.21204697226021196</c:v>
                </c:pt>
                <c:pt idx="5780">
                  <c:v>-0.15800665068544525</c:v>
                </c:pt>
                <c:pt idx="5781">
                  <c:v>-0.13298730374678874</c:v>
                </c:pt>
                <c:pt idx="5782">
                  <c:v>-0.10329260335527934</c:v>
                </c:pt>
                <c:pt idx="5783">
                  <c:v>7.5773881334420296E-4</c:v>
                </c:pt>
                <c:pt idx="5784">
                  <c:v>-2.2371057984148404E-3</c:v>
                </c:pt>
                <c:pt idx="5785">
                  <c:v>4.9721032305220288E-3</c:v>
                </c:pt>
                <c:pt idx="5786">
                  <c:v>1.4018691372496717E-2</c:v>
                </c:pt>
                <c:pt idx="5787">
                  <c:v>2.373741119389345E-2</c:v>
                </c:pt>
                <c:pt idx="5788">
                  <c:v>2.0629606767041602E-2</c:v>
                </c:pt>
                <c:pt idx="5789">
                  <c:v>1.9228568680569425E-2</c:v>
                </c:pt>
                <c:pt idx="5790">
                  <c:v>1.0216137222196883E-2</c:v>
                </c:pt>
                <c:pt idx="5791">
                  <c:v>9.9531240316638181E-3</c:v>
                </c:pt>
                <c:pt idx="5792">
                  <c:v>-2.783522778237027E-2</c:v>
                </c:pt>
                <c:pt idx="5793">
                  <c:v>-0.2788131869378121</c:v>
                </c:pt>
                <c:pt idx="5794">
                  <c:v>-0.32527301513355283</c:v>
                </c:pt>
                <c:pt idx="5795">
                  <c:v>-0.39334266215798303</c:v>
                </c:pt>
                <c:pt idx="5796">
                  <c:v>-0.44670102502121933</c:v>
                </c:pt>
                <c:pt idx="5797">
                  <c:v>-0.38460916475738943</c:v>
                </c:pt>
                <c:pt idx="5798">
                  <c:v>-0.41065241353386933</c:v>
                </c:pt>
                <c:pt idx="5799">
                  <c:v>-0.45880382339374726</c:v>
                </c:pt>
                <c:pt idx="5800">
                  <c:v>-0.44735547392810349</c:v>
                </c:pt>
                <c:pt idx="5801">
                  <c:v>-0.4136476627130059</c:v>
                </c:pt>
                <c:pt idx="5802">
                  <c:v>-0.39538742151445838</c:v>
                </c:pt>
                <c:pt idx="5803">
                  <c:v>-0.35673138206003691</c:v>
                </c:pt>
                <c:pt idx="5804">
                  <c:v>-0.35886560672932372</c:v>
                </c:pt>
                <c:pt idx="5805">
                  <c:v>-0.32035065971592952</c:v>
                </c:pt>
                <c:pt idx="5806">
                  <c:v>-0.23456042480782238</c:v>
                </c:pt>
                <c:pt idx="5807">
                  <c:v>-6.7425510213484016E-2</c:v>
                </c:pt>
                <c:pt idx="5808">
                  <c:v>1.3889246131726684E-2</c:v>
                </c:pt>
                <c:pt idx="5809">
                  <c:v>2.1518205350166211E-2</c:v>
                </c:pt>
                <c:pt idx="5810">
                  <c:v>1.869213152462422E-2</c:v>
                </c:pt>
                <c:pt idx="5811">
                  <c:v>1.9498981511671742E-2</c:v>
                </c:pt>
                <c:pt idx="5812">
                  <c:v>4.0515781696780932E-2</c:v>
                </c:pt>
                <c:pt idx="5813">
                  <c:v>2.115202361902371E-2</c:v>
                </c:pt>
                <c:pt idx="5814">
                  <c:v>1.2003181097375019E-2</c:v>
                </c:pt>
                <c:pt idx="5815">
                  <c:v>-0.10879870925449092</c:v>
                </c:pt>
                <c:pt idx="5816">
                  <c:v>-0.40566974780358828</c:v>
                </c:pt>
                <c:pt idx="5817">
                  <c:v>-0.39778859947797524</c:v>
                </c:pt>
                <c:pt idx="5818">
                  <c:v>-0.37607109546620221</c:v>
                </c:pt>
                <c:pt idx="5819">
                  <c:v>-0.50450900630330719</c:v>
                </c:pt>
                <c:pt idx="5820">
                  <c:v>-0.48484106714766845</c:v>
                </c:pt>
                <c:pt idx="5821">
                  <c:v>-0.48241855934544248</c:v>
                </c:pt>
                <c:pt idx="5822">
                  <c:v>-0.5161422467592921</c:v>
                </c:pt>
                <c:pt idx="5823">
                  <c:v>-0.5196984724263628</c:v>
                </c:pt>
                <c:pt idx="5824">
                  <c:v>-0.57359273776041142</c:v>
                </c:pt>
                <c:pt idx="5825">
                  <c:v>-0.55739703357949988</c:v>
                </c:pt>
                <c:pt idx="5826">
                  <c:v>-0.4545341463765491</c:v>
                </c:pt>
                <c:pt idx="5827">
                  <c:v>-0.47096779944568734</c:v>
                </c:pt>
                <c:pt idx="5828">
                  <c:v>-0.44020327845435403</c:v>
                </c:pt>
                <c:pt idx="5829">
                  <c:v>-0.39821699262028021</c:v>
                </c:pt>
                <c:pt idx="5830">
                  <c:v>-0.32650068926907511</c:v>
                </c:pt>
                <c:pt idx="5831">
                  <c:v>-0.13741505636392179</c:v>
                </c:pt>
                <c:pt idx="5832">
                  <c:v>-5.1539029580135537E-2</c:v>
                </c:pt>
                <c:pt idx="5833">
                  <c:v>-1.8067113726093723E-2</c:v>
                </c:pt>
                <c:pt idx="5834">
                  <c:v>-6.1235149153626072E-4</c:v>
                </c:pt>
                <c:pt idx="5835">
                  <c:v>1.4066199905223767E-2</c:v>
                </c:pt>
                <c:pt idx="5836">
                  <c:v>2.3797643743578213E-2</c:v>
                </c:pt>
                <c:pt idx="5837">
                  <c:v>2.4612220500514981E-2</c:v>
                </c:pt>
                <c:pt idx="5838">
                  <c:v>2.0321134540259342E-2</c:v>
                </c:pt>
                <c:pt idx="5839">
                  <c:v>-8.5014603615303344E-2</c:v>
                </c:pt>
                <c:pt idx="5840">
                  <c:v>-0.44532515075686285</c:v>
                </c:pt>
                <c:pt idx="5841">
                  <c:v>-0.51018849376887732</c:v>
                </c:pt>
                <c:pt idx="5842">
                  <c:v>-0.58440544955049112</c:v>
                </c:pt>
                <c:pt idx="5843">
                  <c:v>-0.70004730999027831</c:v>
                </c:pt>
                <c:pt idx="5844">
                  <c:v>-0.6860076407346688</c:v>
                </c:pt>
                <c:pt idx="5845">
                  <c:v>-0.66812271597965678</c:v>
                </c:pt>
                <c:pt idx="5846">
                  <c:v>-0.74299145463808958</c:v>
                </c:pt>
                <c:pt idx="5847">
                  <c:v>-0.91652338345886397</c:v>
                </c:pt>
                <c:pt idx="5848">
                  <c:v>-0.71823135904588198</c:v>
                </c:pt>
                <c:pt idx="5849">
                  <c:v>-0.62710031099081565</c:v>
                </c:pt>
                <c:pt idx="5850">
                  <c:v>-0.52876134770816041</c:v>
                </c:pt>
                <c:pt idx="5851">
                  <c:v>-0.37819748829043343</c:v>
                </c:pt>
                <c:pt idx="5852">
                  <c:v>-0.32337584307541228</c:v>
                </c:pt>
                <c:pt idx="5853">
                  <c:v>-0.28826289481735529</c:v>
                </c:pt>
                <c:pt idx="5854">
                  <c:v>-0.22974331430901448</c:v>
                </c:pt>
                <c:pt idx="5855">
                  <c:v>-0.15447350090260342</c:v>
                </c:pt>
                <c:pt idx="5856">
                  <c:v>-4.1276551169454861E-2</c:v>
                </c:pt>
                <c:pt idx="5857">
                  <c:v>-2.7086291445437893E-2</c:v>
                </c:pt>
                <c:pt idx="5858">
                  <c:v>-8.4214104265815833E-3</c:v>
                </c:pt>
                <c:pt idx="5859">
                  <c:v>-1.6851197273397262E-4</c:v>
                </c:pt>
                <c:pt idx="5860">
                  <c:v>8.9407994412457423E-3</c:v>
                </c:pt>
                <c:pt idx="5861">
                  <c:v>9.0208239612640153E-3</c:v>
                </c:pt>
                <c:pt idx="5862">
                  <c:v>5.8742277445361238E-3</c:v>
                </c:pt>
                <c:pt idx="5863">
                  <c:v>-8.9180069764220007E-2</c:v>
                </c:pt>
                <c:pt idx="5864">
                  <c:v>-0.46797262099180098</c:v>
                </c:pt>
                <c:pt idx="5865">
                  <c:v>-0.58187269367029493</c:v>
                </c:pt>
                <c:pt idx="5866">
                  <c:v>-0.53663410683175716</c:v>
                </c:pt>
                <c:pt idx="5867">
                  <c:v>-0.56334712326332548</c:v>
                </c:pt>
                <c:pt idx="5868">
                  <c:v>-0.52187079862098318</c:v>
                </c:pt>
                <c:pt idx="5869">
                  <c:v>-0.56396381977826338</c:v>
                </c:pt>
                <c:pt idx="5870">
                  <c:v>-0.60225100401294207</c:v>
                </c:pt>
                <c:pt idx="5871">
                  <c:v>-0.4897735972945565</c:v>
                </c:pt>
                <c:pt idx="5872">
                  <c:v>-0.38014518557353894</c:v>
                </c:pt>
                <c:pt idx="5873">
                  <c:v>-0.39898868965646112</c:v>
                </c:pt>
                <c:pt idx="5874">
                  <c:v>-0.42298554217547174</c:v>
                </c:pt>
                <c:pt idx="5875">
                  <c:v>-0.34895949185990238</c:v>
                </c:pt>
                <c:pt idx="5876">
                  <c:v>-0.20170355061931772</c:v>
                </c:pt>
                <c:pt idx="5877">
                  <c:v>-9.6015907061646782E-2</c:v>
                </c:pt>
                <c:pt idx="5878">
                  <c:v>1.7365897214256475E-2</c:v>
                </c:pt>
                <c:pt idx="5879">
                  <c:v>-9.4635398933388645E-4</c:v>
                </c:pt>
                <c:pt idx="5880">
                  <c:v>1.9014898789761845E-2</c:v>
                </c:pt>
                <c:pt idx="5881">
                  <c:v>1.9581149499210932E-2</c:v>
                </c:pt>
                <c:pt idx="5882">
                  <c:v>2.1805869952059794E-2</c:v>
                </c:pt>
                <c:pt idx="5883">
                  <c:v>2.322522132414339E-2</c:v>
                </c:pt>
                <c:pt idx="5884">
                  <c:v>2.2416494575403928E-2</c:v>
                </c:pt>
                <c:pt idx="5885">
                  <c:v>0.11828357328079279</c:v>
                </c:pt>
                <c:pt idx="5886">
                  <c:v>0.22910469143800832</c:v>
                </c:pt>
                <c:pt idx="5887">
                  <c:v>0.1432916418044401</c:v>
                </c:pt>
                <c:pt idx="5888">
                  <c:v>2.4930140576767561E-2</c:v>
                </c:pt>
                <c:pt idx="5889">
                  <c:v>2.489727154426772E-2</c:v>
                </c:pt>
                <c:pt idx="5890">
                  <c:v>1.0921410851325046E-2</c:v>
                </c:pt>
                <c:pt idx="5891">
                  <c:v>1.987905750030124E-2</c:v>
                </c:pt>
                <c:pt idx="5892">
                  <c:v>1.8988039814850727E-2</c:v>
                </c:pt>
                <c:pt idx="5893">
                  <c:v>-1.8881108104092652E-2</c:v>
                </c:pt>
                <c:pt idx="5894">
                  <c:v>-6.9835992964738997E-2</c:v>
                </c:pt>
                <c:pt idx="5895">
                  <c:v>-6.5903844610250562E-2</c:v>
                </c:pt>
                <c:pt idx="5896">
                  <c:v>-0.10418009364134849</c:v>
                </c:pt>
                <c:pt idx="5897">
                  <c:v>-5.8679149146626759E-2</c:v>
                </c:pt>
                <c:pt idx="5898">
                  <c:v>-6.7917906344409473E-2</c:v>
                </c:pt>
                <c:pt idx="5899">
                  <c:v>-0.14157906762290615</c:v>
                </c:pt>
                <c:pt idx="5900">
                  <c:v>-3.4215633825872102E-2</c:v>
                </c:pt>
                <c:pt idx="5901">
                  <c:v>-4.3842898693398955E-2</c:v>
                </c:pt>
                <c:pt idx="5902">
                  <c:v>1.844122351415528E-2</c:v>
                </c:pt>
                <c:pt idx="5903">
                  <c:v>2.1136505637664286E-2</c:v>
                </c:pt>
                <c:pt idx="5904">
                  <c:v>2.3216703521818406E-2</c:v>
                </c:pt>
                <c:pt idx="5905">
                  <c:v>2.2906177471387047E-2</c:v>
                </c:pt>
                <c:pt idx="5906">
                  <c:v>1.9724006481803939E-2</c:v>
                </c:pt>
                <c:pt idx="5907">
                  <c:v>0.18088778295232522</c:v>
                </c:pt>
                <c:pt idx="5908">
                  <c:v>0.25981433929078251</c:v>
                </c:pt>
                <c:pt idx="5909">
                  <c:v>0.27392174781052536</c:v>
                </c:pt>
                <c:pt idx="5910">
                  <c:v>0.26845714556812289</c:v>
                </c:pt>
                <c:pt idx="5911">
                  <c:v>0.23219372037696423</c:v>
                </c:pt>
                <c:pt idx="5912">
                  <c:v>0.1954954135373633</c:v>
                </c:pt>
                <c:pt idx="5913">
                  <c:v>0.11390667691683568</c:v>
                </c:pt>
                <c:pt idx="5914">
                  <c:v>1.9560214100206925E-2</c:v>
                </c:pt>
                <c:pt idx="5915">
                  <c:v>1.173040766509436E-2</c:v>
                </c:pt>
                <c:pt idx="5916">
                  <c:v>1.0381440770287978E-2</c:v>
                </c:pt>
                <c:pt idx="5917">
                  <c:v>6.5009363619808096E-3</c:v>
                </c:pt>
                <c:pt idx="5918">
                  <c:v>-9.3890454050234495E-2</c:v>
                </c:pt>
                <c:pt idx="5919">
                  <c:v>-0.26541394124205131</c:v>
                </c:pt>
                <c:pt idx="5920">
                  <c:v>-6.9498725470337183E-2</c:v>
                </c:pt>
                <c:pt idx="5921">
                  <c:v>1.2631280663195192E-3</c:v>
                </c:pt>
                <c:pt idx="5922">
                  <c:v>3.9322700118579572E-3</c:v>
                </c:pt>
                <c:pt idx="5923">
                  <c:v>6.1575902556287622E-3</c:v>
                </c:pt>
                <c:pt idx="5924">
                  <c:v>7.9766483607647039E-3</c:v>
                </c:pt>
                <c:pt idx="5925">
                  <c:v>1.1867931405412344E-2</c:v>
                </c:pt>
                <c:pt idx="5926">
                  <c:v>1.6658519646362474E-2</c:v>
                </c:pt>
                <c:pt idx="5927">
                  <c:v>1.8701521695756368E-2</c:v>
                </c:pt>
                <c:pt idx="5928">
                  <c:v>1.6356962879356635E-2</c:v>
                </c:pt>
                <c:pt idx="5929">
                  <c:v>2.1012204894321682E-2</c:v>
                </c:pt>
                <c:pt idx="5930">
                  <c:v>2.5679387222228584E-2</c:v>
                </c:pt>
                <c:pt idx="5931">
                  <c:v>2.3159062798024262E-2</c:v>
                </c:pt>
                <c:pt idx="5932">
                  <c:v>2.7097383208911779E-2</c:v>
                </c:pt>
                <c:pt idx="5933">
                  <c:v>2.5053073087645723E-2</c:v>
                </c:pt>
                <c:pt idx="5934">
                  <c:v>1.0556172992768283E-2</c:v>
                </c:pt>
                <c:pt idx="5935">
                  <c:v>1.2847966892042026E-2</c:v>
                </c:pt>
                <c:pt idx="5936">
                  <c:v>1.5478812196300554E-2</c:v>
                </c:pt>
                <c:pt idx="5937">
                  <c:v>2.8660272756636684E-2</c:v>
                </c:pt>
                <c:pt idx="5938">
                  <c:v>1.4628308196342919E-2</c:v>
                </c:pt>
                <c:pt idx="5939">
                  <c:v>-3.9724554587445365E-2</c:v>
                </c:pt>
                <c:pt idx="5940">
                  <c:v>-0.26939071072818827</c:v>
                </c:pt>
                <c:pt idx="5941">
                  <c:v>-0.28095183779019445</c:v>
                </c:pt>
                <c:pt idx="5942">
                  <c:v>-0.21480408801476003</c:v>
                </c:pt>
                <c:pt idx="5943">
                  <c:v>-0.22685509979981203</c:v>
                </c:pt>
                <c:pt idx="5944">
                  <c:v>-0.201091754429192</c:v>
                </c:pt>
                <c:pt idx="5945">
                  <c:v>-0.22616810029403434</c:v>
                </c:pt>
                <c:pt idx="5946">
                  <c:v>-0.22098156632372021</c:v>
                </c:pt>
                <c:pt idx="5947">
                  <c:v>-0.16313600014617813</c:v>
                </c:pt>
                <c:pt idx="5948">
                  <c:v>-0.15114137458782437</c:v>
                </c:pt>
                <c:pt idx="5949">
                  <c:v>-2.1601849733183354E-2</c:v>
                </c:pt>
                <c:pt idx="5950">
                  <c:v>-0.10151666967449387</c:v>
                </c:pt>
                <c:pt idx="5951">
                  <c:v>-1.4105179182090468E-3</c:v>
                </c:pt>
                <c:pt idx="5952">
                  <c:v>2.3688926711542806E-3</c:v>
                </c:pt>
                <c:pt idx="5953">
                  <c:v>-6.4663503094448255E-4</c:v>
                </c:pt>
                <c:pt idx="5954">
                  <c:v>1.1765017007445791E-2</c:v>
                </c:pt>
                <c:pt idx="5955">
                  <c:v>2.8093320064582351E-2</c:v>
                </c:pt>
                <c:pt idx="5956">
                  <c:v>2.4682791187714243E-2</c:v>
                </c:pt>
                <c:pt idx="5957">
                  <c:v>2.2313944195582414E-2</c:v>
                </c:pt>
                <c:pt idx="5958">
                  <c:v>2.031741938768835E-2</c:v>
                </c:pt>
                <c:pt idx="5959">
                  <c:v>1.4016129864466499E-2</c:v>
                </c:pt>
                <c:pt idx="5960">
                  <c:v>1.5617966750480395E-2</c:v>
                </c:pt>
                <c:pt idx="5961">
                  <c:v>1.4677969306710897E-2</c:v>
                </c:pt>
                <c:pt idx="5962">
                  <c:v>2.6115503302108517E-2</c:v>
                </c:pt>
                <c:pt idx="5963">
                  <c:v>2.4613413499958666E-3</c:v>
                </c:pt>
                <c:pt idx="5964">
                  <c:v>-0.29163304325993428</c:v>
                </c:pt>
                <c:pt idx="5965">
                  <c:v>-0.26603412055540454</c:v>
                </c:pt>
                <c:pt idx="5966">
                  <c:v>-0.18836665902686367</c:v>
                </c:pt>
                <c:pt idx="5967">
                  <c:v>-0.13879567268639917</c:v>
                </c:pt>
                <c:pt idx="5968">
                  <c:v>-0.15725473470287621</c:v>
                </c:pt>
                <c:pt idx="5969">
                  <c:v>-0.10195516001379948</c:v>
                </c:pt>
                <c:pt idx="5970">
                  <c:v>-6.4444793599627501E-2</c:v>
                </c:pt>
                <c:pt idx="5971">
                  <c:v>-8.8871433875792716E-2</c:v>
                </c:pt>
                <c:pt idx="5972">
                  <c:v>-9.0403503729945874E-3</c:v>
                </c:pt>
                <c:pt idx="5973">
                  <c:v>1.3529887432276122E-2</c:v>
                </c:pt>
                <c:pt idx="5974">
                  <c:v>1.9732330428016972E-2</c:v>
                </c:pt>
                <c:pt idx="5975">
                  <c:v>2.9102088524108286E-2</c:v>
                </c:pt>
                <c:pt idx="5976">
                  <c:v>2.179367038843532E-2</c:v>
                </c:pt>
                <c:pt idx="5977">
                  <c:v>2.270408122301799E-2</c:v>
                </c:pt>
                <c:pt idx="5978">
                  <c:v>2.3783404884870737E-2</c:v>
                </c:pt>
                <c:pt idx="5979">
                  <c:v>2.1532767229192461E-2</c:v>
                </c:pt>
                <c:pt idx="5980">
                  <c:v>2.3970714692371806E-2</c:v>
                </c:pt>
                <c:pt idx="5981">
                  <c:v>2.1888126842158621E-2</c:v>
                </c:pt>
                <c:pt idx="5982">
                  <c:v>2.0071791359227868E-2</c:v>
                </c:pt>
                <c:pt idx="5983">
                  <c:v>1.7311116515068125E-2</c:v>
                </c:pt>
                <c:pt idx="5984">
                  <c:v>2.0975697311805971E-2</c:v>
                </c:pt>
                <c:pt idx="5985">
                  <c:v>2.520982725652187E-2</c:v>
                </c:pt>
                <c:pt idx="5986">
                  <c:v>2.7889039260605097E-2</c:v>
                </c:pt>
                <c:pt idx="5987">
                  <c:v>2.3670093342630642E-2</c:v>
                </c:pt>
                <c:pt idx="5988">
                  <c:v>2.8839772208520562E-2</c:v>
                </c:pt>
                <c:pt idx="5989">
                  <c:v>2.9257248518039122E-2</c:v>
                </c:pt>
                <c:pt idx="5990">
                  <c:v>2.6512900655586997E-2</c:v>
                </c:pt>
                <c:pt idx="5991">
                  <c:v>2.44214631902855E-2</c:v>
                </c:pt>
                <c:pt idx="5992">
                  <c:v>3.5184603642593321E-2</c:v>
                </c:pt>
                <c:pt idx="5993">
                  <c:v>1.9802828371388241E-2</c:v>
                </c:pt>
                <c:pt idx="5994">
                  <c:v>2.1797276944169938E-2</c:v>
                </c:pt>
                <c:pt idx="5995">
                  <c:v>2.5671126595839762E-2</c:v>
                </c:pt>
                <c:pt idx="5996">
                  <c:v>2.4168946729155375E-2</c:v>
                </c:pt>
                <c:pt idx="5997">
                  <c:v>2.7801714009163411E-2</c:v>
                </c:pt>
                <c:pt idx="5998">
                  <c:v>2.2895993396399927E-2</c:v>
                </c:pt>
                <c:pt idx="5999">
                  <c:v>0.16660338481776146</c:v>
                </c:pt>
                <c:pt idx="6000">
                  <c:v>0.27196911145585578</c:v>
                </c:pt>
                <c:pt idx="6001">
                  <c:v>0.221691786848284</c:v>
                </c:pt>
                <c:pt idx="6002">
                  <c:v>0.20979526738773083</c:v>
                </c:pt>
                <c:pt idx="6003">
                  <c:v>0.18026985633499909</c:v>
                </c:pt>
                <c:pt idx="6004">
                  <c:v>0.16991711669369494</c:v>
                </c:pt>
                <c:pt idx="6005">
                  <c:v>0.16358967304064034</c:v>
                </c:pt>
                <c:pt idx="6006">
                  <c:v>0.15736146565973094</c:v>
                </c:pt>
                <c:pt idx="6007">
                  <c:v>0.15244735218768191</c:v>
                </c:pt>
                <c:pt idx="6008">
                  <c:v>0.14146504747049546</c:v>
                </c:pt>
                <c:pt idx="6009">
                  <c:v>0.1323764910616704</c:v>
                </c:pt>
                <c:pt idx="6010">
                  <c:v>4.9676727975277557E-2</c:v>
                </c:pt>
                <c:pt idx="6011">
                  <c:v>2.3527061383524658E-2</c:v>
                </c:pt>
                <c:pt idx="6012">
                  <c:v>2.0751932369450582E-2</c:v>
                </c:pt>
                <c:pt idx="6013">
                  <c:v>2.1634458419329216E-2</c:v>
                </c:pt>
                <c:pt idx="6014">
                  <c:v>3.7305756607374327E-2</c:v>
                </c:pt>
                <c:pt idx="6015">
                  <c:v>2.1628525677290532E-2</c:v>
                </c:pt>
                <c:pt idx="6016">
                  <c:v>-5.4952017230747224E-3</c:v>
                </c:pt>
                <c:pt idx="6017">
                  <c:v>-5.0758663999591586E-2</c:v>
                </c:pt>
                <c:pt idx="6018">
                  <c:v>-0.10782407883292576</c:v>
                </c:pt>
                <c:pt idx="6019">
                  <c:v>-0.11247725004095681</c:v>
                </c:pt>
                <c:pt idx="6020">
                  <c:v>-2.3730990096198272E-2</c:v>
                </c:pt>
                <c:pt idx="6021">
                  <c:v>2.0243010433913945E-2</c:v>
                </c:pt>
                <c:pt idx="6022">
                  <c:v>1.8133332554178573E-2</c:v>
                </c:pt>
                <c:pt idx="6023">
                  <c:v>2.3412364929734166E-2</c:v>
                </c:pt>
                <c:pt idx="6024">
                  <c:v>2.2032774836988473E-2</c:v>
                </c:pt>
                <c:pt idx="6025">
                  <c:v>2.1586447321847762E-2</c:v>
                </c:pt>
                <c:pt idx="6026">
                  <c:v>2.1148104268636728E-2</c:v>
                </c:pt>
                <c:pt idx="6027">
                  <c:v>0.13925244244535034</c:v>
                </c:pt>
                <c:pt idx="6028">
                  <c:v>0.25201160560021058</c:v>
                </c:pt>
                <c:pt idx="6029">
                  <c:v>0.24313418569472639</c:v>
                </c:pt>
                <c:pt idx="6030">
                  <c:v>0.20650644526987805</c:v>
                </c:pt>
                <c:pt idx="6031">
                  <c:v>0.17912177285133543</c:v>
                </c:pt>
                <c:pt idx="6032">
                  <c:v>0.11571775715573422</c:v>
                </c:pt>
                <c:pt idx="6033">
                  <c:v>3.6866193280595649E-2</c:v>
                </c:pt>
                <c:pt idx="6034">
                  <c:v>2.8985804131301324E-2</c:v>
                </c:pt>
                <c:pt idx="6035">
                  <c:v>2.0039315967567056E-2</c:v>
                </c:pt>
                <c:pt idx="6036">
                  <c:v>2.1229467399814808E-2</c:v>
                </c:pt>
                <c:pt idx="6037">
                  <c:v>1.4248446045357094E-2</c:v>
                </c:pt>
                <c:pt idx="6038">
                  <c:v>-7.9056677056936572E-2</c:v>
                </c:pt>
                <c:pt idx="6039">
                  <c:v>-9.4682189070974376E-3</c:v>
                </c:pt>
                <c:pt idx="6040">
                  <c:v>-6.8097497410759947E-2</c:v>
                </c:pt>
                <c:pt idx="6041">
                  <c:v>-9.870449287016253E-2</c:v>
                </c:pt>
                <c:pt idx="6042">
                  <c:v>-0.1014584438754044</c:v>
                </c:pt>
                <c:pt idx="6043">
                  <c:v>-2.8329451384411227E-2</c:v>
                </c:pt>
                <c:pt idx="6044">
                  <c:v>4.9741518136487226E-3</c:v>
                </c:pt>
                <c:pt idx="6045">
                  <c:v>-1.2376267110479709E-2</c:v>
                </c:pt>
                <c:pt idx="6046">
                  <c:v>1.868895757883254E-2</c:v>
                </c:pt>
                <c:pt idx="6047">
                  <c:v>2.1486449010850932E-2</c:v>
                </c:pt>
                <c:pt idx="6048">
                  <c:v>1.9718946815589448E-2</c:v>
                </c:pt>
                <c:pt idx="6049">
                  <c:v>2.223804843250737E-2</c:v>
                </c:pt>
                <c:pt idx="6050">
                  <c:v>2.1122605047501734E-2</c:v>
                </c:pt>
                <c:pt idx="6051">
                  <c:v>2.242606650059106E-2</c:v>
                </c:pt>
                <c:pt idx="6052">
                  <c:v>2.2641481832248719E-2</c:v>
                </c:pt>
                <c:pt idx="6053">
                  <c:v>2.226642884415201E-2</c:v>
                </c:pt>
                <c:pt idx="6054">
                  <c:v>2.0690218570652039E-2</c:v>
                </c:pt>
                <c:pt idx="6055">
                  <c:v>2.0456113859880852E-2</c:v>
                </c:pt>
                <c:pt idx="6056">
                  <c:v>1.772337684109734E-2</c:v>
                </c:pt>
                <c:pt idx="6057">
                  <c:v>2.1254620408920403E-2</c:v>
                </c:pt>
                <c:pt idx="6058">
                  <c:v>7.4955769831330753E-3</c:v>
                </c:pt>
                <c:pt idx="6059">
                  <c:v>-5.5988042570665489E-2</c:v>
                </c:pt>
                <c:pt idx="6060">
                  <c:v>-0.15185426024123377</c:v>
                </c:pt>
                <c:pt idx="6061">
                  <c:v>-8.7472619652051262E-2</c:v>
                </c:pt>
                <c:pt idx="6062">
                  <c:v>-0.18273218070453123</c:v>
                </c:pt>
                <c:pt idx="6063">
                  <c:v>-9.9365668983152328E-2</c:v>
                </c:pt>
                <c:pt idx="6064">
                  <c:v>-0.31899151558307265</c:v>
                </c:pt>
                <c:pt idx="6065">
                  <c:v>-0.15083726335326428</c:v>
                </c:pt>
                <c:pt idx="6066">
                  <c:v>-0.21099839171036247</c:v>
                </c:pt>
                <c:pt idx="6067">
                  <c:v>-0.21496077500971866</c:v>
                </c:pt>
                <c:pt idx="6068">
                  <c:v>-0.1972499189353239</c:v>
                </c:pt>
                <c:pt idx="6069">
                  <c:v>-0.20245289814403694</c:v>
                </c:pt>
                <c:pt idx="6070">
                  <c:v>-6.8407942383933398E-2</c:v>
                </c:pt>
                <c:pt idx="6071">
                  <c:v>1.5952660008295531E-2</c:v>
                </c:pt>
                <c:pt idx="6072">
                  <c:v>2.0226829423033249E-2</c:v>
                </c:pt>
                <c:pt idx="6073">
                  <c:v>1.7699834321028111E-2</c:v>
                </c:pt>
                <c:pt idx="6074">
                  <c:v>1.3521099002117693E-2</c:v>
                </c:pt>
                <c:pt idx="6075">
                  <c:v>1.3040867386175594E-2</c:v>
                </c:pt>
                <c:pt idx="6076">
                  <c:v>1.8462206602343458E-2</c:v>
                </c:pt>
                <c:pt idx="6077">
                  <c:v>2.5410890362817837E-2</c:v>
                </c:pt>
                <c:pt idx="6078">
                  <c:v>1.897890606188752E-2</c:v>
                </c:pt>
                <c:pt idx="6079">
                  <c:v>1.3509543127321656E-2</c:v>
                </c:pt>
                <c:pt idx="6080">
                  <c:v>-0.11101016644585236</c:v>
                </c:pt>
                <c:pt idx="6081">
                  <c:v>-0.14848864911168025</c:v>
                </c:pt>
                <c:pt idx="6082">
                  <c:v>-0.20032475080852663</c:v>
                </c:pt>
                <c:pt idx="6083">
                  <c:v>-0.21189408258042655</c:v>
                </c:pt>
                <c:pt idx="6084">
                  <c:v>-0.33255271146638221</c:v>
                </c:pt>
                <c:pt idx="6085">
                  <c:v>-0.3184741200327883</c:v>
                </c:pt>
                <c:pt idx="6086">
                  <c:v>-0.3019236078219687</c:v>
                </c:pt>
                <c:pt idx="6087">
                  <c:v>-0.3365221557292456</c:v>
                </c:pt>
                <c:pt idx="6088">
                  <c:v>-0.34661091649460979</c:v>
                </c:pt>
                <c:pt idx="6089">
                  <c:v>-0.24413751144078555</c:v>
                </c:pt>
                <c:pt idx="6090">
                  <c:v>-0.34869239826042225</c:v>
                </c:pt>
                <c:pt idx="6091">
                  <c:v>-0.1791168984098252</c:v>
                </c:pt>
                <c:pt idx="6092">
                  <c:v>-0.26193088302989415</c:v>
                </c:pt>
                <c:pt idx="6093">
                  <c:v>-0.23567299439434394</c:v>
                </c:pt>
                <c:pt idx="6094">
                  <c:v>-0.23478330393277044</c:v>
                </c:pt>
                <c:pt idx="6095">
                  <c:v>-0.18462028773342412</c:v>
                </c:pt>
                <c:pt idx="6096">
                  <c:v>-7.5908371282936505E-3</c:v>
                </c:pt>
                <c:pt idx="6097">
                  <c:v>-1.1584988913808008E-2</c:v>
                </c:pt>
                <c:pt idx="6098">
                  <c:v>-1.0084668388443805E-2</c:v>
                </c:pt>
                <c:pt idx="6099">
                  <c:v>3.573948152535227E-3</c:v>
                </c:pt>
                <c:pt idx="6100">
                  <c:v>1.1734265564852494E-2</c:v>
                </c:pt>
                <c:pt idx="6101">
                  <c:v>1.7521447428857275E-2</c:v>
                </c:pt>
                <c:pt idx="6102">
                  <c:v>1.4948269622571331E-2</c:v>
                </c:pt>
                <c:pt idx="6103">
                  <c:v>-0.14580468359765469</c:v>
                </c:pt>
                <c:pt idx="6104">
                  <c:v>-0.29502655197471422</c:v>
                </c:pt>
                <c:pt idx="6105">
                  <c:v>-0.18586544140254099</c:v>
                </c:pt>
                <c:pt idx="6106">
                  <c:v>-0.24798896293810352</c:v>
                </c:pt>
                <c:pt idx="6107">
                  <c:v>-0.27012959573105505</c:v>
                </c:pt>
                <c:pt idx="6108">
                  <c:v>-0.35456992256330133</c:v>
                </c:pt>
                <c:pt idx="6109">
                  <c:v>-0.33506928806725284</c:v>
                </c:pt>
                <c:pt idx="6110">
                  <c:v>-0.373528903928872</c:v>
                </c:pt>
                <c:pt idx="6111">
                  <c:v>-0.4581855300737287</c:v>
                </c:pt>
                <c:pt idx="6112">
                  <c:v>-0.39699556904189193</c:v>
                </c:pt>
                <c:pt idx="6113">
                  <c:v>-0.38377855911306902</c:v>
                </c:pt>
                <c:pt idx="6114">
                  <c:v>-0.37565564288447384</c:v>
                </c:pt>
                <c:pt idx="6115">
                  <c:v>-0.3274474421409807</c:v>
                </c:pt>
                <c:pt idx="6116">
                  <c:v>-0.32386822121046877</c:v>
                </c:pt>
                <c:pt idx="6117">
                  <c:v>-0.31911449023023192</c:v>
                </c:pt>
                <c:pt idx="6118">
                  <c:v>-0.26589802248587913</c:v>
                </c:pt>
                <c:pt idx="6119">
                  <c:v>-0.10268356972514067</c:v>
                </c:pt>
                <c:pt idx="6120">
                  <c:v>8.7438358811253152E-3</c:v>
                </c:pt>
                <c:pt idx="6121">
                  <c:v>1.6852191867875625E-2</c:v>
                </c:pt>
                <c:pt idx="6122">
                  <c:v>2.0535945810114319E-2</c:v>
                </c:pt>
                <c:pt idx="6123">
                  <c:v>9.3785533547710489E-3</c:v>
                </c:pt>
                <c:pt idx="6124">
                  <c:v>1.8474734806071848E-2</c:v>
                </c:pt>
                <c:pt idx="6125">
                  <c:v>1.7644463309716477E-2</c:v>
                </c:pt>
                <c:pt idx="6126">
                  <c:v>2.1663387745236368E-2</c:v>
                </c:pt>
                <c:pt idx="6127">
                  <c:v>-7.0842948380291607E-2</c:v>
                </c:pt>
                <c:pt idx="6128">
                  <c:v>-0.12796673829574834</c:v>
                </c:pt>
                <c:pt idx="6129">
                  <c:v>-3.6182353109909658E-2</c:v>
                </c:pt>
                <c:pt idx="6130">
                  <c:v>-6.4166336699075455E-2</c:v>
                </c:pt>
                <c:pt idx="6131">
                  <c:v>-0.11504616735878712</c:v>
                </c:pt>
                <c:pt idx="6132">
                  <c:v>-0.11369670317655323</c:v>
                </c:pt>
                <c:pt idx="6133">
                  <c:v>-0.18177836784933221</c:v>
                </c:pt>
                <c:pt idx="6134">
                  <c:v>-0.1510585872228847</c:v>
                </c:pt>
                <c:pt idx="6135">
                  <c:v>-0.17638576225726993</c:v>
                </c:pt>
                <c:pt idx="6136">
                  <c:v>-0.25162447958767031</c:v>
                </c:pt>
                <c:pt idx="6137">
                  <c:v>-0.21115319794275705</c:v>
                </c:pt>
                <c:pt idx="6138">
                  <c:v>-0.22172450627211582</c:v>
                </c:pt>
                <c:pt idx="6139">
                  <c:v>-0.212698307416747</c:v>
                </c:pt>
                <c:pt idx="6140">
                  <c:v>-0.16696530929135178</c:v>
                </c:pt>
                <c:pt idx="6141">
                  <c:v>-0.17798042055857632</c:v>
                </c:pt>
                <c:pt idx="6142">
                  <c:v>-0.14190038554575379</c:v>
                </c:pt>
                <c:pt idx="6143">
                  <c:v>-4.1669077856465155E-2</c:v>
                </c:pt>
                <c:pt idx="6144">
                  <c:v>-6.2491600116017891E-3</c:v>
                </c:pt>
                <c:pt idx="6145">
                  <c:v>4.4578696784842589E-3</c:v>
                </c:pt>
                <c:pt idx="6146">
                  <c:v>6.6622104764794653E-3</c:v>
                </c:pt>
                <c:pt idx="6147">
                  <c:v>9.4756766169226958E-3</c:v>
                </c:pt>
                <c:pt idx="6148">
                  <c:v>1.3893194912212074E-2</c:v>
                </c:pt>
                <c:pt idx="6149">
                  <c:v>1.6135555488097759E-2</c:v>
                </c:pt>
                <c:pt idx="6150">
                  <c:v>1.2263307856641287E-2</c:v>
                </c:pt>
                <c:pt idx="6151">
                  <c:v>-0.1396676092348122</c:v>
                </c:pt>
                <c:pt idx="6152">
                  <c:v>-0.22328917091934197</c:v>
                </c:pt>
                <c:pt idx="6153">
                  <c:v>-0.19172463036514384</c:v>
                </c:pt>
                <c:pt idx="6154">
                  <c:v>-0.23802056212809383</c:v>
                </c:pt>
                <c:pt idx="6155">
                  <c:v>-0.36392518402757568</c:v>
                </c:pt>
                <c:pt idx="6156">
                  <c:v>-0.25901327596491963</c:v>
                </c:pt>
                <c:pt idx="6157">
                  <c:v>-0.25218444159581305</c:v>
                </c:pt>
                <c:pt idx="6158">
                  <c:v>-0.29460747664811782</c:v>
                </c:pt>
                <c:pt idx="6159">
                  <c:v>-0.3210213638377914</c:v>
                </c:pt>
                <c:pt idx="6160">
                  <c:v>-0.29748739160803644</c:v>
                </c:pt>
                <c:pt idx="6161">
                  <c:v>-0.27920369253220267</c:v>
                </c:pt>
                <c:pt idx="6162">
                  <c:v>-0.24814889806729781</c:v>
                </c:pt>
                <c:pt idx="6163">
                  <c:v>-0.21351753377143787</c:v>
                </c:pt>
                <c:pt idx="6164">
                  <c:v>-0.19438658336677492</c:v>
                </c:pt>
                <c:pt idx="6165">
                  <c:v>-0.10387344078385979</c:v>
                </c:pt>
                <c:pt idx="6166">
                  <c:v>-0.12032899826534114</c:v>
                </c:pt>
                <c:pt idx="6167">
                  <c:v>-4.0775347872283277E-2</c:v>
                </c:pt>
                <c:pt idx="6168">
                  <c:v>1.2060481959438459E-2</c:v>
                </c:pt>
                <c:pt idx="6169">
                  <c:v>1.3022133010846582E-2</c:v>
                </c:pt>
                <c:pt idx="6170">
                  <c:v>8.5103785355314151E-3</c:v>
                </c:pt>
                <c:pt idx="6171">
                  <c:v>1.1582213377506367E-2</c:v>
                </c:pt>
                <c:pt idx="6172">
                  <c:v>1.7468527019211186E-2</c:v>
                </c:pt>
                <c:pt idx="6173">
                  <c:v>1.8369097062621801E-2</c:v>
                </c:pt>
                <c:pt idx="6174">
                  <c:v>2.1612201826283851E-2</c:v>
                </c:pt>
                <c:pt idx="6175">
                  <c:v>-0.10037317523043987</c:v>
                </c:pt>
                <c:pt idx="6176">
                  <c:v>-0.21557541671388841</c:v>
                </c:pt>
                <c:pt idx="6177">
                  <c:v>-0.2330004148506464</c:v>
                </c:pt>
                <c:pt idx="6178">
                  <c:v>-0.35903942001660966</c:v>
                </c:pt>
                <c:pt idx="6179">
                  <c:v>-0.37133617268851099</c:v>
                </c:pt>
                <c:pt idx="6180">
                  <c:v>-0.38906543860571335</c:v>
                </c:pt>
                <c:pt idx="6181">
                  <c:v>-0.45890114862230208</c:v>
                </c:pt>
                <c:pt idx="6182">
                  <c:v>-0.25632296966493462</c:v>
                </c:pt>
                <c:pt idx="6183">
                  <c:v>-0.16370244987174878</c:v>
                </c:pt>
                <c:pt idx="6184">
                  <c:v>-0.19167443931788114</c:v>
                </c:pt>
                <c:pt idx="6185">
                  <c:v>-0.21571822420735412</c:v>
                </c:pt>
                <c:pt idx="6186">
                  <c:v>-0.25310938189918319</c:v>
                </c:pt>
                <c:pt idx="6187">
                  <c:v>-0.27665420272341151</c:v>
                </c:pt>
                <c:pt idx="6188">
                  <c:v>-0.26179482489361816</c:v>
                </c:pt>
                <c:pt idx="6189">
                  <c:v>-0.18794437269492381</c:v>
                </c:pt>
                <c:pt idx="6190">
                  <c:v>-0.21980177413208421</c:v>
                </c:pt>
                <c:pt idx="6191">
                  <c:v>-0.1000033598955115</c:v>
                </c:pt>
                <c:pt idx="6192">
                  <c:v>-1.4471612123343031E-3</c:v>
                </c:pt>
                <c:pt idx="6193">
                  <c:v>-2.1789021312177003E-3</c:v>
                </c:pt>
                <c:pt idx="6194">
                  <c:v>1.8148679964138381E-3</c:v>
                </c:pt>
                <c:pt idx="6195">
                  <c:v>1.2663690445171833E-2</c:v>
                </c:pt>
                <c:pt idx="6196">
                  <c:v>1.7172841446580007E-2</c:v>
                </c:pt>
                <c:pt idx="6197">
                  <c:v>1.8136302622237525E-2</c:v>
                </c:pt>
                <c:pt idx="6198">
                  <c:v>1.9442044712893829E-2</c:v>
                </c:pt>
                <c:pt idx="6199">
                  <c:v>2.1244897960740056E-2</c:v>
                </c:pt>
                <c:pt idx="6200">
                  <c:v>2.1857344985490985E-2</c:v>
                </c:pt>
                <c:pt idx="6201">
                  <c:v>2.1310611921795349E-2</c:v>
                </c:pt>
                <c:pt idx="6202">
                  <c:v>-0.12305686125874425</c:v>
                </c:pt>
                <c:pt idx="6203">
                  <c:v>-0.19919405658932562</c:v>
                </c:pt>
                <c:pt idx="6204">
                  <c:v>-0.18184608666411767</c:v>
                </c:pt>
                <c:pt idx="6205">
                  <c:v>-0.22589421359319711</c:v>
                </c:pt>
                <c:pt idx="6206">
                  <c:v>-0.25985730461783652</c:v>
                </c:pt>
                <c:pt idx="6207">
                  <c:v>-0.24460974372712599</c:v>
                </c:pt>
                <c:pt idx="6208">
                  <c:v>-0.30135448713905483</c:v>
                </c:pt>
                <c:pt idx="6209">
                  <c:v>-0.28340204509260547</c:v>
                </c:pt>
                <c:pt idx="6210">
                  <c:v>-6.9890832682365539E-2</c:v>
                </c:pt>
                <c:pt idx="6211">
                  <c:v>-0.16597537805839377</c:v>
                </c:pt>
                <c:pt idx="6212">
                  <c:v>-0.13140130753612514</c:v>
                </c:pt>
                <c:pt idx="6213">
                  <c:v>-9.4120607885852747E-2</c:v>
                </c:pt>
                <c:pt idx="6214">
                  <c:v>-0.17119697298696693</c:v>
                </c:pt>
                <c:pt idx="6215">
                  <c:v>-2.8233226799397923E-2</c:v>
                </c:pt>
                <c:pt idx="6216">
                  <c:v>-2.7569706481950243E-2</c:v>
                </c:pt>
                <c:pt idx="6217">
                  <c:v>3.000920014322471E-3</c:v>
                </c:pt>
                <c:pt idx="6218">
                  <c:v>1.2698195558478799E-2</c:v>
                </c:pt>
                <c:pt idx="6219">
                  <c:v>1.2710193216737133E-2</c:v>
                </c:pt>
                <c:pt idx="6220">
                  <c:v>2.0110592256112211E-2</c:v>
                </c:pt>
                <c:pt idx="6221">
                  <c:v>2.132567806139455E-2</c:v>
                </c:pt>
                <c:pt idx="6222">
                  <c:v>2.1278669728796301E-2</c:v>
                </c:pt>
                <c:pt idx="6223">
                  <c:v>2.2855451290419018E-2</c:v>
                </c:pt>
                <c:pt idx="6224">
                  <c:v>2.2931401212696351E-2</c:v>
                </c:pt>
                <c:pt idx="6225">
                  <c:v>2.4666542825633721E-2</c:v>
                </c:pt>
                <c:pt idx="6226">
                  <c:v>2.7088460332391189E-2</c:v>
                </c:pt>
                <c:pt idx="6227">
                  <c:v>2.4835511543678898E-2</c:v>
                </c:pt>
                <c:pt idx="6228">
                  <c:v>2.6985236983235267E-2</c:v>
                </c:pt>
                <c:pt idx="6229">
                  <c:v>2.2817862662793474E-2</c:v>
                </c:pt>
                <c:pt idx="6230">
                  <c:v>2.0852567377973089E-2</c:v>
                </c:pt>
                <c:pt idx="6231">
                  <c:v>2.2223553361566364E-2</c:v>
                </c:pt>
                <c:pt idx="6232">
                  <c:v>2.524052765345949E-2</c:v>
                </c:pt>
                <c:pt idx="6233">
                  <c:v>2.5436603871603389E-2</c:v>
                </c:pt>
                <c:pt idx="6234">
                  <c:v>2.3558779815374273E-2</c:v>
                </c:pt>
                <c:pt idx="6235">
                  <c:v>2.8906788780320769E-2</c:v>
                </c:pt>
                <c:pt idx="6236">
                  <c:v>2.3846247837875045E-2</c:v>
                </c:pt>
                <c:pt idx="6237">
                  <c:v>2.6948994147272771E-2</c:v>
                </c:pt>
                <c:pt idx="6238">
                  <c:v>2.356141163464855E-2</c:v>
                </c:pt>
                <c:pt idx="6239">
                  <c:v>2.5815532818142448E-2</c:v>
                </c:pt>
                <c:pt idx="6240">
                  <c:v>2.6224372948429591E-2</c:v>
                </c:pt>
                <c:pt idx="6241">
                  <c:v>2.2896452065299191E-2</c:v>
                </c:pt>
                <c:pt idx="6242">
                  <c:v>2.264927401123415E-2</c:v>
                </c:pt>
                <c:pt idx="6243">
                  <c:v>2.2638192976687562E-2</c:v>
                </c:pt>
                <c:pt idx="6244">
                  <c:v>2.2769791988700931E-2</c:v>
                </c:pt>
                <c:pt idx="6245">
                  <c:v>2.150053225253272E-2</c:v>
                </c:pt>
                <c:pt idx="6246">
                  <c:v>2.0955624002021795E-2</c:v>
                </c:pt>
                <c:pt idx="6247">
                  <c:v>2.0144229793559409E-2</c:v>
                </c:pt>
                <c:pt idx="6248">
                  <c:v>2.1729512085093657E-2</c:v>
                </c:pt>
                <c:pt idx="6249">
                  <c:v>2.0291117421660163E-2</c:v>
                </c:pt>
                <c:pt idx="6250">
                  <c:v>2.3265593154112474E-2</c:v>
                </c:pt>
                <c:pt idx="6251">
                  <c:v>2.391350426930583E-2</c:v>
                </c:pt>
                <c:pt idx="6252">
                  <c:v>2.2306282486357572E-2</c:v>
                </c:pt>
                <c:pt idx="6253">
                  <c:v>1.9058805868909463E-2</c:v>
                </c:pt>
                <c:pt idx="6254">
                  <c:v>5.0355165574389009E-3</c:v>
                </c:pt>
                <c:pt idx="6255">
                  <c:v>-8.5973288391167732E-2</c:v>
                </c:pt>
                <c:pt idx="6256">
                  <c:v>-0.1337313819799622</c:v>
                </c:pt>
                <c:pt idx="6257">
                  <c:v>-0.10783798749859143</c:v>
                </c:pt>
                <c:pt idx="6258">
                  <c:v>-0.11173001244748028</c:v>
                </c:pt>
                <c:pt idx="6259">
                  <c:v>-8.7075890725482774E-2</c:v>
                </c:pt>
                <c:pt idx="6260">
                  <c:v>-4.1096442134181253E-2</c:v>
                </c:pt>
                <c:pt idx="6261">
                  <c:v>1.5130117490840379E-2</c:v>
                </c:pt>
                <c:pt idx="6262">
                  <c:v>1.8145662487097387E-2</c:v>
                </c:pt>
                <c:pt idx="6263">
                  <c:v>2.418232281412187E-2</c:v>
                </c:pt>
                <c:pt idx="6264">
                  <c:v>2.5735249777550911E-2</c:v>
                </c:pt>
                <c:pt idx="6265">
                  <c:v>2.063092195622521E-2</c:v>
                </c:pt>
                <c:pt idx="6266">
                  <c:v>2.3113702472435493E-2</c:v>
                </c:pt>
                <c:pt idx="6267">
                  <c:v>2.3435392057793169E-2</c:v>
                </c:pt>
                <c:pt idx="6268">
                  <c:v>2.0484543558796427E-2</c:v>
                </c:pt>
                <c:pt idx="6269">
                  <c:v>2.3640937543527311E-2</c:v>
                </c:pt>
                <c:pt idx="6270">
                  <c:v>2.4669600566635929E-2</c:v>
                </c:pt>
                <c:pt idx="6271">
                  <c:v>2.1985650123129898E-2</c:v>
                </c:pt>
                <c:pt idx="6272">
                  <c:v>1.9522747995946051E-2</c:v>
                </c:pt>
                <c:pt idx="6273">
                  <c:v>2.2181604567338139E-2</c:v>
                </c:pt>
                <c:pt idx="6274">
                  <c:v>2.2506826248294226E-2</c:v>
                </c:pt>
                <c:pt idx="6275">
                  <c:v>3.1170363368337971E-2</c:v>
                </c:pt>
                <c:pt idx="6276">
                  <c:v>-0.19513884388600089</c:v>
                </c:pt>
                <c:pt idx="6277">
                  <c:v>-0.1645231823073926</c:v>
                </c:pt>
                <c:pt idx="6278">
                  <c:v>-0.15071112487014554</c:v>
                </c:pt>
                <c:pt idx="6279">
                  <c:v>-0.21506782808147346</c:v>
                </c:pt>
                <c:pt idx="6280">
                  <c:v>-0.2087735985772543</c:v>
                </c:pt>
                <c:pt idx="6281">
                  <c:v>-0.16739849927522699</c:v>
                </c:pt>
                <c:pt idx="6282">
                  <c:v>-0.16896204788673583</c:v>
                </c:pt>
                <c:pt idx="6283">
                  <c:v>-7.8407755411339472E-2</c:v>
                </c:pt>
                <c:pt idx="6284">
                  <c:v>-0.1647347865727504</c:v>
                </c:pt>
                <c:pt idx="6285">
                  <c:v>-0.1435608847860026</c:v>
                </c:pt>
                <c:pt idx="6286">
                  <c:v>-0.18147947510397686</c:v>
                </c:pt>
                <c:pt idx="6287">
                  <c:v>9.1266591295521126E-3</c:v>
                </c:pt>
                <c:pt idx="6288">
                  <c:v>1.357341900478321E-2</c:v>
                </c:pt>
                <c:pt idx="6289">
                  <c:v>1.2694478217552759E-2</c:v>
                </c:pt>
                <c:pt idx="6290">
                  <c:v>1.0098960378018355E-2</c:v>
                </c:pt>
                <c:pt idx="6291">
                  <c:v>1.317235909470986E-2</c:v>
                </c:pt>
                <c:pt idx="6292">
                  <c:v>1.9730417098292621E-2</c:v>
                </c:pt>
                <c:pt idx="6293">
                  <c:v>2.3034691215091729E-2</c:v>
                </c:pt>
                <c:pt idx="6294">
                  <c:v>2.107622489437953E-2</c:v>
                </c:pt>
                <c:pt idx="6295">
                  <c:v>1.0360575845225619E-2</c:v>
                </c:pt>
                <c:pt idx="6296">
                  <c:v>-0.17873970577485371</c:v>
                </c:pt>
                <c:pt idx="6297">
                  <c:v>-0.27501381173104067</c:v>
                </c:pt>
                <c:pt idx="6298">
                  <c:v>-0.21482956964148742</c:v>
                </c:pt>
                <c:pt idx="6299">
                  <c:v>-0.27254509758010648</c:v>
                </c:pt>
                <c:pt idx="6300">
                  <c:v>-0.28284598156092589</c:v>
                </c:pt>
                <c:pt idx="6301">
                  <c:v>-0.31872802983428261</c:v>
                </c:pt>
                <c:pt idx="6302">
                  <c:v>-0.29792468492209995</c:v>
                </c:pt>
                <c:pt idx="6303">
                  <c:v>-0.33676138861678312</c:v>
                </c:pt>
                <c:pt idx="6304">
                  <c:v>-0.29333722526120976</c:v>
                </c:pt>
                <c:pt idx="6305">
                  <c:v>-0.27471323913082907</c:v>
                </c:pt>
                <c:pt idx="6306">
                  <c:v>-0.31486915461301218</c:v>
                </c:pt>
                <c:pt idx="6307">
                  <c:v>-0.27546541061911939</c:v>
                </c:pt>
                <c:pt idx="6308">
                  <c:v>-0.23477137288231817</c:v>
                </c:pt>
                <c:pt idx="6309">
                  <c:v>-6.164946687934645E-2</c:v>
                </c:pt>
                <c:pt idx="6310">
                  <c:v>-0.21339296991720041</c:v>
                </c:pt>
                <c:pt idx="6311">
                  <c:v>-9.6622876158125124E-3</c:v>
                </c:pt>
                <c:pt idx="6312">
                  <c:v>-2.2864398188139038E-3</c:v>
                </c:pt>
                <c:pt idx="6313">
                  <c:v>-9.5157341852855409E-4</c:v>
                </c:pt>
                <c:pt idx="6314">
                  <c:v>8.0874467553215309E-3</c:v>
                </c:pt>
                <c:pt idx="6315">
                  <c:v>1.9032546639234947E-2</c:v>
                </c:pt>
                <c:pt idx="6316">
                  <c:v>2.2845485590909202E-2</c:v>
                </c:pt>
                <c:pt idx="6317">
                  <c:v>2.137667812796936E-2</c:v>
                </c:pt>
                <c:pt idx="6318">
                  <c:v>1.9961684093411289E-2</c:v>
                </c:pt>
                <c:pt idx="6319">
                  <c:v>1.4655824373730102E-2</c:v>
                </c:pt>
                <c:pt idx="6320">
                  <c:v>-0.21521920033185601</c:v>
                </c:pt>
                <c:pt idx="6321">
                  <c:v>-0.28390455534027326</c:v>
                </c:pt>
                <c:pt idx="6322">
                  <c:v>-0.27167474465246749</c:v>
                </c:pt>
                <c:pt idx="6323">
                  <c:v>-0.27658330068535586</c:v>
                </c:pt>
                <c:pt idx="6324">
                  <c:v>-0.29686689282561451</c:v>
                </c:pt>
                <c:pt idx="6325">
                  <c:v>-0.3439057488054445</c:v>
                </c:pt>
                <c:pt idx="6326">
                  <c:v>-0.34538363871419814</c:v>
                </c:pt>
                <c:pt idx="6327">
                  <c:v>-0.34290757573086927</c:v>
                </c:pt>
                <c:pt idx="6328">
                  <c:v>-0.3739357127605098</c:v>
                </c:pt>
                <c:pt idx="6329">
                  <c:v>-0.36669487775911208</c:v>
                </c:pt>
                <c:pt idx="6330">
                  <c:v>-0.37073774664611647</c:v>
                </c:pt>
                <c:pt idx="6331">
                  <c:v>-0.38153265513450002</c:v>
                </c:pt>
                <c:pt idx="6332">
                  <c:v>-0.35189132580336507</c:v>
                </c:pt>
                <c:pt idx="6333">
                  <c:v>-0.22244379967222916</c:v>
                </c:pt>
                <c:pt idx="6334">
                  <c:v>-0.24781240208435493</c:v>
                </c:pt>
                <c:pt idx="6335">
                  <c:v>-0.20194933930729228</c:v>
                </c:pt>
                <c:pt idx="6336">
                  <c:v>-1.5343454755727119E-2</c:v>
                </c:pt>
                <c:pt idx="6337">
                  <c:v>-5.3589914096895484E-3</c:v>
                </c:pt>
                <c:pt idx="6338">
                  <c:v>8.4884677238844693E-4</c:v>
                </c:pt>
                <c:pt idx="6339">
                  <c:v>1.3888058512339355E-2</c:v>
                </c:pt>
                <c:pt idx="6340">
                  <c:v>1.6494484802075278E-2</c:v>
                </c:pt>
                <c:pt idx="6341">
                  <c:v>1.7726685893177354E-2</c:v>
                </c:pt>
                <c:pt idx="6342">
                  <c:v>1.1390094262320407E-2</c:v>
                </c:pt>
                <c:pt idx="6343">
                  <c:v>-0.15589476645433503</c:v>
                </c:pt>
                <c:pt idx="6344">
                  <c:v>-0.39369185891657288</c:v>
                </c:pt>
                <c:pt idx="6345">
                  <c:v>-0.3522514506585363</c:v>
                </c:pt>
                <c:pt idx="6346">
                  <c:v>-0.35233352339814256</c:v>
                </c:pt>
                <c:pt idx="6347">
                  <c:v>-0.42420286987904604</c:v>
                </c:pt>
                <c:pt idx="6348">
                  <c:v>-0.45247502427697717</c:v>
                </c:pt>
                <c:pt idx="6349">
                  <c:v>-0.43492716338013959</c:v>
                </c:pt>
                <c:pt idx="6350">
                  <c:v>-0.41465633856367107</c:v>
                </c:pt>
                <c:pt idx="6351">
                  <c:v>-0.40957294965036356</c:v>
                </c:pt>
                <c:pt idx="6352">
                  <c:v>-0.43231107626893278</c:v>
                </c:pt>
                <c:pt idx="6353">
                  <c:v>-0.43106314147776803</c:v>
                </c:pt>
                <c:pt idx="6354">
                  <c:v>-0.41116564267673772</c:v>
                </c:pt>
                <c:pt idx="6355">
                  <c:v>-0.38549520510751323</c:v>
                </c:pt>
                <c:pt idx="6356">
                  <c:v>-0.38746429680969063</c:v>
                </c:pt>
                <c:pt idx="6357">
                  <c:v>-0.36239560704726842</c:v>
                </c:pt>
                <c:pt idx="6358">
                  <c:v>-0.31280028345402244</c:v>
                </c:pt>
                <c:pt idx="6359">
                  <c:v>-7.599346639081421E-2</c:v>
                </c:pt>
                <c:pt idx="6360">
                  <c:v>-8.0732822393045547E-3</c:v>
                </c:pt>
                <c:pt idx="6361">
                  <c:v>-1.773171391296793E-2</c:v>
                </c:pt>
                <c:pt idx="6362">
                  <c:v>7.886224039750242E-3</c:v>
                </c:pt>
                <c:pt idx="6363">
                  <c:v>2.1344998572069881E-2</c:v>
                </c:pt>
                <c:pt idx="6364">
                  <c:v>1.6035269397726676E-2</c:v>
                </c:pt>
                <c:pt idx="6365">
                  <c:v>2.0929571409946432E-2</c:v>
                </c:pt>
                <c:pt idx="6366">
                  <c:v>1.9669631423940657E-2</c:v>
                </c:pt>
                <c:pt idx="6367">
                  <c:v>-0.14174157878370866</c:v>
                </c:pt>
                <c:pt idx="6368">
                  <c:v>-0.40309181561592267</c:v>
                </c:pt>
                <c:pt idx="6369">
                  <c:v>-0.36071424968077564</c:v>
                </c:pt>
                <c:pt idx="6370">
                  <c:v>-0.39034120351665691</c:v>
                </c:pt>
                <c:pt idx="6371">
                  <c:v>-0.4361422555326861</c:v>
                </c:pt>
                <c:pt idx="6372">
                  <c:v>-0.49616726395632255</c:v>
                </c:pt>
                <c:pt idx="6373">
                  <c:v>-0.47716690185887184</c:v>
                </c:pt>
                <c:pt idx="6374">
                  <c:v>-0.50806731269507477</c:v>
                </c:pt>
                <c:pt idx="6375">
                  <c:v>-0.53634716376181302</c:v>
                </c:pt>
                <c:pt idx="6376">
                  <c:v>-0.54764330031922037</c:v>
                </c:pt>
                <c:pt idx="6377">
                  <c:v>-0.50800763541202854</c:v>
                </c:pt>
                <c:pt idx="6378">
                  <c:v>-0.48327424960223703</c:v>
                </c:pt>
                <c:pt idx="6379">
                  <c:v>-0.44736452584563552</c:v>
                </c:pt>
                <c:pt idx="6380">
                  <c:v>-0.41377105696650984</c:v>
                </c:pt>
                <c:pt idx="6381">
                  <c:v>-0.39323907378264095</c:v>
                </c:pt>
                <c:pt idx="6382">
                  <c:v>-0.37240032681978041</c:v>
                </c:pt>
                <c:pt idx="6383">
                  <c:v>-0.17067483854711435</c:v>
                </c:pt>
                <c:pt idx="6384">
                  <c:v>-2.9195032329424171E-2</c:v>
                </c:pt>
                <c:pt idx="6385">
                  <c:v>-2.2789014577392575E-2</c:v>
                </c:pt>
                <c:pt idx="6386">
                  <c:v>-2.414713591511275E-3</c:v>
                </c:pt>
                <c:pt idx="6387">
                  <c:v>8.3903828752241952E-3</c:v>
                </c:pt>
                <c:pt idx="6388">
                  <c:v>1.2359039769244944E-2</c:v>
                </c:pt>
                <c:pt idx="6389">
                  <c:v>1.5937767852406037E-2</c:v>
                </c:pt>
                <c:pt idx="6390">
                  <c:v>1.5791869414921677E-2</c:v>
                </c:pt>
                <c:pt idx="6391">
                  <c:v>-0.1660796373132962</c:v>
                </c:pt>
                <c:pt idx="6392">
                  <c:v>-0.34842685938981027</c:v>
                </c:pt>
                <c:pt idx="6393">
                  <c:v>-0.2882289538943576</c:v>
                </c:pt>
                <c:pt idx="6394">
                  <c:v>-0.2986388627146726</c:v>
                </c:pt>
                <c:pt idx="6395">
                  <c:v>-0.27053011043693748</c:v>
                </c:pt>
                <c:pt idx="6396">
                  <c:v>-0.2926479385681563</c:v>
                </c:pt>
                <c:pt idx="6397">
                  <c:v>-0.33486242237267705</c:v>
                </c:pt>
                <c:pt idx="6398">
                  <c:v>-0.34973504231395114</c:v>
                </c:pt>
                <c:pt idx="6399">
                  <c:v>-0.34941970659145838</c:v>
                </c:pt>
                <c:pt idx="6400">
                  <c:v>-0.37678081019576243</c:v>
                </c:pt>
                <c:pt idx="6401">
                  <c:v>-0.32738204248806713</c:v>
                </c:pt>
                <c:pt idx="6402">
                  <c:v>-0.29991062423347031</c:v>
                </c:pt>
                <c:pt idx="6403">
                  <c:v>-0.31486341686327551</c:v>
                </c:pt>
                <c:pt idx="6404">
                  <c:v>-0.32707707183491042</c:v>
                </c:pt>
                <c:pt idx="6405">
                  <c:v>-0.33118530236616278</c:v>
                </c:pt>
                <c:pt idx="6406">
                  <c:v>-0.33323870289930652</c:v>
                </c:pt>
                <c:pt idx="6407">
                  <c:v>-0.34573315783508352</c:v>
                </c:pt>
                <c:pt idx="6408">
                  <c:v>-0.19267639209661178</c:v>
                </c:pt>
                <c:pt idx="6409">
                  <c:v>-6.40111979248532E-2</c:v>
                </c:pt>
                <c:pt idx="6410">
                  <c:v>-6.1095771319809852E-2</c:v>
                </c:pt>
                <c:pt idx="6411">
                  <c:v>-2.4435778321339245E-2</c:v>
                </c:pt>
                <c:pt idx="6412">
                  <c:v>-2.6860373932998667E-3</c:v>
                </c:pt>
                <c:pt idx="6413">
                  <c:v>9.0089432063330255E-3</c:v>
                </c:pt>
                <c:pt idx="6414">
                  <c:v>1.2602323926310317E-2</c:v>
                </c:pt>
                <c:pt idx="6415">
                  <c:v>-0.17741495201617169</c:v>
                </c:pt>
                <c:pt idx="6416">
                  <c:v>-0.31417223563677416</c:v>
                </c:pt>
                <c:pt idx="6417">
                  <c:v>-0.22979925566733161</c:v>
                </c:pt>
                <c:pt idx="6418">
                  <c:v>-8.212812426451041E-2</c:v>
                </c:pt>
                <c:pt idx="6419">
                  <c:v>-0.27897152533555447</c:v>
                </c:pt>
                <c:pt idx="6420">
                  <c:v>-0.14089748403957467</c:v>
                </c:pt>
                <c:pt idx="6421">
                  <c:v>-0.43635199752040082</c:v>
                </c:pt>
                <c:pt idx="6422">
                  <c:v>-0.30055325957168355</c:v>
                </c:pt>
                <c:pt idx="6423">
                  <c:v>-0.3185881436516369</c:v>
                </c:pt>
                <c:pt idx="6424">
                  <c:v>-0.32868571358897314</c:v>
                </c:pt>
                <c:pt idx="6425">
                  <c:v>-0.19002995108626031</c:v>
                </c:pt>
                <c:pt idx="6426">
                  <c:v>-0.24473679800148748</c:v>
                </c:pt>
                <c:pt idx="6427">
                  <c:v>-0.19009726237936891</c:v>
                </c:pt>
                <c:pt idx="6428">
                  <c:v>-0.18739811275652635</c:v>
                </c:pt>
                <c:pt idx="6429">
                  <c:v>-0.25331582280968351</c:v>
                </c:pt>
                <c:pt idx="6430">
                  <c:v>-0.1940088470740827</c:v>
                </c:pt>
                <c:pt idx="6431">
                  <c:v>-0.18625490368512118</c:v>
                </c:pt>
                <c:pt idx="6432">
                  <c:v>-5.0769560000389988E-3</c:v>
                </c:pt>
                <c:pt idx="6433">
                  <c:v>3.3161252481424446E-3</c:v>
                </c:pt>
                <c:pt idx="6434">
                  <c:v>8.971555098454967E-5</c:v>
                </c:pt>
                <c:pt idx="6435">
                  <c:v>7.0386861322645445E-3</c:v>
                </c:pt>
                <c:pt idx="6436">
                  <c:v>1.5912729625624959E-2</c:v>
                </c:pt>
                <c:pt idx="6437">
                  <c:v>1.9132065333107823E-2</c:v>
                </c:pt>
                <c:pt idx="6438">
                  <c:v>1.9005784615945213E-2</c:v>
                </c:pt>
                <c:pt idx="6439">
                  <c:v>-9.4375780334493897E-2</c:v>
                </c:pt>
                <c:pt idx="6440">
                  <c:v>-0.27452421422145923</c:v>
                </c:pt>
                <c:pt idx="6441">
                  <c:v>-0.2605022815428823</c:v>
                </c:pt>
                <c:pt idx="6442">
                  <c:v>-0.42817263353683521</c:v>
                </c:pt>
                <c:pt idx="6443">
                  <c:v>-0.38631633957352002</c:v>
                </c:pt>
                <c:pt idx="6444">
                  <c:v>-0.47117741143864683</c:v>
                </c:pt>
                <c:pt idx="6445">
                  <c:v>-0.60290845991502118</c:v>
                </c:pt>
                <c:pt idx="6446">
                  <c:v>-0.60548759439028543</c:v>
                </c:pt>
                <c:pt idx="6447">
                  <c:v>-0.59184240888584572</c:v>
                </c:pt>
                <c:pt idx="6448">
                  <c:v>-0.52867640659724868</c:v>
                </c:pt>
                <c:pt idx="6449">
                  <c:v>-0.45719503890809149</c:v>
                </c:pt>
                <c:pt idx="6450">
                  <c:v>-0.35116651267207971</c:v>
                </c:pt>
                <c:pt idx="6451">
                  <c:v>-0.42028337580399167</c:v>
                </c:pt>
                <c:pt idx="6452">
                  <c:v>-0.3769186280720897</c:v>
                </c:pt>
                <c:pt idx="6453">
                  <c:v>-0.33449077375620556</c:v>
                </c:pt>
                <c:pt idx="6454">
                  <c:v>-0.36205491266770068</c:v>
                </c:pt>
                <c:pt idx="6455">
                  <c:v>-0.21852931556668967</c:v>
                </c:pt>
                <c:pt idx="6456">
                  <c:v>-8.7861868754463404E-2</c:v>
                </c:pt>
                <c:pt idx="6457">
                  <c:v>-3.9185627259055111E-2</c:v>
                </c:pt>
                <c:pt idx="6458">
                  <c:v>-8.7935052346836164E-3</c:v>
                </c:pt>
                <c:pt idx="6459">
                  <c:v>2.183854724462129E-3</c:v>
                </c:pt>
                <c:pt idx="6460">
                  <c:v>1.0429478857524266E-2</c:v>
                </c:pt>
                <c:pt idx="6461">
                  <c:v>1.6889322465919211E-2</c:v>
                </c:pt>
                <c:pt idx="6462">
                  <c:v>1.7389305686837348E-2</c:v>
                </c:pt>
                <c:pt idx="6463">
                  <c:v>-0.12123595820605491</c:v>
                </c:pt>
                <c:pt idx="6464">
                  <c:v>-0.32446759096927152</c:v>
                </c:pt>
                <c:pt idx="6465">
                  <c:v>-0.31676156038458547</c:v>
                </c:pt>
                <c:pt idx="6466">
                  <c:v>-0.39174894084818285</c:v>
                </c:pt>
                <c:pt idx="6467">
                  <c:v>-0.40082044831099384</c:v>
                </c:pt>
                <c:pt idx="6468">
                  <c:v>-0.46689406367466585</c:v>
                </c:pt>
                <c:pt idx="6469">
                  <c:v>-0.48051727701548536</c:v>
                </c:pt>
                <c:pt idx="6470">
                  <c:v>-0.45198247998554947</c:v>
                </c:pt>
                <c:pt idx="6471">
                  <c:v>-0.49270293955505495</c:v>
                </c:pt>
                <c:pt idx="6472">
                  <c:v>-0.48765646434198923</c:v>
                </c:pt>
                <c:pt idx="6473">
                  <c:v>-0.38239268062770693</c:v>
                </c:pt>
                <c:pt idx="6474">
                  <c:v>-0.40242220129734563</c:v>
                </c:pt>
                <c:pt idx="6475">
                  <c:v>-0.39430212547661297</c:v>
                </c:pt>
                <c:pt idx="6476">
                  <c:v>-0.3386871709598217</c:v>
                </c:pt>
                <c:pt idx="6477">
                  <c:v>-0.31243132338864971</c:v>
                </c:pt>
                <c:pt idx="6478">
                  <c:v>-0.30235805246647335</c:v>
                </c:pt>
                <c:pt idx="6479">
                  <c:v>-0.17250594141225556</c:v>
                </c:pt>
                <c:pt idx="6480">
                  <c:v>-4.7527026268360084E-2</c:v>
                </c:pt>
                <c:pt idx="6481">
                  <c:v>-3.7842723849131205E-2</c:v>
                </c:pt>
                <c:pt idx="6482">
                  <c:v>-1.4002576176858933E-2</c:v>
                </c:pt>
                <c:pt idx="6483">
                  <c:v>-3.5067597616364487E-3</c:v>
                </c:pt>
                <c:pt idx="6484">
                  <c:v>-2.2434733886888443E-3</c:v>
                </c:pt>
                <c:pt idx="6485">
                  <c:v>6.1309826348672518E-3</c:v>
                </c:pt>
                <c:pt idx="6486">
                  <c:v>8.9533613746086409E-3</c:v>
                </c:pt>
                <c:pt idx="6487">
                  <c:v>-0.11121930863678296</c:v>
                </c:pt>
                <c:pt idx="6488">
                  <c:v>-0.32031242214588435</c:v>
                </c:pt>
                <c:pt idx="6489">
                  <c:v>-0.33438820830979182</c:v>
                </c:pt>
                <c:pt idx="6490">
                  <c:v>-0.37312269225854588</c:v>
                </c:pt>
                <c:pt idx="6491">
                  <c:v>-0.33825650111784589</c:v>
                </c:pt>
                <c:pt idx="6492">
                  <c:v>-0.31371609137540973</c:v>
                </c:pt>
                <c:pt idx="6493">
                  <c:v>-0.36906657367041507</c:v>
                </c:pt>
                <c:pt idx="6494">
                  <c:v>-0.3276369913548689</c:v>
                </c:pt>
                <c:pt idx="6495">
                  <c:v>-0.288772172725757</c:v>
                </c:pt>
                <c:pt idx="6496">
                  <c:v>-0.29989391162394807</c:v>
                </c:pt>
                <c:pt idx="6497">
                  <c:v>-0.27985070307615523</c:v>
                </c:pt>
                <c:pt idx="6498">
                  <c:v>-0.2481260640793666</c:v>
                </c:pt>
                <c:pt idx="6499">
                  <c:v>-0.25182371491347261</c:v>
                </c:pt>
                <c:pt idx="6500">
                  <c:v>-0.13058000117494425</c:v>
                </c:pt>
                <c:pt idx="6501">
                  <c:v>-0.14772925425685146</c:v>
                </c:pt>
                <c:pt idx="6502">
                  <c:v>-0.13221609174115068</c:v>
                </c:pt>
                <c:pt idx="6503">
                  <c:v>-0.11389497090501252</c:v>
                </c:pt>
                <c:pt idx="6504">
                  <c:v>-3.2560697796979259E-3</c:v>
                </c:pt>
                <c:pt idx="6505">
                  <c:v>-4.3800883122291859E-3</c:v>
                </c:pt>
                <c:pt idx="6506">
                  <c:v>-1.6717765511428879E-3</c:v>
                </c:pt>
                <c:pt idx="6507">
                  <c:v>5.0311811681413464E-3</c:v>
                </c:pt>
                <c:pt idx="6508">
                  <c:v>1.6055700536252597E-2</c:v>
                </c:pt>
                <c:pt idx="6509">
                  <c:v>2.0117098467513812E-2</c:v>
                </c:pt>
                <c:pt idx="6510">
                  <c:v>2.1357206578128392E-2</c:v>
                </c:pt>
                <c:pt idx="6511">
                  <c:v>-4.9245154675303444E-2</c:v>
                </c:pt>
                <c:pt idx="6512">
                  <c:v>-0.12739329081409184</c:v>
                </c:pt>
                <c:pt idx="6513">
                  <c:v>-0.22892197675706275</c:v>
                </c:pt>
                <c:pt idx="6514">
                  <c:v>-0.26438755513280454</c:v>
                </c:pt>
                <c:pt idx="6515">
                  <c:v>-0.27726219056103529</c:v>
                </c:pt>
                <c:pt idx="6516">
                  <c:v>-0.30047429075457799</c:v>
                </c:pt>
                <c:pt idx="6517">
                  <c:v>-0.29457444640658781</c:v>
                </c:pt>
                <c:pt idx="6518">
                  <c:v>-0.34197836422952799</c:v>
                </c:pt>
                <c:pt idx="6519">
                  <c:v>-0.36352793319437277</c:v>
                </c:pt>
                <c:pt idx="6520">
                  <c:v>-0.3709538055106324</c:v>
                </c:pt>
                <c:pt idx="6521">
                  <c:v>-0.3300419986517254</c:v>
                </c:pt>
                <c:pt idx="6522">
                  <c:v>-0.34769949081125257</c:v>
                </c:pt>
                <c:pt idx="6523">
                  <c:v>-0.35463957673273755</c:v>
                </c:pt>
                <c:pt idx="6524">
                  <c:v>-0.35155684028146056</c:v>
                </c:pt>
                <c:pt idx="6525">
                  <c:v>-0.36317725301480608</c:v>
                </c:pt>
                <c:pt idx="6526">
                  <c:v>-0.31184813901232511</c:v>
                </c:pt>
                <c:pt idx="6527">
                  <c:v>-0.16551949779088238</c:v>
                </c:pt>
                <c:pt idx="6528">
                  <c:v>-6.1385786267724812E-2</c:v>
                </c:pt>
                <c:pt idx="6529">
                  <c:v>-3.8005912551393323E-2</c:v>
                </c:pt>
                <c:pt idx="6530">
                  <c:v>-1.4278645882704027E-2</c:v>
                </c:pt>
                <c:pt idx="6531">
                  <c:v>-2.0786069274176585E-3</c:v>
                </c:pt>
                <c:pt idx="6532">
                  <c:v>7.7783859450977809E-3</c:v>
                </c:pt>
                <c:pt idx="6533">
                  <c:v>1.4304974347418819E-2</c:v>
                </c:pt>
                <c:pt idx="6534">
                  <c:v>1.7840163857285058E-2</c:v>
                </c:pt>
                <c:pt idx="6535">
                  <c:v>-0.12546776830758546</c:v>
                </c:pt>
                <c:pt idx="6536">
                  <c:v>-0.34349430678837872</c:v>
                </c:pt>
                <c:pt idx="6537">
                  <c:v>-0.43034390190569211</c:v>
                </c:pt>
                <c:pt idx="6538">
                  <c:v>-0.42805628556701131</c:v>
                </c:pt>
                <c:pt idx="6539">
                  <c:v>-0.52665062108055705</c:v>
                </c:pt>
                <c:pt idx="6540">
                  <c:v>-0.48183427170738569</c:v>
                </c:pt>
                <c:pt idx="6541">
                  <c:v>-0.53174457111418649</c:v>
                </c:pt>
                <c:pt idx="6542">
                  <c:v>-0.51939314766018663</c:v>
                </c:pt>
                <c:pt idx="6543">
                  <c:v>-0.52620266133831917</c:v>
                </c:pt>
                <c:pt idx="6544">
                  <c:v>-0.50029283478202868</c:v>
                </c:pt>
                <c:pt idx="6545">
                  <c:v>-0.4954725024613395</c:v>
                </c:pt>
                <c:pt idx="6546">
                  <c:v>-0.49023761627723422</c:v>
                </c:pt>
                <c:pt idx="6547">
                  <c:v>-0.50993981380510045</c:v>
                </c:pt>
                <c:pt idx="6548">
                  <c:v>-0.49103583140796753</c:v>
                </c:pt>
                <c:pt idx="6549">
                  <c:v>-0.44831716775104896</c:v>
                </c:pt>
                <c:pt idx="6550">
                  <c:v>-0.44789151419841383</c:v>
                </c:pt>
                <c:pt idx="6551">
                  <c:v>-0.25382209705226255</c:v>
                </c:pt>
                <c:pt idx="6552">
                  <c:v>-9.5688436982036509E-2</c:v>
                </c:pt>
                <c:pt idx="6553">
                  <c:v>-3.844539584639501E-2</c:v>
                </c:pt>
                <c:pt idx="6554">
                  <c:v>1.6756312178296507E-3</c:v>
                </c:pt>
                <c:pt idx="6555">
                  <c:v>1.1398276208116289E-2</c:v>
                </c:pt>
                <c:pt idx="6556">
                  <c:v>1.4646474734016562E-2</c:v>
                </c:pt>
                <c:pt idx="6557">
                  <c:v>1.9530273508430587E-2</c:v>
                </c:pt>
                <c:pt idx="6558">
                  <c:v>1.7773648684456571E-2</c:v>
                </c:pt>
                <c:pt idx="6559">
                  <c:v>-0.14759230535642817</c:v>
                </c:pt>
                <c:pt idx="6560">
                  <c:v>-0.38949618252254703</c:v>
                </c:pt>
                <c:pt idx="6561">
                  <c:v>-0.35249847885807034</c:v>
                </c:pt>
                <c:pt idx="6562">
                  <c:v>-0.42204724616226863</c:v>
                </c:pt>
                <c:pt idx="6563">
                  <c:v>-0.37741173743358913</c:v>
                </c:pt>
                <c:pt idx="6564">
                  <c:v>-0.37401167203034763</c:v>
                </c:pt>
                <c:pt idx="6565">
                  <c:v>-0.40537246650397069</c:v>
                </c:pt>
                <c:pt idx="6566">
                  <c:v>-0.43158085514786154</c:v>
                </c:pt>
                <c:pt idx="6567">
                  <c:v>-0.38329230725128854</c:v>
                </c:pt>
                <c:pt idx="6568">
                  <c:v>-0.39749138134894846</c:v>
                </c:pt>
                <c:pt idx="6569">
                  <c:v>-0.38485951686633818</c:v>
                </c:pt>
                <c:pt idx="6570">
                  <c:v>-0.36939694164596953</c:v>
                </c:pt>
                <c:pt idx="6571">
                  <c:v>-0.3227637290113794</c:v>
                </c:pt>
                <c:pt idx="6572">
                  <c:v>-0.13534801354725817</c:v>
                </c:pt>
                <c:pt idx="6573">
                  <c:v>-0.18022496505667979</c:v>
                </c:pt>
                <c:pt idx="6574">
                  <c:v>-0.1595939526543135</c:v>
                </c:pt>
                <c:pt idx="6575">
                  <c:v>-0.1533530670200409</c:v>
                </c:pt>
                <c:pt idx="6576">
                  <c:v>-8.3212144699098718E-3</c:v>
                </c:pt>
                <c:pt idx="6577">
                  <c:v>-9.7380796276858288E-3</c:v>
                </c:pt>
                <c:pt idx="6578">
                  <c:v>-5.1672606649983809E-3</c:v>
                </c:pt>
                <c:pt idx="6579">
                  <c:v>-2.3769424272495092E-3</c:v>
                </c:pt>
                <c:pt idx="6580">
                  <c:v>-4.823385807723137E-3</c:v>
                </c:pt>
                <c:pt idx="6581">
                  <c:v>-4.3471083542770414E-3</c:v>
                </c:pt>
                <c:pt idx="6582">
                  <c:v>-2.6611905655726693E-3</c:v>
                </c:pt>
                <c:pt idx="6583">
                  <c:v>-0.14079274799697269</c:v>
                </c:pt>
                <c:pt idx="6584">
                  <c:v>-0.29808666108060494</c:v>
                </c:pt>
                <c:pt idx="6585">
                  <c:v>-0.3523360499312968</c:v>
                </c:pt>
                <c:pt idx="6586">
                  <c:v>-0.35503070967262562</c:v>
                </c:pt>
                <c:pt idx="6587">
                  <c:v>-0.35347499650408665</c:v>
                </c:pt>
                <c:pt idx="6588">
                  <c:v>-0.42055371929670132</c:v>
                </c:pt>
                <c:pt idx="6589">
                  <c:v>-0.41753286239828941</c:v>
                </c:pt>
                <c:pt idx="6590">
                  <c:v>-0.41647006826688138</c:v>
                </c:pt>
                <c:pt idx="6591">
                  <c:v>-0.39163949819233168</c:v>
                </c:pt>
                <c:pt idx="6592">
                  <c:v>-0.38347723569837205</c:v>
                </c:pt>
                <c:pt idx="6593">
                  <c:v>-0.34767399324141024</c:v>
                </c:pt>
                <c:pt idx="6594">
                  <c:v>-0.33832052452405109</c:v>
                </c:pt>
                <c:pt idx="6595">
                  <c:v>-0.23224737784562191</c:v>
                </c:pt>
                <c:pt idx="6596">
                  <c:v>-0.22020524149252974</c:v>
                </c:pt>
                <c:pt idx="6597">
                  <c:v>-0.20956055389191375</c:v>
                </c:pt>
                <c:pt idx="6598">
                  <c:v>-0.2042761141223606</c:v>
                </c:pt>
                <c:pt idx="6599">
                  <c:v>-0.18534498668174723</c:v>
                </c:pt>
                <c:pt idx="6600">
                  <c:v>-4.5368028869074754E-2</c:v>
                </c:pt>
                <c:pt idx="6601">
                  <c:v>-4.7231898665073858E-2</c:v>
                </c:pt>
                <c:pt idx="6602">
                  <c:v>-3.1499910648022107E-2</c:v>
                </c:pt>
                <c:pt idx="6603">
                  <c:v>-1.2190083592024115E-2</c:v>
                </c:pt>
                <c:pt idx="6604">
                  <c:v>4.9484098024338112E-4</c:v>
                </c:pt>
                <c:pt idx="6605">
                  <c:v>6.8681528430198551E-3</c:v>
                </c:pt>
                <c:pt idx="6606">
                  <c:v>1.3344765474958189E-2</c:v>
                </c:pt>
                <c:pt idx="6607">
                  <c:v>-0.12617982409346859</c:v>
                </c:pt>
                <c:pt idx="6608">
                  <c:v>-0.40251673464539495</c:v>
                </c:pt>
                <c:pt idx="6609">
                  <c:v>-0.45957053631531986</c:v>
                </c:pt>
                <c:pt idx="6610">
                  <c:v>-0.47003338077099815</c:v>
                </c:pt>
                <c:pt idx="6611">
                  <c:v>-0.55880010602129182</c:v>
                </c:pt>
                <c:pt idx="6612">
                  <c:v>-0.51034757044045864</c:v>
                </c:pt>
                <c:pt idx="6613">
                  <c:v>-0.51028647736301957</c:v>
                </c:pt>
                <c:pt idx="6614">
                  <c:v>-0.55000643804928218</c:v>
                </c:pt>
                <c:pt idx="6615">
                  <c:v>-0.52087867457006998</c:v>
                </c:pt>
                <c:pt idx="6616">
                  <c:v>-0.52792884818354746</c:v>
                </c:pt>
                <c:pt idx="6617">
                  <c:v>-0.47743483551915655</c:v>
                </c:pt>
                <c:pt idx="6618">
                  <c:v>-0.52392254289784113</c:v>
                </c:pt>
                <c:pt idx="6619">
                  <c:v>-0.51434082933552272</c:v>
                </c:pt>
                <c:pt idx="6620">
                  <c:v>-0.47863937545480001</c:v>
                </c:pt>
                <c:pt idx="6621">
                  <c:v>-0.44318990391699098</c:v>
                </c:pt>
                <c:pt idx="6622">
                  <c:v>-0.42684232599251298</c:v>
                </c:pt>
                <c:pt idx="6623">
                  <c:v>-0.27081575173159622</c:v>
                </c:pt>
                <c:pt idx="6624">
                  <c:v>-8.3651468608174184E-2</c:v>
                </c:pt>
                <c:pt idx="6625">
                  <c:v>-1.3904066364467138E-2</c:v>
                </c:pt>
                <c:pt idx="6626">
                  <c:v>3.3102217594154146E-3</c:v>
                </c:pt>
                <c:pt idx="6627">
                  <c:v>3.2506913862639128E-3</c:v>
                </c:pt>
                <c:pt idx="6628">
                  <c:v>7.8038964854033116E-3</c:v>
                </c:pt>
                <c:pt idx="6629">
                  <c:v>1.2292514274391134E-2</c:v>
                </c:pt>
                <c:pt idx="6630">
                  <c:v>1.976674937762489E-2</c:v>
                </c:pt>
                <c:pt idx="6631">
                  <c:v>-0.13203896381197539</c:v>
                </c:pt>
                <c:pt idx="6632">
                  <c:v>-0.43722512471140201</c:v>
                </c:pt>
                <c:pt idx="6633">
                  <c:v>-0.52694506548682385</c:v>
                </c:pt>
                <c:pt idx="6634">
                  <c:v>-0.52033431846967337</c:v>
                </c:pt>
                <c:pt idx="6635">
                  <c:v>-0.46112322507697767</c:v>
                </c:pt>
                <c:pt idx="6636">
                  <c:v>-0.43132086835812161</c:v>
                </c:pt>
                <c:pt idx="6637">
                  <c:v>-0.36334059992991902</c:v>
                </c:pt>
                <c:pt idx="6638">
                  <c:v>-0.3728113986494298</c:v>
                </c:pt>
                <c:pt idx="6639">
                  <c:v>-0.43216974945057962</c:v>
                </c:pt>
                <c:pt idx="6640">
                  <c:v>-0.5053054080761834</c:v>
                </c:pt>
                <c:pt idx="6641">
                  <c:v>-0.52792476749047057</c:v>
                </c:pt>
                <c:pt idx="6642">
                  <c:v>-0.54535162660123937</c:v>
                </c:pt>
                <c:pt idx="6643">
                  <c:v>-0.49808128879465047</c:v>
                </c:pt>
                <c:pt idx="6644">
                  <c:v>-0.50049711870297908</c:v>
                </c:pt>
                <c:pt idx="6645">
                  <c:v>-0.43864253784751284</c:v>
                </c:pt>
                <c:pt idx="6646">
                  <c:v>-0.46081220145605001</c:v>
                </c:pt>
                <c:pt idx="6647">
                  <c:v>-0.27532299064942772</c:v>
                </c:pt>
                <c:pt idx="6648">
                  <c:v>-7.459535586669773E-2</c:v>
                </c:pt>
                <c:pt idx="6649">
                  <c:v>-2.998236815589915E-2</c:v>
                </c:pt>
                <c:pt idx="6650">
                  <c:v>1.8304430000817898E-2</c:v>
                </c:pt>
                <c:pt idx="6651">
                  <c:v>1.3356208389303268E-2</c:v>
                </c:pt>
                <c:pt idx="6652">
                  <c:v>1.5026109109273439E-2</c:v>
                </c:pt>
                <c:pt idx="6653">
                  <c:v>1.3876911998845051E-2</c:v>
                </c:pt>
                <c:pt idx="6654">
                  <c:v>1.670405095579424E-2</c:v>
                </c:pt>
                <c:pt idx="6655">
                  <c:v>-0.1255550582564047</c:v>
                </c:pt>
                <c:pt idx="6656">
                  <c:v>-0.44062400260313761</c:v>
                </c:pt>
                <c:pt idx="6657">
                  <c:v>-0.45279263705521766</c:v>
                </c:pt>
                <c:pt idx="6658">
                  <c:v>-0.52590606940376239</c:v>
                </c:pt>
                <c:pt idx="6659">
                  <c:v>-0.56581892482443741</c:v>
                </c:pt>
                <c:pt idx="6660">
                  <c:v>-0.63493824994303549</c:v>
                </c:pt>
                <c:pt idx="6661">
                  <c:v>-0.66208398446439487</c:v>
                </c:pt>
                <c:pt idx="6662">
                  <c:v>-0.64991629863740552</c:v>
                </c:pt>
                <c:pt idx="6663">
                  <c:v>-0.71885033618699168</c:v>
                </c:pt>
                <c:pt idx="6664">
                  <c:v>-0.72170709828800839</c:v>
                </c:pt>
                <c:pt idx="6665">
                  <c:v>-0.56749115546298645</c:v>
                </c:pt>
                <c:pt idx="6666">
                  <c:v>-0.55966032756025819</c:v>
                </c:pt>
                <c:pt idx="6667">
                  <c:v>-0.54116988267943367</c:v>
                </c:pt>
                <c:pt idx="6668">
                  <c:v>-0.55498118288069564</c:v>
                </c:pt>
                <c:pt idx="6669">
                  <c:v>-0.49736430502194473</c:v>
                </c:pt>
                <c:pt idx="6670">
                  <c:v>-0.50517059886917792</c:v>
                </c:pt>
                <c:pt idx="6671">
                  <c:v>-0.28212255586914864</c:v>
                </c:pt>
                <c:pt idx="6672">
                  <c:v>-0.12169442902599337</c:v>
                </c:pt>
                <c:pt idx="6673">
                  <c:v>-5.8015407019200833E-2</c:v>
                </c:pt>
                <c:pt idx="6674">
                  <c:v>-2.169277671647531E-2</c:v>
                </c:pt>
                <c:pt idx="6675">
                  <c:v>3.9175600307486055E-3</c:v>
                </c:pt>
                <c:pt idx="6676">
                  <c:v>1.5031177687346322E-2</c:v>
                </c:pt>
                <c:pt idx="6677">
                  <c:v>1.8189848462333361E-2</c:v>
                </c:pt>
                <c:pt idx="6678">
                  <c:v>1.6567756441216018E-2</c:v>
                </c:pt>
                <c:pt idx="6679">
                  <c:v>-0.2380951436174138</c:v>
                </c:pt>
                <c:pt idx="6680">
                  <c:v>-0.50692780261320136</c:v>
                </c:pt>
                <c:pt idx="6681">
                  <c:v>-0.51003509760154597</c:v>
                </c:pt>
                <c:pt idx="6682">
                  <c:v>-0.66196151333760245</c:v>
                </c:pt>
                <c:pt idx="6683">
                  <c:v>-0.73232001834245541</c:v>
                </c:pt>
                <c:pt idx="6684">
                  <c:v>-0.68416613272316573</c:v>
                </c:pt>
                <c:pt idx="6685">
                  <c:v>-0.52516556923075075</c:v>
                </c:pt>
                <c:pt idx="6686">
                  <c:v>-0.77539574932734112</c:v>
                </c:pt>
                <c:pt idx="6687">
                  <c:v>-0.47871840319076625</c:v>
                </c:pt>
                <c:pt idx="6688">
                  <c:v>-0.51355314796448492</c:v>
                </c:pt>
                <c:pt idx="6689">
                  <c:v>-0.46250524845213842</c:v>
                </c:pt>
                <c:pt idx="6690">
                  <c:v>-0.56480364609264821</c:v>
                </c:pt>
                <c:pt idx="6691">
                  <c:v>-0.3641122460035664</c:v>
                </c:pt>
                <c:pt idx="6692">
                  <c:v>-0.47904029097318857</c:v>
                </c:pt>
                <c:pt idx="6693">
                  <c:v>-0.42183219759669494</c:v>
                </c:pt>
                <c:pt idx="6694">
                  <c:v>-0.40971559734012319</c:v>
                </c:pt>
                <c:pt idx="6695">
                  <c:v>-0.31027044459732983</c:v>
                </c:pt>
                <c:pt idx="6696">
                  <c:v>-0.13164209181087289</c:v>
                </c:pt>
                <c:pt idx="6697">
                  <c:v>-2.9560901421984118E-2</c:v>
                </c:pt>
                <c:pt idx="6698">
                  <c:v>-2.7836229087157124E-3</c:v>
                </c:pt>
                <c:pt idx="6699">
                  <c:v>3.6715537519051299E-3</c:v>
                </c:pt>
                <c:pt idx="6700">
                  <c:v>1.1267747356802827E-2</c:v>
                </c:pt>
                <c:pt idx="6701">
                  <c:v>2.144246452556104E-2</c:v>
                </c:pt>
                <c:pt idx="6702">
                  <c:v>-0.11421940398276734</c:v>
                </c:pt>
                <c:pt idx="6703">
                  <c:v>-0.38863699355740777</c:v>
                </c:pt>
                <c:pt idx="6704">
                  <c:v>-0.44864498074611953</c:v>
                </c:pt>
                <c:pt idx="6705">
                  <c:v>-0.3554737349420426</c:v>
                </c:pt>
                <c:pt idx="6706">
                  <c:v>-0.39134119866267847</c:v>
                </c:pt>
                <c:pt idx="6707">
                  <c:v>-0.44336431944086085</c:v>
                </c:pt>
                <c:pt idx="6708">
                  <c:v>-0.49818060458215008</c:v>
                </c:pt>
                <c:pt idx="6709">
                  <c:v>-0.45370087687896182</c:v>
                </c:pt>
                <c:pt idx="6710">
                  <c:v>-0.48051940124469411</c:v>
                </c:pt>
                <c:pt idx="6711">
                  <c:v>-0.53393892488382066</c:v>
                </c:pt>
                <c:pt idx="6712">
                  <c:v>-0.44111812923951277</c:v>
                </c:pt>
                <c:pt idx="6713">
                  <c:v>-0.44227891945891479</c:v>
                </c:pt>
                <c:pt idx="6714">
                  <c:v>-0.42505434517058827</c:v>
                </c:pt>
                <c:pt idx="6715">
                  <c:v>-0.39974049445157284</c:v>
                </c:pt>
                <c:pt idx="6716">
                  <c:v>-0.44412554095390477</c:v>
                </c:pt>
                <c:pt idx="6717">
                  <c:v>-0.3634168789474328</c:v>
                </c:pt>
                <c:pt idx="6718">
                  <c:v>-0.38342463761210638</c:v>
                </c:pt>
                <c:pt idx="6719">
                  <c:v>-0.22303749195411063</c:v>
                </c:pt>
                <c:pt idx="6720">
                  <c:v>-7.3078125057200641E-2</c:v>
                </c:pt>
                <c:pt idx="6721">
                  <c:v>-5.7315485109609564E-2</c:v>
                </c:pt>
                <c:pt idx="6722">
                  <c:v>-2.7666128170916675E-2</c:v>
                </c:pt>
                <c:pt idx="6723">
                  <c:v>-1.0230947196300862E-2</c:v>
                </c:pt>
                <c:pt idx="6724">
                  <c:v>5.5005635907837015E-3</c:v>
                </c:pt>
                <c:pt idx="6725">
                  <c:v>1.481651185146576E-2</c:v>
                </c:pt>
                <c:pt idx="6726">
                  <c:v>1.5721271195644832E-2</c:v>
                </c:pt>
                <c:pt idx="6727">
                  <c:v>-0.15645224616631487</c:v>
                </c:pt>
                <c:pt idx="6728">
                  <c:v>-0.43072212035349078</c:v>
                </c:pt>
                <c:pt idx="6729">
                  <c:v>-0.45736085938453586</c:v>
                </c:pt>
                <c:pt idx="6730">
                  <c:v>-0.47817563870963598</c:v>
                </c:pt>
                <c:pt idx="6731">
                  <c:v>-0.50162802684362351</c:v>
                </c:pt>
                <c:pt idx="6732">
                  <c:v>-0.54785756950955267</c:v>
                </c:pt>
                <c:pt idx="6733">
                  <c:v>-0.55948145347873168</c:v>
                </c:pt>
                <c:pt idx="6734">
                  <c:v>-0.58755053248301348</c:v>
                </c:pt>
                <c:pt idx="6735">
                  <c:v>-0.60108631315070682</c:v>
                </c:pt>
                <c:pt idx="6736">
                  <c:v>-0.54704266960631498</c:v>
                </c:pt>
                <c:pt idx="6737">
                  <c:v>-0.52222687153480429</c:v>
                </c:pt>
                <c:pt idx="6738">
                  <c:v>-0.40822005088698454</c:v>
                </c:pt>
                <c:pt idx="6739">
                  <c:v>-0.33447047424675802</c:v>
                </c:pt>
                <c:pt idx="6740">
                  <c:v>-0.41925698874804002</c:v>
                </c:pt>
                <c:pt idx="6741">
                  <c:v>-0.29445180469407978</c:v>
                </c:pt>
                <c:pt idx="6742">
                  <c:v>-0.37522332730670621</c:v>
                </c:pt>
                <c:pt idx="6743">
                  <c:v>-0.14736424246700394</c:v>
                </c:pt>
                <c:pt idx="6744">
                  <c:v>-4.532283833261979E-2</c:v>
                </c:pt>
                <c:pt idx="6745">
                  <c:v>-2.0023727984476804E-2</c:v>
                </c:pt>
                <c:pt idx="6746">
                  <c:v>-3.1974991072714169E-3</c:v>
                </c:pt>
                <c:pt idx="6747">
                  <c:v>4.1310597449594729E-3</c:v>
                </c:pt>
                <c:pt idx="6748">
                  <c:v>6.5047106740259023E-3</c:v>
                </c:pt>
                <c:pt idx="6749">
                  <c:v>9.2202437955119215E-3</c:v>
                </c:pt>
                <c:pt idx="6750">
                  <c:v>1.194888779380877E-3</c:v>
                </c:pt>
                <c:pt idx="6751">
                  <c:v>-0.19191267823762048</c:v>
                </c:pt>
                <c:pt idx="6752">
                  <c:v>-0.36121172900466969</c:v>
                </c:pt>
                <c:pt idx="6753">
                  <c:v>-0.32907339683704406</c:v>
                </c:pt>
                <c:pt idx="6754">
                  <c:v>-0.3149288670232912</c:v>
                </c:pt>
                <c:pt idx="6755">
                  <c:v>-0.33791647545926923</c:v>
                </c:pt>
                <c:pt idx="6756">
                  <c:v>-0.30647278085935187</c:v>
                </c:pt>
                <c:pt idx="6757">
                  <c:v>-0.33646956539187928</c:v>
                </c:pt>
                <c:pt idx="6758">
                  <c:v>-0.34251132016604507</c:v>
                </c:pt>
                <c:pt idx="6759">
                  <c:v>-0.40449511214431538</c:v>
                </c:pt>
                <c:pt idx="6760">
                  <c:v>-0.38989843236577842</c:v>
                </c:pt>
                <c:pt idx="6761">
                  <c:v>-0.28759741067744332</c:v>
                </c:pt>
                <c:pt idx="6762">
                  <c:v>-0.27389898348303848</c:v>
                </c:pt>
                <c:pt idx="6763">
                  <c:v>-0.31968115205128211</c:v>
                </c:pt>
                <c:pt idx="6764">
                  <c:v>-0.28336261749284219</c:v>
                </c:pt>
                <c:pt idx="6765">
                  <c:v>-0.21555541394685074</c:v>
                </c:pt>
                <c:pt idx="6766">
                  <c:v>-0.18240842815007799</c:v>
                </c:pt>
                <c:pt idx="6767">
                  <c:v>-0.17623931494148984</c:v>
                </c:pt>
                <c:pt idx="6768">
                  <c:v>-3.6415991345141313E-2</c:v>
                </c:pt>
                <c:pt idx="6769">
                  <c:v>-2.1177787763284387E-2</c:v>
                </c:pt>
                <c:pt idx="6770">
                  <c:v>-1.1629490303710764E-2</c:v>
                </c:pt>
                <c:pt idx="6771">
                  <c:v>-6.3055907520557187E-3</c:v>
                </c:pt>
                <c:pt idx="6772">
                  <c:v>5.1203718636988482E-4</c:v>
                </c:pt>
                <c:pt idx="6773">
                  <c:v>-2.3244995251585598E-4</c:v>
                </c:pt>
                <c:pt idx="6774">
                  <c:v>4.0724501951902112E-3</c:v>
                </c:pt>
                <c:pt idx="6775">
                  <c:v>-8.364137925181972E-2</c:v>
                </c:pt>
                <c:pt idx="6776">
                  <c:v>-0.27144164920359931</c:v>
                </c:pt>
                <c:pt idx="6777">
                  <c:v>-0.25157186490938782</c:v>
                </c:pt>
                <c:pt idx="6778">
                  <c:v>-0.30072814156358069</c:v>
                </c:pt>
                <c:pt idx="6779">
                  <c:v>-0.32812653101959993</c:v>
                </c:pt>
                <c:pt idx="6780">
                  <c:v>-0.33377435865513505</c:v>
                </c:pt>
                <c:pt idx="6781">
                  <c:v>-0.31925711921306937</c:v>
                </c:pt>
                <c:pt idx="6782">
                  <c:v>-0.30142314105203183</c:v>
                </c:pt>
                <c:pt idx="6783">
                  <c:v>-0.33631962846819574</c:v>
                </c:pt>
                <c:pt idx="6784">
                  <c:v>-0.31102433774740246</c:v>
                </c:pt>
                <c:pt idx="6785">
                  <c:v>-0.29262351020879368</c:v>
                </c:pt>
                <c:pt idx="6786">
                  <c:v>-0.30977280634850118</c:v>
                </c:pt>
                <c:pt idx="6787">
                  <c:v>-0.28101294937110605</c:v>
                </c:pt>
                <c:pt idx="6788">
                  <c:v>-0.27384403212921277</c:v>
                </c:pt>
                <c:pt idx="6789">
                  <c:v>-0.30733907744995043</c:v>
                </c:pt>
                <c:pt idx="6790">
                  <c:v>-0.26641706176450553</c:v>
                </c:pt>
                <c:pt idx="6791">
                  <c:v>-0.12416092403347699</c:v>
                </c:pt>
                <c:pt idx="6792">
                  <c:v>-2.4699883498412244E-2</c:v>
                </c:pt>
                <c:pt idx="6793">
                  <c:v>-2.1121568594776319E-2</c:v>
                </c:pt>
                <c:pt idx="6794">
                  <c:v>-1.771368777798208E-2</c:v>
                </c:pt>
                <c:pt idx="6795">
                  <c:v>-1.3212556906485996E-2</c:v>
                </c:pt>
                <c:pt idx="6796">
                  <c:v>-7.8628583244618744E-3</c:v>
                </c:pt>
                <c:pt idx="6797">
                  <c:v>-2.9645604999689284E-3</c:v>
                </c:pt>
                <c:pt idx="6798">
                  <c:v>-8.5502686617817542E-2</c:v>
                </c:pt>
                <c:pt idx="6799">
                  <c:v>-0.2631853548585526</c:v>
                </c:pt>
                <c:pt idx="6800">
                  <c:v>-0.29927775054973094</c:v>
                </c:pt>
                <c:pt idx="6801">
                  <c:v>-0.30540169394301797</c:v>
                </c:pt>
                <c:pt idx="6802">
                  <c:v>-0.3102485308284027</c:v>
                </c:pt>
                <c:pt idx="6803">
                  <c:v>-0.39586559907746421</c:v>
                </c:pt>
                <c:pt idx="6804">
                  <c:v>-0.49569156557259925</c:v>
                </c:pt>
                <c:pt idx="6805">
                  <c:v>-0.5032125487203537</c:v>
                </c:pt>
                <c:pt idx="6806">
                  <c:v>-0.57582412415988959</c:v>
                </c:pt>
                <c:pt idx="6807">
                  <c:v>-0.67645045052810571</c:v>
                </c:pt>
                <c:pt idx="6808">
                  <c:v>-0.63252509077715235</c:v>
                </c:pt>
                <c:pt idx="6809">
                  <c:v>-0.57260544399867452</c:v>
                </c:pt>
                <c:pt idx="6810">
                  <c:v>-0.5473789055751006</c:v>
                </c:pt>
                <c:pt idx="6811">
                  <c:v>-0.54839604091939997</c:v>
                </c:pt>
                <c:pt idx="6812">
                  <c:v>-0.43362017033619771</c:v>
                </c:pt>
                <c:pt idx="6813">
                  <c:v>-0.32794482591196045</c:v>
                </c:pt>
                <c:pt idx="6814">
                  <c:v>-0.37141719464668477</c:v>
                </c:pt>
                <c:pt idx="6815">
                  <c:v>-0.209188908808462</c:v>
                </c:pt>
                <c:pt idx="6816">
                  <c:v>-5.4828376947865874E-2</c:v>
                </c:pt>
                <c:pt idx="6817">
                  <c:v>-1.9519239729646986E-2</c:v>
                </c:pt>
                <c:pt idx="6818">
                  <c:v>7.9925255742593123E-3</c:v>
                </c:pt>
                <c:pt idx="6819">
                  <c:v>1.1937094317932266E-2</c:v>
                </c:pt>
                <c:pt idx="6820">
                  <c:v>1.0356111755520486E-2</c:v>
                </c:pt>
                <c:pt idx="6821">
                  <c:v>1.3351213929986266E-2</c:v>
                </c:pt>
                <c:pt idx="6822">
                  <c:v>-7.9193896447127279E-2</c:v>
                </c:pt>
                <c:pt idx="6823">
                  <c:v>-0.3001717085470238</c:v>
                </c:pt>
                <c:pt idx="6824">
                  <c:v>-0.33281933238116074</c:v>
                </c:pt>
                <c:pt idx="6825">
                  <c:v>-0.36238903284250967</c:v>
                </c:pt>
                <c:pt idx="6826">
                  <c:v>-0.50351091006834514</c:v>
                </c:pt>
                <c:pt idx="6827">
                  <c:v>-0.43246542015811301</c:v>
                </c:pt>
                <c:pt idx="6828">
                  <c:v>-0.56630272174287255</c:v>
                </c:pt>
                <c:pt idx="6829">
                  <c:v>-0.54101583546111365</c:v>
                </c:pt>
                <c:pt idx="6830">
                  <c:v>-0.45136104223103241</c:v>
                </c:pt>
                <c:pt idx="6831">
                  <c:v>-0.4039075305288109</c:v>
                </c:pt>
                <c:pt idx="6832">
                  <c:v>-0.38827447260018394</c:v>
                </c:pt>
                <c:pt idx="6833">
                  <c:v>-0.39998092027801824</c:v>
                </c:pt>
                <c:pt idx="6834">
                  <c:v>-0.36366760398731246</c:v>
                </c:pt>
                <c:pt idx="6835">
                  <c:v>-0.34784141849575084</c:v>
                </c:pt>
                <c:pt idx="6836">
                  <c:v>-0.31227930578073643</c:v>
                </c:pt>
                <c:pt idx="6837">
                  <c:v>-0.23994898156795202</c:v>
                </c:pt>
                <c:pt idx="6838">
                  <c:v>-0.24644453365344335</c:v>
                </c:pt>
                <c:pt idx="6839">
                  <c:v>-2.9958620395189293E-2</c:v>
                </c:pt>
                <c:pt idx="6840">
                  <c:v>-1.1235219984716828E-2</c:v>
                </c:pt>
                <c:pt idx="6841">
                  <c:v>-1.3519924255857123E-2</c:v>
                </c:pt>
                <c:pt idx="6842">
                  <c:v>-2.9261684526773546E-3</c:v>
                </c:pt>
                <c:pt idx="6843">
                  <c:v>9.434367809277245E-3</c:v>
                </c:pt>
                <c:pt idx="6844">
                  <c:v>3.3787535530872728E-2</c:v>
                </c:pt>
                <c:pt idx="6845">
                  <c:v>7.5892295679794594E-2</c:v>
                </c:pt>
                <c:pt idx="6846">
                  <c:v>4.8720616250599535E-2</c:v>
                </c:pt>
                <c:pt idx="6847">
                  <c:v>-8.3326279129667336E-2</c:v>
                </c:pt>
                <c:pt idx="6848">
                  <c:v>-0.19046441293628472</c:v>
                </c:pt>
                <c:pt idx="6849">
                  <c:v>-0.22619727024420788</c:v>
                </c:pt>
                <c:pt idx="6850">
                  <c:v>-0.25934174357987122</c:v>
                </c:pt>
                <c:pt idx="6851">
                  <c:v>-0.26493997498285987</c:v>
                </c:pt>
                <c:pt idx="6852">
                  <c:v>-0.3645166325862314</c:v>
                </c:pt>
                <c:pt idx="6853">
                  <c:v>-0.41902674788623628</c:v>
                </c:pt>
                <c:pt idx="6854">
                  <c:v>-0.51696626301043747</c:v>
                </c:pt>
                <c:pt idx="6855">
                  <c:v>-0.5740107792508008</c:v>
                </c:pt>
                <c:pt idx="6856">
                  <c:v>-0.44206336810433328</c:v>
                </c:pt>
                <c:pt idx="6857">
                  <c:v>-0.3502410580512193</c:v>
                </c:pt>
                <c:pt idx="6858">
                  <c:v>-0.2148228763283806</c:v>
                </c:pt>
                <c:pt idx="6859">
                  <c:v>-0.32968397531242988</c:v>
                </c:pt>
                <c:pt idx="6860">
                  <c:v>-0.36506896411852341</c:v>
                </c:pt>
                <c:pt idx="6861">
                  <c:v>-0.19856925108622869</c:v>
                </c:pt>
                <c:pt idx="6862">
                  <c:v>-0.23763687380639087</c:v>
                </c:pt>
                <c:pt idx="6863">
                  <c:v>-0.12015211752173724</c:v>
                </c:pt>
                <c:pt idx="6864">
                  <c:v>-6.6503065695675406E-2</c:v>
                </c:pt>
                <c:pt idx="6865">
                  <c:v>-2.1611547555371102E-2</c:v>
                </c:pt>
                <c:pt idx="6866">
                  <c:v>-6.7146239106867468E-3</c:v>
                </c:pt>
                <c:pt idx="6867">
                  <c:v>1.1266274653842763E-2</c:v>
                </c:pt>
                <c:pt idx="6868">
                  <c:v>1.4271078446379851E-2</c:v>
                </c:pt>
                <c:pt idx="6869">
                  <c:v>1.7672124382095988E-2</c:v>
                </c:pt>
                <c:pt idx="6870">
                  <c:v>1.6134918689166076E-2</c:v>
                </c:pt>
                <c:pt idx="6871">
                  <c:v>-7.0897224943918702E-2</c:v>
                </c:pt>
                <c:pt idx="6872">
                  <c:v>-0.35898906706343314</c:v>
                </c:pt>
                <c:pt idx="6873">
                  <c:v>-0.35421491385831344</c:v>
                </c:pt>
                <c:pt idx="6874">
                  <c:v>-0.433046034488479</c:v>
                </c:pt>
                <c:pt idx="6875">
                  <c:v>-0.42534253872004146</c:v>
                </c:pt>
                <c:pt idx="6876">
                  <c:v>-0.43708401802312141</c:v>
                </c:pt>
                <c:pt idx="6877">
                  <c:v>-0.50016581227175749</c:v>
                </c:pt>
                <c:pt idx="6878">
                  <c:v>-0.51619150071098985</c:v>
                </c:pt>
                <c:pt idx="6879">
                  <c:v>-0.48245433651622421</c:v>
                </c:pt>
                <c:pt idx="6880">
                  <c:v>-0.41132640191591874</c:v>
                </c:pt>
                <c:pt idx="6881">
                  <c:v>-0.44349810505652842</c:v>
                </c:pt>
                <c:pt idx="6882">
                  <c:v>-0.43242223809317881</c:v>
                </c:pt>
                <c:pt idx="6883">
                  <c:v>-0.40241971823643174</c:v>
                </c:pt>
                <c:pt idx="6884">
                  <c:v>-0.44113693254542491</c:v>
                </c:pt>
                <c:pt idx="6885">
                  <c:v>-0.41444056763186515</c:v>
                </c:pt>
                <c:pt idx="6886">
                  <c:v>-0.42113973596774179</c:v>
                </c:pt>
                <c:pt idx="6887">
                  <c:v>-0.21223425519535055</c:v>
                </c:pt>
                <c:pt idx="6888">
                  <c:v>-5.7931080828948975E-2</c:v>
                </c:pt>
                <c:pt idx="6889">
                  <c:v>-2.7792767605684769E-2</c:v>
                </c:pt>
                <c:pt idx="6890">
                  <c:v>-1.1543428774303225E-3</c:v>
                </c:pt>
                <c:pt idx="6891">
                  <c:v>9.5108083210545622E-3</c:v>
                </c:pt>
                <c:pt idx="6892">
                  <c:v>1.6476834282810403E-2</c:v>
                </c:pt>
                <c:pt idx="6893">
                  <c:v>2.0478975441501016E-2</c:v>
                </c:pt>
                <c:pt idx="6894">
                  <c:v>1.6879348588086662E-2</c:v>
                </c:pt>
                <c:pt idx="6895">
                  <c:v>-9.8093903027743526E-2</c:v>
                </c:pt>
                <c:pt idx="6896">
                  <c:v>-0.35247281037257389</c:v>
                </c:pt>
                <c:pt idx="6897">
                  <c:v>-0.30013449736446107</c:v>
                </c:pt>
                <c:pt idx="6898">
                  <c:v>-0.40790499353771892</c:v>
                </c:pt>
                <c:pt idx="6899">
                  <c:v>-0.46566551139662155</c:v>
                </c:pt>
                <c:pt idx="6900">
                  <c:v>-0.48070383237384423</c:v>
                </c:pt>
                <c:pt idx="6901">
                  <c:v>-0.50892047384149197</c:v>
                </c:pt>
                <c:pt idx="6902">
                  <c:v>-0.52127083899616078</c:v>
                </c:pt>
                <c:pt idx="6903">
                  <c:v>-0.50664291215770385</c:v>
                </c:pt>
                <c:pt idx="6904">
                  <c:v>-0.49777314499866032</c:v>
                </c:pt>
                <c:pt idx="6905">
                  <c:v>-0.46673018565166924</c:v>
                </c:pt>
                <c:pt idx="6906">
                  <c:v>-0.22429278081219198</c:v>
                </c:pt>
                <c:pt idx="6907">
                  <c:v>-0.48789019032176106</c:v>
                </c:pt>
                <c:pt idx="6908">
                  <c:v>-0.34874217186623035</c:v>
                </c:pt>
                <c:pt idx="6909">
                  <c:v>-0.31517958534892204</c:v>
                </c:pt>
                <c:pt idx="6910">
                  <c:v>-0.39363149645115181</c:v>
                </c:pt>
                <c:pt idx="6911">
                  <c:v>-0.18922232456569565</c:v>
                </c:pt>
                <c:pt idx="6912">
                  <c:v>-4.8270208412861761E-2</c:v>
                </c:pt>
                <c:pt idx="6913">
                  <c:v>2.0223360035967457E-2</c:v>
                </c:pt>
                <c:pt idx="6914">
                  <c:v>6.2995108530551E-2</c:v>
                </c:pt>
                <c:pt idx="6915">
                  <c:v>4.6058285231158423E-2</c:v>
                </c:pt>
                <c:pt idx="6916">
                  <c:v>1.0239745560590484E-2</c:v>
                </c:pt>
                <c:pt idx="6917">
                  <c:v>1.1677683584609974E-2</c:v>
                </c:pt>
                <c:pt idx="6918">
                  <c:v>1.4953626936774368E-2</c:v>
                </c:pt>
                <c:pt idx="6919">
                  <c:v>-5.0179714117058474E-2</c:v>
                </c:pt>
                <c:pt idx="6920">
                  <c:v>-0.30628762376084634</c:v>
                </c:pt>
                <c:pt idx="6921">
                  <c:v>-0.30582308271863601</c:v>
                </c:pt>
                <c:pt idx="6922">
                  <c:v>-0.31481775679079782</c:v>
                </c:pt>
                <c:pt idx="6923">
                  <c:v>-0.38060539947218325</c:v>
                </c:pt>
                <c:pt idx="6924">
                  <c:v>-0.4128952577921654</c:v>
                </c:pt>
                <c:pt idx="6925">
                  <c:v>-0.41569714433379673</c:v>
                </c:pt>
                <c:pt idx="6926">
                  <c:v>-0.50911127906495279</c:v>
                </c:pt>
                <c:pt idx="6927">
                  <c:v>-0.46764731301554635</c:v>
                </c:pt>
                <c:pt idx="6928">
                  <c:v>-0.43907874607020098</c:v>
                </c:pt>
                <c:pt idx="6929">
                  <c:v>-0.46457093046901959</c:v>
                </c:pt>
                <c:pt idx="6930">
                  <c:v>-0.49953352244749244</c:v>
                </c:pt>
                <c:pt idx="6931">
                  <c:v>-0.41299900327252237</c:v>
                </c:pt>
                <c:pt idx="6932">
                  <c:v>-0.4297552194762862</c:v>
                </c:pt>
                <c:pt idx="6933">
                  <c:v>-0.39958705852590648</c:v>
                </c:pt>
                <c:pt idx="6934">
                  <c:v>-0.37012076135753108</c:v>
                </c:pt>
                <c:pt idx="6935">
                  <c:v>-0.14086149424373534</c:v>
                </c:pt>
                <c:pt idx="6936">
                  <c:v>-6.2653713183965121E-2</c:v>
                </c:pt>
                <c:pt idx="6937">
                  <c:v>-4.5119046573266756E-2</c:v>
                </c:pt>
                <c:pt idx="6938">
                  <c:v>-2.7256146051447879E-2</c:v>
                </c:pt>
                <c:pt idx="6939">
                  <c:v>-2.2539452505496053E-2</c:v>
                </c:pt>
                <c:pt idx="6940">
                  <c:v>-4.0826088715622188E-4</c:v>
                </c:pt>
                <c:pt idx="6941">
                  <c:v>1.0009890601709008E-2</c:v>
                </c:pt>
                <c:pt idx="6942">
                  <c:v>-3.5806836241166824E-2</c:v>
                </c:pt>
                <c:pt idx="6943">
                  <c:v>-0.3095614801942197</c:v>
                </c:pt>
                <c:pt idx="6944">
                  <c:v>-0.38265565253270828</c:v>
                </c:pt>
                <c:pt idx="6945">
                  <c:v>-0.43295393095699786</c:v>
                </c:pt>
                <c:pt idx="6946">
                  <c:v>-0.52733538262660962</c:v>
                </c:pt>
                <c:pt idx="6947">
                  <c:v>-0.53233027951650502</c:v>
                </c:pt>
                <c:pt idx="6948">
                  <c:v>-0.63259218286977847</c:v>
                </c:pt>
                <c:pt idx="6949">
                  <c:v>-0.65811727507600848</c:v>
                </c:pt>
                <c:pt idx="6950">
                  <c:v>-0.56990040397571273</c:v>
                </c:pt>
                <c:pt idx="6951">
                  <c:v>-0.49584330294748863</c:v>
                </c:pt>
                <c:pt idx="6952">
                  <c:v>-0.62848199451745634</c:v>
                </c:pt>
                <c:pt idx="6953">
                  <c:v>-0.50131337054738245</c:v>
                </c:pt>
                <c:pt idx="6954">
                  <c:v>-0.44449165195791474</c:v>
                </c:pt>
                <c:pt idx="6955">
                  <c:v>-0.43345123542191233</c:v>
                </c:pt>
                <c:pt idx="6956">
                  <c:v>-0.38126750654035341</c:v>
                </c:pt>
                <c:pt idx="6957">
                  <c:v>-0.34871070459350395</c:v>
                </c:pt>
                <c:pt idx="6958">
                  <c:v>-0.31544274043584458</c:v>
                </c:pt>
                <c:pt idx="6959">
                  <c:v>-0.10083282346227299</c:v>
                </c:pt>
                <c:pt idx="6960">
                  <c:v>-1.7955767386553988E-2</c:v>
                </c:pt>
                <c:pt idx="6961">
                  <c:v>1.7947967574300751E-2</c:v>
                </c:pt>
                <c:pt idx="6962">
                  <c:v>1.7521664815387708E-2</c:v>
                </c:pt>
                <c:pt idx="6963">
                  <c:v>8.5124547054995208E-3</c:v>
                </c:pt>
                <c:pt idx="6964">
                  <c:v>1.731063767073137E-2</c:v>
                </c:pt>
                <c:pt idx="6965">
                  <c:v>2.5101916041119991E-2</c:v>
                </c:pt>
                <c:pt idx="6966">
                  <c:v>-2.2149635725094839E-2</c:v>
                </c:pt>
                <c:pt idx="6967">
                  <c:v>-0.24763156791931645</c:v>
                </c:pt>
                <c:pt idx="6968">
                  <c:v>-0.21635200647805281</c:v>
                </c:pt>
                <c:pt idx="6969">
                  <c:v>-0.23700794407287584</c:v>
                </c:pt>
                <c:pt idx="6970">
                  <c:v>-0.37274677915210797</c:v>
                </c:pt>
                <c:pt idx="6971">
                  <c:v>-0.39422108293443964</c:v>
                </c:pt>
                <c:pt idx="6972">
                  <c:v>-0.44065380461589748</c:v>
                </c:pt>
                <c:pt idx="6973">
                  <c:v>-0.44529521197183791</c:v>
                </c:pt>
                <c:pt idx="6974">
                  <c:v>-0.40383123765947154</c:v>
                </c:pt>
                <c:pt idx="6975">
                  <c:v>-0.4602565448742425</c:v>
                </c:pt>
                <c:pt idx="6976">
                  <c:v>-0.42272138699008738</c:v>
                </c:pt>
                <c:pt idx="6977">
                  <c:v>-0.46140253895176597</c:v>
                </c:pt>
                <c:pt idx="6978">
                  <c:v>-0.48180498111495218</c:v>
                </c:pt>
                <c:pt idx="6979">
                  <c:v>-0.44478597374579432</c:v>
                </c:pt>
                <c:pt idx="6980">
                  <c:v>-0.43258604047949123</c:v>
                </c:pt>
                <c:pt idx="6981">
                  <c:v>-0.35618900214287147</c:v>
                </c:pt>
                <c:pt idx="6982">
                  <c:v>-0.3499768916813672</c:v>
                </c:pt>
                <c:pt idx="6983">
                  <c:v>-0.13100170114196305</c:v>
                </c:pt>
                <c:pt idx="6984">
                  <c:v>-9.0514076670278068E-2</c:v>
                </c:pt>
                <c:pt idx="6985">
                  <c:v>-5.2171656148540226E-2</c:v>
                </c:pt>
                <c:pt idx="6986">
                  <c:v>-1.7341831226975694E-2</c:v>
                </c:pt>
                <c:pt idx="6987">
                  <c:v>6.696789651359553E-3</c:v>
                </c:pt>
                <c:pt idx="6988">
                  <c:v>1.5051576683115298E-2</c:v>
                </c:pt>
                <c:pt idx="6989">
                  <c:v>1.4614031479624487E-2</c:v>
                </c:pt>
                <c:pt idx="6990">
                  <c:v>-0.10814774335682975</c:v>
                </c:pt>
                <c:pt idx="6991">
                  <c:v>-0.31719201812467235</c:v>
                </c:pt>
                <c:pt idx="6992">
                  <c:v>-0.29428616652766187</c:v>
                </c:pt>
                <c:pt idx="6993">
                  <c:v>-0.46348243587250743</c:v>
                </c:pt>
                <c:pt idx="6994">
                  <c:v>-0.49445939870175831</c:v>
                </c:pt>
                <c:pt idx="6995">
                  <c:v>-0.50851382838433046</c:v>
                </c:pt>
                <c:pt idx="6996">
                  <c:v>-0.42032803692186305</c:v>
                </c:pt>
                <c:pt idx="6997">
                  <c:v>-0.41569536863856082</c:v>
                </c:pt>
                <c:pt idx="6998">
                  <c:v>-0.38480851230359436</c:v>
                </c:pt>
                <c:pt idx="6999">
                  <c:v>-0.37252194774224129</c:v>
                </c:pt>
                <c:pt idx="7000">
                  <c:v>-0.36222126950666145</c:v>
                </c:pt>
                <c:pt idx="7001">
                  <c:v>-0.37911896240619641</c:v>
                </c:pt>
                <c:pt idx="7002">
                  <c:v>-0.36677622941838295</c:v>
                </c:pt>
                <c:pt idx="7003">
                  <c:v>-0.34103887479484235</c:v>
                </c:pt>
                <c:pt idx="7004">
                  <c:v>-0.31606683217665155</c:v>
                </c:pt>
                <c:pt idx="7005">
                  <c:v>-0.30276282695277174</c:v>
                </c:pt>
                <c:pt idx="7006">
                  <c:v>-0.24447254618517034</c:v>
                </c:pt>
                <c:pt idx="7007">
                  <c:v>-9.3854429327257113E-2</c:v>
                </c:pt>
                <c:pt idx="7008">
                  <c:v>-3.0408391851183506E-2</c:v>
                </c:pt>
                <c:pt idx="7009">
                  <c:v>-7.8744136597525879E-3</c:v>
                </c:pt>
                <c:pt idx="7010">
                  <c:v>-3.1247347108344825E-3</c:v>
                </c:pt>
                <c:pt idx="7011">
                  <c:v>1.2293420517704838E-2</c:v>
                </c:pt>
                <c:pt idx="7012">
                  <c:v>1.3999137971449385E-2</c:v>
                </c:pt>
                <c:pt idx="7013">
                  <c:v>1.671484230249139E-2</c:v>
                </c:pt>
                <c:pt idx="7014">
                  <c:v>-6.0102770157200024E-2</c:v>
                </c:pt>
                <c:pt idx="7015">
                  <c:v>-0.35668993793235965</c:v>
                </c:pt>
                <c:pt idx="7016">
                  <c:v>-0.32435607176994757</c:v>
                </c:pt>
                <c:pt idx="7017">
                  <c:v>-0.32348870664333168</c:v>
                </c:pt>
                <c:pt idx="7018">
                  <c:v>-0.4317518275897877</c:v>
                </c:pt>
                <c:pt idx="7019">
                  <c:v>-0.56955149204641509</c:v>
                </c:pt>
                <c:pt idx="7020">
                  <c:v>-0.42335424296114432</c:v>
                </c:pt>
                <c:pt idx="7021">
                  <c:v>-0.4555901875712875</c:v>
                </c:pt>
                <c:pt idx="7022">
                  <c:v>-0.46961495633369654</c:v>
                </c:pt>
                <c:pt idx="7023">
                  <c:v>-0.39758190439986496</c:v>
                </c:pt>
                <c:pt idx="7024">
                  <c:v>-0.39657332571149789</c:v>
                </c:pt>
                <c:pt idx="7025">
                  <c:v>-0.33580426168859379</c:v>
                </c:pt>
                <c:pt idx="7026">
                  <c:v>-0.36575940719543876</c:v>
                </c:pt>
                <c:pt idx="7027">
                  <c:v>-0.33086153841370641</c:v>
                </c:pt>
                <c:pt idx="7028">
                  <c:v>-0.31527995283094618</c:v>
                </c:pt>
                <c:pt idx="7029">
                  <c:v>-0.28950915895168849</c:v>
                </c:pt>
                <c:pt idx="7030">
                  <c:v>-0.26800003415683199</c:v>
                </c:pt>
                <c:pt idx="7031">
                  <c:v>-9.5153031716344011E-2</c:v>
                </c:pt>
                <c:pt idx="7032">
                  <c:v>-8.8785299882920173E-3</c:v>
                </c:pt>
                <c:pt idx="7033">
                  <c:v>1.9323053268076415E-2</c:v>
                </c:pt>
                <c:pt idx="7034">
                  <c:v>9.774362374396323E-3</c:v>
                </c:pt>
                <c:pt idx="7035">
                  <c:v>8.1970412221153942E-3</c:v>
                </c:pt>
                <c:pt idx="7036">
                  <c:v>1.5110918483435055E-2</c:v>
                </c:pt>
                <c:pt idx="7037">
                  <c:v>1.5723950287773063E-2</c:v>
                </c:pt>
                <c:pt idx="7038">
                  <c:v>2.6412419534370627E-2</c:v>
                </c:pt>
                <c:pt idx="7039">
                  <c:v>-0.19334482229317368</c:v>
                </c:pt>
                <c:pt idx="7040">
                  <c:v>-0.2382598120886977</c:v>
                </c:pt>
                <c:pt idx="7041">
                  <c:v>-0.16425576301545278</c:v>
                </c:pt>
                <c:pt idx="7042">
                  <c:v>-0.2882085857548517</c:v>
                </c:pt>
                <c:pt idx="7043">
                  <c:v>-0.34341402028360429</c:v>
                </c:pt>
                <c:pt idx="7044">
                  <c:v>-0.35816930193523966</c:v>
                </c:pt>
                <c:pt idx="7045">
                  <c:v>-0.35373858038690265</c:v>
                </c:pt>
                <c:pt idx="7046">
                  <c:v>-0.36553342078327139</c:v>
                </c:pt>
                <c:pt idx="7047">
                  <c:v>-0.28293218013045845</c:v>
                </c:pt>
                <c:pt idx="7048">
                  <c:v>-0.27036588079653828</c:v>
                </c:pt>
                <c:pt idx="7049">
                  <c:v>-0.30166894123276317</c:v>
                </c:pt>
                <c:pt idx="7050">
                  <c:v>-0.33695757044563346</c:v>
                </c:pt>
                <c:pt idx="7051">
                  <c:v>-0.30484274200822897</c:v>
                </c:pt>
                <c:pt idx="7052">
                  <c:v>-0.29852910504664898</c:v>
                </c:pt>
                <c:pt idx="7053">
                  <c:v>-0.259504877518204</c:v>
                </c:pt>
                <c:pt idx="7054">
                  <c:v>-0.10523893765057604</c:v>
                </c:pt>
                <c:pt idx="7055">
                  <c:v>-9.8022492358322805E-2</c:v>
                </c:pt>
                <c:pt idx="7056">
                  <c:v>-3.3305567041155282E-2</c:v>
                </c:pt>
                <c:pt idx="7057">
                  <c:v>-2.6006128223333177E-3</c:v>
                </c:pt>
                <c:pt idx="7058">
                  <c:v>1.0014940562278283E-2</c:v>
                </c:pt>
                <c:pt idx="7059">
                  <c:v>1.1199944053294884E-2</c:v>
                </c:pt>
                <c:pt idx="7060">
                  <c:v>1.6555392388712304E-2</c:v>
                </c:pt>
                <c:pt idx="7061">
                  <c:v>1.7872115654997658E-2</c:v>
                </c:pt>
                <c:pt idx="7062">
                  <c:v>2.0243308031282905E-2</c:v>
                </c:pt>
                <c:pt idx="7063">
                  <c:v>-6.5852661348501679E-2</c:v>
                </c:pt>
                <c:pt idx="7064">
                  <c:v>-0.28902023998101622</c:v>
                </c:pt>
                <c:pt idx="7065">
                  <c:v>-0.21620518361740435</c:v>
                </c:pt>
                <c:pt idx="7066">
                  <c:v>-9.5293448496011179E-2</c:v>
                </c:pt>
                <c:pt idx="7067">
                  <c:v>-0.34158470547485337</c:v>
                </c:pt>
                <c:pt idx="7068">
                  <c:v>-0.31478810994875106</c:v>
                </c:pt>
                <c:pt idx="7069">
                  <c:v>-0.33072289432161506</c:v>
                </c:pt>
                <c:pt idx="7070">
                  <c:v>-0.3765320242252026</c:v>
                </c:pt>
                <c:pt idx="7071">
                  <c:v>-0.37103100201382438</c:v>
                </c:pt>
                <c:pt idx="7072">
                  <c:v>-0.3804620582501837</c:v>
                </c:pt>
                <c:pt idx="7073">
                  <c:v>-0.28110049650386409</c:v>
                </c:pt>
                <c:pt idx="7074">
                  <c:v>-0.32911276674928608</c:v>
                </c:pt>
                <c:pt idx="7075">
                  <c:v>-0.23800028235276402</c:v>
                </c:pt>
                <c:pt idx="7076">
                  <c:v>-0.33243337913370924</c:v>
                </c:pt>
                <c:pt idx="7077">
                  <c:v>-0.20571903489098384</c:v>
                </c:pt>
                <c:pt idx="7078">
                  <c:v>-0.29455424644792483</c:v>
                </c:pt>
                <c:pt idx="7079">
                  <c:v>-0.12859352672030341</c:v>
                </c:pt>
                <c:pt idx="7080">
                  <c:v>-3.9434729280987929E-2</c:v>
                </c:pt>
                <c:pt idx="7081">
                  <c:v>-1.1264356253624135E-2</c:v>
                </c:pt>
                <c:pt idx="7082">
                  <c:v>1.3821329773913938E-3</c:v>
                </c:pt>
                <c:pt idx="7083">
                  <c:v>1.4518708378418907E-2</c:v>
                </c:pt>
                <c:pt idx="7084">
                  <c:v>1.5596569487289554E-2</c:v>
                </c:pt>
                <c:pt idx="7085">
                  <c:v>1.7269754810285136E-2</c:v>
                </c:pt>
                <c:pt idx="7086">
                  <c:v>1.1859069866022452E-2</c:v>
                </c:pt>
                <c:pt idx="7087">
                  <c:v>-9.1961477243710621E-2</c:v>
                </c:pt>
                <c:pt idx="7088">
                  <c:v>-0.38226302489933811</c:v>
                </c:pt>
                <c:pt idx="7089">
                  <c:v>-0.32538628229549588</c:v>
                </c:pt>
                <c:pt idx="7090">
                  <c:v>-0.35229880556906479</c:v>
                </c:pt>
                <c:pt idx="7091">
                  <c:v>-0.35926839505920477</c:v>
                </c:pt>
                <c:pt idx="7092">
                  <c:v>-0.42908942893196439</c:v>
                </c:pt>
                <c:pt idx="7093">
                  <c:v>-0.44704071258697403</c:v>
                </c:pt>
                <c:pt idx="7094">
                  <c:v>-0.38870813621739048</c:v>
                </c:pt>
                <c:pt idx="7095">
                  <c:v>-0.39979888464806151</c:v>
                </c:pt>
                <c:pt idx="7096">
                  <c:v>-0.46609052573349924</c:v>
                </c:pt>
                <c:pt idx="7097">
                  <c:v>-0.37381104168709828</c:v>
                </c:pt>
                <c:pt idx="7098">
                  <c:v>-0.21256966733043869</c:v>
                </c:pt>
                <c:pt idx="7099">
                  <c:v>-0.41711863280458844</c:v>
                </c:pt>
                <c:pt idx="7100">
                  <c:v>-0.4237571404293074</c:v>
                </c:pt>
                <c:pt idx="7101">
                  <c:v>-0.33291019937994443</c:v>
                </c:pt>
                <c:pt idx="7102">
                  <c:v>-0.31857044885693581</c:v>
                </c:pt>
                <c:pt idx="7103">
                  <c:v>-0.34481702032975675</c:v>
                </c:pt>
                <c:pt idx="7104">
                  <c:v>-0.29563638600053027</c:v>
                </c:pt>
                <c:pt idx="7105">
                  <c:v>-0.16632650505303448</c:v>
                </c:pt>
                <c:pt idx="7106">
                  <c:v>-6.0208338476001606E-2</c:v>
                </c:pt>
                <c:pt idx="7107">
                  <c:v>-1.4658410815266578E-2</c:v>
                </c:pt>
                <c:pt idx="7108">
                  <c:v>-2.0613228137907657E-3</c:v>
                </c:pt>
                <c:pt idx="7109">
                  <c:v>6.015217108334526E-3</c:v>
                </c:pt>
                <c:pt idx="7110">
                  <c:v>7.5352887622012442E-3</c:v>
                </c:pt>
                <c:pt idx="7111">
                  <c:v>-0.10286040478768682</c:v>
                </c:pt>
                <c:pt idx="7112">
                  <c:v>-0.40740164962872755</c:v>
                </c:pt>
                <c:pt idx="7113">
                  <c:v>-0.45459955505425748</c:v>
                </c:pt>
                <c:pt idx="7114">
                  <c:v>-0.44970885125074161</c:v>
                </c:pt>
                <c:pt idx="7115">
                  <c:v>-0.48460543712319515</c:v>
                </c:pt>
                <c:pt idx="7116">
                  <c:v>-0.50526596051530359</c:v>
                </c:pt>
                <c:pt idx="7117">
                  <c:v>-0.48663250495165422</c:v>
                </c:pt>
                <c:pt idx="7118">
                  <c:v>-0.44363662387262959</c:v>
                </c:pt>
                <c:pt idx="7119">
                  <c:v>-0.46908791285587614</c:v>
                </c:pt>
                <c:pt idx="7120">
                  <c:v>-0.41654609055591119</c:v>
                </c:pt>
                <c:pt idx="7121">
                  <c:v>-0.41253271450068474</c:v>
                </c:pt>
                <c:pt idx="7122">
                  <c:v>-0.3674649056634437</c:v>
                </c:pt>
                <c:pt idx="7123">
                  <c:v>-0.31876606740104552</c:v>
                </c:pt>
                <c:pt idx="7124">
                  <c:v>-0.32896615311106364</c:v>
                </c:pt>
                <c:pt idx="7125">
                  <c:v>-0.28890970582340986</c:v>
                </c:pt>
                <c:pt idx="7126">
                  <c:v>-0.2860643103699671</c:v>
                </c:pt>
                <c:pt idx="7127">
                  <c:v>-0.27027843040516186</c:v>
                </c:pt>
                <c:pt idx="7128">
                  <c:v>-0.24381576106944061</c:v>
                </c:pt>
                <c:pt idx="7129">
                  <c:v>-0.11866947386167798</c:v>
                </c:pt>
                <c:pt idx="7130">
                  <c:v>-8.2627222623592109E-2</c:v>
                </c:pt>
                <c:pt idx="7131">
                  <c:v>-4.450678388928718E-2</c:v>
                </c:pt>
                <c:pt idx="7132">
                  <c:v>-1.3533622363908229E-2</c:v>
                </c:pt>
                <c:pt idx="7133">
                  <c:v>-1.3434644144683879E-3</c:v>
                </c:pt>
                <c:pt idx="7134">
                  <c:v>7.3535406873667551E-3</c:v>
                </c:pt>
                <c:pt idx="7135">
                  <c:v>-8.5531924613166541E-2</c:v>
                </c:pt>
                <c:pt idx="7136">
                  <c:v>-0.30273492238638988</c:v>
                </c:pt>
                <c:pt idx="7137">
                  <c:v>-0.3520075871725733</c:v>
                </c:pt>
                <c:pt idx="7138">
                  <c:v>-0.32438067060585402</c:v>
                </c:pt>
                <c:pt idx="7139">
                  <c:v>-0.40681207940429093</c:v>
                </c:pt>
                <c:pt idx="7140">
                  <c:v>-0.50184673011680592</c:v>
                </c:pt>
                <c:pt idx="7141">
                  <c:v>-0.45704727269542966</c:v>
                </c:pt>
                <c:pt idx="7142">
                  <c:v>-0.46662001764739608</c:v>
                </c:pt>
                <c:pt idx="7143">
                  <c:v>-0.49729122298013906</c:v>
                </c:pt>
                <c:pt idx="7144">
                  <c:v>-0.51894670198761428</c:v>
                </c:pt>
                <c:pt idx="7145">
                  <c:v>-0.42920761583216477</c:v>
                </c:pt>
                <c:pt idx="7146">
                  <c:v>-0.410954195347906</c:v>
                </c:pt>
                <c:pt idx="7147">
                  <c:v>-0.4103342004908106</c:v>
                </c:pt>
                <c:pt idx="7148">
                  <c:v>-0.32441049559420904</c:v>
                </c:pt>
                <c:pt idx="7149">
                  <c:v>-0.25607262976891504</c:v>
                </c:pt>
                <c:pt idx="7150">
                  <c:v>-0.28363627394424129</c:v>
                </c:pt>
                <c:pt idx="7151">
                  <c:v>-0.26505076350471646</c:v>
                </c:pt>
                <c:pt idx="7152">
                  <c:v>-0.30474597858098718</c:v>
                </c:pt>
                <c:pt idx="7153">
                  <c:v>-0.26523061689314725</c:v>
                </c:pt>
                <c:pt idx="7154">
                  <c:v>-0.11284215305900999</c:v>
                </c:pt>
                <c:pt idx="7155">
                  <c:v>-2.923909336370055E-2</c:v>
                </c:pt>
                <c:pt idx="7156">
                  <c:v>-2.1484095873579748E-3</c:v>
                </c:pt>
                <c:pt idx="7157">
                  <c:v>7.4014165027203403E-3</c:v>
                </c:pt>
                <c:pt idx="7158">
                  <c:v>-0.19232863889793123</c:v>
                </c:pt>
                <c:pt idx="7159">
                  <c:v>-0.26905968027950106</c:v>
                </c:pt>
                <c:pt idx="7160">
                  <c:v>-0.32495560848349719</c:v>
                </c:pt>
                <c:pt idx="7161">
                  <c:v>-0.37116645474643001</c:v>
                </c:pt>
                <c:pt idx="7162">
                  <c:v>-0.39705607486576711</c:v>
                </c:pt>
                <c:pt idx="7163">
                  <c:v>-0.52040408368453672</c:v>
                </c:pt>
                <c:pt idx="7164">
                  <c:v>-0.5514430090709852</c:v>
                </c:pt>
                <c:pt idx="7165">
                  <c:v>-0.52483846963284275</c:v>
                </c:pt>
                <c:pt idx="7166">
                  <c:v>-0.50273991687455977</c:v>
                </c:pt>
                <c:pt idx="7167">
                  <c:v>-0.45332113928450507</c:v>
                </c:pt>
                <c:pt idx="7168">
                  <c:v>-0.45920056881744742</c:v>
                </c:pt>
                <c:pt idx="7169">
                  <c:v>-0.42355853744472916</c:v>
                </c:pt>
                <c:pt idx="7170">
                  <c:v>-0.35746193686680416</c:v>
                </c:pt>
                <c:pt idx="7171">
                  <c:v>-0.34497061847562832</c:v>
                </c:pt>
                <c:pt idx="7172">
                  <c:v>-0.34080137397993537</c:v>
                </c:pt>
                <c:pt idx="7173">
                  <c:v>-0.36756211293432223</c:v>
                </c:pt>
                <c:pt idx="7174">
                  <c:v>-0.34099097724492822</c:v>
                </c:pt>
                <c:pt idx="7175">
                  <c:v>-0.32222188363314869</c:v>
                </c:pt>
                <c:pt idx="7176">
                  <c:v>-0.30303013529008238</c:v>
                </c:pt>
                <c:pt idx="7177">
                  <c:v>-0.31117611584261734</c:v>
                </c:pt>
                <c:pt idx="7178">
                  <c:v>-0.2888362580183696</c:v>
                </c:pt>
                <c:pt idx="7179">
                  <c:v>-0.25783219921957845</c:v>
                </c:pt>
                <c:pt idx="7180">
                  <c:v>-0.25665817603338997</c:v>
                </c:pt>
                <c:pt idx="7181">
                  <c:v>-0.24317350843380603</c:v>
                </c:pt>
                <c:pt idx="7182">
                  <c:v>-0.23522833516144259</c:v>
                </c:pt>
                <c:pt idx="7183">
                  <c:v>-0.21681778216128783</c:v>
                </c:pt>
                <c:pt idx="7184">
                  <c:v>-0.20321632888565133</c:v>
                </c:pt>
                <c:pt idx="7185">
                  <c:v>-0.236502150556816</c:v>
                </c:pt>
                <c:pt idx="7186">
                  <c:v>-0.22037666247918464</c:v>
                </c:pt>
                <c:pt idx="7187">
                  <c:v>-0.2207122189758525</c:v>
                </c:pt>
                <c:pt idx="7188">
                  <c:v>-0.23866305309058888</c:v>
                </c:pt>
                <c:pt idx="7189">
                  <c:v>-0.2183638052980772</c:v>
                </c:pt>
                <c:pt idx="7190">
                  <c:v>-0.21771540733111627</c:v>
                </c:pt>
                <c:pt idx="7191">
                  <c:v>-0.24700389470488418</c:v>
                </c:pt>
                <c:pt idx="7192">
                  <c:v>-0.28539189070847037</c:v>
                </c:pt>
                <c:pt idx="7193">
                  <c:v>-0.32651919542198776</c:v>
                </c:pt>
                <c:pt idx="7194">
                  <c:v>-0.34555628249348941</c:v>
                </c:pt>
                <c:pt idx="7195">
                  <c:v>-0.34809341315306469</c:v>
                </c:pt>
                <c:pt idx="7196">
                  <c:v>-0.31176745589953841</c:v>
                </c:pt>
                <c:pt idx="7197">
                  <c:v>-0.29739767309300424</c:v>
                </c:pt>
                <c:pt idx="7198">
                  <c:v>-0.28317604042383276</c:v>
                </c:pt>
                <c:pt idx="7199">
                  <c:v>-0.2745382907253987</c:v>
                </c:pt>
                <c:pt idx="7200">
                  <c:v>-0.25741938616173043</c:v>
                </c:pt>
                <c:pt idx="7201">
                  <c:v>-0.26333836746499684</c:v>
                </c:pt>
                <c:pt idx="7202">
                  <c:v>-0.25041675517468082</c:v>
                </c:pt>
                <c:pt idx="7203">
                  <c:v>-0.22562541348664394</c:v>
                </c:pt>
                <c:pt idx="7204">
                  <c:v>-0.23627457620885842</c:v>
                </c:pt>
                <c:pt idx="7205">
                  <c:v>-0.23379838089952709</c:v>
                </c:pt>
                <c:pt idx="7206">
                  <c:v>-0.23056658841213171</c:v>
                </c:pt>
                <c:pt idx="7207">
                  <c:v>-0.22761912233100801</c:v>
                </c:pt>
                <c:pt idx="7208">
                  <c:v>-0.24945318521673276</c:v>
                </c:pt>
                <c:pt idx="7209">
                  <c:v>-0.24789111389978938</c:v>
                </c:pt>
                <c:pt idx="7210">
                  <c:v>-0.28932192760228143</c:v>
                </c:pt>
                <c:pt idx="7211">
                  <c:v>-0.37179424203188816</c:v>
                </c:pt>
                <c:pt idx="7212">
                  <c:v>-0.41037528627229214</c:v>
                </c:pt>
                <c:pt idx="7213">
                  <c:v>-0.38367080841927254</c:v>
                </c:pt>
                <c:pt idx="7214">
                  <c:v>-0.3537116620611841</c:v>
                </c:pt>
                <c:pt idx="7215">
                  <c:v>-0.39592193155691752</c:v>
                </c:pt>
                <c:pt idx="7216">
                  <c:v>-0.39292409160878822</c:v>
                </c:pt>
                <c:pt idx="7217">
                  <c:v>-0.36289343263498153</c:v>
                </c:pt>
                <c:pt idx="7218">
                  <c:v>-0.30666894687074442</c:v>
                </c:pt>
                <c:pt idx="7219">
                  <c:v>-0.2846992068099507</c:v>
                </c:pt>
                <c:pt idx="7220">
                  <c:v>-0.25713628400676869</c:v>
                </c:pt>
                <c:pt idx="7221">
                  <c:v>-0.25489912852669905</c:v>
                </c:pt>
                <c:pt idx="7222">
                  <c:v>-0.22828663550713363</c:v>
                </c:pt>
                <c:pt idx="7223">
                  <c:v>-0.22568896293146312</c:v>
                </c:pt>
                <c:pt idx="7224">
                  <c:v>-0.24409397719953074</c:v>
                </c:pt>
                <c:pt idx="7225">
                  <c:v>-0.23730893344618892</c:v>
                </c:pt>
                <c:pt idx="7226">
                  <c:v>-0.12240218437796213</c:v>
                </c:pt>
                <c:pt idx="7227">
                  <c:v>-0.19955666683445433</c:v>
                </c:pt>
                <c:pt idx="7228">
                  <c:v>-0.11865699226876771</c:v>
                </c:pt>
                <c:pt idx="7229">
                  <c:v>-9.3173083374293211E-2</c:v>
                </c:pt>
                <c:pt idx="7230">
                  <c:v>-0.12719579605206163</c:v>
                </c:pt>
                <c:pt idx="7231">
                  <c:v>-7.6432602781923015E-2</c:v>
                </c:pt>
                <c:pt idx="7232">
                  <c:v>-2.2732135087002475E-2</c:v>
                </c:pt>
                <c:pt idx="7233">
                  <c:v>-0.11018347181067396</c:v>
                </c:pt>
                <c:pt idx="7234">
                  <c:v>-8.2510478045564911E-2</c:v>
                </c:pt>
                <c:pt idx="7235">
                  <c:v>-7.5236176585571158E-3</c:v>
                </c:pt>
                <c:pt idx="7236">
                  <c:v>-8.7300043277122236E-2</c:v>
                </c:pt>
                <c:pt idx="7237">
                  <c:v>-9.5210027025837918E-2</c:v>
                </c:pt>
                <c:pt idx="7238">
                  <c:v>-1.5312409457379642E-2</c:v>
                </c:pt>
                <c:pt idx="7239">
                  <c:v>-7.0053464189254164E-2</c:v>
                </c:pt>
                <c:pt idx="7240">
                  <c:v>-8.4805412139091096E-2</c:v>
                </c:pt>
                <c:pt idx="7241">
                  <c:v>-3.5056541456363825E-2</c:v>
                </c:pt>
                <c:pt idx="7242">
                  <c:v>-3.7027807895991527E-2</c:v>
                </c:pt>
                <c:pt idx="7243">
                  <c:v>-0.1146511760777493</c:v>
                </c:pt>
                <c:pt idx="7244">
                  <c:v>-4.3073585375067246E-2</c:v>
                </c:pt>
                <c:pt idx="7245">
                  <c:v>-4.069932782478447E-2</c:v>
                </c:pt>
                <c:pt idx="7246">
                  <c:v>-9.3517891239754958E-2</c:v>
                </c:pt>
                <c:pt idx="7247">
                  <c:v>-8.3118094234447493E-2</c:v>
                </c:pt>
                <c:pt idx="7248">
                  <c:v>-6.4281191629202488E-3</c:v>
                </c:pt>
                <c:pt idx="7249">
                  <c:v>-5.1135797017601181E-2</c:v>
                </c:pt>
                <c:pt idx="7250">
                  <c:v>2.3763052547382171E-2</c:v>
                </c:pt>
                <c:pt idx="7251">
                  <c:v>2.4158436504108569E-2</c:v>
                </c:pt>
                <c:pt idx="7252">
                  <c:v>2.5049872868984361E-2</c:v>
                </c:pt>
                <c:pt idx="7253">
                  <c:v>2.3208933441346703E-2</c:v>
                </c:pt>
                <c:pt idx="7254">
                  <c:v>2.4329809603253344E-2</c:v>
                </c:pt>
                <c:pt idx="7255">
                  <c:v>1.5153313774802323E-2</c:v>
                </c:pt>
                <c:pt idx="7256">
                  <c:v>1.5272683912650405E-2</c:v>
                </c:pt>
                <c:pt idx="7257">
                  <c:v>1.3477620023016701E-2</c:v>
                </c:pt>
                <c:pt idx="7258">
                  <c:v>-0.14579688234190291</c:v>
                </c:pt>
                <c:pt idx="7259">
                  <c:v>-0.14876488593971834</c:v>
                </c:pt>
                <c:pt idx="7260">
                  <c:v>-4.4959288293060978E-2</c:v>
                </c:pt>
                <c:pt idx="7261">
                  <c:v>-0.33164872329905043</c:v>
                </c:pt>
                <c:pt idx="7262">
                  <c:v>-6.3648037243041897E-2</c:v>
                </c:pt>
                <c:pt idx="7263">
                  <c:v>-0.41022197922233256</c:v>
                </c:pt>
                <c:pt idx="7264">
                  <c:v>-0.12191102016708893</c:v>
                </c:pt>
                <c:pt idx="7265">
                  <c:v>-0.38021337229189139</c:v>
                </c:pt>
                <c:pt idx="7266">
                  <c:v>-0.27219598882382284</c:v>
                </c:pt>
                <c:pt idx="7267">
                  <c:v>-0.21685931682301848</c:v>
                </c:pt>
                <c:pt idx="7268">
                  <c:v>-0.10167202760597961</c:v>
                </c:pt>
                <c:pt idx="7269">
                  <c:v>-5.6509866122322734E-2</c:v>
                </c:pt>
                <c:pt idx="7270">
                  <c:v>-0.11908381234119152</c:v>
                </c:pt>
                <c:pt idx="7271">
                  <c:v>-0.15293935635080907</c:v>
                </c:pt>
                <c:pt idx="7272">
                  <c:v>-9.723417310343821E-2</c:v>
                </c:pt>
                <c:pt idx="7273">
                  <c:v>-0.11057773060371481</c:v>
                </c:pt>
                <c:pt idx="7274">
                  <c:v>-0.12413032507279727</c:v>
                </c:pt>
                <c:pt idx="7275">
                  <c:v>-0.1185517831371966</c:v>
                </c:pt>
                <c:pt idx="7276">
                  <c:v>-0.13913956870669156</c:v>
                </c:pt>
                <c:pt idx="7277">
                  <c:v>-0.10887250527315337</c:v>
                </c:pt>
                <c:pt idx="7278">
                  <c:v>-0.10886709617255559</c:v>
                </c:pt>
                <c:pt idx="7279">
                  <c:v>-0.11365985605467625</c:v>
                </c:pt>
                <c:pt idx="7280">
                  <c:v>-0.12232917243707894</c:v>
                </c:pt>
                <c:pt idx="7281">
                  <c:v>-0.22142310131887918</c:v>
                </c:pt>
                <c:pt idx="7282">
                  <c:v>-0.35376482236099471</c:v>
                </c:pt>
                <c:pt idx="7283">
                  <c:v>-0.41744653547109223</c:v>
                </c:pt>
                <c:pt idx="7284">
                  <c:v>-0.40974825432370554</c:v>
                </c:pt>
                <c:pt idx="7285">
                  <c:v>-0.36350676894413592</c:v>
                </c:pt>
                <c:pt idx="7286">
                  <c:v>-0.29545796763428195</c:v>
                </c:pt>
                <c:pt idx="7287">
                  <c:v>-0.31229035785965165</c:v>
                </c:pt>
                <c:pt idx="7288">
                  <c:v>-0.33413951131272662</c:v>
                </c:pt>
                <c:pt idx="7289">
                  <c:v>-0.28698917724093181</c:v>
                </c:pt>
                <c:pt idx="7290">
                  <c:v>-0.24542477015007255</c:v>
                </c:pt>
                <c:pt idx="7291">
                  <c:v>-0.22022807447572748</c:v>
                </c:pt>
                <c:pt idx="7292">
                  <c:v>-0.15816820718412949</c:v>
                </c:pt>
                <c:pt idx="7293">
                  <c:v>-0.11536098243394474</c:v>
                </c:pt>
                <c:pt idx="7294">
                  <c:v>-8.374803946490221E-2</c:v>
                </c:pt>
                <c:pt idx="7295">
                  <c:v>-3.7300558382869213E-2</c:v>
                </c:pt>
                <c:pt idx="7296">
                  <c:v>7.4703423644718438E-3</c:v>
                </c:pt>
                <c:pt idx="7297">
                  <c:v>3.317394215942393E-2</c:v>
                </c:pt>
                <c:pt idx="7298">
                  <c:v>3.6313227668281038E-2</c:v>
                </c:pt>
                <c:pt idx="7299">
                  <c:v>3.6304763830481555E-2</c:v>
                </c:pt>
                <c:pt idx="7300">
                  <c:v>3.5305293443547367E-2</c:v>
                </c:pt>
                <c:pt idx="7301">
                  <c:v>3.3001898556200573E-2</c:v>
                </c:pt>
                <c:pt idx="7302">
                  <c:v>3.5873939696693294E-2</c:v>
                </c:pt>
                <c:pt idx="7303">
                  <c:v>3.51807530732407E-2</c:v>
                </c:pt>
                <c:pt idx="7304">
                  <c:v>2.6992272434293533E-2</c:v>
                </c:pt>
                <c:pt idx="7305">
                  <c:v>1.8085906296360713E-2</c:v>
                </c:pt>
                <c:pt idx="7306">
                  <c:v>-0.12719794477850335</c:v>
                </c:pt>
                <c:pt idx="7307">
                  <c:v>-0.12868205891812792</c:v>
                </c:pt>
                <c:pt idx="7308">
                  <c:v>-0.20464787965888673</c:v>
                </c:pt>
                <c:pt idx="7309">
                  <c:v>-3.9879386817155756E-2</c:v>
                </c:pt>
                <c:pt idx="7310">
                  <c:v>-0.26856678893222991</c:v>
                </c:pt>
                <c:pt idx="7311">
                  <c:v>-0.25698885412936501</c:v>
                </c:pt>
                <c:pt idx="7312">
                  <c:v>-0.19673844901820087</c:v>
                </c:pt>
                <c:pt idx="7313">
                  <c:v>-0.20247769623771572</c:v>
                </c:pt>
                <c:pt idx="7314">
                  <c:v>-0.16552298469164775</c:v>
                </c:pt>
                <c:pt idx="7315">
                  <c:v>-0.15001831737156462</c:v>
                </c:pt>
                <c:pt idx="7316">
                  <c:v>-0.12754115916251915</c:v>
                </c:pt>
                <c:pt idx="7317">
                  <c:v>-9.3230360957012356E-2</c:v>
                </c:pt>
                <c:pt idx="7318">
                  <c:v>-6.6883005137916923E-2</c:v>
                </c:pt>
                <c:pt idx="7319">
                  <c:v>-5.2930781141599513E-2</c:v>
                </c:pt>
                <c:pt idx="7320">
                  <c:v>-3.8556978822288673E-2</c:v>
                </c:pt>
                <c:pt idx="7321">
                  <c:v>-2.4857474371263249E-4</c:v>
                </c:pt>
                <c:pt idx="7322">
                  <c:v>1.1273132131437607E-3</c:v>
                </c:pt>
                <c:pt idx="7323">
                  <c:v>2.1106298658134875E-2</c:v>
                </c:pt>
                <c:pt idx="7324">
                  <c:v>1.913617596680732E-2</c:v>
                </c:pt>
                <c:pt idx="7325">
                  <c:v>2.1691360122344801E-2</c:v>
                </c:pt>
                <c:pt idx="7326">
                  <c:v>1.977934137319037E-2</c:v>
                </c:pt>
                <c:pt idx="7327">
                  <c:v>1.0388123720315586E-2</c:v>
                </c:pt>
                <c:pt idx="7328">
                  <c:v>-6.0900757616156025E-4</c:v>
                </c:pt>
                <c:pt idx="7329">
                  <c:v>-4.9808464192692609E-2</c:v>
                </c:pt>
                <c:pt idx="7330">
                  <c:v>-0.32089335891316012</c:v>
                </c:pt>
                <c:pt idx="7331">
                  <c:v>-0.29391079037332668</c:v>
                </c:pt>
                <c:pt idx="7332">
                  <c:v>-0.21106431986806054</c:v>
                </c:pt>
                <c:pt idx="7333">
                  <c:v>-0.32091635492310167</c:v>
                </c:pt>
                <c:pt idx="7334">
                  <c:v>-0.3244106405306097</c:v>
                </c:pt>
                <c:pt idx="7335">
                  <c:v>-0.32212371765367126</c:v>
                </c:pt>
                <c:pt idx="7336">
                  <c:v>-0.33105041247281819</c:v>
                </c:pt>
                <c:pt idx="7337">
                  <c:v>-0.3225390013190309</c:v>
                </c:pt>
                <c:pt idx="7338">
                  <c:v>-0.255135507335158</c:v>
                </c:pt>
                <c:pt idx="7339">
                  <c:v>-0.22099917142360836</c:v>
                </c:pt>
                <c:pt idx="7340">
                  <c:v>-0.1869541127631682</c:v>
                </c:pt>
                <c:pt idx="7341">
                  <c:v>-0.14706157695785912</c:v>
                </c:pt>
                <c:pt idx="7342">
                  <c:v>-0.12036237150716804</c:v>
                </c:pt>
                <c:pt idx="7343">
                  <c:v>-0.12221615006936311</c:v>
                </c:pt>
                <c:pt idx="7344">
                  <c:v>-4.9916550999693977E-2</c:v>
                </c:pt>
                <c:pt idx="7345">
                  <c:v>-7.5739483067763097E-2</c:v>
                </c:pt>
                <c:pt idx="7346">
                  <c:v>-2.4425608072798539E-3</c:v>
                </c:pt>
                <c:pt idx="7347">
                  <c:v>-9.7343326933725938E-2</c:v>
                </c:pt>
                <c:pt idx="7348">
                  <c:v>1.725833356858298E-2</c:v>
                </c:pt>
                <c:pt idx="7349">
                  <c:v>1.9846867269334767E-2</c:v>
                </c:pt>
                <c:pt idx="7350">
                  <c:v>1.7089495228966304E-2</c:v>
                </c:pt>
                <c:pt idx="7351">
                  <c:v>-3.2041698822499957E-2</c:v>
                </c:pt>
                <c:pt idx="7352">
                  <c:v>-4.0871509752706557E-2</c:v>
                </c:pt>
                <c:pt idx="7353">
                  <c:v>-9.7056404396708151E-2</c:v>
                </c:pt>
                <c:pt idx="7354">
                  <c:v>-0.11846913847579864</c:v>
                </c:pt>
                <c:pt idx="7355">
                  <c:v>-0.24746556229744671</c:v>
                </c:pt>
                <c:pt idx="7356">
                  <c:v>-0.25288666074820321</c:v>
                </c:pt>
                <c:pt idx="7357">
                  <c:v>-0.28259933331499071</c:v>
                </c:pt>
                <c:pt idx="7358">
                  <c:v>-0.31769685492608291</c:v>
                </c:pt>
                <c:pt idx="7359">
                  <c:v>-0.32612210613266557</c:v>
                </c:pt>
                <c:pt idx="7360">
                  <c:v>-0.34610335011422161</c:v>
                </c:pt>
                <c:pt idx="7361">
                  <c:v>-0.35694855850992369</c:v>
                </c:pt>
                <c:pt idx="7362">
                  <c:v>-0.3150771330424651</c:v>
                </c:pt>
                <c:pt idx="7363">
                  <c:v>-0.29668322664842001</c:v>
                </c:pt>
                <c:pt idx="7364">
                  <c:v>-0.26334065973391524</c:v>
                </c:pt>
                <c:pt idx="7365">
                  <c:v>-0.17158755987802896</c:v>
                </c:pt>
                <c:pt idx="7366">
                  <c:v>-0.15261833457470028</c:v>
                </c:pt>
                <c:pt idx="7367">
                  <c:v>-8.8662332289930007E-2</c:v>
                </c:pt>
                <c:pt idx="7368">
                  <c:v>-2.3259437363146812E-2</c:v>
                </c:pt>
                <c:pt idx="7369">
                  <c:v>-2.8333484978713746E-3</c:v>
                </c:pt>
                <c:pt idx="7370">
                  <c:v>3.3919915105570324E-3</c:v>
                </c:pt>
                <c:pt idx="7371">
                  <c:v>9.4519550323894468E-3</c:v>
                </c:pt>
                <c:pt idx="7372">
                  <c:v>9.5660219980412582E-3</c:v>
                </c:pt>
                <c:pt idx="7373">
                  <c:v>1.3671784927737369E-2</c:v>
                </c:pt>
                <c:pt idx="7374">
                  <c:v>1.4254833674295949E-2</c:v>
                </c:pt>
                <c:pt idx="7375">
                  <c:v>-4.6394362358832701E-2</c:v>
                </c:pt>
                <c:pt idx="7376">
                  <c:v>-0.21012706669376852</c:v>
                </c:pt>
                <c:pt idx="7377">
                  <c:v>-0.24756520007882027</c:v>
                </c:pt>
                <c:pt idx="7378">
                  <c:v>-0.31802678322044681</c:v>
                </c:pt>
                <c:pt idx="7379">
                  <c:v>-0.3175378393273468</c:v>
                </c:pt>
                <c:pt idx="7380">
                  <c:v>-0.31038099222083726</c:v>
                </c:pt>
                <c:pt idx="7381">
                  <c:v>-0.36989177914247634</c:v>
                </c:pt>
                <c:pt idx="7382">
                  <c:v>-0.42514483518445501</c:v>
                </c:pt>
                <c:pt idx="7383">
                  <c:v>-0.41639378060912108</c:v>
                </c:pt>
                <c:pt idx="7384">
                  <c:v>-0.46307652706066371</c:v>
                </c:pt>
                <c:pt idx="7385">
                  <c:v>-0.42831175215911549</c:v>
                </c:pt>
                <c:pt idx="7386">
                  <c:v>-0.38377053922730087</c:v>
                </c:pt>
                <c:pt idx="7387">
                  <c:v>-0.28364942836539347</c:v>
                </c:pt>
                <c:pt idx="7388">
                  <c:v>-0.25792649598204093</c:v>
                </c:pt>
                <c:pt idx="7389">
                  <c:v>-0.26095122339139298</c:v>
                </c:pt>
                <c:pt idx="7390">
                  <c:v>-0.1903804968274028</c:v>
                </c:pt>
                <c:pt idx="7391">
                  <c:v>-0.27537280327327956</c:v>
                </c:pt>
                <c:pt idx="7392">
                  <c:v>-0.14596450702617478</c:v>
                </c:pt>
                <c:pt idx="7393">
                  <c:v>-6.2675637256142822E-2</c:v>
                </c:pt>
                <c:pt idx="7394">
                  <c:v>-4.900360471747002E-3</c:v>
                </c:pt>
                <c:pt idx="7395">
                  <c:v>8.6778876699853298E-3</c:v>
                </c:pt>
                <c:pt idx="7396">
                  <c:v>1.3746971483335686E-2</c:v>
                </c:pt>
                <c:pt idx="7397">
                  <c:v>2.17193972881107E-2</c:v>
                </c:pt>
                <c:pt idx="7398">
                  <c:v>1.8722893828366803E-2</c:v>
                </c:pt>
                <c:pt idx="7399">
                  <c:v>-4.0060857577895466E-2</c:v>
                </c:pt>
                <c:pt idx="7400">
                  <c:v>-4.8219935753018639E-2</c:v>
                </c:pt>
                <c:pt idx="7401">
                  <c:v>-0.27958297564267892</c:v>
                </c:pt>
                <c:pt idx="7402">
                  <c:v>-0.1458425260143669</c:v>
                </c:pt>
                <c:pt idx="7403">
                  <c:v>-0.40099721310608549</c:v>
                </c:pt>
                <c:pt idx="7404">
                  <c:v>-0.31257404960812657</c:v>
                </c:pt>
                <c:pt idx="7405">
                  <c:v>-0.31964066757670589</c:v>
                </c:pt>
                <c:pt idx="7406">
                  <c:v>-0.34112868711723743</c:v>
                </c:pt>
                <c:pt idx="7407">
                  <c:v>-0.31948641931413635</c:v>
                </c:pt>
                <c:pt idx="7408">
                  <c:v>-0.36766051868309091</c:v>
                </c:pt>
                <c:pt idx="7409">
                  <c:v>-0.32202165377756892</c:v>
                </c:pt>
                <c:pt idx="7410">
                  <c:v>-0.31550517558054042</c:v>
                </c:pt>
                <c:pt idx="7411">
                  <c:v>-0.26767453758071097</c:v>
                </c:pt>
                <c:pt idx="7412">
                  <c:v>-0.23303152950764572</c:v>
                </c:pt>
                <c:pt idx="7413">
                  <c:v>-0.21803307325267021</c:v>
                </c:pt>
                <c:pt idx="7414">
                  <c:v>-0.2053985449761192</c:v>
                </c:pt>
                <c:pt idx="7415">
                  <c:v>-0.16978846325548369</c:v>
                </c:pt>
                <c:pt idx="7416">
                  <c:v>-0.16547780021334579</c:v>
                </c:pt>
                <c:pt idx="7417">
                  <c:v>-0.11519677942609988</c:v>
                </c:pt>
                <c:pt idx="7418">
                  <c:v>-1.9532515638158176E-2</c:v>
                </c:pt>
                <c:pt idx="7419">
                  <c:v>-0.10402921135956993</c:v>
                </c:pt>
                <c:pt idx="7420">
                  <c:v>1.4380673619179135E-2</c:v>
                </c:pt>
                <c:pt idx="7421">
                  <c:v>1.9912497828111355E-2</c:v>
                </c:pt>
                <c:pt idx="7422">
                  <c:v>1.6020176871856934E-2</c:v>
                </c:pt>
                <c:pt idx="7423">
                  <c:v>-7.2098553659869738E-2</c:v>
                </c:pt>
                <c:pt idx="7424">
                  <c:v>-6.7238156226435503E-2</c:v>
                </c:pt>
                <c:pt idx="7425">
                  <c:v>-0.32722310399052973</c:v>
                </c:pt>
                <c:pt idx="7426">
                  <c:v>-9.0033236182458176E-2</c:v>
                </c:pt>
                <c:pt idx="7427">
                  <c:v>-0.49134156990839706</c:v>
                </c:pt>
                <c:pt idx="7428">
                  <c:v>-0.41125278594121867</c:v>
                </c:pt>
                <c:pt idx="7429">
                  <c:v>-0.41408781248310944</c:v>
                </c:pt>
                <c:pt idx="7430">
                  <c:v>-0.42380421693127729</c:v>
                </c:pt>
                <c:pt idx="7431">
                  <c:v>-0.42311077621399462</c:v>
                </c:pt>
                <c:pt idx="7432">
                  <c:v>-0.42612118666229959</c:v>
                </c:pt>
                <c:pt idx="7433">
                  <c:v>-0.36886614449648086</c:v>
                </c:pt>
                <c:pt idx="7434">
                  <c:v>-0.33809863896185205</c:v>
                </c:pt>
                <c:pt idx="7435">
                  <c:v>-0.30724016742978716</c:v>
                </c:pt>
                <c:pt idx="7436">
                  <c:v>-0.27819825288838096</c:v>
                </c:pt>
                <c:pt idx="7437">
                  <c:v>-0.23449290807104656</c:v>
                </c:pt>
                <c:pt idx="7438">
                  <c:v>-0.24729029902331739</c:v>
                </c:pt>
                <c:pt idx="7439">
                  <c:v>-0.22696294744443068</c:v>
                </c:pt>
                <c:pt idx="7440">
                  <c:v>-0.20225188029603802</c:v>
                </c:pt>
                <c:pt idx="7441">
                  <c:v>-0.1833393169838182</c:v>
                </c:pt>
                <c:pt idx="7442">
                  <c:v>-2.5619557648881321E-2</c:v>
                </c:pt>
                <c:pt idx="7443">
                  <c:v>-7.1050172395438066E-3</c:v>
                </c:pt>
                <c:pt idx="7444">
                  <c:v>1.179652359984722E-2</c:v>
                </c:pt>
                <c:pt idx="7445">
                  <c:v>1.9582215074108379E-2</c:v>
                </c:pt>
                <c:pt idx="7446">
                  <c:v>2.1573365037552673E-2</c:v>
                </c:pt>
                <c:pt idx="7447">
                  <c:v>-8.4085809778535303E-2</c:v>
                </c:pt>
                <c:pt idx="7448">
                  <c:v>-0.12187430356979917</c:v>
                </c:pt>
                <c:pt idx="7449">
                  <c:v>-0.18973950676804219</c:v>
                </c:pt>
                <c:pt idx="7450">
                  <c:v>-0.3186777567433311</c:v>
                </c:pt>
                <c:pt idx="7451">
                  <c:v>-0.19832112450256742</c:v>
                </c:pt>
                <c:pt idx="7452">
                  <c:v>-0.22293139214483415</c:v>
                </c:pt>
                <c:pt idx="7453">
                  <c:v>-0.2105387735688764</c:v>
                </c:pt>
                <c:pt idx="7454">
                  <c:v>-0.27256161640583931</c:v>
                </c:pt>
                <c:pt idx="7455">
                  <c:v>-0.29480983862406679</c:v>
                </c:pt>
                <c:pt idx="7456">
                  <c:v>-0.26321822286834073</c:v>
                </c:pt>
                <c:pt idx="7457">
                  <c:v>-0.2191587353141782</c:v>
                </c:pt>
                <c:pt idx="7458">
                  <c:v>-0.22336612789758717</c:v>
                </c:pt>
                <c:pt idx="7459">
                  <c:v>-0.21853351138109431</c:v>
                </c:pt>
                <c:pt idx="7460">
                  <c:v>-0.20039764201460405</c:v>
                </c:pt>
                <c:pt idx="7461">
                  <c:v>-0.19623988957042604</c:v>
                </c:pt>
                <c:pt idx="7462">
                  <c:v>-0.18581471578484274</c:v>
                </c:pt>
                <c:pt idx="7463">
                  <c:v>-0.181485760410526</c:v>
                </c:pt>
                <c:pt idx="7464">
                  <c:v>-0.14914503793123982</c:v>
                </c:pt>
                <c:pt idx="7465">
                  <c:v>-0.12258343566250302</c:v>
                </c:pt>
                <c:pt idx="7466">
                  <c:v>-6.9672158350712596E-2</c:v>
                </c:pt>
                <c:pt idx="7467">
                  <c:v>-0.12925158121683811</c:v>
                </c:pt>
                <c:pt idx="7468">
                  <c:v>-0.13584705718333032</c:v>
                </c:pt>
                <c:pt idx="7469">
                  <c:v>-5.9429694868072258E-2</c:v>
                </c:pt>
                <c:pt idx="7470">
                  <c:v>-0.1817922391883334</c:v>
                </c:pt>
                <c:pt idx="7471">
                  <c:v>-0.19365590944395067</c:v>
                </c:pt>
                <c:pt idx="7472">
                  <c:v>-0.18579763720621897</c:v>
                </c:pt>
                <c:pt idx="7473">
                  <c:v>-0.21283608422155909</c:v>
                </c:pt>
                <c:pt idx="7474">
                  <c:v>-0.23490386849647316</c:v>
                </c:pt>
                <c:pt idx="7475">
                  <c:v>-0.23120725823828708</c:v>
                </c:pt>
                <c:pt idx="7476">
                  <c:v>-0.26109020144830331</c:v>
                </c:pt>
                <c:pt idx="7477">
                  <c:v>-0.31913860651587195</c:v>
                </c:pt>
                <c:pt idx="7478">
                  <c:v>-0.39724133152502439</c:v>
                </c:pt>
                <c:pt idx="7479">
                  <c:v>-0.38939779102120525</c:v>
                </c:pt>
                <c:pt idx="7480">
                  <c:v>-0.45646924308049458</c:v>
                </c:pt>
                <c:pt idx="7481">
                  <c:v>-0.41402517427847219</c:v>
                </c:pt>
                <c:pt idx="7482">
                  <c:v>-0.35849138854487494</c:v>
                </c:pt>
                <c:pt idx="7483">
                  <c:v>-0.31819851381520953</c:v>
                </c:pt>
                <c:pt idx="7484">
                  <c:v>-0.28104828335664062</c:v>
                </c:pt>
                <c:pt idx="7485">
                  <c:v>-0.26108966158682984</c:v>
                </c:pt>
                <c:pt idx="7486">
                  <c:v>-0.23385986688557187</c:v>
                </c:pt>
                <c:pt idx="7487">
                  <c:v>3.3318266179593797E-2</c:v>
                </c:pt>
                <c:pt idx="7488">
                  <c:v>6.4414444213122396E-2</c:v>
                </c:pt>
                <c:pt idx="7489">
                  <c:v>6.3025125856171968E-2</c:v>
                </c:pt>
                <c:pt idx="7490">
                  <c:v>6.1622497318282406E-2</c:v>
                </c:pt>
                <c:pt idx="7491">
                  <c:v>6.0206558599453744E-2</c:v>
                </c:pt>
                <c:pt idx="7492">
                  <c:v>5.8777309699685379E-2</c:v>
                </c:pt>
                <c:pt idx="7493">
                  <c:v>5.7334750618977422E-2</c:v>
                </c:pt>
                <c:pt idx="7494">
                  <c:v>5.5878881357330289E-2</c:v>
                </c:pt>
                <c:pt idx="7495">
                  <c:v>5.4409701914743626E-2</c:v>
                </c:pt>
                <c:pt idx="7496">
                  <c:v>5.2927212291217662E-2</c:v>
                </c:pt>
                <c:pt idx="7497">
                  <c:v>5.1431412486752287E-2</c:v>
                </c:pt>
                <c:pt idx="7498">
                  <c:v>4.9922302501347555E-2</c:v>
                </c:pt>
                <c:pt idx="7499">
                  <c:v>4.8399882335003384E-2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-0.44745286662835571</c:v>
                </c:pt>
                <c:pt idx="7697">
                  <c:v>-0.43620777282191675</c:v>
                </c:pt>
                <c:pt idx="7698">
                  <c:v>-0.37968399820036303</c:v>
                </c:pt>
                <c:pt idx="7699">
                  <c:v>-0.36608951946976731</c:v>
                </c:pt>
                <c:pt idx="7700">
                  <c:v>-0.33602432173955055</c:v>
                </c:pt>
                <c:pt idx="7701">
                  <c:v>-0.32896360153098031</c:v>
                </c:pt>
                <c:pt idx="7702">
                  <c:v>-0.2922184888270638</c:v>
                </c:pt>
                <c:pt idx="7703">
                  <c:v>-0.10997769700919457</c:v>
                </c:pt>
                <c:pt idx="7704">
                  <c:v>-6.8798750665267125E-2</c:v>
                </c:pt>
                <c:pt idx="7705">
                  <c:v>-2.7064319255091698E-2</c:v>
                </c:pt>
                <c:pt idx="7706">
                  <c:v>-6.4310660447074539E-3</c:v>
                </c:pt>
                <c:pt idx="7707">
                  <c:v>3.7715295977279301E-3</c:v>
                </c:pt>
                <c:pt idx="7708">
                  <c:v>8.9468917208684381E-3</c:v>
                </c:pt>
                <c:pt idx="7709">
                  <c:v>1.2194178544216967E-2</c:v>
                </c:pt>
                <c:pt idx="7710">
                  <c:v>1.7952903182646439E-2</c:v>
                </c:pt>
                <c:pt idx="7711">
                  <c:v>-0.18747149298662943</c:v>
                </c:pt>
                <c:pt idx="7712">
                  <c:v>-0.22049791871838401</c:v>
                </c:pt>
                <c:pt idx="7713">
                  <c:v>-0.24065812904069273</c:v>
                </c:pt>
                <c:pt idx="7714">
                  <c:v>-0.2323361238410992</c:v>
                </c:pt>
                <c:pt idx="7715">
                  <c:v>-0.37504019677346345</c:v>
                </c:pt>
                <c:pt idx="7716">
                  <c:v>-0.41416826007233221</c:v>
                </c:pt>
                <c:pt idx="7717">
                  <c:v>-0.34430677101777724</c:v>
                </c:pt>
                <c:pt idx="7718">
                  <c:v>-0.25310643983619674</c:v>
                </c:pt>
                <c:pt idx="7719">
                  <c:v>-0.40207396894630798</c:v>
                </c:pt>
                <c:pt idx="7720">
                  <c:v>-0.4722519847370738</c:v>
                </c:pt>
                <c:pt idx="7721">
                  <c:v>-0.37945285546354635</c:v>
                </c:pt>
                <c:pt idx="7722">
                  <c:v>-0.12583080393009927</c:v>
                </c:pt>
                <c:pt idx="7723">
                  <c:v>-0.163623121925868</c:v>
                </c:pt>
                <c:pt idx="7724">
                  <c:v>-9.1154736966422928E-2</c:v>
                </c:pt>
                <c:pt idx="7725">
                  <c:v>5.557891400831595E-3</c:v>
                </c:pt>
                <c:pt idx="7726">
                  <c:v>1.3888517022918708E-2</c:v>
                </c:pt>
                <c:pt idx="7727">
                  <c:v>1.7096647148135108E-2</c:v>
                </c:pt>
                <c:pt idx="7728">
                  <c:v>1.6638967617030348E-2</c:v>
                </c:pt>
                <c:pt idx="7729">
                  <c:v>2.2888516218335941E-2</c:v>
                </c:pt>
                <c:pt idx="7730">
                  <c:v>2.7619292911187438E-2</c:v>
                </c:pt>
                <c:pt idx="7731">
                  <c:v>2.643542556502201E-2</c:v>
                </c:pt>
                <c:pt idx="7732">
                  <c:v>2.4499516541937535E-2</c:v>
                </c:pt>
                <c:pt idx="7733">
                  <c:v>2.6354839981580374E-2</c:v>
                </c:pt>
                <c:pt idx="7734">
                  <c:v>2.1940509040660302E-2</c:v>
                </c:pt>
                <c:pt idx="7735">
                  <c:v>1.7750222025770649E-2</c:v>
                </c:pt>
                <c:pt idx="7736">
                  <c:v>1.3319344376868414E-2</c:v>
                </c:pt>
                <c:pt idx="7737">
                  <c:v>2.3021506387761511E-2</c:v>
                </c:pt>
                <c:pt idx="7738">
                  <c:v>2.9283158119677504E-2</c:v>
                </c:pt>
                <c:pt idx="7739">
                  <c:v>1.4350885642547336E-2</c:v>
                </c:pt>
                <c:pt idx="7740">
                  <c:v>1.9570676718582949E-2</c:v>
                </c:pt>
                <c:pt idx="7741">
                  <c:v>2.9897902257317904E-2</c:v>
                </c:pt>
                <c:pt idx="7742">
                  <c:v>2.844499510331799E-2</c:v>
                </c:pt>
                <c:pt idx="7743">
                  <c:v>3.293311795939774E-2</c:v>
                </c:pt>
                <c:pt idx="7744">
                  <c:v>2.6076807149463754E-2</c:v>
                </c:pt>
                <c:pt idx="7745">
                  <c:v>2.5156934708223725E-2</c:v>
                </c:pt>
                <c:pt idx="7746">
                  <c:v>2.5495493103247259E-2</c:v>
                </c:pt>
                <c:pt idx="7747">
                  <c:v>2.3577691515221235E-2</c:v>
                </c:pt>
                <c:pt idx="7748">
                  <c:v>2.0230309258199415E-2</c:v>
                </c:pt>
                <c:pt idx="7749">
                  <c:v>2.507805141427142E-2</c:v>
                </c:pt>
                <c:pt idx="7750">
                  <c:v>2.4024889174679771E-2</c:v>
                </c:pt>
                <c:pt idx="7751">
                  <c:v>2.2663394209181821E-2</c:v>
                </c:pt>
                <c:pt idx="7752">
                  <c:v>2.5924808645972717E-2</c:v>
                </c:pt>
                <c:pt idx="7753">
                  <c:v>2.5183408389480234E-2</c:v>
                </c:pt>
                <c:pt idx="7754">
                  <c:v>2.4751240270208853E-2</c:v>
                </c:pt>
                <c:pt idx="7755">
                  <c:v>2.3170598612002533E-2</c:v>
                </c:pt>
                <c:pt idx="7756">
                  <c:v>2.7661414283237221E-2</c:v>
                </c:pt>
                <c:pt idx="7757">
                  <c:v>2.5797225335626357E-2</c:v>
                </c:pt>
                <c:pt idx="7758">
                  <c:v>2.3792755066843668E-2</c:v>
                </c:pt>
                <c:pt idx="7759">
                  <c:v>1.7146915525022639E-2</c:v>
                </c:pt>
                <c:pt idx="7760">
                  <c:v>1.8025711094303759E-2</c:v>
                </c:pt>
                <c:pt idx="7761">
                  <c:v>2.0843248257434169E-2</c:v>
                </c:pt>
                <c:pt idx="7762">
                  <c:v>-7.9860666485081458E-2</c:v>
                </c:pt>
                <c:pt idx="7763">
                  <c:v>-0.35218817228192423</c:v>
                </c:pt>
                <c:pt idx="7764">
                  <c:v>-0.28779643943305427</c:v>
                </c:pt>
                <c:pt idx="7765">
                  <c:v>-0.27065518573619479</c:v>
                </c:pt>
                <c:pt idx="7766">
                  <c:v>-0.41403943985039848</c:v>
                </c:pt>
                <c:pt idx="7767">
                  <c:v>-0.34504765166427559</c:v>
                </c:pt>
                <c:pt idx="7768">
                  <c:v>-0.35652432102876064</c:v>
                </c:pt>
                <c:pt idx="7769">
                  <c:v>-0.2301524329772453</c:v>
                </c:pt>
                <c:pt idx="7770">
                  <c:v>-0.23440284618088719</c:v>
                </c:pt>
                <c:pt idx="7771">
                  <c:v>-0.17664236602910496</c:v>
                </c:pt>
                <c:pt idx="7772">
                  <c:v>-0.1934429538680843</c:v>
                </c:pt>
                <c:pt idx="7773">
                  <c:v>-2.654172578765944E-2</c:v>
                </c:pt>
                <c:pt idx="7774">
                  <c:v>-1.7864743009717889E-3</c:v>
                </c:pt>
                <c:pt idx="7775">
                  <c:v>6.044673723946671E-4</c:v>
                </c:pt>
                <c:pt idx="7776">
                  <c:v>4.7988430341502119E-3</c:v>
                </c:pt>
                <c:pt idx="7777">
                  <c:v>1.3284809916443189E-2</c:v>
                </c:pt>
                <c:pt idx="7778">
                  <c:v>1.7857811381127738E-2</c:v>
                </c:pt>
                <c:pt idx="7779">
                  <c:v>2.0168664898463706E-2</c:v>
                </c:pt>
                <c:pt idx="7780">
                  <c:v>2.3599060047563337E-2</c:v>
                </c:pt>
                <c:pt idx="7781">
                  <c:v>2.5522628328555869E-2</c:v>
                </c:pt>
                <c:pt idx="7782">
                  <c:v>2.6883871117854646E-2</c:v>
                </c:pt>
                <c:pt idx="7783">
                  <c:v>-2.6179802345578547E-2</c:v>
                </c:pt>
                <c:pt idx="7784">
                  <c:v>-0.3090479245583464</c:v>
                </c:pt>
                <c:pt idx="7785">
                  <c:v>-0.22019582183070557</c:v>
                </c:pt>
                <c:pt idx="7786">
                  <c:v>-0.20276716733358524</c:v>
                </c:pt>
                <c:pt idx="7787">
                  <c:v>-0.20285420791820261</c:v>
                </c:pt>
                <c:pt idx="7788">
                  <c:v>-0.23084670866805646</c:v>
                </c:pt>
                <c:pt idx="7789">
                  <c:v>-0.24851148769059411</c:v>
                </c:pt>
                <c:pt idx="7790">
                  <c:v>-0.29109134335346587</c:v>
                </c:pt>
                <c:pt idx="7791">
                  <c:v>-0.29282129521803718</c:v>
                </c:pt>
                <c:pt idx="7792">
                  <c:v>-0.26439981084198327</c:v>
                </c:pt>
                <c:pt idx="7793">
                  <c:v>-0.23805626797236756</c:v>
                </c:pt>
                <c:pt idx="7794">
                  <c:v>-0.15244641395502434</c:v>
                </c:pt>
                <c:pt idx="7795">
                  <c:v>-2.8340266952977883E-2</c:v>
                </c:pt>
                <c:pt idx="7796">
                  <c:v>-0.24361288983038237</c:v>
                </c:pt>
                <c:pt idx="7797">
                  <c:v>-6.4342598481033589E-2</c:v>
                </c:pt>
                <c:pt idx="7798">
                  <c:v>-0.10572120878051983</c:v>
                </c:pt>
                <c:pt idx="7799">
                  <c:v>6.9430164002654915E-3</c:v>
                </c:pt>
                <c:pt idx="7800">
                  <c:v>1.7563645778627634E-2</c:v>
                </c:pt>
                <c:pt idx="7801">
                  <c:v>1.6179703519139627E-2</c:v>
                </c:pt>
                <c:pt idx="7802">
                  <c:v>2.0949872653695155E-2</c:v>
                </c:pt>
                <c:pt idx="7803">
                  <c:v>2.7340851451099896E-2</c:v>
                </c:pt>
                <c:pt idx="7804">
                  <c:v>2.862968198712848E-2</c:v>
                </c:pt>
                <c:pt idx="7805">
                  <c:v>2.1854218943200249E-2</c:v>
                </c:pt>
                <c:pt idx="7806">
                  <c:v>1.9652314208051622E-2</c:v>
                </c:pt>
                <c:pt idx="7807">
                  <c:v>1.4370269303112906E-2</c:v>
                </c:pt>
                <c:pt idx="7808">
                  <c:v>-0.22820356242729506</c:v>
                </c:pt>
                <c:pt idx="7809">
                  <c:v>-0.26521517663071342</c:v>
                </c:pt>
                <c:pt idx="7810">
                  <c:v>-3.0719923902264454E-2</c:v>
                </c:pt>
                <c:pt idx="7811">
                  <c:v>-0.39940158758240368</c:v>
                </c:pt>
                <c:pt idx="7812">
                  <c:v>-0.36067345776820581</c:v>
                </c:pt>
                <c:pt idx="7813">
                  <c:v>-0.3572934633220663</c:v>
                </c:pt>
                <c:pt idx="7814">
                  <c:v>-0.39906574728639721</c:v>
                </c:pt>
                <c:pt idx="7815">
                  <c:v>-0.31073591416662649</c:v>
                </c:pt>
                <c:pt idx="7816">
                  <c:v>-0.32216028771641059</c:v>
                </c:pt>
                <c:pt idx="7817">
                  <c:v>-0.25036397817805617</c:v>
                </c:pt>
                <c:pt idx="7818">
                  <c:v>-0.23489698669503156</c:v>
                </c:pt>
                <c:pt idx="7819">
                  <c:v>-0.13209803860909083</c:v>
                </c:pt>
                <c:pt idx="7820">
                  <c:v>-0.13324570094309776</c:v>
                </c:pt>
                <c:pt idx="7821">
                  <c:v>-0.14706059797320539</c:v>
                </c:pt>
                <c:pt idx="7822">
                  <c:v>-0.18658064820359918</c:v>
                </c:pt>
                <c:pt idx="7823">
                  <c:v>-4.2678910971088078E-2</c:v>
                </c:pt>
                <c:pt idx="7824">
                  <c:v>1.3906227262291555E-2</c:v>
                </c:pt>
                <c:pt idx="7825">
                  <c:v>1.495131797564061E-2</c:v>
                </c:pt>
                <c:pt idx="7826">
                  <c:v>1.7697289140979608E-2</c:v>
                </c:pt>
                <c:pt idx="7827">
                  <c:v>1.5852776627389355E-2</c:v>
                </c:pt>
                <c:pt idx="7828">
                  <c:v>1.7860847093859714E-2</c:v>
                </c:pt>
                <c:pt idx="7829">
                  <c:v>1.7409897006823029E-2</c:v>
                </c:pt>
                <c:pt idx="7830">
                  <c:v>2.0473908354777977E-2</c:v>
                </c:pt>
                <c:pt idx="7831">
                  <c:v>-6.8096371531944255E-2</c:v>
                </c:pt>
                <c:pt idx="7832">
                  <c:v>-0.20502153051121463</c:v>
                </c:pt>
                <c:pt idx="7833">
                  <c:v>-0.22526075088119257</c:v>
                </c:pt>
                <c:pt idx="7834">
                  <c:v>-0.45363387221893708</c:v>
                </c:pt>
                <c:pt idx="7835">
                  <c:v>-0.42229322107665229</c:v>
                </c:pt>
                <c:pt idx="7836">
                  <c:v>-0.41444697664051339</c:v>
                </c:pt>
                <c:pt idx="7837">
                  <c:v>-0.41203673107091954</c:v>
                </c:pt>
                <c:pt idx="7838">
                  <c:v>-0.45084835290858544</c:v>
                </c:pt>
                <c:pt idx="7839">
                  <c:v>-0.46546790453682846</c:v>
                </c:pt>
                <c:pt idx="7840">
                  <c:v>-0.49199945497167258</c:v>
                </c:pt>
                <c:pt idx="7841">
                  <c:v>-0.34686814912334124</c:v>
                </c:pt>
                <c:pt idx="7842">
                  <c:v>-0.25443226504074867</c:v>
                </c:pt>
                <c:pt idx="7843">
                  <c:v>-0.23385300595133007</c:v>
                </c:pt>
                <c:pt idx="7844">
                  <c:v>-0.21919043438904456</c:v>
                </c:pt>
                <c:pt idx="7845">
                  <c:v>-0.106590126694294</c:v>
                </c:pt>
                <c:pt idx="7846">
                  <c:v>-0.16655256290586681</c:v>
                </c:pt>
                <c:pt idx="7847">
                  <c:v>-8.1029638879230037E-2</c:v>
                </c:pt>
                <c:pt idx="7848">
                  <c:v>4.443992292219646E-3</c:v>
                </c:pt>
                <c:pt idx="7849">
                  <c:v>4.4082032570121592E-3</c:v>
                </c:pt>
                <c:pt idx="7850">
                  <c:v>1.4001079932518548E-2</c:v>
                </c:pt>
                <c:pt idx="7851">
                  <c:v>1.6819434296374756E-2</c:v>
                </c:pt>
                <c:pt idx="7852">
                  <c:v>2.0310421713004349E-2</c:v>
                </c:pt>
                <c:pt idx="7853">
                  <c:v>2.6297200308886035E-2</c:v>
                </c:pt>
                <c:pt idx="7854">
                  <c:v>2.6193493471141353E-2</c:v>
                </c:pt>
                <c:pt idx="7855">
                  <c:v>-2.4425314911076027E-2</c:v>
                </c:pt>
                <c:pt idx="7856">
                  <c:v>-0.22827241733145034</c:v>
                </c:pt>
                <c:pt idx="7857">
                  <c:v>-0.16542247130145041</c:v>
                </c:pt>
                <c:pt idx="7858">
                  <c:v>-0.30621406985278682</c:v>
                </c:pt>
                <c:pt idx="7859">
                  <c:v>-0.42001490338501635</c:v>
                </c:pt>
                <c:pt idx="7860">
                  <c:v>-0.44050413460158733</c:v>
                </c:pt>
                <c:pt idx="7861">
                  <c:v>-0.40542504173988902</c:v>
                </c:pt>
                <c:pt idx="7862">
                  <c:v>-0.38259865016064537</c:v>
                </c:pt>
                <c:pt idx="7863">
                  <c:v>-0.38280361272415292</c:v>
                </c:pt>
                <c:pt idx="7864">
                  <c:v>-0.35046271838455717</c:v>
                </c:pt>
                <c:pt idx="7865">
                  <c:v>-0.30809415618223762</c:v>
                </c:pt>
                <c:pt idx="7866">
                  <c:v>-0.20399203841106428</c:v>
                </c:pt>
                <c:pt idx="7867">
                  <c:v>-9.6403313326886647E-2</c:v>
                </c:pt>
                <c:pt idx="7868">
                  <c:v>-5.4194498816278185E-2</c:v>
                </c:pt>
                <c:pt idx="7869">
                  <c:v>-0.10513981621586807</c:v>
                </c:pt>
                <c:pt idx="7870">
                  <c:v>-5.1182316408961412E-2</c:v>
                </c:pt>
                <c:pt idx="7871">
                  <c:v>-1.4972300727466326E-2</c:v>
                </c:pt>
                <c:pt idx="7872">
                  <c:v>1.3678485901750611E-2</c:v>
                </c:pt>
                <c:pt idx="7873">
                  <c:v>1.9545430844036999E-2</c:v>
                </c:pt>
                <c:pt idx="7874">
                  <c:v>2.0191117442542986E-2</c:v>
                </c:pt>
                <c:pt idx="7875">
                  <c:v>1.8518029370622632E-2</c:v>
                </c:pt>
                <c:pt idx="7876">
                  <c:v>1.9320740044070025E-2</c:v>
                </c:pt>
                <c:pt idx="7877">
                  <c:v>2.1791222457672999E-2</c:v>
                </c:pt>
                <c:pt idx="7878">
                  <c:v>2.2731638453653107E-2</c:v>
                </c:pt>
                <c:pt idx="7879">
                  <c:v>2.1644720137918246E-2</c:v>
                </c:pt>
                <c:pt idx="7880">
                  <c:v>-4.7737124918582809E-3</c:v>
                </c:pt>
                <c:pt idx="7881">
                  <c:v>-0.1666541562055307</c:v>
                </c:pt>
                <c:pt idx="7882">
                  <c:v>-0.16018481459532327</c:v>
                </c:pt>
                <c:pt idx="7883">
                  <c:v>-0.14274269672129292</c:v>
                </c:pt>
                <c:pt idx="7884">
                  <c:v>-2.5575451437013723E-2</c:v>
                </c:pt>
                <c:pt idx="7885">
                  <c:v>-0.17232884727298139</c:v>
                </c:pt>
                <c:pt idx="7886">
                  <c:v>-0.20405958441824068</c:v>
                </c:pt>
                <c:pt idx="7887">
                  <c:v>-0.19250260880769471</c:v>
                </c:pt>
                <c:pt idx="7888">
                  <c:v>-0.22380762222345141</c:v>
                </c:pt>
                <c:pt idx="7889">
                  <c:v>-0.23476343640443348</c:v>
                </c:pt>
                <c:pt idx="7890">
                  <c:v>-0.2219660167944757</c:v>
                </c:pt>
                <c:pt idx="7891">
                  <c:v>-0.22323233969531028</c:v>
                </c:pt>
                <c:pt idx="7892">
                  <c:v>-0.15116424297214662</c:v>
                </c:pt>
                <c:pt idx="7893">
                  <c:v>-0.10828915827460539</c:v>
                </c:pt>
                <c:pt idx="7894">
                  <c:v>-0.11827454988277188</c:v>
                </c:pt>
                <c:pt idx="7895">
                  <c:v>-3.7534012355247309E-2</c:v>
                </c:pt>
                <c:pt idx="7896">
                  <c:v>-3.1316564082324624E-2</c:v>
                </c:pt>
                <c:pt idx="7897">
                  <c:v>-1.4565819949778987E-2</c:v>
                </c:pt>
                <c:pt idx="7898">
                  <c:v>1.7012706052214586E-3</c:v>
                </c:pt>
                <c:pt idx="7899">
                  <c:v>5.2268787161333001E-3</c:v>
                </c:pt>
                <c:pt idx="7900">
                  <c:v>2.7651505743672899E-3</c:v>
                </c:pt>
                <c:pt idx="7901">
                  <c:v>9.8671720018393156E-3</c:v>
                </c:pt>
                <c:pt idx="7902">
                  <c:v>1.1792805128218384E-2</c:v>
                </c:pt>
                <c:pt idx="7903">
                  <c:v>-5.4213235063552342E-2</c:v>
                </c:pt>
                <c:pt idx="7904">
                  <c:v>-6.6624259637103458E-2</c:v>
                </c:pt>
                <c:pt idx="7905">
                  <c:v>-0.2580170353677938</c:v>
                </c:pt>
                <c:pt idx="7906">
                  <c:v>-0.26959109948819571</c:v>
                </c:pt>
                <c:pt idx="7907">
                  <c:v>-0.35504878231855552</c:v>
                </c:pt>
                <c:pt idx="7908">
                  <c:v>-0.38814741231531924</c:v>
                </c:pt>
                <c:pt idx="7909">
                  <c:v>-0.35232647538634143</c:v>
                </c:pt>
                <c:pt idx="7910">
                  <c:v>-0.29897763826849649</c:v>
                </c:pt>
                <c:pt idx="7911">
                  <c:v>-0.2613185551761904</c:v>
                </c:pt>
                <c:pt idx="7912">
                  <c:v>-0.32081168539843979</c:v>
                </c:pt>
                <c:pt idx="7913">
                  <c:v>-0.24896824644547122</c:v>
                </c:pt>
                <c:pt idx="7914">
                  <c:v>-0.14787051041150823</c:v>
                </c:pt>
                <c:pt idx="7915">
                  <c:v>-0.1613002515072193</c:v>
                </c:pt>
                <c:pt idx="7916">
                  <c:v>-6.6384063638280685E-2</c:v>
                </c:pt>
                <c:pt idx="7917">
                  <c:v>-0.1543338512481997</c:v>
                </c:pt>
                <c:pt idx="7918">
                  <c:v>-0.10201588045758304</c:v>
                </c:pt>
                <c:pt idx="7919">
                  <c:v>-5.2686504574018064E-2</c:v>
                </c:pt>
                <c:pt idx="7920">
                  <c:v>8.7792498825795661E-3</c:v>
                </c:pt>
                <c:pt idx="7921">
                  <c:v>1.444516982239692E-2</c:v>
                </c:pt>
                <c:pt idx="7922">
                  <c:v>1.3891369868515696E-2</c:v>
                </c:pt>
                <c:pt idx="7923">
                  <c:v>1.4404888875927557E-2</c:v>
                </c:pt>
                <c:pt idx="7924">
                  <c:v>1.6553570888335607E-2</c:v>
                </c:pt>
                <c:pt idx="7925">
                  <c:v>1.6915738598752356E-2</c:v>
                </c:pt>
                <c:pt idx="7926">
                  <c:v>2.002653888516949E-2</c:v>
                </c:pt>
                <c:pt idx="7927">
                  <c:v>1.5412267847239494E-2</c:v>
                </c:pt>
                <c:pt idx="7928">
                  <c:v>1.3786810397568459E-2</c:v>
                </c:pt>
                <c:pt idx="7929">
                  <c:v>1.7360867864021315E-2</c:v>
                </c:pt>
                <c:pt idx="7930">
                  <c:v>-0.17161828387274278</c:v>
                </c:pt>
                <c:pt idx="7931">
                  <c:v>-0.24079079134082182</c:v>
                </c:pt>
                <c:pt idx="7932">
                  <c:v>-0.30723691621899579</c:v>
                </c:pt>
                <c:pt idx="7933">
                  <c:v>-0.27649855138771701</c:v>
                </c:pt>
                <c:pt idx="7934">
                  <c:v>-0.1991400644238433</c:v>
                </c:pt>
                <c:pt idx="7935">
                  <c:v>-0.19191482491623593</c:v>
                </c:pt>
                <c:pt idx="7936">
                  <c:v>-0.20677230948956168</c:v>
                </c:pt>
                <c:pt idx="7937">
                  <c:v>-7.3368811880487245E-2</c:v>
                </c:pt>
                <c:pt idx="7938">
                  <c:v>-0.20248955803815594</c:v>
                </c:pt>
                <c:pt idx="7939">
                  <c:v>-0.12249025664523884</c:v>
                </c:pt>
                <c:pt idx="7940">
                  <c:v>-7.0767497524257122E-2</c:v>
                </c:pt>
                <c:pt idx="7941">
                  <c:v>-0.11163236263994206</c:v>
                </c:pt>
                <c:pt idx="7942">
                  <c:v>-0.12868759061167029</c:v>
                </c:pt>
                <c:pt idx="7943">
                  <c:v>-4.14556942554762E-4</c:v>
                </c:pt>
                <c:pt idx="7944">
                  <c:v>1.1345344983908491E-2</c:v>
                </c:pt>
                <c:pt idx="7945">
                  <c:v>1.1868455467622802E-2</c:v>
                </c:pt>
                <c:pt idx="7946">
                  <c:v>6.7000702246255792E-3</c:v>
                </c:pt>
                <c:pt idx="7947">
                  <c:v>1.0452412586535833E-2</c:v>
                </c:pt>
                <c:pt idx="7948">
                  <c:v>1.3628073672487227E-2</c:v>
                </c:pt>
                <c:pt idx="7949">
                  <c:v>2.0320297798473441E-2</c:v>
                </c:pt>
                <c:pt idx="7950">
                  <c:v>1.9467900910051777E-2</c:v>
                </c:pt>
                <c:pt idx="7951">
                  <c:v>1.6593551130438752E-2</c:v>
                </c:pt>
                <c:pt idx="7952">
                  <c:v>-0.18281567564144202</c:v>
                </c:pt>
                <c:pt idx="7953">
                  <c:v>-0.27640580361029071</c:v>
                </c:pt>
                <c:pt idx="7954">
                  <c:v>-0.21551965378064095</c:v>
                </c:pt>
                <c:pt idx="7955">
                  <c:v>-0.34865172214987655</c:v>
                </c:pt>
                <c:pt idx="7956">
                  <c:v>-0.35160251341492849</c:v>
                </c:pt>
                <c:pt idx="7957">
                  <c:v>-0.25872440125884494</c:v>
                </c:pt>
                <c:pt idx="7958">
                  <c:v>-0.28613892427744902</c:v>
                </c:pt>
                <c:pt idx="7959">
                  <c:v>-0.36933584194057723</c:v>
                </c:pt>
                <c:pt idx="7960">
                  <c:v>-0.32020018793204791</c:v>
                </c:pt>
                <c:pt idx="7961">
                  <c:v>-0.26576453778490278</c:v>
                </c:pt>
                <c:pt idx="7962">
                  <c:v>-0.26542712680292796</c:v>
                </c:pt>
                <c:pt idx="7963">
                  <c:v>-0.2470309059623029</c:v>
                </c:pt>
                <c:pt idx="7964">
                  <c:v>-0.21141835363289929</c:v>
                </c:pt>
                <c:pt idx="7965">
                  <c:v>-0.17849918149508853</c:v>
                </c:pt>
                <c:pt idx="7966">
                  <c:v>-0.19849748575599427</c:v>
                </c:pt>
                <c:pt idx="7967">
                  <c:v>-6.3663293794189182E-2</c:v>
                </c:pt>
                <c:pt idx="7968">
                  <c:v>-1.5576826092213832E-2</c:v>
                </c:pt>
                <c:pt idx="7969">
                  <c:v>-3.7316046313254718E-3</c:v>
                </c:pt>
                <c:pt idx="7970">
                  <c:v>4.4737379407658643E-4</c:v>
                </c:pt>
                <c:pt idx="7971">
                  <c:v>6.6056636631493804E-3</c:v>
                </c:pt>
                <c:pt idx="7972">
                  <c:v>1.6131618479820083E-2</c:v>
                </c:pt>
                <c:pt idx="7973">
                  <c:v>2.0693459795271339E-2</c:v>
                </c:pt>
                <c:pt idx="7974">
                  <c:v>2.1815265678077359E-2</c:v>
                </c:pt>
                <c:pt idx="7975">
                  <c:v>-5.5541045875744245E-2</c:v>
                </c:pt>
                <c:pt idx="7976">
                  <c:v>-0.29498723790981923</c:v>
                </c:pt>
                <c:pt idx="7977">
                  <c:v>-0.32312378847195034</c:v>
                </c:pt>
                <c:pt idx="7978">
                  <c:v>-0.25352991123415591</c:v>
                </c:pt>
                <c:pt idx="7979">
                  <c:v>-0.29292417555606681</c:v>
                </c:pt>
                <c:pt idx="7980">
                  <c:v>-0.31554443570085938</c:v>
                </c:pt>
                <c:pt idx="7981">
                  <c:v>-0.37363477112205601</c:v>
                </c:pt>
                <c:pt idx="7982">
                  <c:v>-0.42359325522009267</c:v>
                </c:pt>
                <c:pt idx="7983">
                  <c:v>-0.41661248984472898</c:v>
                </c:pt>
                <c:pt idx="7984">
                  <c:v>-0.39315895790720862</c:v>
                </c:pt>
                <c:pt idx="7985">
                  <c:v>-0.35286832379797439</c:v>
                </c:pt>
                <c:pt idx="7986">
                  <c:v>-0.28580637704103073</c:v>
                </c:pt>
                <c:pt idx="7987">
                  <c:v>-0.28251888257341601</c:v>
                </c:pt>
                <c:pt idx="7988">
                  <c:v>-0.26145858463390781</c:v>
                </c:pt>
                <c:pt idx="7989">
                  <c:v>-0.27139262092556754</c:v>
                </c:pt>
                <c:pt idx="7990">
                  <c:v>-0.26487300312503015</c:v>
                </c:pt>
                <c:pt idx="7991">
                  <c:v>-8.778157619803599E-2</c:v>
                </c:pt>
                <c:pt idx="7992">
                  <c:v>-4.9636664837093128E-2</c:v>
                </c:pt>
                <c:pt idx="7993">
                  <c:v>-4.6815613197159947E-2</c:v>
                </c:pt>
                <c:pt idx="7994">
                  <c:v>-2.4925433231134119E-2</c:v>
                </c:pt>
                <c:pt idx="7995">
                  <c:v>-1.0299762180253245E-2</c:v>
                </c:pt>
                <c:pt idx="7996">
                  <c:v>-1.2344534652871536E-3</c:v>
                </c:pt>
                <c:pt idx="7997">
                  <c:v>4.2277310890525398E-3</c:v>
                </c:pt>
                <c:pt idx="7998">
                  <c:v>1.050053146005399E-2</c:v>
                </c:pt>
                <c:pt idx="7999">
                  <c:v>-2.2238728665148647E-2</c:v>
                </c:pt>
                <c:pt idx="8000">
                  <c:v>-0.21723348204940571</c:v>
                </c:pt>
                <c:pt idx="8001">
                  <c:v>-0.25684015546812339</c:v>
                </c:pt>
                <c:pt idx="8002">
                  <c:v>-0.26215512390105977</c:v>
                </c:pt>
                <c:pt idx="8003">
                  <c:v>-0.25720402535519382</c:v>
                </c:pt>
                <c:pt idx="8004">
                  <c:v>-0.26332637773830264</c:v>
                </c:pt>
                <c:pt idx="8005">
                  <c:v>-0.240802702542848</c:v>
                </c:pt>
                <c:pt idx="8006">
                  <c:v>-0.23304407329830287</c:v>
                </c:pt>
                <c:pt idx="8007">
                  <c:v>-0.23625888443441573</c:v>
                </c:pt>
                <c:pt idx="8008">
                  <c:v>-0.28540417361838316</c:v>
                </c:pt>
                <c:pt idx="8009">
                  <c:v>-0.27691512890465464</c:v>
                </c:pt>
                <c:pt idx="8010">
                  <c:v>-0.2487450765550035</c:v>
                </c:pt>
                <c:pt idx="8011">
                  <c:v>-0.1755678295536526</c:v>
                </c:pt>
                <c:pt idx="8012">
                  <c:v>-9.0288171065121464E-2</c:v>
                </c:pt>
                <c:pt idx="8013">
                  <c:v>-0.13593405777704357</c:v>
                </c:pt>
                <c:pt idx="8014">
                  <c:v>-7.6044966991514806E-2</c:v>
                </c:pt>
                <c:pt idx="8015">
                  <c:v>-1.3077543525889433E-2</c:v>
                </c:pt>
                <c:pt idx="8016">
                  <c:v>1.074249200928366E-2</c:v>
                </c:pt>
                <c:pt idx="8017">
                  <c:v>1.7131000260569181E-2</c:v>
                </c:pt>
                <c:pt idx="8018">
                  <c:v>1.9927994505834382E-2</c:v>
                </c:pt>
                <c:pt idx="8019">
                  <c:v>2.4944871696551411E-2</c:v>
                </c:pt>
                <c:pt idx="8020">
                  <c:v>2.1305250563160235E-2</c:v>
                </c:pt>
                <c:pt idx="8021">
                  <c:v>2.2106191737094032E-2</c:v>
                </c:pt>
                <c:pt idx="8022">
                  <c:v>7.7440647214989305E-2</c:v>
                </c:pt>
                <c:pt idx="8023">
                  <c:v>5.2855592937823978E-2</c:v>
                </c:pt>
                <c:pt idx="8024">
                  <c:v>3.254275232334479E-2</c:v>
                </c:pt>
                <c:pt idx="8025">
                  <c:v>4.2178014168932035E-2</c:v>
                </c:pt>
                <c:pt idx="8026">
                  <c:v>2.3908629609490157E-2</c:v>
                </c:pt>
                <c:pt idx="8027">
                  <c:v>1.53793565328414E-2</c:v>
                </c:pt>
                <c:pt idx="8028">
                  <c:v>1.8230115707399805E-3</c:v>
                </c:pt>
                <c:pt idx="8029">
                  <c:v>-5.1269023453245098E-2</c:v>
                </c:pt>
                <c:pt idx="8030">
                  <c:v>-0.27395162490718766</c:v>
                </c:pt>
                <c:pt idx="8031">
                  <c:v>-0.2410007137547957</c:v>
                </c:pt>
                <c:pt idx="8032">
                  <c:v>-0.21674850726555456</c:v>
                </c:pt>
                <c:pt idx="8033">
                  <c:v>-0.15264301456406951</c:v>
                </c:pt>
                <c:pt idx="8034">
                  <c:v>-6.3901362794605593E-2</c:v>
                </c:pt>
                <c:pt idx="8035">
                  <c:v>-0.12668220403183006</c:v>
                </c:pt>
                <c:pt idx="8036">
                  <c:v>-8.1275410843589593E-2</c:v>
                </c:pt>
                <c:pt idx="8037">
                  <c:v>-7.9432420671403672E-2</c:v>
                </c:pt>
                <c:pt idx="8038">
                  <c:v>-6.666279583777085E-2</c:v>
                </c:pt>
                <c:pt idx="8039">
                  <c:v>-3.822304758668013E-5</c:v>
                </c:pt>
                <c:pt idx="8040">
                  <c:v>1.0447495354911518E-2</c:v>
                </c:pt>
                <c:pt idx="8041">
                  <c:v>1.5336558092057804E-2</c:v>
                </c:pt>
                <c:pt idx="8042">
                  <c:v>2.5829234715399364E-2</c:v>
                </c:pt>
                <c:pt idx="8043">
                  <c:v>1.5217071129466032E-2</c:v>
                </c:pt>
                <c:pt idx="8044">
                  <c:v>1.0047147918522381E-2</c:v>
                </c:pt>
                <c:pt idx="8045">
                  <c:v>1.7035773401914173E-2</c:v>
                </c:pt>
                <c:pt idx="8046">
                  <c:v>1.7513008272615756E-2</c:v>
                </c:pt>
                <c:pt idx="8047">
                  <c:v>1.9054719842270713E-2</c:v>
                </c:pt>
                <c:pt idx="8048">
                  <c:v>1.3057943646444755E-3</c:v>
                </c:pt>
                <c:pt idx="8049">
                  <c:v>-0.13753187547969387</c:v>
                </c:pt>
                <c:pt idx="8050">
                  <c:v>-0.31260213345169746</c:v>
                </c:pt>
                <c:pt idx="8051">
                  <c:v>-0.32560555498152488</c:v>
                </c:pt>
                <c:pt idx="8052">
                  <c:v>-0.28540991163213497</c:v>
                </c:pt>
                <c:pt idx="8053">
                  <c:v>-0.26415854204473233</c:v>
                </c:pt>
                <c:pt idx="8054">
                  <c:v>-0.26434493026505212</c:v>
                </c:pt>
                <c:pt idx="8055">
                  <c:v>-0.29288657705990584</c:v>
                </c:pt>
                <c:pt idx="8056">
                  <c:v>-0.2708168083989716</c:v>
                </c:pt>
                <c:pt idx="8057">
                  <c:v>-0.22160471516475691</c:v>
                </c:pt>
                <c:pt idx="8058">
                  <c:v>-0.18435006257585554</c:v>
                </c:pt>
                <c:pt idx="8059">
                  <c:v>-0.13266787114015433</c:v>
                </c:pt>
                <c:pt idx="8060">
                  <c:v>-8.5097351142136915E-2</c:v>
                </c:pt>
                <c:pt idx="8061">
                  <c:v>-9.7798718447046448E-2</c:v>
                </c:pt>
                <c:pt idx="8062">
                  <c:v>-8.0699320533882415E-2</c:v>
                </c:pt>
                <c:pt idx="8063">
                  <c:v>-6.93728487744011E-2</c:v>
                </c:pt>
                <c:pt idx="8064">
                  <c:v>1.1262606700755193E-4</c:v>
                </c:pt>
                <c:pt idx="8065">
                  <c:v>5.5517442573858227E-3</c:v>
                </c:pt>
                <c:pt idx="8066">
                  <c:v>1.3817152964639924E-2</c:v>
                </c:pt>
                <c:pt idx="8067">
                  <c:v>1.6370215286357168E-2</c:v>
                </c:pt>
                <c:pt idx="8068">
                  <c:v>1.6166345488264237E-2</c:v>
                </c:pt>
                <c:pt idx="8069">
                  <c:v>1.7229750234604001E-2</c:v>
                </c:pt>
                <c:pt idx="8070">
                  <c:v>1.8075771634809813E-2</c:v>
                </c:pt>
                <c:pt idx="8071">
                  <c:v>1.6453151257355334E-2</c:v>
                </c:pt>
                <c:pt idx="8072">
                  <c:v>-0.12434379320953171</c:v>
                </c:pt>
                <c:pt idx="8073">
                  <c:v>-0.13139608462764213</c:v>
                </c:pt>
                <c:pt idx="8074">
                  <c:v>-0.21244719671942303</c:v>
                </c:pt>
                <c:pt idx="8075">
                  <c:v>-0.14010406630792149</c:v>
                </c:pt>
                <c:pt idx="8076">
                  <c:v>-0.3370765588436857</c:v>
                </c:pt>
                <c:pt idx="8077">
                  <c:v>-0.29653131485932333</c:v>
                </c:pt>
                <c:pt idx="8078">
                  <c:v>-0.30226695633116446</c:v>
                </c:pt>
                <c:pt idx="8079">
                  <c:v>-0.26464580371836105</c:v>
                </c:pt>
                <c:pt idx="8080">
                  <c:v>-0.26363993254214768</c:v>
                </c:pt>
                <c:pt idx="8081">
                  <c:v>-0.16922704098027783</c:v>
                </c:pt>
                <c:pt idx="8082">
                  <c:v>-0.15679745204197373</c:v>
                </c:pt>
                <c:pt idx="8083">
                  <c:v>-0.15804666952690674</c:v>
                </c:pt>
                <c:pt idx="8084">
                  <c:v>-6.3663853664051834E-2</c:v>
                </c:pt>
                <c:pt idx="8085">
                  <c:v>-2.8033830197434538E-3</c:v>
                </c:pt>
                <c:pt idx="8086">
                  <c:v>-5.6898777921253994E-3</c:v>
                </c:pt>
                <c:pt idx="8087">
                  <c:v>-5.5535543203675385E-3</c:v>
                </c:pt>
                <c:pt idx="8088">
                  <c:v>-6.7420547573900222E-4</c:v>
                </c:pt>
                <c:pt idx="8089">
                  <c:v>6.2500065178964052E-3</c:v>
                </c:pt>
                <c:pt idx="8090">
                  <c:v>9.3741620408755704E-3</c:v>
                </c:pt>
                <c:pt idx="8091">
                  <c:v>9.4209706226946362E-3</c:v>
                </c:pt>
                <c:pt idx="8092">
                  <c:v>1.2073449611990772E-2</c:v>
                </c:pt>
                <c:pt idx="8093">
                  <c:v>1.3934110667418594E-2</c:v>
                </c:pt>
                <c:pt idx="8094">
                  <c:v>1.5173095104479938E-2</c:v>
                </c:pt>
                <c:pt idx="8095">
                  <c:v>1.5984316342962081E-2</c:v>
                </c:pt>
                <c:pt idx="8096">
                  <c:v>1.2735960663364796E-2</c:v>
                </c:pt>
                <c:pt idx="8097">
                  <c:v>8.0142204458064584E-3</c:v>
                </c:pt>
                <c:pt idx="8098">
                  <c:v>8.0609613515771512E-3</c:v>
                </c:pt>
                <c:pt idx="8099">
                  <c:v>1.151517842144731E-2</c:v>
                </c:pt>
                <c:pt idx="8100">
                  <c:v>7.1822037965278886E-3</c:v>
                </c:pt>
                <c:pt idx="8101">
                  <c:v>-0.23199173851152033</c:v>
                </c:pt>
                <c:pt idx="8102">
                  <c:v>-0.4230163424652969</c:v>
                </c:pt>
                <c:pt idx="8103">
                  <c:v>-0.44762443143519476</c:v>
                </c:pt>
                <c:pt idx="8104">
                  <c:v>-0.44723584194998095</c:v>
                </c:pt>
                <c:pt idx="8105">
                  <c:v>-0.30473863583022842</c:v>
                </c:pt>
                <c:pt idx="8106">
                  <c:v>-0.29922305200211602</c:v>
                </c:pt>
                <c:pt idx="8107">
                  <c:v>-0.29323486636512508</c:v>
                </c:pt>
                <c:pt idx="8108">
                  <c:v>-0.2326124797971249</c:v>
                </c:pt>
                <c:pt idx="8109">
                  <c:v>-0.26712910357825259</c:v>
                </c:pt>
                <c:pt idx="8110">
                  <c:v>-0.2433632593997252</c:v>
                </c:pt>
                <c:pt idx="8111">
                  <c:v>-0.10250407153241547</c:v>
                </c:pt>
                <c:pt idx="8112">
                  <c:v>-6.2470396196128403E-2</c:v>
                </c:pt>
                <c:pt idx="8113">
                  <c:v>-2.6523383809229334E-2</c:v>
                </c:pt>
                <c:pt idx="8114">
                  <c:v>-1.0096131622762055E-2</c:v>
                </c:pt>
                <c:pt idx="8115">
                  <c:v>4.4811914981096879E-3</c:v>
                </c:pt>
                <c:pt idx="8116">
                  <c:v>9.6652929422488786E-3</c:v>
                </c:pt>
                <c:pt idx="8117">
                  <c:v>1.1390806936844064E-2</c:v>
                </c:pt>
                <c:pt idx="8118">
                  <c:v>1.3787455294637818E-2</c:v>
                </c:pt>
                <c:pt idx="8119">
                  <c:v>-0.11225381551782489</c:v>
                </c:pt>
                <c:pt idx="8120">
                  <c:v>-0.34554680096110318</c:v>
                </c:pt>
                <c:pt idx="8121">
                  <c:v>-0.40436221840316949</c:v>
                </c:pt>
                <c:pt idx="8122">
                  <c:v>-0.42345676925485365</c:v>
                </c:pt>
                <c:pt idx="8123">
                  <c:v>-0.43857286151435132</c:v>
                </c:pt>
                <c:pt idx="8124">
                  <c:v>-0.4371700824923026</c:v>
                </c:pt>
                <c:pt idx="8125">
                  <c:v>-0.45104164916286593</c:v>
                </c:pt>
                <c:pt idx="8126">
                  <c:v>-0.44906650655654923</c:v>
                </c:pt>
                <c:pt idx="8127">
                  <c:v>-0.44890029587596902</c:v>
                </c:pt>
                <c:pt idx="8128">
                  <c:v>-0.45307966274037387</c:v>
                </c:pt>
                <c:pt idx="8129">
                  <c:v>-0.44919950478687753</c:v>
                </c:pt>
                <c:pt idx="8130">
                  <c:v>-0.40788736365715489</c:v>
                </c:pt>
                <c:pt idx="8131">
                  <c:v>-0.32999797918052209</c:v>
                </c:pt>
                <c:pt idx="8132">
                  <c:v>-0.30000980737396826</c:v>
                </c:pt>
                <c:pt idx="8133">
                  <c:v>-0.28377616793329191</c:v>
                </c:pt>
                <c:pt idx="8134">
                  <c:v>-0.26207269229183472</c:v>
                </c:pt>
                <c:pt idx="8135">
                  <c:v>-0.1765395300814081</c:v>
                </c:pt>
                <c:pt idx="8136">
                  <c:v>-9.3965949863721615E-2</c:v>
                </c:pt>
                <c:pt idx="8137">
                  <c:v>-5.2938746797764419E-2</c:v>
                </c:pt>
                <c:pt idx="8138">
                  <c:v>-1.854659982750731E-2</c:v>
                </c:pt>
                <c:pt idx="8139">
                  <c:v>-4.1320926136922216E-3</c:v>
                </c:pt>
                <c:pt idx="8140">
                  <c:v>9.3074679645535601E-3</c:v>
                </c:pt>
                <c:pt idx="8141">
                  <c:v>1.1180039691570373E-2</c:v>
                </c:pt>
                <c:pt idx="8142">
                  <c:v>-0.16343785494420546</c:v>
                </c:pt>
                <c:pt idx="8143">
                  <c:v>-0.30924441817682391</c:v>
                </c:pt>
                <c:pt idx="8144">
                  <c:v>-0.34100266557750319</c:v>
                </c:pt>
                <c:pt idx="8145">
                  <c:v>-0.43546748245968275</c:v>
                </c:pt>
                <c:pt idx="8146">
                  <c:v>-0.43983557098467074</c:v>
                </c:pt>
                <c:pt idx="8147">
                  <c:v>-0.49000596468573188</c:v>
                </c:pt>
                <c:pt idx="8148">
                  <c:v>-0.51756925213904603</c:v>
                </c:pt>
                <c:pt idx="8149">
                  <c:v>-0.59163155265541623</c:v>
                </c:pt>
                <c:pt idx="8150">
                  <c:v>-0.66551867205260407</c:v>
                </c:pt>
                <c:pt idx="8151">
                  <c:v>-0.74936173874265866</c:v>
                </c:pt>
                <c:pt idx="8152">
                  <c:v>-0.67409191987035888</c:v>
                </c:pt>
                <c:pt idx="8153">
                  <c:v>-0.55061618611397367</c:v>
                </c:pt>
                <c:pt idx="8154">
                  <c:v>-0.50900404567136692</c:v>
                </c:pt>
                <c:pt idx="8155">
                  <c:v>-0.47558486198996475</c:v>
                </c:pt>
                <c:pt idx="8156">
                  <c:v>-0.42806635980898811</c:v>
                </c:pt>
                <c:pt idx="8157">
                  <c:v>-0.43573281241970818</c:v>
                </c:pt>
                <c:pt idx="8158">
                  <c:v>-0.40135714857086263</c:v>
                </c:pt>
                <c:pt idx="8159">
                  <c:v>-0.2018120085660543</c:v>
                </c:pt>
                <c:pt idx="8160">
                  <c:v>-0.10593615403529327</c:v>
                </c:pt>
                <c:pt idx="8161">
                  <c:v>-4.5827922565437412E-2</c:v>
                </c:pt>
                <c:pt idx="8162">
                  <c:v>-1.8800438234539883E-2</c:v>
                </c:pt>
                <c:pt idx="8163">
                  <c:v>3.1727265607651273E-4</c:v>
                </c:pt>
                <c:pt idx="8164">
                  <c:v>1.4663712739541881E-2</c:v>
                </c:pt>
                <c:pt idx="8165">
                  <c:v>1.6512794997444975E-2</c:v>
                </c:pt>
                <c:pt idx="8166">
                  <c:v>-7.4050486948703989E-2</c:v>
                </c:pt>
                <c:pt idx="8167">
                  <c:v>-0.33757724134761075</c:v>
                </c:pt>
                <c:pt idx="8168">
                  <c:v>-0.36111678901193034</c:v>
                </c:pt>
                <c:pt idx="8169">
                  <c:v>-0.42141139231245223</c:v>
                </c:pt>
                <c:pt idx="8170">
                  <c:v>-0.51160023525360376</c:v>
                </c:pt>
                <c:pt idx="8171">
                  <c:v>-0.59683198167760332</c:v>
                </c:pt>
                <c:pt idx="8172">
                  <c:v>-0.53387846290860819</c:v>
                </c:pt>
                <c:pt idx="8173">
                  <c:v>-0.53678073148900185</c:v>
                </c:pt>
                <c:pt idx="8174">
                  <c:v>-0.54037914392621278</c:v>
                </c:pt>
                <c:pt idx="8175">
                  <c:v>-0.62730414209432162</c:v>
                </c:pt>
                <c:pt idx="8176">
                  <c:v>-0.58609072913512406</c:v>
                </c:pt>
                <c:pt idx="8177">
                  <c:v>-0.53300842916605407</c:v>
                </c:pt>
                <c:pt idx="8178">
                  <c:v>-0.50503515046852054</c:v>
                </c:pt>
                <c:pt idx="8179">
                  <c:v>-0.46598511446944157</c:v>
                </c:pt>
                <c:pt idx="8180">
                  <c:v>-0.42228033974783652</c:v>
                </c:pt>
                <c:pt idx="8181">
                  <c:v>-0.44822251316117473</c:v>
                </c:pt>
                <c:pt idx="8182">
                  <c:v>-0.40361950268414393</c:v>
                </c:pt>
                <c:pt idx="8183">
                  <c:v>-0.38646442045063517</c:v>
                </c:pt>
                <c:pt idx="8184">
                  <c:v>-0.35163030327798855</c:v>
                </c:pt>
                <c:pt idx="8185">
                  <c:v>-0.18728036298679904</c:v>
                </c:pt>
                <c:pt idx="8186">
                  <c:v>-8.9484189673104717E-2</c:v>
                </c:pt>
                <c:pt idx="8187">
                  <c:v>-7.0876812503835387E-2</c:v>
                </c:pt>
                <c:pt idx="8188">
                  <c:v>-0.31528713992567936</c:v>
                </c:pt>
                <c:pt idx="8189">
                  <c:v>-0.36371485414157112</c:v>
                </c:pt>
                <c:pt idx="8190">
                  <c:v>-0.32710335904145632</c:v>
                </c:pt>
                <c:pt idx="8191">
                  <c:v>-0.31144792196225207</c:v>
                </c:pt>
                <c:pt idx="8192">
                  <c:v>-0.38058372663129469</c:v>
                </c:pt>
                <c:pt idx="8193">
                  <c:v>-0.41641059806129449</c:v>
                </c:pt>
                <c:pt idx="8194">
                  <c:v>-0.50073241758373921</c:v>
                </c:pt>
                <c:pt idx="8195">
                  <c:v>-0.47771935002609595</c:v>
                </c:pt>
                <c:pt idx="8196">
                  <c:v>-0.2912734352889626</c:v>
                </c:pt>
                <c:pt idx="8197">
                  <c:v>-0.15854002310552517</c:v>
                </c:pt>
                <c:pt idx="8198">
                  <c:v>-2.1440275280883134E-2</c:v>
                </c:pt>
                <c:pt idx="8199">
                  <c:v>0.10035176115543142</c:v>
                </c:pt>
                <c:pt idx="8200">
                  <c:v>-0.46633023338146951</c:v>
                </c:pt>
                <c:pt idx="8201">
                  <c:v>-0.48603559269329133</c:v>
                </c:pt>
                <c:pt idx="8202">
                  <c:v>-0.33070982560088397</c:v>
                </c:pt>
                <c:pt idx="8203">
                  <c:v>-0.29419055017368995</c:v>
                </c:pt>
                <c:pt idx="8204">
                  <c:v>-0.26833760556176528</c:v>
                </c:pt>
                <c:pt idx="8205">
                  <c:v>-0.29208856337572286</c:v>
                </c:pt>
                <c:pt idx="8206">
                  <c:v>-0.29863554987896518</c:v>
                </c:pt>
                <c:pt idx="8207">
                  <c:v>-0.10479713992131799</c:v>
                </c:pt>
                <c:pt idx="8208">
                  <c:v>-5.5989434695789937E-2</c:v>
                </c:pt>
                <c:pt idx="8209">
                  <c:v>-3.8891647228069821E-2</c:v>
                </c:pt>
                <c:pt idx="8210">
                  <c:v>-3.7623469440062091E-2</c:v>
                </c:pt>
                <c:pt idx="8211">
                  <c:v>-3.0739018738619419E-2</c:v>
                </c:pt>
                <c:pt idx="8212">
                  <c:v>-1.7269417853685038E-2</c:v>
                </c:pt>
                <c:pt idx="8213">
                  <c:v>-5.7846002119467457E-3</c:v>
                </c:pt>
                <c:pt idx="8214">
                  <c:v>1.8018258572551427E-3</c:v>
                </c:pt>
                <c:pt idx="8215">
                  <c:v>-0.20454767362701309</c:v>
                </c:pt>
                <c:pt idx="8216">
                  <c:v>-0.29613173433942186</c:v>
                </c:pt>
                <c:pt idx="8217">
                  <c:v>-0.30254584197339618</c:v>
                </c:pt>
                <c:pt idx="8218">
                  <c:v>-0.32431240321986338</c:v>
                </c:pt>
                <c:pt idx="8219">
                  <c:v>-0.37101757693544507</c:v>
                </c:pt>
                <c:pt idx="8220">
                  <c:v>-0.48373849197401059</c:v>
                </c:pt>
                <c:pt idx="8221">
                  <c:v>-0.50473712714102348</c:v>
                </c:pt>
                <c:pt idx="8222">
                  <c:v>-0.40202475476738053</c:v>
                </c:pt>
                <c:pt idx="8223">
                  <c:v>-0.43645884551718639</c:v>
                </c:pt>
                <c:pt idx="8224">
                  <c:v>-0.4465064387271474</c:v>
                </c:pt>
                <c:pt idx="8225">
                  <c:v>-0.41080982626007279</c:v>
                </c:pt>
                <c:pt idx="8226">
                  <c:v>-0.35643386606726857</c:v>
                </c:pt>
                <c:pt idx="8227">
                  <c:v>-0.14997633021516787</c:v>
                </c:pt>
                <c:pt idx="8228">
                  <c:v>-0.18964471397194355</c:v>
                </c:pt>
                <c:pt idx="8229">
                  <c:v>-0.19119101024499954</c:v>
                </c:pt>
                <c:pt idx="8230">
                  <c:v>-0.19313334827271011</c:v>
                </c:pt>
                <c:pt idx="8231">
                  <c:v>-9.3273111674825063E-2</c:v>
                </c:pt>
                <c:pt idx="8232">
                  <c:v>-0.10523099220038859</c:v>
                </c:pt>
                <c:pt idx="8233">
                  <c:v>-0.11530812005392446</c:v>
                </c:pt>
                <c:pt idx="8234">
                  <c:v>-0.12350449523543219</c:v>
                </c:pt>
                <c:pt idx="8235">
                  <c:v>-0.12982011774491253</c:v>
                </c:pt>
                <c:pt idx="8236">
                  <c:v>-0.13425498758236484</c:v>
                </c:pt>
                <c:pt idx="8237">
                  <c:v>-0.13680910474778915</c:v>
                </c:pt>
                <c:pt idx="8238">
                  <c:v>-0.13748246924118568</c:v>
                </c:pt>
                <c:pt idx="8239">
                  <c:v>-0.13627508106255423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-5.4733388222103939E-3</c:v>
                </c:pt>
                <c:pt idx="8290">
                  <c:v>-1.1056738623111691E-2</c:v>
                </c:pt>
                <c:pt idx="8291">
                  <c:v>-6.0129154981285779E-2</c:v>
                </c:pt>
                <c:pt idx="8292">
                  <c:v>-7.3904903925031573E-2</c:v>
                </c:pt>
                <c:pt idx="8293">
                  <c:v>-7.4954317459592884E-2</c:v>
                </c:pt>
                <c:pt idx="8294">
                  <c:v>-5.6169708317743677E-2</c:v>
                </c:pt>
                <c:pt idx="8295">
                  <c:v>-6.506755805608784E-2</c:v>
                </c:pt>
                <c:pt idx="8296">
                  <c:v>-6.8480470435300936E-2</c:v>
                </c:pt>
                <c:pt idx="8297">
                  <c:v>-6.3182593386772207E-2</c:v>
                </c:pt>
                <c:pt idx="8298">
                  <c:v>-6.855634779717748E-2</c:v>
                </c:pt>
                <c:pt idx="8299">
                  <c:v>-4.9933709659555875E-2</c:v>
                </c:pt>
                <c:pt idx="8300">
                  <c:v>-4.9894155741089144E-2</c:v>
                </c:pt>
                <c:pt idx="8301">
                  <c:v>-4.4893961263304263E-2</c:v>
                </c:pt>
                <c:pt idx="8302">
                  <c:v>-2.821086057849467E-2</c:v>
                </c:pt>
                <c:pt idx="8303">
                  <c:v>-8.8954092911278128E-3</c:v>
                </c:pt>
                <c:pt idx="8304">
                  <c:v>-6.9829257898417494E-3</c:v>
                </c:pt>
                <c:pt idx="8305">
                  <c:v>-8.0675680239912558E-3</c:v>
                </c:pt>
                <c:pt idx="8306">
                  <c:v>-6.0330619625693794E-3</c:v>
                </c:pt>
                <c:pt idx="8307">
                  <c:v>-3.8261894529509287E-3</c:v>
                </c:pt>
                <c:pt idx="8308">
                  <c:v>-1.6498566699648832E-3</c:v>
                </c:pt>
                <c:pt idx="8309">
                  <c:v>-4.0754025196546446E-4</c:v>
                </c:pt>
                <c:pt idx="8310">
                  <c:v>1.191915304639966E-3</c:v>
                </c:pt>
                <c:pt idx="8311">
                  <c:v>-7.890798414450147E-5</c:v>
                </c:pt>
                <c:pt idx="8312">
                  <c:v>-2.0326827411289469E-3</c:v>
                </c:pt>
                <c:pt idx="8313">
                  <c:v>-2.9107199437773952E-3</c:v>
                </c:pt>
                <c:pt idx="8314">
                  <c:v>-2.238120287480334E-2</c:v>
                </c:pt>
                <c:pt idx="8315">
                  <c:v>-5.5576606954716466E-2</c:v>
                </c:pt>
                <c:pt idx="8316">
                  <c:v>-5.5440927296822817E-2</c:v>
                </c:pt>
                <c:pt idx="8317">
                  <c:v>-5.5775139193158574E-2</c:v>
                </c:pt>
                <c:pt idx="8318">
                  <c:v>-5.5937962278542301E-2</c:v>
                </c:pt>
                <c:pt idx="8319">
                  <c:v>-0.13008654924924953</c:v>
                </c:pt>
                <c:pt idx="8320">
                  <c:v>-0.1234480061141414</c:v>
                </c:pt>
                <c:pt idx="8321">
                  <c:v>-0.14680634007682036</c:v>
                </c:pt>
                <c:pt idx="8322">
                  <c:v>-0.16347325746143448</c:v>
                </c:pt>
                <c:pt idx="8323">
                  <c:v>-0.16629213761156031</c:v>
                </c:pt>
                <c:pt idx="8324">
                  <c:v>-0.15230770023204615</c:v>
                </c:pt>
                <c:pt idx="8325">
                  <c:v>-0.16133295934308897</c:v>
                </c:pt>
                <c:pt idx="8326">
                  <c:v>-0.15572125069366302</c:v>
                </c:pt>
                <c:pt idx="8327">
                  <c:v>-9.7731014806833411E-2</c:v>
                </c:pt>
                <c:pt idx="8328">
                  <c:v>-6.4976984770266408E-2</c:v>
                </c:pt>
                <c:pt idx="8329">
                  <c:v>-5.3689144552539897E-2</c:v>
                </c:pt>
                <c:pt idx="8330">
                  <c:v>-4.5720730013933591E-2</c:v>
                </c:pt>
                <c:pt idx="8331">
                  <c:v>-3.4342499000550378E-2</c:v>
                </c:pt>
                <c:pt idx="8332">
                  <c:v>-2.3145024086470706E-2</c:v>
                </c:pt>
                <c:pt idx="8333">
                  <c:v>-1.3156875809547065E-2</c:v>
                </c:pt>
                <c:pt idx="8334">
                  <c:v>-4.5803565436589415E-3</c:v>
                </c:pt>
                <c:pt idx="8335">
                  <c:v>-4.6744351935146915E-2</c:v>
                </c:pt>
                <c:pt idx="8336">
                  <c:v>-0.15517811736704792</c:v>
                </c:pt>
                <c:pt idx="8337">
                  <c:v>-0.15145380325355692</c:v>
                </c:pt>
                <c:pt idx="8338">
                  <c:v>-0.14822277283463264</c:v>
                </c:pt>
                <c:pt idx="8339">
                  <c:v>-0.14792590902341113</c:v>
                </c:pt>
                <c:pt idx="8340">
                  <c:v>-0.17208331912606981</c:v>
                </c:pt>
                <c:pt idx="8341">
                  <c:v>-0.21963235032090545</c:v>
                </c:pt>
                <c:pt idx="8342">
                  <c:v>-0.24386794027064049</c:v>
                </c:pt>
                <c:pt idx="8343">
                  <c:v>-0.25094387855654016</c:v>
                </c:pt>
                <c:pt idx="8344">
                  <c:v>-0.2362353380979765</c:v>
                </c:pt>
                <c:pt idx="8345">
                  <c:v>-0.19378011133771669</c:v>
                </c:pt>
                <c:pt idx="8346">
                  <c:v>-0.13414314781409686</c:v>
                </c:pt>
                <c:pt idx="8347">
                  <c:v>-0.10363546168637426</c:v>
                </c:pt>
                <c:pt idx="8348">
                  <c:v>-7.0469296976123072E-2</c:v>
                </c:pt>
                <c:pt idx="8349">
                  <c:v>-4.6783092008751845E-2</c:v>
                </c:pt>
                <c:pt idx="8350">
                  <c:v>-5.9854912489424116E-2</c:v>
                </c:pt>
                <c:pt idx="8351">
                  <c:v>-5.4305935161397755E-4</c:v>
                </c:pt>
                <c:pt idx="8352">
                  <c:v>7.8641766430555761E-5</c:v>
                </c:pt>
                <c:pt idx="8353">
                  <c:v>6.4568888430086117E-3</c:v>
                </c:pt>
                <c:pt idx="8354">
                  <c:v>6.8111102408376506E-3</c:v>
                </c:pt>
                <c:pt idx="8355">
                  <c:v>7.6306870694972349E-3</c:v>
                </c:pt>
                <c:pt idx="8356">
                  <c:v>8.2860446607110443E-3</c:v>
                </c:pt>
                <c:pt idx="8357">
                  <c:v>8.8614560391092074E-3</c:v>
                </c:pt>
                <c:pt idx="8358">
                  <c:v>9.1443686242884785E-3</c:v>
                </c:pt>
                <c:pt idx="8359">
                  <c:v>6.8604384344695723E-3</c:v>
                </c:pt>
                <c:pt idx="8360">
                  <c:v>4.581201525488696E-3</c:v>
                </c:pt>
                <c:pt idx="8361">
                  <c:v>-5.0041099157241734E-4</c:v>
                </c:pt>
                <c:pt idx="8362">
                  <c:v>3.433711730252685E-3</c:v>
                </c:pt>
                <c:pt idx="8363">
                  <c:v>-8.0245447547077991E-4</c:v>
                </c:pt>
                <c:pt idx="8364">
                  <c:v>1.6616446599340038E-3</c:v>
                </c:pt>
                <c:pt idx="8365">
                  <c:v>3.923669477030366E-3</c:v>
                </c:pt>
                <c:pt idx="8366">
                  <c:v>6.9422561128420742E-4</c:v>
                </c:pt>
                <c:pt idx="8367">
                  <c:v>1.230349793856446E-3</c:v>
                </c:pt>
                <c:pt idx="8368">
                  <c:v>5.51127833468804E-3</c:v>
                </c:pt>
                <c:pt idx="8369">
                  <c:v>9.2129184072093934E-3</c:v>
                </c:pt>
                <c:pt idx="8370">
                  <c:v>8.9569578333127259E-3</c:v>
                </c:pt>
                <c:pt idx="8371">
                  <c:v>9.5587060552828496E-3</c:v>
                </c:pt>
                <c:pt idx="8372">
                  <c:v>7.1498032248940666E-3</c:v>
                </c:pt>
                <c:pt idx="8373">
                  <c:v>9.9377178013435354E-3</c:v>
                </c:pt>
                <c:pt idx="8374">
                  <c:v>9.5057796403761451E-3</c:v>
                </c:pt>
                <c:pt idx="8375">
                  <c:v>1.0445352229059551E-2</c:v>
                </c:pt>
                <c:pt idx="8376">
                  <c:v>1.0472713422578906E-2</c:v>
                </c:pt>
                <c:pt idx="8377">
                  <c:v>1.0686435365744965E-2</c:v>
                </c:pt>
                <c:pt idx="8378">
                  <c:v>8.6991912374033073E-3</c:v>
                </c:pt>
                <c:pt idx="8379">
                  <c:v>8.9531153577690811E-3</c:v>
                </c:pt>
                <c:pt idx="8380">
                  <c:v>8.8760765041661048E-3</c:v>
                </c:pt>
                <c:pt idx="8381">
                  <c:v>9.7100555315347541E-3</c:v>
                </c:pt>
                <c:pt idx="8382">
                  <c:v>7.5044857781297755E-2</c:v>
                </c:pt>
                <c:pt idx="8383">
                  <c:v>4.7417856279427774E-2</c:v>
                </c:pt>
                <c:pt idx="8384">
                  <c:v>-2.8609742444098787E-3</c:v>
                </c:pt>
                <c:pt idx="8385">
                  <c:v>-8.7798625152908632E-3</c:v>
                </c:pt>
                <c:pt idx="8386">
                  <c:v>-0.11477364546623545</c:v>
                </c:pt>
                <c:pt idx="8387">
                  <c:v>-0.12877984054952796</c:v>
                </c:pt>
                <c:pt idx="8388">
                  <c:v>-0.1477660458951294</c:v>
                </c:pt>
                <c:pt idx="8389">
                  <c:v>-0.14531439527650153</c:v>
                </c:pt>
                <c:pt idx="8390">
                  <c:v>-0.17007317312304629</c:v>
                </c:pt>
                <c:pt idx="8391">
                  <c:v>-0.17927725427805402</c:v>
                </c:pt>
                <c:pt idx="8392">
                  <c:v>-0.17318276095245108</c:v>
                </c:pt>
                <c:pt idx="8393">
                  <c:v>-0.16289257627922862</c:v>
                </c:pt>
                <c:pt idx="8394">
                  <c:v>-0.11386289880627899</c:v>
                </c:pt>
                <c:pt idx="8395">
                  <c:v>-3.9119542713998312E-2</c:v>
                </c:pt>
                <c:pt idx="8396">
                  <c:v>-0.11902126863984556</c:v>
                </c:pt>
                <c:pt idx="8397">
                  <c:v>-5.5919381076078856E-2</c:v>
                </c:pt>
                <c:pt idx="8398">
                  <c:v>-3.3616058403228746E-2</c:v>
                </c:pt>
                <c:pt idx="8399">
                  <c:v>-1.6934006783287082E-2</c:v>
                </c:pt>
                <c:pt idx="8400">
                  <c:v>-4.660630574743304E-3</c:v>
                </c:pt>
                <c:pt idx="8401">
                  <c:v>-1.0054920626302874E-3</c:v>
                </c:pt>
                <c:pt idx="8402">
                  <c:v>2.8639128503340017E-3</c:v>
                </c:pt>
                <c:pt idx="8403">
                  <c:v>8.3830944510632621E-3</c:v>
                </c:pt>
                <c:pt idx="8404">
                  <c:v>7.3673468665278212E-3</c:v>
                </c:pt>
                <c:pt idx="8405">
                  <c:v>7.3969377635202437E-3</c:v>
                </c:pt>
                <c:pt idx="8406">
                  <c:v>6.5589379757623892E-3</c:v>
                </c:pt>
                <c:pt idx="8407">
                  <c:v>4.935993837658267E-3</c:v>
                </c:pt>
                <c:pt idx="8408">
                  <c:v>2.0856505266448559E-3</c:v>
                </c:pt>
                <c:pt idx="8409">
                  <c:v>1.3654250139918782E-3</c:v>
                </c:pt>
                <c:pt idx="8410">
                  <c:v>-3.3921869790670164E-3</c:v>
                </c:pt>
                <c:pt idx="8411">
                  <c:v>-4.4835130325781417E-2</c:v>
                </c:pt>
                <c:pt idx="8412">
                  <c:v>-0.10223445129033168</c:v>
                </c:pt>
                <c:pt idx="8413">
                  <c:v>-0.21368947232169205</c:v>
                </c:pt>
                <c:pt idx="8414">
                  <c:v>-7.282839371572164E-2</c:v>
                </c:pt>
                <c:pt idx="8415">
                  <c:v>-0.27723001897952604</c:v>
                </c:pt>
                <c:pt idx="8416">
                  <c:v>-0.20227647894381709</c:v>
                </c:pt>
                <c:pt idx="8417">
                  <c:v>-0.10113241129714988</c:v>
                </c:pt>
                <c:pt idx="8418">
                  <c:v>-0.17232226400413223</c:v>
                </c:pt>
                <c:pt idx="8419">
                  <c:v>-0.11632668774205339</c:v>
                </c:pt>
                <c:pt idx="8420">
                  <c:v>-8.1994645518458073E-2</c:v>
                </c:pt>
                <c:pt idx="8421">
                  <c:v>-8.3866401127039025E-2</c:v>
                </c:pt>
                <c:pt idx="8422">
                  <c:v>-5.8561625702089136E-2</c:v>
                </c:pt>
                <c:pt idx="8423">
                  <c:v>-1.6027661395643131E-2</c:v>
                </c:pt>
                <c:pt idx="8424">
                  <c:v>-1.2929081745577867E-2</c:v>
                </c:pt>
                <c:pt idx="8425">
                  <c:v>-7.804252183903895E-3</c:v>
                </c:pt>
                <c:pt idx="8426">
                  <c:v>-2.6579731440281615E-3</c:v>
                </c:pt>
                <c:pt idx="8427">
                  <c:v>2.0075469237686582E-3</c:v>
                </c:pt>
                <c:pt idx="8428">
                  <c:v>6.6484623028649882E-3</c:v>
                </c:pt>
                <c:pt idx="8429">
                  <c:v>7.4800036275645115E-3</c:v>
                </c:pt>
                <c:pt idx="8430">
                  <c:v>9.0644471791098864E-3</c:v>
                </c:pt>
                <c:pt idx="8431">
                  <c:v>5.4375333362116085E-3</c:v>
                </c:pt>
                <c:pt idx="8432">
                  <c:v>-2.0651750595272783E-3</c:v>
                </c:pt>
                <c:pt idx="8433">
                  <c:v>-2.3188339683833114E-2</c:v>
                </c:pt>
                <c:pt idx="8434">
                  <c:v>-0.1267008037743303</c:v>
                </c:pt>
                <c:pt idx="8435">
                  <c:v>-6.0305849778723684E-2</c:v>
                </c:pt>
                <c:pt idx="8436">
                  <c:v>-0.23323264214428488</c:v>
                </c:pt>
                <c:pt idx="8437">
                  <c:v>-8.6945665558417373E-2</c:v>
                </c:pt>
                <c:pt idx="8438">
                  <c:v>-0.25038314864348554</c:v>
                </c:pt>
                <c:pt idx="8439">
                  <c:v>-0.18140998653071549</c:v>
                </c:pt>
                <c:pt idx="8440">
                  <c:v>-0.15821387289025698</c:v>
                </c:pt>
                <c:pt idx="8441">
                  <c:v>-8.8117814683512707E-2</c:v>
                </c:pt>
                <c:pt idx="8442">
                  <c:v>-0.18265836394775392</c:v>
                </c:pt>
                <c:pt idx="8443">
                  <c:v>-0.12624763608351067</c:v>
                </c:pt>
                <c:pt idx="8444">
                  <c:v>-7.929051680338764E-2</c:v>
                </c:pt>
                <c:pt idx="8445">
                  <c:v>-0.11924329878963699</c:v>
                </c:pt>
                <c:pt idx="8446">
                  <c:v>-0.10242603604656786</c:v>
                </c:pt>
                <c:pt idx="8447">
                  <c:v>-3.5436077341596206E-2</c:v>
                </c:pt>
                <c:pt idx="8448">
                  <c:v>-2.7584825369860171E-2</c:v>
                </c:pt>
                <c:pt idx="8449">
                  <c:v>-1.6834203578916868E-2</c:v>
                </c:pt>
                <c:pt idx="8450">
                  <c:v>-8.6925264465497407E-3</c:v>
                </c:pt>
                <c:pt idx="8451">
                  <c:v>-4.3709763328146816E-3</c:v>
                </c:pt>
                <c:pt idx="8452">
                  <c:v>1.2226011816485638E-3</c:v>
                </c:pt>
                <c:pt idx="8453">
                  <c:v>4.6488806615658865E-3</c:v>
                </c:pt>
                <c:pt idx="8454">
                  <c:v>4.741847762440932E-3</c:v>
                </c:pt>
                <c:pt idx="8455">
                  <c:v>4.1102575431542264E-3</c:v>
                </c:pt>
                <c:pt idx="8456">
                  <c:v>-6.2090124587953252E-2</c:v>
                </c:pt>
                <c:pt idx="8457">
                  <c:v>-6.2765798108264145E-2</c:v>
                </c:pt>
                <c:pt idx="8458">
                  <c:v>-8.5947238331714554E-2</c:v>
                </c:pt>
                <c:pt idx="8459">
                  <c:v>-5.7766635108540715E-2</c:v>
                </c:pt>
                <c:pt idx="8460">
                  <c:v>-2.5563294738732659E-2</c:v>
                </c:pt>
                <c:pt idx="8461">
                  <c:v>-2.5799099055525031E-2</c:v>
                </c:pt>
                <c:pt idx="8462">
                  <c:v>-1.5747010449135356E-2</c:v>
                </c:pt>
                <c:pt idx="8463">
                  <c:v>-2.5976115279577654E-2</c:v>
                </c:pt>
                <c:pt idx="8464">
                  <c:v>-3.4646341441893609E-2</c:v>
                </c:pt>
                <c:pt idx="8465">
                  <c:v>-3.1417908049328126E-2</c:v>
                </c:pt>
                <c:pt idx="8466">
                  <c:v>-1.888334386512288E-2</c:v>
                </c:pt>
                <c:pt idx="8467">
                  <c:v>-1.2575896090109361E-2</c:v>
                </c:pt>
                <c:pt idx="8468">
                  <c:v>-2.6583919738874577E-2</c:v>
                </c:pt>
                <c:pt idx="8469">
                  <c:v>-2.0745226990860472E-2</c:v>
                </c:pt>
                <c:pt idx="8470">
                  <c:v>2.9001327386848729E-4</c:v>
                </c:pt>
                <c:pt idx="8471">
                  <c:v>6.4153543677856958E-3</c:v>
                </c:pt>
                <c:pt idx="8472">
                  <c:v>6.1552603071111734E-3</c:v>
                </c:pt>
                <c:pt idx="8473">
                  <c:v>9.5049787122897123E-3</c:v>
                </c:pt>
                <c:pt idx="8474">
                  <c:v>7.6583604125892634E-3</c:v>
                </c:pt>
                <c:pt idx="8475">
                  <c:v>6.0796930022146544E-3</c:v>
                </c:pt>
                <c:pt idx="8476">
                  <c:v>7.3673725680439041E-3</c:v>
                </c:pt>
                <c:pt idx="8477">
                  <c:v>7.0705867620870708E-3</c:v>
                </c:pt>
                <c:pt idx="8478">
                  <c:v>6.4767473119064344E-3</c:v>
                </c:pt>
                <c:pt idx="8479">
                  <c:v>6.6320680551169081E-3</c:v>
                </c:pt>
                <c:pt idx="8480">
                  <c:v>6.4240099669258402E-3</c:v>
                </c:pt>
                <c:pt idx="8481">
                  <c:v>-2.3401967130350781E-3</c:v>
                </c:pt>
                <c:pt idx="8482">
                  <c:v>-6.0211490188147071E-4</c:v>
                </c:pt>
                <c:pt idx="8483">
                  <c:v>-5.3491533151228904E-4</c:v>
                </c:pt>
                <c:pt idx="8484">
                  <c:v>-1.8046467467307365E-3</c:v>
                </c:pt>
                <c:pt idx="8485">
                  <c:v>2.9031307878907227E-4</c:v>
                </c:pt>
                <c:pt idx="8486">
                  <c:v>2.2960335731550779E-3</c:v>
                </c:pt>
                <c:pt idx="8487">
                  <c:v>2.4565124040838065E-3</c:v>
                </c:pt>
                <c:pt idx="8488">
                  <c:v>1.0463139443112374E-3</c:v>
                </c:pt>
                <c:pt idx="8489">
                  <c:v>2.2928428345031903E-3</c:v>
                </c:pt>
                <c:pt idx="8490">
                  <c:v>2.102381235517238E-3</c:v>
                </c:pt>
                <c:pt idx="8491">
                  <c:v>2.9186634676949181E-3</c:v>
                </c:pt>
                <c:pt idx="8492">
                  <c:v>3.1928674318130314E-3</c:v>
                </c:pt>
                <c:pt idx="8493">
                  <c:v>3.3145330702204975E-3</c:v>
                </c:pt>
                <c:pt idx="8494">
                  <c:v>6.6825321899490397E-3</c:v>
                </c:pt>
                <c:pt idx="8495">
                  <c:v>6.9298915416741149E-3</c:v>
                </c:pt>
                <c:pt idx="8496">
                  <c:v>6.7578011547109297E-3</c:v>
                </c:pt>
                <c:pt idx="8497">
                  <c:v>7.3546802311895091E-3</c:v>
                </c:pt>
                <c:pt idx="8498">
                  <c:v>1.0272193368110734E-2</c:v>
                </c:pt>
                <c:pt idx="8499">
                  <c:v>9.9776678838273802E-3</c:v>
                </c:pt>
                <c:pt idx="8500">
                  <c:v>8.9134003028020006E-3</c:v>
                </c:pt>
                <c:pt idx="8501">
                  <c:v>8.7704614815457532E-3</c:v>
                </c:pt>
                <c:pt idx="8502">
                  <c:v>1.164412855512423E-2</c:v>
                </c:pt>
                <c:pt idx="8503">
                  <c:v>1.0279482628410866E-2</c:v>
                </c:pt>
                <c:pt idx="8504">
                  <c:v>-1.1790490325927479E-3</c:v>
                </c:pt>
                <c:pt idx="8505">
                  <c:v>-6.2942167709021703E-3</c:v>
                </c:pt>
                <c:pt idx="8506">
                  <c:v>-7.2332857207268253E-3</c:v>
                </c:pt>
                <c:pt idx="8507">
                  <c:v>-4.5333654028934392E-3</c:v>
                </c:pt>
                <c:pt idx="8508">
                  <c:v>-9.8490932275092252E-4</c:v>
                </c:pt>
                <c:pt idx="8509">
                  <c:v>-5.3342700325359933E-2</c:v>
                </c:pt>
                <c:pt idx="8510">
                  <c:v>-0.22627692293018403</c:v>
                </c:pt>
                <c:pt idx="8511">
                  <c:v>-0.13364715691362244</c:v>
                </c:pt>
                <c:pt idx="8512">
                  <c:v>-0.11993263520019035</c:v>
                </c:pt>
                <c:pt idx="8513">
                  <c:v>-0.11252548851484781</c:v>
                </c:pt>
                <c:pt idx="8514">
                  <c:v>-7.0427301881700308E-2</c:v>
                </c:pt>
                <c:pt idx="8515">
                  <c:v>-3.7730782070552291E-2</c:v>
                </c:pt>
                <c:pt idx="8516">
                  <c:v>-1.3921169024561126E-2</c:v>
                </c:pt>
                <c:pt idx="8517">
                  <c:v>-1.2614692869388657E-2</c:v>
                </c:pt>
                <c:pt idx="8518">
                  <c:v>4.1652611276845808E-3</c:v>
                </c:pt>
                <c:pt idx="8519">
                  <c:v>6.2974218067343339E-3</c:v>
                </c:pt>
                <c:pt idx="8520">
                  <c:v>7.0967008953436647E-3</c:v>
                </c:pt>
                <c:pt idx="8521">
                  <c:v>8.9007794241310109E-3</c:v>
                </c:pt>
                <c:pt idx="8522">
                  <c:v>9.6168189527545255E-3</c:v>
                </c:pt>
                <c:pt idx="8523">
                  <c:v>9.4044946702050748E-3</c:v>
                </c:pt>
                <c:pt idx="8524">
                  <c:v>9.6275020265428075E-3</c:v>
                </c:pt>
                <c:pt idx="8525">
                  <c:v>1.1568234347717919E-2</c:v>
                </c:pt>
                <c:pt idx="8526">
                  <c:v>1.0411399255239609E-2</c:v>
                </c:pt>
                <c:pt idx="8527">
                  <c:v>2.5649859244548552E-3</c:v>
                </c:pt>
                <c:pt idx="8528">
                  <c:v>-1.0699947406448885E-2</c:v>
                </c:pt>
                <c:pt idx="8529">
                  <c:v>-1.0050883497439097E-2</c:v>
                </c:pt>
                <c:pt idx="8530">
                  <c:v>-1.3248036241536712E-2</c:v>
                </c:pt>
                <c:pt idx="8531">
                  <c:v>-3.3726216362679161E-2</c:v>
                </c:pt>
                <c:pt idx="8532">
                  <c:v>-0.22063962301269474</c:v>
                </c:pt>
                <c:pt idx="8533">
                  <c:v>-0.15045288770301862</c:v>
                </c:pt>
                <c:pt idx="8534">
                  <c:v>-0.12756363290685593</c:v>
                </c:pt>
                <c:pt idx="8535">
                  <c:v>-0.12690265639425696</c:v>
                </c:pt>
                <c:pt idx="8536">
                  <c:v>-0.14873385076058618</c:v>
                </c:pt>
                <c:pt idx="8537">
                  <c:v>-0.15679078523865017</c:v>
                </c:pt>
                <c:pt idx="8538">
                  <c:v>-0.11195650361287339</c:v>
                </c:pt>
                <c:pt idx="8539">
                  <c:v>-6.6539540316017068E-2</c:v>
                </c:pt>
                <c:pt idx="8540">
                  <c:v>-4.1251743185656248E-2</c:v>
                </c:pt>
                <c:pt idx="8541">
                  <c:v>-5.7786085252476742E-2</c:v>
                </c:pt>
                <c:pt idx="8542">
                  <c:v>-1.4731955321846058E-2</c:v>
                </c:pt>
                <c:pt idx="8543">
                  <c:v>-4.2399797172768337E-2</c:v>
                </c:pt>
                <c:pt idx="8544">
                  <c:v>-6.0428090085117596E-3</c:v>
                </c:pt>
                <c:pt idx="8545">
                  <c:v>-8.7908897668809178E-3</c:v>
                </c:pt>
                <c:pt idx="8546">
                  <c:v>-4.983556699567032E-3</c:v>
                </c:pt>
                <c:pt idx="8547">
                  <c:v>1.801964985109249E-3</c:v>
                </c:pt>
                <c:pt idx="8548">
                  <c:v>8.5763716338878547E-3</c:v>
                </c:pt>
                <c:pt idx="8549">
                  <c:v>1.0127038612709088E-2</c:v>
                </c:pt>
                <c:pt idx="8550">
                  <c:v>9.4343614489577638E-3</c:v>
                </c:pt>
                <c:pt idx="8551">
                  <c:v>6.91450902718054E-3</c:v>
                </c:pt>
                <c:pt idx="8552">
                  <c:v>-5.1210735666387197E-3</c:v>
                </c:pt>
                <c:pt idx="8553">
                  <c:v>-6.5285443619512344E-3</c:v>
                </c:pt>
                <c:pt idx="8554">
                  <c:v>-1.7909385445487102E-2</c:v>
                </c:pt>
                <c:pt idx="8555">
                  <c:v>-0.16412552822655038</c:v>
                </c:pt>
                <c:pt idx="8556">
                  <c:v>-0.13745025098286229</c:v>
                </c:pt>
                <c:pt idx="8557">
                  <c:v>-0.13603048199531706</c:v>
                </c:pt>
                <c:pt idx="8558">
                  <c:v>-0.15986518667622521</c:v>
                </c:pt>
                <c:pt idx="8559">
                  <c:v>-0.15744630186998687</c:v>
                </c:pt>
                <c:pt idx="8560">
                  <c:v>-0.17999415751758779</c:v>
                </c:pt>
                <c:pt idx="8561">
                  <c:v>-0.15570586733587496</c:v>
                </c:pt>
                <c:pt idx="8562">
                  <c:v>-0.14974745579739995</c:v>
                </c:pt>
                <c:pt idx="8563">
                  <c:v>-7.2987098173369222E-2</c:v>
                </c:pt>
                <c:pt idx="8564">
                  <c:v>-6.4865884872390464E-2</c:v>
                </c:pt>
                <c:pt idx="8565">
                  <c:v>-7.4087928563081856E-2</c:v>
                </c:pt>
                <c:pt idx="8566">
                  <c:v>-8.3123813193437229E-2</c:v>
                </c:pt>
                <c:pt idx="8567">
                  <c:v>-2.1363943560908025E-2</c:v>
                </c:pt>
                <c:pt idx="8568">
                  <c:v>-1.3035567795220571E-2</c:v>
                </c:pt>
                <c:pt idx="8569">
                  <c:v>-4.7614070405008523E-3</c:v>
                </c:pt>
                <c:pt idx="8570">
                  <c:v>1.0203998836122922E-3</c:v>
                </c:pt>
                <c:pt idx="8571">
                  <c:v>1.0066648901367674E-2</c:v>
                </c:pt>
                <c:pt idx="8572">
                  <c:v>9.3954500786090807E-3</c:v>
                </c:pt>
                <c:pt idx="8573">
                  <c:v>7.2731561172222903E-3</c:v>
                </c:pt>
                <c:pt idx="8574">
                  <c:v>8.3148750568123337E-3</c:v>
                </c:pt>
                <c:pt idx="8575">
                  <c:v>6.6191890431916813E-3</c:v>
                </c:pt>
                <c:pt idx="8576">
                  <c:v>-3.4187153525000582E-4</c:v>
                </c:pt>
                <c:pt idx="8577">
                  <c:v>-3.4897464934031909E-3</c:v>
                </c:pt>
                <c:pt idx="8578">
                  <c:v>-4.1333403490940522E-2</c:v>
                </c:pt>
                <c:pt idx="8579">
                  <c:v>-9.4539827991447681E-2</c:v>
                </c:pt>
                <c:pt idx="8580">
                  <c:v>-6.7486067894576951E-2</c:v>
                </c:pt>
                <c:pt idx="8581">
                  <c:v>-0.14029043257245868</c:v>
                </c:pt>
                <c:pt idx="8582">
                  <c:v>-0.15537625770466118</c:v>
                </c:pt>
                <c:pt idx="8583">
                  <c:v>-8.7438449907808136E-2</c:v>
                </c:pt>
                <c:pt idx="8584">
                  <c:v>-0.13369832003359769</c:v>
                </c:pt>
                <c:pt idx="8585">
                  <c:v>-0.10342303603913192</c:v>
                </c:pt>
                <c:pt idx="8586">
                  <c:v>-0.12643398196074393</c:v>
                </c:pt>
                <c:pt idx="8587">
                  <c:v>-8.1674443176592823E-2</c:v>
                </c:pt>
                <c:pt idx="8588">
                  <c:v>-6.0292568121699648E-2</c:v>
                </c:pt>
                <c:pt idx="8589">
                  <c:v>-9.7597982921434817E-2</c:v>
                </c:pt>
                <c:pt idx="8590">
                  <c:v>-4.9669162419859296E-2</c:v>
                </c:pt>
                <c:pt idx="8591">
                  <c:v>-1.0306473748311203E-2</c:v>
                </c:pt>
                <c:pt idx="8592">
                  <c:v>-6.6390672444707503E-3</c:v>
                </c:pt>
                <c:pt idx="8593">
                  <c:v>-6.3550786630143345E-3</c:v>
                </c:pt>
                <c:pt idx="8594">
                  <c:v>-4.8498741589280657E-3</c:v>
                </c:pt>
                <c:pt idx="8595">
                  <c:v>-1.5343121643893822E-3</c:v>
                </c:pt>
                <c:pt idx="8596">
                  <c:v>4.212086044553187E-3</c:v>
                </c:pt>
                <c:pt idx="8597">
                  <c:v>6.7727290385147581E-3</c:v>
                </c:pt>
                <c:pt idx="8598">
                  <c:v>9.0158166010820256E-3</c:v>
                </c:pt>
                <c:pt idx="8599">
                  <c:v>7.9545207509709136E-3</c:v>
                </c:pt>
                <c:pt idx="8600">
                  <c:v>1.971023385966345E-3</c:v>
                </c:pt>
                <c:pt idx="8601">
                  <c:v>-6.3490811869680889E-3</c:v>
                </c:pt>
                <c:pt idx="8602">
                  <c:v>-2.9093755397300004E-2</c:v>
                </c:pt>
                <c:pt idx="8603">
                  <c:v>-0.19155261027850817</c:v>
                </c:pt>
                <c:pt idx="8604">
                  <c:v>-0.10212482529362088</c:v>
                </c:pt>
                <c:pt idx="8605">
                  <c:v>-0.20350495257407131</c:v>
                </c:pt>
                <c:pt idx="8606">
                  <c:v>-0.18009639677218087</c:v>
                </c:pt>
                <c:pt idx="8607">
                  <c:v>-0.18542298919893052</c:v>
                </c:pt>
                <c:pt idx="8608">
                  <c:v>-0.1764647680554377</c:v>
                </c:pt>
                <c:pt idx="8609">
                  <c:v>-0.10864929385678546</c:v>
                </c:pt>
                <c:pt idx="8610">
                  <c:v>-0.16607489882751192</c:v>
                </c:pt>
                <c:pt idx="8611">
                  <c:v>-0.11223552012989886</c:v>
                </c:pt>
                <c:pt idx="8612">
                  <c:v>-6.6519360791338786E-2</c:v>
                </c:pt>
                <c:pt idx="8613">
                  <c:v>-9.051254733270872E-2</c:v>
                </c:pt>
                <c:pt idx="8614">
                  <c:v>-6.0173275537134085E-2</c:v>
                </c:pt>
                <c:pt idx="8615">
                  <c:v>-1.2541784010517809E-2</c:v>
                </c:pt>
                <c:pt idx="8616">
                  <c:v>-9.2597614654653815E-3</c:v>
                </c:pt>
                <c:pt idx="8617">
                  <c:v>9.3776112286072394E-4</c:v>
                </c:pt>
                <c:pt idx="8618">
                  <c:v>8.7050834737403254E-3</c:v>
                </c:pt>
                <c:pt idx="8619">
                  <c:v>1.1508305044468996E-2</c:v>
                </c:pt>
                <c:pt idx="8620">
                  <c:v>1.0137333058012342E-2</c:v>
                </c:pt>
                <c:pt idx="8621">
                  <c:v>1.0642643222616028E-2</c:v>
                </c:pt>
                <c:pt idx="8622">
                  <c:v>1.1553846625006263E-2</c:v>
                </c:pt>
                <c:pt idx="8623">
                  <c:v>9.3295231510209815E-3</c:v>
                </c:pt>
                <c:pt idx="8624">
                  <c:v>-1.651488182424941E-3</c:v>
                </c:pt>
                <c:pt idx="8625">
                  <c:v>-2.6984937172329659E-3</c:v>
                </c:pt>
                <c:pt idx="8626">
                  <c:v>-9.5056696433622201E-4</c:v>
                </c:pt>
                <c:pt idx="8627">
                  <c:v>-2.5533650583510459E-3</c:v>
                </c:pt>
                <c:pt idx="8628">
                  <c:v>-9.0079237750983782E-2</c:v>
                </c:pt>
                <c:pt idx="8629">
                  <c:v>-0.14908121714800343</c:v>
                </c:pt>
                <c:pt idx="8630">
                  <c:v>-0.1182843683197087</c:v>
                </c:pt>
                <c:pt idx="8631">
                  <c:v>-0.12179254195263291</c:v>
                </c:pt>
                <c:pt idx="8632">
                  <c:v>-9.4130800174241816E-2</c:v>
                </c:pt>
                <c:pt idx="8633">
                  <c:v>-8.7205086991738123E-2</c:v>
                </c:pt>
                <c:pt idx="8634">
                  <c:v>-4.0458479184007613E-2</c:v>
                </c:pt>
                <c:pt idx="8635">
                  <c:v>-8.655826245351713E-3</c:v>
                </c:pt>
                <c:pt idx="8636">
                  <c:v>5.3329000751352719E-3</c:v>
                </c:pt>
                <c:pt idx="8637">
                  <c:v>1.027856816677815E-2</c:v>
                </c:pt>
                <c:pt idx="8638">
                  <c:v>1.2439032159715717E-2</c:v>
                </c:pt>
                <c:pt idx="8639">
                  <c:v>1.2649204560856848E-2</c:v>
                </c:pt>
                <c:pt idx="8640">
                  <c:v>1.0114041534416914E-2</c:v>
                </c:pt>
                <c:pt idx="8641">
                  <c:v>9.6787956653352266E-3</c:v>
                </c:pt>
                <c:pt idx="8642">
                  <c:v>1.0882279398884467E-2</c:v>
                </c:pt>
                <c:pt idx="8643">
                  <c:v>8.3158483328185609E-2</c:v>
                </c:pt>
                <c:pt idx="8644">
                  <c:v>5.6283668664647978E-2</c:v>
                </c:pt>
                <c:pt idx="8645">
                  <c:v>6.1120100274110981E-2</c:v>
                </c:pt>
                <c:pt idx="8646">
                  <c:v>4.8854837845572277E-2</c:v>
                </c:pt>
                <c:pt idx="8647">
                  <c:v>3.3204979664720205E-2</c:v>
                </c:pt>
                <c:pt idx="8648">
                  <c:v>3.9353037928582239E-2</c:v>
                </c:pt>
                <c:pt idx="8649">
                  <c:v>2.1159190066888444E-2</c:v>
                </c:pt>
                <c:pt idx="8650">
                  <c:v>1.0505244137437171E-2</c:v>
                </c:pt>
                <c:pt idx="8651">
                  <c:v>-2.5283948500124361E-3</c:v>
                </c:pt>
                <c:pt idx="8652">
                  <c:v>3.5271232512727319E-3</c:v>
                </c:pt>
                <c:pt idx="8653">
                  <c:v>3.2875084278788159E-3</c:v>
                </c:pt>
                <c:pt idx="8654">
                  <c:v>-0.14228812674254035</c:v>
                </c:pt>
                <c:pt idx="8655">
                  <c:v>-4.5070100104806901E-2</c:v>
                </c:pt>
                <c:pt idx="8656">
                  <c:v>-9.9743462552497761E-2</c:v>
                </c:pt>
                <c:pt idx="8657">
                  <c:v>-4.7345487115275316E-2</c:v>
                </c:pt>
                <c:pt idx="8658">
                  <c:v>-2.4536904308539834E-2</c:v>
                </c:pt>
                <c:pt idx="8659">
                  <c:v>-3.3850583334143411E-2</c:v>
                </c:pt>
                <c:pt idx="8660">
                  <c:v>1.0011989338660266E-3</c:v>
                </c:pt>
                <c:pt idx="8661">
                  <c:v>2.8100037849717097E-3</c:v>
                </c:pt>
                <c:pt idx="8662">
                  <c:v>4.2649451384751185E-3</c:v>
                </c:pt>
                <c:pt idx="8663">
                  <c:v>1.1477177075902172E-2</c:v>
                </c:pt>
                <c:pt idx="8664">
                  <c:v>1.4051758481320968E-2</c:v>
                </c:pt>
                <c:pt idx="8665">
                  <c:v>1.2764414980812109E-2</c:v>
                </c:pt>
                <c:pt idx="8666">
                  <c:v>1.1335740118043431E-2</c:v>
                </c:pt>
                <c:pt idx="8667">
                  <c:v>1.8055278202799955E-2</c:v>
                </c:pt>
                <c:pt idx="8668">
                  <c:v>7.6905892891705102E-2</c:v>
                </c:pt>
                <c:pt idx="8669">
                  <c:v>5.5666919068654272E-2</c:v>
                </c:pt>
                <c:pt idx="8670">
                  <c:v>5.0200322765749768E-2</c:v>
                </c:pt>
                <c:pt idx="8671">
                  <c:v>4.8961308789382277E-2</c:v>
                </c:pt>
                <c:pt idx="8672">
                  <c:v>2.8726246963570286E-2</c:v>
                </c:pt>
                <c:pt idx="8673">
                  <c:v>2.634750454190582E-2</c:v>
                </c:pt>
                <c:pt idx="8674">
                  <c:v>-5.0096139752603571E-4</c:v>
                </c:pt>
                <c:pt idx="8675">
                  <c:v>-1.0990518216447018E-2</c:v>
                </c:pt>
                <c:pt idx="8676">
                  <c:v>-3.5255304541715921E-3</c:v>
                </c:pt>
                <c:pt idx="8677">
                  <c:v>-4.5894207339246727E-2</c:v>
                </c:pt>
                <c:pt idx="8678">
                  <c:v>-0.16880273471177876</c:v>
                </c:pt>
                <c:pt idx="8679">
                  <c:v>-9.8918558862060704E-2</c:v>
                </c:pt>
                <c:pt idx="8680">
                  <c:v>-0.11243550934348946</c:v>
                </c:pt>
                <c:pt idx="8681">
                  <c:v>-0.10590877372256287</c:v>
                </c:pt>
                <c:pt idx="8682">
                  <c:v>-6.2927060068533158E-2</c:v>
                </c:pt>
                <c:pt idx="8683">
                  <c:v>-7.9201227985318562E-2</c:v>
                </c:pt>
                <c:pt idx="8684">
                  <c:v>-3.2169199477406936E-2</c:v>
                </c:pt>
                <c:pt idx="8685">
                  <c:v>-7.076737766909974E-2</c:v>
                </c:pt>
                <c:pt idx="8686">
                  <c:v>-1.7145344072349113E-2</c:v>
                </c:pt>
                <c:pt idx="8687">
                  <c:v>-4.1410865729408004E-2</c:v>
                </c:pt>
                <c:pt idx="8688">
                  <c:v>2.0655351109406402E-3</c:v>
                </c:pt>
                <c:pt idx="8689">
                  <c:v>5.309259990774258E-3</c:v>
                </c:pt>
                <c:pt idx="8690">
                  <c:v>9.1978236867692586E-3</c:v>
                </c:pt>
                <c:pt idx="8691">
                  <c:v>9.9771085924910442E-3</c:v>
                </c:pt>
                <c:pt idx="8692">
                  <c:v>1.0659928211685725E-2</c:v>
                </c:pt>
                <c:pt idx="8693">
                  <c:v>1.01954939858312E-2</c:v>
                </c:pt>
                <c:pt idx="8694">
                  <c:v>9.8287671846702569E-3</c:v>
                </c:pt>
                <c:pt idx="8695">
                  <c:v>9.5005430856067961E-3</c:v>
                </c:pt>
                <c:pt idx="8696">
                  <c:v>1.671432374933909E-3</c:v>
                </c:pt>
                <c:pt idx="8697">
                  <c:v>2.4773769867721634E-3</c:v>
                </c:pt>
                <c:pt idx="8698">
                  <c:v>3.8609909681784627E-2</c:v>
                </c:pt>
                <c:pt idx="8699">
                  <c:v>1.2987334305351483E-2</c:v>
                </c:pt>
                <c:pt idx="8700">
                  <c:v>-5.5291334512063799E-2</c:v>
                </c:pt>
                <c:pt idx="8701">
                  <c:v>-0.23957047676686727</c:v>
                </c:pt>
                <c:pt idx="8702">
                  <c:v>-0.14475498223412622</c:v>
                </c:pt>
                <c:pt idx="8703">
                  <c:v>-0.12974268350862012</c:v>
                </c:pt>
                <c:pt idx="8704">
                  <c:v>-0.1110433729241091</c:v>
                </c:pt>
                <c:pt idx="8705">
                  <c:v>-0.10367951666889981</c:v>
                </c:pt>
                <c:pt idx="8706">
                  <c:v>-0.13191126634654604</c:v>
                </c:pt>
                <c:pt idx="8707">
                  <c:v>-7.6957882642833486E-2</c:v>
                </c:pt>
                <c:pt idx="8708">
                  <c:v>-1.5298936764837441E-2</c:v>
                </c:pt>
                <c:pt idx="8709">
                  <c:v>-5.2341274983275787E-2</c:v>
                </c:pt>
                <c:pt idx="8710">
                  <c:v>-5.598131353061328E-2</c:v>
                </c:pt>
                <c:pt idx="8711">
                  <c:v>-1.6590026017692719E-3</c:v>
                </c:pt>
                <c:pt idx="8712">
                  <c:v>8.9292575243140118E-3</c:v>
                </c:pt>
                <c:pt idx="8713">
                  <c:v>1.5018494326990373E-2</c:v>
                </c:pt>
                <c:pt idx="8714">
                  <c:v>1.4203474885555579E-2</c:v>
                </c:pt>
                <c:pt idx="8715">
                  <c:v>1.2646307364356471E-2</c:v>
                </c:pt>
                <c:pt idx="8716">
                  <c:v>1.918843790636399E-2</c:v>
                </c:pt>
                <c:pt idx="8717">
                  <c:v>2.632708918112639E-2</c:v>
                </c:pt>
                <c:pt idx="8718">
                  <c:v>2.2934974714519198E-2</c:v>
                </c:pt>
                <c:pt idx="8719">
                  <c:v>1.782627363972417E-2</c:v>
                </c:pt>
                <c:pt idx="8720">
                  <c:v>1.0436301551107204E-2</c:v>
                </c:pt>
                <c:pt idx="8721">
                  <c:v>-5.1966765195625864E-3</c:v>
                </c:pt>
                <c:pt idx="8722">
                  <c:v>1.8714321904732531E-2</c:v>
                </c:pt>
                <c:pt idx="8723">
                  <c:v>-1.6226996066375208E-2</c:v>
                </c:pt>
                <c:pt idx="8724">
                  <c:v>-2.9026294692082687E-2</c:v>
                </c:pt>
                <c:pt idx="8725">
                  <c:v>-8.4734683993379217E-2</c:v>
                </c:pt>
                <c:pt idx="8726">
                  <c:v>-4.0044745484979646E-2</c:v>
                </c:pt>
                <c:pt idx="8727">
                  <c:v>-0.10145655023526538</c:v>
                </c:pt>
                <c:pt idx="8728">
                  <c:v>-0.13891490098582776</c:v>
                </c:pt>
                <c:pt idx="8729">
                  <c:v>-2.7568660443431459E-4</c:v>
                </c:pt>
                <c:pt idx="8730">
                  <c:v>-9.4414921428070137E-3</c:v>
                </c:pt>
                <c:pt idx="8731">
                  <c:v>-9.8340805941022659E-3</c:v>
                </c:pt>
                <c:pt idx="8732">
                  <c:v>5.0592227557235241E-3</c:v>
                </c:pt>
                <c:pt idx="8733">
                  <c:v>-7.3027765663697966E-2</c:v>
                </c:pt>
                <c:pt idx="8734">
                  <c:v>-0.15365193112232262</c:v>
                </c:pt>
                <c:pt idx="8735">
                  <c:v>1.2586930973599355E-2</c:v>
                </c:pt>
                <c:pt idx="8736">
                  <c:v>2.6268664602180518E-2</c:v>
                </c:pt>
                <c:pt idx="8737">
                  <c:v>1.9978481061368247E-2</c:v>
                </c:pt>
                <c:pt idx="8738">
                  <c:v>5.9851441387720316E-3</c:v>
                </c:pt>
                <c:pt idx="8739">
                  <c:v>-3.8906473643103385E-3</c:v>
                </c:pt>
                <c:pt idx="8740">
                  <c:v>-6.3809557763615859E-3</c:v>
                </c:pt>
                <c:pt idx="8741">
                  <c:v>1.9950896278032875E-3</c:v>
                </c:pt>
                <c:pt idx="8742">
                  <c:v>1.9301847756419657E-2</c:v>
                </c:pt>
                <c:pt idx="8743">
                  <c:v>1.2463753804784893E-2</c:v>
                </c:pt>
                <c:pt idx="8744">
                  <c:v>1.9094325893797164E-2</c:v>
                </c:pt>
                <c:pt idx="8745">
                  <c:v>1.8630299882589376E-2</c:v>
                </c:pt>
                <c:pt idx="8746">
                  <c:v>8.0580693379041796E-3</c:v>
                </c:pt>
                <c:pt idx="8747">
                  <c:v>-3.7429210665870814E-2</c:v>
                </c:pt>
                <c:pt idx="8748">
                  <c:v>-3.3852579987224782E-2</c:v>
                </c:pt>
                <c:pt idx="8749">
                  <c:v>-0.24208914590682654</c:v>
                </c:pt>
                <c:pt idx="8750">
                  <c:v>-7.4113167417648423E-2</c:v>
                </c:pt>
                <c:pt idx="8751">
                  <c:v>-0.32039665996537914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16A4-436E-A9AD-DCA7EDBEB0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1693791"/>
        <c:axId val="2005114831"/>
      </c:scatterChart>
      <c:valAx>
        <c:axId val="1831693791"/>
        <c:scaling>
          <c:orientation val="minMax"/>
          <c:max val="45200"/>
          <c:min val="4483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Time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high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2005114831"/>
        <c:crossesAt val="0"/>
        <c:crossBetween val="midCat"/>
        <c:majorUnit val="60"/>
      </c:valAx>
      <c:valAx>
        <c:axId val="2005114831"/>
        <c:scaling>
          <c:orientation val="minMax"/>
          <c:max val="0"/>
          <c:min val="-3.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 err="1">
                    <a:solidFill>
                      <a:schemeClr val="tx1"/>
                    </a:solidFill>
                  </a:rPr>
                  <a:t>AHU_cooling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 (kWh)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31693791"/>
        <c:crossesAt val="0"/>
        <c:crossBetween val="midCat"/>
        <c:majorUnit val="0.5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energy'!$B$1</c:f>
              <c:strCache>
                <c:ptCount val="1"/>
                <c:pt idx="0">
                  <c:v>Q_1035-01(AHU_heating)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energy'!$B$2:$B$13</c:f>
              <c:numCache>
                <c:formatCode>General</c:formatCode>
                <c:ptCount val="12"/>
                <c:pt idx="0">
                  <c:v>99.595621709117168</c:v>
                </c:pt>
                <c:pt idx="1">
                  <c:v>117.77290703633923</c:v>
                </c:pt>
                <c:pt idx="2">
                  <c:v>223.23495824465536</c:v>
                </c:pt>
                <c:pt idx="3">
                  <c:v>187.248169971723</c:v>
                </c:pt>
                <c:pt idx="4">
                  <c:v>69.213512737682024</c:v>
                </c:pt>
                <c:pt idx="5">
                  <c:v>0.41663197217724451</c:v>
                </c:pt>
                <c:pt idx="6">
                  <c:v>37.327813190145811</c:v>
                </c:pt>
                <c:pt idx="7">
                  <c:v>28.706733200891779</c:v>
                </c:pt>
                <c:pt idx="8">
                  <c:v>9.8033161399365323</c:v>
                </c:pt>
                <c:pt idx="9">
                  <c:v>1.4610428233210819</c:v>
                </c:pt>
                <c:pt idx="10">
                  <c:v>3.3309427109812084</c:v>
                </c:pt>
                <c:pt idx="11">
                  <c:v>2.5225692174648771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FD-4BCF-9334-93C96E6890DA}"/>
            </c:ext>
          </c:extLst>
        </c:ser>
        <c:ser>
          <c:idx val="1"/>
          <c:order val="1"/>
          <c:tx>
            <c:strRef>
              <c:f>'Total energy'!$D$1</c:f>
              <c:strCache>
                <c:ptCount val="1"/>
                <c:pt idx="0">
                  <c:v>PH_H1035-01_amp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energy'!$D$2:$D$13</c:f>
              <c:numCache>
                <c:formatCode>General</c:formatCode>
                <c:ptCount val="12"/>
                <c:pt idx="0">
                  <c:v>101.75995485925429</c:v>
                </c:pt>
                <c:pt idx="1">
                  <c:v>37.428880577087398</c:v>
                </c:pt>
                <c:pt idx="2">
                  <c:v>142.38277157915439</c:v>
                </c:pt>
                <c:pt idx="3">
                  <c:v>91.840951806011262</c:v>
                </c:pt>
                <c:pt idx="4">
                  <c:v>123.8977195444826</c:v>
                </c:pt>
                <c:pt idx="5">
                  <c:v>260.49550057622798</c:v>
                </c:pt>
                <c:pt idx="6">
                  <c:v>252.10930115274991</c:v>
                </c:pt>
                <c:pt idx="7">
                  <c:v>180.95632914672859</c:v>
                </c:pt>
                <c:pt idx="8">
                  <c:v>44.488323728834558</c:v>
                </c:pt>
                <c:pt idx="9">
                  <c:v>23.370500108625219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8FD-4BCF-9334-93C96E6890DA}"/>
            </c:ext>
          </c:extLst>
        </c:ser>
        <c:ser>
          <c:idx val="2"/>
          <c:order val="2"/>
          <c:tx>
            <c:strRef>
              <c:f>'Total energy'!$C$1</c:f>
              <c:strCache>
                <c:ptCount val="1"/>
                <c:pt idx="0">
                  <c:v>Q_1035-01(AHU_cooling)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val>
            <c:numRef>
              <c:f>'Total energy'!$C$2:$C$13</c:f>
              <c:numCache>
                <c:formatCode>General</c:formatCode>
                <c:ptCount val="12"/>
                <c:pt idx="0">
                  <c:v>2.0078770921194184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4.0132860446215739</c:v>
                </c:pt>
                <c:pt idx="5">
                  <c:v>15.891235064928393</c:v>
                </c:pt>
                <c:pt idx="6">
                  <c:v>5.2704552837257044</c:v>
                </c:pt>
                <c:pt idx="7">
                  <c:v>24.512991969466782</c:v>
                </c:pt>
                <c:pt idx="8">
                  <c:v>101.13442597608332</c:v>
                </c:pt>
                <c:pt idx="9">
                  <c:v>190.14333984231936</c:v>
                </c:pt>
                <c:pt idx="10">
                  <c:v>80.798837741321748</c:v>
                </c:pt>
                <c:pt idx="11">
                  <c:v>66.61539250022976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8FD-4BCF-9334-93C96E6890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71320440388237"/>
          <c:y val="7.0838911200356985E-2"/>
          <c:w val="0.28279353179776906"/>
          <c:h val="0.18359140264762752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energy'!$E$1</c:f>
              <c:strCache>
                <c:ptCount val="1"/>
                <c:pt idx="0">
                  <c:v>Q_1035-02(heating)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energy'!$E$2:$E$13</c:f>
              <c:numCache>
                <c:formatCode>General</c:formatCode>
                <c:ptCount val="12"/>
                <c:pt idx="0">
                  <c:v>99.595621709117168</c:v>
                </c:pt>
                <c:pt idx="1">
                  <c:v>117.77290703633923</c:v>
                </c:pt>
                <c:pt idx="2">
                  <c:v>223.23495824465536</c:v>
                </c:pt>
                <c:pt idx="3">
                  <c:v>187.248169971723</c:v>
                </c:pt>
                <c:pt idx="4">
                  <c:v>69.213512737682024</c:v>
                </c:pt>
                <c:pt idx="5">
                  <c:v>0.41663197217724451</c:v>
                </c:pt>
                <c:pt idx="6">
                  <c:v>37.327813190145811</c:v>
                </c:pt>
                <c:pt idx="7">
                  <c:v>28.706733200891779</c:v>
                </c:pt>
                <c:pt idx="8">
                  <c:v>9.8033161399365323</c:v>
                </c:pt>
                <c:pt idx="9">
                  <c:v>1.4610428233210819</c:v>
                </c:pt>
                <c:pt idx="10">
                  <c:v>3.3309427109812084</c:v>
                </c:pt>
                <c:pt idx="11">
                  <c:v>2.5225692174648771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FF-4B7C-A4BD-8A293B2A6223}"/>
            </c:ext>
          </c:extLst>
        </c:ser>
        <c:ser>
          <c:idx val="1"/>
          <c:order val="1"/>
          <c:tx>
            <c:strRef>
              <c:f>'Total energy'!$G$1</c:f>
              <c:strCache>
                <c:ptCount val="1"/>
                <c:pt idx="0">
                  <c:v>PH_1035-02_amp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energy'!$G$2:$G$13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12.55333666358039</c:v>
                </c:pt>
                <c:pt idx="6">
                  <c:v>39.235292801645727</c:v>
                </c:pt>
                <c:pt idx="7">
                  <c:v>41.24634976614702</c:v>
                </c:pt>
                <c:pt idx="8">
                  <c:v>15.270081195831301</c:v>
                </c:pt>
                <c:pt idx="9">
                  <c:v>17.397810916900639</c:v>
                </c:pt>
                <c:pt idx="10">
                  <c:v>12.61219091274919</c:v>
                </c:pt>
                <c:pt idx="11">
                  <c:v>24.690021618560149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1FF-4B7C-A4BD-8A293B2A6223}"/>
            </c:ext>
          </c:extLst>
        </c:ser>
        <c:ser>
          <c:idx val="2"/>
          <c:order val="2"/>
          <c:tx>
            <c:strRef>
              <c:f>'Total energy'!$F$1</c:f>
              <c:strCache>
                <c:ptCount val="1"/>
                <c:pt idx="0">
                  <c:v>Q_1035-02(cooling)</c:v>
                </c:pt>
              </c:strCache>
            </c:strRef>
          </c:tx>
          <c:spPr>
            <a:solidFill>
              <a:srgbClr val="9BBB59">
                <a:lumMod val="75000"/>
              </a:srgbClr>
            </a:solidFill>
            <a:ln>
              <a:noFill/>
            </a:ln>
            <a:effectLst/>
          </c:spPr>
          <c:invertIfNegative val="0"/>
          <c:val>
            <c:numRef>
              <c:f>'Total energy'!$F$2:$F$13</c:f>
              <c:numCache>
                <c:formatCode>General</c:formatCode>
                <c:ptCount val="12"/>
                <c:pt idx="0">
                  <c:v>2.0078770921194184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4.0132860446215739</c:v>
                </c:pt>
                <c:pt idx="5">
                  <c:v>15.891235064928393</c:v>
                </c:pt>
                <c:pt idx="6">
                  <c:v>5.2704552837257044</c:v>
                </c:pt>
                <c:pt idx="7">
                  <c:v>24.512991969466782</c:v>
                </c:pt>
                <c:pt idx="8">
                  <c:v>101.13442597608332</c:v>
                </c:pt>
                <c:pt idx="9">
                  <c:v>190.14333984231936</c:v>
                </c:pt>
                <c:pt idx="10">
                  <c:v>80.798837741321748</c:v>
                </c:pt>
                <c:pt idx="11">
                  <c:v>66.61539250022976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1FF-4B7C-A4BD-8A293B2A62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3011897001303782"/>
          <c:y val="8.2472734860506464E-2"/>
          <c:w val="0.22692343908445595"/>
          <c:h val="0.17886880856760376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energy'!$H$1</c:f>
              <c:strCache>
                <c:ptCount val="1"/>
                <c:pt idx="0">
                  <c:v>Q_1035-00(heating)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energy'!$H$2:$H$13</c:f>
              <c:numCache>
                <c:formatCode>General</c:formatCode>
                <c:ptCount val="12"/>
                <c:pt idx="0">
                  <c:v>298.78686512735169</c:v>
                </c:pt>
                <c:pt idx="1">
                  <c:v>353.31872110901742</c:v>
                </c:pt>
                <c:pt idx="2">
                  <c:v>669.70487473396577</c:v>
                </c:pt>
                <c:pt idx="3">
                  <c:v>561.74450991516869</c:v>
                </c:pt>
                <c:pt idx="4">
                  <c:v>207.64053821304617</c:v>
                </c:pt>
                <c:pt idx="5">
                  <c:v>1.2498959165317338</c:v>
                </c:pt>
                <c:pt idx="6">
                  <c:v>111.98343957043745</c:v>
                </c:pt>
                <c:pt idx="7">
                  <c:v>86.120199602675342</c:v>
                </c:pt>
                <c:pt idx="8">
                  <c:v>29.409948419809602</c:v>
                </c:pt>
                <c:pt idx="9">
                  <c:v>4.3831284699632462</c:v>
                </c:pt>
                <c:pt idx="10">
                  <c:v>9.9928281329436235</c:v>
                </c:pt>
                <c:pt idx="11">
                  <c:v>7.5677076523946285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D62-45DD-AA54-8E8C49A3A2A9}"/>
            </c:ext>
          </c:extLst>
        </c:ser>
        <c:ser>
          <c:idx val="1"/>
          <c:order val="1"/>
          <c:tx>
            <c:strRef>
              <c:f>'Total energy'!$J$1</c:f>
              <c:strCache>
                <c:ptCount val="1"/>
                <c:pt idx="0">
                  <c:v>VAV_1035-00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energy'!$J$2:$J$13</c:f>
              <c:numCache>
                <c:formatCode>General</c:formatCode>
                <c:ptCount val="12"/>
                <c:pt idx="0">
                  <c:v>545.45964979410178</c:v>
                </c:pt>
                <c:pt idx="1">
                  <c:v>524.77794283568858</c:v>
                </c:pt>
                <c:pt idx="2">
                  <c:v>796.48779593229301</c:v>
                </c:pt>
                <c:pt idx="3">
                  <c:v>768.18688242554663</c:v>
                </c:pt>
                <c:pt idx="4">
                  <c:v>422.91819281011823</c:v>
                </c:pt>
                <c:pt idx="5">
                  <c:v>381.30875678828357</c:v>
                </c:pt>
                <c:pt idx="6">
                  <c:v>580.93638046950105</c:v>
                </c:pt>
                <c:pt idx="7">
                  <c:v>728.64699978993701</c:v>
                </c:pt>
                <c:pt idx="8">
                  <c:v>800.66681010782713</c:v>
                </c:pt>
                <c:pt idx="9">
                  <c:v>766.50173228025437</c:v>
                </c:pt>
                <c:pt idx="10">
                  <c:v>77.447099882115921</c:v>
                </c:pt>
                <c:pt idx="11">
                  <c:v>1.2043752199411391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D62-45DD-AA54-8E8C49A3A2A9}"/>
            </c:ext>
          </c:extLst>
        </c:ser>
        <c:ser>
          <c:idx val="2"/>
          <c:order val="2"/>
          <c:tx>
            <c:strRef>
              <c:f>'Total energy'!$I$1</c:f>
              <c:strCache>
                <c:ptCount val="1"/>
                <c:pt idx="0">
                  <c:v>Q_1035-00(cooling)</c:v>
                </c:pt>
              </c:strCache>
            </c:strRef>
          </c:tx>
          <c:spPr>
            <a:solidFill>
              <a:srgbClr val="9BBB59">
                <a:lumMod val="75000"/>
              </a:srgbClr>
            </a:solidFill>
            <a:ln>
              <a:noFill/>
            </a:ln>
            <a:effectLst/>
          </c:spPr>
          <c:invertIfNegative val="0"/>
          <c:val>
            <c:numRef>
              <c:f>'Total energy'!$I$2:$I$13</c:f>
              <c:numCache>
                <c:formatCode>General</c:formatCode>
                <c:ptCount val="12"/>
                <c:pt idx="0">
                  <c:v>6.0236312763582545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12.03985813386471</c:v>
                </c:pt>
                <c:pt idx="5">
                  <c:v>47.673705194785178</c:v>
                </c:pt>
                <c:pt idx="6">
                  <c:v>15.811365851177104</c:v>
                </c:pt>
                <c:pt idx="7">
                  <c:v>73.538975908400303</c:v>
                </c:pt>
                <c:pt idx="8">
                  <c:v>303.40327792825013</c:v>
                </c:pt>
                <c:pt idx="9">
                  <c:v>570.43001952695874</c:v>
                </c:pt>
                <c:pt idx="10">
                  <c:v>242.39651322396506</c:v>
                </c:pt>
                <c:pt idx="11">
                  <c:v>199.84617750068932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D62-45DD-AA54-8E8C49A3A2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Month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937219324931189"/>
          <c:y val="8.7046220510351463E-2"/>
          <c:w val="0.25071653628857021"/>
          <c:h val="0.1967653667148130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energy'!$K$1</c:f>
              <c:strCache>
                <c:ptCount val="1"/>
                <c:pt idx="0">
                  <c:v>Q_1032(AHU_heating)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energy'!$K$2:$K$13</c:f>
              <c:numCache>
                <c:formatCode>General</c:formatCode>
                <c:ptCount val="12"/>
                <c:pt idx="0">
                  <c:v>373.4835814091893</c:v>
                </c:pt>
                <c:pt idx="1">
                  <c:v>441.64840138627216</c:v>
                </c:pt>
                <c:pt idx="2">
                  <c:v>837.1310934174561</c:v>
                </c:pt>
                <c:pt idx="3">
                  <c:v>702.18063739396075</c:v>
                </c:pt>
                <c:pt idx="4">
                  <c:v>259.55067276630774</c:v>
                </c:pt>
                <c:pt idx="5">
                  <c:v>1.562369895664667</c:v>
                </c:pt>
                <c:pt idx="6">
                  <c:v>139.97929946304689</c:v>
                </c:pt>
                <c:pt idx="7">
                  <c:v>107.65024950334436</c:v>
                </c:pt>
                <c:pt idx="8">
                  <c:v>36.762435524761997</c:v>
                </c:pt>
                <c:pt idx="9">
                  <c:v>5.4789105874540551</c:v>
                </c:pt>
                <c:pt idx="10">
                  <c:v>12.491035166179536</c:v>
                </c:pt>
                <c:pt idx="11">
                  <c:v>9.4596345654932925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6F9-4FDE-83D8-7EE6005F766F}"/>
            </c:ext>
          </c:extLst>
        </c:ser>
        <c:ser>
          <c:idx val="1"/>
          <c:order val="1"/>
          <c:tx>
            <c:strRef>
              <c:f>'Total energy'!$M$1</c:f>
              <c:strCache>
                <c:ptCount val="1"/>
                <c:pt idx="0">
                  <c:v>VAV_1032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energy'!$M$2:$M$13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24.8770238019526</c:v>
                </c:pt>
                <c:pt idx="7">
                  <c:v>122.4116253720907</c:v>
                </c:pt>
                <c:pt idx="8">
                  <c:v>125.71854316983369</c:v>
                </c:pt>
                <c:pt idx="9">
                  <c:v>182.96158102092639</c:v>
                </c:pt>
                <c:pt idx="10">
                  <c:v>11.45445905253291</c:v>
                </c:pt>
                <c:pt idx="11">
                  <c:v>147.5221099336942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6F9-4FDE-83D8-7EE6005F766F}"/>
            </c:ext>
          </c:extLst>
        </c:ser>
        <c:ser>
          <c:idx val="2"/>
          <c:order val="2"/>
          <c:tx>
            <c:strRef>
              <c:f>'Total energy'!$L$1</c:f>
              <c:strCache>
                <c:ptCount val="1"/>
                <c:pt idx="0">
                  <c:v>Q_1032(AHU_cooling)</c:v>
                </c:pt>
              </c:strCache>
            </c:strRef>
          </c:tx>
          <c:spPr>
            <a:solidFill>
              <a:srgbClr val="9BBB59">
                <a:lumMod val="75000"/>
              </a:srgbClr>
            </a:solidFill>
            <a:ln>
              <a:noFill/>
            </a:ln>
            <a:effectLst/>
          </c:spPr>
          <c:invertIfNegative val="0"/>
          <c:val>
            <c:numRef>
              <c:f>'Total energy'!$L$2:$L$13</c:f>
              <c:numCache>
                <c:formatCode>General</c:formatCode>
                <c:ptCount val="12"/>
                <c:pt idx="0">
                  <c:v>7.5295390954478183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15.049822667330899</c:v>
                </c:pt>
                <c:pt idx="5">
                  <c:v>59.59213149348146</c:v>
                </c:pt>
                <c:pt idx="6">
                  <c:v>19.764207313971372</c:v>
                </c:pt>
                <c:pt idx="7">
                  <c:v>91.923719885500418</c:v>
                </c:pt>
                <c:pt idx="8">
                  <c:v>379.25409741031251</c:v>
                </c:pt>
                <c:pt idx="9">
                  <c:v>713.03752440869835</c:v>
                </c:pt>
                <c:pt idx="10">
                  <c:v>302.99564152995634</c:v>
                </c:pt>
                <c:pt idx="11">
                  <c:v>249.80772187586169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6F9-4FDE-83D8-7EE6005F76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Month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2418097204114154"/>
          <c:y val="7.1371226718047534E-2"/>
          <c:w val="0.2548975083297117"/>
          <c:h val="0.1981832048811817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energy'!$H$1</c:f>
              <c:strCache>
                <c:ptCount val="1"/>
                <c:pt idx="0">
                  <c:v>Q_1035-00(heating)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energy'!$H$2:$H$13</c:f>
              <c:numCache>
                <c:formatCode>General</c:formatCode>
                <c:ptCount val="12"/>
                <c:pt idx="0">
                  <c:v>298.78686512735169</c:v>
                </c:pt>
                <c:pt idx="1">
                  <c:v>353.31872110901742</c:v>
                </c:pt>
                <c:pt idx="2">
                  <c:v>669.70487473396577</c:v>
                </c:pt>
                <c:pt idx="3">
                  <c:v>561.74450991516869</c:v>
                </c:pt>
                <c:pt idx="4">
                  <c:v>207.64053821304617</c:v>
                </c:pt>
                <c:pt idx="5">
                  <c:v>1.2498959165317338</c:v>
                </c:pt>
                <c:pt idx="6">
                  <c:v>111.98343957043745</c:v>
                </c:pt>
                <c:pt idx="7">
                  <c:v>86.120199602675342</c:v>
                </c:pt>
                <c:pt idx="8">
                  <c:v>29.409948419809602</c:v>
                </c:pt>
                <c:pt idx="9">
                  <c:v>4.3831284699632462</c:v>
                </c:pt>
                <c:pt idx="10">
                  <c:v>9.9928281329436235</c:v>
                </c:pt>
                <c:pt idx="11">
                  <c:v>7.5677076523946285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D62-45DD-AA54-8E8C49A3A2A9}"/>
            </c:ext>
          </c:extLst>
        </c:ser>
        <c:ser>
          <c:idx val="1"/>
          <c:order val="1"/>
          <c:tx>
            <c:strRef>
              <c:f>'Total energy'!$J$1</c:f>
              <c:strCache>
                <c:ptCount val="1"/>
                <c:pt idx="0">
                  <c:v>VAV_1035-00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energy'!$J$2:$J$13</c:f>
              <c:numCache>
                <c:formatCode>General</c:formatCode>
                <c:ptCount val="12"/>
                <c:pt idx="0">
                  <c:v>545.45964979410178</c:v>
                </c:pt>
                <c:pt idx="1">
                  <c:v>524.77794283568858</c:v>
                </c:pt>
                <c:pt idx="2">
                  <c:v>796.48779593229301</c:v>
                </c:pt>
                <c:pt idx="3">
                  <c:v>768.18688242554663</c:v>
                </c:pt>
                <c:pt idx="4">
                  <c:v>422.91819281011823</c:v>
                </c:pt>
                <c:pt idx="5">
                  <c:v>381.30875678828357</c:v>
                </c:pt>
                <c:pt idx="6">
                  <c:v>580.93638046950105</c:v>
                </c:pt>
                <c:pt idx="7">
                  <c:v>728.64699978993701</c:v>
                </c:pt>
                <c:pt idx="8">
                  <c:v>800.66681010782713</c:v>
                </c:pt>
                <c:pt idx="9">
                  <c:v>766.50173228025437</c:v>
                </c:pt>
                <c:pt idx="10">
                  <c:v>77.447099882115921</c:v>
                </c:pt>
                <c:pt idx="11">
                  <c:v>1.2043752199411391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D62-45DD-AA54-8E8C49A3A2A9}"/>
            </c:ext>
          </c:extLst>
        </c:ser>
        <c:ser>
          <c:idx val="2"/>
          <c:order val="2"/>
          <c:tx>
            <c:strRef>
              <c:f>'Total energy'!$I$1</c:f>
              <c:strCache>
                <c:ptCount val="1"/>
                <c:pt idx="0">
                  <c:v>Q_1035-00(cooling)</c:v>
                </c:pt>
              </c:strCache>
            </c:strRef>
          </c:tx>
          <c:spPr>
            <a:solidFill>
              <a:srgbClr val="9BBB59">
                <a:lumMod val="75000"/>
              </a:srgbClr>
            </a:solidFill>
            <a:ln>
              <a:noFill/>
            </a:ln>
            <a:effectLst/>
          </c:spPr>
          <c:invertIfNegative val="0"/>
          <c:val>
            <c:numRef>
              <c:f>'Total energy'!$I$2:$I$13</c:f>
              <c:numCache>
                <c:formatCode>General</c:formatCode>
                <c:ptCount val="12"/>
                <c:pt idx="0">
                  <c:v>6.0236312763582545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12.03985813386471</c:v>
                </c:pt>
                <c:pt idx="5">
                  <c:v>47.673705194785178</c:v>
                </c:pt>
                <c:pt idx="6">
                  <c:v>15.811365851177104</c:v>
                </c:pt>
                <c:pt idx="7">
                  <c:v>73.538975908400303</c:v>
                </c:pt>
                <c:pt idx="8">
                  <c:v>303.40327792825013</c:v>
                </c:pt>
                <c:pt idx="9">
                  <c:v>570.43001952695874</c:v>
                </c:pt>
                <c:pt idx="10">
                  <c:v>242.39651322396506</c:v>
                </c:pt>
                <c:pt idx="11">
                  <c:v>199.84617750068932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D62-45DD-AA54-8E8C49A3A2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Month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937219324931189"/>
          <c:y val="8.7046220510351463E-2"/>
          <c:w val="0.25071653628857021"/>
          <c:h val="0.1967653667148130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energy'!$K$1</c:f>
              <c:strCache>
                <c:ptCount val="1"/>
                <c:pt idx="0">
                  <c:v>Q_1032(AHU_heating)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energy'!$K$2:$K$13</c:f>
              <c:numCache>
                <c:formatCode>General</c:formatCode>
                <c:ptCount val="12"/>
                <c:pt idx="0">
                  <c:v>373.4835814091893</c:v>
                </c:pt>
                <c:pt idx="1">
                  <c:v>441.64840138627216</c:v>
                </c:pt>
                <c:pt idx="2">
                  <c:v>837.1310934174561</c:v>
                </c:pt>
                <c:pt idx="3">
                  <c:v>702.18063739396075</c:v>
                </c:pt>
                <c:pt idx="4">
                  <c:v>259.55067276630774</c:v>
                </c:pt>
                <c:pt idx="5">
                  <c:v>1.562369895664667</c:v>
                </c:pt>
                <c:pt idx="6">
                  <c:v>139.97929946304689</c:v>
                </c:pt>
                <c:pt idx="7">
                  <c:v>107.65024950334436</c:v>
                </c:pt>
                <c:pt idx="8">
                  <c:v>36.762435524761997</c:v>
                </c:pt>
                <c:pt idx="9">
                  <c:v>5.4789105874540551</c:v>
                </c:pt>
                <c:pt idx="10">
                  <c:v>12.491035166179536</c:v>
                </c:pt>
                <c:pt idx="11">
                  <c:v>9.4596345654932925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6F9-4FDE-83D8-7EE6005F766F}"/>
            </c:ext>
          </c:extLst>
        </c:ser>
        <c:ser>
          <c:idx val="1"/>
          <c:order val="1"/>
          <c:tx>
            <c:strRef>
              <c:f>'Total energy'!$M$1</c:f>
              <c:strCache>
                <c:ptCount val="1"/>
                <c:pt idx="0">
                  <c:v>VAV_1032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energy'!$M$2:$M$13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24.8770238019526</c:v>
                </c:pt>
                <c:pt idx="7">
                  <c:v>122.4116253720907</c:v>
                </c:pt>
                <c:pt idx="8">
                  <c:v>125.71854316983369</c:v>
                </c:pt>
                <c:pt idx="9">
                  <c:v>182.96158102092639</c:v>
                </c:pt>
                <c:pt idx="10">
                  <c:v>11.45445905253291</c:v>
                </c:pt>
                <c:pt idx="11">
                  <c:v>147.5221099336942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6F9-4FDE-83D8-7EE6005F766F}"/>
            </c:ext>
          </c:extLst>
        </c:ser>
        <c:ser>
          <c:idx val="2"/>
          <c:order val="2"/>
          <c:tx>
            <c:strRef>
              <c:f>'Total energy'!$L$1</c:f>
              <c:strCache>
                <c:ptCount val="1"/>
                <c:pt idx="0">
                  <c:v>Q_1032(AHU_cooling)</c:v>
                </c:pt>
              </c:strCache>
            </c:strRef>
          </c:tx>
          <c:spPr>
            <a:solidFill>
              <a:srgbClr val="9BBB59">
                <a:lumMod val="75000"/>
              </a:srgbClr>
            </a:solidFill>
            <a:ln>
              <a:noFill/>
            </a:ln>
            <a:effectLst/>
          </c:spPr>
          <c:invertIfNegative val="0"/>
          <c:val>
            <c:numRef>
              <c:f>'Total energy'!$L$2:$L$13</c:f>
              <c:numCache>
                <c:formatCode>General</c:formatCode>
                <c:ptCount val="12"/>
                <c:pt idx="0">
                  <c:v>7.5295390954478183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15.049822667330899</c:v>
                </c:pt>
                <c:pt idx="5">
                  <c:v>59.59213149348146</c:v>
                </c:pt>
                <c:pt idx="6">
                  <c:v>19.764207313971372</c:v>
                </c:pt>
                <c:pt idx="7">
                  <c:v>91.923719885500418</c:v>
                </c:pt>
                <c:pt idx="8">
                  <c:v>379.25409741031251</c:v>
                </c:pt>
                <c:pt idx="9">
                  <c:v>713.03752440869835</c:v>
                </c:pt>
                <c:pt idx="10">
                  <c:v>302.99564152995634</c:v>
                </c:pt>
                <c:pt idx="11">
                  <c:v>249.80772187586169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6F9-4FDE-83D8-7EE6005F76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Month</a:t>
                </a:r>
                <a:endParaRPr lang="en-PK" sz="1000" b="1" i="0" u="none" strike="noStrike" kern="1200" baseline="0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Energy (kWh)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2418097204114154"/>
          <c:y val="7.1371226718047534E-2"/>
          <c:w val="0.2548975083297117"/>
          <c:h val="0.1981832048811817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 (removing months )'!$B$1</c:f>
              <c:strCache>
                <c:ptCount val="1"/>
                <c:pt idx="0">
                  <c:v>Q_1035-01(AHU_heating)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)'!$B$2:$B$13</c:f>
              <c:numCache>
                <c:formatCode>General</c:formatCode>
                <c:ptCount val="12"/>
                <c:pt idx="0">
                  <c:v>99.595621709117168</c:v>
                </c:pt>
                <c:pt idx="1">
                  <c:v>117.77290703633923</c:v>
                </c:pt>
                <c:pt idx="2">
                  <c:v>223.23495824465536</c:v>
                </c:pt>
                <c:pt idx="3">
                  <c:v>187.248169971723</c:v>
                </c:pt>
                <c:pt idx="4">
                  <c:v>69.213512737682024</c:v>
                </c:pt>
                <c:pt idx="5">
                  <c:v>0.41663197217724451</c:v>
                </c:pt>
                <c:pt idx="6">
                  <c:v>37.327813190145811</c:v>
                </c:pt>
                <c:pt idx="7">
                  <c:v>28.706733200891779</c:v>
                </c:pt>
                <c:pt idx="8">
                  <c:v>9.8033161399365323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3B-4BA8-AA5E-0D3E918F5766}"/>
            </c:ext>
          </c:extLst>
        </c:ser>
        <c:ser>
          <c:idx val="1"/>
          <c:order val="1"/>
          <c:tx>
            <c:strRef>
              <c:f>'Total energy (removing months )'!$D$1</c:f>
              <c:strCache>
                <c:ptCount val="1"/>
                <c:pt idx="0">
                  <c:v>PH_H1035-01_amp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)'!$D$2:$D$13</c:f>
              <c:numCache>
                <c:formatCode>General</c:formatCode>
                <c:ptCount val="12"/>
                <c:pt idx="0">
                  <c:v>101.75995485925429</c:v>
                </c:pt>
                <c:pt idx="1">
                  <c:v>37.428880577087398</c:v>
                </c:pt>
                <c:pt idx="2">
                  <c:v>142.38277157915439</c:v>
                </c:pt>
                <c:pt idx="3">
                  <c:v>91.840951806011262</c:v>
                </c:pt>
                <c:pt idx="4">
                  <c:v>123.8977195444826</c:v>
                </c:pt>
                <c:pt idx="5">
                  <c:v>260.49550057622798</c:v>
                </c:pt>
                <c:pt idx="6">
                  <c:v>252.10930115274991</c:v>
                </c:pt>
                <c:pt idx="7">
                  <c:v>180.95632914672859</c:v>
                </c:pt>
                <c:pt idx="8">
                  <c:v>44.488323728834558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3B-4BA8-AA5E-0D3E918F5766}"/>
            </c:ext>
          </c:extLst>
        </c:ser>
        <c:ser>
          <c:idx val="2"/>
          <c:order val="2"/>
          <c:tx>
            <c:strRef>
              <c:f>'Total energy (removing months )'!$C$1</c:f>
              <c:strCache>
                <c:ptCount val="1"/>
                <c:pt idx="0">
                  <c:v>Q_1035-01(AHU_cooling)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val>
            <c:numRef>
              <c:f>'Total energy (removing months )'!$C$2:$C$13</c:f>
              <c:numCache>
                <c:formatCode>General</c:formatCode>
                <c:ptCount val="12"/>
                <c:pt idx="0">
                  <c:v>2.0078770921194184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4.0132860446215739</c:v>
                </c:pt>
                <c:pt idx="5">
                  <c:v>15.891235064928393</c:v>
                </c:pt>
                <c:pt idx="6">
                  <c:v>5.2704552837257044</c:v>
                </c:pt>
                <c:pt idx="7">
                  <c:v>24.512991969466782</c:v>
                </c:pt>
                <c:pt idx="8">
                  <c:v>101.13442597608332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23B-4BA8-AA5E-0D3E918F57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Energy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943176879617558"/>
          <c:y val="7.5561505280380789E-2"/>
          <c:w val="0.29199243082717657"/>
          <c:h val="0.17414621448757991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'Total energy (removing months )'!$E$1</c:f>
              <c:strCache>
                <c:ptCount val="1"/>
                <c:pt idx="0">
                  <c:v>Q_1035-02(heating)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)'!$E$2:$E$13</c:f>
              <c:numCache>
                <c:formatCode>General</c:formatCode>
                <c:ptCount val="12"/>
                <c:pt idx="5">
                  <c:v>0.41663197217724451</c:v>
                </c:pt>
                <c:pt idx="6">
                  <c:v>37.327813190145811</c:v>
                </c:pt>
                <c:pt idx="7">
                  <c:v>28.706733200891779</c:v>
                </c:pt>
                <c:pt idx="8">
                  <c:v>9.8033161399365323</c:v>
                </c:pt>
                <c:pt idx="9">
                  <c:v>1.4610428233210819</c:v>
                </c:pt>
                <c:pt idx="10">
                  <c:v>3.3309427109812084</c:v>
                </c:pt>
                <c:pt idx="11">
                  <c:v>2.5225692174648771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31-4A90-A732-91757D934AEE}"/>
            </c:ext>
          </c:extLst>
        </c:ser>
        <c:ser>
          <c:idx val="1"/>
          <c:order val="1"/>
          <c:tx>
            <c:strRef>
              <c:f>'Total energy (removing months )'!$G$1</c:f>
              <c:strCache>
                <c:ptCount val="1"/>
                <c:pt idx="0">
                  <c:v>PH_1035-02_amp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)'!$G$2:$G$13</c:f>
              <c:numCache>
                <c:formatCode>General</c:formatCode>
                <c:ptCount val="12"/>
                <c:pt idx="5">
                  <c:v>12.55333666358039</c:v>
                </c:pt>
                <c:pt idx="6">
                  <c:v>39.235292801645727</c:v>
                </c:pt>
                <c:pt idx="7">
                  <c:v>41.24634976614702</c:v>
                </c:pt>
                <c:pt idx="8">
                  <c:v>15.270081195831301</c:v>
                </c:pt>
                <c:pt idx="9">
                  <c:v>17.397810916900639</c:v>
                </c:pt>
                <c:pt idx="10">
                  <c:v>12.61219091274919</c:v>
                </c:pt>
                <c:pt idx="11">
                  <c:v>24.690021618560149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D31-4A90-A732-91757D934AEE}"/>
            </c:ext>
          </c:extLst>
        </c:ser>
        <c:ser>
          <c:idx val="2"/>
          <c:order val="2"/>
          <c:tx>
            <c:strRef>
              <c:f>'Total energy (removing months )'!$F$1</c:f>
              <c:strCache>
                <c:ptCount val="1"/>
                <c:pt idx="0">
                  <c:v>Q_1035-02(cooling)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val>
            <c:numRef>
              <c:f>'Total energy (removing months )'!$F$2:$F$13</c:f>
              <c:numCache>
                <c:formatCode>General</c:formatCode>
                <c:ptCount val="12"/>
                <c:pt idx="5">
                  <c:v>15.891235064928393</c:v>
                </c:pt>
                <c:pt idx="6">
                  <c:v>5.2704552837257044</c:v>
                </c:pt>
                <c:pt idx="7">
                  <c:v>24.512991969466782</c:v>
                </c:pt>
                <c:pt idx="8">
                  <c:v>101.13442597608332</c:v>
                </c:pt>
                <c:pt idx="9">
                  <c:v>190.14333984231936</c:v>
                </c:pt>
                <c:pt idx="10">
                  <c:v>80.798837741321748</c:v>
                </c:pt>
                <c:pt idx="11">
                  <c:v>66.61539250022976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D31-4A90-A732-91757D934A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out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14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Energy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out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172117195422282"/>
          <c:y val="6.1393723040309385E-2"/>
          <c:w val="0.24762096190062283"/>
          <c:h val="0.19775918488769895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'Total energy'!$J$1</c:f>
              <c:strCache>
                <c:ptCount val="1"/>
                <c:pt idx="0">
                  <c:v>E_1035-01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energy'!$J$2:$J$13</c:f>
              <c:numCache>
                <c:formatCode>General</c:formatCode>
                <c:ptCount val="12"/>
                <c:pt idx="0">
                  <c:v>205.47179093800571</c:v>
                </c:pt>
                <c:pt idx="1">
                  <c:v>159.04256240978071</c:v>
                </c:pt>
                <c:pt idx="2">
                  <c:v>369.1900868717276</c:v>
                </c:pt>
                <c:pt idx="3">
                  <c:v>287.13725846510056</c:v>
                </c:pt>
                <c:pt idx="4">
                  <c:v>197.54469050571811</c:v>
                </c:pt>
                <c:pt idx="5">
                  <c:v>277.33013443523697</c:v>
                </c:pt>
                <c:pt idx="6">
                  <c:v>295.51418127286331</c:v>
                </c:pt>
                <c:pt idx="7">
                  <c:v>241.46419985974092</c:v>
                </c:pt>
                <c:pt idx="8">
                  <c:v>163.07054944757044</c:v>
                </c:pt>
                <c:pt idx="9">
                  <c:v>219.77600794028172</c:v>
                </c:pt>
                <c:pt idx="10">
                  <c:v>85.834929066595947</c:v>
                </c:pt>
                <c:pt idx="11">
                  <c:v>69.961621096281675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75-4EF2-BE5E-8CA3F4B964CD}"/>
            </c:ext>
          </c:extLst>
        </c:ser>
        <c:ser>
          <c:idx val="1"/>
          <c:order val="1"/>
          <c:tx>
            <c:strRef>
              <c:f>'Total energy'!$K$1</c:f>
              <c:strCache>
                <c:ptCount val="1"/>
                <c:pt idx="0">
                  <c:v>E_1035-02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energy'!$K$2:$K$13</c:f>
              <c:numCache>
                <c:formatCode>General</c:formatCode>
                <c:ptCount val="12"/>
                <c:pt idx="0">
                  <c:v>103.7118360787514</c:v>
                </c:pt>
                <c:pt idx="1">
                  <c:v>121.6136818326933</c:v>
                </c:pt>
                <c:pt idx="2">
                  <c:v>226.80731529257321</c:v>
                </c:pt>
                <c:pt idx="3">
                  <c:v>195.29630665908931</c:v>
                </c:pt>
                <c:pt idx="4">
                  <c:v>73.646970961235496</c:v>
                </c:pt>
                <c:pt idx="5">
                  <c:v>29.387970522589363</c:v>
                </c:pt>
                <c:pt idx="6">
                  <c:v>82.640172921759103</c:v>
                </c:pt>
                <c:pt idx="7">
                  <c:v>101.75422047915936</c:v>
                </c:pt>
                <c:pt idx="8">
                  <c:v>133.85230691456721</c:v>
                </c:pt>
                <c:pt idx="9">
                  <c:v>213.80331874855716</c:v>
                </c:pt>
                <c:pt idx="10">
                  <c:v>98.447119979345132</c:v>
                </c:pt>
                <c:pt idx="11">
                  <c:v>94.651642714841827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75-4EF2-BE5E-8CA3F4B964CD}"/>
            </c:ext>
          </c:extLst>
        </c:ser>
        <c:ser>
          <c:idx val="2"/>
          <c:order val="2"/>
          <c:tx>
            <c:strRef>
              <c:f>'Total energy'!$L$1</c:f>
              <c:strCache>
                <c:ptCount val="1"/>
                <c:pt idx="0">
                  <c:v>E_1035-00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energy'!$L$2:$L$13</c:f>
              <c:numCache>
                <c:formatCode>General</c:formatCode>
                <c:ptCount val="12"/>
                <c:pt idx="0">
                  <c:v>856.59515803035583</c:v>
                </c:pt>
                <c:pt idx="1">
                  <c:v>889.61898833376858</c:v>
                </c:pt>
                <c:pt idx="2">
                  <c:v>1476.9097418100123</c:v>
                </c:pt>
                <c:pt idx="3">
                  <c:v>1354.0758024028146</c:v>
                </c:pt>
                <c:pt idx="4">
                  <c:v>643.85910569382474</c:v>
                </c:pt>
                <c:pt idx="5">
                  <c:v>431.81265836531048</c:v>
                </c:pt>
                <c:pt idx="6">
                  <c:v>711.15102082984117</c:v>
                </c:pt>
                <c:pt idx="7">
                  <c:v>910.17061192897404</c:v>
                </c:pt>
                <c:pt idx="8">
                  <c:v>1156.4134872640348</c:v>
                </c:pt>
                <c:pt idx="9">
                  <c:v>1355.7182557752237</c:v>
                </c:pt>
                <c:pt idx="10">
                  <c:v>334.95188708190386</c:v>
                </c:pt>
                <c:pt idx="11">
                  <c:v>211.08923850878614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75-4EF2-BE5E-8CA3F4B964CD}"/>
            </c:ext>
          </c:extLst>
        </c:ser>
        <c:ser>
          <c:idx val="3"/>
          <c:order val="3"/>
          <c:tx>
            <c:strRef>
              <c:f>'Total energy'!$M$1</c:f>
              <c:strCache>
                <c:ptCount val="1"/>
                <c:pt idx="0">
                  <c:v>E_1032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'Total energy'!$A$2:$A$13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energy'!$M$2:$M$13</c:f>
              <c:numCache>
                <c:formatCode>General</c:formatCode>
                <c:ptCount val="12"/>
                <c:pt idx="0">
                  <c:v>388.91938529531762</c:v>
                </c:pt>
                <c:pt idx="1">
                  <c:v>456.05130687259998</c:v>
                </c:pt>
                <c:pt idx="2">
                  <c:v>850.52743234714933</c:v>
                </c:pt>
                <c:pt idx="3">
                  <c:v>732.36114997158484</c:v>
                </c:pt>
                <c:pt idx="4">
                  <c:v>276.17614110463307</c:v>
                </c:pt>
                <c:pt idx="5">
                  <c:v>63.129876971283643</c:v>
                </c:pt>
                <c:pt idx="6">
                  <c:v>187.64532425237778</c:v>
                </c:pt>
                <c:pt idx="7">
                  <c:v>349.31614054588692</c:v>
                </c:pt>
                <c:pt idx="8">
                  <c:v>570.40188961509318</c:v>
                </c:pt>
                <c:pt idx="9">
                  <c:v>919.48223538963805</c:v>
                </c:pt>
                <c:pt idx="10">
                  <c:v>333.33544305226769</c:v>
                </c:pt>
                <c:pt idx="11">
                  <c:v>409.87818904475051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D75-4EF2-BE5E-8CA3F4B964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2969215"/>
        <c:axId val="701450208"/>
      </c:barChart>
      <c:dateAx>
        <c:axId val="32969215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/>
                  <a:t>Month</a:t>
                </a:r>
                <a:endParaRPr lang="en-PK" b="1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701450208"/>
        <c:crosses val="autoZero"/>
        <c:auto val="1"/>
        <c:lblOffset val="100"/>
        <c:baseTimeUnit val="months"/>
      </c:dateAx>
      <c:valAx>
        <c:axId val="70145020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>
                    <a:solidFill>
                      <a:schemeClr val="tx1"/>
                    </a:solidFill>
                  </a:rPr>
                  <a:t>Energy (kWh)</a:t>
                </a:r>
                <a:endParaRPr lang="en-PK" b="1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32969215"/>
        <c:crosses val="autoZero"/>
        <c:crossBetween val="between"/>
      </c:valAx>
      <c:spPr>
        <a:noFill/>
        <a:ln>
          <a:solidFill>
            <a:schemeClr val="tx1"/>
          </a:solidFill>
        </a:ln>
        <a:effectLst/>
      </c:spPr>
    </c:plotArea>
    <c:legend>
      <c:legendPos val="b"/>
      <c:layout>
        <c:manualLayout>
          <c:xMode val="edge"/>
          <c:yMode val="edge"/>
          <c:x val="0.81637656991767327"/>
          <c:y val="6.1613975854307342E-2"/>
          <c:w val="0.15713328525929932"/>
          <c:h val="0.24972222222222218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PK"/>
    </a:p>
  </c:txPr>
  <c:externalData r:id="rId4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'Total energy (removing months )'!$N$1</c:f>
              <c:strCache>
                <c:ptCount val="1"/>
                <c:pt idx="0">
                  <c:v>E_1035-01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)'!$N$2:$N$13</c:f>
              <c:numCache>
                <c:formatCode>General</c:formatCode>
                <c:ptCount val="12"/>
                <c:pt idx="0">
                  <c:v>203.36345366049088</c:v>
                </c:pt>
                <c:pt idx="1">
                  <c:v>155.20178761342663</c:v>
                </c:pt>
                <c:pt idx="2">
                  <c:v>365.61772982380978</c:v>
                </c:pt>
                <c:pt idx="3">
                  <c:v>279.08912177773425</c:v>
                </c:pt>
                <c:pt idx="4">
                  <c:v>197.12451832678619</c:v>
                </c:pt>
                <c:pt idx="5">
                  <c:v>276.80336761333365</c:v>
                </c:pt>
                <c:pt idx="6">
                  <c:v>294.70756962662142</c:v>
                </c:pt>
                <c:pt idx="7">
                  <c:v>234.17605431708716</c:v>
                </c:pt>
                <c:pt idx="8">
                  <c:v>155.42606584485441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D9-4D76-8C97-A28AB218AAD0}"/>
            </c:ext>
          </c:extLst>
        </c:ser>
        <c:ser>
          <c:idx val="1"/>
          <c:order val="1"/>
          <c:tx>
            <c:strRef>
              <c:f>'Total energy (removing months )'!$O$1</c:f>
              <c:strCache>
                <c:ptCount val="1"/>
                <c:pt idx="0">
                  <c:v>E_1035-02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)'!$O$2:$O$13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28.861203700686026</c:v>
                </c:pt>
                <c:pt idx="6">
                  <c:v>81.833561275517241</c:v>
                </c:pt>
                <c:pt idx="7">
                  <c:v>94.466074936505578</c:v>
                </c:pt>
                <c:pt idx="8">
                  <c:v>126.20782331185114</c:v>
                </c:pt>
                <c:pt idx="9">
                  <c:v>209.00219358254111</c:v>
                </c:pt>
                <c:pt idx="10">
                  <c:v>96.741971365052137</c:v>
                </c:pt>
                <c:pt idx="11">
                  <c:v>93.827983336254789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3D9-4D76-8C97-A28AB218AAD0}"/>
            </c:ext>
          </c:extLst>
        </c:ser>
        <c:ser>
          <c:idx val="2"/>
          <c:order val="2"/>
          <c:tx>
            <c:strRef>
              <c:f>'Total energy (removing months )'!$P$1</c:f>
              <c:strCache>
                <c:ptCount val="1"/>
                <c:pt idx="0">
                  <c:v>E_1035-00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)'!$P$2:$P$13</c:f>
              <c:numCache>
                <c:formatCode>General</c:formatCode>
                <c:ptCount val="12"/>
                <c:pt idx="0">
                  <c:v>850.27014619781175</c:v>
                </c:pt>
                <c:pt idx="1">
                  <c:v>878.09666394470605</c:v>
                </c:pt>
                <c:pt idx="2">
                  <c:v>1466.1926706662589</c:v>
                </c:pt>
                <c:pt idx="3">
                  <c:v>1329.9313923407153</c:v>
                </c:pt>
                <c:pt idx="4">
                  <c:v>642.5985891570291</c:v>
                </c:pt>
                <c:pt idx="5">
                  <c:v>430.23235789960052</c:v>
                </c:pt>
                <c:pt idx="6">
                  <c:v>708.73118589111562</c:v>
                </c:pt>
                <c:pt idx="7">
                  <c:v>888.30617530101267</c:v>
                </c:pt>
                <c:pt idx="8">
                  <c:v>1133.4800364558869</c:v>
                </c:pt>
                <c:pt idx="9">
                  <c:v>1341.3148802771764</c:v>
                </c:pt>
                <c:pt idx="10">
                  <c:v>329.83644123902462</c:v>
                </c:pt>
                <c:pt idx="11">
                  <c:v>208.61826037302509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3D9-4D76-8C97-A28AB218AAD0}"/>
            </c:ext>
          </c:extLst>
        </c:ser>
        <c:ser>
          <c:idx val="3"/>
          <c:order val="3"/>
          <c:tx>
            <c:strRef>
              <c:f>'Total energy (removing months )'!$Q$1</c:f>
              <c:strCache>
                <c:ptCount val="1"/>
                <c:pt idx="0">
                  <c:v>E_1032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'Total energy (removing months )'!$A$2:$A$13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'Total energy (removing months )'!$Q$2:$Q$13</c:f>
              <c:numCache>
                <c:formatCode>General</c:formatCode>
                <c:ptCount val="12"/>
                <c:pt idx="0">
                  <c:v>381.01312050463713</c:v>
                </c:pt>
                <c:pt idx="1">
                  <c:v>441.64840138627216</c:v>
                </c:pt>
                <c:pt idx="2">
                  <c:v>837.1310934174561</c:v>
                </c:pt>
                <c:pt idx="3">
                  <c:v>702.18063739396075</c:v>
                </c:pt>
                <c:pt idx="4">
                  <c:v>274.60049543363863</c:v>
                </c:pt>
                <c:pt idx="5">
                  <c:v>61.154501389146127</c:v>
                </c:pt>
                <c:pt idx="6">
                  <c:v>184.62053057897086</c:v>
                </c:pt>
                <c:pt idx="7">
                  <c:v>321.98559476093544</c:v>
                </c:pt>
                <c:pt idx="8">
                  <c:v>541.73507610490822</c:v>
                </c:pt>
                <c:pt idx="9">
                  <c:v>901.47801601707874</c:v>
                </c:pt>
                <c:pt idx="10">
                  <c:v>326.94113574866878</c:v>
                </c:pt>
                <c:pt idx="11">
                  <c:v>406.78946637504919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3D9-4D76-8C97-A28AB218AA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2969215"/>
        <c:axId val="701450208"/>
      </c:barChart>
      <c:dateAx>
        <c:axId val="32969215"/>
        <c:scaling>
          <c:orientation val="minMax"/>
          <c:max val="45107"/>
          <c:min val="44986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701450208"/>
        <c:crosses val="autoZero"/>
        <c:auto val="1"/>
        <c:lblOffset val="100"/>
        <c:baseTimeUnit val="months"/>
      </c:dateAx>
      <c:valAx>
        <c:axId val="70145020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Energy (kWh)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32969215"/>
        <c:crosses val="autoZero"/>
        <c:crossBetween val="between"/>
      </c:valAx>
      <c:spPr>
        <a:noFill/>
        <a:ln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0.82855522171570661"/>
          <c:y val="8.3333333333333329E-2"/>
          <c:w val="0.12578429341069211"/>
          <c:h val="0.19386628754738985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EUI!$B$15</c:f>
              <c:strCache>
                <c:ptCount val="1"/>
                <c:pt idx="0">
                  <c:v>Q_1035-01(AHU_heating)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EUI!$B$16:$B$27</c:f>
              <c:numCache>
                <c:formatCode>General</c:formatCode>
                <c:ptCount val="12"/>
                <c:pt idx="0">
                  <c:v>9.5765020874151112</c:v>
                </c:pt>
                <c:pt idx="1">
                  <c:v>11.324317984263388</c:v>
                </c:pt>
                <c:pt idx="2">
                  <c:v>21.464899831216862</c:v>
                </c:pt>
                <c:pt idx="3">
                  <c:v>18.004631728050288</c:v>
                </c:pt>
                <c:pt idx="4">
                  <c:v>6.6551454555463483</c:v>
                </c:pt>
                <c:pt idx="5">
                  <c:v>4.0060766555504279E-2</c:v>
                </c:pt>
                <c:pt idx="6">
                  <c:v>3.5892128067447895</c:v>
                </c:pt>
                <c:pt idx="7">
                  <c:v>2.7602628077780555</c:v>
                </c:pt>
                <c:pt idx="8">
                  <c:v>0.9426265519169742</c:v>
                </c:pt>
                <c:pt idx="9">
                  <c:v>0.14048488685779634</c:v>
                </c:pt>
                <c:pt idx="10">
                  <c:v>0.32028295297896231</c:v>
                </c:pt>
                <c:pt idx="11">
                  <c:v>0.24255473244854586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55D-499F-9281-B224A7A08860}"/>
            </c:ext>
          </c:extLst>
        </c:ser>
        <c:ser>
          <c:idx val="1"/>
          <c:order val="1"/>
          <c:tx>
            <c:strRef>
              <c:f>EUI!$C$15</c:f>
              <c:strCache>
                <c:ptCount val="1"/>
                <c:pt idx="0">
                  <c:v>Q_1035-01(AHU_cooling)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EUI!$C$16:$C$27</c:f>
              <c:numCache>
                <c:formatCode>General</c:formatCode>
                <c:ptCount val="12"/>
                <c:pt idx="0">
                  <c:v>0.19306510501148252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0.38589288890592055</c:v>
                </c:pt>
                <c:pt idx="5">
                  <c:v>1.5280033716277301</c:v>
                </c:pt>
                <c:pt idx="6">
                  <c:v>0.50677454651208698</c:v>
                </c:pt>
                <c:pt idx="7">
                  <c:v>2.3570184586025751</c:v>
                </c:pt>
                <c:pt idx="8">
                  <c:v>9.7244640361618568</c:v>
                </c:pt>
                <c:pt idx="9">
                  <c:v>18.283013446376863</c:v>
                </c:pt>
                <c:pt idx="10">
                  <c:v>7.7691190135886297</c:v>
                </c:pt>
                <c:pt idx="11">
                  <c:v>6.4053262019451687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55D-499F-9281-B224A7A08860}"/>
            </c:ext>
          </c:extLst>
        </c:ser>
        <c:ser>
          <c:idx val="2"/>
          <c:order val="2"/>
          <c:tx>
            <c:strRef>
              <c:f>EUI!$D$15</c:f>
              <c:strCache>
                <c:ptCount val="1"/>
                <c:pt idx="0">
                  <c:v>PH_H1035-01_amp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EUI!$D$16:$D$27</c:f>
              <c:numCache>
                <c:formatCode>General</c:formatCode>
                <c:ptCount val="12"/>
                <c:pt idx="0">
                  <c:v>9.7846110441590657</c:v>
                </c:pt>
                <c:pt idx="1">
                  <c:v>3.5989308247199419</c:v>
                </c:pt>
                <c:pt idx="2">
                  <c:v>13.69065111338023</c:v>
                </c:pt>
                <c:pt idx="3">
                  <c:v>8.8308607505780063</c:v>
                </c:pt>
                <c:pt idx="4">
                  <c:v>11.913242263892558</c:v>
                </c:pt>
                <c:pt idx="5">
                  <c:v>25.047644286175768</c:v>
                </c:pt>
                <c:pt idx="6">
                  <c:v>24.241278956995181</c:v>
                </c:pt>
                <c:pt idx="7">
                  <c:v>17.399647033339289</c:v>
                </c:pt>
                <c:pt idx="8">
                  <c:v>4.2777234354648614</c:v>
                </c:pt>
                <c:pt idx="9">
                  <c:v>2.2471634719831939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55D-499F-9281-B224A7A08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65986708677386652"/>
          <c:y val="9.4451881600475976E-2"/>
          <c:w val="0.29429215558452843"/>
          <c:h val="0.19775918488769895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EUI!$E$15</c:f>
              <c:strCache>
                <c:ptCount val="1"/>
                <c:pt idx="0">
                  <c:v>Q_1035-02(AHU_heating)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EUI!$E$16:$E$27</c:f>
              <c:numCache>
                <c:formatCode>General</c:formatCode>
                <c:ptCount val="12"/>
                <c:pt idx="0">
                  <c:v>9.0541474281015599</c:v>
                </c:pt>
                <c:pt idx="1">
                  <c:v>10.706627912394476</c:v>
                </c:pt>
                <c:pt idx="2">
                  <c:v>20.294087113150486</c:v>
                </c:pt>
                <c:pt idx="3">
                  <c:v>17.022560906520273</c:v>
                </c:pt>
                <c:pt idx="4">
                  <c:v>6.2921375216074571</c:v>
                </c:pt>
                <c:pt idx="5">
                  <c:v>3.7875633834294958E-2</c:v>
                </c:pt>
                <c:pt idx="6">
                  <c:v>3.3934375627405284</c:v>
                </c:pt>
                <c:pt idx="7">
                  <c:v>2.6097030182628891</c:v>
                </c:pt>
                <c:pt idx="8">
                  <c:v>0.89121055817604844</c:v>
                </c:pt>
                <c:pt idx="9">
                  <c:v>0.13282207484737107</c:v>
                </c:pt>
                <c:pt idx="10">
                  <c:v>0.30281297372556443</c:v>
                </c:pt>
                <c:pt idx="11">
                  <c:v>0.22932447431498881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6B-4411-983F-B4A17D0F6CAD}"/>
            </c:ext>
          </c:extLst>
        </c:ser>
        <c:ser>
          <c:idx val="1"/>
          <c:order val="1"/>
          <c:tx>
            <c:strRef>
              <c:f>EUI!$F$15</c:f>
              <c:strCache>
                <c:ptCount val="1"/>
                <c:pt idx="0">
                  <c:v>Q_1035-02(AHU_cooling)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EUI!$F$16:$F$27</c:f>
              <c:numCache>
                <c:formatCode>General</c:formatCode>
                <c:ptCount val="12"/>
                <c:pt idx="0">
                  <c:v>0.18253428110176531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0.36484418587468853</c:v>
                </c:pt>
                <c:pt idx="5">
                  <c:v>1.4446577331753085</c:v>
                </c:pt>
                <c:pt idx="6">
                  <c:v>0.47913229852051858</c:v>
                </c:pt>
                <c:pt idx="7">
                  <c:v>2.2284538154060711</c:v>
                </c:pt>
                <c:pt idx="8">
                  <c:v>9.1940387250984834</c:v>
                </c:pt>
                <c:pt idx="9">
                  <c:v>17.285758167483579</c:v>
                </c:pt>
                <c:pt idx="10">
                  <c:v>7.3453488855747047</c:v>
                </c:pt>
                <c:pt idx="11">
                  <c:v>6.0559447727481599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C6B-4411-983F-B4A17D0F6CAD}"/>
            </c:ext>
          </c:extLst>
        </c:ser>
        <c:ser>
          <c:idx val="2"/>
          <c:order val="2"/>
          <c:tx>
            <c:strRef>
              <c:f>EUI!$G$15</c:f>
              <c:strCache>
                <c:ptCount val="1"/>
                <c:pt idx="0">
                  <c:v>PH_1035-02_amp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EUI!$G$16:$G$27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1.1412124239618537</c:v>
                </c:pt>
                <c:pt idx="6">
                  <c:v>3.5668448001496116</c:v>
                </c:pt>
                <c:pt idx="7">
                  <c:v>3.7496681605588198</c:v>
                </c:pt>
                <c:pt idx="8">
                  <c:v>1.3881891996210274</c:v>
                </c:pt>
                <c:pt idx="9">
                  <c:v>1.5816191742636945</c:v>
                </c:pt>
                <c:pt idx="10">
                  <c:v>1.1465628102499263</c:v>
                </c:pt>
                <c:pt idx="11">
                  <c:v>2.2445474198691042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C6B-4411-983F-B4A17D0F6C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69355153556424742"/>
          <c:y val="7.0838911200356985E-2"/>
          <c:w val="0.2890160075329567"/>
          <c:h val="0.20720437304774655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EUI!$H$15</c:f>
              <c:strCache>
                <c:ptCount val="1"/>
                <c:pt idx="0">
                  <c:v>Q_1035-00(AHU_heating)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EUI!$H$16:$H$27</c:f>
              <c:numCache>
                <c:formatCode>General</c:formatCode>
                <c:ptCount val="12"/>
                <c:pt idx="0">
                  <c:v>5.9165715866802318</c:v>
                </c:pt>
                <c:pt idx="1">
                  <c:v>6.9964103189904439</c:v>
                </c:pt>
                <c:pt idx="2">
                  <c:v>13.261482667999323</c:v>
                </c:pt>
                <c:pt idx="3">
                  <c:v>11.123653661686509</c:v>
                </c:pt>
                <c:pt idx="4">
                  <c:v>4.1116938260009146</c:v>
                </c:pt>
                <c:pt idx="5">
                  <c:v>2.4750414188747204E-2</c:v>
                </c:pt>
                <c:pt idx="6">
                  <c:v>2.2174938528799495</c:v>
                </c:pt>
                <c:pt idx="7">
                  <c:v>1.70535048718169</c:v>
                </c:pt>
                <c:pt idx="8">
                  <c:v>0.58237521623385347</c:v>
                </c:pt>
                <c:pt idx="9">
                  <c:v>8.6794623167589041E-2</c:v>
                </c:pt>
                <c:pt idx="10">
                  <c:v>0.19787778481076482</c:v>
                </c:pt>
                <c:pt idx="11">
                  <c:v>0.14985559707712134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49-434F-880F-ACA627D2D5FB}"/>
            </c:ext>
          </c:extLst>
        </c:ser>
        <c:ser>
          <c:idx val="1"/>
          <c:order val="1"/>
          <c:tx>
            <c:strRef>
              <c:f>EUI!$I$15</c:f>
              <c:strCache>
                <c:ptCount val="1"/>
                <c:pt idx="0">
                  <c:v>Q_1035-00(AHU_cooling)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EUI!$I$16:$I$27</c:f>
              <c:numCache>
                <c:formatCode>General</c:formatCode>
                <c:ptCount val="12"/>
                <c:pt idx="0">
                  <c:v>0.1192798272546189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0.23841303235375663</c:v>
                </c:pt>
                <c:pt idx="5">
                  <c:v>0.94403376623336988</c:v>
                </c:pt>
                <c:pt idx="6">
                  <c:v>0.31309635348865555</c:v>
                </c:pt>
                <c:pt idx="7">
                  <c:v>1.456217344720798</c:v>
                </c:pt>
                <c:pt idx="8">
                  <c:v>6.007985701549508</c:v>
                </c:pt>
                <c:pt idx="9">
                  <c:v>11.295643951028886</c:v>
                </c:pt>
                <c:pt idx="10">
                  <c:v>4.7999309549300015</c:v>
                </c:pt>
                <c:pt idx="11">
                  <c:v>3.9573500495186003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49-434F-880F-ACA627D2D5FB}"/>
            </c:ext>
          </c:extLst>
        </c:ser>
        <c:ser>
          <c:idx val="2"/>
          <c:order val="2"/>
          <c:tx>
            <c:strRef>
              <c:f>EUI!$J$15</c:f>
              <c:strCache>
                <c:ptCount val="1"/>
                <c:pt idx="0">
                  <c:v>VAV_1035-00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EUI!$J$16:$J$27</c:f>
              <c:numCache>
                <c:formatCode>General</c:formatCode>
                <c:ptCount val="12"/>
                <c:pt idx="0">
                  <c:v>10.801181184041619</c:v>
                </c:pt>
                <c:pt idx="1">
                  <c:v>10.391642432389872</c:v>
                </c:pt>
                <c:pt idx="2">
                  <c:v>15.772035563015702</c:v>
                </c:pt>
                <c:pt idx="3">
                  <c:v>15.21162143416924</c:v>
                </c:pt>
                <c:pt idx="4">
                  <c:v>8.3746176794082814</c:v>
                </c:pt>
                <c:pt idx="5">
                  <c:v>7.5506684512531397</c:v>
                </c:pt>
                <c:pt idx="6">
                  <c:v>11.503690702366358</c:v>
                </c:pt>
                <c:pt idx="7">
                  <c:v>14.428653461186872</c:v>
                </c:pt>
                <c:pt idx="8">
                  <c:v>15.854788318966873</c:v>
                </c:pt>
                <c:pt idx="9">
                  <c:v>15.178252124361473</c:v>
                </c:pt>
                <c:pt idx="10">
                  <c:v>1.5336059382597211</c:v>
                </c:pt>
                <c:pt idx="11">
                  <c:v>2.3849014256260178E-2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049-434F-880F-ACA627D2D5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70284894248877294"/>
          <c:y val="8.1567116249197172E-2"/>
          <c:w val="0.28421936114732727"/>
          <c:h val="0.2185749839434810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EUI!$K$15</c:f>
              <c:strCache>
                <c:ptCount val="1"/>
                <c:pt idx="0">
                  <c:v>Q_1032(AHU_heating)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EUI!$K$16:$K$27</c:f>
              <c:numCache>
                <c:formatCode>General</c:formatCode>
                <c:ptCount val="12"/>
                <c:pt idx="0">
                  <c:v>2.9408156016471598</c:v>
                </c:pt>
                <c:pt idx="1">
                  <c:v>3.477546467608442</c:v>
                </c:pt>
                <c:pt idx="2">
                  <c:v>6.5915834127358748</c:v>
                </c:pt>
                <c:pt idx="3">
                  <c:v>5.5289813968028403</c:v>
                </c:pt>
                <c:pt idx="4">
                  <c:v>2.0437060847740769</c:v>
                </c:pt>
                <c:pt idx="5">
                  <c:v>1.2302125162713914E-2</c:v>
                </c:pt>
                <c:pt idx="6">
                  <c:v>1.1021992083704479</c:v>
                </c:pt>
                <c:pt idx="7">
                  <c:v>0.8476397598688532</c:v>
                </c:pt>
                <c:pt idx="8">
                  <c:v>0.28946799625796849</c:v>
                </c:pt>
                <c:pt idx="9">
                  <c:v>4.3141028247669723E-2</c:v>
                </c:pt>
                <c:pt idx="10">
                  <c:v>9.8354607607712877E-2</c:v>
                </c:pt>
                <c:pt idx="11">
                  <c:v>7.448531153931727E-2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387-486F-B6CA-9895B0A1B143}"/>
            </c:ext>
          </c:extLst>
        </c:ser>
        <c:ser>
          <c:idx val="1"/>
          <c:order val="1"/>
          <c:tx>
            <c:strRef>
              <c:f>EUI!$L$15</c:f>
              <c:strCache>
                <c:ptCount val="1"/>
                <c:pt idx="0">
                  <c:v>Q_1032(AHU_cooling)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EUI!$L$16:$L$27</c:f>
              <c:numCache>
                <c:formatCode>General</c:formatCode>
                <c:ptCount val="12"/>
                <c:pt idx="0">
                  <c:v>5.9287709412974947E-2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0.11850254068764488</c:v>
                </c:pt>
                <c:pt idx="5">
                  <c:v>0.46922938183843671</c:v>
                </c:pt>
                <c:pt idx="6">
                  <c:v>0.15562367963756987</c:v>
                </c:pt>
                <c:pt idx="7">
                  <c:v>0.72380881799606633</c:v>
                </c:pt>
                <c:pt idx="8">
                  <c:v>2.9862527355142716</c:v>
                </c:pt>
                <c:pt idx="9">
                  <c:v>5.6144686961314827</c:v>
                </c:pt>
                <c:pt idx="10">
                  <c:v>2.3857924529917822</c:v>
                </c:pt>
                <c:pt idx="11">
                  <c:v>1.9669899360304071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387-486F-B6CA-9895B0A1B143}"/>
            </c:ext>
          </c:extLst>
        </c:ser>
        <c:ser>
          <c:idx val="2"/>
          <c:order val="2"/>
          <c:tx>
            <c:strRef>
              <c:f>EUI!$M$15</c:f>
              <c:strCache>
                <c:ptCount val="1"/>
                <c:pt idx="0">
                  <c:v>VAV_1032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EUI!$M$16:$M$27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0.19588207718072914</c:v>
                </c:pt>
                <c:pt idx="7">
                  <c:v>0.96387106592197402</c:v>
                </c:pt>
                <c:pt idx="8">
                  <c:v>0.98990978873884794</c:v>
                </c:pt>
                <c:pt idx="9">
                  <c:v>1.4406423702435149</c:v>
                </c:pt>
                <c:pt idx="10">
                  <c:v>9.0192590964826055E-2</c:v>
                </c:pt>
                <c:pt idx="11">
                  <c:v>1.1615914168007417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387-486F-B6CA-9895B0A1B1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70371161089381418"/>
          <c:y val="7.1371226718047534E-2"/>
          <c:w val="0.26869585687382297"/>
          <c:h val="0.20328114964675653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EUI!$H$15</c:f>
              <c:strCache>
                <c:ptCount val="1"/>
                <c:pt idx="0">
                  <c:v>Q_1035-00(AHU_heating)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EUI!$H$16:$H$27</c:f>
              <c:numCache>
                <c:formatCode>General</c:formatCode>
                <c:ptCount val="12"/>
                <c:pt idx="0">
                  <c:v>5.9165715866802318</c:v>
                </c:pt>
                <c:pt idx="1">
                  <c:v>6.9964103189904439</c:v>
                </c:pt>
                <c:pt idx="2">
                  <c:v>13.261482667999323</c:v>
                </c:pt>
                <c:pt idx="3">
                  <c:v>11.123653661686509</c:v>
                </c:pt>
                <c:pt idx="4">
                  <c:v>4.1116938260009146</c:v>
                </c:pt>
                <c:pt idx="5">
                  <c:v>2.4750414188747204E-2</c:v>
                </c:pt>
                <c:pt idx="6">
                  <c:v>2.2174938528799495</c:v>
                </c:pt>
                <c:pt idx="7">
                  <c:v>1.70535048718169</c:v>
                </c:pt>
                <c:pt idx="8">
                  <c:v>0.58237521623385347</c:v>
                </c:pt>
                <c:pt idx="9">
                  <c:v>8.6794623167589041E-2</c:v>
                </c:pt>
                <c:pt idx="10">
                  <c:v>0.19787778481076482</c:v>
                </c:pt>
                <c:pt idx="11">
                  <c:v>0.14985559707712134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49-434F-880F-ACA627D2D5FB}"/>
            </c:ext>
          </c:extLst>
        </c:ser>
        <c:ser>
          <c:idx val="1"/>
          <c:order val="1"/>
          <c:tx>
            <c:strRef>
              <c:f>EUI!$I$15</c:f>
              <c:strCache>
                <c:ptCount val="1"/>
                <c:pt idx="0">
                  <c:v>Q_1035-00(AHU_cooling)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EUI!$I$16:$I$27</c:f>
              <c:numCache>
                <c:formatCode>General</c:formatCode>
                <c:ptCount val="12"/>
                <c:pt idx="0">
                  <c:v>0.1192798272546189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0.23841303235375663</c:v>
                </c:pt>
                <c:pt idx="5">
                  <c:v>0.94403376623336988</c:v>
                </c:pt>
                <c:pt idx="6">
                  <c:v>0.31309635348865555</c:v>
                </c:pt>
                <c:pt idx="7">
                  <c:v>1.456217344720798</c:v>
                </c:pt>
                <c:pt idx="8">
                  <c:v>6.007985701549508</c:v>
                </c:pt>
                <c:pt idx="9">
                  <c:v>11.295643951028886</c:v>
                </c:pt>
                <c:pt idx="10">
                  <c:v>4.7999309549300015</c:v>
                </c:pt>
                <c:pt idx="11">
                  <c:v>3.9573500495186003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49-434F-880F-ACA627D2D5FB}"/>
            </c:ext>
          </c:extLst>
        </c:ser>
        <c:ser>
          <c:idx val="2"/>
          <c:order val="2"/>
          <c:tx>
            <c:strRef>
              <c:f>EUI!$J$15</c:f>
              <c:strCache>
                <c:ptCount val="1"/>
                <c:pt idx="0">
                  <c:v>VAV_1035-00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EUI!$J$16:$J$27</c:f>
              <c:numCache>
                <c:formatCode>General</c:formatCode>
                <c:ptCount val="12"/>
                <c:pt idx="0">
                  <c:v>10.801181184041619</c:v>
                </c:pt>
                <c:pt idx="1">
                  <c:v>10.391642432389872</c:v>
                </c:pt>
                <c:pt idx="2">
                  <c:v>15.772035563015702</c:v>
                </c:pt>
                <c:pt idx="3">
                  <c:v>15.21162143416924</c:v>
                </c:pt>
                <c:pt idx="4">
                  <c:v>8.3746176794082814</c:v>
                </c:pt>
                <c:pt idx="5">
                  <c:v>7.5506684512531397</c:v>
                </c:pt>
                <c:pt idx="6">
                  <c:v>11.503690702366358</c:v>
                </c:pt>
                <c:pt idx="7">
                  <c:v>14.428653461186872</c:v>
                </c:pt>
                <c:pt idx="8">
                  <c:v>15.854788318966873</c:v>
                </c:pt>
                <c:pt idx="9">
                  <c:v>15.178252124361473</c:v>
                </c:pt>
                <c:pt idx="10">
                  <c:v>1.5336059382597211</c:v>
                </c:pt>
                <c:pt idx="11">
                  <c:v>2.3849014256260178E-2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049-434F-880F-ACA627D2D5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70284894248877294"/>
          <c:y val="8.1567116249197172E-2"/>
          <c:w val="0.28421936114732727"/>
          <c:h val="0.21857498394348104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EUI!$K$15</c:f>
              <c:strCache>
                <c:ptCount val="1"/>
                <c:pt idx="0">
                  <c:v>Q_1032(AHU_heating)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EUI!$K$16:$K$27</c:f>
              <c:numCache>
                <c:formatCode>General</c:formatCode>
                <c:ptCount val="12"/>
                <c:pt idx="0">
                  <c:v>2.9408156016471598</c:v>
                </c:pt>
                <c:pt idx="1">
                  <c:v>3.477546467608442</c:v>
                </c:pt>
                <c:pt idx="2">
                  <c:v>6.5915834127358748</c:v>
                </c:pt>
                <c:pt idx="3">
                  <c:v>5.5289813968028403</c:v>
                </c:pt>
                <c:pt idx="4">
                  <c:v>2.0437060847740769</c:v>
                </c:pt>
                <c:pt idx="5">
                  <c:v>1.2302125162713914E-2</c:v>
                </c:pt>
                <c:pt idx="6">
                  <c:v>1.1021992083704479</c:v>
                </c:pt>
                <c:pt idx="7">
                  <c:v>0.8476397598688532</c:v>
                </c:pt>
                <c:pt idx="8">
                  <c:v>0.28946799625796849</c:v>
                </c:pt>
                <c:pt idx="9">
                  <c:v>4.3141028247669723E-2</c:v>
                </c:pt>
                <c:pt idx="10">
                  <c:v>9.8354607607712877E-2</c:v>
                </c:pt>
                <c:pt idx="11">
                  <c:v>7.448531153931727E-2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387-486F-B6CA-9895B0A1B143}"/>
            </c:ext>
          </c:extLst>
        </c:ser>
        <c:ser>
          <c:idx val="1"/>
          <c:order val="1"/>
          <c:tx>
            <c:strRef>
              <c:f>EUI!$L$15</c:f>
              <c:strCache>
                <c:ptCount val="1"/>
                <c:pt idx="0">
                  <c:v>Q_1032(AHU_cooling)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EUI!$L$16:$L$27</c:f>
              <c:numCache>
                <c:formatCode>General</c:formatCode>
                <c:ptCount val="12"/>
                <c:pt idx="0">
                  <c:v>5.9287709412974947E-2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0.11850254068764488</c:v>
                </c:pt>
                <c:pt idx="5">
                  <c:v>0.46922938183843671</c:v>
                </c:pt>
                <c:pt idx="6">
                  <c:v>0.15562367963756987</c:v>
                </c:pt>
                <c:pt idx="7">
                  <c:v>0.72380881799606633</c:v>
                </c:pt>
                <c:pt idx="8">
                  <c:v>2.9862527355142716</c:v>
                </c:pt>
                <c:pt idx="9">
                  <c:v>5.6144686961314827</c:v>
                </c:pt>
                <c:pt idx="10">
                  <c:v>2.3857924529917822</c:v>
                </c:pt>
                <c:pt idx="11">
                  <c:v>1.9669899360304071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387-486F-B6CA-9895B0A1B143}"/>
            </c:ext>
          </c:extLst>
        </c:ser>
        <c:ser>
          <c:idx val="2"/>
          <c:order val="2"/>
          <c:tx>
            <c:strRef>
              <c:f>EUI!$M$15</c:f>
              <c:strCache>
                <c:ptCount val="1"/>
                <c:pt idx="0">
                  <c:v>VAV_1032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EUI!$M$16:$M$27</c:f>
              <c:numCache>
                <c:formatCode>General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0.19588207718072914</c:v>
                </c:pt>
                <c:pt idx="7">
                  <c:v>0.96387106592197402</c:v>
                </c:pt>
                <c:pt idx="8">
                  <c:v>0.98990978873884794</c:v>
                </c:pt>
                <c:pt idx="9">
                  <c:v>1.4406423702435149</c:v>
                </c:pt>
                <c:pt idx="10">
                  <c:v>9.0192590964826055E-2</c:v>
                </c:pt>
                <c:pt idx="11">
                  <c:v>1.1615914168007417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387-486F-B6CA-9895B0A1B1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70371161089381418"/>
          <c:y val="7.1371226718047534E-2"/>
          <c:w val="0.26869585687382297"/>
          <c:h val="0.20328114964675653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'EUI (removing months)'!$B$15</c:f>
              <c:strCache>
                <c:ptCount val="1"/>
                <c:pt idx="0">
                  <c:v>Q_1035-01(AHU_heating)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months)'!$B$16:$B$27</c:f>
              <c:numCache>
                <c:formatCode>General</c:formatCode>
                <c:ptCount val="12"/>
                <c:pt idx="0">
                  <c:v>9.5765020874151112</c:v>
                </c:pt>
                <c:pt idx="1">
                  <c:v>11.324317984263388</c:v>
                </c:pt>
                <c:pt idx="2">
                  <c:v>21.464899831216862</c:v>
                </c:pt>
                <c:pt idx="3">
                  <c:v>18.004631728050288</c:v>
                </c:pt>
                <c:pt idx="4">
                  <c:v>6.6551454555463483</c:v>
                </c:pt>
                <c:pt idx="5">
                  <c:v>4.0060766555504279E-2</c:v>
                </c:pt>
                <c:pt idx="6">
                  <c:v>3.5892128067447895</c:v>
                </c:pt>
                <c:pt idx="7">
                  <c:v>2.7602628077780555</c:v>
                </c:pt>
                <c:pt idx="8">
                  <c:v>0.9426265519169742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86-4093-BA81-CA5AD47883EC}"/>
            </c:ext>
          </c:extLst>
        </c:ser>
        <c:ser>
          <c:idx val="1"/>
          <c:order val="1"/>
          <c:tx>
            <c:strRef>
              <c:f>'EUI (removing months)'!$C$15</c:f>
              <c:strCache>
                <c:ptCount val="1"/>
                <c:pt idx="0">
                  <c:v>Q_1035-01(AHU_cooling)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months)'!$C$16:$C$27</c:f>
              <c:numCache>
                <c:formatCode>General</c:formatCode>
                <c:ptCount val="12"/>
                <c:pt idx="0">
                  <c:v>0.19306510501148252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0.38589288890592055</c:v>
                </c:pt>
                <c:pt idx="5">
                  <c:v>1.5280033716277301</c:v>
                </c:pt>
                <c:pt idx="6">
                  <c:v>0.50677454651208698</c:v>
                </c:pt>
                <c:pt idx="7">
                  <c:v>2.3570184586025751</c:v>
                </c:pt>
                <c:pt idx="8">
                  <c:v>9.7244640361618568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86-4093-BA81-CA5AD47883EC}"/>
            </c:ext>
          </c:extLst>
        </c:ser>
        <c:ser>
          <c:idx val="2"/>
          <c:order val="2"/>
          <c:tx>
            <c:strRef>
              <c:f>'EUI (removing months)'!$D$15</c:f>
              <c:strCache>
                <c:ptCount val="1"/>
                <c:pt idx="0">
                  <c:v>PH_H1035-01_amp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months)'!$D$16:$D$27</c:f>
              <c:numCache>
                <c:formatCode>General</c:formatCode>
                <c:ptCount val="12"/>
                <c:pt idx="0">
                  <c:v>9.7846110441590657</c:v>
                </c:pt>
                <c:pt idx="1">
                  <c:v>3.5989308247199419</c:v>
                </c:pt>
                <c:pt idx="2">
                  <c:v>13.69065111338023</c:v>
                </c:pt>
                <c:pt idx="3">
                  <c:v>8.8308607505780063</c:v>
                </c:pt>
                <c:pt idx="4">
                  <c:v>11.913242263892558</c:v>
                </c:pt>
                <c:pt idx="5">
                  <c:v>25.047644286175768</c:v>
                </c:pt>
                <c:pt idx="6">
                  <c:v>24.241278956995181</c:v>
                </c:pt>
                <c:pt idx="7">
                  <c:v>17.399647033339289</c:v>
                </c:pt>
                <c:pt idx="8">
                  <c:v>4.2777234354648614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086-4093-BA81-CA5AD47883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66906598580327403"/>
          <c:y val="6.6116317120333182E-2"/>
          <c:w val="0.29889160509923218"/>
          <c:h val="0.18359140264762752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'EUI (removing months)'!$E$15</c:f>
              <c:strCache>
                <c:ptCount val="1"/>
                <c:pt idx="0">
                  <c:v>Q_1035-02(AHU_heating)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months)'!$E$16:$E$27</c:f>
              <c:numCache>
                <c:formatCode>General</c:formatCode>
                <c:ptCount val="12"/>
                <c:pt idx="5">
                  <c:v>3.7875633834294958E-2</c:v>
                </c:pt>
                <c:pt idx="6">
                  <c:v>3.3934375627405284</c:v>
                </c:pt>
                <c:pt idx="7">
                  <c:v>2.6097030182628891</c:v>
                </c:pt>
                <c:pt idx="8">
                  <c:v>0.89121055817604844</c:v>
                </c:pt>
                <c:pt idx="9">
                  <c:v>0.13282207484737107</c:v>
                </c:pt>
                <c:pt idx="10">
                  <c:v>0.30281297372556443</c:v>
                </c:pt>
                <c:pt idx="11">
                  <c:v>0.22932447431498881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E14-4839-B71A-78E826DA894D}"/>
            </c:ext>
          </c:extLst>
        </c:ser>
        <c:ser>
          <c:idx val="1"/>
          <c:order val="1"/>
          <c:tx>
            <c:strRef>
              <c:f>'EUI (removing months)'!$F$15</c:f>
              <c:strCache>
                <c:ptCount val="1"/>
                <c:pt idx="0">
                  <c:v>Q_1035-02(AHU_cooling)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months)'!$F$16:$F$27</c:f>
              <c:numCache>
                <c:formatCode>General</c:formatCode>
                <c:ptCount val="12"/>
                <c:pt idx="5">
                  <c:v>1.4446577331753085</c:v>
                </c:pt>
                <c:pt idx="6">
                  <c:v>0.47913229852051858</c:v>
                </c:pt>
                <c:pt idx="7">
                  <c:v>2.2284538154060711</c:v>
                </c:pt>
                <c:pt idx="8">
                  <c:v>9.1940387250984834</c:v>
                </c:pt>
                <c:pt idx="9">
                  <c:v>17.285758167483579</c:v>
                </c:pt>
                <c:pt idx="10">
                  <c:v>7.3453488855747047</c:v>
                </c:pt>
                <c:pt idx="11">
                  <c:v>6.0559447727481599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E14-4839-B71A-78E826DA894D}"/>
            </c:ext>
          </c:extLst>
        </c:ser>
        <c:ser>
          <c:idx val="2"/>
          <c:order val="2"/>
          <c:tx>
            <c:strRef>
              <c:f>'EUI (removing months)'!$G$15</c:f>
              <c:strCache>
                <c:ptCount val="1"/>
                <c:pt idx="0">
                  <c:v>PH_1035-02_amp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'EUI (removing months)'!$A$16:$A$27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'EUI (removing months)'!$G$16:$G$27</c:f>
              <c:numCache>
                <c:formatCode>General</c:formatCode>
                <c:ptCount val="12"/>
                <c:pt idx="5">
                  <c:v>1.1412124239618537</c:v>
                </c:pt>
                <c:pt idx="6">
                  <c:v>3.5668448001496116</c:v>
                </c:pt>
                <c:pt idx="7">
                  <c:v>3.7496681605588198</c:v>
                </c:pt>
                <c:pt idx="8">
                  <c:v>1.3881891996210274</c:v>
                </c:pt>
                <c:pt idx="9">
                  <c:v>1.5816191742636945</c:v>
                </c:pt>
                <c:pt idx="10">
                  <c:v>1.1465628102499263</c:v>
                </c:pt>
                <c:pt idx="11">
                  <c:v>2.2445474198691042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E14-4839-B71A-78E826DA89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96855648"/>
        <c:axId val="1856510960"/>
      </c:barChart>
      <c:dateAx>
        <c:axId val="1796855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56510960"/>
        <c:crosses val="autoZero"/>
        <c:auto val="1"/>
        <c:lblOffset val="100"/>
        <c:baseTimeUnit val="months"/>
      </c:dateAx>
      <c:valAx>
        <c:axId val="1856510960"/>
        <c:scaling>
          <c:orientation val="minMax"/>
          <c:max val="4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/month)</a:t>
                </a:r>
                <a:endParaRPr lang="en-PK" sz="1000" b="0" i="0" u="none" strike="noStrike" kern="1200" baseline="0" dirty="0">
                  <a:solidFill>
                    <a:prstClr val="black">
                      <a:lumMod val="65000"/>
                      <a:lumOff val="35000"/>
                    </a:prstClr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96855648"/>
        <c:crosses val="autoZero"/>
        <c:crossBetween val="between"/>
      </c:valAx>
      <c:spPr>
        <a:noFill/>
        <a:ln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71129599449514691"/>
          <c:y val="6.6116317120333182E-2"/>
          <c:w val="0.26962516297262062"/>
          <c:h val="0.15997843224750852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EUI!$N$15</c:f>
              <c:strCache>
                <c:ptCount val="1"/>
                <c:pt idx="0">
                  <c:v>E_1035-01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EUI!$N$16:$N$27</c:f>
              <c:numCache>
                <c:formatCode>General</c:formatCode>
                <c:ptCount val="12"/>
                <c:pt idx="0">
                  <c:v>19.55417823658566</c:v>
                </c:pt>
                <c:pt idx="1">
                  <c:v>14.923248808983329</c:v>
                </c:pt>
                <c:pt idx="2">
                  <c:v>35.155550944597096</c:v>
                </c:pt>
                <c:pt idx="3">
                  <c:v>26.835492478628296</c:v>
                </c:pt>
                <c:pt idx="4">
                  <c:v>18.954280608344828</c:v>
                </c:pt>
                <c:pt idx="5">
                  <c:v>26.615708424359003</c:v>
                </c:pt>
                <c:pt idx="6">
                  <c:v>28.337266310252058</c:v>
                </c:pt>
                <c:pt idx="7">
                  <c:v>22.516928299719918</c:v>
                </c:pt>
                <c:pt idx="8">
                  <c:v>14.944814023543692</c:v>
                </c:pt>
                <c:pt idx="9">
                  <c:v>20.670661805217851</c:v>
                </c:pt>
                <c:pt idx="10">
                  <c:v>8.0894019665675927</c:v>
                </c:pt>
                <c:pt idx="11">
                  <c:v>6.6478809343937142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D80-4C28-8926-F9CB0D568834}"/>
            </c:ext>
          </c:extLst>
        </c:ser>
        <c:ser>
          <c:idx val="1"/>
          <c:order val="1"/>
          <c:tx>
            <c:strRef>
              <c:f>EUI!$O$15</c:f>
              <c:strCache>
                <c:ptCount val="1"/>
                <c:pt idx="0">
                  <c:v>E_1035-02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EUI!$O$16:$O$27</c:f>
              <c:numCache>
                <c:formatCode>General</c:formatCode>
                <c:ptCount val="12"/>
                <c:pt idx="0">
                  <c:v>9.2366817092033244</c:v>
                </c:pt>
                <c:pt idx="1">
                  <c:v>10.706627912394476</c:v>
                </c:pt>
                <c:pt idx="2">
                  <c:v>20.294087113150486</c:v>
                </c:pt>
                <c:pt idx="3">
                  <c:v>17.022560906520273</c:v>
                </c:pt>
                <c:pt idx="4">
                  <c:v>6.6569817074821458</c:v>
                </c:pt>
                <c:pt idx="5">
                  <c:v>2.6237457909714572</c:v>
                </c:pt>
                <c:pt idx="6">
                  <c:v>7.4394146614106589</c:v>
                </c:pt>
                <c:pt idx="7">
                  <c:v>8.5878249942277805</c:v>
                </c:pt>
                <c:pt idx="8">
                  <c:v>11.47343848289556</c:v>
                </c:pt>
                <c:pt idx="9">
                  <c:v>19.000199416594644</c:v>
                </c:pt>
                <c:pt idx="10">
                  <c:v>8.7947246695501953</c:v>
                </c:pt>
                <c:pt idx="11">
                  <c:v>8.5298166669322537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D80-4C28-8926-F9CB0D568834}"/>
            </c:ext>
          </c:extLst>
        </c:ser>
        <c:ser>
          <c:idx val="2"/>
          <c:order val="2"/>
          <c:tx>
            <c:strRef>
              <c:f>EUI!$P$15</c:f>
              <c:strCache>
                <c:ptCount val="1"/>
                <c:pt idx="0">
                  <c:v>E_1035-00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EUI!$P$16:$P$27</c:f>
              <c:numCache>
                <c:formatCode>General</c:formatCode>
                <c:ptCount val="12"/>
                <c:pt idx="0">
                  <c:v>16.837032597976471</c:v>
                </c:pt>
                <c:pt idx="1">
                  <c:v>17.388052751380314</c:v>
                </c:pt>
                <c:pt idx="2">
                  <c:v>29.033518231015023</c:v>
                </c:pt>
                <c:pt idx="3">
                  <c:v>26.335275095855749</c:v>
                </c:pt>
                <c:pt idx="4">
                  <c:v>12.724724537762953</c:v>
                </c:pt>
                <c:pt idx="5">
                  <c:v>8.5194526316752572</c:v>
                </c:pt>
                <c:pt idx="6">
                  <c:v>14.034280908734964</c:v>
                </c:pt>
                <c:pt idx="7">
                  <c:v>17.59022129308936</c:v>
                </c:pt>
                <c:pt idx="8">
                  <c:v>22.445149236750236</c:v>
                </c:pt>
                <c:pt idx="9">
                  <c:v>26.560690698557949</c:v>
                </c:pt>
                <c:pt idx="10">
                  <c:v>6.5314146780004876</c:v>
                </c:pt>
                <c:pt idx="11">
                  <c:v>4.1310546608519818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D80-4C28-8926-F9CB0D568834}"/>
            </c:ext>
          </c:extLst>
        </c:ser>
        <c:ser>
          <c:idx val="3"/>
          <c:order val="3"/>
          <c:tx>
            <c:strRef>
              <c:f>EUI!$Q$15</c:f>
              <c:strCache>
                <c:ptCount val="1"/>
                <c:pt idx="0">
                  <c:v>E_1032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EUI!$Q$16:$Q$27</c:f>
              <c:numCache>
                <c:formatCode>General</c:formatCode>
                <c:ptCount val="12"/>
                <c:pt idx="0">
                  <c:v>3.0001033110601347</c:v>
                </c:pt>
                <c:pt idx="1">
                  <c:v>3.477546467608442</c:v>
                </c:pt>
                <c:pt idx="2">
                  <c:v>6.5915834127358748</c:v>
                </c:pt>
                <c:pt idx="3">
                  <c:v>5.5289813968028403</c:v>
                </c:pt>
                <c:pt idx="4">
                  <c:v>2.1622086254617217</c:v>
                </c:pt>
                <c:pt idx="5">
                  <c:v>0.4815315070011506</c:v>
                </c:pt>
                <c:pt idx="6">
                  <c:v>1.4537049651887468</c:v>
                </c:pt>
                <c:pt idx="7">
                  <c:v>2.5353196437868935</c:v>
                </c:pt>
                <c:pt idx="8">
                  <c:v>4.2656305205110883</c:v>
                </c:pt>
                <c:pt idx="9">
                  <c:v>7.0982520946226675</c:v>
                </c:pt>
                <c:pt idx="10">
                  <c:v>2.5743396515643213</c:v>
                </c:pt>
                <c:pt idx="11">
                  <c:v>3.2030666643704659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D80-4C28-8926-F9CB0D5688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2969215"/>
        <c:axId val="701450208"/>
      </c:barChart>
      <c:dateAx>
        <c:axId val="32969215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701450208"/>
        <c:crosses val="autoZero"/>
        <c:auto val="1"/>
        <c:lblOffset val="100"/>
        <c:baseTimeUnit val="months"/>
      </c:dateAx>
      <c:valAx>
        <c:axId val="70145020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32969215"/>
        <c:crosses val="autoZero"/>
        <c:crossBetween val="between"/>
      </c:valAx>
      <c:spPr>
        <a:noFill/>
        <a:ln>
          <a:solidFill>
            <a:schemeClr val="tx1"/>
          </a:solidFill>
        </a:ln>
        <a:effectLst/>
      </c:spPr>
    </c:plotArea>
    <c:legend>
      <c:legendPos val="b"/>
      <c:layout>
        <c:manualLayout>
          <c:xMode val="edge"/>
          <c:yMode val="edge"/>
          <c:x val="0.84499564329066768"/>
          <c:y val="7.1359218334356461E-2"/>
          <c:w val="0.14186977946036899"/>
          <c:h val="0.2399769797421731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EUI!$N$15</c:f>
              <c:strCache>
                <c:ptCount val="1"/>
                <c:pt idx="0">
                  <c:v>E_1035-01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EUI!$N$16:$N$27</c:f>
              <c:numCache>
                <c:formatCode>General</c:formatCode>
                <c:ptCount val="12"/>
                <c:pt idx="0">
                  <c:v>19.55417823658566</c:v>
                </c:pt>
                <c:pt idx="1">
                  <c:v>14.923248808983329</c:v>
                </c:pt>
                <c:pt idx="2">
                  <c:v>35.155550944597096</c:v>
                </c:pt>
                <c:pt idx="3">
                  <c:v>26.835492478628296</c:v>
                </c:pt>
                <c:pt idx="4">
                  <c:v>18.954280608344828</c:v>
                </c:pt>
                <c:pt idx="5">
                  <c:v>26.615708424359003</c:v>
                </c:pt>
                <c:pt idx="6">
                  <c:v>28.337266310252058</c:v>
                </c:pt>
                <c:pt idx="7">
                  <c:v>22.516928299719918</c:v>
                </c:pt>
                <c:pt idx="8">
                  <c:v>14.944814023543692</c:v>
                </c:pt>
                <c:pt idx="9">
                  <c:v>20.670661805217851</c:v>
                </c:pt>
                <c:pt idx="10">
                  <c:v>8.0894019665675927</c:v>
                </c:pt>
                <c:pt idx="11">
                  <c:v>6.6478809343937142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D80-4C28-8926-F9CB0D568834}"/>
            </c:ext>
          </c:extLst>
        </c:ser>
        <c:ser>
          <c:idx val="1"/>
          <c:order val="1"/>
          <c:tx>
            <c:strRef>
              <c:f>EUI!$O$15</c:f>
              <c:strCache>
                <c:ptCount val="1"/>
                <c:pt idx="0">
                  <c:v>E_1035-02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EUI!$O$16:$O$27</c:f>
              <c:numCache>
                <c:formatCode>General</c:formatCode>
                <c:ptCount val="12"/>
                <c:pt idx="0">
                  <c:v>9.2366817092033244</c:v>
                </c:pt>
                <c:pt idx="1">
                  <c:v>10.706627912394476</c:v>
                </c:pt>
                <c:pt idx="2">
                  <c:v>20.294087113150486</c:v>
                </c:pt>
                <c:pt idx="3">
                  <c:v>17.022560906520273</c:v>
                </c:pt>
                <c:pt idx="4">
                  <c:v>6.6569817074821458</c:v>
                </c:pt>
                <c:pt idx="5">
                  <c:v>2.6237457909714572</c:v>
                </c:pt>
                <c:pt idx="6">
                  <c:v>7.4394146614106589</c:v>
                </c:pt>
                <c:pt idx="7">
                  <c:v>8.5878249942277805</c:v>
                </c:pt>
                <c:pt idx="8">
                  <c:v>11.47343848289556</c:v>
                </c:pt>
                <c:pt idx="9">
                  <c:v>19.000199416594644</c:v>
                </c:pt>
                <c:pt idx="10">
                  <c:v>8.7947246695501953</c:v>
                </c:pt>
                <c:pt idx="11">
                  <c:v>8.5298166669322537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D80-4C28-8926-F9CB0D568834}"/>
            </c:ext>
          </c:extLst>
        </c:ser>
        <c:ser>
          <c:idx val="2"/>
          <c:order val="2"/>
          <c:tx>
            <c:strRef>
              <c:f>EUI!$P$15</c:f>
              <c:strCache>
                <c:ptCount val="1"/>
                <c:pt idx="0">
                  <c:v>E_1035-00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EUI!$P$16:$P$27</c:f>
              <c:numCache>
                <c:formatCode>General</c:formatCode>
                <c:ptCount val="12"/>
                <c:pt idx="0">
                  <c:v>16.837032597976471</c:v>
                </c:pt>
                <c:pt idx="1">
                  <c:v>17.388052751380314</c:v>
                </c:pt>
                <c:pt idx="2">
                  <c:v>29.033518231015023</c:v>
                </c:pt>
                <c:pt idx="3">
                  <c:v>26.335275095855749</c:v>
                </c:pt>
                <c:pt idx="4">
                  <c:v>12.724724537762953</c:v>
                </c:pt>
                <c:pt idx="5">
                  <c:v>8.5194526316752572</c:v>
                </c:pt>
                <c:pt idx="6">
                  <c:v>14.034280908734964</c:v>
                </c:pt>
                <c:pt idx="7">
                  <c:v>17.59022129308936</c:v>
                </c:pt>
                <c:pt idx="8">
                  <c:v>22.445149236750236</c:v>
                </c:pt>
                <c:pt idx="9">
                  <c:v>26.560690698557949</c:v>
                </c:pt>
                <c:pt idx="10">
                  <c:v>6.5314146780004876</c:v>
                </c:pt>
                <c:pt idx="11">
                  <c:v>4.1310546608519818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D80-4C28-8926-F9CB0D568834}"/>
            </c:ext>
          </c:extLst>
        </c:ser>
        <c:ser>
          <c:idx val="3"/>
          <c:order val="3"/>
          <c:tx>
            <c:strRef>
              <c:f>EUI!$Q$15</c:f>
              <c:strCache>
                <c:ptCount val="1"/>
                <c:pt idx="0">
                  <c:v>E_1032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EUI!$A$16:$A$27</c:f>
              <c:numCache>
                <c:formatCode>yyyy\-mm\-dd\ hh:mm:ss</c:formatCode>
                <c:ptCount val="12"/>
                <c:pt idx="0">
                  <c:v>44865</c:v>
                </c:pt>
                <c:pt idx="1">
                  <c:v>44895</c:v>
                </c:pt>
                <c:pt idx="2">
                  <c:v>44926</c:v>
                </c:pt>
                <c:pt idx="3">
                  <c:v>44957</c:v>
                </c:pt>
                <c:pt idx="4">
                  <c:v>44985</c:v>
                </c:pt>
                <c:pt idx="5">
                  <c:v>45016</c:v>
                </c:pt>
                <c:pt idx="6">
                  <c:v>45046</c:v>
                </c:pt>
                <c:pt idx="7">
                  <c:v>45077</c:v>
                </c:pt>
                <c:pt idx="8">
                  <c:v>45107</c:v>
                </c:pt>
                <c:pt idx="9">
                  <c:v>45138</c:v>
                </c:pt>
                <c:pt idx="10">
                  <c:v>45169</c:v>
                </c:pt>
                <c:pt idx="11">
                  <c:v>45199</c:v>
                </c:pt>
              </c:numCache>
            </c:numRef>
          </c:cat>
          <c:val>
            <c:numRef>
              <c:f>EUI!$Q$16:$Q$27</c:f>
              <c:numCache>
                <c:formatCode>General</c:formatCode>
                <c:ptCount val="12"/>
                <c:pt idx="0">
                  <c:v>3.0001033110601347</c:v>
                </c:pt>
                <c:pt idx="1">
                  <c:v>3.477546467608442</c:v>
                </c:pt>
                <c:pt idx="2">
                  <c:v>6.5915834127358748</c:v>
                </c:pt>
                <c:pt idx="3">
                  <c:v>5.5289813968028403</c:v>
                </c:pt>
                <c:pt idx="4">
                  <c:v>2.1622086254617217</c:v>
                </c:pt>
                <c:pt idx="5">
                  <c:v>0.4815315070011506</c:v>
                </c:pt>
                <c:pt idx="6">
                  <c:v>1.4537049651887468</c:v>
                </c:pt>
                <c:pt idx="7">
                  <c:v>2.5353196437868935</c:v>
                </c:pt>
                <c:pt idx="8">
                  <c:v>4.2656305205110883</c:v>
                </c:pt>
                <c:pt idx="9">
                  <c:v>7.0982520946226675</c:v>
                </c:pt>
                <c:pt idx="10">
                  <c:v>2.5743396515643213</c:v>
                </c:pt>
                <c:pt idx="11">
                  <c:v>3.2030666643704659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D80-4C28-8926-F9CB0D5688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2969215"/>
        <c:axId val="701450208"/>
      </c:barChart>
      <c:dateAx>
        <c:axId val="32969215"/>
        <c:scaling>
          <c:orientation val="minMax"/>
          <c:max val="45107"/>
          <c:min val="44986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 dirty="0">
                    <a:solidFill>
                      <a:schemeClr val="tx1"/>
                    </a:solidFill>
                  </a:rPr>
                  <a:t>Month</a:t>
                </a:r>
                <a:endParaRPr lang="en-PK" b="1" dirty="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[$-409]mmm/yy;@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701450208"/>
        <c:crosses val="autoZero"/>
        <c:auto val="1"/>
        <c:lblOffset val="100"/>
        <c:baseTimeUnit val="months"/>
      </c:dateAx>
      <c:valAx>
        <c:axId val="70145020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EUI (kWh. m</a:t>
                </a:r>
                <a:r>
                  <a:rPr lang="en-US" sz="1000" b="1" i="0" u="none" strike="noStrike" kern="1200" baseline="30000" dirty="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000" b="1" i="0" u="none" strike="noStrike" kern="1200" baseline="0" dirty="0">
                    <a:solidFill>
                      <a:sysClr val="windowText" lastClr="000000"/>
                    </a:solidFill>
                  </a:rPr>
                  <a:t>/month</a:t>
                </a:r>
                <a:r>
                  <a:rPr lang="en-US" sz="1000" b="1" i="0" u="none" strike="noStrike" kern="1200" baseline="0" dirty="0">
                    <a:solidFill>
                      <a:schemeClr val="tx1"/>
                    </a:solidFill>
                  </a:rPr>
                  <a:t>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32969215"/>
        <c:crosses val="autoZero"/>
        <c:crossBetween val="between"/>
      </c:valAx>
      <c:spPr>
        <a:noFill/>
        <a:ln>
          <a:solidFill>
            <a:schemeClr val="tx1"/>
          </a:solidFill>
        </a:ln>
        <a:effectLst/>
      </c:spPr>
    </c:plotArea>
    <c:legend>
      <c:legendPos val="b"/>
      <c:layout>
        <c:manualLayout>
          <c:xMode val="edge"/>
          <c:yMode val="edge"/>
          <c:x val="0.84499564329066768"/>
          <c:y val="7.1359218334356461E-2"/>
          <c:w val="0.14186977946036899"/>
          <c:h val="0.2399769797421731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PK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38238125763125763"/>
                  <c:y val="-0.4961812735926473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0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Sheet2!$F$2:$F$9</c:f>
              <c:numCache>
                <c:formatCode>General</c:formatCode>
                <c:ptCount val="8"/>
                <c:pt idx="0">
                  <c:v>7.2079301075268809</c:v>
                </c:pt>
                <c:pt idx="1">
                  <c:v>13.241250000000001</c:v>
                </c:pt>
                <c:pt idx="2">
                  <c:v>19.254569892473118</c:v>
                </c:pt>
                <c:pt idx="3">
                  <c:v>21.926747311827956</c:v>
                </c:pt>
                <c:pt idx="4">
                  <c:v>23.917261904761904</c:v>
                </c:pt>
                <c:pt idx="5">
                  <c:v>18.004032258064516</c:v>
                </c:pt>
                <c:pt idx="6">
                  <c:v>9.9401388888888906</c:v>
                </c:pt>
                <c:pt idx="7">
                  <c:v>4.222043010752687</c:v>
                </c:pt>
              </c:numCache>
            </c:numRef>
          </c:xVal>
          <c:yVal>
            <c:numRef>
              <c:f>Sheet2!$H$2:$H$9</c:f>
              <c:numCache>
                <c:formatCode>General</c:formatCode>
                <c:ptCount val="8"/>
                <c:pt idx="0">
                  <c:v>6.6281222883227651</c:v>
                </c:pt>
                <c:pt idx="1">
                  <c:v>5.3014187469926899</c:v>
                </c:pt>
                <c:pt idx="2">
                  <c:v>11.909357641023467</c:v>
                </c:pt>
                <c:pt idx="3">
                  <c:v>9.2624922085516328</c:v>
                </c:pt>
                <c:pt idx="4">
                  <c:v>7.0551675180613609</c:v>
                </c:pt>
                <c:pt idx="5">
                  <c:v>8.9461333688786144</c:v>
                </c:pt>
                <c:pt idx="6">
                  <c:v>9.8504727090954436</c:v>
                </c:pt>
                <c:pt idx="7">
                  <c:v>7.7891677374109962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7B15-419F-963F-74A7029CD1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25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HDD/Day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Sheet2!$H$24</c:f>
              <c:strCache>
                <c:ptCount val="1"/>
                <c:pt idx="0">
                  <c:v>Energy/Day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36299786324786326"/>
                  <c:y val="-0.5447066305596586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0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Sheet2!$F$25:$F$32</c:f>
              <c:numCache>
                <c:formatCode>General</c:formatCode>
                <c:ptCount val="8"/>
                <c:pt idx="0">
                  <c:v>7.2079301075268809</c:v>
                </c:pt>
                <c:pt idx="1">
                  <c:v>13.241250000000001</c:v>
                </c:pt>
                <c:pt idx="2">
                  <c:v>19.254569892473118</c:v>
                </c:pt>
                <c:pt idx="3">
                  <c:v>21.926747311827956</c:v>
                </c:pt>
                <c:pt idx="4">
                  <c:v>23.917261904761904</c:v>
                </c:pt>
                <c:pt idx="5">
                  <c:v>18.004032258064516</c:v>
                </c:pt>
                <c:pt idx="6">
                  <c:v>9.9401388888888906</c:v>
                </c:pt>
                <c:pt idx="7">
                  <c:v>4.222043010752687</c:v>
                </c:pt>
              </c:numCache>
            </c:numRef>
          </c:xVal>
          <c:yVal>
            <c:numRef>
              <c:f>Sheet2!$H$25:$H$32</c:f>
              <c:numCache>
                <c:formatCode>General</c:formatCode>
                <c:ptCount val="8"/>
                <c:pt idx="0">
                  <c:v>3.3455430993145616</c:v>
                </c:pt>
                <c:pt idx="1">
                  <c:v>4.0537893944231103</c:v>
                </c:pt>
                <c:pt idx="2">
                  <c:v>7.3163650094378454</c:v>
                </c:pt>
                <c:pt idx="3">
                  <c:v>6.2998808599706226</c:v>
                </c:pt>
                <c:pt idx="4">
                  <c:v>2.6302489629012675</c:v>
                </c:pt>
                <c:pt idx="5">
                  <c:v>0.95245680150240808</c:v>
                </c:pt>
                <c:pt idx="6">
                  <c:v>2.7599469523732671</c:v>
                </c:pt>
                <c:pt idx="7">
                  <c:v>3.2840481529482033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959-4FF8-A98E-212D91CDB1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HDD/Day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Sheet2!$H$45</c:f>
              <c:strCache>
                <c:ptCount val="1"/>
                <c:pt idx="0">
                  <c:v>Energy/Day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38853323567112252"/>
                  <c:y val="-0.12750418988570206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0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Sheet2!$F$46:$F$53</c:f>
              <c:numCache>
                <c:formatCode>General</c:formatCode>
                <c:ptCount val="8"/>
                <c:pt idx="0">
                  <c:v>7.2079301075268809</c:v>
                </c:pt>
                <c:pt idx="1">
                  <c:v>13.241250000000001</c:v>
                </c:pt>
                <c:pt idx="2">
                  <c:v>19.254569892473118</c:v>
                </c:pt>
                <c:pt idx="3">
                  <c:v>21.926747311827956</c:v>
                </c:pt>
                <c:pt idx="4">
                  <c:v>23.917261904761904</c:v>
                </c:pt>
                <c:pt idx="5">
                  <c:v>18.004032258064516</c:v>
                </c:pt>
                <c:pt idx="6">
                  <c:v>9.9401388888888906</c:v>
                </c:pt>
                <c:pt idx="7">
                  <c:v>4.222043010752687</c:v>
                </c:pt>
              </c:numCache>
            </c:numRef>
          </c:xVal>
          <c:yVal>
            <c:numRef>
              <c:f>Sheet2!$H$46:$H$53</c:f>
              <c:numCache>
                <c:formatCode>General</c:formatCode>
                <c:ptCount val="8"/>
                <c:pt idx="0">
                  <c:v>27.632101871946961</c:v>
                </c:pt>
                <c:pt idx="1">
                  <c:v>29.653966277792286</c:v>
                </c:pt>
                <c:pt idx="2">
                  <c:v>47.642249735806843</c:v>
                </c:pt>
                <c:pt idx="3">
                  <c:v>43.679864593639195</c:v>
                </c:pt>
                <c:pt idx="4">
                  <c:v>22.994968060493736</c:v>
                </c:pt>
                <c:pt idx="5">
                  <c:v>13.929440592429371</c:v>
                </c:pt>
                <c:pt idx="6">
                  <c:v>23.705034027661373</c:v>
                </c:pt>
                <c:pt idx="7">
                  <c:v>29.360342320289483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E27-46E7-899E-98ED9D4A40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HDD/Day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Sheet2!$H$64</c:f>
              <c:strCache>
                <c:ptCount val="1"/>
                <c:pt idx="0">
                  <c:v>Energy/Day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38238125763125763"/>
                  <c:y val="-0.40203922534055475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0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Sheet2!$F$65:$F$72</c:f>
              <c:numCache>
                <c:formatCode>General</c:formatCode>
                <c:ptCount val="8"/>
                <c:pt idx="0">
                  <c:v>7.2079301075268809</c:v>
                </c:pt>
                <c:pt idx="1">
                  <c:v>13.241250000000001</c:v>
                </c:pt>
                <c:pt idx="2">
                  <c:v>19.254569892473118</c:v>
                </c:pt>
                <c:pt idx="3">
                  <c:v>21.926747311827956</c:v>
                </c:pt>
                <c:pt idx="4">
                  <c:v>23.917261904761904</c:v>
                </c:pt>
                <c:pt idx="5">
                  <c:v>18.004032258064516</c:v>
                </c:pt>
                <c:pt idx="6">
                  <c:v>9.9401388888888906</c:v>
                </c:pt>
                <c:pt idx="7">
                  <c:v>4.222043010752687</c:v>
                </c:pt>
              </c:numCache>
            </c:numRef>
          </c:xVal>
          <c:yVal>
            <c:numRef>
              <c:f>Sheet2!$H$65:$H$72</c:f>
              <c:numCache>
                <c:formatCode>General</c:formatCode>
                <c:ptCount val="8"/>
                <c:pt idx="0">
                  <c:v>12.545786622429601</c:v>
                </c:pt>
                <c:pt idx="1">
                  <c:v>15.201710229086666</c:v>
                </c:pt>
                <c:pt idx="2">
                  <c:v>27.436368785391913</c:v>
                </c:pt>
                <c:pt idx="3">
                  <c:v>23.624553224889834</c:v>
                </c:pt>
                <c:pt idx="4">
                  <c:v>9.8634336108797527</c:v>
                </c:pt>
                <c:pt idx="5">
                  <c:v>2.0364476442349564</c:v>
                </c:pt>
                <c:pt idx="6">
                  <c:v>6.2548441417459264</c:v>
                </c:pt>
                <c:pt idx="7">
                  <c:v>11.268262598254417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6498-4DD5-ACFA-7BDA2C3532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HDD/Day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31823778998779001"/>
                  <c:y val="-0.54005703266043004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Sheet2!$G$10:$G$13</c:f>
              <c:numCache>
                <c:formatCode>General</c:formatCode>
                <c:ptCount val="4"/>
                <c:pt idx="0">
                  <c:v>0.51222222222222236</c:v>
                </c:pt>
                <c:pt idx="1">
                  <c:v>1.2504032258064521</c:v>
                </c:pt>
                <c:pt idx="2">
                  <c:v>2.7956989247311728E-2</c:v>
                </c:pt>
                <c:pt idx="3">
                  <c:v>0.56416666666666671</c:v>
                </c:pt>
              </c:numCache>
            </c:numRef>
          </c:xVal>
          <c:yVal>
            <c:numRef>
              <c:f>Sheet2!$H$10:$H$13</c:f>
              <c:numCache>
                <c:formatCode>General</c:formatCode>
                <c:ptCount val="4"/>
                <c:pt idx="0">
                  <c:v>5.4356849815856796</c:v>
                </c:pt>
                <c:pt idx="1">
                  <c:v>7.0895486432348935</c:v>
                </c:pt>
                <c:pt idx="2">
                  <c:v>2.7688686795676114</c:v>
                </c:pt>
                <c:pt idx="3">
                  <c:v>2.3320540365427225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2B93-4CB2-92BC-A4B52334E16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1.4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CDD/Day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  <c:majorUnit val="0.2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29840720390720393"/>
                  <c:y val="-0.54870630231413098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Sheet2!$G$33:$G$36</c:f>
              <c:numCache>
                <c:formatCode>General</c:formatCode>
                <c:ptCount val="4"/>
                <c:pt idx="0">
                  <c:v>0.51222222222222236</c:v>
                </c:pt>
                <c:pt idx="1">
                  <c:v>1.2504032258064521</c:v>
                </c:pt>
                <c:pt idx="2">
                  <c:v>2.7956989247311728E-2</c:v>
                </c:pt>
                <c:pt idx="3">
                  <c:v>0.56416666666666671</c:v>
                </c:pt>
              </c:numCache>
            </c:numRef>
          </c:xVal>
          <c:yVal>
            <c:numRef>
              <c:f>Sheet2!$H$33:$H$36</c:f>
              <c:numCache>
                <c:formatCode>General</c:formatCode>
                <c:ptCount val="4"/>
                <c:pt idx="0">
                  <c:v>4.465120234657884</c:v>
                </c:pt>
                <c:pt idx="1">
                  <c:v>6.9002801027427356</c:v>
                </c:pt>
                <c:pt idx="2">
                  <c:v>3.1780658534527118</c:v>
                </c:pt>
                <c:pt idx="3">
                  <c:v>3.165643830125787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884-48AD-A71D-D66733EE45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1.4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CDD/Day</a:t>
                </a:r>
              </a:p>
            </c:rich>
          </c:tx>
          <c:layout>
            <c:manualLayout>
              <c:xMode val="edge"/>
              <c:yMode val="edge"/>
              <c:x val="0.50295713035870515"/>
              <c:y val="0.87868037328667248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  <c:majorUnit val="0.2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27297619047619048"/>
                  <c:y val="-2.9366896438536023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Sheet2!$G$54:$G$57</c:f>
              <c:numCache>
                <c:formatCode>General</c:formatCode>
                <c:ptCount val="4"/>
                <c:pt idx="0">
                  <c:v>0.51222222222222236</c:v>
                </c:pt>
                <c:pt idx="1">
                  <c:v>1.2504032258064521</c:v>
                </c:pt>
                <c:pt idx="2">
                  <c:v>2.7956989247311728E-2</c:v>
                </c:pt>
                <c:pt idx="3">
                  <c:v>0.56416666666666671</c:v>
                </c:pt>
              </c:numCache>
            </c:numRef>
          </c:xVal>
          <c:yVal>
            <c:numRef>
              <c:f>Sheet2!$H$54:$H$57</c:f>
              <c:numCache>
                <c:formatCode>General</c:formatCode>
                <c:ptCount val="4"/>
                <c:pt idx="0">
                  <c:v>38.5471162421345</c:v>
                </c:pt>
                <c:pt idx="1">
                  <c:v>43.732846960491095</c:v>
                </c:pt>
                <c:pt idx="2">
                  <c:v>10.804899583287217</c:v>
                </c:pt>
                <c:pt idx="3">
                  <c:v>7.0363079502928736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16C-40E6-B36B-4E23DFBC88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1.4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CDD/Day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  <c:majorUnit val="0.2"/>
      </c:valAx>
      <c:valAx>
        <c:axId val="1887077487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-0.28848290598290599"/>
                  <c:y val="-0.245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ysClr val="windowText" lastClr="00000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PK"/>
                </a:p>
              </c:txPr>
            </c:trendlineLbl>
          </c:trendline>
          <c:xVal>
            <c:numRef>
              <c:f>Sheet2!$G$73:$G$76</c:f>
              <c:numCache>
                <c:formatCode>General</c:formatCode>
                <c:ptCount val="4"/>
                <c:pt idx="0">
                  <c:v>0.51222222222222236</c:v>
                </c:pt>
                <c:pt idx="1">
                  <c:v>1.2504032258064521</c:v>
                </c:pt>
                <c:pt idx="2">
                  <c:v>2.7956989247311728E-2</c:v>
                </c:pt>
                <c:pt idx="3">
                  <c:v>0.56416666666666671</c:v>
                </c:pt>
              </c:numCache>
            </c:numRef>
          </c:xVal>
          <c:yVal>
            <c:numRef>
              <c:f>Sheet2!$H$73:$H$76</c:f>
              <c:numCache>
                <c:formatCode>General</c:formatCode>
                <c:ptCount val="4"/>
                <c:pt idx="0">
                  <c:v>19.013396320503109</c:v>
                </c:pt>
                <c:pt idx="1">
                  <c:v>29.660717270633491</c:v>
                </c:pt>
                <c:pt idx="2">
                  <c:v>10.752756227492506</c:v>
                </c:pt>
                <c:pt idx="3">
                  <c:v>13.662606301491683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81F9-4130-A826-50FBE2892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73655167"/>
        <c:axId val="1887077487"/>
      </c:scatterChart>
      <c:valAx>
        <c:axId val="1773655167"/>
        <c:scaling>
          <c:orientation val="minMax"/>
          <c:max val="1.4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CDD/Day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887077487"/>
        <c:crosses val="autoZero"/>
        <c:crossBetween val="midCat"/>
        <c:majorUnit val="0.2"/>
      </c:valAx>
      <c:valAx>
        <c:axId val="1887077487"/>
        <c:scaling>
          <c:orientation val="minMax"/>
          <c:max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000" b="1" i="0" u="none" strike="noStrike" kern="1200" baseline="0">
                    <a:solidFill>
                      <a:sysClr val="windowText" lastClr="000000"/>
                    </a:solidFill>
                  </a:rPr>
                  <a:t>kWh/Day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PK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PK"/>
          </a:p>
        </c:txPr>
        <c:crossAx val="1773655167"/>
        <c:crosses val="autoZero"/>
        <c:crossBetween val="midCat"/>
        <c:majorUnit val="10"/>
      </c:valAx>
      <c:spPr>
        <a:noFill/>
        <a:ln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PK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8F37743-8FD4-4619-A9B5-130EFD1FE7AD}" type="datetimeFigureOut">
              <a:rPr lang="en-US" smtClean="0"/>
              <a:pPr/>
              <a:t>12/1/2023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CAE1BE-EA23-414F-B24A-0EF9339D46F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041760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16560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 order to further minimize the difference between the wi-fi connection and camera-based occupancy counts and get a realistic conversion factor</a:t>
            </a:r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358551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 order to further minimize the difference between the wi-fi connection and camera-based occupancy counts and get a realistic conversion factor</a:t>
            </a:r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14407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170467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409831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24745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46118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638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486414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646389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599132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05090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932066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74826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905695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444439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98592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P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ECAE1BE-EA23-414F-B24A-0EF9339D46FC}" type="slidenum">
              <a:rPr lang="en-US" smtClean="0"/>
              <a:pPr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540087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de-DE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F74F06-CABA-4023-A755-2DB9346D8C38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DB3A3E-38CD-4166-B0E3-3011FE9FD151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6DD1A0-D20B-4CE5-84A1-7BB11FF34672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AFE341-9CE9-4C5D-8689-7855C31FB4E9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B41563-47B9-454C-91D0-AE921641A37B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4DEEA9-3010-4E2D-B6F9-70A4C4CBDCA0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082D9D-ACF6-4364-B1BD-BF8F82C817BD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824" y="54572"/>
            <a:ext cx="12022353" cy="6748857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F3E425-A85A-4483-A5B2-1178516AC3A5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DE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13B219-0D94-410F-B08C-BA5FD821D60F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A84D20-5620-4F54-991A-243581DEC643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4E8E54-3A24-4DFC-9441-36CDF8B7FC89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FBE9C15-DC35-484C-992E-231C4755A757}" type="datetime1">
              <a:rPr lang="de-DE" smtClean="0"/>
              <a:pPr/>
              <a:t>01.12.2023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/>
              <a:t>Mechanical Engineering Dept. HITEC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F1A93B7-7017-4E1B-ACA4-5E5D77A10A10}" type="slidenum">
              <a:rPr lang="de-DE" smtClean="0"/>
              <a:pPr/>
              <a:t>‹#›</a:t>
            </a:fld>
            <a:endParaRPr lang="de-D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4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8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chart" Target="../charts/char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3.xml"/><Relationship Id="rId3" Type="http://schemas.openxmlformats.org/officeDocument/2006/relationships/image" Target="../media/image2.png"/><Relationship Id="rId7" Type="http://schemas.openxmlformats.org/officeDocument/2006/relationships/chart" Target="../charts/chart1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1.xml"/><Relationship Id="rId5" Type="http://schemas.openxmlformats.org/officeDocument/2006/relationships/chart" Target="../charts/chart10.xml"/><Relationship Id="rId4" Type="http://schemas.openxmlformats.org/officeDocument/2006/relationships/chart" Target="../charts/chart9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8.xml"/><Relationship Id="rId3" Type="http://schemas.openxmlformats.org/officeDocument/2006/relationships/chart" Target="../charts/chart14.xml"/><Relationship Id="rId7" Type="http://schemas.openxmlformats.org/officeDocument/2006/relationships/chart" Target="../charts/chart17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16.xml"/><Relationship Id="rId5" Type="http://schemas.openxmlformats.org/officeDocument/2006/relationships/chart" Target="../charts/chart15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2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21.xml"/><Relationship Id="rId5" Type="http://schemas.openxmlformats.org/officeDocument/2006/relationships/chart" Target="../charts/chart20.xml"/><Relationship Id="rId4" Type="http://schemas.openxmlformats.org/officeDocument/2006/relationships/chart" Target="../charts/chart1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26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25.xml"/><Relationship Id="rId5" Type="http://schemas.openxmlformats.org/officeDocument/2006/relationships/chart" Target="../charts/chart24.xml"/><Relationship Id="rId4" Type="http://schemas.openxmlformats.org/officeDocument/2006/relationships/chart" Target="../charts/chart2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2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2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3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1.xml"/><Relationship Id="rId5" Type="http://schemas.openxmlformats.org/officeDocument/2006/relationships/chart" Target="../charts/chart30.xml"/><Relationship Id="rId4" Type="http://schemas.openxmlformats.org/officeDocument/2006/relationships/chart" Target="../charts/chart2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36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5.xml"/><Relationship Id="rId5" Type="http://schemas.openxmlformats.org/officeDocument/2006/relationships/chart" Target="../charts/chart34.xml"/><Relationship Id="rId4" Type="http://schemas.openxmlformats.org/officeDocument/2006/relationships/chart" Target="../charts/chart3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4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chart" Target="../charts/chart46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45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</a:t>
            </a:fld>
            <a:endParaRPr lang="de-DE" b="1">
              <a:solidFill>
                <a:schemeClr val="tx1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D7A7320-6CEC-4BAE-8302-314DADD68200}"/>
              </a:ext>
            </a:extLst>
          </p:cNvPr>
          <p:cNvSpPr txBox="1"/>
          <p:nvPr/>
        </p:nvSpPr>
        <p:spPr>
          <a:xfrm>
            <a:off x="2265947" y="6062246"/>
            <a:ext cx="76601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Department of Building, Civil and Environmental Engineering, Concordia University, Montreal, Canada</a:t>
            </a:r>
          </a:p>
        </p:txBody>
      </p:sp>
      <p:pic>
        <p:nvPicPr>
          <p:cNvPr id="1028" name="Picture 4" descr="Guidelines - Concordia University">
            <a:extLst>
              <a:ext uri="{FF2B5EF4-FFF2-40B4-BE49-F238E27FC236}">
                <a16:creationId xmlns:a16="http://schemas.microsoft.com/office/drawing/2014/main" id="{EB2E7B00-1166-3624-FA76-A564955ABD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B1758E9-2D60-41EC-9276-CA019A478D4C}"/>
              </a:ext>
            </a:extLst>
          </p:cNvPr>
          <p:cNvSpPr txBox="1"/>
          <p:nvPr/>
        </p:nvSpPr>
        <p:spPr>
          <a:xfrm>
            <a:off x="1896076" y="1147345"/>
            <a:ext cx="8388000" cy="830997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  <a:p>
            <a:pPr algn="ctr"/>
            <a:r>
              <a:rPr lang="en-US" sz="2400" dirty="0">
                <a:solidFill>
                  <a:srgbClr val="C00000"/>
                </a:solidFill>
              </a:rPr>
              <a:t>ENERGY BENCHMARKING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7A66AC0-4D00-BEC5-2870-A8B4C46B555F}"/>
              </a:ext>
            </a:extLst>
          </p:cNvPr>
          <p:cNvSpPr txBox="1"/>
          <p:nvPr/>
        </p:nvSpPr>
        <p:spPr>
          <a:xfrm>
            <a:off x="4577924" y="3018786"/>
            <a:ext cx="303615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/>
              <a:t>Presented by:</a:t>
            </a:r>
          </a:p>
          <a:p>
            <a:pPr algn="ctr"/>
            <a:r>
              <a:rPr lang="en-US" dirty="0"/>
              <a:t>Muhammad Zeeshan Siddique</a:t>
            </a:r>
            <a:endParaRPr lang="en-PK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D6211D6-CFAC-78FE-10DB-071D52146693}"/>
              </a:ext>
            </a:extLst>
          </p:cNvPr>
          <p:cNvSpPr txBox="1"/>
          <p:nvPr/>
        </p:nvSpPr>
        <p:spPr>
          <a:xfrm>
            <a:off x="4934817" y="4105396"/>
            <a:ext cx="232236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/>
              <a:t>Supervisor(s):</a:t>
            </a:r>
          </a:p>
          <a:p>
            <a:pPr algn="ctr"/>
            <a:r>
              <a:rPr lang="en-US" dirty="0"/>
              <a:t>Dr. (-Ing) Ursula Eicker</a:t>
            </a:r>
          </a:p>
          <a:p>
            <a:pPr algn="ctr"/>
            <a:r>
              <a:rPr lang="en-US" dirty="0"/>
              <a:t>Dr. Mohamed Ouf</a:t>
            </a:r>
          </a:p>
          <a:p>
            <a:pPr algn="ctr"/>
            <a:r>
              <a:rPr lang="en-US" dirty="0"/>
              <a:t>Dr. Mazdak Nik-Bakht</a:t>
            </a:r>
            <a:endParaRPr lang="en-PK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2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549CCA1-A69F-6E3B-8A62-CD3CCF7062C8}"/>
              </a:ext>
            </a:extLst>
          </p:cNvPr>
          <p:cNvSpPr txBox="1"/>
          <p:nvPr/>
        </p:nvSpPr>
        <p:spPr>
          <a:xfrm>
            <a:off x="5342428" y="838200"/>
            <a:ext cx="1507144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HIGHLIGHTS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B1B790-B64D-2A7B-0B8A-28060DD41159}"/>
              </a:ext>
            </a:extLst>
          </p:cNvPr>
          <p:cNvSpPr txBox="1"/>
          <p:nvPr/>
        </p:nvSpPr>
        <p:spPr>
          <a:xfrm>
            <a:off x="381000" y="1240324"/>
            <a:ext cx="11201400" cy="487877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665226" lvl="1" indent="-285750" defTabSz="758952">
              <a:lnSpc>
                <a:spcPct val="150000"/>
              </a:lnSpc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CA" sz="16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consumption per Zones</a:t>
            </a:r>
            <a:endParaRPr lang="en-CA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122426" lvl="2" indent="-285750" defTabSz="758952">
              <a:lnSpc>
                <a:spcPct val="15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A" sz="16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Perimeter heaters:</a:t>
            </a:r>
          </a:p>
          <a:p>
            <a:pPr marL="1693926" lvl="4" indent="-400050" defTabSz="758952">
              <a:lnSpc>
                <a:spcPct val="150000"/>
              </a:lnSpc>
              <a:spcAft>
                <a:spcPts val="600"/>
              </a:spcAft>
              <a:buFont typeface="+mj-lt"/>
              <a:buAutoNum type="romanLcPeriod"/>
            </a:pPr>
            <a:r>
              <a:rPr lang="en-CA" sz="1600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Perimeter heaters electric current (Ampere)</a:t>
            </a:r>
          </a:p>
          <a:p>
            <a:pPr marL="1693926" lvl="4" indent="-400050" defTabSz="758952">
              <a:lnSpc>
                <a:spcPct val="150000"/>
              </a:lnSpc>
              <a:spcAft>
                <a:spcPts val="600"/>
              </a:spcAft>
              <a:buFont typeface="+mj-lt"/>
              <a:buAutoNum type="romanLcPeriod"/>
            </a:pPr>
            <a:r>
              <a:rPr lang="en-CA" sz="1600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Perimeter heaters capacity usage (%)</a:t>
            </a:r>
          </a:p>
          <a:p>
            <a:pPr marL="1122426" lvl="3" indent="-285750" defTabSz="758952">
              <a:lnSpc>
                <a:spcPct val="15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A" sz="16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 system:</a:t>
            </a:r>
          </a:p>
          <a:p>
            <a:pPr marL="1693926" lvl="4" indent="-400050" defTabSz="758952">
              <a:lnSpc>
                <a:spcPct val="150000"/>
              </a:lnSpc>
              <a:spcAft>
                <a:spcPts val="600"/>
              </a:spcAft>
              <a:buFont typeface="+mj-lt"/>
              <a:buAutoNum type="romanLcPeriod"/>
            </a:pPr>
            <a:r>
              <a:rPr lang="en-CA" sz="1600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 heating coil capacity usage (%)</a:t>
            </a:r>
          </a:p>
          <a:p>
            <a:pPr marL="1122426" lvl="3" indent="-285750" defTabSz="758952">
              <a:lnSpc>
                <a:spcPct val="15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A" sz="16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</a:t>
            </a:r>
          </a:p>
          <a:p>
            <a:pPr marL="1693926" lvl="4" indent="-400050" defTabSz="758952">
              <a:lnSpc>
                <a:spcPct val="150000"/>
              </a:lnSpc>
              <a:spcAft>
                <a:spcPts val="600"/>
              </a:spcAft>
              <a:buFont typeface="+mj-lt"/>
              <a:buAutoNum type="romanLcPeriod"/>
            </a:pPr>
            <a:r>
              <a:rPr lang="en-CA" sz="1600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 based heating allocation per zone</a:t>
            </a:r>
          </a:p>
          <a:p>
            <a:pPr marL="1693926" lvl="4" indent="-400050" defTabSz="758952">
              <a:lnSpc>
                <a:spcPct val="150000"/>
              </a:lnSpc>
              <a:spcAft>
                <a:spcPts val="600"/>
              </a:spcAft>
              <a:buFont typeface="+mj-lt"/>
              <a:buAutoNum type="romanLcPeriod"/>
            </a:pPr>
            <a:r>
              <a:rPr lang="en-CA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 based cooling allocation per zone</a:t>
            </a:r>
          </a:p>
          <a:p>
            <a:pPr marL="779526" lvl="2" indent="-400050" defTabSz="758952">
              <a:lnSpc>
                <a:spcPct val="150000"/>
              </a:lnSpc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CA" sz="16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per zone</a:t>
            </a:r>
            <a:endParaRPr lang="en-CA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779526" lvl="2" indent="-400050" defTabSz="758952">
              <a:lnSpc>
                <a:spcPct val="150000"/>
              </a:lnSpc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CA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Regression Analysis</a:t>
            </a:r>
            <a:endParaRPr lang="en-CA" sz="1600" b="1" kern="12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1692EEF-346E-A208-BC33-18A4A281E667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</p:spTree>
    <p:extLst>
      <p:ext uri="{BB962C8B-B14F-4D97-AF65-F5344CB8AC3E}">
        <p14:creationId xmlns:p14="http://schemas.microsoft.com/office/powerpoint/2010/main" val="235534599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3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549CCA1-A69F-6E3B-8A62-CD3CCF7062C8}"/>
              </a:ext>
            </a:extLst>
          </p:cNvPr>
          <p:cNvSpPr txBox="1"/>
          <p:nvPr/>
        </p:nvSpPr>
        <p:spPr>
          <a:xfrm>
            <a:off x="4488028" y="838200"/>
            <a:ext cx="2697662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ENERGY CONSUMPTION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1692EEF-346E-A208-BC33-18A4A281E667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5E83CE7-E7D4-74EF-5107-C9D16EC917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4377010"/>
              </p:ext>
            </p:extLst>
          </p:nvPr>
        </p:nvGraphicFramePr>
        <p:xfrm>
          <a:off x="4652413" y="1712670"/>
          <a:ext cx="6966858" cy="18435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1143">
                  <a:extLst>
                    <a:ext uri="{9D8B030D-6E8A-4147-A177-3AD203B41FA5}">
                      <a16:colId xmlns:a16="http://schemas.microsoft.com/office/drawing/2014/main" val="4263996911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203396070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530710147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699583828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869846330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426165001"/>
                    </a:ext>
                  </a:extLst>
                </a:gridCol>
              </a:tblGrid>
              <a:tr h="135002"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Zones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Name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Area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AHU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PH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VAV coil</a:t>
                      </a:r>
                      <a:endParaRPr lang="en-PK" sz="16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9166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Zone-I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1035-01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10.4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8687235"/>
                  </a:ext>
                </a:extLst>
              </a:tr>
              <a:tr h="395748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Zone-II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1035-02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04653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Zone-III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1035-00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50.5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7323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Zone-IV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1032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127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Yes</a:t>
                      </a:r>
                      <a:endParaRPr lang="en-PK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39507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4EF1D18C-C843-EE6F-2212-1F4D958978A4}"/>
              </a:ext>
            </a:extLst>
          </p:cNvPr>
          <p:cNvSpPr txBox="1"/>
          <p:nvPr/>
        </p:nvSpPr>
        <p:spPr>
          <a:xfrm>
            <a:off x="381000" y="1712670"/>
            <a:ext cx="3401893" cy="60016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pPr marR="0" lvl="0" defTabSz="676656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CA" sz="1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Starting date of data point: 01.10.2022</a:t>
            </a:r>
          </a:p>
          <a:p>
            <a:pPr marR="0" lvl="0" defTabSz="676656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CA" sz="1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Ending date: 30.09.2023</a:t>
            </a:r>
            <a:endParaRPr kumimoji="0" lang="en-CA" sz="20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0C68037-C74A-613D-6680-098DD70EBA55}"/>
              </a:ext>
            </a:extLst>
          </p:cNvPr>
          <p:cNvSpPr txBox="1"/>
          <p:nvPr/>
        </p:nvSpPr>
        <p:spPr>
          <a:xfrm>
            <a:off x="381000" y="2459496"/>
            <a:ext cx="4115229" cy="89255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pPr marR="0" lvl="0" defTabSz="676656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CA" sz="1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Missing Data:</a:t>
            </a:r>
          </a:p>
          <a:p>
            <a:pPr marR="0" lvl="0" defTabSz="676656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lang="en-CA" sz="1400" b="1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PH_1035-01 (~2.5 months i.e., Jul – Sep 23)</a:t>
            </a:r>
            <a:endParaRPr lang="en-CA" sz="2000" b="1" kern="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defTabSz="676656">
              <a:spcAft>
                <a:spcPts val="600"/>
              </a:spcAft>
              <a:defRPr/>
            </a:pPr>
            <a:r>
              <a:rPr lang="en-CA" sz="1400" b="1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PH_1035-02 (~5.5 months i.e., Oct 22 – Feb 23)</a:t>
            </a:r>
            <a:endParaRPr kumimoji="0" lang="en-CA" sz="20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E9734985-5CD6-56D5-68F1-CCE6658BC31E}"/>
              </a:ext>
            </a:extLst>
          </p:cNvPr>
          <p:cNvSpPr txBox="1">
            <a:spLocks/>
          </p:cNvSpPr>
          <p:nvPr/>
        </p:nvSpPr>
        <p:spPr>
          <a:xfrm>
            <a:off x="348551" y="3609296"/>
            <a:ext cx="10912813" cy="271530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100"/>
              </a:spcBef>
              <a:buNone/>
            </a:pPr>
            <a:r>
              <a:rPr lang="en-CA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Perimeter heaters (%)</a:t>
            </a:r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>
              <a:spcBef>
                <a:spcPts val="100"/>
              </a:spcBef>
              <a:buNone/>
            </a:pP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Power usage (W) = % capacity * 750 W  per linear Foot&gt;&gt; Electricity use (</a:t>
            </a:r>
            <a:r>
              <a:rPr lang="en-US" sz="1400" dirty="0" err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</a:t>
            </a: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or kWh) </a:t>
            </a:r>
          </a:p>
          <a:p>
            <a:pPr marL="0" indent="0">
              <a:spcBef>
                <a:spcPts val="100"/>
              </a:spcBef>
              <a:buFont typeface="Arial" pitchFamily="34" charset="0"/>
              <a:buNone/>
            </a:pPr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>
              <a:spcBef>
                <a:spcPts val="100"/>
              </a:spcBef>
              <a:buFont typeface="Arial" pitchFamily="34" charset="0"/>
              <a:buNone/>
            </a:pPr>
            <a:r>
              <a:rPr lang="en-CA" sz="14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 heating coil capacity usage (%) </a:t>
            </a:r>
            <a:endParaRPr lang="en-CA" sz="14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defTabSz="777240">
              <a:spcBef>
                <a:spcPts val="100"/>
              </a:spcBef>
              <a:spcAft>
                <a:spcPts val="600"/>
              </a:spcAft>
            </a:pPr>
            <a:r>
              <a:rPr lang="en-US" sz="1400" kern="12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Actual Power Consumption (kW) = Coil Power Rating (kW) × Coil Status (%)</a:t>
            </a:r>
          </a:p>
          <a:p>
            <a:pPr algn="just" defTabSz="777240">
              <a:spcBef>
                <a:spcPts val="100"/>
              </a:spcBef>
              <a:spcAft>
                <a:spcPts val="600"/>
              </a:spcAft>
            </a:pP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Electricity use (kWh) = Actual Power Consumption (kW) × Time (h)</a:t>
            </a: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r>
              <a:rPr lang="en-CA" sz="1400" b="1" kern="12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Air Handling Units</a:t>
            </a: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r>
              <a:rPr lang="en-CA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 = </a:t>
            </a: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ṁ </a:t>
            </a:r>
            <a:r>
              <a:rPr lang="en-CA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 Cp x (T2 –T1)</a:t>
            </a: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T1 and T2 = Inlet (after mixing) and outlet (supply air) duct air flow temperature, respectively	</a:t>
            </a: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r>
              <a:rPr lang="en-US" sz="14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ṁ = Duct air flowrate</a:t>
            </a: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endParaRPr lang="en-CA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 algn="just" defTabSz="777240">
              <a:spcBef>
                <a:spcPts val="100"/>
              </a:spcBef>
              <a:spcAft>
                <a:spcPts val="600"/>
              </a:spcAft>
              <a:buNone/>
            </a:pPr>
            <a:endParaRPr lang="en-CA" sz="1400" kern="1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defTabSz="777240">
              <a:spcBef>
                <a:spcPts val="100"/>
              </a:spcBef>
              <a:spcAft>
                <a:spcPts val="600"/>
              </a:spcAft>
            </a:pPr>
            <a:endParaRPr lang="en-CA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>
              <a:spcBef>
                <a:spcPts val="100"/>
              </a:spcBef>
              <a:buFont typeface="Arial" pitchFamily="34" charset="0"/>
              <a:buNone/>
            </a:pPr>
            <a:endParaRPr lang="en-CA" sz="1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183965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4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5500356" y="838200"/>
            <a:ext cx="1999265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Perimeter Heaters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5802B26-FA94-2F58-E298-25CE29C5CC39}"/>
              </a:ext>
            </a:extLst>
          </p:cNvPr>
          <p:cNvSpPr txBox="1"/>
          <p:nvPr/>
        </p:nvSpPr>
        <p:spPr>
          <a:xfrm>
            <a:off x="10820400" y="1630425"/>
            <a:ext cx="1295400" cy="95410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No perimeter heaters in 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1035-00 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and 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1032 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is zero</a:t>
            </a:r>
            <a:endParaRPr lang="en-US" sz="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C5E573F-38A9-AE36-5AA2-5ED7DF33C65E}"/>
              </a:ext>
            </a:extLst>
          </p:cNvPr>
          <p:cNvSpPr txBox="1"/>
          <p:nvPr/>
        </p:nvSpPr>
        <p:spPr>
          <a:xfrm>
            <a:off x="1598600" y="1250628"/>
            <a:ext cx="230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PH_1035-01 (Ampere)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3C23A24-6CB6-6919-650F-E03075F17EB7}"/>
              </a:ext>
            </a:extLst>
          </p:cNvPr>
          <p:cNvSpPr txBox="1"/>
          <p:nvPr/>
        </p:nvSpPr>
        <p:spPr>
          <a:xfrm>
            <a:off x="1579550" y="3898490"/>
            <a:ext cx="226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PH_1035-02 (Ampere)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BE2C752-38E2-36E4-DEDC-458147A60D66}"/>
              </a:ext>
            </a:extLst>
          </p:cNvPr>
          <p:cNvSpPr txBox="1"/>
          <p:nvPr/>
        </p:nvSpPr>
        <p:spPr>
          <a:xfrm>
            <a:off x="8123400" y="1199620"/>
            <a:ext cx="140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D4131AD-C72C-070C-BC9B-3B02A3325570}"/>
              </a:ext>
            </a:extLst>
          </p:cNvPr>
          <p:cNvSpPr txBox="1"/>
          <p:nvPr/>
        </p:nvSpPr>
        <p:spPr>
          <a:xfrm>
            <a:off x="8153400" y="3886200"/>
            <a:ext cx="140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7140AB5E-BE59-F1B0-81AE-1A44099DEFC9}"/>
              </a:ext>
            </a:extLst>
          </p:cNvPr>
          <p:cNvCxnSpPr>
            <a:cxnSpLocks/>
          </p:cNvCxnSpPr>
          <p:nvPr/>
        </p:nvCxnSpPr>
        <p:spPr>
          <a:xfrm>
            <a:off x="4702734" y="26670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AD3FFC59-8452-6778-4DDD-E4368FB4C852}"/>
              </a:ext>
            </a:extLst>
          </p:cNvPr>
          <p:cNvCxnSpPr>
            <a:cxnSpLocks/>
          </p:cNvCxnSpPr>
          <p:nvPr/>
        </p:nvCxnSpPr>
        <p:spPr>
          <a:xfrm>
            <a:off x="4697824" y="52578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53A1D30D-C37E-F05D-BB5C-91735332AD4A}"/>
              </a:ext>
            </a:extLst>
          </p:cNvPr>
          <p:cNvSpPr txBox="1"/>
          <p:nvPr/>
        </p:nvSpPr>
        <p:spPr>
          <a:xfrm>
            <a:off x="4649400" y="2295242"/>
            <a:ext cx="1980000" cy="27699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200" dirty="0" err="1">
                <a:latin typeface="Arial" panose="020B0604020202020204" pitchFamily="34" charset="0"/>
                <a:cs typeface="Arial" panose="020B0604020202020204" pitchFamily="34" charset="0"/>
              </a:rPr>
              <a:t>Rated_capacity</a:t>
            </a:r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 = 0.75 kW</a:t>
            </a:r>
            <a:endParaRPr lang="en-US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8170E811-5132-6470-84D1-0F9B9883B30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53409043"/>
              </p:ext>
            </p:extLst>
          </p:nvPr>
        </p:nvGraphicFramePr>
        <p:xfrm>
          <a:off x="395937" y="4160047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4338992E-37DF-4238-513F-9C8D02D3F81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33070345"/>
              </p:ext>
            </p:extLst>
          </p:nvPr>
        </p:nvGraphicFramePr>
        <p:xfrm>
          <a:off x="6657000" y="1500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D140C5B1-D43D-DB9D-E45F-B0B8B5D90E3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0429397"/>
              </p:ext>
            </p:extLst>
          </p:nvPr>
        </p:nvGraphicFramePr>
        <p:xfrm>
          <a:off x="6629400" y="4167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C3DBA390-E1AC-2A74-6CAC-5FF6E0A1282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76636004"/>
              </p:ext>
            </p:extLst>
          </p:nvPr>
        </p:nvGraphicFramePr>
        <p:xfrm>
          <a:off x="381000" y="1551941"/>
          <a:ext cx="4390175" cy="24606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98F5CF33-45BD-6A40-3D5E-6AA30B5CF3AD}"/>
              </a:ext>
            </a:extLst>
          </p:cNvPr>
          <p:cNvSpPr txBox="1"/>
          <p:nvPr/>
        </p:nvSpPr>
        <p:spPr>
          <a:xfrm>
            <a:off x="4649400" y="4904601"/>
            <a:ext cx="1980000" cy="27699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200" dirty="0" err="1">
                <a:latin typeface="Arial" panose="020B0604020202020204" pitchFamily="34" charset="0"/>
                <a:cs typeface="Arial" panose="020B0604020202020204" pitchFamily="34" charset="0"/>
              </a:rPr>
              <a:t>Rated_capacity</a:t>
            </a:r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 = 0.75 kW</a:t>
            </a:r>
            <a:endParaRPr lang="en-US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1286F9-019D-A625-8497-8169E8CF9BEF}"/>
              </a:ext>
            </a:extLst>
          </p:cNvPr>
          <p:cNvSpPr txBox="1"/>
          <p:nvPr/>
        </p:nvSpPr>
        <p:spPr>
          <a:xfrm>
            <a:off x="4999375" y="2770576"/>
            <a:ext cx="1181650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Missing data </a:t>
            </a:r>
          </a:p>
          <a:p>
            <a:pPr algn="ctr"/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(~2.5 months)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1A1B744-8490-4731-174D-4C6E2C5438AA}"/>
              </a:ext>
            </a:extLst>
          </p:cNvPr>
          <p:cNvSpPr txBox="1"/>
          <p:nvPr/>
        </p:nvSpPr>
        <p:spPr>
          <a:xfrm>
            <a:off x="4999375" y="5334000"/>
            <a:ext cx="1181650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Missing data </a:t>
            </a:r>
          </a:p>
          <a:p>
            <a:pPr algn="ctr"/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(~5 months)</a:t>
            </a:r>
          </a:p>
        </p:txBody>
      </p:sp>
    </p:spTree>
    <p:extLst>
      <p:ext uri="{BB962C8B-B14F-4D97-AF65-F5344CB8AC3E}">
        <p14:creationId xmlns:p14="http://schemas.microsoft.com/office/powerpoint/2010/main" val="243073032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5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5500356" y="838200"/>
            <a:ext cx="1191288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VAV Coils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5802B26-FA94-2F58-E298-25CE29C5CC39}"/>
              </a:ext>
            </a:extLst>
          </p:cNvPr>
          <p:cNvSpPr txBox="1"/>
          <p:nvPr/>
        </p:nvSpPr>
        <p:spPr>
          <a:xfrm>
            <a:off x="10813026" y="1618646"/>
            <a:ext cx="1371600" cy="116955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VAV consumption in 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1035-01 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and 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1035-02 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is zero</a:t>
            </a:r>
            <a:endParaRPr lang="en-US" sz="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C5E573F-38A9-AE36-5AA2-5ED7DF33C65E}"/>
              </a:ext>
            </a:extLst>
          </p:cNvPr>
          <p:cNvSpPr txBox="1"/>
          <p:nvPr/>
        </p:nvSpPr>
        <p:spPr>
          <a:xfrm>
            <a:off x="914400" y="1219200"/>
            <a:ext cx="316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VAV_1035-00 (Percentage capacity)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3C23A24-6CB6-6919-650F-E03075F17EB7}"/>
              </a:ext>
            </a:extLst>
          </p:cNvPr>
          <p:cNvSpPr txBox="1"/>
          <p:nvPr/>
        </p:nvSpPr>
        <p:spPr>
          <a:xfrm>
            <a:off x="1010400" y="3883223"/>
            <a:ext cx="295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VAV_1032 (Percentage capacity)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BE2C752-38E2-36E4-DEDC-458147A60D66}"/>
              </a:ext>
            </a:extLst>
          </p:cNvPr>
          <p:cNvSpPr txBox="1"/>
          <p:nvPr/>
        </p:nvSpPr>
        <p:spPr>
          <a:xfrm>
            <a:off x="8197200" y="1219200"/>
            <a:ext cx="144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D4131AD-C72C-070C-BC9B-3B02A3325570}"/>
              </a:ext>
            </a:extLst>
          </p:cNvPr>
          <p:cNvSpPr txBox="1"/>
          <p:nvPr/>
        </p:nvSpPr>
        <p:spPr>
          <a:xfrm>
            <a:off x="8458200" y="3886200"/>
            <a:ext cx="1116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VAV_1032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7140AB5E-BE59-F1B0-81AE-1A44099DEFC9}"/>
              </a:ext>
            </a:extLst>
          </p:cNvPr>
          <p:cNvCxnSpPr>
            <a:cxnSpLocks/>
          </p:cNvCxnSpPr>
          <p:nvPr/>
        </p:nvCxnSpPr>
        <p:spPr>
          <a:xfrm>
            <a:off x="4655034" y="25908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AD3FFC59-8452-6778-4DDD-E4368FB4C852}"/>
              </a:ext>
            </a:extLst>
          </p:cNvPr>
          <p:cNvCxnSpPr>
            <a:cxnSpLocks/>
          </p:cNvCxnSpPr>
          <p:nvPr/>
        </p:nvCxnSpPr>
        <p:spPr>
          <a:xfrm>
            <a:off x="4650124" y="52578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53A1D30D-C37E-F05D-BB5C-91735332AD4A}"/>
              </a:ext>
            </a:extLst>
          </p:cNvPr>
          <p:cNvSpPr txBox="1"/>
          <p:nvPr/>
        </p:nvSpPr>
        <p:spPr>
          <a:xfrm>
            <a:off x="4419600" y="2202024"/>
            <a:ext cx="226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 err="1">
                <a:latin typeface="Arial" panose="020B0604020202020204" pitchFamily="34" charset="0"/>
                <a:cs typeface="Arial" panose="020B0604020202020204" pitchFamily="34" charset="0"/>
              </a:rPr>
              <a:t>Rated_capacity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 = 1.5 kW</a:t>
            </a:r>
            <a:endParaRPr lang="en-US" sz="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73EC1D5-567B-2382-C31F-D8E8A0668CE1}"/>
              </a:ext>
            </a:extLst>
          </p:cNvPr>
          <p:cNvSpPr txBox="1"/>
          <p:nvPr/>
        </p:nvSpPr>
        <p:spPr>
          <a:xfrm>
            <a:off x="4457700" y="4884858"/>
            <a:ext cx="226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 err="1">
                <a:latin typeface="Arial" panose="020B0604020202020204" pitchFamily="34" charset="0"/>
                <a:cs typeface="Arial" panose="020B0604020202020204" pitchFamily="34" charset="0"/>
              </a:rPr>
              <a:t>Rated_capacity</a:t>
            </a:r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 = 2.5 kW</a:t>
            </a:r>
            <a:endParaRPr lang="en-US" sz="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7FCBCAAF-E3BB-5181-D008-B1D95135C9B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3829778"/>
              </p:ext>
            </p:extLst>
          </p:nvPr>
        </p:nvGraphicFramePr>
        <p:xfrm>
          <a:off x="160455" y="1500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B4D005EC-F6DE-7644-52D1-D731B16C1E4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8179696"/>
              </p:ext>
            </p:extLst>
          </p:nvPr>
        </p:nvGraphicFramePr>
        <p:xfrm>
          <a:off x="152400" y="4167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855291F7-71ED-3FD4-FCA1-D309E84D443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3468411"/>
              </p:ext>
            </p:extLst>
          </p:nvPr>
        </p:nvGraphicFramePr>
        <p:xfrm>
          <a:off x="6662289" y="1500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6F91C2C8-188C-D890-31FE-3B43D19DD38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77394411"/>
              </p:ext>
            </p:extLst>
          </p:nvPr>
        </p:nvGraphicFramePr>
        <p:xfrm>
          <a:off x="6733200" y="4167000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340382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6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5140258" y="838200"/>
            <a:ext cx="1911485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Air Handling Unit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9C9A861-AF57-629B-FE9C-504FD08030A9}"/>
              </a:ext>
            </a:extLst>
          </p:cNvPr>
          <p:cNvSpPr txBox="1"/>
          <p:nvPr/>
        </p:nvSpPr>
        <p:spPr>
          <a:xfrm>
            <a:off x="1353600" y="1219200"/>
            <a:ext cx="230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 Air Method Heating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598D1E83-9A32-EB54-A8B7-121BA6B31AFA}"/>
              </a:ext>
            </a:extLst>
          </p:cNvPr>
          <p:cNvCxnSpPr>
            <a:cxnSpLocks/>
          </p:cNvCxnSpPr>
          <p:nvPr/>
        </p:nvCxnSpPr>
        <p:spPr>
          <a:xfrm>
            <a:off x="4691295" y="23622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B1A9D6F-ABCC-86E1-6863-5CFE19627BD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67771793"/>
              </p:ext>
            </p:extLst>
          </p:nvPr>
        </p:nvGraphicFramePr>
        <p:xfrm>
          <a:off x="196641" y="1418975"/>
          <a:ext cx="4392000" cy="24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0CE11D6D-961E-D3EF-4B07-B1CB322B5A9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82624882"/>
              </p:ext>
            </p:extLst>
          </p:nvPr>
        </p:nvGraphicFramePr>
        <p:xfrm>
          <a:off x="7522249" y="1447456"/>
          <a:ext cx="43992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D865E1C-9552-86AA-B662-141266F8F07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70053674"/>
              </p:ext>
            </p:extLst>
          </p:nvPr>
        </p:nvGraphicFramePr>
        <p:xfrm>
          <a:off x="8028600" y="4114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908278C7-51C9-671F-2971-7406E8ACBC4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51674950"/>
              </p:ext>
            </p:extLst>
          </p:nvPr>
        </p:nvGraphicFramePr>
        <p:xfrm>
          <a:off x="3990000" y="4114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F3A32455-666C-E454-E01D-43379FB9E9F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33300775"/>
              </p:ext>
            </p:extLst>
          </p:nvPr>
        </p:nvGraphicFramePr>
        <p:xfrm>
          <a:off x="-124800" y="40866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E9D6A107-9CAD-C7F2-53C7-DC36AF1BF92A}"/>
              </a:ext>
            </a:extLst>
          </p:cNvPr>
          <p:cNvSpPr txBox="1"/>
          <p:nvPr/>
        </p:nvSpPr>
        <p:spPr>
          <a:xfrm>
            <a:off x="10509738" y="1635844"/>
            <a:ext cx="108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42F65B2-1B1A-E6BB-9B21-A47585478F44}"/>
              </a:ext>
            </a:extLst>
          </p:cNvPr>
          <p:cNvSpPr txBox="1"/>
          <p:nvPr/>
        </p:nvSpPr>
        <p:spPr>
          <a:xfrm>
            <a:off x="6470160" y="4366790"/>
            <a:ext cx="1476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15B5EBE-6FD7-C785-9CCC-48EEAB19B4D3}"/>
              </a:ext>
            </a:extLst>
          </p:cNvPr>
          <p:cNvSpPr txBox="1"/>
          <p:nvPr/>
        </p:nvSpPr>
        <p:spPr>
          <a:xfrm>
            <a:off x="2444600" y="4361202"/>
            <a:ext cx="144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1F846E8-90AE-B3EF-3159-FDD455C06D6E}"/>
              </a:ext>
            </a:extLst>
          </p:cNvPr>
          <p:cNvSpPr txBox="1"/>
          <p:nvPr/>
        </p:nvSpPr>
        <p:spPr>
          <a:xfrm>
            <a:off x="10631700" y="4361202"/>
            <a:ext cx="136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A5F1AEF7-2E71-6D97-76E8-DC412BEDD797}"/>
              </a:ext>
            </a:extLst>
          </p:cNvPr>
          <p:cNvCxnSpPr>
            <a:cxnSpLocks/>
          </p:cNvCxnSpPr>
          <p:nvPr/>
        </p:nvCxnSpPr>
        <p:spPr>
          <a:xfrm>
            <a:off x="4710993" y="2390401"/>
            <a:ext cx="1308807" cy="1696199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6EAD26C2-3FAA-7EF7-9304-10EBF7116CF3}"/>
              </a:ext>
            </a:extLst>
          </p:cNvPr>
          <p:cNvCxnSpPr>
            <a:cxnSpLocks/>
          </p:cNvCxnSpPr>
          <p:nvPr/>
        </p:nvCxnSpPr>
        <p:spPr>
          <a:xfrm>
            <a:off x="4691295" y="2367026"/>
            <a:ext cx="4012146" cy="1719574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E27AEF97-FA9C-EDAF-FCE2-AB2B1BF106CA}"/>
              </a:ext>
            </a:extLst>
          </p:cNvPr>
          <p:cNvCxnSpPr>
            <a:cxnSpLocks/>
          </p:cNvCxnSpPr>
          <p:nvPr/>
        </p:nvCxnSpPr>
        <p:spPr>
          <a:xfrm flipH="1">
            <a:off x="3844542" y="2366951"/>
            <a:ext cx="846753" cy="1713565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489B413-751A-9A43-3EA8-93FFC80D2D61}"/>
              </a:ext>
            </a:extLst>
          </p:cNvPr>
          <p:cNvSpPr txBox="1"/>
          <p:nvPr/>
        </p:nvSpPr>
        <p:spPr>
          <a:xfrm>
            <a:off x="5106000" y="1983705"/>
            <a:ext cx="79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15 %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155C3EA-329A-749C-5C18-BD3D086F4440}"/>
              </a:ext>
            </a:extLst>
          </p:cNvPr>
          <p:cNvSpPr txBox="1"/>
          <p:nvPr/>
        </p:nvSpPr>
        <p:spPr>
          <a:xfrm rot="1401739">
            <a:off x="6282922" y="2766084"/>
            <a:ext cx="79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12 %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A0A532A-B11C-92D0-B949-A44B54A84ED5}"/>
              </a:ext>
            </a:extLst>
          </p:cNvPr>
          <p:cNvSpPr txBox="1"/>
          <p:nvPr/>
        </p:nvSpPr>
        <p:spPr>
          <a:xfrm rot="2946435">
            <a:off x="5332218" y="3054634"/>
            <a:ext cx="68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4 %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3635A88-60D9-83AC-8C47-4ED3CB9C80CA}"/>
              </a:ext>
            </a:extLst>
          </p:cNvPr>
          <p:cNvSpPr txBox="1"/>
          <p:nvPr/>
        </p:nvSpPr>
        <p:spPr>
          <a:xfrm rot="18024423">
            <a:off x="4063171" y="3322137"/>
            <a:ext cx="68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4 %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10030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9CAE88BA-8705-18E3-747A-22E45FBF09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6513213"/>
              </p:ext>
            </p:extLst>
          </p:nvPr>
        </p:nvGraphicFramePr>
        <p:xfrm>
          <a:off x="7620000" y="1469375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7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5140258" y="838200"/>
            <a:ext cx="1911485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Air Handling Unit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9D6A107-9CAD-C7F2-53C7-DC36AF1BF92A}"/>
              </a:ext>
            </a:extLst>
          </p:cNvPr>
          <p:cNvSpPr txBox="1"/>
          <p:nvPr/>
        </p:nvSpPr>
        <p:spPr>
          <a:xfrm>
            <a:off x="8052964" y="3191773"/>
            <a:ext cx="108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1F846E8-90AE-B3EF-3159-FDD455C06D6E}"/>
              </a:ext>
            </a:extLst>
          </p:cNvPr>
          <p:cNvSpPr txBox="1"/>
          <p:nvPr/>
        </p:nvSpPr>
        <p:spPr>
          <a:xfrm>
            <a:off x="8828000" y="5790247"/>
            <a:ext cx="133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DD60552-5847-7116-71BD-63B6E40CEBA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24607462"/>
              </p:ext>
            </p:extLst>
          </p:nvPr>
        </p:nvGraphicFramePr>
        <p:xfrm>
          <a:off x="196641" y="1495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711A4378-41A0-3A81-7EF7-029D9C2C5B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11137569"/>
              </p:ext>
            </p:extLst>
          </p:nvPr>
        </p:nvGraphicFramePr>
        <p:xfrm>
          <a:off x="8028600" y="4114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46BBF65E-3F00-FC17-D734-A54BF97C2BC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3179306"/>
              </p:ext>
            </p:extLst>
          </p:nvPr>
        </p:nvGraphicFramePr>
        <p:xfrm>
          <a:off x="4042083" y="4114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D87B6143-82CE-AAAE-2FCB-63401A895B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39623115"/>
              </p:ext>
            </p:extLst>
          </p:nvPr>
        </p:nvGraphicFramePr>
        <p:xfrm>
          <a:off x="-149314" y="4114800"/>
          <a:ext cx="4392000" cy="239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070301C-CCD7-AC6A-BFE1-E82013451ECC}"/>
              </a:ext>
            </a:extLst>
          </p:cNvPr>
          <p:cNvSpPr txBox="1"/>
          <p:nvPr/>
        </p:nvSpPr>
        <p:spPr>
          <a:xfrm>
            <a:off x="1353600" y="1219200"/>
            <a:ext cx="230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 Air Method Cooling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38F8778-BF00-FC95-ED32-FC9AA6421A9E}"/>
              </a:ext>
            </a:extLst>
          </p:cNvPr>
          <p:cNvSpPr txBox="1"/>
          <p:nvPr/>
        </p:nvSpPr>
        <p:spPr>
          <a:xfrm>
            <a:off x="4850169" y="5770709"/>
            <a:ext cx="133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B76D585-067B-27D5-8E63-699FB5F9846D}"/>
              </a:ext>
            </a:extLst>
          </p:cNvPr>
          <p:cNvSpPr txBox="1"/>
          <p:nvPr/>
        </p:nvSpPr>
        <p:spPr>
          <a:xfrm>
            <a:off x="614385" y="5805657"/>
            <a:ext cx="133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AHU_1035-01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1C08443F-358B-4515-E7C0-33269F4AB191}"/>
              </a:ext>
            </a:extLst>
          </p:cNvPr>
          <p:cNvCxnSpPr>
            <a:cxnSpLocks/>
          </p:cNvCxnSpPr>
          <p:nvPr/>
        </p:nvCxnSpPr>
        <p:spPr>
          <a:xfrm>
            <a:off x="4691295" y="2362200"/>
            <a:ext cx="1909910" cy="0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AC633A12-0E58-4289-B74E-98C34941E527}"/>
              </a:ext>
            </a:extLst>
          </p:cNvPr>
          <p:cNvCxnSpPr>
            <a:cxnSpLocks/>
          </p:cNvCxnSpPr>
          <p:nvPr/>
        </p:nvCxnSpPr>
        <p:spPr>
          <a:xfrm>
            <a:off x="4710993" y="2390401"/>
            <a:ext cx="1308807" cy="1696199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83C54CB7-81ED-FA06-AB58-0FEFD1719596}"/>
              </a:ext>
            </a:extLst>
          </p:cNvPr>
          <p:cNvCxnSpPr>
            <a:cxnSpLocks/>
          </p:cNvCxnSpPr>
          <p:nvPr/>
        </p:nvCxnSpPr>
        <p:spPr>
          <a:xfrm>
            <a:off x="4691295" y="2367026"/>
            <a:ext cx="4012146" cy="1719574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FD3D6955-080C-AF00-2261-CC3759BEB8A3}"/>
              </a:ext>
            </a:extLst>
          </p:cNvPr>
          <p:cNvCxnSpPr>
            <a:cxnSpLocks/>
          </p:cNvCxnSpPr>
          <p:nvPr/>
        </p:nvCxnSpPr>
        <p:spPr>
          <a:xfrm flipH="1">
            <a:off x="3844542" y="2366951"/>
            <a:ext cx="846753" cy="1713565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0B8CD0CB-5069-1616-56D6-8188EC50A94D}"/>
              </a:ext>
            </a:extLst>
          </p:cNvPr>
          <p:cNvSpPr txBox="1"/>
          <p:nvPr/>
        </p:nvSpPr>
        <p:spPr>
          <a:xfrm>
            <a:off x="5106000" y="1983705"/>
            <a:ext cx="79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15 %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26102A0-A00C-03A8-0A6E-4CEA791F600D}"/>
              </a:ext>
            </a:extLst>
          </p:cNvPr>
          <p:cNvSpPr txBox="1"/>
          <p:nvPr/>
        </p:nvSpPr>
        <p:spPr>
          <a:xfrm rot="1401739">
            <a:off x="6282922" y="2766084"/>
            <a:ext cx="79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12 %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E9A1003-939C-CD04-EC6B-98275B217E1E}"/>
              </a:ext>
            </a:extLst>
          </p:cNvPr>
          <p:cNvSpPr txBox="1"/>
          <p:nvPr/>
        </p:nvSpPr>
        <p:spPr>
          <a:xfrm rot="2946435">
            <a:off x="5332218" y="3054634"/>
            <a:ext cx="68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4 %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1875929-5EE2-A412-176D-CD6B1519CB68}"/>
              </a:ext>
            </a:extLst>
          </p:cNvPr>
          <p:cNvSpPr txBox="1"/>
          <p:nvPr/>
        </p:nvSpPr>
        <p:spPr>
          <a:xfrm rot="18024423">
            <a:off x="4063171" y="3322137"/>
            <a:ext cx="68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~ 4 %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12324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8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2983225" y="838200"/>
            <a:ext cx="6225550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Total Energy Consumption (before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033B2C4-BA3A-6C89-D56A-E5DD3713761F}"/>
              </a:ext>
            </a:extLst>
          </p:cNvPr>
          <p:cNvSpPr txBox="1"/>
          <p:nvPr/>
        </p:nvSpPr>
        <p:spPr>
          <a:xfrm>
            <a:off x="2730000" y="1236000"/>
            <a:ext cx="1080000" cy="288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EC67AB-3659-8C22-A047-FA382DB3F05C}"/>
              </a:ext>
            </a:extLst>
          </p:cNvPr>
          <p:cNvSpPr txBox="1"/>
          <p:nvPr/>
        </p:nvSpPr>
        <p:spPr>
          <a:xfrm>
            <a:off x="8637600" y="1236000"/>
            <a:ext cx="1116000" cy="288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ED84969-EFE1-B049-E930-053E5D98E09E}"/>
              </a:ext>
            </a:extLst>
          </p:cNvPr>
          <p:cNvSpPr txBox="1"/>
          <p:nvPr/>
        </p:nvSpPr>
        <p:spPr>
          <a:xfrm>
            <a:off x="8209800" y="3918336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A8463A5-589B-34D2-4A2D-0E08805B97CE}"/>
              </a:ext>
            </a:extLst>
          </p:cNvPr>
          <p:cNvSpPr txBox="1"/>
          <p:nvPr/>
        </p:nvSpPr>
        <p:spPr>
          <a:xfrm>
            <a:off x="2592833" y="38862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0FCABA5-EFB3-E4BA-C8BA-659245337B8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0661014"/>
              </p:ext>
            </p:extLst>
          </p:nvPr>
        </p:nvGraphicFramePr>
        <p:xfrm>
          <a:off x="573600" y="1359294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D2E632A6-70D9-F56D-91FE-3E0C734C95A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8997888"/>
              </p:ext>
            </p:extLst>
          </p:nvPr>
        </p:nvGraphicFramePr>
        <p:xfrm>
          <a:off x="6248400" y="1371600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3E60BC13-7C61-53E7-97D5-463540A410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39363268"/>
              </p:ext>
            </p:extLst>
          </p:nvPr>
        </p:nvGraphicFramePr>
        <p:xfrm>
          <a:off x="533400" y="4060800"/>
          <a:ext cx="5522400" cy="249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F21C9487-87BA-3EA8-9071-855159B9AB8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21359645"/>
              </p:ext>
            </p:extLst>
          </p:nvPr>
        </p:nvGraphicFramePr>
        <p:xfrm>
          <a:off x="6248400" y="4062000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23170886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9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2983225" y="838200"/>
            <a:ext cx="6044412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Total Energy Consumption (after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033B2C4-BA3A-6C89-D56A-E5DD3713761F}"/>
              </a:ext>
            </a:extLst>
          </p:cNvPr>
          <p:cNvSpPr txBox="1"/>
          <p:nvPr/>
        </p:nvSpPr>
        <p:spPr>
          <a:xfrm>
            <a:off x="2730000" y="1219200"/>
            <a:ext cx="1080000" cy="288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EC67AB-3659-8C22-A047-FA382DB3F05C}"/>
              </a:ext>
            </a:extLst>
          </p:cNvPr>
          <p:cNvSpPr txBox="1"/>
          <p:nvPr/>
        </p:nvSpPr>
        <p:spPr>
          <a:xfrm>
            <a:off x="8458200" y="1219200"/>
            <a:ext cx="1116000" cy="288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ED84969-EFE1-B049-E930-053E5D98E09E}"/>
              </a:ext>
            </a:extLst>
          </p:cNvPr>
          <p:cNvSpPr txBox="1"/>
          <p:nvPr/>
        </p:nvSpPr>
        <p:spPr>
          <a:xfrm>
            <a:off x="8209800" y="3918336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A8463A5-589B-34D2-4A2D-0E08805B97CE}"/>
              </a:ext>
            </a:extLst>
          </p:cNvPr>
          <p:cNvSpPr txBox="1"/>
          <p:nvPr/>
        </p:nvSpPr>
        <p:spPr>
          <a:xfrm>
            <a:off x="2592833" y="38862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3E60BC13-7C61-53E7-97D5-463540A4101A}"/>
              </a:ext>
            </a:extLst>
          </p:cNvPr>
          <p:cNvGraphicFramePr>
            <a:graphicFrameLocks/>
          </p:cNvGraphicFramePr>
          <p:nvPr/>
        </p:nvGraphicFramePr>
        <p:xfrm>
          <a:off x="533400" y="4060800"/>
          <a:ext cx="5522400" cy="249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F21C9487-87BA-3EA8-9071-855159B9AB85}"/>
              </a:ext>
            </a:extLst>
          </p:cNvPr>
          <p:cNvGraphicFramePr>
            <a:graphicFrameLocks/>
          </p:cNvGraphicFramePr>
          <p:nvPr/>
        </p:nvGraphicFramePr>
        <p:xfrm>
          <a:off x="6248400" y="4062000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E98556EF-5043-4A7F-8D26-1818C747197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61005163"/>
              </p:ext>
            </p:extLst>
          </p:nvPr>
        </p:nvGraphicFramePr>
        <p:xfrm>
          <a:off x="533400" y="1384664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A3EAFD4F-BCC1-42D7-A110-F345861206B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4971844"/>
              </p:ext>
            </p:extLst>
          </p:nvPr>
        </p:nvGraphicFramePr>
        <p:xfrm>
          <a:off x="6248400" y="1349400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412323085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10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5567FEA-225A-9958-9E61-E3E2B2FB83A2}"/>
              </a:ext>
            </a:extLst>
          </p:cNvPr>
          <p:cNvSpPr txBox="1"/>
          <p:nvPr/>
        </p:nvSpPr>
        <p:spPr>
          <a:xfrm>
            <a:off x="3695700" y="5559623"/>
            <a:ext cx="48006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Monthly variation of total energy consumption for all zones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7346F38E-394C-C143-FA52-94CDE881E2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38884081"/>
              </p:ext>
            </p:extLst>
          </p:nvPr>
        </p:nvGraphicFramePr>
        <p:xfrm>
          <a:off x="2184000" y="1371600"/>
          <a:ext cx="7824000" cy="4253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368360EF-A060-7A31-F0FF-AE47FC3A2FF7}"/>
              </a:ext>
            </a:extLst>
          </p:cNvPr>
          <p:cNvSpPr txBox="1"/>
          <p:nvPr/>
        </p:nvSpPr>
        <p:spPr>
          <a:xfrm>
            <a:off x="2983225" y="838200"/>
            <a:ext cx="6225550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Total Energy Consumption (before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754207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11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5567FEA-225A-9958-9E61-E3E2B2FB83A2}"/>
              </a:ext>
            </a:extLst>
          </p:cNvPr>
          <p:cNvSpPr txBox="1"/>
          <p:nvPr/>
        </p:nvSpPr>
        <p:spPr>
          <a:xfrm>
            <a:off x="3695700" y="5559623"/>
            <a:ext cx="48006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Monthly variation of total energy consumption for all zones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68360EF-A060-7A31-F0FF-AE47FC3A2FF7}"/>
              </a:ext>
            </a:extLst>
          </p:cNvPr>
          <p:cNvSpPr txBox="1"/>
          <p:nvPr/>
        </p:nvSpPr>
        <p:spPr>
          <a:xfrm>
            <a:off x="2983225" y="838200"/>
            <a:ext cx="6044412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Total Energy Consumption (after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06408C77-0234-4664-BA72-32C9E8211D8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64124593"/>
              </p:ext>
            </p:extLst>
          </p:nvPr>
        </p:nvGraphicFramePr>
        <p:xfrm>
          <a:off x="2184600" y="1371600"/>
          <a:ext cx="7822800" cy="425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6299561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12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3259326" y="838200"/>
            <a:ext cx="5673348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Unit Intensity (before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033B2C4-BA3A-6C89-D56A-E5DD3713761F}"/>
              </a:ext>
            </a:extLst>
          </p:cNvPr>
          <p:cNvSpPr txBox="1"/>
          <p:nvPr/>
        </p:nvSpPr>
        <p:spPr>
          <a:xfrm>
            <a:off x="2597299" y="11430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(H_1035-01)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EC67AB-3659-8C22-A047-FA382DB3F05C}"/>
              </a:ext>
            </a:extLst>
          </p:cNvPr>
          <p:cNvSpPr txBox="1"/>
          <p:nvPr/>
        </p:nvSpPr>
        <p:spPr>
          <a:xfrm>
            <a:off x="8209800" y="11430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(H_1035-02)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ED84969-EFE1-B049-E930-053E5D98E09E}"/>
              </a:ext>
            </a:extLst>
          </p:cNvPr>
          <p:cNvSpPr txBox="1"/>
          <p:nvPr/>
        </p:nvSpPr>
        <p:spPr>
          <a:xfrm>
            <a:off x="8209800" y="3918336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(H_1032)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A8463A5-589B-34D2-4A2D-0E08805B97CE}"/>
              </a:ext>
            </a:extLst>
          </p:cNvPr>
          <p:cNvSpPr txBox="1"/>
          <p:nvPr/>
        </p:nvSpPr>
        <p:spPr>
          <a:xfrm>
            <a:off x="2592833" y="3920078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(H_1035-00)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B6D10698-269A-7CE6-0BEB-5CCDF5B883C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38124205"/>
              </p:ext>
            </p:extLst>
          </p:nvPr>
        </p:nvGraphicFramePr>
        <p:xfrm>
          <a:off x="609600" y="1300447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7E8F0E7B-F000-1A6C-BF4E-8EF74A92E7B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9535323"/>
              </p:ext>
            </p:extLst>
          </p:nvPr>
        </p:nvGraphicFramePr>
        <p:xfrm>
          <a:off x="6060000" y="1381363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8" name="Chart 17">
            <a:extLst>
              <a:ext uri="{FF2B5EF4-FFF2-40B4-BE49-F238E27FC236}">
                <a16:creationId xmlns:a16="http://schemas.microsoft.com/office/drawing/2014/main" id="{D7E576FD-F25E-33FB-3E2C-656B9E5A0E5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52358240"/>
              </p:ext>
            </p:extLst>
          </p:nvPr>
        </p:nvGraphicFramePr>
        <p:xfrm>
          <a:off x="609600" y="4055937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9" name="Chart 18">
            <a:extLst>
              <a:ext uri="{FF2B5EF4-FFF2-40B4-BE49-F238E27FC236}">
                <a16:creationId xmlns:a16="http://schemas.microsoft.com/office/drawing/2014/main" id="{264FF5C9-0ADF-A8E7-9B01-3F2728AC680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9619931"/>
              </p:ext>
            </p:extLst>
          </p:nvPr>
        </p:nvGraphicFramePr>
        <p:xfrm>
          <a:off x="6096000" y="4038600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210551219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13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3259326" y="838200"/>
            <a:ext cx="5492209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Unit Intensity (after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033B2C4-BA3A-6C89-D56A-E5DD3713761F}"/>
              </a:ext>
            </a:extLst>
          </p:cNvPr>
          <p:cNvSpPr txBox="1"/>
          <p:nvPr/>
        </p:nvSpPr>
        <p:spPr>
          <a:xfrm>
            <a:off x="2597299" y="11430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(H_1035-01)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EC67AB-3659-8C22-A047-FA382DB3F05C}"/>
              </a:ext>
            </a:extLst>
          </p:cNvPr>
          <p:cNvSpPr txBox="1"/>
          <p:nvPr/>
        </p:nvSpPr>
        <p:spPr>
          <a:xfrm>
            <a:off x="8209800" y="1143000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(H_1035-02)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ED84969-EFE1-B049-E930-053E5D98E09E}"/>
              </a:ext>
            </a:extLst>
          </p:cNvPr>
          <p:cNvSpPr txBox="1"/>
          <p:nvPr/>
        </p:nvSpPr>
        <p:spPr>
          <a:xfrm>
            <a:off x="8209800" y="3918336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(H_1032)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A8463A5-589B-34D2-4A2D-0E08805B97CE}"/>
              </a:ext>
            </a:extLst>
          </p:cNvPr>
          <p:cNvSpPr txBox="1"/>
          <p:nvPr/>
        </p:nvSpPr>
        <p:spPr>
          <a:xfrm>
            <a:off x="2592833" y="3920078"/>
            <a:ext cx="162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(H_1035-00)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8" name="Chart 17">
            <a:extLst>
              <a:ext uri="{FF2B5EF4-FFF2-40B4-BE49-F238E27FC236}">
                <a16:creationId xmlns:a16="http://schemas.microsoft.com/office/drawing/2014/main" id="{D7E576FD-F25E-33FB-3E2C-656B9E5A0E5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86109313"/>
              </p:ext>
            </p:extLst>
          </p:nvPr>
        </p:nvGraphicFramePr>
        <p:xfrm>
          <a:off x="609600" y="4055937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9" name="Chart 18">
            <a:extLst>
              <a:ext uri="{FF2B5EF4-FFF2-40B4-BE49-F238E27FC236}">
                <a16:creationId xmlns:a16="http://schemas.microsoft.com/office/drawing/2014/main" id="{264FF5C9-0ADF-A8E7-9B01-3F2728AC680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81332044"/>
              </p:ext>
            </p:extLst>
          </p:nvPr>
        </p:nvGraphicFramePr>
        <p:xfrm>
          <a:off x="6096000" y="4038600"/>
          <a:ext cx="5522400" cy="24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01831C4-49A0-4FD5-9D46-A13643D7AE4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95130206"/>
              </p:ext>
            </p:extLst>
          </p:nvPr>
        </p:nvGraphicFramePr>
        <p:xfrm>
          <a:off x="573600" y="1371600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BAD1B26-CA03-4B09-8935-56D6A48E12C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3142504"/>
              </p:ext>
            </p:extLst>
          </p:nvPr>
        </p:nvGraphicFramePr>
        <p:xfrm>
          <a:off x="6060000" y="1371600"/>
          <a:ext cx="5522400" cy="2689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427283046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14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3259326" y="838200"/>
            <a:ext cx="5673348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Unit Intensity (before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8E6CA15-8059-6F8D-C3AB-9D0B240E4B56}"/>
              </a:ext>
            </a:extLst>
          </p:cNvPr>
          <p:cNvSpPr txBox="1"/>
          <p:nvPr/>
        </p:nvSpPr>
        <p:spPr>
          <a:xfrm>
            <a:off x="7480300" y="1677956"/>
            <a:ext cx="3886200" cy="239039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10.4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baseline="300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A_1035-02 = 11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50.5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127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(kWh.m</a:t>
            </a:r>
            <a:r>
              <a:rPr lang="en-US" sz="1400" baseline="300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-2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/month) = Total Energy Consumption / Area (m</a:t>
            </a:r>
            <a:r>
              <a:rPr lang="en-US" sz="1400" baseline="300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5567FEA-225A-9958-9E61-E3E2B2FB83A2}"/>
              </a:ext>
            </a:extLst>
          </p:cNvPr>
          <p:cNvSpPr txBox="1"/>
          <p:nvPr/>
        </p:nvSpPr>
        <p:spPr>
          <a:xfrm>
            <a:off x="2438400" y="5180044"/>
            <a:ext cx="3096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Monthly variation of EUI for all zones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63FD84B-2718-346D-71B5-8CC4BF6C961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24739546"/>
              </p:ext>
            </p:extLst>
          </p:nvPr>
        </p:nvGraphicFramePr>
        <p:xfrm>
          <a:off x="533400" y="1370179"/>
          <a:ext cx="6656400" cy="4139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47489946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15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EB1946-ABED-E4C0-4086-86950E47B450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3349896" y="838200"/>
            <a:ext cx="5492209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Unit Intensity (after removing missing months)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8E6CA15-8059-6F8D-C3AB-9D0B240E4B56}"/>
              </a:ext>
            </a:extLst>
          </p:cNvPr>
          <p:cNvSpPr txBox="1"/>
          <p:nvPr/>
        </p:nvSpPr>
        <p:spPr>
          <a:xfrm>
            <a:off x="7480300" y="1677956"/>
            <a:ext cx="3886200" cy="239039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10.4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baseline="300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A_1035-02 = 11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50.5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A_1035-01 = 127 m</a:t>
            </a:r>
            <a:r>
              <a:rPr lang="en-US" sz="1400" baseline="300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just"/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endParaRPr lang="en-US" sz="14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EUI (kWh.m</a:t>
            </a:r>
            <a:r>
              <a:rPr lang="en-US" sz="1400" baseline="300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-2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/month) = Total Energy Consumption / Area (m</a:t>
            </a:r>
            <a:r>
              <a:rPr lang="en-US" sz="1400" baseline="300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n-US" sz="1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5567FEA-225A-9958-9E61-E3E2B2FB83A2}"/>
              </a:ext>
            </a:extLst>
          </p:cNvPr>
          <p:cNvSpPr txBox="1"/>
          <p:nvPr/>
        </p:nvSpPr>
        <p:spPr>
          <a:xfrm>
            <a:off x="2438400" y="5180044"/>
            <a:ext cx="3096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latin typeface="Arial" panose="020B0604020202020204" pitchFamily="34" charset="0"/>
                <a:cs typeface="Arial" panose="020B0604020202020204" pitchFamily="34" charset="0"/>
              </a:rPr>
              <a:t>Monthly variation of EUI for all zones</a:t>
            </a:r>
            <a:endParaRPr lang="en-US" sz="800" baseline="300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63FD84B-2718-346D-71B5-8CC4BF6C9618}"/>
              </a:ext>
            </a:extLst>
          </p:cNvPr>
          <p:cNvGraphicFramePr>
            <a:graphicFrameLocks/>
          </p:cNvGraphicFramePr>
          <p:nvPr/>
        </p:nvGraphicFramePr>
        <p:xfrm>
          <a:off x="533400" y="1370179"/>
          <a:ext cx="6656400" cy="4139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02401010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16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4948090" y="838200"/>
            <a:ext cx="2251322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Regression Analysis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458DE8-2917-2C8C-5130-9D143B1CA204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ECDB6-0ABA-1C3E-A016-C67811417848}"/>
              </a:ext>
            </a:extLst>
          </p:cNvPr>
          <p:cNvSpPr txBox="1"/>
          <p:nvPr/>
        </p:nvSpPr>
        <p:spPr>
          <a:xfrm>
            <a:off x="234159" y="1319748"/>
            <a:ext cx="7239000" cy="4031873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Calculating the averaged hourly outdoor temperature (Oct 22 – Sep 23)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 temperature for the estimation of HDD (Oct – May) and CDD (June – Sep)</a:t>
            </a:r>
          </a:p>
          <a:p>
            <a:pPr marL="742950" lvl="1" indent="-285750" algn="just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 temperature for HDD: 18</a:t>
            </a:r>
          </a:p>
          <a:p>
            <a:pPr marL="742950" lvl="1" indent="-285750" algn="just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 temperature for CDD: 22</a:t>
            </a:r>
          </a:p>
          <a:p>
            <a:pPr marL="742950" lvl="1" indent="-285750" algn="just">
              <a:buFont typeface="Arial" panose="020B0604020202020204" pitchFamily="34" charset="0"/>
              <a:buChar char="•"/>
            </a:pPr>
            <a:endParaRPr lang="en-US" sz="16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Estimating the HDDs and CDDs based on the assumed base temperatures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Co-relation between the independent (HDDs, CDDs) and dependent (Energy kWh) variable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Energy (kWh) follows the normal distribution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Applying the simple linear regression 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endParaRPr lang="en-US" sz="1600" b="1" dirty="0">
              <a:solidFill>
                <a:srgbClr val="C00000"/>
              </a:solidFill>
              <a:latin typeface="Times New Roman" panose="02020603050405020304" pitchFamily="18" charset="0"/>
              <a:ea typeface="Calibri" panose="020F0502020204030204" pitchFamily="34" charset="0"/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6FC6A738-1AB5-6583-F320-6E5C92EDCC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891" y="3635395"/>
            <a:ext cx="3985616" cy="29035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Uploaded image">
            <a:extLst>
              <a:ext uri="{FF2B5EF4-FFF2-40B4-BE49-F238E27FC236}">
                <a16:creationId xmlns:a16="http://schemas.microsoft.com/office/drawing/2014/main" id="{4595E759-5257-9A1F-AEEB-C54C661BA5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2851" y="821705"/>
            <a:ext cx="3521949" cy="2780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546526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17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5404E8-D7A8-1D1E-1D04-ECACF1DBE0F0}"/>
              </a:ext>
            </a:extLst>
          </p:cNvPr>
          <p:cNvSpPr txBox="1"/>
          <p:nvPr/>
        </p:nvSpPr>
        <p:spPr>
          <a:xfrm>
            <a:off x="4496652" y="838200"/>
            <a:ext cx="3982565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Regression Analysis (Based on HDDs)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458DE8-2917-2C8C-5130-9D143B1CA204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06EE1DE8-3D58-2A13-96B0-A9172589932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56505667"/>
              </p:ext>
            </p:extLst>
          </p:nvPr>
        </p:nvGraphicFramePr>
        <p:xfrm>
          <a:off x="1753200" y="13716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FD8D75E5-DBBF-AE68-2ECE-29DF7F4B54E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79766789"/>
              </p:ext>
            </p:extLst>
          </p:nvPr>
        </p:nvGraphicFramePr>
        <p:xfrm>
          <a:off x="7392000" y="14478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F4A7139D-D320-F7D2-3D60-07660C43F71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93116097"/>
              </p:ext>
            </p:extLst>
          </p:nvPr>
        </p:nvGraphicFramePr>
        <p:xfrm>
          <a:off x="1752600" y="3962400"/>
          <a:ext cx="3276600" cy="2438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3D10CE9A-41E9-4B02-4149-39A50528B6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70247512"/>
              </p:ext>
            </p:extLst>
          </p:nvPr>
        </p:nvGraphicFramePr>
        <p:xfrm>
          <a:off x="7392000" y="40386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87214C18-AA97-51BA-2E45-7A020A1E5011}"/>
              </a:ext>
            </a:extLst>
          </p:cNvPr>
          <p:cNvSpPr txBox="1"/>
          <p:nvPr/>
        </p:nvSpPr>
        <p:spPr>
          <a:xfrm>
            <a:off x="2967000" y="1143000"/>
            <a:ext cx="122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B55173-5001-AC1A-587C-CBE23144CE61}"/>
              </a:ext>
            </a:extLst>
          </p:cNvPr>
          <p:cNvSpPr txBox="1"/>
          <p:nvPr/>
        </p:nvSpPr>
        <p:spPr>
          <a:xfrm>
            <a:off x="8569800" y="1143000"/>
            <a:ext cx="126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21BF0C0-5C96-29DE-0C8D-ED1C72C8ED84}"/>
              </a:ext>
            </a:extLst>
          </p:cNvPr>
          <p:cNvSpPr txBox="1"/>
          <p:nvPr/>
        </p:nvSpPr>
        <p:spPr>
          <a:xfrm>
            <a:off x="8669400" y="3810000"/>
            <a:ext cx="100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0321E6D-4650-AD0A-E522-8F6A80561B8A}"/>
              </a:ext>
            </a:extLst>
          </p:cNvPr>
          <p:cNvSpPr txBox="1"/>
          <p:nvPr/>
        </p:nvSpPr>
        <p:spPr>
          <a:xfrm>
            <a:off x="2886600" y="3733800"/>
            <a:ext cx="115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646583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67A953-A0C1-45B6-938D-59089636A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A93B7-7017-4E1B-ACA4-5E5D77A10A10}" type="slidenum">
              <a:rPr lang="de-DE" b="1" smtClean="0">
                <a:solidFill>
                  <a:schemeClr val="tx1"/>
                </a:solidFill>
              </a:rPr>
              <a:pPr/>
              <a:t>18</a:t>
            </a:fld>
            <a:endParaRPr lang="de-DE" b="1">
              <a:solidFill>
                <a:schemeClr val="tx1"/>
              </a:solidFill>
            </a:endParaRPr>
          </a:p>
        </p:txBody>
      </p:sp>
      <p:pic>
        <p:nvPicPr>
          <p:cNvPr id="6" name="Picture 4" descr="Guidelines - Concordia University">
            <a:extLst>
              <a:ext uri="{FF2B5EF4-FFF2-40B4-BE49-F238E27FC236}">
                <a16:creationId xmlns:a16="http://schemas.microsoft.com/office/drawing/2014/main" id="{6AEE1488-8E32-50CA-CE68-A358BDFA34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5600" y="-600"/>
            <a:ext cx="1600200" cy="129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04F939C-719A-F9B8-E610-88AFD9B832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68600" y="6392882"/>
            <a:ext cx="6654800" cy="365125"/>
          </a:xfrm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Department of Building, Civil and Environmental Engineering, Concordia University, Montreal, Canada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458DE8-2917-2C8C-5130-9D143B1CA204}"/>
              </a:ext>
            </a:extLst>
          </p:cNvPr>
          <p:cNvSpPr txBox="1"/>
          <p:nvPr/>
        </p:nvSpPr>
        <p:spPr>
          <a:xfrm>
            <a:off x="3540000" y="381000"/>
            <a:ext cx="5112000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en-US" sz="1600" b="1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BMS – Concordia university SIEMENS DESIGO CC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19467EB-5799-0831-0D9A-F321AC25422A}"/>
              </a:ext>
            </a:extLst>
          </p:cNvPr>
          <p:cNvSpPr txBox="1"/>
          <p:nvPr/>
        </p:nvSpPr>
        <p:spPr>
          <a:xfrm>
            <a:off x="4496652" y="838200"/>
            <a:ext cx="3982565" cy="338554"/>
          </a:xfrm>
          <a:prstGeom prst="rect">
            <a:avLst/>
          </a:prstGeom>
          <a:solidFill>
            <a:schemeClr val="tx2"/>
          </a:solidFill>
        </p:spPr>
        <p:txBody>
          <a:bodyPr wrap="none" rtlCol="0" anchor="ctr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Regression Analysis (Based on CDDs)</a:t>
            </a:r>
            <a:endParaRPr lang="en-PK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BF9D10C-2584-EBCC-F2BE-7E51D76AAA46}"/>
              </a:ext>
            </a:extLst>
          </p:cNvPr>
          <p:cNvSpPr txBox="1"/>
          <p:nvPr/>
        </p:nvSpPr>
        <p:spPr>
          <a:xfrm>
            <a:off x="2967000" y="1143000"/>
            <a:ext cx="1224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H_1035-01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3ABDC7B-26C5-5725-0F24-3BBC2837B8FB}"/>
              </a:ext>
            </a:extLst>
          </p:cNvPr>
          <p:cNvSpPr txBox="1"/>
          <p:nvPr/>
        </p:nvSpPr>
        <p:spPr>
          <a:xfrm>
            <a:off x="8569800" y="1143000"/>
            <a:ext cx="1260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1EABEBE-FB69-755A-17E0-B27EB7E01269}"/>
              </a:ext>
            </a:extLst>
          </p:cNvPr>
          <p:cNvSpPr txBox="1"/>
          <p:nvPr/>
        </p:nvSpPr>
        <p:spPr>
          <a:xfrm>
            <a:off x="8669400" y="3810000"/>
            <a:ext cx="1008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H_1032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767BE00-9EEA-16DA-F3E4-B910A196451B}"/>
              </a:ext>
            </a:extLst>
          </p:cNvPr>
          <p:cNvSpPr txBox="1"/>
          <p:nvPr/>
        </p:nvSpPr>
        <p:spPr>
          <a:xfrm>
            <a:off x="2886600" y="3733800"/>
            <a:ext cx="1152000" cy="30777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H_1035-00</a:t>
            </a:r>
            <a:endParaRPr lang="en-US" sz="8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AA09A0B2-4C7F-8841-1B11-5D55380BD4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0719652"/>
              </p:ext>
            </p:extLst>
          </p:nvPr>
        </p:nvGraphicFramePr>
        <p:xfrm>
          <a:off x="1905000" y="1397872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D2685B4C-38E6-99D9-153F-219FC7666FE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0228005"/>
              </p:ext>
            </p:extLst>
          </p:nvPr>
        </p:nvGraphicFramePr>
        <p:xfrm>
          <a:off x="7544400" y="13728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99F93966-D62E-DBB7-8C52-7439DF62800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437630"/>
              </p:ext>
            </p:extLst>
          </p:nvPr>
        </p:nvGraphicFramePr>
        <p:xfrm>
          <a:off x="1905600" y="40398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F65BF135-C56C-EA5B-031A-FA2D4981928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44858059"/>
              </p:ext>
            </p:extLst>
          </p:nvPr>
        </p:nvGraphicFramePr>
        <p:xfrm>
          <a:off x="7467600" y="4038600"/>
          <a:ext cx="3276000" cy="243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291927859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49938</TotalTime>
  <Words>1572</Words>
  <Application>Microsoft Office PowerPoint</Application>
  <PresentationFormat>Widescreen</PresentationFormat>
  <Paragraphs>345</Paragraphs>
  <Slides>18</Slides>
  <Notes>18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3" baseType="lpstr">
      <vt:lpstr>Arial</vt:lpstr>
      <vt:lpstr>Calibri</vt:lpstr>
      <vt:lpstr>Times New Roman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Grizli777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Waheed</dc:creator>
  <cp:lastModifiedBy>Muhammad Zeeshan Siddique</cp:lastModifiedBy>
  <cp:revision>1346</cp:revision>
  <dcterms:created xsi:type="dcterms:W3CDTF">2011-11-17T15:20:34Z</dcterms:created>
  <dcterms:modified xsi:type="dcterms:W3CDTF">2023-12-02T09:16:41Z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defa4170-0d19-0005-0004-bc88714345d2_Enabled">
    <vt:lpwstr>true</vt:lpwstr>
  </property>
  <property fmtid="{D5CDD505-2E9C-101B-9397-08002B2CF9AE}" pid="3" name="MSIP_Label_defa4170-0d19-0005-0004-bc88714345d2_SetDate">
    <vt:lpwstr>2023-06-16T14:39:11Z</vt:lpwstr>
  </property>
  <property fmtid="{D5CDD505-2E9C-101B-9397-08002B2CF9AE}" pid="4" name="MSIP_Label_defa4170-0d19-0005-0004-bc88714345d2_Method">
    <vt:lpwstr>Standard</vt:lpwstr>
  </property>
  <property fmtid="{D5CDD505-2E9C-101B-9397-08002B2CF9AE}" pid="5" name="MSIP_Label_defa4170-0d19-0005-0004-bc88714345d2_Name">
    <vt:lpwstr>defa4170-0d19-0005-0004-bc88714345d2</vt:lpwstr>
  </property>
  <property fmtid="{D5CDD505-2E9C-101B-9397-08002B2CF9AE}" pid="6" name="MSIP_Label_defa4170-0d19-0005-0004-bc88714345d2_SiteId">
    <vt:lpwstr>8ca1efc1-c127-4bd9-baf8-5d0f3eb5d97f</vt:lpwstr>
  </property>
  <property fmtid="{D5CDD505-2E9C-101B-9397-08002B2CF9AE}" pid="7" name="MSIP_Label_defa4170-0d19-0005-0004-bc88714345d2_ActionId">
    <vt:lpwstr>5869e0c5-8f81-4410-a5bc-857f950193c3</vt:lpwstr>
  </property>
  <property fmtid="{D5CDD505-2E9C-101B-9397-08002B2CF9AE}" pid="8" name="MSIP_Label_defa4170-0d19-0005-0004-bc88714345d2_ContentBits">
    <vt:lpwstr>0</vt:lpwstr>
  </property>
</Properties>
</file>